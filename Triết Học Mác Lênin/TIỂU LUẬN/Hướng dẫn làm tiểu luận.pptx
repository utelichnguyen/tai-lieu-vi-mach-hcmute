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7" r:id="rId2"/>
    <p:sldId id="278" r:id="rId3"/>
    <p:sldId id="261" r:id="rId4"/>
    <p:sldId id="269" r:id="rId5"/>
    <p:sldId id="259" r:id="rId6"/>
    <p:sldId id="267" r:id="rId7"/>
    <p:sldId id="285" r:id="rId8"/>
    <p:sldId id="264" r:id="rId9"/>
    <p:sldId id="288" r:id="rId10"/>
    <p:sldId id="287" r:id="rId11"/>
    <p:sldId id="289" r:id="rId12"/>
    <p:sldId id="291" r:id="rId13"/>
    <p:sldId id="298" r:id="rId14"/>
    <p:sldId id="299" r:id="rId15"/>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kern="1200" baseline="0">
        <a:solidFill>
          <a:schemeClr val="tx1"/>
        </a:solidFill>
        <a:latin typeface="Arial" panose="020B0604020202020204" pitchFamily="34" charset="0"/>
        <a:ea typeface="SimSun"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SimSun"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SimSun"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SimSun"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SimSun"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SimSun"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SimSun"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SimSun"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1800" kern="1200" baseline="0">
        <a:solidFill>
          <a:schemeClr val="tx1"/>
        </a:solidFill>
        <a:latin typeface="Arial" panose="020B0604020202020204" pitchFamily="34" charset="0"/>
        <a:ea typeface="SimSun" panose="02010600030101010101" pitchFamily="2" charset="-122"/>
        <a:cs typeface="+mn-cs"/>
      </a:defRPr>
    </a:lvl9pPr>
  </p:defaultTextStyle>
  <p:extLst>
    <p:ext uri="{EFAFB233-063F-42B5-8137-9DF3F51BA10A}">
      <p15:sldGuideLst xmlns:p15="http://schemas.microsoft.com/office/powerpoint/2012/main">
        <p15:guide id="1" orient="horz" pos="1947">
          <p15:clr>
            <a:srgbClr val="A4A3A4"/>
          </p15:clr>
        </p15:guide>
        <p15:guide id="2" pos="3801">
          <p15:clr>
            <a:srgbClr val="A4A3A4"/>
          </p15:clr>
        </p15:guide>
      </p15:sldGuideLst>
    </p:ext>
    <p:ext uri="{505F2C04-C923-438B-8C0F-E0CD2BADF298}">
      <wppc:fontMiss xmlns:wppc="http://www.wps.cn/officeDocument/PresentationCustomData" xmlns="" type="true"/>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3A34"/>
    <a:srgbClr val="308E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6" d="100"/>
          <a:sy n="76" d="100"/>
        </p:scale>
        <p:origin x="272" y="48"/>
      </p:cViewPr>
      <p:guideLst>
        <p:guide orient="horz" pos="1947"/>
        <p:guide pos="3801"/>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Arial" panose="020B0604020202020204" pitchFamily="34" charset="0"/>
                <a:ea typeface="SimSun" panose="02010600030101010101" pitchFamily="2" charset="-122"/>
                <a:cs typeface="+mn-cs"/>
              </a:rPr>
              <a:t>2022/5/9</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Arial" panose="020B0604020202020204" pitchFamily="34" charset="0"/>
                <a:ea typeface="SimSun" panose="02010600030101010101" pitchFamily="2" charset="-122"/>
                <a:cs typeface="+mn-cs"/>
              </a:rPr>
              <a:t>‹#›</a:t>
            </a:fld>
            <a:endParaRPr lang="zh-CN" altLang="en-US" strike="noStrike" noProof="1"/>
          </a:p>
        </p:txBody>
      </p:sp>
    </p:spTree>
    <p:extLst>
      <p:ext uri="{BB962C8B-B14F-4D97-AF65-F5344CB8AC3E}">
        <p14:creationId xmlns:p14="http://schemas.microsoft.com/office/powerpoint/2010/main" val="3698438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Arial" panose="020B0604020202020204" pitchFamily="34" charset="0"/>
                <a:ea typeface="SimSun" panose="02010600030101010101" pitchFamily="2" charset="-122"/>
                <a:cs typeface="+mn-cs"/>
              </a:rPr>
              <a:t>2022/5/9</a:t>
            </a:fld>
            <a:endParaRPr lang="zh-CN" altLang="en-US" strike="noStrike" noProof="1"/>
          </a:p>
        </p:txBody>
      </p:sp>
      <p:sp>
        <p:nvSpPr>
          <p:cNvPr id="3076"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strike="noStrike" noProof="0" smtClean="0">
                <a:ln>
                  <a:noFill/>
                </a:ln>
                <a:effectLst/>
                <a:uLnTx/>
                <a:uFillTx/>
                <a:sym typeface="+mn-ea"/>
              </a:rPr>
              <a:t>Click to edit Master text style</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defRPr/>
            </a:pPr>
            <a:r>
              <a:rPr lang="zh-CN" altLang="en-US" sz="1200" strike="noStrike" noProof="0" smtClean="0">
                <a:ln>
                  <a:noFill/>
                </a:ln>
                <a:effectLst/>
                <a:uLnTx/>
                <a:uFillTx/>
                <a:sym typeface="+mn-ea"/>
              </a:rPr>
              <a:t>Second level</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1" fontAlgn="auto" latinLnBrk="0" hangingPunct="1">
              <a:lnSpc>
                <a:spcPct val="100000"/>
              </a:lnSpc>
              <a:spcBef>
                <a:spcPts val="0"/>
              </a:spcBef>
              <a:spcAft>
                <a:spcPts val="0"/>
              </a:spcAft>
              <a:buClrTx/>
              <a:buSzTx/>
              <a:buFontTx/>
              <a:buNone/>
              <a:defRPr/>
            </a:pPr>
            <a:r>
              <a:rPr lang="zh-CN" altLang="en-US" sz="1200" strike="noStrike" noProof="0" smtClean="0">
                <a:ln>
                  <a:noFill/>
                </a:ln>
                <a:effectLst/>
                <a:uLnTx/>
                <a:uFillTx/>
                <a:sym typeface="+mn-ea"/>
              </a:rPr>
              <a:t>Third level</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1" fontAlgn="auto" latinLnBrk="0" hangingPunct="1">
              <a:lnSpc>
                <a:spcPct val="100000"/>
              </a:lnSpc>
              <a:spcBef>
                <a:spcPts val="0"/>
              </a:spcBef>
              <a:spcAft>
                <a:spcPts val="0"/>
              </a:spcAft>
              <a:buClrTx/>
              <a:buSzTx/>
              <a:buFontTx/>
              <a:buNone/>
              <a:defRPr/>
            </a:pPr>
            <a:r>
              <a:rPr lang="zh-CN" altLang="en-US" sz="1200" strike="noStrike" noProof="0" smtClean="0">
                <a:ln>
                  <a:noFill/>
                </a:ln>
                <a:effectLst/>
                <a:uLnTx/>
                <a:uFillTx/>
                <a:sym typeface="+mn-ea"/>
              </a:rPr>
              <a:t>Fourth level</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1" fontAlgn="auto" latinLnBrk="0" hangingPunct="1">
              <a:lnSpc>
                <a:spcPct val="100000"/>
              </a:lnSpc>
              <a:spcBef>
                <a:spcPts val="0"/>
              </a:spcBef>
              <a:spcAft>
                <a:spcPts val="0"/>
              </a:spcAft>
              <a:buClrTx/>
              <a:buSzTx/>
              <a:buFontTx/>
              <a:buNone/>
              <a:defRPr/>
            </a:pPr>
            <a:r>
              <a:rPr lang="zh-CN" altLang="en-US" sz="1200" strike="noStrike" noProof="0" smtClean="0">
                <a:ln>
                  <a:noFill/>
                </a:ln>
                <a:effectLst/>
                <a:uLnTx/>
                <a:uFillTx/>
                <a:sym typeface="+mn-ea"/>
              </a:rPr>
              <a:t>Fifth level</a:t>
            </a:r>
            <a:endParaRPr lang="zh-CN" altLang="en-US" strike="noStrike" noProof="1"/>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Arial" panose="020B0604020202020204" pitchFamily="34" charset="0"/>
                <a:ea typeface="SimSun" panose="02010600030101010101" pitchFamily="2" charset="-122"/>
                <a:cs typeface="+mn-cs"/>
              </a:rPr>
              <a:t>‹#›</a:t>
            </a:fld>
            <a:endParaRPr lang="zh-CN" altLang="en-US" strike="noStrike" noProof="1"/>
          </a:p>
        </p:txBody>
      </p:sp>
    </p:spTree>
    <p:extLst>
      <p:ext uri="{BB962C8B-B14F-4D97-AF65-F5344CB8AC3E}">
        <p14:creationId xmlns:p14="http://schemas.microsoft.com/office/powerpoint/2010/main" val="237121223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1625379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4041311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Text Placeholder 2"/>
          <p:cNvSpPr>
            <a:spLocks noGrp="1"/>
          </p:cNvSpPr>
          <p:nvPr>
            <p:ph type="body" idx="3"/>
          </p:nvPr>
        </p:nvSpPr>
        <p:spPr/>
        <p:txBody>
          <a:bodyPr/>
          <a:lstStyle/>
          <a:p>
            <a:endParaRPr lang="en-US"/>
          </a:p>
        </p:txBody>
      </p:sp>
    </p:spTree>
    <p:extLst>
      <p:ext uri="{BB962C8B-B14F-4D97-AF65-F5344CB8AC3E}">
        <p14:creationId xmlns:p14="http://schemas.microsoft.com/office/powerpoint/2010/main" val="3559150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pPr fontAlgn="auto"/>
            <a:r>
              <a:rPr lang="zh-CN" altLang="en-US" strike="noStrike" noProof="1" smtClean="0"/>
              <a:t>Click to edit Master title style</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Click to edit Master title style</a:t>
            </a:r>
          </a:p>
        </p:txBody>
      </p:sp>
      <p:sp>
        <p:nvSpPr>
          <p:cNvPr id="4" name="Date Placeholder 3"/>
          <p:cNvSpPr>
            <a:spLocks noGrp="1"/>
          </p:cNvSpPr>
          <p:nvPr>
            <p:ph type="dt" sz="half" idx="10"/>
          </p:nvPr>
        </p:nvSpPr>
        <p:spPr/>
        <p:txBody>
          <a:bodyPr/>
          <a:lstStyle/>
          <a:p>
            <a:pPr lvl="0" fontAlgn="base"/>
            <a:fld id="{BB962C8B-B14F-4D97-AF65-F5344CB8AC3E}" type="datetime1">
              <a:rPr lang="zh-CN" altLang="en-US" strike="noStrike" noProof="1" dirty="0">
                <a:latin typeface="Arial" panose="020B0604020202020204" pitchFamily="34" charset="0"/>
                <a:ea typeface="SimSun" panose="02010600030101010101" pitchFamily="2" charset="-122"/>
                <a:cs typeface="+mn-cs"/>
              </a:rPr>
              <a:t>2022/5/9</a:t>
            </a:fld>
            <a:endParaRPr lang="zh-CN" altLang="en-US" strike="noStrike" noProof="1">
              <a:ea typeface="SimSun" panose="02010600030101010101" pitchFamily="2" charset="-122"/>
            </a:endParaRPr>
          </a:p>
        </p:txBody>
      </p:sp>
      <p:sp>
        <p:nvSpPr>
          <p:cNvPr id="5" name="Footer Placeholder 4"/>
          <p:cNvSpPr>
            <a:spLocks noGrp="1"/>
          </p:cNvSpPr>
          <p:nvPr>
            <p:ph type="ftr" sz="quarter" idx="11"/>
          </p:nvPr>
        </p:nvSpPr>
        <p:spPr/>
        <p:txBody>
          <a:bodyPr/>
          <a:lstStyle/>
          <a:p>
            <a:pPr lvl="0" fontAlgn="base"/>
            <a:endParaRPr/>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SimSun" panose="02010600030101010101" pitchFamily="2" charset="-122"/>
                <a:cs typeface="+mn-cs"/>
              </a:rPr>
              <a:t>‹#›</a:t>
            </a:fld>
            <a:endParaRPr lang="zh-CN" altLang="en-US" strike="noStrike" noProof="1">
              <a:ea typeface="SimSun"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smtClean="0"/>
              <a:t>Click to edit Master title style</a:t>
            </a:r>
          </a:p>
        </p:txBody>
      </p:sp>
      <p:sp>
        <p:nvSpPr>
          <p:cNvPr id="3" name="内容占位符 2"/>
          <p:cNvSpPr>
            <a:spLocks noGrp="1"/>
          </p:cNvSpPr>
          <p:nvPr>
            <p:ph idx="1" hasCustomPrompt="1"/>
          </p:nvPr>
        </p:nvSpPr>
        <p:spPr/>
        <p:txBody>
          <a:bodyPr/>
          <a:lstStyle/>
          <a:p>
            <a:pPr lvl="0" fontAlgn="auto"/>
            <a:r>
              <a:rPr lang="zh-CN" altLang="en-US" strike="noStrike" noProof="1" smtClean="0"/>
              <a:t>Click to edit Master </a:t>
            </a:r>
            <a:r>
              <a:rPr lang="zh-CN" altLang="en-US" strike="noStrike" noProof="1">
                <a:sym typeface="+mn-ea"/>
              </a:rPr>
              <a:t>text</a:t>
            </a:r>
            <a:r>
              <a:rPr lang="zh-CN" altLang="en-US" strike="noStrike" noProof="1" smtClean="0"/>
              <a:t> style</a:t>
            </a:r>
          </a:p>
          <a:p>
            <a:pPr lvl="1" fontAlgn="auto"/>
            <a:r>
              <a:rPr lang="zh-CN" altLang="en-US" strike="noStrike" noProof="1" smtClean="0"/>
              <a:t>Second level</a:t>
            </a:r>
          </a:p>
          <a:p>
            <a:pPr lvl="2" fontAlgn="auto"/>
            <a:r>
              <a:rPr lang="zh-CN" altLang="en-US" strike="noStrike" noProof="1" smtClean="0"/>
              <a:t>Third level</a:t>
            </a:r>
          </a:p>
          <a:p>
            <a:pPr lvl="3" fontAlgn="auto"/>
            <a:r>
              <a:rPr lang="zh-CN" altLang="en-US" strike="noStrike" noProof="1" smtClean="0"/>
              <a:t>Fourth level</a:t>
            </a:r>
          </a:p>
          <a:p>
            <a:pPr lvl="4" fontAlgn="auto"/>
            <a:r>
              <a:rPr lang="zh-CN" altLang="en-US" strike="noStrike" noProof="1" smtClean="0"/>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t>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66952596-2D87-42D2-A16A-106C4EE3F671}" type="slidenum">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EC7C0C-7F41-4E93-9640-CF7E369A9667}" type="datetimeFigureOut">
              <a:rPr lang="en-US" smtClean="0"/>
              <a:t>5/9/2022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9BA9B1-AD7D-4330-B436-E4A3B54233E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EC7C0C-7F41-4E93-9640-CF7E369A9667}" type="datetimeFigureOut">
              <a:rPr lang="en-US" smtClean="0"/>
              <a:t>5/9/2022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9BA9B1-AD7D-4330-B436-E4A3B54233E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6" name="그림 5"/>
          <p:cNvPicPr>
            <a:picLocks noChangeAspect="1"/>
          </p:cNvPicPr>
          <p:nvPr userDrawn="1"/>
        </p:nvPicPr>
        <p:blipFill rotWithShape="1">
          <a:blip r:embed="rId2">
            <a:extLst>
              <a:ext uri="{28A0092B-C50C-407E-A947-70E740481C1C}">
                <a14:useLocalDpi xmlns:a14="http://schemas.microsoft.com/office/drawing/2010/main" val="0"/>
              </a:ext>
            </a:extLst>
          </a:blip>
          <a:srcRect l="8174" t="40966" r="16174"/>
          <a:stretch>
            <a:fillRect/>
          </a:stretch>
        </p:blipFill>
        <p:spPr>
          <a:xfrm>
            <a:off x="996564" y="2809461"/>
            <a:ext cx="9223512" cy="4048539"/>
          </a:xfrm>
          <a:prstGeom prst="rect">
            <a:avLst/>
          </a:prstGeom>
        </p:spPr>
      </p:pic>
      <p:pic>
        <p:nvPicPr>
          <p:cNvPr id="7" name="그림 6"/>
          <p:cNvPicPr>
            <a:picLocks noChangeAspect="1"/>
          </p:cNvPicPr>
          <p:nvPr userDrawn="1"/>
        </p:nvPicPr>
        <p:blipFill rotWithShape="1">
          <a:blip r:embed="rId2">
            <a:extLst>
              <a:ext uri="{28A0092B-C50C-407E-A947-70E740481C1C}">
                <a14:useLocalDpi xmlns:a14="http://schemas.microsoft.com/office/drawing/2010/main" val="0"/>
              </a:ext>
            </a:extLst>
          </a:blip>
          <a:srcRect l="11826" r="68609" b="69700"/>
          <a:stretch>
            <a:fillRect/>
          </a:stretch>
        </p:blipFill>
        <p:spPr>
          <a:xfrm>
            <a:off x="1441836" y="0"/>
            <a:ext cx="2385392" cy="2077941"/>
          </a:xfrm>
          <a:prstGeom prst="rect">
            <a:avLst/>
          </a:prstGeom>
        </p:spPr>
      </p:pic>
      <p:pic>
        <p:nvPicPr>
          <p:cNvPr id="2" name="그림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텍스트 개체 틀 8"/>
          <p:cNvSpPr>
            <a:spLocks noGrp="1"/>
          </p:cNvSpPr>
          <p:nvPr>
            <p:ph type="body" sz="quarter" idx="10" hasCustomPrompt="1"/>
          </p:nvPr>
        </p:nvSpPr>
        <p:spPr>
          <a:xfrm>
            <a:off x="3225683" y="1818323"/>
            <a:ext cx="6049433" cy="630437"/>
          </a:xfrm>
          <a:prstGeom prst="rect">
            <a:avLst/>
          </a:prstGeom>
        </p:spPr>
        <p:txBody>
          <a:bodyPr lIns="0" tIns="0" rIns="0" bIns="0">
            <a:scene3d>
              <a:camera prst="orthographicFront"/>
              <a:lightRig rig="threePt" dir="t"/>
            </a:scene3d>
            <a:sp3d>
              <a:bevelT w="12700" h="6350"/>
            </a:sp3d>
          </a:bodyPr>
          <a:lstStyle>
            <a:lvl1pPr marL="0" indent="0">
              <a:buNone/>
              <a:defRPr sz="3735" b="1">
                <a:solidFill>
                  <a:schemeClr val="bg1"/>
                </a:solidFill>
                <a:effectLst>
                  <a:outerShdw blurRad="38100" dist="38100" dir="2700000" algn="tl">
                    <a:srgbClr val="000000">
                      <a:alpha val="43137"/>
                    </a:srgbClr>
                  </a:outerShdw>
                </a:effectLst>
                <a:latin typeface="Tahoma" panose="020B0604030504040204" pitchFamily="34" charset="0"/>
                <a:cs typeface="Tahoma" panose="020B0604030504040204" pitchFamily="34" charset="0"/>
              </a:defRPr>
            </a:lvl1pPr>
          </a:lstStyle>
          <a:p>
            <a:pPr lvl="0"/>
            <a:r>
              <a:rPr lang="en-US" altLang="ko-KR" smtClean="0"/>
              <a:t>Presentation title</a:t>
            </a:r>
            <a:endParaRPr lang="ko-KR" altLang="en-US"/>
          </a:p>
        </p:txBody>
      </p:sp>
      <p:sp>
        <p:nvSpPr>
          <p:cNvPr id="11" name="텍스트 개체 틀 8"/>
          <p:cNvSpPr>
            <a:spLocks noGrp="1"/>
          </p:cNvSpPr>
          <p:nvPr>
            <p:ph type="body" sz="quarter" idx="11" hasCustomPrompt="1"/>
          </p:nvPr>
        </p:nvSpPr>
        <p:spPr>
          <a:xfrm>
            <a:off x="3458923" y="2387220"/>
            <a:ext cx="6049433" cy="304224"/>
          </a:xfrm>
          <a:prstGeom prst="rect">
            <a:avLst/>
          </a:prstGeom>
        </p:spPr>
        <p:txBody>
          <a:bodyPr lIns="0" tIns="0" rIns="0" bIns="0">
            <a:scene3d>
              <a:camera prst="orthographicFront"/>
              <a:lightRig rig="threePt" dir="t"/>
            </a:scene3d>
            <a:sp3d>
              <a:bevelT w="12700" h="6350"/>
            </a:sp3d>
          </a:bodyPr>
          <a:lstStyle>
            <a:lvl1pPr marL="0" indent="0">
              <a:buNone/>
              <a:defRPr sz="2135" b="0">
                <a:solidFill>
                  <a:schemeClr val="bg1"/>
                </a:solidFill>
                <a:effectLst>
                  <a:outerShdw blurRad="38100" dist="38100" dir="2700000" algn="tl">
                    <a:srgbClr val="000000">
                      <a:alpha val="43137"/>
                    </a:srgbClr>
                  </a:outerShdw>
                </a:effectLst>
                <a:latin typeface="Tahoma" panose="020B0604030504040204" pitchFamily="34" charset="0"/>
                <a:cs typeface="Tahoma" panose="020B0604030504040204" pitchFamily="34" charset="0"/>
              </a:defRPr>
            </a:lvl1pPr>
          </a:lstStyle>
          <a:p>
            <a:pPr lvl="0"/>
            <a:r>
              <a:rPr lang="en-US" altLang="ko-KR" smtClean="0"/>
              <a:t>Presentation sub title</a:t>
            </a:r>
            <a:endParaRPr lang="ko-KR" altLang="en-US"/>
          </a:p>
        </p:txBody>
      </p:sp>
      <p:sp>
        <p:nvSpPr>
          <p:cNvPr id="8" name="이등변 삼각형 5"/>
          <p:cNvSpPr/>
          <p:nvPr userDrawn="1"/>
        </p:nvSpPr>
        <p:spPr>
          <a:xfrm>
            <a:off x="1" y="0"/>
            <a:ext cx="3685153" cy="3882292"/>
          </a:xfrm>
          <a:custGeom>
            <a:avLst/>
            <a:gdLst/>
            <a:ahLst/>
            <a:cxnLst/>
            <a:rect l="l" t="t" r="r" b="b"/>
            <a:pathLst>
              <a:path w="2763865" h="2911719">
                <a:moveTo>
                  <a:pt x="1185621" y="0"/>
                </a:moveTo>
                <a:lnTo>
                  <a:pt x="2763865" y="2911719"/>
                </a:lnTo>
                <a:lnTo>
                  <a:pt x="0" y="2911719"/>
                </a:lnTo>
                <a:lnTo>
                  <a:pt x="0" y="2187365"/>
                </a:lnTo>
                <a:close/>
              </a:path>
            </a:pathLst>
          </a:custGeom>
          <a:blipFill>
            <a:blip r:embed="rId4"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5" name="组合 4"/>
          <p:cNvGrpSpPr/>
          <p:nvPr userDrawn="1"/>
        </p:nvGrpSpPr>
        <p:grpSpPr>
          <a:xfrm>
            <a:off x="464289" y="266808"/>
            <a:ext cx="4205191" cy="477818"/>
            <a:chOff x="464289" y="266808"/>
            <a:chExt cx="4205191" cy="477818"/>
          </a:xfrm>
        </p:grpSpPr>
        <p:sp>
          <p:nvSpPr>
            <p:cNvPr id="6" name="椭圆 5"/>
            <p:cNvSpPr/>
            <p:nvPr/>
          </p:nvSpPr>
          <p:spPr>
            <a:xfrm>
              <a:off x="464289" y="266808"/>
              <a:ext cx="477820" cy="477818"/>
            </a:xfrm>
            <a:prstGeom prst="ellipse">
              <a:avLst/>
            </a:prstGeom>
            <a:solidFill>
              <a:schemeClr val="bg1"/>
            </a:solidFill>
            <a:ln w="6350">
              <a:solidFill>
                <a:srgbClr val="49434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2000" dirty="0" smtClean="0">
                  <a:solidFill>
                    <a:schemeClr val="tx1"/>
                  </a:solidFill>
                </a:rPr>
                <a:t>01</a:t>
              </a:r>
              <a:endParaRPr lang="zh-CN" altLang="en-US" sz="2000" dirty="0">
                <a:solidFill>
                  <a:schemeClr val="tx1"/>
                </a:solidFill>
              </a:endParaRPr>
            </a:p>
          </p:txBody>
        </p:sp>
        <p:sp>
          <p:nvSpPr>
            <p:cNvPr id="7" name="Subtitle 2"/>
            <p:cNvSpPr txBox="1"/>
            <p:nvPr/>
          </p:nvSpPr>
          <p:spPr>
            <a:xfrm>
              <a:off x="1044489" y="330125"/>
              <a:ext cx="3624991" cy="35118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chemeClr val="tx1">
                      <a:lumMod val="85000"/>
                      <a:lumOff val="15000"/>
                    </a:schemeClr>
                  </a:solidFill>
                </a:rPr>
                <a:t>Click To Add Your Text Here</a:t>
              </a:r>
            </a:p>
          </p:txBody>
        </p:sp>
      </p:gr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lstStyle/>
          <a:p>
            <a:pPr lvl="0" indent="-914400"/>
            <a:r>
              <a:rPr lang="zh-CN" altLang="en-US"/>
              <a:t>Click to edit Master title style</a:t>
            </a:r>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lstStyle/>
          <a:p>
            <a:pPr lvl="0" indent="-228600"/>
            <a:r>
              <a:rPr lang="zh-CN" altLang="en-US"/>
              <a:t>Click to edit Master </a:t>
            </a:r>
            <a:r>
              <a:rPr lang="zh-CN" altLang="zh-CN" dirty="0"/>
              <a:t>text</a:t>
            </a:r>
            <a:r>
              <a:rPr lang="zh-CN" altLang="en-US"/>
              <a:t> style</a:t>
            </a:r>
          </a:p>
          <a:p>
            <a:pPr lvl="1" indent="-228600"/>
            <a:r>
              <a:rPr lang="zh-CN" altLang="en-US"/>
              <a:t>Second level</a:t>
            </a:r>
          </a:p>
          <a:p>
            <a:pPr lvl="2" indent="-228600"/>
            <a:r>
              <a:rPr lang="zh-CN" altLang="en-US"/>
              <a:t>Third level</a:t>
            </a:r>
          </a:p>
          <a:p>
            <a:pPr lvl="3" indent="-228600"/>
            <a:r>
              <a:rPr lang="zh-CN" altLang="en-US"/>
              <a:t>Fourth level</a:t>
            </a:r>
          </a:p>
          <a:p>
            <a:pPr lvl="4" indent="-228600"/>
            <a:r>
              <a:rPr lang="zh-CN" altLang="en-US"/>
              <a:t>Fifth level</a:t>
            </a:r>
          </a:p>
        </p:txBody>
      </p:sp>
      <p:sp>
        <p:nvSpPr>
          <p:cNvPr id="1028" name="日期占位符 3"/>
          <p:cNvSpPr>
            <a:spLocks noGrp="1"/>
          </p:cNvSpPr>
          <p:nvPr>
            <p:ph type="dt" sz="half" idx="2"/>
          </p:nvPr>
        </p:nvSpPr>
        <p:spPr>
          <a:xfrm>
            <a:off x="838200" y="6356350"/>
            <a:ext cx="2743200" cy="365125"/>
          </a:xfrm>
          <a:prstGeom prst="rect">
            <a:avLst/>
          </a:prstGeom>
          <a:noFill/>
          <a:ln w="9525">
            <a:noFill/>
          </a:ln>
        </p:spPr>
        <p:txBody>
          <a:bodyPr vert="horz" anchor="ctr"/>
          <a:lstStyle>
            <a:lvl1pPr algn="l">
              <a:defRPr sz="1200">
                <a:solidFill>
                  <a:srgbClr val="898989"/>
                </a:solidFill>
                <a:ea typeface="SimSun" panose="02010600030101010101" pitchFamily="2" charset="-122"/>
              </a:defRPr>
            </a:lvl1pPr>
          </a:lstStyle>
          <a:p>
            <a:pPr lvl="0" fontAlgn="base"/>
            <a:fld id="{BB962C8B-B14F-4D97-AF65-F5344CB8AC3E}" type="datetime1">
              <a:rPr lang="zh-CN" altLang="en-US" strike="noStrike" noProof="1" dirty="0">
                <a:latin typeface="Arial" panose="020B0604020202020204" pitchFamily="34" charset="0"/>
                <a:ea typeface="SimSun" panose="02010600030101010101" pitchFamily="2" charset="-122"/>
                <a:cs typeface="+mn-cs"/>
              </a:rPr>
              <a:t>2022/5/9</a:t>
            </a:fld>
            <a:endParaRPr lang="zh-CN" altLang="en-US" strike="noStrike" noProof="1">
              <a:ea typeface="SimSun" panose="02010600030101010101" pitchFamily="2" charset="-122"/>
            </a:endParaRPr>
          </a:p>
        </p:txBody>
      </p:sp>
      <p:sp>
        <p:nvSpPr>
          <p:cNvPr id="1029" name="页脚占位符 4"/>
          <p:cNvSpPr>
            <a:spLocks noGrp="1"/>
          </p:cNvSpPr>
          <p:nvPr>
            <p:ph type="ftr" sz="quarter" idx="3"/>
          </p:nvPr>
        </p:nvSpPr>
        <p:spPr>
          <a:xfrm>
            <a:off x="4038600" y="6356350"/>
            <a:ext cx="4114800" cy="365125"/>
          </a:xfrm>
          <a:prstGeom prst="rect">
            <a:avLst/>
          </a:prstGeom>
          <a:noFill/>
          <a:ln w="9525">
            <a:noFill/>
          </a:ln>
        </p:spPr>
        <p:txBody>
          <a:bodyPr vert="horz" anchor="ctr"/>
          <a:lstStyle>
            <a:lvl1pPr algn="ctr">
              <a:defRPr sz="1200">
                <a:solidFill>
                  <a:srgbClr val="898989"/>
                </a:solidFill>
                <a:ea typeface="SimSun" panose="02010600030101010101" pitchFamily="2" charset="-122"/>
              </a:defRPr>
            </a:lvl1pPr>
          </a:lstStyle>
          <a:p>
            <a:pPr lvl="0" fontAlgn="base"/>
            <a:endParaRPr/>
          </a:p>
        </p:txBody>
      </p:sp>
      <p:sp>
        <p:nvSpPr>
          <p:cNvPr id="1030" name="灯片编号占位符 5"/>
          <p:cNvSpPr>
            <a:spLocks noGrp="1"/>
          </p:cNvSpPr>
          <p:nvPr>
            <p:ph type="sldNum" sz="quarter" idx="4"/>
          </p:nvPr>
        </p:nvSpPr>
        <p:spPr>
          <a:xfrm>
            <a:off x="8610600" y="6356350"/>
            <a:ext cx="2743200" cy="365125"/>
          </a:xfrm>
          <a:prstGeom prst="rect">
            <a:avLst/>
          </a:prstGeom>
          <a:noFill/>
          <a:ln w="9525">
            <a:noFill/>
          </a:ln>
        </p:spPr>
        <p:txBody>
          <a:bodyPr vert="horz" anchor="ctr"/>
          <a:lstStyle>
            <a:lvl1pPr algn="r">
              <a:defRPr sz="1200">
                <a:solidFill>
                  <a:srgbClr val="898989"/>
                </a:solidFill>
                <a:ea typeface="SimSun" panose="02010600030101010101" pitchFamily="2" charset="-122"/>
              </a:defRPr>
            </a:lvl1pPr>
          </a:lstStyle>
          <a:p>
            <a:pPr lvl="0" fontAlgn="base"/>
            <a:fld id="{9A0DB2DC-4C9A-4742-B13C-FB6460FD3503}" type="slidenum">
              <a:rPr lang="zh-CN" altLang="en-US" strike="noStrike" noProof="1" dirty="0">
                <a:latin typeface="Arial" panose="020B0604020202020204" pitchFamily="34" charset="0"/>
                <a:ea typeface="SimSun" panose="02010600030101010101" pitchFamily="2" charset="-122"/>
                <a:cs typeface="+mn-cs"/>
              </a:rPr>
              <a:t>‹#›</a:t>
            </a:fld>
            <a:endParaRPr lang="zh-CN" altLang="en-US" strike="noStrike" noProof="1">
              <a:ea typeface="SimSun"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marL="914400" lvl="0" indent="-914400" algn="l" eaLnBrk="1" latinLnBrk="0" hangingPunct="1">
        <a:lnSpc>
          <a:spcPct val="90000"/>
        </a:lnSpc>
        <a:spcBef>
          <a:spcPct val="0"/>
        </a:spcBef>
        <a:buNone/>
        <a:defRPr sz="4400" kern="1200">
          <a:solidFill>
            <a:schemeClr val="tx1"/>
          </a:solidFill>
          <a:latin typeface="+mj-lt"/>
          <a:ea typeface="+mj-ea"/>
          <a:cs typeface="+mj-cs"/>
          <a:sym typeface="Calibri Light" panose="020F0302020204030204" charset="0"/>
        </a:defRPr>
      </a:lvl1pPr>
    </p:titleStyle>
    <p:bodyStyle>
      <a:lvl1pPr marL="228600" lvl="0" indent="-228600" algn="l" defTabSz="914400" eaLnBrk="1" fontAlgn="base"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sym typeface="Calibri" panose="020F0502020204030204" charset="0"/>
        </a:defRPr>
      </a:lvl1pPr>
      <a:lvl2pPr marL="685800" lvl="1" indent="-228600" algn="l" defTabSz="914400" eaLnBrk="1" fontAlgn="base"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charset="0"/>
          <a:ea typeface="SimSun" panose="02010600030101010101" pitchFamily="2" charset="-122"/>
          <a:cs typeface="+mn-cs"/>
          <a:sym typeface="Calibri" panose="020F0502020204030204" charset="0"/>
        </a:defRPr>
      </a:lvl2pPr>
      <a:lvl3pPr marL="1143000" lvl="2" indent="-228600" algn="l" defTabSz="914400" eaLnBrk="1" fontAlgn="base"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charset="0"/>
          <a:ea typeface="SimSun" panose="02010600030101010101" pitchFamily="2" charset="-122"/>
          <a:cs typeface="+mn-cs"/>
          <a:sym typeface="Calibri" panose="020F0502020204030204" charset="0"/>
        </a:defRPr>
      </a:lvl3pPr>
      <a:lvl4pPr marL="1600200" lvl="3"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mn-cs"/>
          <a:sym typeface="Calibri" panose="020F0502020204030204" charset="0"/>
        </a:defRPr>
      </a:lvl4pPr>
      <a:lvl5pPr marL="2057400" lvl="4"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mn-cs"/>
          <a:sym typeface="Calibri" panose="020F0502020204030204" charset="0"/>
        </a:defRPr>
      </a:lvl5pPr>
      <a:lvl6pPr marL="2514600" lvl="5"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mn-cs"/>
          <a:sym typeface="Calibri" panose="020F0502020204030204" charset="0"/>
        </a:defRPr>
      </a:lvl6pPr>
      <a:lvl7pPr marL="2971800" lvl="6"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mn-cs"/>
          <a:sym typeface="Calibri" panose="020F0502020204030204" charset="0"/>
        </a:defRPr>
      </a:lvl7pPr>
      <a:lvl8pPr marL="3429000" lvl="7"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mn-cs"/>
          <a:sym typeface="Calibri" panose="020F0502020204030204" charset="0"/>
        </a:defRPr>
      </a:lvl8pPr>
      <a:lvl9pPr marL="3886200" lvl="8" indent="-228600" algn="l" defTabSz="914400" eaLnBrk="1" fontAlgn="base"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charset="0"/>
          <a:ea typeface="SimSun" panose="02010600030101010101" pitchFamily="2" charset="-122"/>
          <a:cs typeface="+mn-cs"/>
          <a:sym typeface="Calibri" panose="020F0502020204030204" charset="0"/>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ea typeface="SimSun" panose="02010600030101010101" pitchFamily="2" charset="-122"/>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ea typeface="SimSun" panose="02010600030101010101" pitchFamily="2" charset="-122"/>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ea typeface="SimSun" panose="02010600030101010101" pitchFamily="2" charset="-122"/>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ea typeface="SimSun" panose="02010600030101010101" pitchFamily="2" charset="-122"/>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ea typeface="SimSun" panose="02010600030101010101" pitchFamily="2" charset="-122"/>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ea typeface="SimSun" panose="02010600030101010101" pitchFamily="2" charset="-122"/>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ea typeface="SimSun" panose="02010600030101010101" pitchFamily="2" charset="-122"/>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defRPr sz="1800" kern="1200" baseline="0">
          <a:solidFill>
            <a:schemeClr val="tx1"/>
          </a:solidFill>
          <a:ea typeface="SimSun"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9.jpe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9" name="Text Box 8"/>
          <p:cNvSpPr txBox="1"/>
          <p:nvPr/>
        </p:nvSpPr>
        <p:spPr>
          <a:xfrm>
            <a:off x="2916555" y="1043940"/>
            <a:ext cx="8144510" cy="368300"/>
          </a:xfrm>
          <a:prstGeom prst="rect">
            <a:avLst/>
          </a:prstGeom>
          <a:solidFill>
            <a:schemeClr val="bg1"/>
          </a:solidFill>
        </p:spPr>
        <p:txBody>
          <a:bodyPr wrap="square" rtlCol="0">
            <a:spAutoFit/>
          </a:bodyPr>
          <a:lstStyle/>
          <a:p>
            <a:endParaRPr lang="en-US"/>
          </a:p>
        </p:txBody>
      </p:sp>
      <p:sp>
        <p:nvSpPr>
          <p:cNvPr id="8" name="Text Box 7"/>
          <p:cNvSpPr txBox="1"/>
          <p:nvPr/>
        </p:nvSpPr>
        <p:spPr>
          <a:xfrm>
            <a:off x="1925320" y="1549400"/>
            <a:ext cx="8290560" cy="553085"/>
          </a:xfrm>
          <a:prstGeom prst="rect">
            <a:avLst/>
          </a:prstGeom>
          <a:noFill/>
        </p:spPr>
        <p:txBody>
          <a:bodyPr wrap="square" rtlCol="0">
            <a:spAutoFit/>
          </a:bodyPr>
          <a:lstStyle/>
          <a:p>
            <a:pPr algn="ctr"/>
            <a:r>
              <a:rPr lang="en-US" sz="3000" b="1">
                <a:solidFill>
                  <a:schemeClr val="accent6">
                    <a:lumMod val="75000"/>
                  </a:schemeClr>
                </a:solidFill>
                <a:effectLst>
                  <a:outerShdw blurRad="38100" dist="38100" dir="2700000" algn="tl">
                    <a:srgbClr val="000000">
                      <a:alpha val="43137"/>
                    </a:srgbClr>
                  </a:outerShdw>
                </a:effectLst>
                <a:cs typeface="Arial" panose="020B0604020202020204" pitchFamily="34" charset="0"/>
              </a:rPr>
              <a:t>MÔN: TRIẾT HỌC MÁC_LÊNIN</a:t>
            </a:r>
          </a:p>
        </p:txBody>
      </p:sp>
      <p:cxnSp>
        <p:nvCxnSpPr>
          <p:cNvPr id="10" name="Straight Connector 9"/>
          <p:cNvCxnSpPr/>
          <p:nvPr/>
        </p:nvCxnSpPr>
        <p:spPr>
          <a:xfrm flipV="1">
            <a:off x="2861310" y="2102485"/>
            <a:ext cx="6469380" cy="1905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任意多边形 17"/>
          <p:cNvSpPr/>
          <p:nvPr/>
        </p:nvSpPr>
        <p:spPr>
          <a:xfrm>
            <a:off x="842010" y="2758440"/>
            <a:ext cx="1242060" cy="2024380"/>
          </a:xfrm>
          <a:custGeom>
            <a:avLst/>
            <a:gdLst>
              <a:gd name="connsiteX0" fmla="*/ 1790700 w 1809750"/>
              <a:gd name="connsiteY0" fmla="*/ 590550 h 3886200"/>
              <a:gd name="connsiteX1" fmla="*/ 1790700 w 1809750"/>
              <a:gd name="connsiteY1" fmla="*/ 0 h 3886200"/>
              <a:gd name="connsiteX2" fmla="*/ 0 w 1809750"/>
              <a:gd name="connsiteY2" fmla="*/ 0 h 3886200"/>
              <a:gd name="connsiteX3" fmla="*/ 0 w 1809750"/>
              <a:gd name="connsiteY3" fmla="*/ 3886200 h 3886200"/>
              <a:gd name="connsiteX4" fmla="*/ 1809750 w 1809750"/>
              <a:gd name="connsiteY4" fmla="*/ 3886200 h 3886200"/>
              <a:gd name="connsiteX5" fmla="*/ 1809750 w 1809750"/>
              <a:gd name="connsiteY5" fmla="*/ 3352800 h 388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9750" h="3886200">
                <a:moveTo>
                  <a:pt x="1790700" y="590550"/>
                </a:moveTo>
                <a:lnTo>
                  <a:pt x="1790700" y="0"/>
                </a:lnTo>
                <a:lnTo>
                  <a:pt x="0" y="0"/>
                </a:lnTo>
                <a:lnTo>
                  <a:pt x="0" y="3886200"/>
                </a:lnTo>
                <a:lnTo>
                  <a:pt x="1809750" y="3886200"/>
                </a:lnTo>
                <a:lnTo>
                  <a:pt x="1809750" y="3352800"/>
                </a:lnTo>
              </a:path>
            </a:pathLst>
          </a:custGeom>
          <a:noFill/>
          <a:ln w="28575">
            <a:solidFill>
              <a:schemeClr val="tx2"/>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文本框 6"/>
          <p:cNvSpPr txBox="1"/>
          <p:nvPr/>
        </p:nvSpPr>
        <p:spPr>
          <a:xfrm>
            <a:off x="882650" y="3253105"/>
            <a:ext cx="6913245" cy="1630045"/>
          </a:xfrm>
          <a:prstGeom prst="rect">
            <a:avLst/>
          </a:prstGeom>
          <a:noFill/>
        </p:spPr>
        <p:txBody>
          <a:bodyPr wrap="square" rtlCol="0">
            <a:spAutoFit/>
          </a:bodyPr>
          <a:lstStyle/>
          <a:p>
            <a:pPr algn="ctr"/>
            <a:r>
              <a:rPr lang="en-US" altLang="zh-CN" sz="5000" b="1">
                <a:solidFill>
                  <a:srgbClr val="FF0000"/>
                </a:solidFill>
                <a:effectLst>
                  <a:outerShdw blurRad="38100" dist="38100" dir="2700000" algn="tl">
                    <a:srgbClr val="000000">
                      <a:alpha val="43137"/>
                    </a:srgbClr>
                  </a:outerShdw>
                </a:effectLst>
                <a:latin typeface="Arial" panose="020B0604020202020204" pitchFamily="34" charset="0"/>
                <a:ea typeface="Arial" panose="020B0604020202020204" pitchFamily="34" charset="0"/>
              </a:rPr>
              <a:t>GIỚI THIỆU VỀ MÔN HỌC</a:t>
            </a:r>
          </a:p>
        </p:txBody>
      </p:sp>
      <p:pic>
        <p:nvPicPr>
          <p:cNvPr id="13" name="Picture Placeholder 3" descr="C:\Users\PC\Downloads\images.jpgimages"/>
          <p:cNvPicPr>
            <a:picLocks noGrp="1" noChangeAspect="1"/>
          </p:cNvPicPr>
          <p:nvPr/>
        </p:nvPicPr>
        <p:blipFill>
          <a:blip r:embed="rId3"/>
          <a:srcRect/>
          <a:stretch>
            <a:fillRect/>
          </a:stretch>
        </p:blipFill>
        <p:spPr>
          <a:xfrm>
            <a:off x="7862570" y="2318385"/>
            <a:ext cx="4216400" cy="3714750"/>
          </a:xfrm>
          <a:custGeom>
            <a:avLst/>
            <a:gdLst>
              <a:gd name="connsiteX0" fmla="*/ 1066800 w 2133600"/>
              <a:gd name="connsiteY0" fmla="*/ 0 h 2133600"/>
              <a:gd name="connsiteX1" fmla="*/ 2133600 w 2133600"/>
              <a:gd name="connsiteY1" fmla="*/ 1066800 h 2133600"/>
              <a:gd name="connsiteX2" fmla="*/ 1066800 w 2133600"/>
              <a:gd name="connsiteY2" fmla="*/ 2133600 h 2133600"/>
              <a:gd name="connsiteX3" fmla="*/ 0 w 2133600"/>
              <a:gd name="connsiteY3" fmla="*/ 1066800 h 2133600"/>
              <a:gd name="connsiteX4" fmla="*/ 1066800 w 2133600"/>
              <a:gd name="connsiteY4" fmla="*/ 0 h 213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600" h="2133600">
                <a:moveTo>
                  <a:pt x="1066800" y="0"/>
                </a:moveTo>
                <a:cubicBezTo>
                  <a:pt x="1655977" y="0"/>
                  <a:pt x="2133600" y="477623"/>
                  <a:pt x="2133600" y="1066800"/>
                </a:cubicBezTo>
                <a:cubicBezTo>
                  <a:pt x="2133600" y="1655977"/>
                  <a:pt x="1655977" y="2133600"/>
                  <a:pt x="1066800" y="2133600"/>
                </a:cubicBezTo>
                <a:cubicBezTo>
                  <a:pt x="477623" y="2133600"/>
                  <a:pt x="0" y="1655977"/>
                  <a:pt x="0" y="1066800"/>
                </a:cubicBezTo>
                <a:cubicBezTo>
                  <a:pt x="0" y="477623"/>
                  <a:pt x="477623" y="0"/>
                  <a:pt x="1066800" y="0"/>
                </a:cubicBezTo>
                <a:close/>
              </a:path>
            </a:pathLst>
          </a:custGeom>
          <a:solidFill>
            <a:schemeClr val="bg1">
              <a:lumMod val="95000"/>
            </a:schemeClr>
          </a:solidFill>
          <a:effectLst>
            <a:outerShdw blurRad="50800" dist="63500" dir="18900000" algn="bl" rotWithShape="0">
              <a:prstClr val="black">
                <a:alpha val="40000"/>
              </a:prstClr>
            </a:outerShdw>
          </a:effectLst>
        </p:spPr>
      </p:pic>
      <p:sp>
        <p:nvSpPr>
          <p:cNvPr id="22" name="Text Box 21"/>
          <p:cNvSpPr txBox="1"/>
          <p:nvPr/>
        </p:nvSpPr>
        <p:spPr>
          <a:xfrm>
            <a:off x="2286635" y="999490"/>
            <a:ext cx="8141335" cy="368300"/>
          </a:xfrm>
          <a:prstGeom prst="rect">
            <a:avLst/>
          </a:prstGeom>
          <a:solidFill>
            <a:schemeClr val="bg1"/>
          </a:solidFill>
        </p:spPr>
        <p:txBody>
          <a:bodyPr wrap="square" rtlCol="0">
            <a:spAutoFit/>
          </a:bodyPr>
          <a:lstStyle/>
          <a:p>
            <a:endParaRPr lang="en-US"/>
          </a:p>
        </p:txBody>
      </p:sp>
      <p:sp>
        <p:nvSpPr>
          <p:cNvPr id="7" name="Text Box 6"/>
          <p:cNvSpPr txBox="1"/>
          <p:nvPr/>
        </p:nvSpPr>
        <p:spPr>
          <a:xfrm>
            <a:off x="3249295" y="1073785"/>
            <a:ext cx="5227320" cy="475615"/>
          </a:xfrm>
          <a:prstGeom prst="rect">
            <a:avLst/>
          </a:prstGeom>
          <a:noFill/>
        </p:spPr>
        <p:txBody>
          <a:bodyPr wrap="square" rtlCol="0">
            <a:spAutoFit/>
          </a:bodyPr>
          <a:lstStyle/>
          <a:p>
            <a:pPr algn="ctr"/>
            <a:r>
              <a:rPr lang="en-US" sz="2500" b="1" smtClean="0">
                <a:effectLst>
                  <a:outerShdw blurRad="38100" dist="38100" dir="2700000" algn="tl">
                    <a:srgbClr val="000000">
                      <a:alpha val="43137"/>
                    </a:srgbClr>
                  </a:outerShdw>
                </a:effectLst>
                <a:cs typeface="Arial" panose="020B0604020202020204" pitchFamily="34" charset="0"/>
              </a:rPr>
              <a:t>KHOA CƠ BẢN </a:t>
            </a:r>
            <a:endParaRPr lang="en-US" sz="2500" b="1" dirty="0">
              <a:solidFill>
                <a:schemeClr val="tx1"/>
              </a:solidFill>
              <a:effectLst>
                <a:outerShdw blurRad="38100" dist="38100" dir="2700000" algn="tl">
                  <a:srgbClr val="000000">
                    <a:alpha val="43137"/>
                  </a:srgbClr>
                </a:outerShdw>
              </a:effectLst>
              <a:cs typeface="Arial" panose="020B0604020202020204" pitchFamily="34" charset="0"/>
            </a:endParaRPr>
          </a:p>
        </p:txBody>
      </p:sp>
      <p:sp>
        <p:nvSpPr>
          <p:cNvPr id="23" name="Text Box 22"/>
          <p:cNvSpPr txBox="1"/>
          <p:nvPr/>
        </p:nvSpPr>
        <p:spPr>
          <a:xfrm>
            <a:off x="825500" y="5889625"/>
            <a:ext cx="7987030" cy="629920"/>
          </a:xfrm>
          <a:prstGeom prst="rect">
            <a:avLst/>
          </a:prstGeom>
          <a:noFill/>
        </p:spPr>
        <p:txBody>
          <a:bodyPr wrap="square" rtlCol="0">
            <a:spAutoFit/>
          </a:bodyPr>
          <a:lstStyle/>
          <a:p>
            <a:pPr algn="l"/>
            <a:r>
              <a:rPr lang="en-US" sz="3500" b="1"/>
              <a:t>Giảng viên: </a:t>
            </a:r>
            <a:r>
              <a:rPr lang="en-US" sz="3500" b="1" i="1"/>
              <a:t> </a:t>
            </a:r>
            <a:r>
              <a:rPr lang="en-US" sz="3500" b="1" i="1" smtClean="0"/>
              <a:t>TH.s Nguyễn </a:t>
            </a:r>
            <a:r>
              <a:rPr lang="en-US" sz="3500" b="1" i="1"/>
              <a:t>Thị </a:t>
            </a:r>
            <a:r>
              <a:rPr lang="en-US" sz="3500" b="1" i="1" smtClean="0"/>
              <a:t>Hằng </a:t>
            </a:r>
            <a:endParaRPr lang="en-US" sz="3500" b="1"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grpSp>
        <p:nvGrpSpPr>
          <p:cNvPr id="41" name="Group 40"/>
          <p:cNvGrpSpPr/>
          <p:nvPr/>
        </p:nvGrpSpPr>
        <p:grpSpPr>
          <a:xfrm>
            <a:off x="-12065" y="27305"/>
            <a:ext cx="12066905" cy="6320790"/>
            <a:chOff x="-19" y="43"/>
            <a:chExt cx="19003" cy="9954"/>
          </a:xfrm>
        </p:grpSpPr>
        <p:grpSp>
          <p:nvGrpSpPr>
            <p:cNvPr id="40" name="Group 39"/>
            <p:cNvGrpSpPr/>
            <p:nvPr/>
          </p:nvGrpSpPr>
          <p:grpSpPr>
            <a:xfrm>
              <a:off x="182" y="1957"/>
              <a:ext cx="18802" cy="8040"/>
              <a:chOff x="182" y="1957"/>
              <a:chExt cx="18802" cy="8040"/>
            </a:xfrm>
          </p:grpSpPr>
          <p:grpSp>
            <p:nvGrpSpPr>
              <p:cNvPr id="5" name="Group 4"/>
              <p:cNvGrpSpPr/>
              <p:nvPr/>
            </p:nvGrpSpPr>
            <p:grpSpPr>
              <a:xfrm>
                <a:off x="182" y="1957"/>
                <a:ext cx="18515" cy="8041"/>
                <a:chOff x="-206" y="4150"/>
                <a:chExt cx="19169" cy="5845"/>
              </a:xfrm>
            </p:grpSpPr>
            <p:sp>
              <p:nvSpPr>
                <p:cNvPr id="31752" name="任意多边形 7"/>
                <p:cNvSpPr/>
                <p:nvPr/>
              </p:nvSpPr>
              <p:spPr>
                <a:xfrm rot="2618723">
                  <a:off x="5648" y="4930"/>
                  <a:ext cx="2405" cy="675"/>
                </a:xfrm>
                <a:custGeom>
                  <a:avLst/>
                  <a:gdLst/>
                  <a:ahLst/>
                  <a:cxnLst>
                    <a:cxn ang="0">
                      <a:pos x="46415" y="43226"/>
                    </a:cxn>
                    <a:cxn ang="0">
                      <a:pos x="81131" y="13979"/>
                    </a:cxn>
                    <a:cxn ang="0">
                      <a:pos x="105737" y="0"/>
                    </a:cxn>
                    <a:cxn ang="0">
                      <a:pos x="103513" y="3407"/>
                    </a:cxn>
                    <a:cxn ang="0">
                      <a:pos x="95879" y="35709"/>
                    </a:cxn>
                    <a:cxn ang="0">
                      <a:pos x="1344686" y="397618"/>
                    </a:cxn>
                    <a:cxn ang="0">
                      <a:pos x="1598817" y="399974"/>
                    </a:cxn>
                    <a:cxn ang="0">
                      <a:pos x="1620800" y="399017"/>
                    </a:cxn>
                    <a:cxn ang="0">
                      <a:pos x="1609623" y="401861"/>
                    </a:cxn>
                    <a:cxn ang="0">
                      <a:pos x="1032399" y="456228"/>
                    </a:cxn>
                    <a:cxn ang="0">
                      <a:pos x="0" y="137890"/>
                    </a:cxn>
                    <a:cxn ang="0">
                      <a:pos x="46415" y="43226"/>
                    </a:cxn>
                  </a:cxnLst>
                  <a:rect l="0" t="0" r="0" b="0"/>
                  <a:pathLst>
                    <a:path w="1620800" h="456228">
                      <a:moveTo>
                        <a:pt x="46415" y="43226"/>
                      </a:moveTo>
                      <a:cubicBezTo>
                        <a:pt x="56470" y="33258"/>
                        <a:pt x="68070" y="23500"/>
                        <a:pt x="81131" y="13979"/>
                      </a:cubicBezTo>
                      <a:lnTo>
                        <a:pt x="105737" y="0"/>
                      </a:lnTo>
                      <a:lnTo>
                        <a:pt x="103513" y="3407"/>
                      </a:lnTo>
                      <a:cubicBezTo>
                        <a:pt x="98841" y="13952"/>
                        <a:pt x="96260" y="24728"/>
                        <a:pt x="95879" y="35709"/>
                      </a:cubicBezTo>
                      <a:cubicBezTo>
                        <a:pt x="89775" y="211416"/>
                        <a:pt x="648885" y="373449"/>
                        <a:pt x="1344686" y="397618"/>
                      </a:cubicBezTo>
                      <a:cubicBezTo>
                        <a:pt x="1431662" y="400639"/>
                        <a:pt x="1516656" y="401363"/>
                        <a:pt x="1598817" y="399974"/>
                      </a:cubicBezTo>
                      <a:lnTo>
                        <a:pt x="1620800" y="399017"/>
                      </a:lnTo>
                      <a:lnTo>
                        <a:pt x="1609623" y="401861"/>
                      </a:lnTo>
                      <a:cubicBezTo>
                        <a:pt x="1444851" y="436185"/>
                        <a:pt x="1246216" y="456228"/>
                        <a:pt x="1032399" y="456228"/>
                      </a:cubicBezTo>
                      <a:cubicBezTo>
                        <a:pt x="462221" y="456228"/>
                        <a:pt x="0" y="313703"/>
                        <a:pt x="0" y="137890"/>
                      </a:cubicBezTo>
                      <a:cubicBezTo>
                        <a:pt x="0" y="104925"/>
                        <a:pt x="16250" y="73131"/>
                        <a:pt x="46415" y="43226"/>
                      </a:cubicBezTo>
                      <a:close/>
                    </a:path>
                  </a:pathLst>
                </a:custGeom>
                <a:solidFill>
                  <a:srgbClr val="7F7F7F"/>
                </a:solidFill>
                <a:ln w="12700">
                  <a:noFill/>
                </a:ln>
              </p:spPr>
              <p:txBody>
                <a:bodyPr/>
                <a:lstStyle/>
                <a:p>
                  <a:endParaRPr lang="en-US" sz="40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753" name="任意多边形 8"/>
                <p:cNvSpPr/>
                <p:nvPr/>
              </p:nvSpPr>
              <p:spPr>
                <a:xfrm rot="1996494">
                  <a:off x="5915" y="4150"/>
                  <a:ext cx="3585" cy="1813"/>
                </a:xfrm>
                <a:custGeom>
                  <a:avLst/>
                  <a:gdLst/>
                  <a:ahLst/>
                  <a:cxnLst>
                    <a:cxn ang="0">
                      <a:pos x="226838" y="425615"/>
                    </a:cxn>
                    <a:cxn ang="0">
                      <a:pos x="589137" y="287036"/>
                    </a:cxn>
                    <a:cxn ang="0">
                      <a:pos x="620247" y="281593"/>
                    </a:cxn>
                    <a:cxn ang="0">
                      <a:pos x="619074" y="279807"/>
                    </a:cxn>
                    <a:cxn ang="0">
                      <a:pos x="682136" y="270763"/>
                    </a:cxn>
                    <a:cxn ang="0">
                      <a:pos x="697749" y="268031"/>
                    </a:cxn>
                    <a:cxn ang="0">
                      <a:pos x="710010" y="266766"/>
                    </a:cxn>
                    <a:cxn ang="0">
                      <a:pos x="785953" y="255876"/>
                    </a:cxn>
                    <a:cxn ang="0">
                      <a:pos x="1174708" y="234229"/>
                    </a:cxn>
                    <a:cxn ang="0">
                      <a:pos x="1780198" y="288262"/>
                    </a:cxn>
                    <a:cxn ang="0">
                      <a:pos x="1808383" y="294264"/>
                    </a:cxn>
                    <a:cxn ang="0">
                      <a:pos x="1837601" y="0"/>
                    </a:cxn>
                    <a:cxn ang="0">
                      <a:pos x="2417304" y="674379"/>
                    </a:cxn>
                    <a:cxn ang="0">
                      <a:pos x="1716308" y="1221597"/>
                    </a:cxn>
                    <a:cxn ang="0">
                      <a:pos x="1740805" y="974878"/>
                    </a:cxn>
                    <a:cxn ang="0">
                      <a:pos x="1694373" y="959080"/>
                    </a:cxn>
                    <a:cxn ang="0">
                      <a:pos x="1542586" y="915828"/>
                    </a:cxn>
                    <a:cxn ang="0">
                      <a:pos x="1466088" y="894927"/>
                    </a:cxn>
                    <a:cxn ang="0">
                      <a:pos x="1216256" y="840560"/>
                    </a:cxn>
                    <a:cxn ang="0">
                      <a:pos x="997814" y="805961"/>
                    </a:cxn>
                    <a:cxn ang="0">
                      <a:pos x="931487" y="798147"/>
                    </a:cxn>
                    <a:cxn ang="0">
                      <a:pos x="830878" y="787922"/>
                    </a:cxn>
                    <a:cxn ang="0">
                      <a:pos x="798833" y="784368"/>
                    </a:cxn>
                    <a:cxn ang="0">
                      <a:pos x="719245" y="778811"/>
                    </a:cxn>
                    <a:cxn ang="0">
                      <a:pos x="657401" y="776334"/>
                    </a:cxn>
                    <a:cxn ang="0">
                      <a:pos x="611945" y="774059"/>
                    </a:cxn>
                    <a:cxn ang="0">
                      <a:pos x="531594" y="772718"/>
                    </a:cxn>
                    <a:cxn ang="0">
                      <a:pos x="465831" y="774882"/>
                    </a:cxn>
                    <a:cxn ang="0">
                      <a:pos x="428462" y="775706"/>
                    </a:cxn>
                    <a:cxn ang="0">
                      <a:pos x="360204" y="778847"/>
                    </a:cxn>
                    <a:cxn ang="0">
                      <a:pos x="56177" y="852177"/>
                    </a:cxn>
                    <a:cxn ang="0">
                      <a:pos x="27345" y="872776"/>
                    </a:cxn>
                    <a:cxn ang="0">
                      <a:pos x="18899" y="855061"/>
                    </a:cxn>
                    <a:cxn ang="0">
                      <a:pos x="0" y="753948"/>
                    </a:cxn>
                    <a:cxn ang="0">
                      <a:pos x="158868" y="473436"/>
                    </a:cxn>
                    <a:cxn ang="0">
                      <a:pos x="226838" y="425615"/>
                    </a:cxn>
                  </a:cxnLst>
                  <a:rect l="0" t="0" r="0" b="0"/>
                  <a:pathLst>
                    <a:path w="2417304" h="1221597">
                      <a:moveTo>
                        <a:pt x="226838" y="425615"/>
                      </a:moveTo>
                      <a:cubicBezTo>
                        <a:pt x="324305" y="364929"/>
                        <a:pt x="448318" y="316985"/>
                        <a:pt x="589137" y="287036"/>
                      </a:cubicBezTo>
                      <a:lnTo>
                        <a:pt x="620247" y="281593"/>
                      </a:lnTo>
                      <a:lnTo>
                        <a:pt x="619074" y="279807"/>
                      </a:lnTo>
                      <a:lnTo>
                        <a:pt x="682136" y="270763"/>
                      </a:lnTo>
                      <a:lnTo>
                        <a:pt x="697749" y="268031"/>
                      </a:lnTo>
                      <a:lnTo>
                        <a:pt x="710010" y="266766"/>
                      </a:lnTo>
                      <a:lnTo>
                        <a:pt x="785953" y="255876"/>
                      </a:lnTo>
                      <a:cubicBezTo>
                        <a:pt x="910209" y="241745"/>
                        <a:pt x="1040474" y="234229"/>
                        <a:pt x="1174708" y="234229"/>
                      </a:cubicBezTo>
                      <a:cubicBezTo>
                        <a:pt x="1389485" y="234229"/>
                        <a:pt x="1594095" y="253469"/>
                        <a:pt x="1780198" y="288262"/>
                      </a:cubicBezTo>
                      <a:lnTo>
                        <a:pt x="1808383" y="294264"/>
                      </a:lnTo>
                      <a:lnTo>
                        <a:pt x="1837601" y="0"/>
                      </a:lnTo>
                      <a:lnTo>
                        <a:pt x="2417304" y="674379"/>
                      </a:lnTo>
                      <a:lnTo>
                        <a:pt x="1716308" y="1221597"/>
                      </a:lnTo>
                      <a:lnTo>
                        <a:pt x="1740805" y="974878"/>
                      </a:lnTo>
                      <a:lnTo>
                        <a:pt x="1694373" y="959080"/>
                      </a:lnTo>
                      <a:lnTo>
                        <a:pt x="1542586" y="915828"/>
                      </a:lnTo>
                      <a:lnTo>
                        <a:pt x="1466088" y="894927"/>
                      </a:lnTo>
                      <a:lnTo>
                        <a:pt x="1216256" y="840560"/>
                      </a:lnTo>
                      <a:lnTo>
                        <a:pt x="997814" y="805961"/>
                      </a:lnTo>
                      <a:lnTo>
                        <a:pt x="931487" y="798147"/>
                      </a:lnTo>
                      <a:lnTo>
                        <a:pt x="830878" y="787922"/>
                      </a:lnTo>
                      <a:lnTo>
                        <a:pt x="798833" y="784368"/>
                      </a:lnTo>
                      <a:lnTo>
                        <a:pt x="719245" y="778811"/>
                      </a:lnTo>
                      <a:lnTo>
                        <a:pt x="657401" y="776334"/>
                      </a:lnTo>
                      <a:lnTo>
                        <a:pt x="611945" y="774059"/>
                      </a:lnTo>
                      <a:lnTo>
                        <a:pt x="531594" y="772718"/>
                      </a:lnTo>
                      <a:lnTo>
                        <a:pt x="465831" y="774882"/>
                      </a:lnTo>
                      <a:lnTo>
                        <a:pt x="428462" y="775706"/>
                      </a:lnTo>
                      <a:lnTo>
                        <a:pt x="360204" y="778847"/>
                      </a:lnTo>
                      <a:cubicBezTo>
                        <a:pt x="226028" y="790007"/>
                        <a:pt x="120706" y="814757"/>
                        <a:pt x="56177" y="852177"/>
                      </a:cubicBezTo>
                      <a:lnTo>
                        <a:pt x="27345" y="872776"/>
                      </a:lnTo>
                      <a:lnTo>
                        <a:pt x="18899" y="855061"/>
                      </a:lnTo>
                      <a:cubicBezTo>
                        <a:pt x="6508" y="822400"/>
                        <a:pt x="0" y="788584"/>
                        <a:pt x="0" y="753948"/>
                      </a:cubicBezTo>
                      <a:cubicBezTo>
                        <a:pt x="0" y="650040"/>
                        <a:pt x="58567" y="553510"/>
                        <a:pt x="158868" y="473436"/>
                      </a:cubicBezTo>
                      <a:cubicBezTo>
                        <a:pt x="179764" y="456754"/>
                        <a:pt x="202472" y="440786"/>
                        <a:pt x="226838" y="425615"/>
                      </a:cubicBezTo>
                      <a:close/>
                    </a:path>
                  </a:pathLst>
                </a:custGeom>
                <a:solidFill>
                  <a:srgbClr val="26A2AA"/>
                </a:solidFill>
                <a:ln w="12700">
                  <a:noFill/>
                </a:ln>
              </p:spPr>
              <p:txBody>
                <a:bodyPr/>
                <a:lstStyle/>
                <a:p>
                  <a:endParaRPr lang="en-US" sz="40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754" name="任意多边形 13"/>
                <p:cNvSpPr/>
                <p:nvPr/>
              </p:nvSpPr>
              <p:spPr>
                <a:xfrm rot="-2618723" flipH="1">
                  <a:off x="11093" y="4930"/>
                  <a:ext cx="2402" cy="675"/>
                </a:xfrm>
                <a:custGeom>
                  <a:avLst/>
                  <a:gdLst/>
                  <a:ahLst/>
                  <a:cxnLst>
                    <a:cxn ang="0">
                      <a:pos x="46415" y="43226"/>
                    </a:cxn>
                    <a:cxn ang="0">
                      <a:pos x="81131" y="13979"/>
                    </a:cxn>
                    <a:cxn ang="0">
                      <a:pos x="105737" y="0"/>
                    </a:cxn>
                    <a:cxn ang="0">
                      <a:pos x="103513" y="3407"/>
                    </a:cxn>
                    <a:cxn ang="0">
                      <a:pos x="95879" y="35709"/>
                    </a:cxn>
                    <a:cxn ang="0">
                      <a:pos x="1344686" y="397618"/>
                    </a:cxn>
                    <a:cxn ang="0">
                      <a:pos x="1598817" y="399974"/>
                    </a:cxn>
                    <a:cxn ang="0">
                      <a:pos x="1620800" y="399017"/>
                    </a:cxn>
                    <a:cxn ang="0">
                      <a:pos x="1609623" y="401861"/>
                    </a:cxn>
                    <a:cxn ang="0">
                      <a:pos x="1032399" y="456228"/>
                    </a:cxn>
                    <a:cxn ang="0">
                      <a:pos x="0" y="137890"/>
                    </a:cxn>
                    <a:cxn ang="0">
                      <a:pos x="46415" y="43226"/>
                    </a:cxn>
                  </a:cxnLst>
                  <a:rect l="0" t="0" r="0" b="0"/>
                  <a:pathLst>
                    <a:path w="1620800" h="456228">
                      <a:moveTo>
                        <a:pt x="46415" y="43226"/>
                      </a:moveTo>
                      <a:cubicBezTo>
                        <a:pt x="56470" y="33258"/>
                        <a:pt x="68070" y="23500"/>
                        <a:pt x="81131" y="13979"/>
                      </a:cubicBezTo>
                      <a:lnTo>
                        <a:pt x="105737" y="0"/>
                      </a:lnTo>
                      <a:lnTo>
                        <a:pt x="103513" y="3407"/>
                      </a:lnTo>
                      <a:cubicBezTo>
                        <a:pt x="98841" y="13952"/>
                        <a:pt x="96260" y="24728"/>
                        <a:pt x="95879" y="35709"/>
                      </a:cubicBezTo>
                      <a:cubicBezTo>
                        <a:pt x="89775" y="211416"/>
                        <a:pt x="648885" y="373449"/>
                        <a:pt x="1344686" y="397618"/>
                      </a:cubicBezTo>
                      <a:cubicBezTo>
                        <a:pt x="1431662" y="400639"/>
                        <a:pt x="1516656" y="401363"/>
                        <a:pt x="1598817" y="399974"/>
                      </a:cubicBezTo>
                      <a:lnTo>
                        <a:pt x="1620800" y="399017"/>
                      </a:lnTo>
                      <a:lnTo>
                        <a:pt x="1609623" y="401861"/>
                      </a:lnTo>
                      <a:cubicBezTo>
                        <a:pt x="1444851" y="436185"/>
                        <a:pt x="1246216" y="456228"/>
                        <a:pt x="1032399" y="456228"/>
                      </a:cubicBezTo>
                      <a:cubicBezTo>
                        <a:pt x="462221" y="456228"/>
                        <a:pt x="0" y="313703"/>
                        <a:pt x="0" y="137890"/>
                      </a:cubicBezTo>
                      <a:cubicBezTo>
                        <a:pt x="0" y="104925"/>
                        <a:pt x="16250" y="73131"/>
                        <a:pt x="46415" y="43226"/>
                      </a:cubicBezTo>
                      <a:close/>
                    </a:path>
                  </a:pathLst>
                </a:custGeom>
                <a:solidFill>
                  <a:srgbClr val="7F7F7F"/>
                </a:solidFill>
                <a:ln w="12700">
                  <a:noFill/>
                </a:ln>
              </p:spPr>
              <p:txBody>
                <a:bodyPr/>
                <a:lstStyle/>
                <a:p>
                  <a:endParaRPr lang="en-US" sz="40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755" name="任意多边形 14"/>
                <p:cNvSpPr/>
                <p:nvPr/>
              </p:nvSpPr>
              <p:spPr>
                <a:xfrm rot="-1996494" flipH="1">
                  <a:off x="9643" y="4150"/>
                  <a:ext cx="3585" cy="1813"/>
                </a:xfrm>
                <a:custGeom>
                  <a:avLst/>
                  <a:gdLst/>
                  <a:ahLst/>
                  <a:cxnLst>
                    <a:cxn ang="0">
                      <a:pos x="226838" y="425615"/>
                    </a:cxn>
                    <a:cxn ang="0">
                      <a:pos x="589137" y="287036"/>
                    </a:cxn>
                    <a:cxn ang="0">
                      <a:pos x="620247" y="281593"/>
                    </a:cxn>
                    <a:cxn ang="0">
                      <a:pos x="619074" y="279807"/>
                    </a:cxn>
                    <a:cxn ang="0">
                      <a:pos x="682136" y="270763"/>
                    </a:cxn>
                    <a:cxn ang="0">
                      <a:pos x="697749" y="268031"/>
                    </a:cxn>
                    <a:cxn ang="0">
                      <a:pos x="710010" y="266766"/>
                    </a:cxn>
                    <a:cxn ang="0">
                      <a:pos x="785953" y="255876"/>
                    </a:cxn>
                    <a:cxn ang="0">
                      <a:pos x="1174708" y="234229"/>
                    </a:cxn>
                    <a:cxn ang="0">
                      <a:pos x="1780198" y="288262"/>
                    </a:cxn>
                    <a:cxn ang="0">
                      <a:pos x="1808383" y="294264"/>
                    </a:cxn>
                    <a:cxn ang="0">
                      <a:pos x="1837601" y="0"/>
                    </a:cxn>
                    <a:cxn ang="0">
                      <a:pos x="2417304" y="674379"/>
                    </a:cxn>
                    <a:cxn ang="0">
                      <a:pos x="1716308" y="1221597"/>
                    </a:cxn>
                    <a:cxn ang="0">
                      <a:pos x="1740805" y="974878"/>
                    </a:cxn>
                    <a:cxn ang="0">
                      <a:pos x="1694373" y="959080"/>
                    </a:cxn>
                    <a:cxn ang="0">
                      <a:pos x="1542586" y="915828"/>
                    </a:cxn>
                    <a:cxn ang="0">
                      <a:pos x="1466088" y="894927"/>
                    </a:cxn>
                    <a:cxn ang="0">
                      <a:pos x="1216256" y="840560"/>
                    </a:cxn>
                    <a:cxn ang="0">
                      <a:pos x="997814" y="805961"/>
                    </a:cxn>
                    <a:cxn ang="0">
                      <a:pos x="931487" y="798147"/>
                    </a:cxn>
                    <a:cxn ang="0">
                      <a:pos x="830878" y="787922"/>
                    </a:cxn>
                    <a:cxn ang="0">
                      <a:pos x="798833" y="784368"/>
                    </a:cxn>
                    <a:cxn ang="0">
                      <a:pos x="719245" y="778811"/>
                    </a:cxn>
                    <a:cxn ang="0">
                      <a:pos x="657401" y="776334"/>
                    </a:cxn>
                    <a:cxn ang="0">
                      <a:pos x="611945" y="774059"/>
                    </a:cxn>
                    <a:cxn ang="0">
                      <a:pos x="531594" y="772718"/>
                    </a:cxn>
                    <a:cxn ang="0">
                      <a:pos x="465831" y="774882"/>
                    </a:cxn>
                    <a:cxn ang="0">
                      <a:pos x="428462" y="775706"/>
                    </a:cxn>
                    <a:cxn ang="0">
                      <a:pos x="360204" y="778847"/>
                    </a:cxn>
                    <a:cxn ang="0">
                      <a:pos x="56177" y="852177"/>
                    </a:cxn>
                    <a:cxn ang="0">
                      <a:pos x="27345" y="872776"/>
                    </a:cxn>
                    <a:cxn ang="0">
                      <a:pos x="18899" y="855061"/>
                    </a:cxn>
                    <a:cxn ang="0">
                      <a:pos x="0" y="753948"/>
                    </a:cxn>
                    <a:cxn ang="0">
                      <a:pos x="158868" y="473436"/>
                    </a:cxn>
                    <a:cxn ang="0">
                      <a:pos x="226838" y="425615"/>
                    </a:cxn>
                  </a:cxnLst>
                  <a:rect l="0" t="0" r="0" b="0"/>
                  <a:pathLst>
                    <a:path w="2417304" h="1221597">
                      <a:moveTo>
                        <a:pt x="226838" y="425615"/>
                      </a:moveTo>
                      <a:cubicBezTo>
                        <a:pt x="324305" y="364929"/>
                        <a:pt x="448318" y="316985"/>
                        <a:pt x="589137" y="287036"/>
                      </a:cubicBezTo>
                      <a:lnTo>
                        <a:pt x="620247" y="281593"/>
                      </a:lnTo>
                      <a:lnTo>
                        <a:pt x="619074" y="279807"/>
                      </a:lnTo>
                      <a:lnTo>
                        <a:pt x="682136" y="270763"/>
                      </a:lnTo>
                      <a:lnTo>
                        <a:pt x="697749" y="268031"/>
                      </a:lnTo>
                      <a:lnTo>
                        <a:pt x="710010" y="266766"/>
                      </a:lnTo>
                      <a:lnTo>
                        <a:pt x="785953" y="255876"/>
                      </a:lnTo>
                      <a:cubicBezTo>
                        <a:pt x="910209" y="241745"/>
                        <a:pt x="1040474" y="234229"/>
                        <a:pt x="1174708" y="234229"/>
                      </a:cubicBezTo>
                      <a:cubicBezTo>
                        <a:pt x="1389485" y="234229"/>
                        <a:pt x="1594095" y="253469"/>
                        <a:pt x="1780198" y="288262"/>
                      </a:cubicBezTo>
                      <a:lnTo>
                        <a:pt x="1808383" y="294264"/>
                      </a:lnTo>
                      <a:lnTo>
                        <a:pt x="1837601" y="0"/>
                      </a:lnTo>
                      <a:lnTo>
                        <a:pt x="2417304" y="674379"/>
                      </a:lnTo>
                      <a:lnTo>
                        <a:pt x="1716308" y="1221597"/>
                      </a:lnTo>
                      <a:lnTo>
                        <a:pt x="1740805" y="974878"/>
                      </a:lnTo>
                      <a:lnTo>
                        <a:pt x="1694373" y="959080"/>
                      </a:lnTo>
                      <a:lnTo>
                        <a:pt x="1542586" y="915828"/>
                      </a:lnTo>
                      <a:lnTo>
                        <a:pt x="1466088" y="894927"/>
                      </a:lnTo>
                      <a:lnTo>
                        <a:pt x="1216256" y="840560"/>
                      </a:lnTo>
                      <a:lnTo>
                        <a:pt x="997814" y="805961"/>
                      </a:lnTo>
                      <a:lnTo>
                        <a:pt x="931487" y="798147"/>
                      </a:lnTo>
                      <a:lnTo>
                        <a:pt x="830878" y="787922"/>
                      </a:lnTo>
                      <a:lnTo>
                        <a:pt x="798833" y="784368"/>
                      </a:lnTo>
                      <a:lnTo>
                        <a:pt x="719245" y="778811"/>
                      </a:lnTo>
                      <a:lnTo>
                        <a:pt x="657401" y="776334"/>
                      </a:lnTo>
                      <a:lnTo>
                        <a:pt x="611945" y="774059"/>
                      </a:lnTo>
                      <a:lnTo>
                        <a:pt x="531594" y="772718"/>
                      </a:lnTo>
                      <a:lnTo>
                        <a:pt x="465831" y="774882"/>
                      </a:lnTo>
                      <a:lnTo>
                        <a:pt x="428462" y="775706"/>
                      </a:lnTo>
                      <a:lnTo>
                        <a:pt x="360204" y="778847"/>
                      </a:lnTo>
                      <a:cubicBezTo>
                        <a:pt x="226028" y="790007"/>
                        <a:pt x="120706" y="814757"/>
                        <a:pt x="56177" y="852177"/>
                      </a:cubicBezTo>
                      <a:lnTo>
                        <a:pt x="27345" y="872776"/>
                      </a:lnTo>
                      <a:lnTo>
                        <a:pt x="18899" y="855061"/>
                      </a:lnTo>
                      <a:cubicBezTo>
                        <a:pt x="6508" y="822400"/>
                        <a:pt x="0" y="788584"/>
                        <a:pt x="0" y="753948"/>
                      </a:cubicBezTo>
                      <a:cubicBezTo>
                        <a:pt x="0" y="650040"/>
                        <a:pt x="58567" y="553510"/>
                        <a:pt x="158868" y="473436"/>
                      </a:cubicBezTo>
                      <a:cubicBezTo>
                        <a:pt x="179764" y="456754"/>
                        <a:pt x="202472" y="440786"/>
                        <a:pt x="226838" y="425615"/>
                      </a:cubicBezTo>
                      <a:close/>
                    </a:path>
                  </a:pathLst>
                </a:custGeom>
                <a:solidFill>
                  <a:srgbClr val="DF6A0B"/>
                </a:solidFill>
                <a:ln w="12700">
                  <a:noFill/>
                </a:ln>
              </p:spPr>
              <p:txBody>
                <a:bodyPr/>
                <a:lstStyle/>
                <a:p>
                  <a:endParaRPr lang="en-US" sz="40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756" name="任意多边形 15"/>
                <p:cNvSpPr/>
                <p:nvPr/>
              </p:nvSpPr>
              <p:spPr>
                <a:xfrm rot="2618723" flipH="1" flipV="1">
                  <a:off x="11150" y="7575"/>
                  <a:ext cx="2405" cy="678"/>
                </a:xfrm>
                <a:custGeom>
                  <a:avLst/>
                  <a:gdLst/>
                  <a:ahLst/>
                  <a:cxnLst>
                    <a:cxn ang="0">
                      <a:pos x="46415" y="43226"/>
                    </a:cxn>
                    <a:cxn ang="0">
                      <a:pos x="81131" y="13979"/>
                    </a:cxn>
                    <a:cxn ang="0">
                      <a:pos x="105737" y="0"/>
                    </a:cxn>
                    <a:cxn ang="0">
                      <a:pos x="103513" y="3407"/>
                    </a:cxn>
                    <a:cxn ang="0">
                      <a:pos x="95879" y="35709"/>
                    </a:cxn>
                    <a:cxn ang="0">
                      <a:pos x="1344686" y="397618"/>
                    </a:cxn>
                    <a:cxn ang="0">
                      <a:pos x="1598817" y="399974"/>
                    </a:cxn>
                    <a:cxn ang="0">
                      <a:pos x="1620800" y="399017"/>
                    </a:cxn>
                    <a:cxn ang="0">
                      <a:pos x="1609623" y="401861"/>
                    </a:cxn>
                    <a:cxn ang="0">
                      <a:pos x="1032399" y="456228"/>
                    </a:cxn>
                    <a:cxn ang="0">
                      <a:pos x="0" y="137890"/>
                    </a:cxn>
                    <a:cxn ang="0">
                      <a:pos x="46415" y="43226"/>
                    </a:cxn>
                  </a:cxnLst>
                  <a:rect l="0" t="0" r="0" b="0"/>
                  <a:pathLst>
                    <a:path w="1620800" h="456228">
                      <a:moveTo>
                        <a:pt x="46415" y="43226"/>
                      </a:moveTo>
                      <a:cubicBezTo>
                        <a:pt x="56470" y="33258"/>
                        <a:pt x="68070" y="23500"/>
                        <a:pt x="81131" y="13979"/>
                      </a:cubicBezTo>
                      <a:lnTo>
                        <a:pt x="105737" y="0"/>
                      </a:lnTo>
                      <a:lnTo>
                        <a:pt x="103513" y="3407"/>
                      </a:lnTo>
                      <a:cubicBezTo>
                        <a:pt x="98841" y="13952"/>
                        <a:pt x="96260" y="24728"/>
                        <a:pt x="95879" y="35709"/>
                      </a:cubicBezTo>
                      <a:cubicBezTo>
                        <a:pt x="89775" y="211416"/>
                        <a:pt x="648885" y="373449"/>
                        <a:pt x="1344686" y="397618"/>
                      </a:cubicBezTo>
                      <a:cubicBezTo>
                        <a:pt x="1431662" y="400639"/>
                        <a:pt x="1516656" y="401363"/>
                        <a:pt x="1598817" y="399974"/>
                      </a:cubicBezTo>
                      <a:lnTo>
                        <a:pt x="1620800" y="399017"/>
                      </a:lnTo>
                      <a:lnTo>
                        <a:pt x="1609623" y="401861"/>
                      </a:lnTo>
                      <a:cubicBezTo>
                        <a:pt x="1444851" y="436185"/>
                        <a:pt x="1246216" y="456228"/>
                        <a:pt x="1032399" y="456228"/>
                      </a:cubicBezTo>
                      <a:cubicBezTo>
                        <a:pt x="462221" y="456228"/>
                        <a:pt x="0" y="313703"/>
                        <a:pt x="0" y="137890"/>
                      </a:cubicBezTo>
                      <a:cubicBezTo>
                        <a:pt x="0" y="104925"/>
                        <a:pt x="16250" y="73131"/>
                        <a:pt x="46415" y="43226"/>
                      </a:cubicBezTo>
                      <a:close/>
                    </a:path>
                  </a:pathLst>
                </a:custGeom>
                <a:solidFill>
                  <a:srgbClr val="7F7F7F"/>
                </a:solidFill>
                <a:ln w="12700">
                  <a:noFill/>
                </a:ln>
              </p:spPr>
              <p:txBody>
                <a:bodyPr/>
                <a:lstStyle/>
                <a:p>
                  <a:endParaRPr lang="en-US" sz="40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757" name="任意多边形 16"/>
                <p:cNvSpPr/>
                <p:nvPr/>
              </p:nvSpPr>
              <p:spPr>
                <a:xfrm rot="1996494" flipH="1" flipV="1">
                  <a:off x="9703" y="7220"/>
                  <a:ext cx="3585" cy="1810"/>
                </a:xfrm>
                <a:custGeom>
                  <a:avLst/>
                  <a:gdLst/>
                  <a:ahLst/>
                  <a:cxnLst>
                    <a:cxn ang="0">
                      <a:pos x="226838" y="425615"/>
                    </a:cxn>
                    <a:cxn ang="0">
                      <a:pos x="589137" y="287036"/>
                    </a:cxn>
                    <a:cxn ang="0">
                      <a:pos x="620247" y="281593"/>
                    </a:cxn>
                    <a:cxn ang="0">
                      <a:pos x="619074" y="279807"/>
                    </a:cxn>
                    <a:cxn ang="0">
                      <a:pos x="682136" y="270763"/>
                    </a:cxn>
                    <a:cxn ang="0">
                      <a:pos x="697749" y="268031"/>
                    </a:cxn>
                    <a:cxn ang="0">
                      <a:pos x="710010" y="266766"/>
                    </a:cxn>
                    <a:cxn ang="0">
                      <a:pos x="785953" y="255876"/>
                    </a:cxn>
                    <a:cxn ang="0">
                      <a:pos x="1174708" y="234229"/>
                    </a:cxn>
                    <a:cxn ang="0">
                      <a:pos x="1780198" y="288262"/>
                    </a:cxn>
                    <a:cxn ang="0">
                      <a:pos x="1808383" y="294264"/>
                    </a:cxn>
                    <a:cxn ang="0">
                      <a:pos x="1837601" y="0"/>
                    </a:cxn>
                    <a:cxn ang="0">
                      <a:pos x="2417304" y="674379"/>
                    </a:cxn>
                    <a:cxn ang="0">
                      <a:pos x="1716308" y="1221597"/>
                    </a:cxn>
                    <a:cxn ang="0">
                      <a:pos x="1740805" y="974878"/>
                    </a:cxn>
                    <a:cxn ang="0">
                      <a:pos x="1694373" y="959080"/>
                    </a:cxn>
                    <a:cxn ang="0">
                      <a:pos x="1542586" y="915828"/>
                    </a:cxn>
                    <a:cxn ang="0">
                      <a:pos x="1466088" y="894927"/>
                    </a:cxn>
                    <a:cxn ang="0">
                      <a:pos x="1216256" y="840560"/>
                    </a:cxn>
                    <a:cxn ang="0">
                      <a:pos x="997814" y="805961"/>
                    </a:cxn>
                    <a:cxn ang="0">
                      <a:pos x="931487" y="798147"/>
                    </a:cxn>
                    <a:cxn ang="0">
                      <a:pos x="830878" y="787922"/>
                    </a:cxn>
                    <a:cxn ang="0">
                      <a:pos x="798833" y="784368"/>
                    </a:cxn>
                    <a:cxn ang="0">
                      <a:pos x="719245" y="778811"/>
                    </a:cxn>
                    <a:cxn ang="0">
                      <a:pos x="657401" y="776334"/>
                    </a:cxn>
                    <a:cxn ang="0">
                      <a:pos x="611945" y="774059"/>
                    </a:cxn>
                    <a:cxn ang="0">
                      <a:pos x="531594" y="772718"/>
                    </a:cxn>
                    <a:cxn ang="0">
                      <a:pos x="465831" y="774882"/>
                    </a:cxn>
                    <a:cxn ang="0">
                      <a:pos x="428462" y="775706"/>
                    </a:cxn>
                    <a:cxn ang="0">
                      <a:pos x="360204" y="778847"/>
                    </a:cxn>
                    <a:cxn ang="0">
                      <a:pos x="56177" y="852177"/>
                    </a:cxn>
                    <a:cxn ang="0">
                      <a:pos x="27345" y="872776"/>
                    </a:cxn>
                    <a:cxn ang="0">
                      <a:pos x="18899" y="855061"/>
                    </a:cxn>
                    <a:cxn ang="0">
                      <a:pos x="0" y="753948"/>
                    </a:cxn>
                    <a:cxn ang="0">
                      <a:pos x="158868" y="473436"/>
                    </a:cxn>
                    <a:cxn ang="0">
                      <a:pos x="226838" y="425615"/>
                    </a:cxn>
                  </a:cxnLst>
                  <a:rect l="0" t="0" r="0" b="0"/>
                  <a:pathLst>
                    <a:path w="2417304" h="1221597">
                      <a:moveTo>
                        <a:pt x="226838" y="425615"/>
                      </a:moveTo>
                      <a:cubicBezTo>
                        <a:pt x="324305" y="364929"/>
                        <a:pt x="448318" y="316985"/>
                        <a:pt x="589137" y="287036"/>
                      </a:cubicBezTo>
                      <a:lnTo>
                        <a:pt x="620247" y="281593"/>
                      </a:lnTo>
                      <a:lnTo>
                        <a:pt x="619074" y="279807"/>
                      </a:lnTo>
                      <a:lnTo>
                        <a:pt x="682136" y="270763"/>
                      </a:lnTo>
                      <a:lnTo>
                        <a:pt x="697749" y="268031"/>
                      </a:lnTo>
                      <a:lnTo>
                        <a:pt x="710010" y="266766"/>
                      </a:lnTo>
                      <a:lnTo>
                        <a:pt x="785953" y="255876"/>
                      </a:lnTo>
                      <a:cubicBezTo>
                        <a:pt x="910209" y="241745"/>
                        <a:pt x="1040474" y="234229"/>
                        <a:pt x="1174708" y="234229"/>
                      </a:cubicBezTo>
                      <a:cubicBezTo>
                        <a:pt x="1389485" y="234229"/>
                        <a:pt x="1594095" y="253469"/>
                        <a:pt x="1780198" y="288262"/>
                      </a:cubicBezTo>
                      <a:lnTo>
                        <a:pt x="1808383" y="294264"/>
                      </a:lnTo>
                      <a:lnTo>
                        <a:pt x="1837601" y="0"/>
                      </a:lnTo>
                      <a:lnTo>
                        <a:pt x="2417304" y="674379"/>
                      </a:lnTo>
                      <a:lnTo>
                        <a:pt x="1716308" y="1221597"/>
                      </a:lnTo>
                      <a:lnTo>
                        <a:pt x="1740805" y="974878"/>
                      </a:lnTo>
                      <a:lnTo>
                        <a:pt x="1694373" y="959080"/>
                      </a:lnTo>
                      <a:lnTo>
                        <a:pt x="1542586" y="915828"/>
                      </a:lnTo>
                      <a:lnTo>
                        <a:pt x="1466088" y="894927"/>
                      </a:lnTo>
                      <a:lnTo>
                        <a:pt x="1216256" y="840560"/>
                      </a:lnTo>
                      <a:lnTo>
                        <a:pt x="997814" y="805961"/>
                      </a:lnTo>
                      <a:lnTo>
                        <a:pt x="931487" y="798147"/>
                      </a:lnTo>
                      <a:lnTo>
                        <a:pt x="830878" y="787922"/>
                      </a:lnTo>
                      <a:lnTo>
                        <a:pt x="798833" y="784368"/>
                      </a:lnTo>
                      <a:lnTo>
                        <a:pt x="719245" y="778811"/>
                      </a:lnTo>
                      <a:lnTo>
                        <a:pt x="657401" y="776334"/>
                      </a:lnTo>
                      <a:lnTo>
                        <a:pt x="611945" y="774059"/>
                      </a:lnTo>
                      <a:lnTo>
                        <a:pt x="531594" y="772718"/>
                      </a:lnTo>
                      <a:lnTo>
                        <a:pt x="465831" y="774882"/>
                      </a:lnTo>
                      <a:lnTo>
                        <a:pt x="428462" y="775706"/>
                      </a:lnTo>
                      <a:lnTo>
                        <a:pt x="360204" y="778847"/>
                      </a:lnTo>
                      <a:cubicBezTo>
                        <a:pt x="226028" y="790007"/>
                        <a:pt x="120706" y="814757"/>
                        <a:pt x="56177" y="852177"/>
                      </a:cubicBezTo>
                      <a:lnTo>
                        <a:pt x="27345" y="872776"/>
                      </a:lnTo>
                      <a:lnTo>
                        <a:pt x="18899" y="855061"/>
                      </a:lnTo>
                      <a:cubicBezTo>
                        <a:pt x="6508" y="822400"/>
                        <a:pt x="0" y="788584"/>
                        <a:pt x="0" y="753948"/>
                      </a:cubicBezTo>
                      <a:cubicBezTo>
                        <a:pt x="0" y="650040"/>
                        <a:pt x="58567" y="553510"/>
                        <a:pt x="158868" y="473436"/>
                      </a:cubicBezTo>
                      <a:cubicBezTo>
                        <a:pt x="179764" y="456754"/>
                        <a:pt x="202472" y="440786"/>
                        <a:pt x="226838" y="425615"/>
                      </a:cubicBezTo>
                      <a:close/>
                    </a:path>
                  </a:pathLst>
                </a:custGeom>
                <a:solidFill>
                  <a:srgbClr val="FDC300"/>
                </a:solidFill>
                <a:ln w="12700">
                  <a:noFill/>
                </a:ln>
              </p:spPr>
              <p:txBody>
                <a:bodyPr/>
                <a:lstStyle/>
                <a:p>
                  <a:endParaRPr lang="en-US" sz="40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758" name="任意多边形 17"/>
                <p:cNvSpPr/>
                <p:nvPr/>
              </p:nvSpPr>
              <p:spPr>
                <a:xfrm rot="-2618723" flipV="1">
                  <a:off x="5645" y="7555"/>
                  <a:ext cx="2405" cy="678"/>
                </a:xfrm>
                <a:custGeom>
                  <a:avLst/>
                  <a:gdLst/>
                  <a:ahLst/>
                  <a:cxnLst>
                    <a:cxn ang="0">
                      <a:pos x="46415" y="43226"/>
                    </a:cxn>
                    <a:cxn ang="0">
                      <a:pos x="81131" y="13979"/>
                    </a:cxn>
                    <a:cxn ang="0">
                      <a:pos x="105737" y="0"/>
                    </a:cxn>
                    <a:cxn ang="0">
                      <a:pos x="103513" y="3407"/>
                    </a:cxn>
                    <a:cxn ang="0">
                      <a:pos x="95879" y="35709"/>
                    </a:cxn>
                    <a:cxn ang="0">
                      <a:pos x="1344686" y="397618"/>
                    </a:cxn>
                    <a:cxn ang="0">
                      <a:pos x="1598817" y="399974"/>
                    </a:cxn>
                    <a:cxn ang="0">
                      <a:pos x="1620800" y="399017"/>
                    </a:cxn>
                    <a:cxn ang="0">
                      <a:pos x="1609623" y="401861"/>
                    </a:cxn>
                    <a:cxn ang="0">
                      <a:pos x="1032399" y="456228"/>
                    </a:cxn>
                    <a:cxn ang="0">
                      <a:pos x="0" y="137890"/>
                    </a:cxn>
                    <a:cxn ang="0">
                      <a:pos x="46415" y="43226"/>
                    </a:cxn>
                  </a:cxnLst>
                  <a:rect l="0" t="0" r="0" b="0"/>
                  <a:pathLst>
                    <a:path w="1620800" h="456228">
                      <a:moveTo>
                        <a:pt x="46415" y="43226"/>
                      </a:moveTo>
                      <a:cubicBezTo>
                        <a:pt x="56470" y="33258"/>
                        <a:pt x="68070" y="23500"/>
                        <a:pt x="81131" y="13979"/>
                      </a:cubicBezTo>
                      <a:lnTo>
                        <a:pt x="105737" y="0"/>
                      </a:lnTo>
                      <a:lnTo>
                        <a:pt x="103513" y="3407"/>
                      </a:lnTo>
                      <a:cubicBezTo>
                        <a:pt x="98841" y="13952"/>
                        <a:pt x="96260" y="24728"/>
                        <a:pt x="95879" y="35709"/>
                      </a:cubicBezTo>
                      <a:cubicBezTo>
                        <a:pt x="89775" y="211416"/>
                        <a:pt x="648885" y="373449"/>
                        <a:pt x="1344686" y="397618"/>
                      </a:cubicBezTo>
                      <a:cubicBezTo>
                        <a:pt x="1431662" y="400639"/>
                        <a:pt x="1516656" y="401363"/>
                        <a:pt x="1598817" y="399974"/>
                      </a:cubicBezTo>
                      <a:lnTo>
                        <a:pt x="1620800" y="399017"/>
                      </a:lnTo>
                      <a:lnTo>
                        <a:pt x="1609623" y="401861"/>
                      </a:lnTo>
                      <a:cubicBezTo>
                        <a:pt x="1444851" y="436185"/>
                        <a:pt x="1246216" y="456228"/>
                        <a:pt x="1032399" y="456228"/>
                      </a:cubicBezTo>
                      <a:cubicBezTo>
                        <a:pt x="462221" y="456228"/>
                        <a:pt x="0" y="313703"/>
                        <a:pt x="0" y="137890"/>
                      </a:cubicBezTo>
                      <a:cubicBezTo>
                        <a:pt x="0" y="104925"/>
                        <a:pt x="16250" y="73131"/>
                        <a:pt x="46415" y="43226"/>
                      </a:cubicBezTo>
                      <a:close/>
                    </a:path>
                  </a:pathLst>
                </a:custGeom>
                <a:solidFill>
                  <a:srgbClr val="7F7F7F"/>
                </a:solidFill>
                <a:ln w="12700">
                  <a:noFill/>
                </a:ln>
              </p:spPr>
              <p:txBody>
                <a:bodyPr/>
                <a:lstStyle/>
                <a:p>
                  <a:endParaRPr lang="en-US" sz="40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759" name="任意多边形 18"/>
                <p:cNvSpPr/>
                <p:nvPr/>
              </p:nvSpPr>
              <p:spPr>
                <a:xfrm rot="-1996494" flipV="1">
                  <a:off x="5913" y="7200"/>
                  <a:ext cx="3585" cy="1813"/>
                </a:xfrm>
                <a:custGeom>
                  <a:avLst/>
                  <a:gdLst/>
                  <a:ahLst/>
                  <a:cxnLst>
                    <a:cxn ang="0">
                      <a:pos x="226838" y="425615"/>
                    </a:cxn>
                    <a:cxn ang="0">
                      <a:pos x="589137" y="287036"/>
                    </a:cxn>
                    <a:cxn ang="0">
                      <a:pos x="620247" y="281593"/>
                    </a:cxn>
                    <a:cxn ang="0">
                      <a:pos x="619074" y="279807"/>
                    </a:cxn>
                    <a:cxn ang="0">
                      <a:pos x="682136" y="270763"/>
                    </a:cxn>
                    <a:cxn ang="0">
                      <a:pos x="697749" y="268031"/>
                    </a:cxn>
                    <a:cxn ang="0">
                      <a:pos x="710010" y="266766"/>
                    </a:cxn>
                    <a:cxn ang="0">
                      <a:pos x="785953" y="255876"/>
                    </a:cxn>
                    <a:cxn ang="0">
                      <a:pos x="1174708" y="234229"/>
                    </a:cxn>
                    <a:cxn ang="0">
                      <a:pos x="1780198" y="288262"/>
                    </a:cxn>
                    <a:cxn ang="0">
                      <a:pos x="1808383" y="294264"/>
                    </a:cxn>
                    <a:cxn ang="0">
                      <a:pos x="1837601" y="0"/>
                    </a:cxn>
                    <a:cxn ang="0">
                      <a:pos x="2417304" y="674379"/>
                    </a:cxn>
                    <a:cxn ang="0">
                      <a:pos x="1716308" y="1221597"/>
                    </a:cxn>
                    <a:cxn ang="0">
                      <a:pos x="1740805" y="974878"/>
                    </a:cxn>
                    <a:cxn ang="0">
                      <a:pos x="1694373" y="959080"/>
                    </a:cxn>
                    <a:cxn ang="0">
                      <a:pos x="1542586" y="915828"/>
                    </a:cxn>
                    <a:cxn ang="0">
                      <a:pos x="1466088" y="894927"/>
                    </a:cxn>
                    <a:cxn ang="0">
                      <a:pos x="1216256" y="840560"/>
                    </a:cxn>
                    <a:cxn ang="0">
                      <a:pos x="997814" y="805961"/>
                    </a:cxn>
                    <a:cxn ang="0">
                      <a:pos x="931487" y="798147"/>
                    </a:cxn>
                    <a:cxn ang="0">
                      <a:pos x="830878" y="787922"/>
                    </a:cxn>
                    <a:cxn ang="0">
                      <a:pos x="798833" y="784368"/>
                    </a:cxn>
                    <a:cxn ang="0">
                      <a:pos x="719245" y="778811"/>
                    </a:cxn>
                    <a:cxn ang="0">
                      <a:pos x="657401" y="776334"/>
                    </a:cxn>
                    <a:cxn ang="0">
                      <a:pos x="611945" y="774059"/>
                    </a:cxn>
                    <a:cxn ang="0">
                      <a:pos x="531594" y="772718"/>
                    </a:cxn>
                    <a:cxn ang="0">
                      <a:pos x="465831" y="774882"/>
                    </a:cxn>
                    <a:cxn ang="0">
                      <a:pos x="428462" y="775706"/>
                    </a:cxn>
                    <a:cxn ang="0">
                      <a:pos x="360204" y="778847"/>
                    </a:cxn>
                    <a:cxn ang="0">
                      <a:pos x="56177" y="852177"/>
                    </a:cxn>
                    <a:cxn ang="0">
                      <a:pos x="27345" y="872776"/>
                    </a:cxn>
                    <a:cxn ang="0">
                      <a:pos x="18899" y="855061"/>
                    </a:cxn>
                    <a:cxn ang="0">
                      <a:pos x="0" y="753948"/>
                    </a:cxn>
                    <a:cxn ang="0">
                      <a:pos x="158868" y="473436"/>
                    </a:cxn>
                    <a:cxn ang="0">
                      <a:pos x="226838" y="425615"/>
                    </a:cxn>
                  </a:cxnLst>
                  <a:rect l="0" t="0" r="0" b="0"/>
                  <a:pathLst>
                    <a:path w="2417304" h="1221597">
                      <a:moveTo>
                        <a:pt x="226838" y="425615"/>
                      </a:moveTo>
                      <a:cubicBezTo>
                        <a:pt x="324305" y="364929"/>
                        <a:pt x="448318" y="316985"/>
                        <a:pt x="589137" y="287036"/>
                      </a:cubicBezTo>
                      <a:lnTo>
                        <a:pt x="620247" y="281593"/>
                      </a:lnTo>
                      <a:lnTo>
                        <a:pt x="619074" y="279807"/>
                      </a:lnTo>
                      <a:lnTo>
                        <a:pt x="682136" y="270763"/>
                      </a:lnTo>
                      <a:lnTo>
                        <a:pt x="697749" y="268031"/>
                      </a:lnTo>
                      <a:lnTo>
                        <a:pt x="710010" y="266766"/>
                      </a:lnTo>
                      <a:lnTo>
                        <a:pt x="785953" y="255876"/>
                      </a:lnTo>
                      <a:cubicBezTo>
                        <a:pt x="910209" y="241745"/>
                        <a:pt x="1040474" y="234229"/>
                        <a:pt x="1174708" y="234229"/>
                      </a:cubicBezTo>
                      <a:cubicBezTo>
                        <a:pt x="1389485" y="234229"/>
                        <a:pt x="1594095" y="253469"/>
                        <a:pt x="1780198" y="288262"/>
                      </a:cubicBezTo>
                      <a:lnTo>
                        <a:pt x="1808383" y="294264"/>
                      </a:lnTo>
                      <a:lnTo>
                        <a:pt x="1837601" y="0"/>
                      </a:lnTo>
                      <a:lnTo>
                        <a:pt x="2417304" y="674379"/>
                      </a:lnTo>
                      <a:lnTo>
                        <a:pt x="1716308" y="1221597"/>
                      </a:lnTo>
                      <a:lnTo>
                        <a:pt x="1740805" y="974878"/>
                      </a:lnTo>
                      <a:lnTo>
                        <a:pt x="1694373" y="959080"/>
                      </a:lnTo>
                      <a:lnTo>
                        <a:pt x="1542586" y="915828"/>
                      </a:lnTo>
                      <a:lnTo>
                        <a:pt x="1466088" y="894927"/>
                      </a:lnTo>
                      <a:lnTo>
                        <a:pt x="1216256" y="840560"/>
                      </a:lnTo>
                      <a:lnTo>
                        <a:pt x="997814" y="805961"/>
                      </a:lnTo>
                      <a:lnTo>
                        <a:pt x="931487" y="798147"/>
                      </a:lnTo>
                      <a:lnTo>
                        <a:pt x="830878" y="787922"/>
                      </a:lnTo>
                      <a:lnTo>
                        <a:pt x="798833" y="784368"/>
                      </a:lnTo>
                      <a:lnTo>
                        <a:pt x="719245" y="778811"/>
                      </a:lnTo>
                      <a:lnTo>
                        <a:pt x="657401" y="776334"/>
                      </a:lnTo>
                      <a:lnTo>
                        <a:pt x="611945" y="774059"/>
                      </a:lnTo>
                      <a:lnTo>
                        <a:pt x="531594" y="772718"/>
                      </a:lnTo>
                      <a:lnTo>
                        <a:pt x="465831" y="774882"/>
                      </a:lnTo>
                      <a:lnTo>
                        <a:pt x="428462" y="775706"/>
                      </a:lnTo>
                      <a:lnTo>
                        <a:pt x="360204" y="778847"/>
                      </a:lnTo>
                      <a:cubicBezTo>
                        <a:pt x="226028" y="790007"/>
                        <a:pt x="120706" y="814757"/>
                        <a:pt x="56177" y="852177"/>
                      </a:cubicBezTo>
                      <a:lnTo>
                        <a:pt x="27345" y="872776"/>
                      </a:lnTo>
                      <a:lnTo>
                        <a:pt x="18899" y="855061"/>
                      </a:lnTo>
                      <a:cubicBezTo>
                        <a:pt x="6508" y="822400"/>
                        <a:pt x="0" y="788584"/>
                        <a:pt x="0" y="753948"/>
                      </a:cubicBezTo>
                      <a:cubicBezTo>
                        <a:pt x="0" y="650040"/>
                        <a:pt x="58567" y="553510"/>
                        <a:pt x="158868" y="473436"/>
                      </a:cubicBezTo>
                      <a:cubicBezTo>
                        <a:pt x="179764" y="456754"/>
                        <a:pt x="202472" y="440786"/>
                        <a:pt x="226838" y="425615"/>
                      </a:cubicBezTo>
                      <a:close/>
                    </a:path>
                  </a:pathLst>
                </a:custGeom>
                <a:solidFill>
                  <a:srgbClr val="A6A6A6"/>
                </a:solidFill>
                <a:ln w="12700">
                  <a:noFill/>
                </a:ln>
              </p:spPr>
              <p:txBody>
                <a:bodyPr/>
                <a:lstStyle/>
                <a:p>
                  <a:endParaRPr lang="en-US" sz="40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761" name="文本框 20"/>
                <p:cNvSpPr/>
                <p:nvPr/>
              </p:nvSpPr>
              <p:spPr>
                <a:xfrm>
                  <a:off x="-206" y="7777"/>
                  <a:ext cx="5854" cy="2218"/>
                </a:xfrm>
                <a:prstGeom prst="rect">
                  <a:avLst/>
                </a:prstGeom>
                <a:noFill/>
                <a:ln w="9525">
                  <a:solidFill>
                    <a:schemeClr val="bg1">
                      <a:lumMod val="50000"/>
                    </a:schemeClr>
                  </a:solidFill>
                  <a:prstDash val="dash"/>
                </a:ln>
              </p:spPr>
              <p:txBody>
                <a:bodyPr wrap="square" anchor="t">
                  <a:spAutoFit/>
                </a:bodyPr>
                <a:lstStyle/>
                <a:p>
                  <a:pPr algn="ctr"/>
                  <a:r>
                    <a:rPr lang="en-US" altLang="x-none" sz="4000" b="1" i="1" dirty="0">
                      <a:solidFill>
                        <a:schemeClr val="tx1"/>
                      </a:solidFill>
                      <a:effectLst>
                        <a:outerShdw blurRad="38100" dist="38100" dir="2700000" algn="tl">
                          <a:srgbClr val="000000">
                            <a:alpha val="43137"/>
                          </a:srgbClr>
                        </a:outerShdw>
                      </a:effectLst>
                      <a:latin typeface="Times New Roman" panose="02020603050405020304" pitchFamily="18" charset="0"/>
                      <a:ea typeface="方正姚体" pitchFamily="2" charset="-122"/>
                      <a:cs typeface="Times New Roman" panose="02020603050405020304" pitchFamily="18" charset="0"/>
                      <a:sym typeface="方正姚体" pitchFamily="2" charset="-122"/>
                    </a:rPr>
                    <a:t>Tiêu chí bài tiểu luận cuối kì</a:t>
                  </a:r>
                </a:p>
              </p:txBody>
            </p:sp>
            <p:sp>
              <p:nvSpPr>
                <p:cNvPr id="31763" name="文本框 22"/>
                <p:cNvSpPr/>
                <p:nvPr/>
              </p:nvSpPr>
              <p:spPr>
                <a:xfrm>
                  <a:off x="13701" y="8130"/>
                  <a:ext cx="5262" cy="1513"/>
                </a:xfrm>
                <a:prstGeom prst="rect">
                  <a:avLst/>
                </a:prstGeom>
                <a:noFill/>
                <a:ln w="9525">
                  <a:solidFill>
                    <a:srgbClr val="FFC000"/>
                  </a:solidFill>
                  <a:prstDash val="dash"/>
                </a:ln>
              </p:spPr>
              <p:txBody>
                <a:bodyPr wrap="square" anchor="t">
                  <a:spAutoFit/>
                </a:bodyPr>
                <a:lstStyle/>
                <a:p>
                  <a:pPr algn="ctr"/>
                  <a:r>
                    <a:rPr lang="en-US" altLang="x-none" sz="4000" b="1" i="1" dirty="0">
                      <a:solidFill>
                        <a:schemeClr val="tx1"/>
                      </a:solidFill>
                      <a:effectLst>
                        <a:outerShdw blurRad="38100" dist="38100" dir="2700000" algn="tl">
                          <a:srgbClr val="000000">
                            <a:alpha val="43137"/>
                          </a:srgbClr>
                        </a:outerShdw>
                      </a:effectLst>
                      <a:latin typeface="Times New Roman" panose="02020603050405020304" pitchFamily="18" charset="0"/>
                      <a:ea typeface="方正姚体" pitchFamily="2" charset="-122"/>
                      <a:cs typeface="Times New Roman" panose="02020603050405020304" pitchFamily="18" charset="0"/>
                      <a:sym typeface="方正姚体" pitchFamily="2" charset="-122"/>
                    </a:rPr>
                    <a:t>Hướng dẫn học tập</a:t>
                  </a:r>
                </a:p>
              </p:txBody>
            </p:sp>
            <p:sp>
              <p:nvSpPr>
                <p:cNvPr id="4" name="Text Box 3"/>
                <p:cNvSpPr txBox="1"/>
                <p:nvPr/>
              </p:nvSpPr>
              <p:spPr>
                <a:xfrm>
                  <a:off x="163" y="4542"/>
                  <a:ext cx="5116" cy="809"/>
                </a:xfrm>
                <a:prstGeom prst="rect">
                  <a:avLst/>
                </a:prstGeom>
                <a:noFill/>
                <a:ln>
                  <a:solidFill>
                    <a:schemeClr val="accent1"/>
                  </a:solidFill>
                  <a:prstDash val="dash"/>
                </a:ln>
              </p:spPr>
              <p:txBody>
                <a:bodyPr wrap="square" rtlCol="0">
                  <a:spAutoFit/>
                </a:bodyPr>
                <a:lstStyle/>
                <a:p>
                  <a:pPr algn="ctr"/>
                  <a:r>
                    <a:rPr lang="en-US" sz="4000" b="1" i="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Mục tiêu</a:t>
                  </a:r>
                </a:p>
              </p:txBody>
            </p:sp>
          </p:grpSp>
          <p:sp>
            <p:nvSpPr>
              <p:cNvPr id="38" name="Text Box 37"/>
              <p:cNvSpPr txBox="1"/>
              <p:nvPr/>
            </p:nvSpPr>
            <p:spPr>
              <a:xfrm>
                <a:off x="13388" y="2163"/>
                <a:ext cx="5597" cy="2082"/>
              </a:xfrm>
              <a:prstGeom prst="rect">
                <a:avLst/>
              </a:prstGeom>
              <a:noFill/>
              <a:ln>
                <a:solidFill>
                  <a:schemeClr val="accent2"/>
                </a:solidFill>
                <a:prstDash val="dash"/>
              </a:ln>
            </p:spPr>
            <p:txBody>
              <a:bodyPr wrap="square" rtlCol="0">
                <a:spAutoFit/>
              </a:bodyPr>
              <a:lstStyle/>
              <a:p>
                <a:pPr algn="ctr"/>
                <a:r>
                  <a:rPr lang="en-US" sz="4000" b="1" i="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Tiêu chí điểm quá trình</a:t>
                </a:r>
              </a:p>
            </p:txBody>
          </p:sp>
        </p:grpSp>
        <p:pic>
          <p:nvPicPr>
            <p:cNvPr id="7" name="Picture 6" descr="86186129_1312781472238562_4243284180705738752_o"/>
            <p:cNvPicPr>
              <a:picLocks noChangeAspect="1"/>
            </p:cNvPicPr>
            <p:nvPr/>
          </p:nvPicPr>
          <p:blipFill>
            <a:blip r:embed="rId4"/>
            <a:stretch>
              <a:fillRect/>
            </a:stretch>
          </p:blipFill>
          <p:spPr>
            <a:xfrm>
              <a:off x="7173" y="3245"/>
              <a:ext cx="4992" cy="3830"/>
            </a:xfrm>
            <a:prstGeom prst="hexagon">
              <a:avLst/>
            </a:prstGeom>
          </p:spPr>
        </p:pic>
        <p:sp>
          <p:nvSpPr>
            <p:cNvPr id="39" name="TextBox 3"/>
            <p:cNvSpPr txBox="1"/>
            <p:nvPr/>
          </p:nvSpPr>
          <p:spPr>
            <a:xfrm>
              <a:off x="-19" y="43"/>
              <a:ext cx="4841" cy="1355"/>
            </a:xfrm>
            <a:prstGeom prst="rect">
              <a:avLst/>
            </a:prstGeom>
            <a:noFill/>
          </p:spPr>
          <p:txBody>
            <a:bodyPr wrap="square" rtlCol="0">
              <a:spAutoFit/>
            </a:bodyPr>
            <a:lstStyle/>
            <a:p>
              <a:r>
                <a:rPr lang="en-US" sz="5000" b="1" dirty="0" smtClean="0">
                  <a:gradFill>
                    <a:gsLst>
                      <a:gs pos="0">
                        <a:srgbClr val="E30000"/>
                      </a:gs>
                      <a:gs pos="100000">
                        <a:srgbClr val="760303"/>
                      </a:gs>
                    </a:gsLst>
                    <a:lin scaled="0"/>
                  </a:gra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Nội dung:</a:t>
              </a:r>
            </a:p>
          </p:txBody>
        </p:sp>
      </p:grpSp>
      <p:sp>
        <p:nvSpPr>
          <p:cNvPr id="9" name="Diamond 8"/>
          <p:cNvSpPr/>
          <p:nvPr/>
        </p:nvSpPr>
        <p:spPr>
          <a:xfrm>
            <a:off x="11502390" y="6264275"/>
            <a:ext cx="614680" cy="51435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a:t>
            </a:r>
          </a:p>
        </p:txBody>
      </p:sp>
    </p:spTree>
  </p:cSld>
  <p:clrMapOvr>
    <a:masterClrMapping/>
  </p:clrMapOvr>
  <mc:AlternateContent xmlns:mc="http://schemas.openxmlformats.org/markup-compatibility/2006" xmlns:p14="http://schemas.microsoft.com/office/powerpoint/2010/main">
    <mc:Choice Requires="p14">
      <p:transition p14:dur="10" advTm="50000">
        <p:checker/>
      </p:transition>
    </mc:Choice>
    <mc:Fallback xmlns="">
      <p:transition advTm="50000">
        <p:checker/>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38" name="Group 37"/>
          <p:cNvGrpSpPr/>
          <p:nvPr/>
        </p:nvGrpSpPr>
        <p:grpSpPr>
          <a:xfrm>
            <a:off x="76200" y="407035"/>
            <a:ext cx="12036425" cy="6049645"/>
            <a:chOff x="72" y="625"/>
            <a:chExt cx="18955" cy="9527"/>
          </a:xfrm>
        </p:grpSpPr>
        <p:grpSp>
          <p:nvGrpSpPr>
            <p:cNvPr id="20" name="Group 19"/>
            <p:cNvGrpSpPr/>
            <p:nvPr/>
          </p:nvGrpSpPr>
          <p:grpSpPr>
            <a:xfrm>
              <a:off x="72" y="3320"/>
              <a:ext cx="3923" cy="3850"/>
              <a:chOff x="3105" y="2657"/>
              <a:chExt cx="6168" cy="6326"/>
            </a:xfrm>
          </p:grpSpPr>
          <p:sp>
            <p:nvSpPr>
              <p:cNvPr id="2" name="Freeform 25"/>
              <p:cNvSpPr/>
              <p:nvPr/>
            </p:nvSpPr>
            <p:spPr bwMode="auto">
              <a:xfrm rot="14549685">
                <a:off x="6891" y="7129"/>
                <a:ext cx="1328" cy="2350"/>
              </a:xfrm>
              <a:custGeom>
                <a:avLst/>
                <a:gdLst/>
                <a:ahLst/>
                <a:cxnLst>
                  <a:cxn ang="0">
                    <a:pos x="766" y="0"/>
                  </a:cxn>
                  <a:cxn ang="0">
                    <a:pos x="704" y="60"/>
                  </a:cxn>
                  <a:cxn ang="0">
                    <a:pos x="616" y="162"/>
                  </a:cxn>
                  <a:cxn ang="0">
                    <a:pos x="566" y="228"/>
                  </a:cxn>
                  <a:cxn ang="0">
                    <a:pos x="516" y="306"/>
                  </a:cxn>
                  <a:cxn ang="0">
                    <a:pos x="468" y="392"/>
                  </a:cxn>
                  <a:cxn ang="0">
                    <a:pos x="426" y="488"/>
                  </a:cxn>
                  <a:cxn ang="0">
                    <a:pos x="392" y="592"/>
                  </a:cxn>
                  <a:cxn ang="0">
                    <a:pos x="370" y="704"/>
                  </a:cxn>
                  <a:cxn ang="0">
                    <a:pos x="360" y="822"/>
                  </a:cxn>
                  <a:cxn ang="0">
                    <a:pos x="366" y="948"/>
                  </a:cxn>
                  <a:cxn ang="0">
                    <a:pos x="382" y="1044"/>
                  </a:cxn>
                  <a:cxn ang="0">
                    <a:pos x="400" y="1112"/>
                  </a:cxn>
                  <a:cxn ang="0">
                    <a:pos x="422" y="1180"/>
                  </a:cxn>
                  <a:cxn ang="0">
                    <a:pos x="452" y="1250"/>
                  </a:cxn>
                  <a:cxn ang="0">
                    <a:pos x="486" y="1320"/>
                  </a:cxn>
                  <a:cxn ang="0">
                    <a:pos x="116" y="1288"/>
                  </a:cxn>
                  <a:cxn ang="0">
                    <a:pos x="110" y="1286"/>
                  </a:cxn>
                  <a:cxn ang="0">
                    <a:pos x="76" y="1252"/>
                  </a:cxn>
                  <a:cxn ang="0">
                    <a:pos x="52" y="1220"/>
                  </a:cxn>
                  <a:cxn ang="0">
                    <a:pos x="30" y="1176"/>
                  </a:cxn>
                  <a:cxn ang="0">
                    <a:pos x="12" y="1118"/>
                  </a:cxn>
                  <a:cxn ang="0">
                    <a:pos x="0" y="1046"/>
                  </a:cxn>
                  <a:cxn ang="0">
                    <a:pos x="2" y="956"/>
                  </a:cxn>
                  <a:cxn ang="0">
                    <a:pos x="6" y="904"/>
                  </a:cxn>
                  <a:cxn ang="0">
                    <a:pos x="22" y="804"/>
                  </a:cxn>
                  <a:cxn ang="0">
                    <a:pos x="48" y="710"/>
                  </a:cxn>
                  <a:cxn ang="0">
                    <a:pos x="80" y="624"/>
                  </a:cxn>
                  <a:cxn ang="0">
                    <a:pos x="118" y="544"/>
                  </a:cxn>
                  <a:cxn ang="0">
                    <a:pos x="162" y="470"/>
                  </a:cxn>
                  <a:cxn ang="0">
                    <a:pos x="212" y="402"/>
                  </a:cxn>
                  <a:cxn ang="0">
                    <a:pos x="264" y="338"/>
                  </a:cxn>
                  <a:cxn ang="0">
                    <a:pos x="292" y="308"/>
                  </a:cxn>
                  <a:cxn ang="0">
                    <a:pos x="354" y="250"/>
                  </a:cxn>
                  <a:cxn ang="0">
                    <a:pos x="426" y="194"/>
                  </a:cxn>
                  <a:cxn ang="0">
                    <a:pos x="502" y="142"/>
                  </a:cxn>
                  <a:cxn ang="0">
                    <a:pos x="646" y="60"/>
                  </a:cxn>
                  <a:cxn ang="0">
                    <a:pos x="766" y="0"/>
                  </a:cxn>
                </a:cxnLst>
                <a:rect l="0" t="0" r="r" b="b"/>
                <a:pathLst>
                  <a:path w="766" h="1356">
                    <a:moveTo>
                      <a:pt x="766" y="0"/>
                    </a:moveTo>
                    <a:lnTo>
                      <a:pt x="766" y="0"/>
                    </a:lnTo>
                    <a:lnTo>
                      <a:pt x="736" y="28"/>
                    </a:lnTo>
                    <a:lnTo>
                      <a:pt x="704" y="60"/>
                    </a:lnTo>
                    <a:lnTo>
                      <a:pt x="662" y="106"/>
                    </a:lnTo>
                    <a:lnTo>
                      <a:pt x="616" y="162"/>
                    </a:lnTo>
                    <a:lnTo>
                      <a:pt x="590" y="194"/>
                    </a:lnTo>
                    <a:lnTo>
                      <a:pt x="566" y="228"/>
                    </a:lnTo>
                    <a:lnTo>
                      <a:pt x="540" y="266"/>
                    </a:lnTo>
                    <a:lnTo>
                      <a:pt x="516" y="306"/>
                    </a:lnTo>
                    <a:lnTo>
                      <a:pt x="492" y="348"/>
                    </a:lnTo>
                    <a:lnTo>
                      <a:pt x="468" y="392"/>
                    </a:lnTo>
                    <a:lnTo>
                      <a:pt x="446" y="438"/>
                    </a:lnTo>
                    <a:lnTo>
                      <a:pt x="426" y="488"/>
                    </a:lnTo>
                    <a:lnTo>
                      <a:pt x="408" y="538"/>
                    </a:lnTo>
                    <a:lnTo>
                      <a:pt x="392" y="592"/>
                    </a:lnTo>
                    <a:lnTo>
                      <a:pt x="380" y="646"/>
                    </a:lnTo>
                    <a:lnTo>
                      <a:pt x="370" y="704"/>
                    </a:lnTo>
                    <a:lnTo>
                      <a:pt x="362" y="762"/>
                    </a:lnTo>
                    <a:lnTo>
                      <a:pt x="360" y="822"/>
                    </a:lnTo>
                    <a:lnTo>
                      <a:pt x="360" y="884"/>
                    </a:lnTo>
                    <a:lnTo>
                      <a:pt x="366" y="948"/>
                    </a:lnTo>
                    <a:lnTo>
                      <a:pt x="376" y="1012"/>
                    </a:lnTo>
                    <a:lnTo>
                      <a:pt x="382" y="1044"/>
                    </a:lnTo>
                    <a:lnTo>
                      <a:pt x="390" y="1078"/>
                    </a:lnTo>
                    <a:lnTo>
                      <a:pt x="400" y="1112"/>
                    </a:lnTo>
                    <a:lnTo>
                      <a:pt x="410" y="1146"/>
                    </a:lnTo>
                    <a:lnTo>
                      <a:pt x="422" y="1180"/>
                    </a:lnTo>
                    <a:lnTo>
                      <a:pt x="436" y="1214"/>
                    </a:lnTo>
                    <a:lnTo>
                      <a:pt x="452" y="1250"/>
                    </a:lnTo>
                    <a:lnTo>
                      <a:pt x="468" y="1284"/>
                    </a:lnTo>
                    <a:lnTo>
                      <a:pt x="486" y="1320"/>
                    </a:lnTo>
                    <a:lnTo>
                      <a:pt x="508" y="1356"/>
                    </a:lnTo>
                    <a:lnTo>
                      <a:pt x="116" y="1288"/>
                    </a:lnTo>
                    <a:lnTo>
                      <a:pt x="116" y="1288"/>
                    </a:lnTo>
                    <a:lnTo>
                      <a:pt x="110" y="1286"/>
                    </a:lnTo>
                    <a:lnTo>
                      <a:pt x="96" y="1274"/>
                    </a:lnTo>
                    <a:lnTo>
                      <a:pt x="76" y="1252"/>
                    </a:lnTo>
                    <a:lnTo>
                      <a:pt x="64" y="1238"/>
                    </a:lnTo>
                    <a:lnTo>
                      <a:pt x="52" y="1220"/>
                    </a:lnTo>
                    <a:lnTo>
                      <a:pt x="40" y="1200"/>
                    </a:lnTo>
                    <a:lnTo>
                      <a:pt x="30" y="1176"/>
                    </a:lnTo>
                    <a:lnTo>
                      <a:pt x="20" y="1148"/>
                    </a:lnTo>
                    <a:lnTo>
                      <a:pt x="12" y="1118"/>
                    </a:lnTo>
                    <a:lnTo>
                      <a:pt x="6" y="1084"/>
                    </a:lnTo>
                    <a:lnTo>
                      <a:pt x="0" y="1046"/>
                    </a:lnTo>
                    <a:lnTo>
                      <a:pt x="0" y="1002"/>
                    </a:lnTo>
                    <a:lnTo>
                      <a:pt x="2" y="956"/>
                    </a:lnTo>
                    <a:lnTo>
                      <a:pt x="2" y="956"/>
                    </a:lnTo>
                    <a:lnTo>
                      <a:pt x="6" y="904"/>
                    </a:lnTo>
                    <a:lnTo>
                      <a:pt x="14" y="852"/>
                    </a:lnTo>
                    <a:lnTo>
                      <a:pt x="22" y="804"/>
                    </a:lnTo>
                    <a:lnTo>
                      <a:pt x="34" y="756"/>
                    </a:lnTo>
                    <a:lnTo>
                      <a:pt x="48" y="710"/>
                    </a:lnTo>
                    <a:lnTo>
                      <a:pt x="62" y="666"/>
                    </a:lnTo>
                    <a:lnTo>
                      <a:pt x="80" y="624"/>
                    </a:lnTo>
                    <a:lnTo>
                      <a:pt x="98" y="584"/>
                    </a:lnTo>
                    <a:lnTo>
                      <a:pt x="118" y="544"/>
                    </a:lnTo>
                    <a:lnTo>
                      <a:pt x="140" y="508"/>
                    </a:lnTo>
                    <a:lnTo>
                      <a:pt x="162" y="470"/>
                    </a:lnTo>
                    <a:lnTo>
                      <a:pt x="186" y="436"/>
                    </a:lnTo>
                    <a:lnTo>
                      <a:pt x="212" y="402"/>
                    </a:lnTo>
                    <a:lnTo>
                      <a:pt x="238" y="370"/>
                    </a:lnTo>
                    <a:lnTo>
                      <a:pt x="264" y="338"/>
                    </a:lnTo>
                    <a:lnTo>
                      <a:pt x="292" y="308"/>
                    </a:lnTo>
                    <a:lnTo>
                      <a:pt x="292" y="308"/>
                    </a:lnTo>
                    <a:lnTo>
                      <a:pt x="322" y="278"/>
                    </a:lnTo>
                    <a:lnTo>
                      <a:pt x="354" y="250"/>
                    </a:lnTo>
                    <a:lnTo>
                      <a:pt x="390" y="220"/>
                    </a:lnTo>
                    <a:lnTo>
                      <a:pt x="426" y="194"/>
                    </a:lnTo>
                    <a:lnTo>
                      <a:pt x="464" y="168"/>
                    </a:lnTo>
                    <a:lnTo>
                      <a:pt x="502" y="142"/>
                    </a:lnTo>
                    <a:lnTo>
                      <a:pt x="578" y="98"/>
                    </a:lnTo>
                    <a:lnTo>
                      <a:pt x="646" y="60"/>
                    </a:lnTo>
                    <a:lnTo>
                      <a:pt x="704" y="30"/>
                    </a:lnTo>
                    <a:lnTo>
                      <a:pt x="766" y="0"/>
                    </a:lnTo>
                    <a:lnTo>
                      <a:pt x="766" y="0"/>
                    </a:lnTo>
                    <a:close/>
                  </a:path>
                </a:pathLst>
              </a:custGeom>
              <a:solidFill>
                <a:srgbClr val="F07474"/>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grpSp>
            <p:nvGrpSpPr>
              <p:cNvPr id="9" name="Group 8"/>
              <p:cNvGrpSpPr/>
              <p:nvPr/>
            </p:nvGrpSpPr>
            <p:grpSpPr>
              <a:xfrm>
                <a:off x="3105" y="2657"/>
                <a:ext cx="6168" cy="6326"/>
                <a:chOff x="3105" y="2657"/>
                <a:chExt cx="6168" cy="6326"/>
              </a:xfrm>
            </p:grpSpPr>
            <p:sp>
              <p:nvSpPr>
                <p:cNvPr id="13" name="Freeform 25"/>
                <p:cNvSpPr/>
                <p:nvPr/>
              </p:nvSpPr>
              <p:spPr bwMode="auto">
                <a:xfrm>
                  <a:off x="3105" y="5560"/>
                  <a:ext cx="1328" cy="2350"/>
                </a:xfrm>
                <a:custGeom>
                  <a:avLst/>
                  <a:gdLst/>
                  <a:ahLst/>
                  <a:cxnLst>
                    <a:cxn ang="0">
                      <a:pos x="766" y="0"/>
                    </a:cxn>
                    <a:cxn ang="0">
                      <a:pos x="704" y="60"/>
                    </a:cxn>
                    <a:cxn ang="0">
                      <a:pos x="616" y="162"/>
                    </a:cxn>
                    <a:cxn ang="0">
                      <a:pos x="566" y="228"/>
                    </a:cxn>
                    <a:cxn ang="0">
                      <a:pos x="516" y="306"/>
                    </a:cxn>
                    <a:cxn ang="0">
                      <a:pos x="468" y="392"/>
                    </a:cxn>
                    <a:cxn ang="0">
                      <a:pos x="426" y="488"/>
                    </a:cxn>
                    <a:cxn ang="0">
                      <a:pos x="392" y="592"/>
                    </a:cxn>
                    <a:cxn ang="0">
                      <a:pos x="370" y="704"/>
                    </a:cxn>
                    <a:cxn ang="0">
                      <a:pos x="360" y="822"/>
                    </a:cxn>
                    <a:cxn ang="0">
                      <a:pos x="366" y="948"/>
                    </a:cxn>
                    <a:cxn ang="0">
                      <a:pos x="382" y="1044"/>
                    </a:cxn>
                    <a:cxn ang="0">
                      <a:pos x="400" y="1112"/>
                    </a:cxn>
                    <a:cxn ang="0">
                      <a:pos x="422" y="1180"/>
                    </a:cxn>
                    <a:cxn ang="0">
                      <a:pos x="452" y="1250"/>
                    </a:cxn>
                    <a:cxn ang="0">
                      <a:pos x="486" y="1320"/>
                    </a:cxn>
                    <a:cxn ang="0">
                      <a:pos x="116" y="1288"/>
                    </a:cxn>
                    <a:cxn ang="0">
                      <a:pos x="110" y="1286"/>
                    </a:cxn>
                    <a:cxn ang="0">
                      <a:pos x="76" y="1252"/>
                    </a:cxn>
                    <a:cxn ang="0">
                      <a:pos x="52" y="1220"/>
                    </a:cxn>
                    <a:cxn ang="0">
                      <a:pos x="30" y="1176"/>
                    </a:cxn>
                    <a:cxn ang="0">
                      <a:pos x="12" y="1118"/>
                    </a:cxn>
                    <a:cxn ang="0">
                      <a:pos x="0" y="1046"/>
                    </a:cxn>
                    <a:cxn ang="0">
                      <a:pos x="2" y="956"/>
                    </a:cxn>
                    <a:cxn ang="0">
                      <a:pos x="6" y="904"/>
                    </a:cxn>
                    <a:cxn ang="0">
                      <a:pos x="22" y="804"/>
                    </a:cxn>
                    <a:cxn ang="0">
                      <a:pos x="48" y="710"/>
                    </a:cxn>
                    <a:cxn ang="0">
                      <a:pos x="80" y="624"/>
                    </a:cxn>
                    <a:cxn ang="0">
                      <a:pos x="118" y="544"/>
                    </a:cxn>
                    <a:cxn ang="0">
                      <a:pos x="162" y="470"/>
                    </a:cxn>
                    <a:cxn ang="0">
                      <a:pos x="212" y="402"/>
                    </a:cxn>
                    <a:cxn ang="0">
                      <a:pos x="264" y="338"/>
                    </a:cxn>
                    <a:cxn ang="0">
                      <a:pos x="292" y="308"/>
                    </a:cxn>
                    <a:cxn ang="0">
                      <a:pos x="354" y="250"/>
                    </a:cxn>
                    <a:cxn ang="0">
                      <a:pos x="426" y="194"/>
                    </a:cxn>
                    <a:cxn ang="0">
                      <a:pos x="502" y="142"/>
                    </a:cxn>
                    <a:cxn ang="0">
                      <a:pos x="646" y="60"/>
                    </a:cxn>
                    <a:cxn ang="0">
                      <a:pos x="766" y="0"/>
                    </a:cxn>
                  </a:cxnLst>
                  <a:rect l="0" t="0" r="r" b="b"/>
                  <a:pathLst>
                    <a:path w="766" h="1356">
                      <a:moveTo>
                        <a:pt x="766" y="0"/>
                      </a:moveTo>
                      <a:lnTo>
                        <a:pt x="766" y="0"/>
                      </a:lnTo>
                      <a:lnTo>
                        <a:pt x="736" y="28"/>
                      </a:lnTo>
                      <a:lnTo>
                        <a:pt x="704" y="60"/>
                      </a:lnTo>
                      <a:lnTo>
                        <a:pt x="662" y="106"/>
                      </a:lnTo>
                      <a:lnTo>
                        <a:pt x="616" y="162"/>
                      </a:lnTo>
                      <a:lnTo>
                        <a:pt x="590" y="194"/>
                      </a:lnTo>
                      <a:lnTo>
                        <a:pt x="566" y="228"/>
                      </a:lnTo>
                      <a:lnTo>
                        <a:pt x="540" y="266"/>
                      </a:lnTo>
                      <a:lnTo>
                        <a:pt x="516" y="306"/>
                      </a:lnTo>
                      <a:lnTo>
                        <a:pt x="492" y="348"/>
                      </a:lnTo>
                      <a:lnTo>
                        <a:pt x="468" y="392"/>
                      </a:lnTo>
                      <a:lnTo>
                        <a:pt x="446" y="438"/>
                      </a:lnTo>
                      <a:lnTo>
                        <a:pt x="426" y="488"/>
                      </a:lnTo>
                      <a:lnTo>
                        <a:pt x="408" y="538"/>
                      </a:lnTo>
                      <a:lnTo>
                        <a:pt x="392" y="592"/>
                      </a:lnTo>
                      <a:lnTo>
                        <a:pt x="380" y="646"/>
                      </a:lnTo>
                      <a:lnTo>
                        <a:pt x="370" y="704"/>
                      </a:lnTo>
                      <a:lnTo>
                        <a:pt x="362" y="762"/>
                      </a:lnTo>
                      <a:lnTo>
                        <a:pt x="360" y="822"/>
                      </a:lnTo>
                      <a:lnTo>
                        <a:pt x="360" y="884"/>
                      </a:lnTo>
                      <a:lnTo>
                        <a:pt x="366" y="948"/>
                      </a:lnTo>
                      <a:lnTo>
                        <a:pt x="376" y="1012"/>
                      </a:lnTo>
                      <a:lnTo>
                        <a:pt x="382" y="1044"/>
                      </a:lnTo>
                      <a:lnTo>
                        <a:pt x="390" y="1078"/>
                      </a:lnTo>
                      <a:lnTo>
                        <a:pt x="400" y="1112"/>
                      </a:lnTo>
                      <a:lnTo>
                        <a:pt x="410" y="1146"/>
                      </a:lnTo>
                      <a:lnTo>
                        <a:pt x="422" y="1180"/>
                      </a:lnTo>
                      <a:lnTo>
                        <a:pt x="436" y="1214"/>
                      </a:lnTo>
                      <a:lnTo>
                        <a:pt x="452" y="1250"/>
                      </a:lnTo>
                      <a:lnTo>
                        <a:pt x="468" y="1284"/>
                      </a:lnTo>
                      <a:lnTo>
                        <a:pt x="486" y="1320"/>
                      </a:lnTo>
                      <a:lnTo>
                        <a:pt x="508" y="1356"/>
                      </a:lnTo>
                      <a:lnTo>
                        <a:pt x="116" y="1288"/>
                      </a:lnTo>
                      <a:lnTo>
                        <a:pt x="116" y="1288"/>
                      </a:lnTo>
                      <a:lnTo>
                        <a:pt x="110" y="1286"/>
                      </a:lnTo>
                      <a:lnTo>
                        <a:pt x="96" y="1274"/>
                      </a:lnTo>
                      <a:lnTo>
                        <a:pt x="76" y="1252"/>
                      </a:lnTo>
                      <a:lnTo>
                        <a:pt x="64" y="1238"/>
                      </a:lnTo>
                      <a:lnTo>
                        <a:pt x="52" y="1220"/>
                      </a:lnTo>
                      <a:lnTo>
                        <a:pt x="40" y="1200"/>
                      </a:lnTo>
                      <a:lnTo>
                        <a:pt x="30" y="1176"/>
                      </a:lnTo>
                      <a:lnTo>
                        <a:pt x="20" y="1148"/>
                      </a:lnTo>
                      <a:lnTo>
                        <a:pt x="12" y="1118"/>
                      </a:lnTo>
                      <a:lnTo>
                        <a:pt x="6" y="1084"/>
                      </a:lnTo>
                      <a:lnTo>
                        <a:pt x="0" y="1046"/>
                      </a:lnTo>
                      <a:lnTo>
                        <a:pt x="0" y="1002"/>
                      </a:lnTo>
                      <a:lnTo>
                        <a:pt x="2" y="956"/>
                      </a:lnTo>
                      <a:lnTo>
                        <a:pt x="2" y="956"/>
                      </a:lnTo>
                      <a:lnTo>
                        <a:pt x="6" y="904"/>
                      </a:lnTo>
                      <a:lnTo>
                        <a:pt x="14" y="852"/>
                      </a:lnTo>
                      <a:lnTo>
                        <a:pt x="22" y="804"/>
                      </a:lnTo>
                      <a:lnTo>
                        <a:pt x="34" y="756"/>
                      </a:lnTo>
                      <a:lnTo>
                        <a:pt x="48" y="710"/>
                      </a:lnTo>
                      <a:lnTo>
                        <a:pt x="62" y="666"/>
                      </a:lnTo>
                      <a:lnTo>
                        <a:pt x="80" y="624"/>
                      </a:lnTo>
                      <a:lnTo>
                        <a:pt x="98" y="584"/>
                      </a:lnTo>
                      <a:lnTo>
                        <a:pt x="118" y="544"/>
                      </a:lnTo>
                      <a:lnTo>
                        <a:pt x="140" y="508"/>
                      </a:lnTo>
                      <a:lnTo>
                        <a:pt x="162" y="470"/>
                      </a:lnTo>
                      <a:lnTo>
                        <a:pt x="186" y="436"/>
                      </a:lnTo>
                      <a:lnTo>
                        <a:pt x="212" y="402"/>
                      </a:lnTo>
                      <a:lnTo>
                        <a:pt x="238" y="370"/>
                      </a:lnTo>
                      <a:lnTo>
                        <a:pt x="264" y="338"/>
                      </a:lnTo>
                      <a:lnTo>
                        <a:pt x="292" y="308"/>
                      </a:lnTo>
                      <a:lnTo>
                        <a:pt x="292" y="308"/>
                      </a:lnTo>
                      <a:lnTo>
                        <a:pt x="322" y="278"/>
                      </a:lnTo>
                      <a:lnTo>
                        <a:pt x="354" y="250"/>
                      </a:lnTo>
                      <a:lnTo>
                        <a:pt x="390" y="220"/>
                      </a:lnTo>
                      <a:lnTo>
                        <a:pt x="426" y="194"/>
                      </a:lnTo>
                      <a:lnTo>
                        <a:pt x="464" y="168"/>
                      </a:lnTo>
                      <a:lnTo>
                        <a:pt x="502" y="142"/>
                      </a:lnTo>
                      <a:lnTo>
                        <a:pt x="578" y="98"/>
                      </a:lnTo>
                      <a:lnTo>
                        <a:pt x="646" y="60"/>
                      </a:lnTo>
                      <a:lnTo>
                        <a:pt x="704" y="30"/>
                      </a:lnTo>
                      <a:lnTo>
                        <a:pt x="766" y="0"/>
                      </a:lnTo>
                      <a:lnTo>
                        <a:pt x="766" y="0"/>
                      </a:lnTo>
                      <a:close/>
                    </a:path>
                  </a:pathLst>
                </a:custGeom>
                <a:solidFill>
                  <a:srgbClr val="02B3C5"/>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14" name="Freeform 25"/>
                <p:cNvSpPr/>
                <p:nvPr/>
              </p:nvSpPr>
              <p:spPr bwMode="auto">
                <a:xfrm rot="7202387">
                  <a:off x="6415" y="2960"/>
                  <a:ext cx="1328" cy="2348"/>
                </a:xfrm>
                <a:custGeom>
                  <a:avLst/>
                  <a:gdLst/>
                  <a:ahLst/>
                  <a:cxnLst>
                    <a:cxn ang="0">
                      <a:pos x="766" y="0"/>
                    </a:cxn>
                    <a:cxn ang="0">
                      <a:pos x="704" y="60"/>
                    </a:cxn>
                    <a:cxn ang="0">
                      <a:pos x="616" y="162"/>
                    </a:cxn>
                    <a:cxn ang="0">
                      <a:pos x="566" y="228"/>
                    </a:cxn>
                    <a:cxn ang="0">
                      <a:pos x="516" y="306"/>
                    </a:cxn>
                    <a:cxn ang="0">
                      <a:pos x="468" y="392"/>
                    </a:cxn>
                    <a:cxn ang="0">
                      <a:pos x="426" y="488"/>
                    </a:cxn>
                    <a:cxn ang="0">
                      <a:pos x="392" y="592"/>
                    </a:cxn>
                    <a:cxn ang="0">
                      <a:pos x="370" y="704"/>
                    </a:cxn>
                    <a:cxn ang="0">
                      <a:pos x="360" y="822"/>
                    </a:cxn>
                    <a:cxn ang="0">
                      <a:pos x="366" y="948"/>
                    </a:cxn>
                    <a:cxn ang="0">
                      <a:pos x="382" y="1044"/>
                    </a:cxn>
                    <a:cxn ang="0">
                      <a:pos x="400" y="1112"/>
                    </a:cxn>
                    <a:cxn ang="0">
                      <a:pos x="422" y="1180"/>
                    </a:cxn>
                    <a:cxn ang="0">
                      <a:pos x="452" y="1250"/>
                    </a:cxn>
                    <a:cxn ang="0">
                      <a:pos x="486" y="1320"/>
                    </a:cxn>
                    <a:cxn ang="0">
                      <a:pos x="116" y="1288"/>
                    </a:cxn>
                    <a:cxn ang="0">
                      <a:pos x="110" y="1286"/>
                    </a:cxn>
                    <a:cxn ang="0">
                      <a:pos x="76" y="1252"/>
                    </a:cxn>
                    <a:cxn ang="0">
                      <a:pos x="52" y="1220"/>
                    </a:cxn>
                    <a:cxn ang="0">
                      <a:pos x="30" y="1176"/>
                    </a:cxn>
                    <a:cxn ang="0">
                      <a:pos x="12" y="1118"/>
                    </a:cxn>
                    <a:cxn ang="0">
                      <a:pos x="0" y="1046"/>
                    </a:cxn>
                    <a:cxn ang="0">
                      <a:pos x="2" y="956"/>
                    </a:cxn>
                    <a:cxn ang="0">
                      <a:pos x="6" y="904"/>
                    </a:cxn>
                    <a:cxn ang="0">
                      <a:pos x="22" y="804"/>
                    </a:cxn>
                    <a:cxn ang="0">
                      <a:pos x="48" y="710"/>
                    </a:cxn>
                    <a:cxn ang="0">
                      <a:pos x="80" y="624"/>
                    </a:cxn>
                    <a:cxn ang="0">
                      <a:pos x="118" y="544"/>
                    </a:cxn>
                    <a:cxn ang="0">
                      <a:pos x="162" y="470"/>
                    </a:cxn>
                    <a:cxn ang="0">
                      <a:pos x="212" y="402"/>
                    </a:cxn>
                    <a:cxn ang="0">
                      <a:pos x="264" y="338"/>
                    </a:cxn>
                    <a:cxn ang="0">
                      <a:pos x="292" y="308"/>
                    </a:cxn>
                    <a:cxn ang="0">
                      <a:pos x="354" y="250"/>
                    </a:cxn>
                    <a:cxn ang="0">
                      <a:pos x="426" y="194"/>
                    </a:cxn>
                    <a:cxn ang="0">
                      <a:pos x="502" y="142"/>
                    </a:cxn>
                    <a:cxn ang="0">
                      <a:pos x="646" y="60"/>
                    </a:cxn>
                    <a:cxn ang="0">
                      <a:pos x="766" y="0"/>
                    </a:cxn>
                  </a:cxnLst>
                  <a:rect l="0" t="0" r="r" b="b"/>
                  <a:pathLst>
                    <a:path w="766" h="1356">
                      <a:moveTo>
                        <a:pt x="766" y="0"/>
                      </a:moveTo>
                      <a:lnTo>
                        <a:pt x="766" y="0"/>
                      </a:lnTo>
                      <a:lnTo>
                        <a:pt x="736" y="28"/>
                      </a:lnTo>
                      <a:lnTo>
                        <a:pt x="704" y="60"/>
                      </a:lnTo>
                      <a:lnTo>
                        <a:pt x="662" y="106"/>
                      </a:lnTo>
                      <a:lnTo>
                        <a:pt x="616" y="162"/>
                      </a:lnTo>
                      <a:lnTo>
                        <a:pt x="590" y="194"/>
                      </a:lnTo>
                      <a:lnTo>
                        <a:pt x="566" y="228"/>
                      </a:lnTo>
                      <a:lnTo>
                        <a:pt x="540" y="266"/>
                      </a:lnTo>
                      <a:lnTo>
                        <a:pt x="516" y="306"/>
                      </a:lnTo>
                      <a:lnTo>
                        <a:pt x="492" y="348"/>
                      </a:lnTo>
                      <a:lnTo>
                        <a:pt x="468" y="392"/>
                      </a:lnTo>
                      <a:lnTo>
                        <a:pt x="446" y="438"/>
                      </a:lnTo>
                      <a:lnTo>
                        <a:pt x="426" y="488"/>
                      </a:lnTo>
                      <a:lnTo>
                        <a:pt x="408" y="538"/>
                      </a:lnTo>
                      <a:lnTo>
                        <a:pt x="392" y="592"/>
                      </a:lnTo>
                      <a:lnTo>
                        <a:pt x="380" y="646"/>
                      </a:lnTo>
                      <a:lnTo>
                        <a:pt x="370" y="704"/>
                      </a:lnTo>
                      <a:lnTo>
                        <a:pt x="362" y="762"/>
                      </a:lnTo>
                      <a:lnTo>
                        <a:pt x="360" y="822"/>
                      </a:lnTo>
                      <a:lnTo>
                        <a:pt x="360" y="884"/>
                      </a:lnTo>
                      <a:lnTo>
                        <a:pt x="366" y="948"/>
                      </a:lnTo>
                      <a:lnTo>
                        <a:pt x="376" y="1012"/>
                      </a:lnTo>
                      <a:lnTo>
                        <a:pt x="382" y="1044"/>
                      </a:lnTo>
                      <a:lnTo>
                        <a:pt x="390" y="1078"/>
                      </a:lnTo>
                      <a:lnTo>
                        <a:pt x="400" y="1112"/>
                      </a:lnTo>
                      <a:lnTo>
                        <a:pt x="410" y="1146"/>
                      </a:lnTo>
                      <a:lnTo>
                        <a:pt x="422" y="1180"/>
                      </a:lnTo>
                      <a:lnTo>
                        <a:pt x="436" y="1214"/>
                      </a:lnTo>
                      <a:lnTo>
                        <a:pt x="452" y="1250"/>
                      </a:lnTo>
                      <a:lnTo>
                        <a:pt x="468" y="1284"/>
                      </a:lnTo>
                      <a:lnTo>
                        <a:pt x="486" y="1320"/>
                      </a:lnTo>
                      <a:lnTo>
                        <a:pt x="508" y="1356"/>
                      </a:lnTo>
                      <a:lnTo>
                        <a:pt x="116" y="1288"/>
                      </a:lnTo>
                      <a:lnTo>
                        <a:pt x="116" y="1288"/>
                      </a:lnTo>
                      <a:lnTo>
                        <a:pt x="110" y="1286"/>
                      </a:lnTo>
                      <a:lnTo>
                        <a:pt x="96" y="1274"/>
                      </a:lnTo>
                      <a:lnTo>
                        <a:pt x="76" y="1252"/>
                      </a:lnTo>
                      <a:lnTo>
                        <a:pt x="64" y="1238"/>
                      </a:lnTo>
                      <a:lnTo>
                        <a:pt x="52" y="1220"/>
                      </a:lnTo>
                      <a:lnTo>
                        <a:pt x="40" y="1200"/>
                      </a:lnTo>
                      <a:lnTo>
                        <a:pt x="30" y="1176"/>
                      </a:lnTo>
                      <a:lnTo>
                        <a:pt x="20" y="1148"/>
                      </a:lnTo>
                      <a:lnTo>
                        <a:pt x="12" y="1118"/>
                      </a:lnTo>
                      <a:lnTo>
                        <a:pt x="6" y="1084"/>
                      </a:lnTo>
                      <a:lnTo>
                        <a:pt x="0" y="1046"/>
                      </a:lnTo>
                      <a:lnTo>
                        <a:pt x="0" y="1002"/>
                      </a:lnTo>
                      <a:lnTo>
                        <a:pt x="2" y="956"/>
                      </a:lnTo>
                      <a:lnTo>
                        <a:pt x="2" y="956"/>
                      </a:lnTo>
                      <a:lnTo>
                        <a:pt x="6" y="904"/>
                      </a:lnTo>
                      <a:lnTo>
                        <a:pt x="14" y="852"/>
                      </a:lnTo>
                      <a:lnTo>
                        <a:pt x="22" y="804"/>
                      </a:lnTo>
                      <a:lnTo>
                        <a:pt x="34" y="756"/>
                      </a:lnTo>
                      <a:lnTo>
                        <a:pt x="48" y="710"/>
                      </a:lnTo>
                      <a:lnTo>
                        <a:pt x="62" y="666"/>
                      </a:lnTo>
                      <a:lnTo>
                        <a:pt x="80" y="624"/>
                      </a:lnTo>
                      <a:lnTo>
                        <a:pt x="98" y="584"/>
                      </a:lnTo>
                      <a:lnTo>
                        <a:pt x="118" y="544"/>
                      </a:lnTo>
                      <a:lnTo>
                        <a:pt x="140" y="508"/>
                      </a:lnTo>
                      <a:lnTo>
                        <a:pt x="162" y="470"/>
                      </a:lnTo>
                      <a:lnTo>
                        <a:pt x="186" y="436"/>
                      </a:lnTo>
                      <a:lnTo>
                        <a:pt x="212" y="402"/>
                      </a:lnTo>
                      <a:lnTo>
                        <a:pt x="238" y="370"/>
                      </a:lnTo>
                      <a:lnTo>
                        <a:pt x="264" y="338"/>
                      </a:lnTo>
                      <a:lnTo>
                        <a:pt x="292" y="308"/>
                      </a:lnTo>
                      <a:lnTo>
                        <a:pt x="292" y="308"/>
                      </a:lnTo>
                      <a:lnTo>
                        <a:pt x="322" y="278"/>
                      </a:lnTo>
                      <a:lnTo>
                        <a:pt x="354" y="250"/>
                      </a:lnTo>
                      <a:lnTo>
                        <a:pt x="390" y="220"/>
                      </a:lnTo>
                      <a:lnTo>
                        <a:pt x="426" y="194"/>
                      </a:lnTo>
                      <a:lnTo>
                        <a:pt x="464" y="168"/>
                      </a:lnTo>
                      <a:lnTo>
                        <a:pt x="502" y="142"/>
                      </a:lnTo>
                      <a:lnTo>
                        <a:pt x="578" y="98"/>
                      </a:lnTo>
                      <a:lnTo>
                        <a:pt x="646" y="60"/>
                      </a:lnTo>
                      <a:lnTo>
                        <a:pt x="704" y="30"/>
                      </a:lnTo>
                      <a:lnTo>
                        <a:pt x="766" y="0"/>
                      </a:lnTo>
                      <a:lnTo>
                        <a:pt x="766" y="0"/>
                      </a:lnTo>
                      <a:close/>
                    </a:path>
                  </a:pathLst>
                </a:custGeom>
                <a:solidFill>
                  <a:srgbClr val="FFBF53"/>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15" name="모서리가 둥근 직사각형 236"/>
                <p:cNvSpPr/>
                <p:nvPr/>
              </p:nvSpPr>
              <p:spPr bwMode="auto">
                <a:xfrm>
                  <a:off x="3670" y="3680"/>
                  <a:ext cx="4848" cy="4783"/>
                </a:xfrm>
                <a:prstGeom prst="roundRect">
                  <a:avLst>
                    <a:gd name="adj" fmla="val 5110"/>
                  </a:avLst>
                </a:prstGeom>
                <a:solidFill>
                  <a:schemeClr val="bg1">
                    <a:lumMod val="95000"/>
                  </a:schemeClr>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16" name="Freeform 49"/>
                <p:cNvSpPr/>
                <p:nvPr/>
              </p:nvSpPr>
              <p:spPr bwMode="auto">
                <a:xfrm rot="7202387">
                  <a:off x="3991" y="3286"/>
                  <a:ext cx="2918" cy="1660"/>
                </a:xfrm>
                <a:custGeom>
                  <a:avLst/>
                  <a:gdLst/>
                  <a:ahLst/>
                  <a:cxnLst>
                    <a:cxn ang="0">
                      <a:pos x="1440" y="656"/>
                    </a:cxn>
                    <a:cxn ang="0">
                      <a:pos x="1416" y="558"/>
                    </a:cxn>
                    <a:cxn ang="0">
                      <a:pos x="1370" y="444"/>
                    </a:cxn>
                    <a:cxn ang="0">
                      <a:pos x="1326" y="374"/>
                    </a:cxn>
                    <a:cxn ang="0">
                      <a:pos x="1266" y="306"/>
                    </a:cxn>
                    <a:cxn ang="0">
                      <a:pos x="1192" y="246"/>
                    </a:cxn>
                    <a:cxn ang="0">
                      <a:pos x="1098" y="200"/>
                    </a:cxn>
                    <a:cxn ang="0">
                      <a:pos x="982" y="174"/>
                    </a:cxn>
                    <a:cxn ang="0">
                      <a:pos x="894" y="168"/>
                    </a:cxn>
                    <a:cxn ang="0">
                      <a:pos x="432" y="230"/>
                    </a:cxn>
                    <a:cxn ang="0">
                      <a:pos x="386" y="236"/>
                    </a:cxn>
                    <a:cxn ang="0">
                      <a:pos x="276" y="238"/>
                    </a:cxn>
                    <a:cxn ang="0">
                      <a:pos x="178" y="220"/>
                    </a:cxn>
                    <a:cxn ang="0">
                      <a:pos x="82" y="174"/>
                    </a:cxn>
                    <a:cxn ang="0">
                      <a:pos x="42" y="136"/>
                    </a:cxn>
                    <a:cxn ang="0">
                      <a:pos x="24" y="116"/>
                    </a:cxn>
                    <a:cxn ang="0">
                      <a:pos x="10" y="80"/>
                    </a:cxn>
                    <a:cxn ang="0">
                      <a:pos x="0" y="0"/>
                    </a:cxn>
                    <a:cxn ang="0">
                      <a:pos x="2" y="42"/>
                    </a:cxn>
                    <a:cxn ang="0">
                      <a:pos x="22" y="152"/>
                    </a:cxn>
                    <a:cxn ang="0">
                      <a:pos x="74" y="284"/>
                    </a:cxn>
                    <a:cxn ang="0">
                      <a:pos x="126" y="378"/>
                    </a:cxn>
                    <a:cxn ang="0">
                      <a:pos x="198" y="478"/>
                    </a:cxn>
                    <a:cxn ang="0">
                      <a:pos x="294" y="586"/>
                    </a:cxn>
                    <a:cxn ang="0">
                      <a:pos x="418" y="696"/>
                    </a:cxn>
                    <a:cxn ang="0">
                      <a:pos x="570" y="806"/>
                    </a:cxn>
                    <a:cxn ang="0">
                      <a:pos x="614" y="834"/>
                    </a:cxn>
                    <a:cxn ang="0">
                      <a:pos x="732" y="892"/>
                    </a:cxn>
                    <a:cxn ang="0">
                      <a:pos x="854" y="934"/>
                    </a:cxn>
                    <a:cxn ang="0">
                      <a:pos x="990" y="958"/>
                    </a:cxn>
                    <a:cxn ang="0">
                      <a:pos x="1086" y="954"/>
                    </a:cxn>
                    <a:cxn ang="0">
                      <a:pos x="1152" y="936"/>
                    </a:cxn>
                    <a:cxn ang="0">
                      <a:pos x="1252" y="892"/>
                    </a:cxn>
                    <a:cxn ang="0">
                      <a:pos x="1340" y="836"/>
                    </a:cxn>
                    <a:cxn ang="0">
                      <a:pos x="1430" y="754"/>
                    </a:cxn>
                    <a:cxn ang="0">
                      <a:pos x="1444" y="744"/>
                    </a:cxn>
                    <a:cxn ang="0">
                      <a:pos x="1488" y="734"/>
                    </a:cxn>
                    <a:cxn ang="0">
                      <a:pos x="1562" y="734"/>
                    </a:cxn>
                    <a:cxn ang="0">
                      <a:pos x="1630" y="736"/>
                    </a:cxn>
                    <a:cxn ang="0">
                      <a:pos x="1664" y="742"/>
                    </a:cxn>
                    <a:cxn ang="0">
                      <a:pos x="1680" y="732"/>
                    </a:cxn>
                    <a:cxn ang="0">
                      <a:pos x="1684" y="700"/>
                    </a:cxn>
                    <a:cxn ang="0">
                      <a:pos x="1680" y="684"/>
                    </a:cxn>
                    <a:cxn ang="0">
                      <a:pos x="1668" y="670"/>
                    </a:cxn>
                    <a:cxn ang="0">
                      <a:pos x="1654" y="668"/>
                    </a:cxn>
                    <a:cxn ang="0">
                      <a:pos x="1624" y="688"/>
                    </a:cxn>
                    <a:cxn ang="0">
                      <a:pos x="1600" y="696"/>
                    </a:cxn>
                    <a:cxn ang="0">
                      <a:pos x="1544" y="696"/>
                    </a:cxn>
                    <a:cxn ang="0">
                      <a:pos x="1506" y="694"/>
                    </a:cxn>
                    <a:cxn ang="0">
                      <a:pos x="1458" y="688"/>
                    </a:cxn>
                    <a:cxn ang="0">
                      <a:pos x="1444" y="678"/>
                    </a:cxn>
                  </a:cxnLst>
                  <a:rect l="0" t="0" r="r" b="b"/>
                  <a:pathLst>
                    <a:path w="1684" h="958">
                      <a:moveTo>
                        <a:pt x="1444" y="678"/>
                      </a:moveTo>
                      <a:lnTo>
                        <a:pt x="1444" y="678"/>
                      </a:lnTo>
                      <a:lnTo>
                        <a:pt x="1440" y="656"/>
                      </a:lnTo>
                      <a:lnTo>
                        <a:pt x="1436" y="630"/>
                      </a:lnTo>
                      <a:lnTo>
                        <a:pt x="1428" y="598"/>
                      </a:lnTo>
                      <a:lnTo>
                        <a:pt x="1416" y="558"/>
                      </a:lnTo>
                      <a:lnTo>
                        <a:pt x="1402" y="514"/>
                      </a:lnTo>
                      <a:lnTo>
                        <a:pt x="1382" y="468"/>
                      </a:lnTo>
                      <a:lnTo>
                        <a:pt x="1370" y="444"/>
                      </a:lnTo>
                      <a:lnTo>
                        <a:pt x="1356" y="420"/>
                      </a:lnTo>
                      <a:lnTo>
                        <a:pt x="1342" y="396"/>
                      </a:lnTo>
                      <a:lnTo>
                        <a:pt x="1326" y="374"/>
                      </a:lnTo>
                      <a:lnTo>
                        <a:pt x="1308" y="350"/>
                      </a:lnTo>
                      <a:lnTo>
                        <a:pt x="1288" y="328"/>
                      </a:lnTo>
                      <a:lnTo>
                        <a:pt x="1266" y="306"/>
                      </a:lnTo>
                      <a:lnTo>
                        <a:pt x="1244" y="284"/>
                      </a:lnTo>
                      <a:lnTo>
                        <a:pt x="1218" y="264"/>
                      </a:lnTo>
                      <a:lnTo>
                        <a:pt x="1192" y="246"/>
                      </a:lnTo>
                      <a:lnTo>
                        <a:pt x="1162" y="228"/>
                      </a:lnTo>
                      <a:lnTo>
                        <a:pt x="1130" y="214"/>
                      </a:lnTo>
                      <a:lnTo>
                        <a:pt x="1098" y="200"/>
                      </a:lnTo>
                      <a:lnTo>
                        <a:pt x="1062" y="190"/>
                      </a:lnTo>
                      <a:lnTo>
                        <a:pt x="1024" y="180"/>
                      </a:lnTo>
                      <a:lnTo>
                        <a:pt x="982" y="174"/>
                      </a:lnTo>
                      <a:lnTo>
                        <a:pt x="940" y="170"/>
                      </a:lnTo>
                      <a:lnTo>
                        <a:pt x="894" y="168"/>
                      </a:lnTo>
                      <a:lnTo>
                        <a:pt x="894" y="168"/>
                      </a:lnTo>
                      <a:lnTo>
                        <a:pt x="730" y="188"/>
                      </a:lnTo>
                      <a:lnTo>
                        <a:pt x="580" y="208"/>
                      </a:lnTo>
                      <a:lnTo>
                        <a:pt x="432" y="230"/>
                      </a:lnTo>
                      <a:lnTo>
                        <a:pt x="432" y="230"/>
                      </a:lnTo>
                      <a:lnTo>
                        <a:pt x="420" y="232"/>
                      </a:lnTo>
                      <a:lnTo>
                        <a:pt x="386" y="236"/>
                      </a:lnTo>
                      <a:lnTo>
                        <a:pt x="336" y="238"/>
                      </a:lnTo>
                      <a:lnTo>
                        <a:pt x="308" y="238"/>
                      </a:lnTo>
                      <a:lnTo>
                        <a:pt x="276" y="238"/>
                      </a:lnTo>
                      <a:lnTo>
                        <a:pt x="244" y="234"/>
                      </a:lnTo>
                      <a:lnTo>
                        <a:pt x="212" y="228"/>
                      </a:lnTo>
                      <a:lnTo>
                        <a:pt x="178" y="220"/>
                      </a:lnTo>
                      <a:lnTo>
                        <a:pt x="144" y="208"/>
                      </a:lnTo>
                      <a:lnTo>
                        <a:pt x="112" y="194"/>
                      </a:lnTo>
                      <a:lnTo>
                        <a:pt x="82" y="174"/>
                      </a:lnTo>
                      <a:lnTo>
                        <a:pt x="68" y="162"/>
                      </a:lnTo>
                      <a:lnTo>
                        <a:pt x="54" y="150"/>
                      </a:lnTo>
                      <a:lnTo>
                        <a:pt x="42" y="136"/>
                      </a:lnTo>
                      <a:lnTo>
                        <a:pt x="30" y="122"/>
                      </a:lnTo>
                      <a:lnTo>
                        <a:pt x="30" y="122"/>
                      </a:lnTo>
                      <a:lnTo>
                        <a:pt x="24" y="116"/>
                      </a:lnTo>
                      <a:lnTo>
                        <a:pt x="20" y="108"/>
                      </a:lnTo>
                      <a:lnTo>
                        <a:pt x="14" y="96"/>
                      </a:lnTo>
                      <a:lnTo>
                        <a:pt x="10" y="80"/>
                      </a:lnTo>
                      <a:lnTo>
                        <a:pt x="4" y="58"/>
                      </a:lnTo>
                      <a:lnTo>
                        <a:pt x="2" y="32"/>
                      </a:lnTo>
                      <a:lnTo>
                        <a:pt x="0" y="0"/>
                      </a:lnTo>
                      <a:lnTo>
                        <a:pt x="0" y="0"/>
                      </a:lnTo>
                      <a:lnTo>
                        <a:pt x="0" y="20"/>
                      </a:lnTo>
                      <a:lnTo>
                        <a:pt x="2" y="42"/>
                      </a:lnTo>
                      <a:lnTo>
                        <a:pt x="4" y="72"/>
                      </a:lnTo>
                      <a:lnTo>
                        <a:pt x="12" y="108"/>
                      </a:lnTo>
                      <a:lnTo>
                        <a:pt x="22" y="152"/>
                      </a:lnTo>
                      <a:lnTo>
                        <a:pt x="38" y="200"/>
                      </a:lnTo>
                      <a:lnTo>
                        <a:pt x="60" y="256"/>
                      </a:lnTo>
                      <a:lnTo>
                        <a:pt x="74" y="284"/>
                      </a:lnTo>
                      <a:lnTo>
                        <a:pt x="90" y="314"/>
                      </a:lnTo>
                      <a:lnTo>
                        <a:pt x="106" y="346"/>
                      </a:lnTo>
                      <a:lnTo>
                        <a:pt x="126" y="378"/>
                      </a:lnTo>
                      <a:lnTo>
                        <a:pt x="148" y="410"/>
                      </a:lnTo>
                      <a:lnTo>
                        <a:pt x="172" y="444"/>
                      </a:lnTo>
                      <a:lnTo>
                        <a:pt x="198" y="478"/>
                      </a:lnTo>
                      <a:lnTo>
                        <a:pt x="228" y="514"/>
                      </a:lnTo>
                      <a:lnTo>
                        <a:pt x="260" y="550"/>
                      </a:lnTo>
                      <a:lnTo>
                        <a:pt x="294" y="586"/>
                      </a:lnTo>
                      <a:lnTo>
                        <a:pt x="332" y="622"/>
                      </a:lnTo>
                      <a:lnTo>
                        <a:pt x="374" y="658"/>
                      </a:lnTo>
                      <a:lnTo>
                        <a:pt x="418" y="696"/>
                      </a:lnTo>
                      <a:lnTo>
                        <a:pt x="464" y="732"/>
                      </a:lnTo>
                      <a:lnTo>
                        <a:pt x="516" y="770"/>
                      </a:lnTo>
                      <a:lnTo>
                        <a:pt x="570" y="806"/>
                      </a:lnTo>
                      <a:lnTo>
                        <a:pt x="570" y="806"/>
                      </a:lnTo>
                      <a:lnTo>
                        <a:pt x="582" y="814"/>
                      </a:lnTo>
                      <a:lnTo>
                        <a:pt x="614" y="834"/>
                      </a:lnTo>
                      <a:lnTo>
                        <a:pt x="666" y="862"/>
                      </a:lnTo>
                      <a:lnTo>
                        <a:pt x="698" y="876"/>
                      </a:lnTo>
                      <a:lnTo>
                        <a:pt x="732" y="892"/>
                      </a:lnTo>
                      <a:lnTo>
                        <a:pt x="770" y="908"/>
                      </a:lnTo>
                      <a:lnTo>
                        <a:pt x="810" y="922"/>
                      </a:lnTo>
                      <a:lnTo>
                        <a:pt x="854" y="934"/>
                      </a:lnTo>
                      <a:lnTo>
                        <a:pt x="898" y="944"/>
                      </a:lnTo>
                      <a:lnTo>
                        <a:pt x="944" y="952"/>
                      </a:lnTo>
                      <a:lnTo>
                        <a:pt x="990" y="958"/>
                      </a:lnTo>
                      <a:lnTo>
                        <a:pt x="1038" y="958"/>
                      </a:lnTo>
                      <a:lnTo>
                        <a:pt x="1086" y="954"/>
                      </a:lnTo>
                      <a:lnTo>
                        <a:pt x="1086" y="954"/>
                      </a:lnTo>
                      <a:lnTo>
                        <a:pt x="1094" y="952"/>
                      </a:lnTo>
                      <a:lnTo>
                        <a:pt x="1116" y="948"/>
                      </a:lnTo>
                      <a:lnTo>
                        <a:pt x="1152" y="936"/>
                      </a:lnTo>
                      <a:lnTo>
                        <a:pt x="1198" y="918"/>
                      </a:lnTo>
                      <a:lnTo>
                        <a:pt x="1224" y="906"/>
                      </a:lnTo>
                      <a:lnTo>
                        <a:pt x="1252" y="892"/>
                      </a:lnTo>
                      <a:lnTo>
                        <a:pt x="1280" y="876"/>
                      </a:lnTo>
                      <a:lnTo>
                        <a:pt x="1310" y="856"/>
                      </a:lnTo>
                      <a:lnTo>
                        <a:pt x="1340" y="836"/>
                      </a:lnTo>
                      <a:lnTo>
                        <a:pt x="1370" y="810"/>
                      </a:lnTo>
                      <a:lnTo>
                        <a:pt x="1400" y="784"/>
                      </a:lnTo>
                      <a:lnTo>
                        <a:pt x="1430" y="754"/>
                      </a:lnTo>
                      <a:lnTo>
                        <a:pt x="1430" y="754"/>
                      </a:lnTo>
                      <a:lnTo>
                        <a:pt x="1434" y="750"/>
                      </a:lnTo>
                      <a:lnTo>
                        <a:pt x="1444" y="744"/>
                      </a:lnTo>
                      <a:lnTo>
                        <a:pt x="1462" y="738"/>
                      </a:lnTo>
                      <a:lnTo>
                        <a:pt x="1474" y="736"/>
                      </a:lnTo>
                      <a:lnTo>
                        <a:pt x="1488" y="734"/>
                      </a:lnTo>
                      <a:lnTo>
                        <a:pt x="1488" y="734"/>
                      </a:lnTo>
                      <a:lnTo>
                        <a:pt x="1518" y="734"/>
                      </a:lnTo>
                      <a:lnTo>
                        <a:pt x="1562" y="734"/>
                      </a:lnTo>
                      <a:lnTo>
                        <a:pt x="1604" y="734"/>
                      </a:lnTo>
                      <a:lnTo>
                        <a:pt x="1630" y="736"/>
                      </a:lnTo>
                      <a:lnTo>
                        <a:pt x="1630" y="736"/>
                      </a:lnTo>
                      <a:lnTo>
                        <a:pt x="1646" y="742"/>
                      </a:lnTo>
                      <a:lnTo>
                        <a:pt x="1658" y="744"/>
                      </a:lnTo>
                      <a:lnTo>
                        <a:pt x="1664" y="742"/>
                      </a:lnTo>
                      <a:lnTo>
                        <a:pt x="1668" y="740"/>
                      </a:lnTo>
                      <a:lnTo>
                        <a:pt x="1680" y="732"/>
                      </a:lnTo>
                      <a:lnTo>
                        <a:pt x="1680" y="732"/>
                      </a:lnTo>
                      <a:lnTo>
                        <a:pt x="1684" y="728"/>
                      </a:lnTo>
                      <a:lnTo>
                        <a:pt x="1684" y="722"/>
                      </a:lnTo>
                      <a:lnTo>
                        <a:pt x="1684" y="700"/>
                      </a:lnTo>
                      <a:lnTo>
                        <a:pt x="1684" y="700"/>
                      </a:lnTo>
                      <a:lnTo>
                        <a:pt x="1684" y="690"/>
                      </a:lnTo>
                      <a:lnTo>
                        <a:pt x="1680" y="684"/>
                      </a:lnTo>
                      <a:lnTo>
                        <a:pt x="1676" y="678"/>
                      </a:lnTo>
                      <a:lnTo>
                        <a:pt x="1672" y="672"/>
                      </a:lnTo>
                      <a:lnTo>
                        <a:pt x="1668" y="670"/>
                      </a:lnTo>
                      <a:lnTo>
                        <a:pt x="1662" y="668"/>
                      </a:lnTo>
                      <a:lnTo>
                        <a:pt x="1658" y="666"/>
                      </a:lnTo>
                      <a:lnTo>
                        <a:pt x="1654" y="668"/>
                      </a:lnTo>
                      <a:lnTo>
                        <a:pt x="1654" y="668"/>
                      </a:lnTo>
                      <a:lnTo>
                        <a:pt x="1636" y="680"/>
                      </a:lnTo>
                      <a:lnTo>
                        <a:pt x="1624" y="688"/>
                      </a:lnTo>
                      <a:lnTo>
                        <a:pt x="1624" y="688"/>
                      </a:lnTo>
                      <a:lnTo>
                        <a:pt x="1618" y="690"/>
                      </a:lnTo>
                      <a:lnTo>
                        <a:pt x="1600" y="696"/>
                      </a:lnTo>
                      <a:lnTo>
                        <a:pt x="1586" y="696"/>
                      </a:lnTo>
                      <a:lnTo>
                        <a:pt x="1568" y="698"/>
                      </a:lnTo>
                      <a:lnTo>
                        <a:pt x="1544" y="696"/>
                      </a:lnTo>
                      <a:lnTo>
                        <a:pt x="1516" y="694"/>
                      </a:lnTo>
                      <a:lnTo>
                        <a:pt x="1516" y="694"/>
                      </a:lnTo>
                      <a:lnTo>
                        <a:pt x="1506" y="694"/>
                      </a:lnTo>
                      <a:lnTo>
                        <a:pt x="1484" y="692"/>
                      </a:lnTo>
                      <a:lnTo>
                        <a:pt x="1470" y="690"/>
                      </a:lnTo>
                      <a:lnTo>
                        <a:pt x="1458" y="688"/>
                      </a:lnTo>
                      <a:lnTo>
                        <a:pt x="1448" y="684"/>
                      </a:lnTo>
                      <a:lnTo>
                        <a:pt x="1444" y="678"/>
                      </a:lnTo>
                      <a:lnTo>
                        <a:pt x="1444" y="678"/>
                      </a:lnTo>
                      <a:close/>
                    </a:path>
                  </a:pathLst>
                </a:custGeom>
                <a:solidFill>
                  <a:srgbClr val="FFBF53"/>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17" name="Freeform 49"/>
                <p:cNvSpPr/>
                <p:nvPr/>
              </p:nvSpPr>
              <p:spPr bwMode="auto">
                <a:xfrm rot="14549685">
                  <a:off x="6984" y="6111"/>
                  <a:ext cx="2918" cy="1660"/>
                </a:xfrm>
                <a:custGeom>
                  <a:avLst/>
                  <a:gdLst/>
                  <a:ahLst/>
                  <a:cxnLst>
                    <a:cxn ang="0">
                      <a:pos x="1440" y="656"/>
                    </a:cxn>
                    <a:cxn ang="0">
                      <a:pos x="1416" y="558"/>
                    </a:cxn>
                    <a:cxn ang="0">
                      <a:pos x="1370" y="444"/>
                    </a:cxn>
                    <a:cxn ang="0">
                      <a:pos x="1326" y="374"/>
                    </a:cxn>
                    <a:cxn ang="0">
                      <a:pos x="1266" y="306"/>
                    </a:cxn>
                    <a:cxn ang="0">
                      <a:pos x="1192" y="246"/>
                    </a:cxn>
                    <a:cxn ang="0">
                      <a:pos x="1098" y="200"/>
                    </a:cxn>
                    <a:cxn ang="0">
                      <a:pos x="982" y="174"/>
                    </a:cxn>
                    <a:cxn ang="0">
                      <a:pos x="894" y="168"/>
                    </a:cxn>
                    <a:cxn ang="0">
                      <a:pos x="432" y="230"/>
                    </a:cxn>
                    <a:cxn ang="0">
                      <a:pos x="386" y="236"/>
                    </a:cxn>
                    <a:cxn ang="0">
                      <a:pos x="276" y="238"/>
                    </a:cxn>
                    <a:cxn ang="0">
                      <a:pos x="178" y="220"/>
                    </a:cxn>
                    <a:cxn ang="0">
                      <a:pos x="82" y="174"/>
                    </a:cxn>
                    <a:cxn ang="0">
                      <a:pos x="42" y="136"/>
                    </a:cxn>
                    <a:cxn ang="0">
                      <a:pos x="24" y="116"/>
                    </a:cxn>
                    <a:cxn ang="0">
                      <a:pos x="10" y="80"/>
                    </a:cxn>
                    <a:cxn ang="0">
                      <a:pos x="0" y="0"/>
                    </a:cxn>
                    <a:cxn ang="0">
                      <a:pos x="2" y="42"/>
                    </a:cxn>
                    <a:cxn ang="0">
                      <a:pos x="22" y="152"/>
                    </a:cxn>
                    <a:cxn ang="0">
                      <a:pos x="74" y="284"/>
                    </a:cxn>
                    <a:cxn ang="0">
                      <a:pos x="126" y="378"/>
                    </a:cxn>
                    <a:cxn ang="0">
                      <a:pos x="198" y="478"/>
                    </a:cxn>
                    <a:cxn ang="0">
                      <a:pos x="294" y="586"/>
                    </a:cxn>
                    <a:cxn ang="0">
                      <a:pos x="418" y="696"/>
                    </a:cxn>
                    <a:cxn ang="0">
                      <a:pos x="570" y="806"/>
                    </a:cxn>
                    <a:cxn ang="0">
                      <a:pos x="614" y="834"/>
                    </a:cxn>
                    <a:cxn ang="0">
                      <a:pos x="732" y="892"/>
                    </a:cxn>
                    <a:cxn ang="0">
                      <a:pos x="854" y="934"/>
                    </a:cxn>
                    <a:cxn ang="0">
                      <a:pos x="990" y="958"/>
                    </a:cxn>
                    <a:cxn ang="0">
                      <a:pos x="1086" y="954"/>
                    </a:cxn>
                    <a:cxn ang="0">
                      <a:pos x="1152" y="936"/>
                    </a:cxn>
                    <a:cxn ang="0">
                      <a:pos x="1252" y="892"/>
                    </a:cxn>
                    <a:cxn ang="0">
                      <a:pos x="1340" y="836"/>
                    </a:cxn>
                    <a:cxn ang="0">
                      <a:pos x="1430" y="754"/>
                    </a:cxn>
                    <a:cxn ang="0">
                      <a:pos x="1444" y="744"/>
                    </a:cxn>
                    <a:cxn ang="0">
                      <a:pos x="1488" y="734"/>
                    </a:cxn>
                    <a:cxn ang="0">
                      <a:pos x="1562" y="734"/>
                    </a:cxn>
                    <a:cxn ang="0">
                      <a:pos x="1630" y="736"/>
                    </a:cxn>
                    <a:cxn ang="0">
                      <a:pos x="1664" y="742"/>
                    </a:cxn>
                    <a:cxn ang="0">
                      <a:pos x="1680" y="732"/>
                    </a:cxn>
                    <a:cxn ang="0">
                      <a:pos x="1684" y="700"/>
                    </a:cxn>
                    <a:cxn ang="0">
                      <a:pos x="1680" y="684"/>
                    </a:cxn>
                    <a:cxn ang="0">
                      <a:pos x="1668" y="670"/>
                    </a:cxn>
                    <a:cxn ang="0">
                      <a:pos x="1654" y="668"/>
                    </a:cxn>
                    <a:cxn ang="0">
                      <a:pos x="1624" y="688"/>
                    </a:cxn>
                    <a:cxn ang="0">
                      <a:pos x="1600" y="696"/>
                    </a:cxn>
                    <a:cxn ang="0">
                      <a:pos x="1544" y="696"/>
                    </a:cxn>
                    <a:cxn ang="0">
                      <a:pos x="1506" y="694"/>
                    </a:cxn>
                    <a:cxn ang="0">
                      <a:pos x="1458" y="688"/>
                    </a:cxn>
                    <a:cxn ang="0">
                      <a:pos x="1444" y="678"/>
                    </a:cxn>
                  </a:cxnLst>
                  <a:rect l="0" t="0" r="r" b="b"/>
                  <a:pathLst>
                    <a:path w="1684" h="958">
                      <a:moveTo>
                        <a:pt x="1444" y="678"/>
                      </a:moveTo>
                      <a:lnTo>
                        <a:pt x="1444" y="678"/>
                      </a:lnTo>
                      <a:lnTo>
                        <a:pt x="1440" y="656"/>
                      </a:lnTo>
                      <a:lnTo>
                        <a:pt x="1436" y="630"/>
                      </a:lnTo>
                      <a:lnTo>
                        <a:pt x="1428" y="598"/>
                      </a:lnTo>
                      <a:lnTo>
                        <a:pt x="1416" y="558"/>
                      </a:lnTo>
                      <a:lnTo>
                        <a:pt x="1402" y="514"/>
                      </a:lnTo>
                      <a:lnTo>
                        <a:pt x="1382" y="468"/>
                      </a:lnTo>
                      <a:lnTo>
                        <a:pt x="1370" y="444"/>
                      </a:lnTo>
                      <a:lnTo>
                        <a:pt x="1356" y="420"/>
                      </a:lnTo>
                      <a:lnTo>
                        <a:pt x="1342" y="396"/>
                      </a:lnTo>
                      <a:lnTo>
                        <a:pt x="1326" y="374"/>
                      </a:lnTo>
                      <a:lnTo>
                        <a:pt x="1308" y="350"/>
                      </a:lnTo>
                      <a:lnTo>
                        <a:pt x="1288" y="328"/>
                      </a:lnTo>
                      <a:lnTo>
                        <a:pt x="1266" y="306"/>
                      </a:lnTo>
                      <a:lnTo>
                        <a:pt x="1244" y="284"/>
                      </a:lnTo>
                      <a:lnTo>
                        <a:pt x="1218" y="264"/>
                      </a:lnTo>
                      <a:lnTo>
                        <a:pt x="1192" y="246"/>
                      </a:lnTo>
                      <a:lnTo>
                        <a:pt x="1162" y="228"/>
                      </a:lnTo>
                      <a:lnTo>
                        <a:pt x="1130" y="214"/>
                      </a:lnTo>
                      <a:lnTo>
                        <a:pt x="1098" y="200"/>
                      </a:lnTo>
                      <a:lnTo>
                        <a:pt x="1062" y="190"/>
                      </a:lnTo>
                      <a:lnTo>
                        <a:pt x="1024" y="180"/>
                      </a:lnTo>
                      <a:lnTo>
                        <a:pt x="982" y="174"/>
                      </a:lnTo>
                      <a:lnTo>
                        <a:pt x="940" y="170"/>
                      </a:lnTo>
                      <a:lnTo>
                        <a:pt x="894" y="168"/>
                      </a:lnTo>
                      <a:lnTo>
                        <a:pt x="894" y="168"/>
                      </a:lnTo>
                      <a:lnTo>
                        <a:pt x="730" y="188"/>
                      </a:lnTo>
                      <a:lnTo>
                        <a:pt x="580" y="208"/>
                      </a:lnTo>
                      <a:lnTo>
                        <a:pt x="432" y="230"/>
                      </a:lnTo>
                      <a:lnTo>
                        <a:pt x="432" y="230"/>
                      </a:lnTo>
                      <a:lnTo>
                        <a:pt x="420" y="232"/>
                      </a:lnTo>
                      <a:lnTo>
                        <a:pt x="386" y="236"/>
                      </a:lnTo>
                      <a:lnTo>
                        <a:pt x="336" y="238"/>
                      </a:lnTo>
                      <a:lnTo>
                        <a:pt x="308" y="238"/>
                      </a:lnTo>
                      <a:lnTo>
                        <a:pt x="276" y="238"/>
                      </a:lnTo>
                      <a:lnTo>
                        <a:pt x="244" y="234"/>
                      </a:lnTo>
                      <a:lnTo>
                        <a:pt x="212" y="228"/>
                      </a:lnTo>
                      <a:lnTo>
                        <a:pt x="178" y="220"/>
                      </a:lnTo>
                      <a:lnTo>
                        <a:pt x="144" y="208"/>
                      </a:lnTo>
                      <a:lnTo>
                        <a:pt x="112" y="194"/>
                      </a:lnTo>
                      <a:lnTo>
                        <a:pt x="82" y="174"/>
                      </a:lnTo>
                      <a:lnTo>
                        <a:pt x="68" y="162"/>
                      </a:lnTo>
                      <a:lnTo>
                        <a:pt x="54" y="150"/>
                      </a:lnTo>
                      <a:lnTo>
                        <a:pt x="42" y="136"/>
                      </a:lnTo>
                      <a:lnTo>
                        <a:pt x="30" y="122"/>
                      </a:lnTo>
                      <a:lnTo>
                        <a:pt x="30" y="122"/>
                      </a:lnTo>
                      <a:lnTo>
                        <a:pt x="24" y="116"/>
                      </a:lnTo>
                      <a:lnTo>
                        <a:pt x="20" y="108"/>
                      </a:lnTo>
                      <a:lnTo>
                        <a:pt x="14" y="96"/>
                      </a:lnTo>
                      <a:lnTo>
                        <a:pt x="10" y="80"/>
                      </a:lnTo>
                      <a:lnTo>
                        <a:pt x="4" y="58"/>
                      </a:lnTo>
                      <a:lnTo>
                        <a:pt x="2" y="32"/>
                      </a:lnTo>
                      <a:lnTo>
                        <a:pt x="0" y="0"/>
                      </a:lnTo>
                      <a:lnTo>
                        <a:pt x="0" y="0"/>
                      </a:lnTo>
                      <a:lnTo>
                        <a:pt x="0" y="20"/>
                      </a:lnTo>
                      <a:lnTo>
                        <a:pt x="2" y="42"/>
                      </a:lnTo>
                      <a:lnTo>
                        <a:pt x="4" y="72"/>
                      </a:lnTo>
                      <a:lnTo>
                        <a:pt x="12" y="108"/>
                      </a:lnTo>
                      <a:lnTo>
                        <a:pt x="22" y="152"/>
                      </a:lnTo>
                      <a:lnTo>
                        <a:pt x="38" y="200"/>
                      </a:lnTo>
                      <a:lnTo>
                        <a:pt x="60" y="256"/>
                      </a:lnTo>
                      <a:lnTo>
                        <a:pt x="74" y="284"/>
                      </a:lnTo>
                      <a:lnTo>
                        <a:pt x="90" y="314"/>
                      </a:lnTo>
                      <a:lnTo>
                        <a:pt x="106" y="346"/>
                      </a:lnTo>
                      <a:lnTo>
                        <a:pt x="126" y="378"/>
                      </a:lnTo>
                      <a:lnTo>
                        <a:pt x="148" y="410"/>
                      </a:lnTo>
                      <a:lnTo>
                        <a:pt x="172" y="444"/>
                      </a:lnTo>
                      <a:lnTo>
                        <a:pt x="198" y="478"/>
                      </a:lnTo>
                      <a:lnTo>
                        <a:pt x="228" y="514"/>
                      </a:lnTo>
                      <a:lnTo>
                        <a:pt x="260" y="550"/>
                      </a:lnTo>
                      <a:lnTo>
                        <a:pt x="294" y="586"/>
                      </a:lnTo>
                      <a:lnTo>
                        <a:pt x="332" y="622"/>
                      </a:lnTo>
                      <a:lnTo>
                        <a:pt x="374" y="658"/>
                      </a:lnTo>
                      <a:lnTo>
                        <a:pt x="418" y="696"/>
                      </a:lnTo>
                      <a:lnTo>
                        <a:pt x="464" y="732"/>
                      </a:lnTo>
                      <a:lnTo>
                        <a:pt x="516" y="770"/>
                      </a:lnTo>
                      <a:lnTo>
                        <a:pt x="570" y="806"/>
                      </a:lnTo>
                      <a:lnTo>
                        <a:pt x="570" y="806"/>
                      </a:lnTo>
                      <a:lnTo>
                        <a:pt x="582" y="814"/>
                      </a:lnTo>
                      <a:lnTo>
                        <a:pt x="614" y="834"/>
                      </a:lnTo>
                      <a:lnTo>
                        <a:pt x="666" y="862"/>
                      </a:lnTo>
                      <a:lnTo>
                        <a:pt x="698" y="876"/>
                      </a:lnTo>
                      <a:lnTo>
                        <a:pt x="732" y="892"/>
                      </a:lnTo>
                      <a:lnTo>
                        <a:pt x="770" y="908"/>
                      </a:lnTo>
                      <a:lnTo>
                        <a:pt x="810" y="922"/>
                      </a:lnTo>
                      <a:lnTo>
                        <a:pt x="854" y="934"/>
                      </a:lnTo>
                      <a:lnTo>
                        <a:pt x="898" y="944"/>
                      </a:lnTo>
                      <a:lnTo>
                        <a:pt x="944" y="952"/>
                      </a:lnTo>
                      <a:lnTo>
                        <a:pt x="990" y="958"/>
                      </a:lnTo>
                      <a:lnTo>
                        <a:pt x="1038" y="958"/>
                      </a:lnTo>
                      <a:lnTo>
                        <a:pt x="1086" y="954"/>
                      </a:lnTo>
                      <a:lnTo>
                        <a:pt x="1086" y="954"/>
                      </a:lnTo>
                      <a:lnTo>
                        <a:pt x="1094" y="952"/>
                      </a:lnTo>
                      <a:lnTo>
                        <a:pt x="1116" y="948"/>
                      </a:lnTo>
                      <a:lnTo>
                        <a:pt x="1152" y="936"/>
                      </a:lnTo>
                      <a:lnTo>
                        <a:pt x="1198" y="918"/>
                      </a:lnTo>
                      <a:lnTo>
                        <a:pt x="1224" y="906"/>
                      </a:lnTo>
                      <a:lnTo>
                        <a:pt x="1252" y="892"/>
                      </a:lnTo>
                      <a:lnTo>
                        <a:pt x="1280" y="876"/>
                      </a:lnTo>
                      <a:lnTo>
                        <a:pt x="1310" y="856"/>
                      </a:lnTo>
                      <a:lnTo>
                        <a:pt x="1340" y="836"/>
                      </a:lnTo>
                      <a:lnTo>
                        <a:pt x="1370" y="810"/>
                      </a:lnTo>
                      <a:lnTo>
                        <a:pt x="1400" y="784"/>
                      </a:lnTo>
                      <a:lnTo>
                        <a:pt x="1430" y="754"/>
                      </a:lnTo>
                      <a:lnTo>
                        <a:pt x="1430" y="754"/>
                      </a:lnTo>
                      <a:lnTo>
                        <a:pt x="1434" y="750"/>
                      </a:lnTo>
                      <a:lnTo>
                        <a:pt x="1444" y="744"/>
                      </a:lnTo>
                      <a:lnTo>
                        <a:pt x="1462" y="738"/>
                      </a:lnTo>
                      <a:lnTo>
                        <a:pt x="1474" y="736"/>
                      </a:lnTo>
                      <a:lnTo>
                        <a:pt x="1488" y="734"/>
                      </a:lnTo>
                      <a:lnTo>
                        <a:pt x="1488" y="734"/>
                      </a:lnTo>
                      <a:lnTo>
                        <a:pt x="1518" y="734"/>
                      </a:lnTo>
                      <a:lnTo>
                        <a:pt x="1562" y="734"/>
                      </a:lnTo>
                      <a:lnTo>
                        <a:pt x="1604" y="734"/>
                      </a:lnTo>
                      <a:lnTo>
                        <a:pt x="1630" y="736"/>
                      </a:lnTo>
                      <a:lnTo>
                        <a:pt x="1630" y="736"/>
                      </a:lnTo>
                      <a:lnTo>
                        <a:pt x="1646" y="742"/>
                      </a:lnTo>
                      <a:lnTo>
                        <a:pt x="1658" y="744"/>
                      </a:lnTo>
                      <a:lnTo>
                        <a:pt x="1664" y="742"/>
                      </a:lnTo>
                      <a:lnTo>
                        <a:pt x="1668" y="740"/>
                      </a:lnTo>
                      <a:lnTo>
                        <a:pt x="1680" y="732"/>
                      </a:lnTo>
                      <a:lnTo>
                        <a:pt x="1680" y="732"/>
                      </a:lnTo>
                      <a:lnTo>
                        <a:pt x="1684" y="728"/>
                      </a:lnTo>
                      <a:lnTo>
                        <a:pt x="1684" y="722"/>
                      </a:lnTo>
                      <a:lnTo>
                        <a:pt x="1684" y="700"/>
                      </a:lnTo>
                      <a:lnTo>
                        <a:pt x="1684" y="700"/>
                      </a:lnTo>
                      <a:lnTo>
                        <a:pt x="1684" y="690"/>
                      </a:lnTo>
                      <a:lnTo>
                        <a:pt x="1680" y="684"/>
                      </a:lnTo>
                      <a:lnTo>
                        <a:pt x="1676" y="678"/>
                      </a:lnTo>
                      <a:lnTo>
                        <a:pt x="1672" y="672"/>
                      </a:lnTo>
                      <a:lnTo>
                        <a:pt x="1668" y="670"/>
                      </a:lnTo>
                      <a:lnTo>
                        <a:pt x="1662" y="668"/>
                      </a:lnTo>
                      <a:lnTo>
                        <a:pt x="1658" y="666"/>
                      </a:lnTo>
                      <a:lnTo>
                        <a:pt x="1654" y="668"/>
                      </a:lnTo>
                      <a:lnTo>
                        <a:pt x="1654" y="668"/>
                      </a:lnTo>
                      <a:lnTo>
                        <a:pt x="1636" y="680"/>
                      </a:lnTo>
                      <a:lnTo>
                        <a:pt x="1624" y="688"/>
                      </a:lnTo>
                      <a:lnTo>
                        <a:pt x="1624" y="688"/>
                      </a:lnTo>
                      <a:lnTo>
                        <a:pt x="1618" y="690"/>
                      </a:lnTo>
                      <a:lnTo>
                        <a:pt x="1600" y="696"/>
                      </a:lnTo>
                      <a:lnTo>
                        <a:pt x="1586" y="696"/>
                      </a:lnTo>
                      <a:lnTo>
                        <a:pt x="1568" y="698"/>
                      </a:lnTo>
                      <a:lnTo>
                        <a:pt x="1544" y="696"/>
                      </a:lnTo>
                      <a:lnTo>
                        <a:pt x="1516" y="694"/>
                      </a:lnTo>
                      <a:lnTo>
                        <a:pt x="1516" y="694"/>
                      </a:lnTo>
                      <a:lnTo>
                        <a:pt x="1506" y="694"/>
                      </a:lnTo>
                      <a:lnTo>
                        <a:pt x="1484" y="692"/>
                      </a:lnTo>
                      <a:lnTo>
                        <a:pt x="1470" y="690"/>
                      </a:lnTo>
                      <a:lnTo>
                        <a:pt x="1458" y="688"/>
                      </a:lnTo>
                      <a:lnTo>
                        <a:pt x="1448" y="684"/>
                      </a:lnTo>
                      <a:lnTo>
                        <a:pt x="1444" y="678"/>
                      </a:lnTo>
                      <a:lnTo>
                        <a:pt x="1444" y="678"/>
                      </a:lnTo>
                      <a:close/>
                    </a:path>
                  </a:pathLst>
                </a:custGeom>
                <a:solidFill>
                  <a:srgbClr val="F07474"/>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18" name="Freeform 49"/>
                <p:cNvSpPr/>
                <p:nvPr/>
              </p:nvSpPr>
              <p:spPr bwMode="auto">
                <a:xfrm>
                  <a:off x="3108" y="7323"/>
                  <a:ext cx="2918" cy="1660"/>
                </a:xfrm>
                <a:custGeom>
                  <a:avLst/>
                  <a:gdLst/>
                  <a:ahLst/>
                  <a:cxnLst>
                    <a:cxn ang="0">
                      <a:pos x="1440" y="656"/>
                    </a:cxn>
                    <a:cxn ang="0">
                      <a:pos x="1416" y="558"/>
                    </a:cxn>
                    <a:cxn ang="0">
                      <a:pos x="1370" y="444"/>
                    </a:cxn>
                    <a:cxn ang="0">
                      <a:pos x="1326" y="374"/>
                    </a:cxn>
                    <a:cxn ang="0">
                      <a:pos x="1266" y="306"/>
                    </a:cxn>
                    <a:cxn ang="0">
                      <a:pos x="1192" y="246"/>
                    </a:cxn>
                    <a:cxn ang="0">
                      <a:pos x="1098" y="200"/>
                    </a:cxn>
                    <a:cxn ang="0">
                      <a:pos x="982" y="174"/>
                    </a:cxn>
                    <a:cxn ang="0">
                      <a:pos x="894" y="168"/>
                    </a:cxn>
                    <a:cxn ang="0">
                      <a:pos x="432" y="230"/>
                    </a:cxn>
                    <a:cxn ang="0">
                      <a:pos x="386" y="236"/>
                    </a:cxn>
                    <a:cxn ang="0">
                      <a:pos x="276" y="238"/>
                    </a:cxn>
                    <a:cxn ang="0">
                      <a:pos x="178" y="220"/>
                    </a:cxn>
                    <a:cxn ang="0">
                      <a:pos x="82" y="174"/>
                    </a:cxn>
                    <a:cxn ang="0">
                      <a:pos x="42" y="136"/>
                    </a:cxn>
                    <a:cxn ang="0">
                      <a:pos x="24" y="116"/>
                    </a:cxn>
                    <a:cxn ang="0">
                      <a:pos x="10" y="80"/>
                    </a:cxn>
                    <a:cxn ang="0">
                      <a:pos x="0" y="0"/>
                    </a:cxn>
                    <a:cxn ang="0">
                      <a:pos x="2" y="42"/>
                    </a:cxn>
                    <a:cxn ang="0">
                      <a:pos x="22" y="152"/>
                    </a:cxn>
                    <a:cxn ang="0">
                      <a:pos x="74" y="284"/>
                    </a:cxn>
                    <a:cxn ang="0">
                      <a:pos x="126" y="378"/>
                    </a:cxn>
                    <a:cxn ang="0">
                      <a:pos x="198" y="478"/>
                    </a:cxn>
                    <a:cxn ang="0">
                      <a:pos x="294" y="586"/>
                    </a:cxn>
                    <a:cxn ang="0">
                      <a:pos x="418" y="696"/>
                    </a:cxn>
                    <a:cxn ang="0">
                      <a:pos x="570" y="806"/>
                    </a:cxn>
                    <a:cxn ang="0">
                      <a:pos x="614" y="834"/>
                    </a:cxn>
                    <a:cxn ang="0">
                      <a:pos x="732" y="892"/>
                    </a:cxn>
                    <a:cxn ang="0">
                      <a:pos x="854" y="934"/>
                    </a:cxn>
                    <a:cxn ang="0">
                      <a:pos x="990" y="958"/>
                    </a:cxn>
                    <a:cxn ang="0">
                      <a:pos x="1086" y="954"/>
                    </a:cxn>
                    <a:cxn ang="0">
                      <a:pos x="1152" y="936"/>
                    </a:cxn>
                    <a:cxn ang="0">
                      <a:pos x="1252" y="892"/>
                    </a:cxn>
                    <a:cxn ang="0">
                      <a:pos x="1340" y="836"/>
                    </a:cxn>
                    <a:cxn ang="0">
                      <a:pos x="1430" y="754"/>
                    </a:cxn>
                    <a:cxn ang="0">
                      <a:pos x="1444" y="744"/>
                    </a:cxn>
                    <a:cxn ang="0">
                      <a:pos x="1488" y="734"/>
                    </a:cxn>
                    <a:cxn ang="0">
                      <a:pos x="1562" y="734"/>
                    </a:cxn>
                    <a:cxn ang="0">
                      <a:pos x="1630" y="736"/>
                    </a:cxn>
                    <a:cxn ang="0">
                      <a:pos x="1664" y="742"/>
                    </a:cxn>
                    <a:cxn ang="0">
                      <a:pos x="1680" y="732"/>
                    </a:cxn>
                    <a:cxn ang="0">
                      <a:pos x="1684" y="700"/>
                    </a:cxn>
                    <a:cxn ang="0">
                      <a:pos x="1680" y="684"/>
                    </a:cxn>
                    <a:cxn ang="0">
                      <a:pos x="1668" y="670"/>
                    </a:cxn>
                    <a:cxn ang="0">
                      <a:pos x="1654" y="668"/>
                    </a:cxn>
                    <a:cxn ang="0">
                      <a:pos x="1624" y="688"/>
                    </a:cxn>
                    <a:cxn ang="0">
                      <a:pos x="1600" y="696"/>
                    </a:cxn>
                    <a:cxn ang="0">
                      <a:pos x="1544" y="696"/>
                    </a:cxn>
                    <a:cxn ang="0">
                      <a:pos x="1506" y="694"/>
                    </a:cxn>
                    <a:cxn ang="0">
                      <a:pos x="1458" y="688"/>
                    </a:cxn>
                    <a:cxn ang="0">
                      <a:pos x="1444" y="678"/>
                    </a:cxn>
                  </a:cxnLst>
                  <a:rect l="0" t="0" r="r" b="b"/>
                  <a:pathLst>
                    <a:path w="1684" h="958">
                      <a:moveTo>
                        <a:pt x="1444" y="678"/>
                      </a:moveTo>
                      <a:lnTo>
                        <a:pt x="1444" y="678"/>
                      </a:lnTo>
                      <a:lnTo>
                        <a:pt x="1440" y="656"/>
                      </a:lnTo>
                      <a:lnTo>
                        <a:pt x="1436" y="630"/>
                      </a:lnTo>
                      <a:lnTo>
                        <a:pt x="1428" y="598"/>
                      </a:lnTo>
                      <a:lnTo>
                        <a:pt x="1416" y="558"/>
                      </a:lnTo>
                      <a:lnTo>
                        <a:pt x="1402" y="514"/>
                      </a:lnTo>
                      <a:lnTo>
                        <a:pt x="1382" y="468"/>
                      </a:lnTo>
                      <a:lnTo>
                        <a:pt x="1370" y="444"/>
                      </a:lnTo>
                      <a:lnTo>
                        <a:pt x="1356" y="420"/>
                      </a:lnTo>
                      <a:lnTo>
                        <a:pt x="1342" y="396"/>
                      </a:lnTo>
                      <a:lnTo>
                        <a:pt x="1326" y="374"/>
                      </a:lnTo>
                      <a:lnTo>
                        <a:pt x="1308" y="350"/>
                      </a:lnTo>
                      <a:lnTo>
                        <a:pt x="1288" y="328"/>
                      </a:lnTo>
                      <a:lnTo>
                        <a:pt x="1266" y="306"/>
                      </a:lnTo>
                      <a:lnTo>
                        <a:pt x="1244" y="284"/>
                      </a:lnTo>
                      <a:lnTo>
                        <a:pt x="1218" y="264"/>
                      </a:lnTo>
                      <a:lnTo>
                        <a:pt x="1192" y="246"/>
                      </a:lnTo>
                      <a:lnTo>
                        <a:pt x="1162" y="228"/>
                      </a:lnTo>
                      <a:lnTo>
                        <a:pt x="1130" y="214"/>
                      </a:lnTo>
                      <a:lnTo>
                        <a:pt x="1098" y="200"/>
                      </a:lnTo>
                      <a:lnTo>
                        <a:pt x="1062" y="190"/>
                      </a:lnTo>
                      <a:lnTo>
                        <a:pt x="1024" y="180"/>
                      </a:lnTo>
                      <a:lnTo>
                        <a:pt x="982" y="174"/>
                      </a:lnTo>
                      <a:lnTo>
                        <a:pt x="940" y="170"/>
                      </a:lnTo>
                      <a:lnTo>
                        <a:pt x="894" y="168"/>
                      </a:lnTo>
                      <a:lnTo>
                        <a:pt x="894" y="168"/>
                      </a:lnTo>
                      <a:lnTo>
                        <a:pt x="730" y="188"/>
                      </a:lnTo>
                      <a:lnTo>
                        <a:pt x="580" y="208"/>
                      </a:lnTo>
                      <a:lnTo>
                        <a:pt x="432" y="230"/>
                      </a:lnTo>
                      <a:lnTo>
                        <a:pt x="432" y="230"/>
                      </a:lnTo>
                      <a:lnTo>
                        <a:pt x="420" y="232"/>
                      </a:lnTo>
                      <a:lnTo>
                        <a:pt x="386" y="236"/>
                      </a:lnTo>
                      <a:lnTo>
                        <a:pt x="336" y="238"/>
                      </a:lnTo>
                      <a:lnTo>
                        <a:pt x="308" y="238"/>
                      </a:lnTo>
                      <a:lnTo>
                        <a:pt x="276" y="238"/>
                      </a:lnTo>
                      <a:lnTo>
                        <a:pt x="244" y="234"/>
                      </a:lnTo>
                      <a:lnTo>
                        <a:pt x="212" y="228"/>
                      </a:lnTo>
                      <a:lnTo>
                        <a:pt x="178" y="220"/>
                      </a:lnTo>
                      <a:lnTo>
                        <a:pt x="144" y="208"/>
                      </a:lnTo>
                      <a:lnTo>
                        <a:pt x="112" y="194"/>
                      </a:lnTo>
                      <a:lnTo>
                        <a:pt x="82" y="174"/>
                      </a:lnTo>
                      <a:lnTo>
                        <a:pt x="68" y="162"/>
                      </a:lnTo>
                      <a:lnTo>
                        <a:pt x="54" y="150"/>
                      </a:lnTo>
                      <a:lnTo>
                        <a:pt x="42" y="136"/>
                      </a:lnTo>
                      <a:lnTo>
                        <a:pt x="30" y="122"/>
                      </a:lnTo>
                      <a:lnTo>
                        <a:pt x="30" y="122"/>
                      </a:lnTo>
                      <a:lnTo>
                        <a:pt x="24" y="116"/>
                      </a:lnTo>
                      <a:lnTo>
                        <a:pt x="20" y="108"/>
                      </a:lnTo>
                      <a:lnTo>
                        <a:pt x="14" y="96"/>
                      </a:lnTo>
                      <a:lnTo>
                        <a:pt x="10" y="80"/>
                      </a:lnTo>
                      <a:lnTo>
                        <a:pt x="4" y="58"/>
                      </a:lnTo>
                      <a:lnTo>
                        <a:pt x="2" y="32"/>
                      </a:lnTo>
                      <a:lnTo>
                        <a:pt x="0" y="0"/>
                      </a:lnTo>
                      <a:lnTo>
                        <a:pt x="0" y="0"/>
                      </a:lnTo>
                      <a:lnTo>
                        <a:pt x="0" y="20"/>
                      </a:lnTo>
                      <a:lnTo>
                        <a:pt x="2" y="42"/>
                      </a:lnTo>
                      <a:lnTo>
                        <a:pt x="4" y="72"/>
                      </a:lnTo>
                      <a:lnTo>
                        <a:pt x="12" y="108"/>
                      </a:lnTo>
                      <a:lnTo>
                        <a:pt x="22" y="152"/>
                      </a:lnTo>
                      <a:lnTo>
                        <a:pt x="38" y="200"/>
                      </a:lnTo>
                      <a:lnTo>
                        <a:pt x="60" y="256"/>
                      </a:lnTo>
                      <a:lnTo>
                        <a:pt x="74" y="284"/>
                      </a:lnTo>
                      <a:lnTo>
                        <a:pt x="90" y="314"/>
                      </a:lnTo>
                      <a:lnTo>
                        <a:pt x="106" y="346"/>
                      </a:lnTo>
                      <a:lnTo>
                        <a:pt x="126" y="378"/>
                      </a:lnTo>
                      <a:lnTo>
                        <a:pt x="148" y="410"/>
                      </a:lnTo>
                      <a:lnTo>
                        <a:pt x="172" y="444"/>
                      </a:lnTo>
                      <a:lnTo>
                        <a:pt x="198" y="478"/>
                      </a:lnTo>
                      <a:lnTo>
                        <a:pt x="228" y="514"/>
                      </a:lnTo>
                      <a:lnTo>
                        <a:pt x="260" y="550"/>
                      </a:lnTo>
                      <a:lnTo>
                        <a:pt x="294" y="586"/>
                      </a:lnTo>
                      <a:lnTo>
                        <a:pt x="332" y="622"/>
                      </a:lnTo>
                      <a:lnTo>
                        <a:pt x="374" y="658"/>
                      </a:lnTo>
                      <a:lnTo>
                        <a:pt x="418" y="696"/>
                      </a:lnTo>
                      <a:lnTo>
                        <a:pt x="464" y="732"/>
                      </a:lnTo>
                      <a:lnTo>
                        <a:pt x="516" y="770"/>
                      </a:lnTo>
                      <a:lnTo>
                        <a:pt x="570" y="806"/>
                      </a:lnTo>
                      <a:lnTo>
                        <a:pt x="570" y="806"/>
                      </a:lnTo>
                      <a:lnTo>
                        <a:pt x="582" y="814"/>
                      </a:lnTo>
                      <a:lnTo>
                        <a:pt x="614" y="834"/>
                      </a:lnTo>
                      <a:lnTo>
                        <a:pt x="666" y="862"/>
                      </a:lnTo>
                      <a:lnTo>
                        <a:pt x="698" y="876"/>
                      </a:lnTo>
                      <a:lnTo>
                        <a:pt x="732" y="892"/>
                      </a:lnTo>
                      <a:lnTo>
                        <a:pt x="770" y="908"/>
                      </a:lnTo>
                      <a:lnTo>
                        <a:pt x="810" y="922"/>
                      </a:lnTo>
                      <a:lnTo>
                        <a:pt x="854" y="934"/>
                      </a:lnTo>
                      <a:lnTo>
                        <a:pt x="898" y="944"/>
                      </a:lnTo>
                      <a:lnTo>
                        <a:pt x="944" y="952"/>
                      </a:lnTo>
                      <a:lnTo>
                        <a:pt x="990" y="958"/>
                      </a:lnTo>
                      <a:lnTo>
                        <a:pt x="1038" y="958"/>
                      </a:lnTo>
                      <a:lnTo>
                        <a:pt x="1086" y="954"/>
                      </a:lnTo>
                      <a:lnTo>
                        <a:pt x="1086" y="954"/>
                      </a:lnTo>
                      <a:lnTo>
                        <a:pt x="1094" y="952"/>
                      </a:lnTo>
                      <a:lnTo>
                        <a:pt x="1116" y="948"/>
                      </a:lnTo>
                      <a:lnTo>
                        <a:pt x="1152" y="936"/>
                      </a:lnTo>
                      <a:lnTo>
                        <a:pt x="1198" y="918"/>
                      </a:lnTo>
                      <a:lnTo>
                        <a:pt x="1224" y="906"/>
                      </a:lnTo>
                      <a:lnTo>
                        <a:pt x="1252" y="892"/>
                      </a:lnTo>
                      <a:lnTo>
                        <a:pt x="1280" y="876"/>
                      </a:lnTo>
                      <a:lnTo>
                        <a:pt x="1310" y="856"/>
                      </a:lnTo>
                      <a:lnTo>
                        <a:pt x="1340" y="836"/>
                      </a:lnTo>
                      <a:lnTo>
                        <a:pt x="1370" y="810"/>
                      </a:lnTo>
                      <a:lnTo>
                        <a:pt x="1400" y="784"/>
                      </a:lnTo>
                      <a:lnTo>
                        <a:pt x="1430" y="754"/>
                      </a:lnTo>
                      <a:lnTo>
                        <a:pt x="1430" y="754"/>
                      </a:lnTo>
                      <a:lnTo>
                        <a:pt x="1434" y="750"/>
                      </a:lnTo>
                      <a:lnTo>
                        <a:pt x="1444" y="744"/>
                      </a:lnTo>
                      <a:lnTo>
                        <a:pt x="1462" y="738"/>
                      </a:lnTo>
                      <a:lnTo>
                        <a:pt x="1474" y="736"/>
                      </a:lnTo>
                      <a:lnTo>
                        <a:pt x="1488" y="734"/>
                      </a:lnTo>
                      <a:lnTo>
                        <a:pt x="1488" y="734"/>
                      </a:lnTo>
                      <a:lnTo>
                        <a:pt x="1518" y="734"/>
                      </a:lnTo>
                      <a:lnTo>
                        <a:pt x="1562" y="734"/>
                      </a:lnTo>
                      <a:lnTo>
                        <a:pt x="1604" y="734"/>
                      </a:lnTo>
                      <a:lnTo>
                        <a:pt x="1630" y="736"/>
                      </a:lnTo>
                      <a:lnTo>
                        <a:pt x="1630" y="736"/>
                      </a:lnTo>
                      <a:lnTo>
                        <a:pt x="1646" y="742"/>
                      </a:lnTo>
                      <a:lnTo>
                        <a:pt x="1658" y="744"/>
                      </a:lnTo>
                      <a:lnTo>
                        <a:pt x="1664" y="742"/>
                      </a:lnTo>
                      <a:lnTo>
                        <a:pt x="1668" y="740"/>
                      </a:lnTo>
                      <a:lnTo>
                        <a:pt x="1680" y="732"/>
                      </a:lnTo>
                      <a:lnTo>
                        <a:pt x="1680" y="732"/>
                      </a:lnTo>
                      <a:lnTo>
                        <a:pt x="1684" y="728"/>
                      </a:lnTo>
                      <a:lnTo>
                        <a:pt x="1684" y="722"/>
                      </a:lnTo>
                      <a:lnTo>
                        <a:pt x="1684" y="700"/>
                      </a:lnTo>
                      <a:lnTo>
                        <a:pt x="1684" y="700"/>
                      </a:lnTo>
                      <a:lnTo>
                        <a:pt x="1684" y="690"/>
                      </a:lnTo>
                      <a:lnTo>
                        <a:pt x="1680" y="684"/>
                      </a:lnTo>
                      <a:lnTo>
                        <a:pt x="1676" y="678"/>
                      </a:lnTo>
                      <a:lnTo>
                        <a:pt x="1672" y="672"/>
                      </a:lnTo>
                      <a:lnTo>
                        <a:pt x="1668" y="670"/>
                      </a:lnTo>
                      <a:lnTo>
                        <a:pt x="1662" y="668"/>
                      </a:lnTo>
                      <a:lnTo>
                        <a:pt x="1658" y="666"/>
                      </a:lnTo>
                      <a:lnTo>
                        <a:pt x="1654" y="668"/>
                      </a:lnTo>
                      <a:lnTo>
                        <a:pt x="1654" y="668"/>
                      </a:lnTo>
                      <a:lnTo>
                        <a:pt x="1636" y="680"/>
                      </a:lnTo>
                      <a:lnTo>
                        <a:pt x="1624" y="688"/>
                      </a:lnTo>
                      <a:lnTo>
                        <a:pt x="1624" y="688"/>
                      </a:lnTo>
                      <a:lnTo>
                        <a:pt x="1618" y="690"/>
                      </a:lnTo>
                      <a:lnTo>
                        <a:pt x="1600" y="696"/>
                      </a:lnTo>
                      <a:lnTo>
                        <a:pt x="1586" y="696"/>
                      </a:lnTo>
                      <a:lnTo>
                        <a:pt x="1568" y="698"/>
                      </a:lnTo>
                      <a:lnTo>
                        <a:pt x="1544" y="696"/>
                      </a:lnTo>
                      <a:lnTo>
                        <a:pt x="1516" y="694"/>
                      </a:lnTo>
                      <a:lnTo>
                        <a:pt x="1516" y="694"/>
                      </a:lnTo>
                      <a:lnTo>
                        <a:pt x="1506" y="694"/>
                      </a:lnTo>
                      <a:lnTo>
                        <a:pt x="1484" y="692"/>
                      </a:lnTo>
                      <a:lnTo>
                        <a:pt x="1470" y="690"/>
                      </a:lnTo>
                      <a:lnTo>
                        <a:pt x="1458" y="688"/>
                      </a:lnTo>
                      <a:lnTo>
                        <a:pt x="1448" y="684"/>
                      </a:lnTo>
                      <a:lnTo>
                        <a:pt x="1444" y="678"/>
                      </a:lnTo>
                      <a:lnTo>
                        <a:pt x="1444" y="678"/>
                      </a:lnTo>
                      <a:close/>
                    </a:path>
                  </a:pathLst>
                </a:custGeom>
                <a:solidFill>
                  <a:srgbClr val="02B3C5"/>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19" name="직사각형 401"/>
                <p:cNvSpPr/>
                <p:nvPr/>
              </p:nvSpPr>
              <p:spPr bwMode="auto">
                <a:xfrm>
                  <a:off x="5164" y="3893"/>
                  <a:ext cx="182" cy="716"/>
                </a:xfrm>
                <a:prstGeom prst="rect">
                  <a:avLst/>
                </a:prstGeom>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vi-VN" altLang="en-US" sz="1800" b="0" i="0" u="none" strike="noStrike" kern="1200" cap="none" spc="0" normalizeH="0" baseline="0" noProof="0" dirty="0">
                      <a:ln>
                        <a:solidFill>
                          <a:prstClr val="white"/>
                        </a:solidFill>
                      </a:ln>
                      <a:solidFill>
                        <a:prstClr val="white"/>
                      </a:solidFill>
                      <a:effectLst/>
                      <a:uLnTx/>
                      <a:uFillTx/>
                      <a:ea typeface="Microsoft YaHei" panose="020B0503020204020204" pitchFamily="2" charset="-122"/>
                      <a:cs typeface="+mn-ea"/>
                      <a:sym typeface="Arial" panose="020B0604020202020204" pitchFamily="34" charset="0"/>
                    </a:rPr>
                    <a:t>1</a:t>
                  </a:r>
                </a:p>
              </p:txBody>
            </p:sp>
            <p:sp>
              <p:nvSpPr>
                <p:cNvPr id="21" name="직사각형 402"/>
                <p:cNvSpPr/>
                <p:nvPr/>
              </p:nvSpPr>
              <p:spPr bwMode="auto">
                <a:xfrm>
                  <a:off x="4523" y="7872"/>
                  <a:ext cx="182" cy="716"/>
                </a:xfrm>
                <a:prstGeom prst="rect">
                  <a:avLst/>
                </a:prstGeom>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vi-VN" altLang="en-US" sz="1800" b="0" i="0" u="none" strike="noStrike" kern="1200" cap="none" spc="0" normalizeH="0" baseline="0" noProof="0" dirty="0">
                      <a:ln>
                        <a:solidFill>
                          <a:prstClr val="white"/>
                        </a:solidFill>
                      </a:ln>
                      <a:solidFill>
                        <a:prstClr val="white"/>
                      </a:solidFill>
                      <a:effectLst/>
                      <a:uLnTx/>
                      <a:uFillTx/>
                      <a:ea typeface="Microsoft YaHei" panose="020B0503020204020204" pitchFamily="2" charset="-122"/>
                      <a:cs typeface="+mn-ea"/>
                      <a:sym typeface="Arial" panose="020B0604020202020204" pitchFamily="34" charset="0"/>
                    </a:rPr>
                    <a:t>3</a:t>
                  </a:r>
                </a:p>
              </p:txBody>
            </p:sp>
            <p:sp>
              <p:nvSpPr>
                <p:cNvPr id="22" name="직사각형 403"/>
                <p:cNvSpPr/>
                <p:nvPr/>
              </p:nvSpPr>
              <p:spPr bwMode="auto">
                <a:xfrm>
                  <a:off x="8426" y="6431"/>
                  <a:ext cx="182" cy="716"/>
                </a:xfrm>
                <a:prstGeom prst="rect">
                  <a:avLst/>
                </a:prstGeom>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vi-VN" altLang="en-US" sz="1800" b="0" i="0" u="none" strike="noStrike" kern="1200" cap="none" spc="0" normalizeH="0" baseline="0" noProof="0" dirty="0">
                      <a:ln>
                        <a:solidFill>
                          <a:prstClr val="white"/>
                        </a:solidFill>
                      </a:ln>
                      <a:solidFill>
                        <a:prstClr val="white"/>
                      </a:solidFill>
                      <a:effectLst/>
                      <a:uLnTx/>
                      <a:uFillTx/>
                      <a:ea typeface="Microsoft YaHei" panose="020B0503020204020204" pitchFamily="2" charset="-122"/>
                      <a:cs typeface="+mn-ea"/>
                      <a:sym typeface="Arial" panose="020B0604020202020204" pitchFamily="34" charset="0"/>
                    </a:rPr>
                    <a:t>2</a:t>
                  </a:r>
                </a:p>
              </p:txBody>
            </p:sp>
            <p:sp>
              <p:nvSpPr>
                <p:cNvPr id="23" name="Text Box 22"/>
                <p:cNvSpPr txBox="1"/>
                <p:nvPr/>
              </p:nvSpPr>
              <p:spPr>
                <a:xfrm>
                  <a:off x="3963" y="4887"/>
                  <a:ext cx="4257" cy="3023"/>
                </a:xfrm>
                <a:prstGeom prst="rect">
                  <a:avLst/>
                </a:prstGeom>
                <a:noFill/>
              </p:spPr>
              <p:txBody>
                <a:bodyPr wrap="square" rtlCol="0">
                  <a:spAutoFit/>
                </a:bodyPr>
                <a:lstStyle/>
                <a:p>
                  <a:pPr algn="ctr">
                    <a:lnSpc>
                      <a:spcPct val="100000"/>
                    </a:lnSpc>
                  </a:pPr>
                  <a:r>
                    <a:rPr lang="en-US" altLang="vi-VN" sz="3500" b="1" i="1">
                      <a:effectLst>
                        <a:outerShdw blurRad="38100" dist="38100" dir="2700000" algn="tl">
                          <a:srgbClr val="000000">
                            <a:alpha val="43137"/>
                          </a:srgbClr>
                        </a:outerShdw>
                      </a:effectLst>
                      <a:latin typeface="Arial" panose="020B0604020202020204" pitchFamily="34" charset="0"/>
                      <a:cs typeface="Arial" panose="020B0604020202020204" pitchFamily="34" charset="0"/>
                    </a:rPr>
                    <a:t>Mục tiêu</a:t>
                  </a:r>
                </a:p>
              </p:txBody>
            </p:sp>
          </p:grpSp>
        </p:grpSp>
        <p:grpSp>
          <p:nvGrpSpPr>
            <p:cNvPr id="34" name="Group 33"/>
            <p:cNvGrpSpPr/>
            <p:nvPr/>
          </p:nvGrpSpPr>
          <p:grpSpPr>
            <a:xfrm>
              <a:off x="4345" y="868"/>
              <a:ext cx="4660" cy="8751"/>
              <a:chOff x="10139" y="1278"/>
              <a:chExt cx="6282" cy="8238"/>
            </a:xfrm>
          </p:grpSpPr>
          <p:sp>
            <p:nvSpPr>
              <p:cNvPr id="8" name="아래쪽 화살표 462"/>
              <p:cNvSpPr/>
              <p:nvPr/>
            </p:nvSpPr>
            <p:spPr>
              <a:xfrm>
                <a:off x="12860" y="3141"/>
                <a:ext cx="840" cy="1291"/>
              </a:xfrm>
              <a:prstGeom prst="downArrow">
                <a:avLst/>
              </a:prstGeom>
              <a:solidFill>
                <a:schemeClr val="bg1">
                  <a:lumMod val="95000"/>
                </a:schemeClr>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10" name="모서리가 둥근 직사각형 445"/>
              <p:cNvSpPr/>
              <p:nvPr/>
            </p:nvSpPr>
            <p:spPr bwMode="auto">
              <a:xfrm>
                <a:off x="10139" y="4592"/>
                <a:ext cx="6282" cy="1721"/>
              </a:xfrm>
              <a:prstGeom prst="roundRect">
                <a:avLst>
                  <a:gd name="adj" fmla="val 4658"/>
                </a:avLst>
              </a:prstGeom>
              <a:solidFill>
                <a:srgbClr val="F07474"/>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11" name="모서리가 둥근 직사각형 450"/>
              <p:cNvSpPr/>
              <p:nvPr/>
            </p:nvSpPr>
            <p:spPr bwMode="auto">
              <a:xfrm>
                <a:off x="10139" y="7830"/>
                <a:ext cx="6282" cy="1686"/>
              </a:xfrm>
              <a:prstGeom prst="roundRect">
                <a:avLst>
                  <a:gd name="adj" fmla="val 4658"/>
                </a:avLst>
              </a:prstGeom>
              <a:solidFill>
                <a:srgbClr val="02B3C5"/>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12" name="모서리가 둥근 직사각형 438"/>
              <p:cNvSpPr/>
              <p:nvPr/>
            </p:nvSpPr>
            <p:spPr bwMode="auto">
              <a:xfrm>
                <a:off x="10139" y="1294"/>
                <a:ext cx="6282" cy="1752"/>
              </a:xfrm>
              <a:prstGeom prst="roundRect">
                <a:avLst>
                  <a:gd name="adj" fmla="val 4658"/>
                </a:avLst>
              </a:prstGeom>
              <a:solidFill>
                <a:srgbClr val="FFBF53"/>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27" name="아래쪽 화살표 462"/>
              <p:cNvSpPr/>
              <p:nvPr/>
            </p:nvSpPr>
            <p:spPr>
              <a:xfrm>
                <a:off x="12860" y="6468"/>
                <a:ext cx="840" cy="1291"/>
              </a:xfrm>
              <a:prstGeom prst="downArrow">
                <a:avLst/>
              </a:prstGeom>
              <a:solidFill>
                <a:schemeClr val="bg1">
                  <a:lumMod val="95000"/>
                </a:schemeClr>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28" name="Text Box 27"/>
              <p:cNvSpPr txBox="1"/>
              <p:nvPr/>
            </p:nvSpPr>
            <p:spPr>
              <a:xfrm>
                <a:off x="10544" y="1734"/>
                <a:ext cx="5473" cy="820"/>
              </a:xfrm>
              <a:prstGeom prst="rect">
                <a:avLst/>
              </a:prstGeom>
              <a:noFill/>
            </p:spPr>
            <p:txBody>
              <a:bodyPr wrap="square" rtlCol="0">
                <a:spAutoFit/>
              </a:bodyPr>
              <a:lstStyle/>
              <a:p>
                <a:pPr algn="ctr"/>
                <a:r>
                  <a:rPr lang="en-US" altLang="vi-VN" sz="3000" b="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Về kiến thức</a:t>
                </a:r>
              </a:p>
            </p:txBody>
          </p:sp>
          <p:sp>
            <p:nvSpPr>
              <p:cNvPr id="31" name="Text Box 30"/>
              <p:cNvSpPr txBox="1"/>
              <p:nvPr/>
            </p:nvSpPr>
            <p:spPr>
              <a:xfrm>
                <a:off x="10544" y="4972"/>
                <a:ext cx="5473" cy="820"/>
              </a:xfrm>
              <a:prstGeom prst="rect">
                <a:avLst/>
              </a:prstGeom>
              <a:noFill/>
            </p:spPr>
            <p:txBody>
              <a:bodyPr wrap="square" rtlCol="0">
                <a:spAutoFit/>
              </a:bodyPr>
              <a:lstStyle/>
              <a:p>
                <a:pPr algn="ctr"/>
                <a:r>
                  <a:rPr lang="en-US" altLang="vi-VN" sz="3000" b="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Về kĩ năng</a:t>
                </a:r>
              </a:p>
            </p:txBody>
          </p:sp>
          <p:sp>
            <p:nvSpPr>
              <p:cNvPr id="32" name="Text Box 31"/>
              <p:cNvSpPr txBox="1"/>
              <p:nvPr/>
            </p:nvSpPr>
            <p:spPr>
              <a:xfrm>
                <a:off x="10543" y="8192"/>
                <a:ext cx="5473" cy="820"/>
              </a:xfrm>
              <a:prstGeom prst="rect">
                <a:avLst/>
              </a:prstGeom>
              <a:noFill/>
            </p:spPr>
            <p:txBody>
              <a:bodyPr wrap="square" rtlCol="0">
                <a:spAutoFit/>
              </a:bodyPr>
              <a:lstStyle/>
              <a:p>
                <a:pPr algn="ctr"/>
                <a:r>
                  <a:rPr lang="en-US" altLang="vi-VN" sz="3000" b="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Về thái độ</a:t>
                </a:r>
              </a:p>
            </p:txBody>
          </p:sp>
          <p:sp>
            <p:nvSpPr>
              <p:cNvPr id="24" name="아래쪽 화살표 462"/>
              <p:cNvSpPr/>
              <p:nvPr/>
            </p:nvSpPr>
            <p:spPr>
              <a:xfrm>
                <a:off x="12860" y="3125"/>
                <a:ext cx="840" cy="1291"/>
              </a:xfrm>
              <a:prstGeom prst="downArrow">
                <a:avLst/>
              </a:prstGeom>
              <a:solidFill>
                <a:schemeClr val="bg1">
                  <a:lumMod val="95000"/>
                </a:schemeClr>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25" name="모서리가 둥근 직사각형 445"/>
              <p:cNvSpPr/>
              <p:nvPr/>
            </p:nvSpPr>
            <p:spPr bwMode="auto">
              <a:xfrm>
                <a:off x="10139" y="4576"/>
                <a:ext cx="6282" cy="1721"/>
              </a:xfrm>
              <a:prstGeom prst="roundRect">
                <a:avLst>
                  <a:gd name="adj" fmla="val 4658"/>
                </a:avLst>
              </a:prstGeom>
              <a:solidFill>
                <a:srgbClr val="F07474"/>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26" name="모서리가 둥근 직사각형 438"/>
              <p:cNvSpPr/>
              <p:nvPr/>
            </p:nvSpPr>
            <p:spPr bwMode="auto">
              <a:xfrm>
                <a:off x="10139" y="1278"/>
                <a:ext cx="6282" cy="1752"/>
              </a:xfrm>
              <a:prstGeom prst="roundRect">
                <a:avLst>
                  <a:gd name="adj" fmla="val 4658"/>
                </a:avLst>
              </a:prstGeom>
              <a:solidFill>
                <a:srgbClr val="FFBF53"/>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29" name="아래쪽 화살표 462"/>
              <p:cNvSpPr/>
              <p:nvPr/>
            </p:nvSpPr>
            <p:spPr>
              <a:xfrm>
                <a:off x="12860" y="6452"/>
                <a:ext cx="840" cy="1291"/>
              </a:xfrm>
              <a:prstGeom prst="downArrow">
                <a:avLst/>
              </a:prstGeom>
              <a:solidFill>
                <a:schemeClr val="bg1">
                  <a:lumMod val="95000"/>
                </a:schemeClr>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3190" b="0" i="0" u="none" strike="noStrike" kern="1200" cap="none" spc="0" normalizeH="0" baseline="0" noProof="0">
                  <a:ln>
                    <a:noFill/>
                  </a:ln>
                  <a:solidFill>
                    <a:prstClr val="white"/>
                  </a:solidFill>
                  <a:effectLst/>
                  <a:uLnTx/>
                  <a:uFillTx/>
                  <a:latin typeface="+mn-lt"/>
                  <a:ea typeface="+mn-ea"/>
                  <a:cs typeface="Calibri" panose="020F0502020204030204" charset="0"/>
                  <a:sym typeface="Arial" panose="020B0604020202020204" pitchFamily="34" charset="0"/>
                </a:endParaRPr>
              </a:p>
            </p:txBody>
          </p:sp>
          <p:sp>
            <p:nvSpPr>
              <p:cNvPr id="30" name="Text Box 29"/>
              <p:cNvSpPr txBox="1"/>
              <p:nvPr/>
            </p:nvSpPr>
            <p:spPr>
              <a:xfrm>
                <a:off x="10544" y="1718"/>
                <a:ext cx="5473" cy="820"/>
              </a:xfrm>
              <a:prstGeom prst="rect">
                <a:avLst/>
              </a:prstGeom>
              <a:noFill/>
            </p:spPr>
            <p:txBody>
              <a:bodyPr wrap="square" rtlCol="0">
                <a:spAutoFit/>
              </a:bodyPr>
              <a:lstStyle/>
              <a:p>
                <a:pPr algn="ctr"/>
                <a:r>
                  <a:rPr lang="en-US" altLang="vi-VN" sz="3000" b="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Về kiến thức</a:t>
                </a:r>
              </a:p>
            </p:txBody>
          </p:sp>
          <p:sp>
            <p:nvSpPr>
              <p:cNvPr id="33" name="Text Box 32"/>
              <p:cNvSpPr txBox="1"/>
              <p:nvPr/>
            </p:nvSpPr>
            <p:spPr>
              <a:xfrm>
                <a:off x="10544" y="4956"/>
                <a:ext cx="5473" cy="820"/>
              </a:xfrm>
              <a:prstGeom prst="rect">
                <a:avLst/>
              </a:prstGeom>
              <a:noFill/>
            </p:spPr>
            <p:txBody>
              <a:bodyPr wrap="square" rtlCol="0">
                <a:spAutoFit/>
              </a:bodyPr>
              <a:lstStyle/>
              <a:p>
                <a:pPr algn="ctr"/>
                <a:r>
                  <a:rPr lang="en-US" altLang="vi-VN" sz="3000" b="1">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Về kĩ năng</a:t>
                </a:r>
              </a:p>
            </p:txBody>
          </p:sp>
        </p:grpSp>
        <p:sp>
          <p:nvSpPr>
            <p:cNvPr id="35" name="TextBox 4"/>
            <p:cNvSpPr txBox="1"/>
            <p:nvPr/>
          </p:nvSpPr>
          <p:spPr>
            <a:xfrm>
              <a:off x="9829" y="625"/>
              <a:ext cx="9197" cy="2325"/>
            </a:xfrm>
            <a:prstGeom prst="rect">
              <a:avLst/>
            </a:prstGeom>
            <a:noFill/>
            <a:ln w="19050">
              <a:solidFill>
                <a:srgbClr val="FFC000"/>
              </a:solidFill>
              <a:prstDash val="dash"/>
            </a:ln>
          </p:spPr>
          <p:txBody>
            <a:bodyPr wrap="square" rtlCol="0">
              <a:spAutoFit/>
            </a:bodyPr>
            <a:lstStyle/>
            <a:p>
              <a:pPr defTabSz="685800">
                <a:lnSpc>
                  <a:spcPct val="150000"/>
                </a:lnSpc>
                <a:defRPr/>
              </a:pPr>
              <a:r>
                <a:rPr lang="en-US" sz="2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Sinh viên nắm được tri thức cơ bản và cốt lõi </a:t>
              </a:r>
              <a:r>
                <a:rPr lang="en-US" sz="2000">
                  <a:effectLst>
                    <a:outerShdw blurRad="38100" dist="38100" dir="2700000" algn="tl">
                      <a:srgbClr val="000000">
                        <a:alpha val="43137"/>
                      </a:srgbClr>
                    </a:outerShdw>
                  </a:effectLst>
                  <a:latin typeface="Arial" panose="020B0604020202020204" pitchFamily="34" charset="0"/>
                  <a:cs typeface="Arial" panose="020B0604020202020204" pitchFamily="34" charset="0"/>
                </a:rPr>
                <a:t>nhất </a:t>
              </a:r>
              <a:r>
                <a:rPr lang="en-US" sz="200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triết học Mác- Lenin  </a:t>
              </a:r>
              <a:r>
                <a:rPr lang="en-US" sz="2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một trong ba bộ phận cấu thành chủ nghĩa Mác_Lênin</a:t>
              </a:r>
            </a:p>
          </p:txBody>
        </p:sp>
        <p:sp>
          <p:nvSpPr>
            <p:cNvPr id="36" name="TextBox 4"/>
            <p:cNvSpPr txBox="1"/>
            <p:nvPr/>
          </p:nvSpPr>
          <p:spPr>
            <a:xfrm>
              <a:off x="9829" y="3912"/>
              <a:ext cx="9197" cy="3052"/>
            </a:xfrm>
            <a:prstGeom prst="rect">
              <a:avLst/>
            </a:prstGeom>
            <a:noFill/>
            <a:ln w="19050">
              <a:solidFill>
                <a:srgbClr val="CF3A34"/>
              </a:solidFill>
              <a:prstDash val="dash"/>
            </a:ln>
          </p:spPr>
          <p:txBody>
            <a:bodyPr wrap="square" rtlCol="0">
              <a:spAutoFit/>
            </a:bodyPr>
            <a:lstStyle/>
            <a:p>
              <a:pPr defTabSz="685800">
                <a:lnSpc>
                  <a:spcPct val="150000"/>
                </a:lnSpc>
                <a:defRPr/>
              </a:pPr>
              <a:r>
                <a:rPr lang="en-US" sz="2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Nâng cao năng lực thực tiễn và khả năng vận dụng tri thức vào việc xem xét, đánh giá những vấn đề chính trị-xã hội của đất nước liên quan đến CNXH và con đường đi lên CNXH ở nước ta</a:t>
              </a:r>
            </a:p>
          </p:txBody>
        </p:sp>
        <p:sp>
          <p:nvSpPr>
            <p:cNvPr id="37" name="TextBox 4"/>
            <p:cNvSpPr txBox="1"/>
            <p:nvPr/>
          </p:nvSpPr>
          <p:spPr>
            <a:xfrm>
              <a:off x="9829" y="7828"/>
              <a:ext cx="9198" cy="2325"/>
            </a:xfrm>
            <a:prstGeom prst="rect">
              <a:avLst/>
            </a:prstGeom>
            <a:noFill/>
            <a:ln w="19050">
              <a:solidFill>
                <a:srgbClr val="1A8E8B"/>
              </a:solidFill>
              <a:prstDash val="dash"/>
            </a:ln>
          </p:spPr>
          <p:txBody>
            <a:bodyPr wrap="square" rtlCol="0">
              <a:spAutoFit/>
            </a:bodyPr>
            <a:lstStyle/>
            <a:p>
              <a:pPr defTabSz="685800">
                <a:lnSpc>
                  <a:spcPct val="150000"/>
                </a:lnSpc>
                <a:defRPr/>
              </a:pPr>
              <a:r>
                <a:rPr lang="en-US" sz="2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Có thái độ chính trị, tư tưởng đúng đắn về </a:t>
              </a:r>
              <a:r>
                <a:rPr lang="en-US" sz="2000">
                  <a:effectLst>
                    <a:outerShdw blurRad="38100" dist="38100" dir="2700000" algn="tl">
                      <a:srgbClr val="000000">
                        <a:alpha val="43137"/>
                      </a:srgbClr>
                    </a:outerShdw>
                  </a:effectLst>
                  <a:latin typeface="Arial" panose="020B0604020202020204" pitchFamily="34" charset="0"/>
                  <a:cs typeface="Arial" panose="020B0604020202020204" pitchFamily="34" charset="0"/>
                </a:rPr>
                <a:t>môn </a:t>
              </a:r>
              <a:r>
                <a:rPr lang="en-US" sz="2000" smtClean="0">
                  <a:effectLst>
                    <a:outerShdw blurRad="38100" dist="38100" dir="2700000" algn="tl">
                      <a:srgbClr val="000000">
                        <a:alpha val="43137"/>
                      </a:srgbClr>
                    </a:outerShdw>
                  </a:effectLst>
                  <a:latin typeface="Arial" panose="020B0604020202020204" pitchFamily="34" charset="0"/>
                  <a:cs typeface="Arial" panose="020B0604020202020204" pitchFamily="34" charset="0"/>
                </a:rPr>
                <a:t>triết học Mác- Lenin nói </a:t>
              </a:r>
              <a:r>
                <a:rPr lang="en-US" sz="2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riêng và nền tảng tư tưởng của Đảng nói chung</a:t>
              </a:r>
            </a:p>
          </p:txBody>
        </p:sp>
      </p:grpSp>
      <p:sp>
        <p:nvSpPr>
          <p:cNvPr id="3" name="Diamond 2"/>
          <p:cNvSpPr/>
          <p:nvPr/>
        </p:nvSpPr>
        <p:spPr>
          <a:xfrm>
            <a:off x="11502390" y="6264275"/>
            <a:ext cx="614680" cy="51435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2</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29" name="Group 28"/>
          <p:cNvGrpSpPr/>
          <p:nvPr/>
        </p:nvGrpSpPr>
        <p:grpSpPr>
          <a:xfrm>
            <a:off x="92710" y="273050"/>
            <a:ext cx="12734290" cy="6601460"/>
            <a:chOff x="146" y="430"/>
            <a:chExt cx="20054" cy="10396"/>
          </a:xfrm>
        </p:grpSpPr>
        <p:sp>
          <p:nvSpPr>
            <p:cNvPr id="20488" name="矩形 8"/>
            <p:cNvSpPr/>
            <p:nvPr/>
          </p:nvSpPr>
          <p:spPr>
            <a:xfrm>
              <a:off x="10775" y="9650"/>
              <a:ext cx="8425" cy="1153"/>
            </a:xfrm>
            <a:prstGeom prst="rect">
              <a:avLst/>
            </a:prstGeom>
            <a:solidFill>
              <a:srgbClr val="A6A6A6"/>
            </a:solidFill>
            <a:ln w="12700">
              <a:noFill/>
            </a:ln>
          </p:spPr>
          <p:txBody>
            <a:bodyPr anchor="ctr"/>
            <a:lstStyle/>
            <a:p>
              <a:pPr algn="ctr"/>
              <a:endParaRPr lang="zh-CN" altLang="zh-CN">
                <a:solidFill>
                  <a:srgbClr val="FFFFFF"/>
                </a:solidFill>
                <a:latin typeface="SimSun" panose="02010600030101010101" pitchFamily="2" charset="-122"/>
                <a:ea typeface="SimSun" panose="02010600030101010101" pitchFamily="2" charset="-122"/>
                <a:sym typeface="SimSun" panose="02010600030101010101" pitchFamily="2" charset="-122"/>
              </a:endParaRPr>
            </a:p>
          </p:txBody>
        </p:sp>
        <p:sp>
          <p:nvSpPr>
            <p:cNvPr id="20489" name="任意多边形 13"/>
            <p:cNvSpPr/>
            <p:nvPr/>
          </p:nvSpPr>
          <p:spPr>
            <a:xfrm>
              <a:off x="9618" y="8485"/>
              <a:ext cx="3010" cy="1188"/>
            </a:xfrm>
            <a:custGeom>
              <a:avLst/>
              <a:gdLst/>
              <a:ahLst/>
              <a:cxnLst>
                <a:cxn ang="0">
                  <a:pos x="0" y="0"/>
                </a:cxn>
                <a:cxn ang="0">
                  <a:pos x="1911067" y="0"/>
                </a:cxn>
                <a:cxn ang="0">
                  <a:pos x="1911067" y="752898"/>
                </a:cxn>
                <a:cxn ang="0">
                  <a:pos x="53441" y="752898"/>
                </a:cxn>
                <a:cxn ang="0">
                  <a:pos x="0" y="698155"/>
                </a:cxn>
              </a:cxnLst>
              <a:rect l="0" t="0" r="0" b="0"/>
              <a:pathLst>
                <a:path w="1911067" h="752898">
                  <a:moveTo>
                    <a:pt x="0" y="0"/>
                  </a:moveTo>
                  <a:lnTo>
                    <a:pt x="1911067" y="0"/>
                  </a:lnTo>
                  <a:lnTo>
                    <a:pt x="1911067" y="752898"/>
                  </a:lnTo>
                  <a:lnTo>
                    <a:pt x="53441" y="752898"/>
                  </a:lnTo>
                  <a:lnTo>
                    <a:pt x="0" y="698155"/>
                  </a:lnTo>
                  <a:close/>
                </a:path>
              </a:pathLst>
            </a:custGeom>
            <a:solidFill>
              <a:srgbClr val="999999"/>
            </a:solidFill>
            <a:ln w="12700">
              <a:noFill/>
            </a:ln>
          </p:spPr>
          <p:txBody>
            <a:bodyPr/>
            <a:lstStyle/>
            <a:p>
              <a:endParaRPr lang="en-US"/>
            </a:p>
          </p:txBody>
        </p:sp>
        <p:sp>
          <p:nvSpPr>
            <p:cNvPr id="20490" name="任意多边形 14"/>
            <p:cNvSpPr/>
            <p:nvPr/>
          </p:nvSpPr>
          <p:spPr>
            <a:xfrm>
              <a:off x="9618" y="8473"/>
              <a:ext cx="1172" cy="2350"/>
            </a:xfrm>
            <a:custGeom>
              <a:avLst/>
              <a:gdLst/>
              <a:ahLst/>
              <a:cxnLst>
                <a:cxn ang="0">
                  <a:pos x="0" y="0"/>
                </a:cxn>
                <a:cxn ang="0">
                  <a:pos x="733865" y="764674"/>
                </a:cxn>
                <a:cxn ang="0">
                  <a:pos x="733865" y="1471220"/>
                </a:cxn>
                <a:cxn ang="0">
                  <a:pos x="0" y="706546"/>
                </a:cxn>
              </a:cxnLst>
              <a:rect l="0" t="0" r="0" b="0"/>
              <a:pathLst>
                <a:path w="733865" h="1471220">
                  <a:moveTo>
                    <a:pt x="0" y="0"/>
                  </a:moveTo>
                  <a:lnTo>
                    <a:pt x="733865" y="764674"/>
                  </a:lnTo>
                  <a:lnTo>
                    <a:pt x="733865" y="1471220"/>
                  </a:lnTo>
                  <a:lnTo>
                    <a:pt x="0" y="706546"/>
                  </a:lnTo>
                  <a:close/>
                </a:path>
              </a:pathLst>
            </a:custGeom>
            <a:solidFill>
              <a:srgbClr val="8A8A8A"/>
            </a:solidFill>
            <a:ln w="12700">
              <a:noFill/>
            </a:ln>
          </p:spPr>
          <p:txBody>
            <a:bodyPr/>
            <a:lstStyle/>
            <a:p>
              <a:endParaRPr lang="en-US"/>
            </a:p>
          </p:txBody>
        </p:sp>
        <p:sp>
          <p:nvSpPr>
            <p:cNvPr id="20491" name="矩形 15"/>
            <p:cNvSpPr/>
            <p:nvPr/>
          </p:nvSpPr>
          <p:spPr>
            <a:xfrm>
              <a:off x="12130" y="8518"/>
              <a:ext cx="7070" cy="1150"/>
            </a:xfrm>
            <a:prstGeom prst="rect">
              <a:avLst/>
            </a:prstGeom>
            <a:solidFill>
              <a:srgbClr val="FDC300"/>
            </a:solidFill>
            <a:ln w="12700">
              <a:noFill/>
            </a:ln>
          </p:spPr>
          <p:txBody>
            <a:bodyPr anchor="ctr"/>
            <a:lstStyle/>
            <a:p>
              <a:pPr algn="ctr"/>
              <a:endParaRPr lang="zh-CN" altLang="zh-CN">
                <a:solidFill>
                  <a:srgbClr val="FFFFFF"/>
                </a:solidFill>
                <a:latin typeface="SimSun" panose="02010600030101010101" pitchFamily="2" charset="-122"/>
                <a:ea typeface="SimSun" panose="02010600030101010101" pitchFamily="2" charset="-122"/>
                <a:sym typeface="SimSun" panose="02010600030101010101" pitchFamily="2" charset="-122"/>
              </a:endParaRPr>
            </a:p>
          </p:txBody>
        </p:sp>
        <p:sp>
          <p:nvSpPr>
            <p:cNvPr id="20492" name="任意多边形 16"/>
            <p:cNvSpPr/>
            <p:nvPr/>
          </p:nvSpPr>
          <p:spPr>
            <a:xfrm>
              <a:off x="10975" y="7353"/>
              <a:ext cx="3010" cy="1185"/>
            </a:xfrm>
            <a:custGeom>
              <a:avLst/>
              <a:gdLst/>
              <a:ahLst/>
              <a:cxnLst>
                <a:cxn ang="0">
                  <a:pos x="0" y="0"/>
                </a:cxn>
                <a:cxn ang="0">
                  <a:pos x="1911067" y="0"/>
                </a:cxn>
                <a:cxn ang="0">
                  <a:pos x="1911067" y="752898"/>
                </a:cxn>
                <a:cxn ang="0">
                  <a:pos x="53441" y="752898"/>
                </a:cxn>
                <a:cxn ang="0">
                  <a:pos x="0" y="698155"/>
                </a:cxn>
              </a:cxnLst>
              <a:rect l="0" t="0" r="0" b="0"/>
              <a:pathLst>
                <a:path w="1911067" h="752898">
                  <a:moveTo>
                    <a:pt x="0" y="0"/>
                  </a:moveTo>
                  <a:lnTo>
                    <a:pt x="1911067" y="0"/>
                  </a:lnTo>
                  <a:lnTo>
                    <a:pt x="1911067" y="752898"/>
                  </a:lnTo>
                  <a:lnTo>
                    <a:pt x="53441" y="752898"/>
                  </a:lnTo>
                  <a:lnTo>
                    <a:pt x="0" y="698155"/>
                  </a:lnTo>
                  <a:close/>
                </a:path>
              </a:pathLst>
            </a:custGeom>
            <a:solidFill>
              <a:srgbClr val="EEB500"/>
            </a:solidFill>
            <a:ln w="12700">
              <a:noFill/>
            </a:ln>
          </p:spPr>
          <p:txBody>
            <a:bodyPr/>
            <a:lstStyle/>
            <a:p>
              <a:endParaRPr lang="en-US"/>
            </a:p>
          </p:txBody>
        </p:sp>
        <p:sp>
          <p:nvSpPr>
            <p:cNvPr id="20493" name="任意多边形 17"/>
            <p:cNvSpPr/>
            <p:nvPr/>
          </p:nvSpPr>
          <p:spPr>
            <a:xfrm>
              <a:off x="10975" y="7340"/>
              <a:ext cx="1173" cy="2350"/>
            </a:xfrm>
            <a:custGeom>
              <a:avLst/>
              <a:gdLst/>
              <a:ahLst/>
              <a:cxnLst>
                <a:cxn ang="0">
                  <a:pos x="0" y="0"/>
                </a:cxn>
                <a:cxn ang="0">
                  <a:pos x="733865" y="764674"/>
                </a:cxn>
                <a:cxn ang="0">
                  <a:pos x="733865" y="1471220"/>
                </a:cxn>
                <a:cxn ang="0">
                  <a:pos x="0" y="706546"/>
                </a:cxn>
              </a:cxnLst>
              <a:rect l="0" t="0" r="0" b="0"/>
              <a:pathLst>
                <a:path w="733865" h="1471220">
                  <a:moveTo>
                    <a:pt x="0" y="0"/>
                  </a:moveTo>
                  <a:lnTo>
                    <a:pt x="733865" y="764674"/>
                  </a:lnTo>
                  <a:lnTo>
                    <a:pt x="733865" y="1471220"/>
                  </a:lnTo>
                  <a:lnTo>
                    <a:pt x="0" y="706546"/>
                  </a:lnTo>
                  <a:close/>
                </a:path>
              </a:pathLst>
            </a:custGeom>
            <a:solidFill>
              <a:srgbClr val="DAA600"/>
            </a:solidFill>
            <a:ln w="12700">
              <a:noFill/>
            </a:ln>
          </p:spPr>
          <p:txBody>
            <a:bodyPr/>
            <a:lstStyle/>
            <a:p>
              <a:endParaRPr lang="en-US"/>
            </a:p>
          </p:txBody>
        </p:sp>
        <p:sp>
          <p:nvSpPr>
            <p:cNvPr id="20494" name="矩形 18"/>
            <p:cNvSpPr/>
            <p:nvPr/>
          </p:nvSpPr>
          <p:spPr>
            <a:xfrm>
              <a:off x="13503" y="7383"/>
              <a:ext cx="5697" cy="1152"/>
            </a:xfrm>
            <a:prstGeom prst="rect">
              <a:avLst/>
            </a:prstGeom>
            <a:solidFill>
              <a:srgbClr val="DF6A0B"/>
            </a:solidFill>
            <a:ln w="12700">
              <a:noFill/>
            </a:ln>
          </p:spPr>
          <p:txBody>
            <a:bodyPr anchor="ctr"/>
            <a:lstStyle/>
            <a:p>
              <a:pPr algn="ctr"/>
              <a:endParaRPr lang="zh-CN" altLang="zh-CN">
                <a:solidFill>
                  <a:srgbClr val="FFFFFF"/>
                </a:solidFill>
                <a:latin typeface="SimSun" panose="02010600030101010101" pitchFamily="2" charset="-122"/>
                <a:ea typeface="SimSun" panose="02010600030101010101" pitchFamily="2" charset="-122"/>
                <a:sym typeface="SimSun" panose="02010600030101010101" pitchFamily="2" charset="-122"/>
              </a:endParaRPr>
            </a:p>
          </p:txBody>
        </p:sp>
        <p:sp>
          <p:nvSpPr>
            <p:cNvPr id="20495" name="任意多边形 19"/>
            <p:cNvSpPr/>
            <p:nvPr/>
          </p:nvSpPr>
          <p:spPr>
            <a:xfrm>
              <a:off x="12348" y="6218"/>
              <a:ext cx="3010" cy="1187"/>
            </a:xfrm>
            <a:custGeom>
              <a:avLst/>
              <a:gdLst/>
              <a:ahLst/>
              <a:cxnLst>
                <a:cxn ang="0">
                  <a:pos x="0" y="0"/>
                </a:cxn>
                <a:cxn ang="0">
                  <a:pos x="1911067" y="0"/>
                </a:cxn>
                <a:cxn ang="0">
                  <a:pos x="1911067" y="752898"/>
                </a:cxn>
                <a:cxn ang="0">
                  <a:pos x="53441" y="752898"/>
                </a:cxn>
                <a:cxn ang="0">
                  <a:pos x="0" y="698155"/>
                </a:cxn>
              </a:cxnLst>
              <a:rect l="0" t="0" r="0" b="0"/>
              <a:pathLst>
                <a:path w="1911067" h="752898">
                  <a:moveTo>
                    <a:pt x="0" y="0"/>
                  </a:moveTo>
                  <a:lnTo>
                    <a:pt x="1911067" y="0"/>
                  </a:lnTo>
                  <a:lnTo>
                    <a:pt x="1911067" y="752898"/>
                  </a:lnTo>
                  <a:lnTo>
                    <a:pt x="53441" y="752898"/>
                  </a:lnTo>
                  <a:lnTo>
                    <a:pt x="0" y="698155"/>
                  </a:lnTo>
                  <a:close/>
                </a:path>
              </a:pathLst>
            </a:custGeom>
            <a:solidFill>
              <a:srgbClr val="D0640A"/>
            </a:solidFill>
            <a:ln w="12700">
              <a:noFill/>
            </a:ln>
          </p:spPr>
          <p:txBody>
            <a:bodyPr/>
            <a:lstStyle/>
            <a:p>
              <a:endParaRPr lang="en-US"/>
            </a:p>
          </p:txBody>
        </p:sp>
        <p:sp>
          <p:nvSpPr>
            <p:cNvPr id="20496" name="任意多边形 20"/>
            <p:cNvSpPr/>
            <p:nvPr/>
          </p:nvSpPr>
          <p:spPr>
            <a:xfrm>
              <a:off x="12348" y="6205"/>
              <a:ext cx="1172" cy="2350"/>
            </a:xfrm>
            <a:custGeom>
              <a:avLst/>
              <a:gdLst/>
              <a:ahLst/>
              <a:cxnLst>
                <a:cxn ang="0">
                  <a:pos x="0" y="0"/>
                </a:cxn>
                <a:cxn ang="0">
                  <a:pos x="733865" y="764674"/>
                </a:cxn>
                <a:cxn ang="0">
                  <a:pos x="733865" y="1471220"/>
                </a:cxn>
                <a:cxn ang="0">
                  <a:pos x="0" y="706546"/>
                </a:cxn>
              </a:cxnLst>
              <a:rect l="0" t="0" r="0" b="0"/>
              <a:pathLst>
                <a:path w="733865" h="1471220">
                  <a:moveTo>
                    <a:pt x="0" y="0"/>
                  </a:moveTo>
                  <a:lnTo>
                    <a:pt x="733865" y="764674"/>
                  </a:lnTo>
                  <a:lnTo>
                    <a:pt x="733865" y="1471220"/>
                  </a:lnTo>
                  <a:lnTo>
                    <a:pt x="0" y="706546"/>
                  </a:lnTo>
                  <a:close/>
                </a:path>
              </a:pathLst>
            </a:custGeom>
            <a:solidFill>
              <a:srgbClr val="BB5A09"/>
            </a:solidFill>
            <a:ln w="12700">
              <a:noFill/>
            </a:ln>
          </p:spPr>
          <p:txBody>
            <a:bodyPr/>
            <a:lstStyle/>
            <a:p>
              <a:endParaRPr lang="en-US"/>
            </a:p>
          </p:txBody>
        </p:sp>
        <p:sp>
          <p:nvSpPr>
            <p:cNvPr id="20497" name="矩形 21"/>
            <p:cNvSpPr/>
            <p:nvPr/>
          </p:nvSpPr>
          <p:spPr>
            <a:xfrm>
              <a:off x="14863" y="6265"/>
              <a:ext cx="4337" cy="1153"/>
            </a:xfrm>
            <a:prstGeom prst="rect">
              <a:avLst/>
            </a:prstGeom>
            <a:solidFill>
              <a:srgbClr val="26A2AA"/>
            </a:solidFill>
            <a:ln w="12700">
              <a:noFill/>
            </a:ln>
          </p:spPr>
          <p:txBody>
            <a:bodyPr anchor="ctr"/>
            <a:lstStyle/>
            <a:p>
              <a:pPr algn="ctr"/>
              <a:endParaRPr lang="zh-CN" altLang="zh-CN">
                <a:solidFill>
                  <a:srgbClr val="FFFFFF"/>
                </a:solidFill>
                <a:latin typeface="SimSun" panose="02010600030101010101" pitchFamily="2" charset="-122"/>
                <a:ea typeface="SimSun" panose="02010600030101010101" pitchFamily="2" charset="-122"/>
                <a:sym typeface="SimSun" panose="02010600030101010101" pitchFamily="2" charset="-122"/>
              </a:endParaRPr>
            </a:p>
          </p:txBody>
        </p:sp>
        <p:sp>
          <p:nvSpPr>
            <p:cNvPr id="20498" name="任意多边形 22"/>
            <p:cNvSpPr/>
            <p:nvPr/>
          </p:nvSpPr>
          <p:spPr>
            <a:xfrm>
              <a:off x="13708" y="5100"/>
              <a:ext cx="5492" cy="1188"/>
            </a:xfrm>
            <a:custGeom>
              <a:avLst/>
              <a:gdLst/>
              <a:ahLst/>
              <a:cxnLst>
                <a:cxn ang="0">
                  <a:pos x="0" y="0"/>
                </a:cxn>
                <a:cxn ang="0">
                  <a:pos x="1911067" y="0"/>
                </a:cxn>
                <a:cxn ang="0">
                  <a:pos x="1911067" y="752898"/>
                </a:cxn>
                <a:cxn ang="0">
                  <a:pos x="53441" y="752898"/>
                </a:cxn>
                <a:cxn ang="0">
                  <a:pos x="0" y="698155"/>
                </a:cxn>
              </a:cxnLst>
              <a:rect l="0" t="0" r="0" b="0"/>
              <a:pathLst>
                <a:path w="1911067" h="752898">
                  <a:moveTo>
                    <a:pt x="0" y="0"/>
                  </a:moveTo>
                  <a:lnTo>
                    <a:pt x="1911067" y="0"/>
                  </a:lnTo>
                  <a:lnTo>
                    <a:pt x="1911067" y="752898"/>
                  </a:lnTo>
                  <a:lnTo>
                    <a:pt x="53441" y="752898"/>
                  </a:lnTo>
                  <a:lnTo>
                    <a:pt x="0" y="698155"/>
                  </a:lnTo>
                  <a:close/>
                </a:path>
              </a:pathLst>
            </a:custGeom>
            <a:solidFill>
              <a:srgbClr val="228E96"/>
            </a:solidFill>
            <a:ln w="12700">
              <a:noFill/>
            </a:ln>
          </p:spPr>
          <p:txBody>
            <a:bodyPr/>
            <a:lstStyle/>
            <a:p>
              <a:endParaRPr lang="en-US"/>
            </a:p>
          </p:txBody>
        </p:sp>
        <p:sp>
          <p:nvSpPr>
            <p:cNvPr id="20499" name="任意多边形 23"/>
            <p:cNvSpPr/>
            <p:nvPr/>
          </p:nvSpPr>
          <p:spPr>
            <a:xfrm>
              <a:off x="13708" y="5090"/>
              <a:ext cx="1172" cy="2348"/>
            </a:xfrm>
            <a:custGeom>
              <a:avLst/>
              <a:gdLst/>
              <a:ahLst/>
              <a:cxnLst>
                <a:cxn ang="0">
                  <a:pos x="0" y="0"/>
                </a:cxn>
                <a:cxn ang="0">
                  <a:pos x="733865" y="764674"/>
                </a:cxn>
                <a:cxn ang="0">
                  <a:pos x="733865" y="1471220"/>
                </a:cxn>
                <a:cxn ang="0">
                  <a:pos x="0" y="706546"/>
                </a:cxn>
              </a:cxnLst>
              <a:rect l="0" t="0" r="0" b="0"/>
              <a:pathLst>
                <a:path w="733865" h="1471220">
                  <a:moveTo>
                    <a:pt x="0" y="0"/>
                  </a:moveTo>
                  <a:lnTo>
                    <a:pt x="733865" y="764674"/>
                  </a:lnTo>
                  <a:lnTo>
                    <a:pt x="733865" y="1471220"/>
                  </a:lnTo>
                  <a:lnTo>
                    <a:pt x="0" y="706546"/>
                  </a:lnTo>
                  <a:close/>
                </a:path>
              </a:pathLst>
            </a:custGeom>
            <a:solidFill>
              <a:srgbClr val="1C777E"/>
            </a:solidFill>
            <a:ln w="12700">
              <a:noFill/>
            </a:ln>
          </p:spPr>
          <p:txBody>
            <a:bodyPr/>
            <a:lstStyle/>
            <a:p>
              <a:endParaRPr lang="en-US"/>
            </a:p>
          </p:txBody>
        </p:sp>
        <p:grpSp>
          <p:nvGrpSpPr>
            <p:cNvPr id="20500" name="组合 24"/>
            <p:cNvGrpSpPr/>
            <p:nvPr/>
          </p:nvGrpSpPr>
          <p:grpSpPr>
            <a:xfrm>
              <a:off x="10020" y="3579"/>
              <a:ext cx="3765" cy="5364"/>
              <a:chOff x="0" y="0"/>
              <a:chExt cx="2174478" cy="3108160"/>
            </a:xfrm>
          </p:grpSpPr>
          <p:sp>
            <p:nvSpPr>
              <p:cNvPr id="20501" name="等腰三角形 25"/>
              <p:cNvSpPr/>
              <p:nvPr/>
            </p:nvSpPr>
            <p:spPr>
              <a:xfrm rot="-8340000">
                <a:off x="0" y="1027462"/>
                <a:ext cx="179866" cy="2080698"/>
              </a:xfrm>
              <a:prstGeom prst="triangle">
                <a:avLst>
                  <a:gd name="adj" fmla="val 50000"/>
                </a:avLst>
              </a:prstGeom>
              <a:solidFill>
                <a:srgbClr val="7F7F7F"/>
              </a:solidFill>
              <a:ln w="12700">
                <a:noFill/>
              </a:ln>
            </p:spPr>
            <p:txBody>
              <a:bodyPr anchor="ctr"/>
              <a:lstStyle/>
              <a:p>
                <a:pPr algn="ctr"/>
                <a:endParaRPr lang="zh-CN" altLang="zh-CN">
                  <a:solidFill>
                    <a:srgbClr val="FFFFFF"/>
                  </a:solidFill>
                  <a:latin typeface="SimSun" panose="02010600030101010101" pitchFamily="2" charset="-122"/>
                  <a:ea typeface="SimSun" panose="02010600030101010101" pitchFamily="2" charset="-122"/>
                  <a:sym typeface="SimSun" panose="02010600030101010101" pitchFamily="2" charset="-122"/>
                </a:endParaRPr>
              </a:p>
            </p:txBody>
          </p:sp>
          <p:sp>
            <p:nvSpPr>
              <p:cNvPr id="20502" name="矩形 26"/>
              <p:cNvSpPr/>
              <p:nvPr/>
            </p:nvSpPr>
            <p:spPr>
              <a:xfrm rot="-3120000">
                <a:off x="755104" y="1203287"/>
                <a:ext cx="188504" cy="506389"/>
              </a:xfrm>
              <a:prstGeom prst="rect">
                <a:avLst/>
              </a:prstGeom>
              <a:solidFill>
                <a:srgbClr val="7F7F7F"/>
              </a:solidFill>
              <a:ln w="12700">
                <a:noFill/>
              </a:ln>
            </p:spPr>
            <p:txBody>
              <a:bodyPr anchor="ctr"/>
              <a:lstStyle/>
              <a:p>
                <a:pPr algn="ctr"/>
                <a:endParaRPr lang="zh-CN" altLang="zh-CN">
                  <a:solidFill>
                    <a:srgbClr val="FFFFFF"/>
                  </a:solidFill>
                  <a:latin typeface="SimSun" panose="02010600030101010101" pitchFamily="2" charset="-122"/>
                  <a:ea typeface="SimSun" panose="02010600030101010101" pitchFamily="2" charset="-122"/>
                  <a:sym typeface="SimSun" panose="02010600030101010101" pitchFamily="2" charset="-122"/>
                </a:endParaRPr>
              </a:p>
            </p:txBody>
          </p:sp>
          <p:sp>
            <p:nvSpPr>
              <p:cNvPr id="20503" name="矩形 27"/>
              <p:cNvSpPr/>
              <p:nvPr/>
            </p:nvSpPr>
            <p:spPr>
              <a:xfrm rot="-3120000">
                <a:off x="638893" y="953616"/>
                <a:ext cx="1512435" cy="170787"/>
              </a:xfrm>
              <a:prstGeom prst="rect">
                <a:avLst/>
              </a:prstGeom>
              <a:solidFill>
                <a:srgbClr val="7F7F7F"/>
              </a:solidFill>
              <a:ln w="12700">
                <a:noFill/>
              </a:ln>
            </p:spPr>
            <p:txBody>
              <a:bodyPr anchor="ctr"/>
              <a:lstStyle/>
              <a:p>
                <a:pPr algn="ctr"/>
                <a:endParaRPr lang="zh-CN" altLang="zh-CN">
                  <a:solidFill>
                    <a:srgbClr val="FFFFFF"/>
                  </a:solidFill>
                  <a:latin typeface="SimSun" panose="02010600030101010101" pitchFamily="2" charset="-122"/>
                  <a:ea typeface="SimSun" panose="02010600030101010101" pitchFamily="2" charset="-122"/>
                  <a:sym typeface="SimSun" panose="02010600030101010101" pitchFamily="2" charset="-122"/>
                </a:endParaRPr>
              </a:p>
            </p:txBody>
          </p:sp>
          <p:sp>
            <p:nvSpPr>
              <p:cNvPr id="20504" name="等腰三角形 28"/>
              <p:cNvSpPr/>
              <p:nvPr/>
            </p:nvSpPr>
            <p:spPr>
              <a:xfrm rot="2130623">
                <a:off x="1816701" y="0"/>
                <a:ext cx="357777" cy="505247"/>
              </a:xfrm>
              <a:prstGeom prst="triangle">
                <a:avLst>
                  <a:gd name="adj" fmla="val 50000"/>
                </a:avLst>
              </a:prstGeom>
              <a:solidFill>
                <a:srgbClr val="7F7F7F"/>
              </a:solidFill>
              <a:ln w="12700">
                <a:noFill/>
              </a:ln>
            </p:spPr>
            <p:txBody>
              <a:bodyPr anchor="ctr"/>
              <a:lstStyle/>
              <a:p>
                <a:pPr algn="ctr"/>
                <a:endParaRPr lang="zh-CN" altLang="zh-CN">
                  <a:solidFill>
                    <a:srgbClr val="FFFFFF"/>
                  </a:solidFill>
                  <a:latin typeface="SimSun" panose="02010600030101010101" pitchFamily="2" charset="-122"/>
                  <a:ea typeface="SimSun" panose="02010600030101010101" pitchFamily="2" charset="-122"/>
                  <a:sym typeface="SimSun" panose="02010600030101010101" pitchFamily="2" charset="-122"/>
                </a:endParaRPr>
              </a:p>
            </p:txBody>
          </p:sp>
        </p:grpSp>
        <p:sp>
          <p:nvSpPr>
            <p:cNvPr id="20505" name="文本框 29"/>
            <p:cNvSpPr/>
            <p:nvPr/>
          </p:nvSpPr>
          <p:spPr>
            <a:xfrm>
              <a:off x="11560" y="9810"/>
              <a:ext cx="1060" cy="1016"/>
            </a:xfrm>
            <a:prstGeom prst="rect">
              <a:avLst/>
            </a:prstGeom>
            <a:noFill/>
            <a:ln w="9525">
              <a:noFill/>
            </a:ln>
          </p:spPr>
          <p:txBody>
            <a:bodyPr wrap="none" anchor="t">
              <a:spAutoFit/>
            </a:bodyPr>
            <a:lstStyle/>
            <a:p>
              <a:r>
                <a:rPr lang="en-US" sz="3600" dirty="0">
                  <a:solidFill>
                    <a:schemeClr val="bg1"/>
                  </a:solidFill>
                  <a:latin typeface="Impact" panose="020B0806030902050204" pitchFamily="2" charset="0"/>
                  <a:ea typeface="方正姚体" pitchFamily="2" charset="-122"/>
                  <a:sym typeface="Impact" panose="020B0806030902050204" pitchFamily="2" charset="0"/>
                </a:rPr>
                <a:t>05</a:t>
              </a:r>
            </a:p>
          </p:txBody>
        </p:sp>
        <p:sp>
          <p:nvSpPr>
            <p:cNvPr id="20506" name="文本框 30"/>
            <p:cNvSpPr/>
            <p:nvPr/>
          </p:nvSpPr>
          <p:spPr>
            <a:xfrm>
              <a:off x="13025" y="8635"/>
              <a:ext cx="1034" cy="1016"/>
            </a:xfrm>
            <a:prstGeom prst="rect">
              <a:avLst/>
            </a:prstGeom>
            <a:noFill/>
            <a:ln w="9525">
              <a:noFill/>
            </a:ln>
          </p:spPr>
          <p:txBody>
            <a:bodyPr wrap="none" anchor="t">
              <a:spAutoFit/>
            </a:bodyPr>
            <a:lstStyle/>
            <a:p>
              <a:r>
                <a:rPr lang="en-US" altLang="zh-CN" sz="3600" dirty="0">
                  <a:solidFill>
                    <a:schemeClr val="bg1"/>
                  </a:solidFill>
                  <a:latin typeface="Impact" panose="020B0806030902050204" pitchFamily="2" charset="0"/>
                  <a:ea typeface="方正姚体" pitchFamily="2" charset="-122"/>
                  <a:sym typeface="Impact" panose="020B0806030902050204" pitchFamily="2" charset="0"/>
                </a:rPr>
                <a:t>04</a:t>
              </a:r>
            </a:p>
          </p:txBody>
        </p:sp>
        <p:sp>
          <p:nvSpPr>
            <p:cNvPr id="20507" name="文本框 31"/>
            <p:cNvSpPr/>
            <p:nvPr/>
          </p:nvSpPr>
          <p:spPr>
            <a:xfrm>
              <a:off x="14565" y="7515"/>
              <a:ext cx="1056" cy="1016"/>
            </a:xfrm>
            <a:prstGeom prst="rect">
              <a:avLst/>
            </a:prstGeom>
            <a:noFill/>
            <a:ln w="9525">
              <a:noFill/>
            </a:ln>
          </p:spPr>
          <p:txBody>
            <a:bodyPr wrap="none" anchor="t">
              <a:spAutoFit/>
            </a:bodyPr>
            <a:lstStyle/>
            <a:p>
              <a:r>
                <a:rPr lang="en-US" altLang="zh-CN" sz="3600" dirty="0">
                  <a:solidFill>
                    <a:schemeClr val="bg1"/>
                  </a:solidFill>
                  <a:latin typeface="Impact" panose="020B0806030902050204" pitchFamily="2" charset="0"/>
                  <a:ea typeface="方正姚体" pitchFamily="2" charset="-122"/>
                  <a:sym typeface="Impact" panose="020B0806030902050204" pitchFamily="2" charset="0"/>
                </a:rPr>
                <a:t>03</a:t>
              </a:r>
            </a:p>
          </p:txBody>
        </p:sp>
        <p:sp>
          <p:nvSpPr>
            <p:cNvPr id="20508" name="文本框 32"/>
            <p:cNvSpPr/>
            <p:nvPr/>
          </p:nvSpPr>
          <p:spPr>
            <a:xfrm>
              <a:off x="15825" y="6423"/>
              <a:ext cx="1035" cy="1016"/>
            </a:xfrm>
            <a:prstGeom prst="rect">
              <a:avLst/>
            </a:prstGeom>
            <a:noFill/>
            <a:ln w="9525">
              <a:noFill/>
            </a:ln>
          </p:spPr>
          <p:txBody>
            <a:bodyPr wrap="none" anchor="t">
              <a:spAutoFit/>
            </a:bodyPr>
            <a:lstStyle/>
            <a:p>
              <a:r>
                <a:rPr lang="en-US" altLang="zh-CN" sz="3600" dirty="0">
                  <a:solidFill>
                    <a:schemeClr val="bg1"/>
                  </a:solidFill>
                  <a:latin typeface="Impact" panose="020B0806030902050204" pitchFamily="2" charset="0"/>
                  <a:ea typeface="方正姚体" pitchFamily="2" charset="-122"/>
                  <a:sym typeface="Impact" panose="020B0806030902050204" pitchFamily="2" charset="0"/>
                </a:rPr>
                <a:t>02</a:t>
              </a:r>
            </a:p>
          </p:txBody>
        </p:sp>
        <p:sp>
          <p:nvSpPr>
            <p:cNvPr id="5" name="矩形 21"/>
            <p:cNvSpPr/>
            <p:nvPr/>
          </p:nvSpPr>
          <p:spPr>
            <a:xfrm>
              <a:off x="15863" y="5073"/>
              <a:ext cx="4337" cy="1153"/>
            </a:xfrm>
            <a:prstGeom prst="rect">
              <a:avLst/>
            </a:prstGeom>
            <a:solidFill>
              <a:srgbClr val="92D050"/>
            </a:solidFill>
            <a:ln w="12700">
              <a:noFill/>
            </a:ln>
          </p:spPr>
          <p:txBody>
            <a:bodyPr anchor="ctr"/>
            <a:lstStyle/>
            <a:p>
              <a:pPr algn="ctr"/>
              <a:endParaRPr lang="zh-CN" altLang="zh-CN">
                <a:solidFill>
                  <a:srgbClr val="00B050"/>
                </a:solidFill>
                <a:latin typeface="SimSun" panose="02010600030101010101" pitchFamily="2" charset="-122"/>
                <a:ea typeface="SimSun" panose="02010600030101010101" pitchFamily="2" charset="-122"/>
                <a:sym typeface="SimSun" panose="02010600030101010101" pitchFamily="2" charset="-122"/>
              </a:endParaRPr>
            </a:p>
          </p:txBody>
        </p:sp>
        <p:sp>
          <p:nvSpPr>
            <p:cNvPr id="6" name="任意多边形 22"/>
            <p:cNvSpPr/>
            <p:nvPr/>
          </p:nvSpPr>
          <p:spPr>
            <a:xfrm>
              <a:off x="14708" y="3908"/>
              <a:ext cx="5492" cy="1188"/>
            </a:xfrm>
            <a:custGeom>
              <a:avLst/>
              <a:gdLst/>
              <a:ahLst/>
              <a:cxnLst>
                <a:cxn ang="0">
                  <a:pos x="0" y="0"/>
                </a:cxn>
                <a:cxn ang="0">
                  <a:pos x="1911067" y="0"/>
                </a:cxn>
                <a:cxn ang="0">
                  <a:pos x="1911067" y="752898"/>
                </a:cxn>
                <a:cxn ang="0">
                  <a:pos x="53441" y="752898"/>
                </a:cxn>
                <a:cxn ang="0">
                  <a:pos x="0" y="698155"/>
                </a:cxn>
              </a:cxnLst>
              <a:rect l="0" t="0" r="0" b="0"/>
              <a:pathLst>
                <a:path w="1911067" h="752898">
                  <a:moveTo>
                    <a:pt x="0" y="0"/>
                  </a:moveTo>
                  <a:lnTo>
                    <a:pt x="1911067" y="0"/>
                  </a:lnTo>
                  <a:lnTo>
                    <a:pt x="1911067" y="752898"/>
                  </a:lnTo>
                  <a:lnTo>
                    <a:pt x="53441" y="752898"/>
                  </a:lnTo>
                  <a:lnTo>
                    <a:pt x="0" y="698155"/>
                  </a:lnTo>
                  <a:close/>
                </a:path>
              </a:pathLst>
            </a:custGeom>
            <a:solidFill>
              <a:srgbClr val="00B050"/>
            </a:solidFill>
            <a:ln w="12700">
              <a:noFill/>
            </a:ln>
          </p:spPr>
          <p:txBody>
            <a:bodyPr/>
            <a:lstStyle/>
            <a:p>
              <a:endParaRPr lang="en-US">
                <a:solidFill>
                  <a:srgbClr val="00B050"/>
                </a:solidFill>
              </a:endParaRPr>
            </a:p>
          </p:txBody>
        </p:sp>
        <p:sp>
          <p:nvSpPr>
            <p:cNvPr id="7" name="任意多边形 23"/>
            <p:cNvSpPr/>
            <p:nvPr/>
          </p:nvSpPr>
          <p:spPr>
            <a:xfrm>
              <a:off x="14708" y="3898"/>
              <a:ext cx="1172" cy="2348"/>
            </a:xfrm>
            <a:custGeom>
              <a:avLst/>
              <a:gdLst/>
              <a:ahLst/>
              <a:cxnLst>
                <a:cxn ang="0">
                  <a:pos x="0" y="0"/>
                </a:cxn>
                <a:cxn ang="0">
                  <a:pos x="733865" y="764674"/>
                </a:cxn>
                <a:cxn ang="0">
                  <a:pos x="733865" y="1471220"/>
                </a:cxn>
                <a:cxn ang="0">
                  <a:pos x="0" y="706546"/>
                </a:cxn>
              </a:cxnLst>
              <a:rect l="0" t="0" r="0" b="0"/>
              <a:pathLst>
                <a:path w="733865" h="1471220">
                  <a:moveTo>
                    <a:pt x="0" y="0"/>
                  </a:moveTo>
                  <a:lnTo>
                    <a:pt x="733865" y="764674"/>
                  </a:lnTo>
                  <a:lnTo>
                    <a:pt x="733865" y="1471220"/>
                  </a:lnTo>
                  <a:lnTo>
                    <a:pt x="0" y="706546"/>
                  </a:lnTo>
                  <a:close/>
                </a:path>
              </a:pathLst>
            </a:custGeom>
            <a:solidFill>
              <a:srgbClr val="00B050"/>
            </a:solidFill>
            <a:ln w="12700">
              <a:noFill/>
            </a:ln>
          </p:spPr>
          <p:txBody>
            <a:bodyPr/>
            <a:lstStyle/>
            <a:p>
              <a:endParaRPr lang="en-US"/>
            </a:p>
          </p:txBody>
        </p:sp>
        <p:grpSp>
          <p:nvGrpSpPr>
            <p:cNvPr id="18" name="Group 17"/>
            <p:cNvGrpSpPr/>
            <p:nvPr/>
          </p:nvGrpSpPr>
          <p:grpSpPr>
            <a:xfrm>
              <a:off x="146" y="965"/>
              <a:ext cx="1352" cy="9003"/>
              <a:chOff x="146" y="935"/>
              <a:chExt cx="1352" cy="9003"/>
            </a:xfrm>
          </p:grpSpPr>
          <p:sp>
            <p:nvSpPr>
              <p:cNvPr id="20509" name="圆角矩形 33"/>
              <p:cNvSpPr/>
              <p:nvPr/>
            </p:nvSpPr>
            <p:spPr>
              <a:xfrm>
                <a:off x="163" y="2975"/>
                <a:ext cx="1335" cy="820"/>
              </a:xfrm>
              <a:prstGeom prst="roundRect">
                <a:avLst>
                  <a:gd name="adj" fmla="val 16667"/>
                </a:avLst>
              </a:prstGeom>
              <a:solidFill>
                <a:srgbClr val="26A2AA"/>
              </a:solidFill>
              <a:ln w="12700">
                <a:noFill/>
              </a:ln>
            </p:spPr>
            <p:txBody>
              <a:bodyPr anchor="ctr"/>
              <a:lstStyle/>
              <a:p>
                <a:pPr algn="ctr"/>
                <a:r>
                  <a:rPr lang="en-US" altLang="zh-CN" sz="2000" b="1">
                    <a:solidFill>
                      <a:srgbClr val="FFFFFF"/>
                    </a:solidFill>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20%</a:t>
                </a:r>
              </a:p>
            </p:txBody>
          </p:sp>
          <p:sp>
            <p:nvSpPr>
              <p:cNvPr id="20510" name="圆角矩形 34"/>
              <p:cNvSpPr/>
              <p:nvPr/>
            </p:nvSpPr>
            <p:spPr>
              <a:xfrm>
                <a:off x="163" y="5129"/>
                <a:ext cx="1335" cy="820"/>
              </a:xfrm>
              <a:prstGeom prst="roundRect">
                <a:avLst>
                  <a:gd name="adj" fmla="val 16667"/>
                </a:avLst>
              </a:prstGeom>
              <a:solidFill>
                <a:srgbClr val="DF6A0B"/>
              </a:solidFill>
              <a:ln w="12700">
                <a:noFill/>
              </a:ln>
            </p:spPr>
            <p:txBody>
              <a:bodyPr anchor="ctr"/>
              <a:lstStyle/>
              <a:p>
                <a:pPr algn="ctr"/>
                <a:r>
                  <a:rPr lang="en-US" altLang="zh-CN" sz="2000" b="1">
                    <a:solidFill>
                      <a:srgbClr val="FFFFFF"/>
                    </a:solidFill>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20%</a:t>
                </a:r>
              </a:p>
            </p:txBody>
          </p:sp>
          <p:sp>
            <p:nvSpPr>
              <p:cNvPr id="20511" name="圆角矩形 35"/>
              <p:cNvSpPr/>
              <p:nvPr/>
            </p:nvSpPr>
            <p:spPr>
              <a:xfrm>
                <a:off x="155" y="7194"/>
                <a:ext cx="1338" cy="820"/>
              </a:xfrm>
              <a:prstGeom prst="roundRect">
                <a:avLst>
                  <a:gd name="adj" fmla="val 16667"/>
                </a:avLst>
              </a:prstGeom>
              <a:solidFill>
                <a:srgbClr val="FDC300"/>
              </a:solidFill>
              <a:ln w="12700">
                <a:noFill/>
              </a:ln>
            </p:spPr>
            <p:txBody>
              <a:bodyPr anchor="ctr"/>
              <a:lstStyle/>
              <a:p>
                <a:pPr algn="ctr"/>
                <a:r>
                  <a:rPr lang="en-US" altLang="zh-CN" sz="2000" b="1">
                    <a:solidFill>
                      <a:srgbClr val="FFFFFF"/>
                    </a:solidFill>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20%</a:t>
                </a:r>
              </a:p>
            </p:txBody>
          </p:sp>
          <p:sp>
            <p:nvSpPr>
              <p:cNvPr id="20512" name="圆角矩形 36"/>
              <p:cNvSpPr/>
              <p:nvPr/>
            </p:nvSpPr>
            <p:spPr>
              <a:xfrm>
                <a:off x="155" y="9118"/>
                <a:ext cx="1338" cy="820"/>
              </a:xfrm>
              <a:prstGeom prst="roundRect">
                <a:avLst>
                  <a:gd name="adj" fmla="val 16667"/>
                </a:avLst>
              </a:prstGeom>
              <a:solidFill>
                <a:srgbClr val="A6A6A6"/>
              </a:solidFill>
              <a:ln w="12700">
                <a:noFill/>
              </a:ln>
            </p:spPr>
            <p:txBody>
              <a:bodyPr anchor="ctr"/>
              <a:lstStyle/>
              <a:p>
                <a:pPr algn="ctr"/>
                <a:r>
                  <a:rPr lang="en-US" altLang="zh-CN" sz="2000" b="1">
                    <a:solidFill>
                      <a:srgbClr val="FFFFFF"/>
                    </a:solidFill>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10%</a:t>
                </a:r>
              </a:p>
            </p:txBody>
          </p:sp>
          <p:sp>
            <p:nvSpPr>
              <p:cNvPr id="9" name="圆角矩形 33"/>
              <p:cNvSpPr/>
              <p:nvPr/>
            </p:nvSpPr>
            <p:spPr>
              <a:xfrm>
                <a:off x="146" y="935"/>
                <a:ext cx="1335" cy="820"/>
              </a:xfrm>
              <a:prstGeom prst="roundRect">
                <a:avLst>
                  <a:gd name="adj" fmla="val 16667"/>
                </a:avLst>
              </a:prstGeom>
              <a:solidFill>
                <a:srgbClr val="92D050"/>
              </a:solidFill>
              <a:ln w="12700">
                <a:noFill/>
              </a:ln>
            </p:spPr>
            <p:txBody>
              <a:bodyPr anchor="ctr"/>
              <a:lstStyle/>
              <a:p>
                <a:pPr algn="ctr"/>
                <a:r>
                  <a:rPr lang="en-US" altLang="zh-CN" sz="2000" b="1">
                    <a:solidFill>
                      <a:srgbClr val="FFFFFF"/>
                    </a:solidFill>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30%</a:t>
                </a:r>
              </a:p>
            </p:txBody>
          </p:sp>
        </p:grpSp>
        <p:sp>
          <p:nvSpPr>
            <p:cNvPr id="10" name="Text Box 9"/>
            <p:cNvSpPr txBox="1"/>
            <p:nvPr/>
          </p:nvSpPr>
          <p:spPr>
            <a:xfrm>
              <a:off x="1897" y="9097"/>
              <a:ext cx="8080" cy="871"/>
            </a:xfrm>
            <a:prstGeom prst="rect">
              <a:avLst/>
            </a:prstGeom>
            <a:noFill/>
          </p:spPr>
          <p:txBody>
            <a:bodyPr wrap="square" rtlCol="0">
              <a:spAutoFit/>
            </a:bodyPr>
            <a:lstStyle/>
            <a:p>
              <a:r>
                <a:rPr lang="en-US" sz="3000" b="1">
                  <a:latin typeface="Times New Roman" panose="02020603050405020304" pitchFamily="18" charset="0"/>
                  <a:cs typeface="Times New Roman" panose="02020603050405020304" pitchFamily="18" charset="0"/>
                </a:rPr>
                <a:t>Điểm chuyên cần</a:t>
              </a:r>
            </a:p>
          </p:txBody>
        </p:sp>
        <p:sp>
          <p:nvSpPr>
            <p:cNvPr id="11" name="Text Box 10"/>
            <p:cNvSpPr txBox="1"/>
            <p:nvPr/>
          </p:nvSpPr>
          <p:spPr>
            <a:xfrm>
              <a:off x="1897" y="3180"/>
              <a:ext cx="6929" cy="871"/>
            </a:xfrm>
            <a:prstGeom prst="rect">
              <a:avLst/>
            </a:prstGeom>
            <a:noFill/>
          </p:spPr>
          <p:txBody>
            <a:bodyPr wrap="square" rtlCol="0">
              <a:spAutoFit/>
            </a:bodyPr>
            <a:lstStyle/>
            <a:p>
              <a:r>
                <a:rPr lang="en-US" sz="3000" b="1">
                  <a:latin typeface="Times New Roman" panose="02020603050405020304" pitchFamily="18" charset="0"/>
                  <a:cs typeface="Times New Roman" panose="02020603050405020304" pitchFamily="18" charset="0"/>
                </a:rPr>
                <a:t>Điểm cộng phát biểu</a:t>
              </a:r>
            </a:p>
          </p:txBody>
        </p:sp>
        <p:sp>
          <p:nvSpPr>
            <p:cNvPr id="12" name="Text Box 11"/>
            <p:cNvSpPr txBox="1"/>
            <p:nvPr/>
          </p:nvSpPr>
          <p:spPr>
            <a:xfrm>
              <a:off x="1897" y="4895"/>
              <a:ext cx="8486" cy="1598"/>
            </a:xfrm>
            <a:prstGeom prst="rect">
              <a:avLst/>
            </a:prstGeom>
            <a:noFill/>
          </p:spPr>
          <p:txBody>
            <a:bodyPr wrap="square" rtlCol="0">
              <a:spAutoFit/>
            </a:bodyPr>
            <a:lstStyle/>
            <a:p>
              <a:r>
                <a:rPr lang="en-US" sz="3000" b="1">
                  <a:latin typeface="Times New Roman" panose="02020603050405020304" pitchFamily="18" charset="0"/>
                  <a:cs typeface="Times New Roman" panose="02020603050405020304" pitchFamily="18" charset="0"/>
                </a:rPr>
                <a:t>Kiểm tra giữa kỳ</a:t>
              </a:r>
            </a:p>
            <a:p>
              <a:r>
                <a:rPr lang="en-US" sz="3000" b="1">
                  <a:latin typeface="Times New Roman" panose="02020603050405020304" pitchFamily="18" charset="0"/>
                  <a:cs typeface="Times New Roman" panose="02020603050405020304" pitchFamily="18" charset="0"/>
                </a:rPr>
                <a:t>(Kiểm tra Online cá nhân)</a:t>
              </a:r>
            </a:p>
          </p:txBody>
        </p:sp>
        <p:sp>
          <p:nvSpPr>
            <p:cNvPr id="13" name="Text Box 12"/>
            <p:cNvSpPr txBox="1"/>
            <p:nvPr/>
          </p:nvSpPr>
          <p:spPr>
            <a:xfrm>
              <a:off x="1897" y="7029"/>
              <a:ext cx="6363" cy="1598"/>
            </a:xfrm>
            <a:prstGeom prst="rect">
              <a:avLst/>
            </a:prstGeom>
            <a:noFill/>
          </p:spPr>
          <p:txBody>
            <a:bodyPr wrap="square" rtlCol="0">
              <a:spAutoFit/>
            </a:bodyPr>
            <a:lstStyle/>
            <a:p>
              <a:r>
                <a:rPr lang="en-US" sz="3000" b="1">
                  <a:latin typeface="Times New Roman" panose="02020603050405020304" pitchFamily="18" charset="0"/>
                  <a:cs typeface="Times New Roman" panose="02020603050405020304" pitchFamily="18" charset="0"/>
                </a:rPr>
                <a:t>Kiểm tra nhóm (Kiểm tra Online)</a:t>
              </a:r>
            </a:p>
          </p:txBody>
        </p:sp>
        <p:sp>
          <p:nvSpPr>
            <p:cNvPr id="17415" name="文本框 57"/>
            <p:cNvSpPr/>
            <p:nvPr/>
          </p:nvSpPr>
          <p:spPr>
            <a:xfrm>
              <a:off x="7659" y="430"/>
              <a:ext cx="11767" cy="2567"/>
            </a:xfrm>
            <a:prstGeom prst="rect">
              <a:avLst/>
            </a:prstGeom>
            <a:noFill/>
            <a:ln w="9525">
              <a:noFill/>
            </a:ln>
          </p:spPr>
          <p:txBody>
            <a:bodyPr wrap="square" anchor="t">
              <a:spAutoFit/>
            </a:bodyPr>
            <a:lstStyle/>
            <a:p>
              <a:pPr algn="ctr"/>
              <a:r>
                <a:rPr lang="en-US" altLang="x-none" sz="5000" b="1" dirty="0">
                  <a:solidFill>
                    <a:srgbClr val="FF0000"/>
                  </a:solidFill>
                  <a:effectLst>
                    <a:outerShdw blurRad="38100" dist="38100" dir="2700000" algn="tl">
                      <a:srgbClr val="000000">
                        <a:alpha val="43137"/>
                      </a:srgbClr>
                    </a:outerShdw>
                  </a:effectLst>
                  <a:latin typeface="Times New Roman" panose="02020603050405020304" pitchFamily="18" charset="0"/>
                  <a:ea typeface="SimSun" panose="02010600030101010101" pitchFamily="2" charset="-122"/>
                  <a:cs typeface="Times New Roman" panose="02020603050405020304" pitchFamily="18" charset="0"/>
                  <a:sym typeface="Calibri" panose="020F0502020204030204" charset="0"/>
                </a:rPr>
                <a:t>Tiêu chí điểm </a:t>
              </a:r>
            </a:p>
            <a:p>
              <a:pPr algn="ctr"/>
              <a:r>
                <a:rPr lang="en-US" altLang="x-none" sz="5000" b="1" dirty="0">
                  <a:solidFill>
                    <a:srgbClr val="FF0000"/>
                  </a:solidFill>
                  <a:effectLst>
                    <a:outerShdw blurRad="38100" dist="38100" dir="2700000" algn="tl">
                      <a:srgbClr val="000000">
                        <a:alpha val="43137"/>
                      </a:srgbClr>
                    </a:outerShdw>
                  </a:effectLst>
                  <a:latin typeface="Times New Roman" panose="02020603050405020304" pitchFamily="18" charset="0"/>
                  <a:ea typeface="SimSun" panose="02010600030101010101" pitchFamily="2" charset="-122"/>
                  <a:cs typeface="Times New Roman" panose="02020603050405020304" pitchFamily="18" charset="0"/>
                  <a:sym typeface="Calibri" panose="020F0502020204030204" charset="0"/>
                </a:rPr>
                <a:t>quá trình </a:t>
              </a:r>
            </a:p>
          </p:txBody>
        </p:sp>
        <p:sp>
          <p:nvSpPr>
            <p:cNvPr id="15" name="文本框 32"/>
            <p:cNvSpPr/>
            <p:nvPr/>
          </p:nvSpPr>
          <p:spPr>
            <a:xfrm>
              <a:off x="17155" y="5129"/>
              <a:ext cx="948" cy="1016"/>
            </a:xfrm>
            <a:prstGeom prst="rect">
              <a:avLst/>
            </a:prstGeom>
            <a:noFill/>
            <a:ln w="9525">
              <a:noFill/>
            </a:ln>
          </p:spPr>
          <p:txBody>
            <a:bodyPr wrap="none" anchor="t">
              <a:spAutoFit/>
            </a:bodyPr>
            <a:lstStyle/>
            <a:p>
              <a:r>
                <a:rPr lang="en-US" altLang="zh-CN" sz="3600" dirty="0">
                  <a:solidFill>
                    <a:schemeClr val="bg1"/>
                  </a:solidFill>
                  <a:latin typeface="Impact" panose="020B0806030902050204" pitchFamily="2" charset="0"/>
                  <a:ea typeface="方正姚体" pitchFamily="2" charset="-122"/>
                  <a:sym typeface="Impact" panose="020B0806030902050204" pitchFamily="2" charset="0"/>
                </a:rPr>
                <a:t>01</a:t>
              </a:r>
            </a:p>
          </p:txBody>
        </p:sp>
        <p:sp>
          <p:nvSpPr>
            <p:cNvPr id="16" name="Text Box 15"/>
            <p:cNvSpPr txBox="1"/>
            <p:nvPr/>
          </p:nvSpPr>
          <p:spPr>
            <a:xfrm>
              <a:off x="1897" y="740"/>
              <a:ext cx="6929" cy="1598"/>
            </a:xfrm>
            <a:prstGeom prst="rect">
              <a:avLst/>
            </a:prstGeom>
            <a:noFill/>
          </p:spPr>
          <p:txBody>
            <a:bodyPr wrap="square" rtlCol="0">
              <a:spAutoFit/>
            </a:bodyPr>
            <a:lstStyle/>
            <a:p>
              <a:r>
                <a:rPr lang="en-US" sz="3000" b="1">
                  <a:latin typeface="Times New Roman" panose="02020603050405020304" pitchFamily="18" charset="0"/>
                  <a:cs typeface="Times New Roman" panose="02020603050405020304" pitchFamily="18" charset="0"/>
                </a:rPr>
                <a:t>Điểm kiểm tra Online hằng tuần </a:t>
              </a:r>
            </a:p>
          </p:txBody>
        </p:sp>
      </p:grpSp>
      <p:sp>
        <p:nvSpPr>
          <p:cNvPr id="2" name="Diamond 1"/>
          <p:cNvSpPr/>
          <p:nvPr/>
        </p:nvSpPr>
        <p:spPr>
          <a:xfrm>
            <a:off x="11502390" y="6264275"/>
            <a:ext cx="614680" cy="51435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3</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1025" name="Organization Chart 2"/>
          <p:cNvGrpSpPr>
            <a:grpSpLocks noChangeAspect="1"/>
          </p:cNvGrpSpPr>
          <p:nvPr/>
        </p:nvGrpSpPr>
        <p:grpSpPr>
          <a:xfrm>
            <a:off x="791210" y="412115"/>
            <a:ext cx="10648950" cy="3312795"/>
            <a:chOff x="1152" y="1298"/>
            <a:chExt cx="2880" cy="720"/>
          </a:xfrm>
        </p:grpSpPr>
        <p:sp>
          <p:nvSpPr>
            <p:cNvPr id="1027" name="AutoShape 3"/>
            <p:cNvSpPr>
              <a:spLocks noChangeAspect="1" noTextEdit="1"/>
            </p:cNvSpPr>
            <p:nvPr/>
          </p:nvSpPr>
          <p:spPr>
            <a:xfrm>
              <a:off x="1152" y="1298"/>
              <a:ext cx="2880" cy="720"/>
            </a:xfrm>
            <a:prstGeom prst="rect">
              <a:avLst/>
            </a:prstGeom>
            <a:noFill/>
            <a:ln w="9525">
              <a:noFill/>
            </a:ln>
          </p:spPr>
        </p:sp>
        <p:cxnSp>
          <p:nvCxnSpPr>
            <p:cNvPr id="1028" name="_s1028"/>
            <p:cNvCxnSpPr/>
            <p:nvPr/>
          </p:nvCxnSpPr>
          <p:spPr>
            <a:xfrm rot="-16200000" flipH="1">
              <a:off x="3024" y="1154"/>
              <a:ext cx="144" cy="1008"/>
            </a:xfrm>
            <a:prstGeom prst="bentConnector3">
              <a:avLst>
                <a:gd name="adj1" fmla="val 20810"/>
              </a:avLst>
            </a:prstGeom>
            <a:ln w="28575" cap="flat" cmpd="sng">
              <a:solidFill>
                <a:srgbClr val="000000"/>
              </a:solidFill>
              <a:prstDash val="solid"/>
              <a:miter/>
              <a:headEnd type="none" w="med" len="med"/>
              <a:tailEnd type="none" w="med" len="med"/>
            </a:ln>
          </p:spPr>
        </p:cxnSp>
        <p:cxnSp>
          <p:nvCxnSpPr>
            <p:cNvPr id="1029" name="_s1029"/>
            <p:cNvCxnSpPr/>
            <p:nvPr/>
          </p:nvCxnSpPr>
          <p:spPr>
            <a:xfrm rot="16200000">
              <a:off x="2521" y="1657"/>
              <a:ext cx="144" cy="1"/>
            </a:xfrm>
            <a:prstGeom prst="straightConnector1">
              <a:avLst/>
            </a:prstGeom>
            <a:ln w="28575" cap="flat" cmpd="sng">
              <a:solidFill>
                <a:srgbClr val="000000"/>
              </a:solidFill>
              <a:prstDash val="solid"/>
              <a:headEnd type="none" w="med" len="med"/>
              <a:tailEnd type="none" w="med" len="med"/>
            </a:ln>
          </p:spPr>
        </p:cxnSp>
        <p:cxnSp>
          <p:nvCxnSpPr>
            <p:cNvPr id="1030" name="_s1030"/>
            <p:cNvCxnSpPr/>
            <p:nvPr/>
          </p:nvCxnSpPr>
          <p:spPr>
            <a:xfrm rot="16200000">
              <a:off x="2017" y="1154"/>
              <a:ext cx="144" cy="1007"/>
            </a:xfrm>
            <a:prstGeom prst="bentConnector3">
              <a:avLst>
                <a:gd name="adj1" fmla="val 20810"/>
              </a:avLst>
            </a:prstGeom>
            <a:ln w="28575" cap="flat" cmpd="sng">
              <a:solidFill>
                <a:srgbClr val="000000"/>
              </a:solidFill>
              <a:prstDash val="solid"/>
              <a:miter/>
              <a:headEnd type="none" w="med" len="med"/>
              <a:tailEnd type="none" w="med" len="med"/>
            </a:ln>
          </p:spPr>
        </p:cxnSp>
        <p:sp>
          <p:nvSpPr>
            <p:cNvPr id="1031" name="_s1031"/>
            <p:cNvSpPr/>
            <p:nvPr/>
          </p:nvSpPr>
          <p:spPr>
            <a:xfrm>
              <a:off x="2160" y="1367"/>
              <a:ext cx="864" cy="213"/>
            </a:xfrm>
            <a:prstGeom prst="roundRect">
              <a:avLst>
                <a:gd name="adj" fmla="val 16667"/>
              </a:avLst>
            </a:prstGeom>
            <a:gradFill>
              <a:gsLst>
                <a:gs pos="0">
                  <a:srgbClr val="E30000"/>
                </a:gs>
                <a:gs pos="100000">
                  <a:srgbClr val="760303"/>
                </a:gs>
              </a:gsLst>
              <a:lin ang="5400000" scaled="0"/>
            </a:gradFill>
            <a:ln w="9525" cap="flat" cmpd="sng">
              <a:solidFill>
                <a:srgbClr val="000000"/>
              </a:solidFill>
              <a:prstDash val="solid"/>
              <a:headEnd type="none" w="med" len="med"/>
              <a:tailEnd type="none" w="med" len="med"/>
            </a:ln>
          </p:spPr>
          <p:txBody>
            <a:bodyPr/>
            <a:lstStyle/>
            <a:p>
              <a:pPr algn="ctr"/>
              <a:r>
                <a:rPr lang="en-US" sz="3500" b="1">
                  <a:latin typeface="Times New Roman" panose="02020603050405020304" pitchFamily="18" charset="0"/>
                  <a:cs typeface="Times New Roman" panose="02020603050405020304" pitchFamily="18" charset="0"/>
                </a:rPr>
                <a:t>Bài thi cuối kỳ</a:t>
              </a:r>
            </a:p>
          </p:txBody>
        </p:sp>
        <p:sp>
          <p:nvSpPr>
            <p:cNvPr id="1032" name="_s1032"/>
            <p:cNvSpPr/>
            <p:nvPr/>
          </p:nvSpPr>
          <p:spPr>
            <a:xfrm>
              <a:off x="1152" y="1730"/>
              <a:ext cx="864" cy="288"/>
            </a:xfrm>
            <a:prstGeom prst="roundRect">
              <a:avLst>
                <a:gd name="adj" fmla="val 16667"/>
              </a:avLst>
            </a:prstGeom>
            <a:solidFill>
              <a:schemeClr val="accent5"/>
            </a:solidFill>
            <a:ln w="9525" cap="flat" cmpd="sng">
              <a:solidFill>
                <a:srgbClr val="000000"/>
              </a:solidFill>
              <a:prstDash val="solid"/>
              <a:headEnd type="none" w="med" len="med"/>
              <a:tailEnd type="none" w="med" len="med"/>
            </a:ln>
          </p:spPr>
          <p:txBody>
            <a:bodyPr/>
            <a:lstStyle/>
            <a:p>
              <a:pPr algn="ctr"/>
              <a:endParaRPr lang="en-US" sz="2500">
                <a:latin typeface="Times New Roman" panose="02020603050405020304" pitchFamily="18" charset="0"/>
                <a:cs typeface="Times New Roman" panose="02020603050405020304" pitchFamily="18" charset="0"/>
              </a:endParaRPr>
            </a:p>
            <a:p>
              <a:pPr algn="ctr"/>
              <a:r>
                <a:rPr lang="en-US" sz="2500">
                  <a:latin typeface="Times New Roman" panose="02020603050405020304" pitchFamily="18" charset="0"/>
                  <a:cs typeface="Times New Roman" panose="02020603050405020304" pitchFamily="18" charset="0"/>
                </a:rPr>
                <a:t>Hình thức</a:t>
              </a:r>
            </a:p>
          </p:txBody>
        </p:sp>
        <p:sp>
          <p:nvSpPr>
            <p:cNvPr id="1033" name="_s1033"/>
            <p:cNvSpPr/>
            <p:nvPr/>
          </p:nvSpPr>
          <p:spPr>
            <a:xfrm>
              <a:off x="2161" y="1730"/>
              <a:ext cx="864" cy="288"/>
            </a:xfrm>
            <a:prstGeom prst="roundRect">
              <a:avLst>
                <a:gd name="adj" fmla="val 16667"/>
              </a:avLst>
            </a:prstGeom>
            <a:solidFill>
              <a:schemeClr val="accent2"/>
            </a:solidFill>
            <a:ln w="9525" cap="flat" cmpd="sng">
              <a:solidFill>
                <a:srgbClr val="000000"/>
              </a:solidFill>
              <a:prstDash val="solid"/>
              <a:headEnd type="none" w="med" len="med"/>
              <a:tailEnd type="none" w="med" len="med"/>
            </a:ln>
          </p:spPr>
          <p:txBody>
            <a:bodyPr/>
            <a:lstStyle/>
            <a:p>
              <a:pPr algn="ctr"/>
              <a:endParaRPr lang="en-US" sz="2400">
                <a:latin typeface="Times New Roman" panose="02020603050405020304" pitchFamily="18" charset="0"/>
                <a:cs typeface="Times New Roman" panose="02020603050405020304" pitchFamily="18" charset="0"/>
              </a:endParaRPr>
            </a:p>
            <a:p>
              <a:pPr algn="ctr"/>
              <a:r>
                <a:rPr lang="en-US" sz="2400">
                  <a:latin typeface="Times New Roman" panose="02020603050405020304" pitchFamily="18" charset="0"/>
                  <a:cs typeface="Times New Roman" panose="02020603050405020304" pitchFamily="18" charset="0"/>
                </a:rPr>
                <a:t>Phương thức đánh giá</a:t>
              </a:r>
            </a:p>
          </p:txBody>
        </p:sp>
        <p:sp>
          <p:nvSpPr>
            <p:cNvPr id="1034" name="_s1034"/>
            <p:cNvSpPr/>
            <p:nvPr/>
          </p:nvSpPr>
          <p:spPr>
            <a:xfrm>
              <a:off x="3168" y="1730"/>
              <a:ext cx="864" cy="288"/>
            </a:xfrm>
            <a:prstGeom prst="roundRect">
              <a:avLst>
                <a:gd name="adj" fmla="val 16667"/>
              </a:avLst>
            </a:prstGeom>
            <a:solidFill>
              <a:schemeClr val="accent2">
                <a:lumMod val="20000"/>
                <a:lumOff val="80000"/>
              </a:schemeClr>
            </a:solidFill>
            <a:ln w="9525" cap="flat" cmpd="sng">
              <a:solidFill>
                <a:srgbClr val="000000"/>
              </a:solidFill>
              <a:prstDash val="solid"/>
              <a:headEnd type="none" w="med" len="med"/>
              <a:tailEnd type="none" w="med" len="med"/>
            </a:ln>
          </p:spPr>
          <p:txBody>
            <a:bodyPr/>
            <a:lstStyle/>
            <a:p>
              <a:pPr algn="ctr"/>
              <a:endParaRPr lang="en-US" sz="2400">
                <a:latin typeface="Times New Roman" panose="02020603050405020304" pitchFamily="18" charset="0"/>
                <a:cs typeface="Times New Roman" panose="02020603050405020304" pitchFamily="18" charset="0"/>
              </a:endParaRPr>
            </a:p>
            <a:p>
              <a:pPr algn="ctr"/>
              <a:r>
                <a:rPr lang="en-US" sz="2400">
                  <a:latin typeface="Times New Roman" panose="02020603050405020304" pitchFamily="18" charset="0"/>
                  <a:cs typeface="Times New Roman" panose="02020603050405020304" pitchFamily="18" charset="0"/>
                </a:rPr>
                <a:t>Yêu cầu bài tiểu luận</a:t>
              </a:r>
            </a:p>
          </p:txBody>
        </p:sp>
      </p:grpSp>
      <p:sp>
        <p:nvSpPr>
          <p:cNvPr id="4" name="Text Box 3"/>
          <p:cNvSpPr txBox="1"/>
          <p:nvPr/>
        </p:nvSpPr>
        <p:spPr>
          <a:xfrm>
            <a:off x="1471930" y="4232275"/>
            <a:ext cx="1832610" cy="475615"/>
          </a:xfrm>
          <a:prstGeom prst="rect">
            <a:avLst/>
          </a:prstGeom>
          <a:noFill/>
        </p:spPr>
        <p:txBody>
          <a:bodyPr wrap="square" rtlCol="0">
            <a:spAutoFit/>
          </a:bodyPr>
          <a:lstStyle/>
          <a:p>
            <a:r>
              <a:rPr lang="en-US" sz="2500" b="1">
                <a:latin typeface="Times New Roman" panose="02020603050405020304" pitchFamily="18" charset="0"/>
                <a:cs typeface="Times New Roman" panose="02020603050405020304" pitchFamily="18" charset="0"/>
              </a:rPr>
              <a:t>Tiểu luận</a:t>
            </a:r>
          </a:p>
        </p:txBody>
      </p:sp>
      <p:sp>
        <p:nvSpPr>
          <p:cNvPr id="11" name="Text Box 10"/>
          <p:cNvSpPr txBox="1"/>
          <p:nvPr/>
        </p:nvSpPr>
        <p:spPr>
          <a:xfrm>
            <a:off x="8348345" y="4039870"/>
            <a:ext cx="3475355" cy="2014855"/>
          </a:xfrm>
          <a:prstGeom prst="rect">
            <a:avLst/>
          </a:prstGeom>
          <a:noFill/>
        </p:spPr>
        <p:txBody>
          <a:bodyPr wrap="square" rtlCol="0">
            <a:spAutoFit/>
          </a:bodyPr>
          <a:lstStyle/>
          <a:p>
            <a:pPr marL="285750" indent="-285750">
              <a:buFont typeface="Arial" panose="020B0604020202020204" pitchFamily="34" charset="0"/>
              <a:buChar char="•"/>
            </a:pPr>
            <a:r>
              <a:rPr lang="en-US" sz="2500">
                <a:latin typeface="Times New Roman" panose="02020603050405020304" pitchFamily="18" charset="0"/>
                <a:cs typeface="Times New Roman" panose="02020603050405020304" pitchFamily="18" charset="0"/>
              </a:rPr>
              <a:t>Về hình thức</a:t>
            </a:r>
          </a:p>
          <a:p>
            <a:pPr marL="285750" indent="-285750">
              <a:buFont typeface="Arial" panose="020B0604020202020204" pitchFamily="34" charset="0"/>
              <a:buChar char="•"/>
            </a:pPr>
            <a:r>
              <a:rPr lang="en-US" sz="2500">
                <a:latin typeface="Times New Roman" panose="02020603050405020304" pitchFamily="18" charset="0"/>
                <a:cs typeface="Times New Roman" panose="02020603050405020304" pitchFamily="18" charset="0"/>
              </a:rPr>
              <a:t>Về nội dung</a:t>
            </a:r>
          </a:p>
          <a:p>
            <a:pPr marL="285750" indent="-285750">
              <a:buFont typeface="Arial" panose="020B0604020202020204" pitchFamily="34" charset="0"/>
              <a:buChar char="•"/>
            </a:pPr>
            <a:r>
              <a:rPr lang="en-US" sz="2500">
                <a:latin typeface="Times New Roman" panose="02020603050405020304" pitchFamily="18" charset="0"/>
                <a:cs typeface="Times New Roman" panose="02020603050405020304" pitchFamily="18" charset="0"/>
              </a:rPr>
              <a:t>Về đạo đức khoa học</a:t>
            </a:r>
          </a:p>
          <a:p>
            <a:pPr marL="285750" indent="-285750">
              <a:buFont typeface="Arial" panose="020B0604020202020204" pitchFamily="34" charset="0"/>
              <a:buChar char="•"/>
            </a:pPr>
            <a:r>
              <a:rPr lang="en-US" sz="2500">
                <a:latin typeface="Times New Roman" panose="02020603050405020304" pitchFamily="18" charset="0"/>
                <a:cs typeface="Times New Roman" panose="02020603050405020304" pitchFamily="18" charset="0"/>
              </a:rPr>
              <a:t>Kết cấu bài tiểu luận</a:t>
            </a:r>
          </a:p>
          <a:p>
            <a:pPr marL="285750" indent="-285750">
              <a:buFont typeface="Arial" panose="020B0604020202020204" pitchFamily="34" charset="0"/>
              <a:buChar char="•"/>
            </a:pPr>
            <a:r>
              <a:rPr lang="en-US" sz="2500">
                <a:latin typeface="Times New Roman" panose="02020603050405020304" pitchFamily="18" charset="0"/>
                <a:cs typeface="Times New Roman" panose="02020603050405020304" pitchFamily="18" charset="0"/>
              </a:rPr>
              <a:t>Cách trình bày</a:t>
            </a:r>
          </a:p>
        </p:txBody>
      </p:sp>
      <p:sp>
        <p:nvSpPr>
          <p:cNvPr id="13" name="Text Box 12"/>
          <p:cNvSpPr txBox="1"/>
          <p:nvPr/>
        </p:nvSpPr>
        <p:spPr>
          <a:xfrm>
            <a:off x="4655820" y="4232275"/>
            <a:ext cx="3058160" cy="1630045"/>
          </a:xfrm>
          <a:prstGeom prst="rect">
            <a:avLst/>
          </a:prstGeom>
          <a:noFill/>
        </p:spPr>
        <p:txBody>
          <a:bodyPr wrap="square" rtlCol="0">
            <a:spAutoFit/>
          </a:bodyPr>
          <a:lstStyle/>
          <a:p>
            <a:pPr marL="285750" indent="-285750">
              <a:buFont typeface="Arial" panose="020B0604020202020204" pitchFamily="34" charset="0"/>
              <a:buChar char="•"/>
            </a:pPr>
            <a:r>
              <a:rPr lang="en-US" sz="2500" b="1">
                <a:latin typeface="Times New Roman" panose="02020603050405020304" pitchFamily="18" charset="0"/>
                <a:cs typeface="Times New Roman" panose="02020603050405020304" pitchFamily="18" charset="0"/>
              </a:rPr>
              <a:t>Hình thức:</a:t>
            </a:r>
            <a:r>
              <a:rPr lang="en-US" sz="2500">
                <a:latin typeface="Times New Roman" panose="02020603050405020304" pitchFamily="18" charset="0"/>
                <a:cs typeface="Times New Roman" panose="02020603050405020304" pitchFamily="18" charset="0"/>
              </a:rPr>
              <a:t> </a:t>
            </a:r>
            <a:r>
              <a:rPr lang="en-US" sz="2500">
                <a:solidFill>
                  <a:srgbClr val="FF0000"/>
                </a:solidFill>
                <a:latin typeface="Times New Roman" panose="02020603050405020304" pitchFamily="18" charset="0"/>
                <a:cs typeface="Times New Roman" panose="02020603050405020304" pitchFamily="18" charset="0"/>
              </a:rPr>
              <a:t>2 điểm</a:t>
            </a:r>
            <a:endParaRPr lang="en-US" sz="25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500" b="1">
                <a:latin typeface="Times New Roman" panose="02020603050405020304" pitchFamily="18" charset="0"/>
                <a:cs typeface="Times New Roman" panose="02020603050405020304" pitchFamily="18" charset="0"/>
              </a:rPr>
              <a:t>Kiến thức cơ bản:</a:t>
            </a:r>
            <a:r>
              <a:rPr lang="en-US" sz="2500">
                <a:latin typeface="Times New Roman" panose="02020603050405020304" pitchFamily="18" charset="0"/>
                <a:cs typeface="Times New Roman" panose="02020603050405020304" pitchFamily="18" charset="0"/>
              </a:rPr>
              <a:t> </a:t>
            </a:r>
            <a:r>
              <a:rPr lang="en-US" sz="2500">
                <a:solidFill>
                  <a:srgbClr val="FF0000"/>
                </a:solidFill>
                <a:latin typeface="Times New Roman" panose="02020603050405020304" pitchFamily="18" charset="0"/>
                <a:cs typeface="Times New Roman" panose="02020603050405020304" pitchFamily="18" charset="0"/>
              </a:rPr>
              <a:t>4</a:t>
            </a:r>
            <a:r>
              <a:rPr lang="en-US" sz="2500" smtClean="0">
                <a:solidFill>
                  <a:srgbClr val="FF0000"/>
                </a:solidFill>
                <a:latin typeface="Times New Roman" panose="02020603050405020304" pitchFamily="18" charset="0"/>
                <a:cs typeface="Times New Roman" panose="02020603050405020304" pitchFamily="18" charset="0"/>
              </a:rPr>
              <a:t> </a:t>
            </a:r>
            <a:r>
              <a:rPr lang="en-US" sz="2500">
                <a:solidFill>
                  <a:srgbClr val="FF0000"/>
                </a:solidFill>
                <a:latin typeface="Times New Roman" panose="02020603050405020304" pitchFamily="18" charset="0"/>
                <a:cs typeface="Times New Roman" panose="02020603050405020304" pitchFamily="18" charset="0"/>
              </a:rPr>
              <a:t>điểm</a:t>
            </a:r>
            <a:endParaRPr lang="en-US" sz="250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500" b="1">
                <a:latin typeface="Times New Roman" panose="02020603050405020304" pitchFamily="18" charset="0"/>
                <a:cs typeface="Times New Roman" panose="02020603050405020304" pitchFamily="18" charset="0"/>
              </a:rPr>
              <a:t>Vận dụng</a:t>
            </a:r>
            <a:r>
              <a:rPr lang="en-US" sz="2500">
                <a:latin typeface="Times New Roman" panose="02020603050405020304" pitchFamily="18" charset="0"/>
                <a:cs typeface="Times New Roman" panose="02020603050405020304" pitchFamily="18" charset="0"/>
              </a:rPr>
              <a:t>: </a:t>
            </a:r>
            <a:r>
              <a:rPr lang="en-US" sz="2500">
                <a:solidFill>
                  <a:srgbClr val="FF0000"/>
                </a:solidFill>
                <a:latin typeface="Times New Roman" panose="02020603050405020304" pitchFamily="18" charset="0"/>
                <a:cs typeface="Times New Roman" panose="02020603050405020304" pitchFamily="18" charset="0"/>
              </a:rPr>
              <a:t>4 điểm</a:t>
            </a:r>
          </a:p>
        </p:txBody>
      </p:sp>
      <p:sp>
        <p:nvSpPr>
          <p:cNvPr id="9" name="Diamond 8"/>
          <p:cNvSpPr/>
          <p:nvPr/>
        </p:nvSpPr>
        <p:spPr>
          <a:xfrm>
            <a:off x="11502390" y="6264275"/>
            <a:ext cx="614680" cy="51435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3" name="Group 2"/>
          <p:cNvGrpSpPr/>
          <p:nvPr/>
        </p:nvGrpSpPr>
        <p:grpSpPr>
          <a:xfrm>
            <a:off x="3395980" y="1949450"/>
            <a:ext cx="5379720" cy="4010025"/>
            <a:chOff x="1375" y="2723"/>
            <a:chExt cx="5742" cy="5825"/>
          </a:xfrm>
        </p:grpSpPr>
        <p:sp>
          <p:nvSpPr>
            <p:cNvPr id="5" name="AutoShape 7"/>
            <p:cNvSpPr>
              <a:spLocks noChangeArrowheads="1"/>
            </p:cNvSpPr>
            <p:nvPr/>
          </p:nvSpPr>
          <p:spPr bwMode="auto">
            <a:xfrm>
              <a:off x="4959" y="5665"/>
              <a:ext cx="2140" cy="1868"/>
            </a:xfrm>
            <a:prstGeom prst="hexagon">
              <a:avLst>
                <a:gd name="adj" fmla="val 28652"/>
                <a:gd name="vf" fmla="val 115470"/>
              </a:avLst>
            </a:prstGeom>
            <a:solidFill>
              <a:schemeClr val="accent2"/>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1"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dirty="0">
                <a:ln>
                  <a:noFill/>
                </a:ln>
                <a:solidFill>
                  <a:schemeClr val="lt1"/>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7" name="AutoShape 1"/>
            <p:cNvSpPr>
              <a:spLocks noChangeArrowheads="1"/>
            </p:cNvSpPr>
            <p:nvPr/>
          </p:nvSpPr>
          <p:spPr bwMode="auto">
            <a:xfrm>
              <a:off x="3163" y="2723"/>
              <a:ext cx="2140" cy="1865"/>
            </a:xfrm>
            <a:prstGeom prst="hexagon">
              <a:avLst>
                <a:gd name="adj" fmla="val 28652"/>
                <a:gd name="vf" fmla="val 115470"/>
              </a:avLst>
            </a:prstGeom>
            <a:solidFill>
              <a:schemeClr val="accent2"/>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8" name="AutoShape 4"/>
            <p:cNvSpPr>
              <a:spLocks noChangeArrowheads="1"/>
            </p:cNvSpPr>
            <p:nvPr/>
          </p:nvSpPr>
          <p:spPr bwMode="auto">
            <a:xfrm>
              <a:off x="4977" y="3685"/>
              <a:ext cx="2140" cy="1868"/>
            </a:xfrm>
            <a:prstGeom prst="hexagon">
              <a:avLst>
                <a:gd name="adj" fmla="val 28652"/>
                <a:gd name="vf" fmla="val 115470"/>
              </a:avLst>
            </a:prstGeom>
            <a:solidFill>
              <a:schemeClr val="accent2"/>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9" name="AutoShape 2"/>
            <p:cNvSpPr>
              <a:spLocks noChangeArrowheads="1"/>
            </p:cNvSpPr>
            <p:nvPr/>
          </p:nvSpPr>
          <p:spPr bwMode="auto">
            <a:xfrm>
              <a:off x="1375" y="3685"/>
              <a:ext cx="2140" cy="1868"/>
            </a:xfrm>
            <a:prstGeom prst="hexagon">
              <a:avLst>
                <a:gd name="adj" fmla="val 28652"/>
                <a:gd name="vf" fmla="val 115470"/>
              </a:avLst>
            </a:prstGeom>
            <a:solidFill>
              <a:schemeClr val="accent2"/>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0" name="AutoShape 3"/>
            <p:cNvSpPr>
              <a:spLocks noChangeArrowheads="1"/>
            </p:cNvSpPr>
            <p:nvPr/>
          </p:nvSpPr>
          <p:spPr bwMode="auto">
            <a:xfrm>
              <a:off x="1375" y="5665"/>
              <a:ext cx="2140" cy="1868"/>
            </a:xfrm>
            <a:prstGeom prst="hexagon">
              <a:avLst>
                <a:gd name="adj" fmla="val 28652"/>
                <a:gd name="vf" fmla="val 115470"/>
              </a:avLst>
            </a:prstGeom>
            <a:solidFill>
              <a:schemeClr val="accent2"/>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1" name="AutoShape 6"/>
            <p:cNvSpPr>
              <a:spLocks noChangeArrowheads="1"/>
            </p:cNvSpPr>
            <p:nvPr/>
          </p:nvSpPr>
          <p:spPr bwMode="auto">
            <a:xfrm>
              <a:off x="3163" y="6680"/>
              <a:ext cx="2140" cy="1868"/>
            </a:xfrm>
            <a:prstGeom prst="hexagon">
              <a:avLst>
                <a:gd name="adj" fmla="val 28652"/>
                <a:gd name="vf" fmla="val 115470"/>
              </a:avLst>
            </a:prstGeom>
            <a:solidFill>
              <a:schemeClr val="accent2"/>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2" name="AutoShape 5"/>
            <p:cNvSpPr>
              <a:spLocks noChangeArrowheads="1"/>
            </p:cNvSpPr>
            <p:nvPr/>
          </p:nvSpPr>
          <p:spPr bwMode="auto">
            <a:xfrm>
              <a:off x="3163" y="4667"/>
              <a:ext cx="2140" cy="1868"/>
            </a:xfrm>
            <a:prstGeom prst="hexagon">
              <a:avLst>
                <a:gd name="adj" fmla="val 28652"/>
                <a:gd name="vf" fmla="val 115470"/>
              </a:avLst>
            </a:prstGeom>
            <a:solidFill>
              <a:srgbClr val="A51842"/>
            </a:solidFill>
            <a:ln w="12700">
              <a:solidFill>
                <a:schemeClr val="bg1"/>
              </a:solidFill>
            </a:ln>
            <a:effectLst>
              <a:outerShdw blurRad="152400" dist="63500" dir="8100000" algn="tr"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TextBox 13"/>
            <p:cNvSpPr txBox="1"/>
            <p:nvPr/>
          </p:nvSpPr>
          <p:spPr>
            <a:xfrm>
              <a:off x="1773" y="3949"/>
              <a:ext cx="1345" cy="1341"/>
            </a:xfrm>
            <a:prstGeom prst="rect">
              <a:avLst/>
            </a:prstGeom>
            <a:noFill/>
            <a:ln w="9525">
              <a:noFill/>
            </a:ln>
          </p:spPr>
          <p:txBody>
            <a:bodyPr lIns="0" tIns="0" rIns="0" bIns="0" anchor="t">
              <a:spAutoFit/>
            </a:bodyPr>
            <a:lstStyle/>
            <a:p>
              <a:pPr algn="ctr" defTabSz="1216025">
                <a:spcBef>
                  <a:spcPct val="20000"/>
                </a:spcBef>
              </a:pPr>
              <a:r>
                <a:rPr lang="en-US" altLang="vi-VN" sz="2000" b="1" dirty="0">
                  <a:solidFill>
                    <a:srgbClr val="FFFFFF"/>
                  </a:solidFill>
                  <a:effectLst>
                    <a:outerShdw blurRad="38100" dist="38100" dir="2700000" algn="tl">
                      <a:srgbClr val="000000">
                        <a:alpha val="43137"/>
                      </a:srgbClr>
                    </a:outerShdw>
                  </a:effectLst>
                  <a:latin typeface="Arial" panose="020B0604020202020204" pitchFamily="34" charset="0"/>
                  <a:ea typeface="Microsoft YaHei" panose="020B0503020204020204" pitchFamily="2" charset="-122"/>
                  <a:cs typeface="Arial" panose="020B0604020202020204" pitchFamily="34" charset="0"/>
                  <a:sym typeface="Arial" panose="020B0604020202020204" pitchFamily="34" charset="0"/>
                </a:rPr>
                <a:t>Đánh số chương mục</a:t>
              </a:r>
            </a:p>
          </p:txBody>
        </p:sp>
        <p:sp>
          <p:nvSpPr>
            <p:cNvPr id="20" name="TextBox 13"/>
            <p:cNvSpPr txBox="1"/>
            <p:nvPr/>
          </p:nvSpPr>
          <p:spPr>
            <a:xfrm>
              <a:off x="5240" y="4395"/>
              <a:ext cx="1616" cy="446"/>
            </a:xfrm>
            <a:prstGeom prst="rect">
              <a:avLst/>
            </a:prstGeom>
            <a:noFill/>
            <a:ln w="9525">
              <a:noFill/>
            </a:ln>
          </p:spPr>
          <p:txBody>
            <a:bodyPr wrap="square" lIns="0" tIns="0" rIns="0" bIns="0" anchor="t">
              <a:spAutoFit/>
            </a:bodyPr>
            <a:lstStyle/>
            <a:p>
              <a:pPr algn="ctr" defTabSz="1216025">
                <a:spcBef>
                  <a:spcPct val="20000"/>
                </a:spcBef>
              </a:pPr>
              <a:r>
                <a:rPr lang="en-US" altLang="vi-VN" sz="2000" b="1" i="1" dirty="0">
                  <a:solidFill>
                    <a:srgbClr val="FFFFFF"/>
                  </a:solidFill>
                  <a:effectLst>
                    <a:outerShdw blurRad="38100" dist="38100" dir="2700000" algn="tl">
                      <a:srgbClr val="000000">
                        <a:alpha val="43137"/>
                      </a:srgbClr>
                    </a:outerShdw>
                  </a:effectLst>
                  <a:latin typeface="Arial" panose="020B0604020202020204" pitchFamily="34" charset="0"/>
                  <a:ea typeface="Microsoft YaHei" panose="020B0503020204020204" pitchFamily="2" charset="-122"/>
                  <a:cs typeface="Arial" panose="020B0604020202020204" pitchFamily="34" charset="0"/>
                  <a:sym typeface="Arial" panose="020B0604020202020204" pitchFamily="34" charset="0"/>
                </a:rPr>
                <a:t>Kiểu chữ</a:t>
              </a:r>
            </a:p>
          </p:txBody>
        </p:sp>
        <p:sp>
          <p:nvSpPr>
            <p:cNvPr id="21" name="TextBox 13"/>
            <p:cNvSpPr txBox="1"/>
            <p:nvPr/>
          </p:nvSpPr>
          <p:spPr>
            <a:xfrm>
              <a:off x="5330" y="6405"/>
              <a:ext cx="1345" cy="446"/>
            </a:xfrm>
            <a:prstGeom prst="rect">
              <a:avLst/>
            </a:prstGeom>
            <a:noFill/>
            <a:ln w="9525">
              <a:noFill/>
            </a:ln>
          </p:spPr>
          <p:txBody>
            <a:bodyPr lIns="0" tIns="0" rIns="0" bIns="0" anchor="t">
              <a:spAutoFit/>
            </a:bodyPr>
            <a:lstStyle/>
            <a:p>
              <a:pPr algn="ctr" defTabSz="1216025">
                <a:spcBef>
                  <a:spcPct val="20000"/>
                </a:spcBef>
              </a:pPr>
              <a:r>
                <a:rPr lang="en-US" altLang="vi-VN" sz="2000" b="1" dirty="0">
                  <a:solidFill>
                    <a:srgbClr val="FFFFFF"/>
                  </a:solidFill>
                  <a:effectLst>
                    <a:outerShdw blurRad="38100" dist="38100" dir="2700000" algn="tl">
                      <a:srgbClr val="000000">
                        <a:alpha val="43137"/>
                      </a:srgbClr>
                    </a:outerShdw>
                  </a:effectLst>
                  <a:latin typeface="Arial" panose="020B0604020202020204" pitchFamily="34" charset="0"/>
                  <a:ea typeface="Microsoft YaHei" panose="020B0503020204020204" pitchFamily="2" charset="-122"/>
                  <a:cs typeface="Arial" panose="020B0604020202020204" pitchFamily="34" charset="0"/>
                  <a:sym typeface="Arial" panose="020B0604020202020204" pitchFamily="34" charset="0"/>
                </a:rPr>
                <a:t>Cỡ chữ</a:t>
              </a:r>
            </a:p>
          </p:txBody>
        </p:sp>
      </p:grpSp>
      <p:sp>
        <p:nvSpPr>
          <p:cNvPr id="14" name="TextBox 13"/>
          <p:cNvSpPr txBox="1"/>
          <p:nvPr/>
        </p:nvSpPr>
        <p:spPr>
          <a:xfrm>
            <a:off x="5277485" y="2472690"/>
            <a:ext cx="1637665" cy="307340"/>
          </a:xfrm>
          <a:prstGeom prst="rect">
            <a:avLst/>
          </a:prstGeom>
          <a:noFill/>
          <a:ln w="9525">
            <a:noFill/>
          </a:ln>
        </p:spPr>
        <p:txBody>
          <a:bodyPr wrap="square" lIns="0" tIns="0" rIns="0" bIns="0" anchor="t">
            <a:spAutoFit/>
          </a:bodyPr>
          <a:lstStyle/>
          <a:p>
            <a:pPr algn="ctr" defTabSz="1216025">
              <a:spcBef>
                <a:spcPct val="20000"/>
              </a:spcBef>
            </a:pPr>
            <a:r>
              <a:rPr lang="en-US" altLang="vi-VN" sz="2000" b="1" dirty="0">
                <a:solidFill>
                  <a:srgbClr val="FFFFFF"/>
                </a:solidFill>
                <a:effectLst>
                  <a:outerShdw blurRad="38100" dist="38100" dir="2700000" algn="tl">
                    <a:srgbClr val="000000">
                      <a:alpha val="43137"/>
                    </a:srgbClr>
                  </a:outerShdw>
                </a:effectLst>
                <a:latin typeface="Arial" panose="020B0604020202020204" pitchFamily="34" charset="0"/>
                <a:ea typeface="Microsoft YaHei" panose="020B0503020204020204" pitchFamily="2" charset="-122"/>
                <a:cs typeface="Arial" panose="020B0604020202020204" pitchFamily="34" charset="0"/>
                <a:sym typeface="Arial" panose="020B0604020202020204" pitchFamily="34" charset="0"/>
              </a:rPr>
              <a:t>Khổ giấy</a:t>
            </a:r>
          </a:p>
        </p:txBody>
      </p:sp>
      <p:sp>
        <p:nvSpPr>
          <p:cNvPr id="23" name="TextBox 13"/>
          <p:cNvSpPr txBox="1"/>
          <p:nvPr/>
        </p:nvSpPr>
        <p:spPr>
          <a:xfrm>
            <a:off x="5341610" y="3452792"/>
            <a:ext cx="1506914" cy="1076960"/>
          </a:xfrm>
          <a:prstGeom prst="rect">
            <a:avLst/>
          </a:prstGeom>
          <a:noFill/>
          <a:ln w="9525">
            <a:noFill/>
          </a:ln>
        </p:spPr>
        <p:txBody>
          <a:bodyPr wrap="square" lIns="0" tIns="0" rIns="0" bIns="0" anchor="t">
            <a:spAutoFit/>
          </a:bodyPr>
          <a:lstStyle/>
          <a:p>
            <a:pPr algn="ctr" defTabSz="1216025">
              <a:spcBef>
                <a:spcPct val="20000"/>
              </a:spcBef>
            </a:pPr>
            <a:r>
              <a:rPr lang="en-US" altLang="vi-VN" sz="3500" b="1" dirty="0">
                <a:solidFill>
                  <a:srgbClr val="FFFFFF"/>
                </a:solidFill>
                <a:effectLst>
                  <a:outerShdw blurRad="38100" dist="38100" dir="2700000" algn="tl">
                    <a:srgbClr val="000000">
                      <a:alpha val="43137"/>
                    </a:srgbClr>
                  </a:outerShdw>
                </a:effectLst>
                <a:latin typeface="Arial" panose="020B0604020202020204" pitchFamily="34" charset="0"/>
                <a:ea typeface="Microsoft YaHei" panose="020B0503020204020204" pitchFamily="2" charset="-122"/>
                <a:cs typeface="Arial" panose="020B0604020202020204" pitchFamily="34" charset="0"/>
                <a:sym typeface="Arial" panose="020B0604020202020204" pitchFamily="34" charset="0"/>
              </a:rPr>
              <a:t>Hình thức</a:t>
            </a:r>
          </a:p>
        </p:txBody>
      </p:sp>
      <p:sp>
        <p:nvSpPr>
          <p:cNvPr id="24" name="TextBox 13"/>
          <p:cNvSpPr txBox="1"/>
          <p:nvPr/>
        </p:nvSpPr>
        <p:spPr>
          <a:xfrm>
            <a:off x="3564245" y="4310042"/>
            <a:ext cx="1506914" cy="615315"/>
          </a:xfrm>
          <a:prstGeom prst="rect">
            <a:avLst/>
          </a:prstGeom>
          <a:noFill/>
          <a:ln w="9525">
            <a:noFill/>
          </a:ln>
        </p:spPr>
        <p:txBody>
          <a:bodyPr lIns="0" tIns="0" rIns="0" bIns="0" anchor="t">
            <a:spAutoFit/>
          </a:bodyPr>
          <a:lstStyle/>
          <a:p>
            <a:pPr algn="ctr" defTabSz="1216025">
              <a:spcBef>
                <a:spcPct val="20000"/>
              </a:spcBef>
            </a:pPr>
            <a:r>
              <a:rPr lang="en-US" altLang="vi-VN" sz="2000" b="1" dirty="0">
                <a:solidFill>
                  <a:srgbClr val="FFFFFF"/>
                </a:solidFill>
                <a:effectLst>
                  <a:outerShdw blurRad="38100" dist="38100" dir="2700000" algn="tl">
                    <a:srgbClr val="000000">
                      <a:alpha val="43137"/>
                    </a:srgbClr>
                  </a:outerShdw>
                </a:effectLst>
                <a:latin typeface="Arial" panose="020B0604020202020204" pitchFamily="34" charset="0"/>
                <a:ea typeface="Microsoft YaHei" panose="020B0503020204020204" pitchFamily="2" charset="-122"/>
                <a:cs typeface="Arial" panose="020B0604020202020204" pitchFamily="34" charset="0"/>
                <a:sym typeface="Arial" panose="020B0604020202020204" pitchFamily="34" charset="0"/>
              </a:rPr>
              <a:t>Đánh số trang</a:t>
            </a:r>
          </a:p>
        </p:txBody>
      </p:sp>
      <p:sp>
        <p:nvSpPr>
          <p:cNvPr id="15" name="Text Box 14"/>
          <p:cNvSpPr txBox="1"/>
          <p:nvPr/>
        </p:nvSpPr>
        <p:spPr>
          <a:xfrm>
            <a:off x="2867660" y="140335"/>
            <a:ext cx="6455410" cy="706755"/>
          </a:xfrm>
          <a:prstGeom prst="rect">
            <a:avLst/>
          </a:prstGeom>
          <a:noFill/>
        </p:spPr>
        <p:txBody>
          <a:bodyPr wrap="square" rtlCol="0">
            <a:spAutoFit/>
          </a:bodyPr>
          <a:lstStyle/>
          <a:p>
            <a:pPr algn="ctr"/>
            <a:r>
              <a:rPr lang="en-US" altLang="vi-VN" sz="4000" b="1" i="1">
                <a:solidFill>
                  <a:srgbClr val="FF0000"/>
                </a:solidFill>
                <a:latin typeface="Arial" panose="020B0604020202020204" pitchFamily="34" charset="0"/>
                <a:cs typeface="Arial" panose="020B0604020202020204" pitchFamily="34" charset="0"/>
              </a:rPr>
              <a:t>Yêu cầu bài tiểu luận</a:t>
            </a:r>
          </a:p>
        </p:txBody>
      </p:sp>
      <p:sp>
        <p:nvSpPr>
          <p:cNvPr id="17" name="TextBox 13"/>
          <p:cNvSpPr txBox="1"/>
          <p:nvPr/>
        </p:nvSpPr>
        <p:spPr>
          <a:xfrm>
            <a:off x="5342880" y="5120937"/>
            <a:ext cx="1506914" cy="307340"/>
          </a:xfrm>
          <a:prstGeom prst="rect">
            <a:avLst/>
          </a:prstGeom>
          <a:noFill/>
          <a:ln w="9525">
            <a:noFill/>
          </a:ln>
        </p:spPr>
        <p:txBody>
          <a:bodyPr wrap="square" lIns="0" tIns="0" rIns="0" bIns="0" anchor="t">
            <a:spAutoFit/>
          </a:bodyPr>
          <a:lstStyle/>
          <a:p>
            <a:pPr algn="ctr" defTabSz="1216025">
              <a:spcBef>
                <a:spcPct val="20000"/>
              </a:spcBef>
            </a:pPr>
            <a:r>
              <a:rPr lang="en-US" altLang="vi-VN" sz="2000" b="1" dirty="0">
                <a:solidFill>
                  <a:srgbClr val="FFFFFF"/>
                </a:solidFill>
                <a:effectLst>
                  <a:outerShdw blurRad="38100" dist="38100" dir="2700000" algn="tl">
                    <a:srgbClr val="000000">
                      <a:alpha val="43137"/>
                    </a:srgbClr>
                  </a:outerShdw>
                </a:effectLst>
                <a:latin typeface="Arial" panose="020B0604020202020204" pitchFamily="34" charset="0"/>
                <a:ea typeface="Microsoft YaHei" panose="020B0503020204020204" pitchFamily="2" charset="-122"/>
                <a:cs typeface="Arial" panose="020B0604020202020204" pitchFamily="34" charset="0"/>
                <a:sym typeface="Arial" panose="020B0604020202020204" pitchFamily="34" charset="0"/>
              </a:rPr>
              <a:t>Căn lề</a:t>
            </a:r>
          </a:p>
        </p:txBody>
      </p:sp>
      <p:sp>
        <p:nvSpPr>
          <p:cNvPr id="18" name="Text Box 17"/>
          <p:cNvSpPr txBox="1"/>
          <p:nvPr/>
        </p:nvSpPr>
        <p:spPr>
          <a:xfrm>
            <a:off x="9070975" y="4484370"/>
            <a:ext cx="2463800" cy="398780"/>
          </a:xfrm>
          <a:prstGeom prst="rect">
            <a:avLst/>
          </a:prstGeom>
          <a:noFill/>
        </p:spPr>
        <p:txBody>
          <a:bodyPr wrap="square" rtlCol="0">
            <a:spAutoFit/>
          </a:bodyPr>
          <a:lstStyle/>
          <a:p>
            <a:pPr algn="ctr"/>
            <a:r>
              <a:rPr lang="en-US" sz="2000" i="1">
                <a:latin typeface="Arial" panose="020B0604020202020204" pitchFamily="34" charset="0"/>
                <a:cs typeface="Arial" panose="020B0604020202020204" pitchFamily="34" charset="0"/>
              </a:rPr>
              <a:t>13-14</a:t>
            </a:r>
          </a:p>
        </p:txBody>
      </p:sp>
      <p:sp>
        <p:nvSpPr>
          <p:cNvPr id="27" name="Text Box 26"/>
          <p:cNvSpPr txBox="1"/>
          <p:nvPr/>
        </p:nvSpPr>
        <p:spPr>
          <a:xfrm>
            <a:off x="4184650" y="1330325"/>
            <a:ext cx="3778250" cy="398780"/>
          </a:xfrm>
          <a:prstGeom prst="rect">
            <a:avLst/>
          </a:prstGeom>
          <a:noFill/>
        </p:spPr>
        <p:txBody>
          <a:bodyPr wrap="square" rtlCol="0">
            <a:spAutoFit/>
          </a:bodyPr>
          <a:lstStyle/>
          <a:p>
            <a:pPr algn="ctr"/>
            <a:r>
              <a:rPr lang="en-US" sz="2000" i="1">
                <a:latin typeface="Arial" panose="020B0604020202020204" pitchFamily="34" charset="0"/>
                <a:cs typeface="Arial" panose="020B0604020202020204" pitchFamily="34" charset="0"/>
              </a:rPr>
              <a:t>A4: In một mặt</a:t>
            </a:r>
          </a:p>
        </p:txBody>
      </p:sp>
      <p:sp>
        <p:nvSpPr>
          <p:cNvPr id="29" name="Text Box 28"/>
          <p:cNvSpPr txBox="1"/>
          <p:nvPr/>
        </p:nvSpPr>
        <p:spPr>
          <a:xfrm>
            <a:off x="193675" y="2515870"/>
            <a:ext cx="3202305" cy="1014730"/>
          </a:xfrm>
          <a:prstGeom prst="rect">
            <a:avLst/>
          </a:prstGeom>
          <a:noFill/>
        </p:spPr>
        <p:txBody>
          <a:bodyPr wrap="square" rtlCol="0">
            <a:spAutoFit/>
          </a:bodyPr>
          <a:lstStyle/>
          <a:p>
            <a:pPr algn="ctr"/>
            <a:r>
              <a:rPr lang="en-US" sz="2000" i="1">
                <a:latin typeface="Arial" panose="020B0604020202020204" pitchFamily="34" charset="0"/>
                <a:cs typeface="Arial" panose="020B0604020202020204" pitchFamily="34" charset="0"/>
              </a:rPr>
              <a:t>Đánh theo số Ả rập (1, 2, 3,…), không đánh theo số La Mã (I, II, III,…).</a:t>
            </a:r>
          </a:p>
        </p:txBody>
      </p:sp>
      <p:sp>
        <p:nvSpPr>
          <p:cNvPr id="31" name="Text Box 30"/>
          <p:cNvSpPr txBox="1"/>
          <p:nvPr/>
        </p:nvSpPr>
        <p:spPr>
          <a:xfrm>
            <a:off x="97790" y="3974465"/>
            <a:ext cx="3202940" cy="1014730"/>
          </a:xfrm>
          <a:prstGeom prst="rect">
            <a:avLst/>
          </a:prstGeom>
          <a:noFill/>
        </p:spPr>
        <p:txBody>
          <a:bodyPr wrap="square" rtlCol="0">
            <a:spAutoFit/>
          </a:bodyPr>
          <a:lstStyle/>
          <a:p>
            <a:pPr algn="ctr"/>
            <a:r>
              <a:rPr lang="en-US" sz="2000" i="1">
                <a:latin typeface="Arial" panose="020B0604020202020204" pitchFamily="34" charset="0"/>
                <a:cs typeface="Arial" panose="020B0604020202020204" pitchFamily="34" charset="0"/>
              </a:rPr>
              <a:t>Số trang được đánh từ phần nội dung chính của bài tiểu luận.</a:t>
            </a:r>
          </a:p>
        </p:txBody>
      </p:sp>
      <p:sp>
        <p:nvSpPr>
          <p:cNvPr id="32" name="Text Box 31"/>
          <p:cNvSpPr txBox="1"/>
          <p:nvPr/>
        </p:nvSpPr>
        <p:spPr>
          <a:xfrm>
            <a:off x="2957195" y="6074410"/>
            <a:ext cx="6499225" cy="706755"/>
          </a:xfrm>
          <a:prstGeom prst="rect">
            <a:avLst/>
          </a:prstGeom>
          <a:noFill/>
        </p:spPr>
        <p:txBody>
          <a:bodyPr wrap="square" rtlCol="0">
            <a:spAutoFit/>
          </a:bodyPr>
          <a:lstStyle/>
          <a:p>
            <a:pPr algn="ctr"/>
            <a:r>
              <a:rPr lang="en-US" sz="2000" i="1">
                <a:latin typeface="Arial" panose="020B0604020202020204" pitchFamily="34" charset="0"/>
                <a:cs typeface="Arial" panose="020B0604020202020204" pitchFamily="34" charset="0"/>
              </a:rPr>
              <a:t>Top: 2,5cm  Bottom: 2,5 cm Left: 3 cm  Right: 2 cm Header: 1,5 cm Footer: 1,5 cm </a:t>
            </a:r>
          </a:p>
        </p:txBody>
      </p:sp>
      <p:sp>
        <p:nvSpPr>
          <p:cNvPr id="6" name="Text Box 5"/>
          <p:cNvSpPr txBox="1"/>
          <p:nvPr/>
        </p:nvSpPr>
        <p:spPr>
          <a:xfrm>
            <a:off x="8775700" y="3009265"/>
            <a:ext cx="3263900" cy="706755"/>
          </a:xfrm>
          <a:prstGeom prst="rect">
            <a:avLst/>
          </a:prstGeom>
          <a:noFill/>
        </p:spPr>
        <p:txBody>
          <a:bodyPr wrap="square" rtlCol="0">
            <a:spAutoFit/>
          </a:bodyPr>
          <a:lstStyle/>
          <a:p>
            <a:pPr algn="ctr"/>
            <a:r>
              <a:rPr lang="en-US" sz="2000" i="1">
                <a:latin typeface="Arial" panose="020B0604020202020204" pitchFamily="34" charset="0"/>
                <a:cs typeface="Arial" panose="020B0604020202020204" pitchFamily="34" charset="0"/>
              </a:rPr>
              <a:t>Times New Roman, đánh Unicode.</a:t>
            </a:r>
          </a:p>
        </p:txBody>
      </p:sp>
      <p:sp>
        <p:nvSpPr>
          <p:cNvPr id="2" name="Diamond 1"/>
          <p:cNvSpPr/>
          <p:nvPr/>
        </p:nvSpPr>
        <p:spPr>
          <a:xfrm>
            <a:off x="11502390" y="6264275"/>
            <a:ext cx="614680" cy="51435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8206" name="Picture 7"/>
          <p:cNvPicPr>
            <a:picLocks noGrp="1" noChangeAspect="1"/>
          </p:cNvPicPr>
          <p:nvPr>
            <p:ph sz="half" idx="1"/>
          </p:nvPr>
        </p:nvPicPr>
        <p:blipFill>
          <a:blip r:embed="rId3"/>
          <a:stretch>
            <a:fillRect/>
          </a:stretch>
        </p:blipFill>
        <p:spPr>
          <a:xfrm>
            <a:off x="-435610" y="-450215"/>
            <a:ext cx="5181600" cy="7573645"/>
          </a:xfrm>
          <a:prstGeom prst="rect">
            <a:avLst/>
          </a:prstGeom>
          <a:noFill/>
          <a:ln w="9525">
            <a:noFill/>
          </a:ln>
        </p:spPr>
      </p:pic>
      <p:pic>
        <p:nvPicPr>
          <p:cNvPr id="4" name="Picture 3"/>
          <p:cNvPicPr>
            <a:picLocks noChangeAspect="1"/>
          </p:cNvPicPr>
          <p:nvPr/>
        </p:nvPicPr>
        <p:blipFill>
          <a:blip r:embed="rId4"/>
          <a:stretch>
            <a:fillRect/>
          </a:stretch>
        </p:blipFill>
        <p:spPr>
          <a:xfrm>
            <a:off x="-10795" y="69215"/>
            <a:ext cx="4274820" cy="4839335"/>
          </a:xfrm>
          <a:prstGeom prst="roundRect">
            <a:avLst/>
          </a:prstGeom>
        </p:spPr>
      </p:pic>
      <p:grpSp>
        <p:nvGrpSpPr>
          <p:cNvPr id="6" name="Group 5"/>
          <p:cNvGrpSpPr/>
          <p:nvPr/>
        </p:nvGrpSpPr>
        <p:grpSpPr>
          <a:xfrm>
            <a:off x="4555490" y="1938655"/>
            <a:ext cx="7405858" cy="2484120"/>
            <a:chOff x="6117" y="1433"/>
            <a:chExt cx="12698" cy="3912"/>
          </a:xfrm>
        </p:grpSpPr>
        <p:sp>
          <p:nvSpPr>
            <p:cNvPr id="8" name="TextBox 4"/>
            <p:cNvSpPr txBox="1"/>
            <p:nvPr/>
          </p:nvSpPr>
          <p:spPr>
            <a:xfrm>
              <a:off x="6117" y="1433"/>
              <a:ext cx="12698" cy="1234"/>
            </a:xfrm>
            <a:prstGeom prst="rect">
              <a:avLst/>
            </a:prstGeom>
            <a:noFill/>
            <a:ln>
              <a:solidFill>
                <a:srgbClr val="1A8E8B"/>
              </a:solidFill>
              <a:prstDash val="dash"/>
            </a:ln>
          </p:spPr>
          <p:txBody>
            <a:bodyPr wrap="square" rtlCol="0">
              <a:spAutoFit/>
            </a:bodyPr>
            <a:lstStyle/>
            <a:p>
              <a:pPr marL="342900" indent="-342900">
                <a:lnSpc>
                  <a:spcPct val="150000"/>
                </a:lnSpc>
                <a:buFont typeface="Arial" panose="020B0604020202020204" pitchFamily="34" charset="0"/>
                <a:buChar char="•"/>
              </a:pPr>
              <a:r>
                <a:rPr lang="en-US" sz="3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Bìa CHÍNH </a:t>
              </a:r>
              <a:r>
                <a:rPr lang="en-US" sz="3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giấy cứng, có màu).</a:t>
              </a:r>
            </a:p>
          </p:txBody>
        </p:sp>
        <p:sp>
          <p:nvSpPr>
            <p:cNvPr id="19" name="TextBox 4"/>
            <p:cNvSpPr txBox="1"/>
            <p:nvPr/>
          </p:nvSpPr>
          <p:spPr>
            <a:xfrm>
              <a:off x="6117" y="4111"/>
              <a:ext cx="12698" cy="1234"/>
            </a:xfrm>
            <a:prstGeom prst="rect">
              <a:avLst/>
            </a:prstGeom>
            <a:noFill/>
            <a:ln>
              <a:solidFill>
                <a:srgbClr val="1A8E8B"/>
              </a:solidFill>
              <a:prstDash val="dash"/>
            </a:ln>
          </p:spPr>
          <p:txBody>
            <a:bodyPr wrap="square" rtlCol="0">
              <a:spAutoFit/>
            </a:bodyPr>
            <a:lstStyle/>
            <a:p>
              <a:pPr marL="342900" indent="-342900">
                <a:lnSpc>
                  <a:spcPct val="150000"/>
                </a:lnSpc>
                <a:buFont typeface="Arial" panose="020B0604020202020204" pitchFamily="34" charset="0"/>
                <a:buChar char="•"/>
              </a:pPr>
              <a:r>
                <a:rPr lang="en-US" sz="3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Bìa LÓT </a:t>
              </a:r>
              <a:r>
                <a:rPr lang="en-US" sz="3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lại bìa chính trên giấy A4)</a:t>
              </a:r>
            </a:p>
          </p:txBody>
        </p:sp>
      </p:grpSp>
      <p:pic>
        <p:nvPicPr>
          <p:cNvPr id="22" name="Picture 21" descr="C:\Users\PC\Downloads\Capture.JPGCapture"/>
          <p:cNvPicPr>
            <a:picLocks noChangeAspect="1"/>
          </p:cNvPicPr>
          <p:nvPr/>
        </p:nvPicPr>
        <p:blipFill>
          <a:blip r:embed="rId5"/>
          <a:srcRect/>
          <a:stretch>
            <a:fillRect/>
          </a:stretch>
        </p:blipFill>
        <p:spPr>
          <a:xfrm>
            <a:off x="-10795" y="69215"/>
            <a:ext cx="4274820" cy="4839335"/>
          </a:xfrm>
          <a:prstGeom prst="rect">
            <a:avLst/>
          </a:prstGeom>
        </p:spPr>
      </p:pic>
      <p:sp>
        <p:nvSpPr>
          <p:cNvPr id="39" name="TextBox 3"/>
          <p:cNvSpPr txBox="1"/>
          <p:nvPr/>
        </p:nvSpPr>
        <p:spPr>
          <a:xfrm>
            <a:off x="4745990" y="223520"/>
            <a:ext cx="1846580" cy="860425"/>
          </a:xfrm>
          <a:prstGeom prst="rect">
            <a:avLst/>
          </a:prstGeom>
          <a:noFill/>
        </p:spPr>
        <p:txBody>
          <a:bodyPr wrap="square" rtlCol="0">
            <a:spAutoFit/>
          </a:bodyPr>
          <a:lstStyle/>
          <a:p>
            <a:r>
              <a:rPr lang="en-US" sz="5000" b="1" dirty="0" smtClean="0">
                <a:gradFill>
                  <a:gsLst>
                    <a:gs pos="0">
                      <a:srgbClr val="E30000"/>
                    </a:gs>
                    <a:gs pos="100000">
                      <a:srgbClr val="760303"/>
                    </a:gs>
                  </a:gsLst>
                  <a:lin scaled="0"/>
                </a:gra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Bìa:</a:t>
            </a:r>
          </a:p>
        </p:txBody>
      </p:sp>
      <p:sp>
        <p:nvSpPr>
          <p:cNvPr id="9" name="Diamond 8"/>
          <p:cNvSpPr/>
          <p:nvPr/>
        </p:nvSpPr>
        <p:spPr>
          <a:xfrm>
            <a:off x="11502390" y="6264275"/>
            <a:ext cx="614680" cy="51435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32" fill="hold" nodeType="clickEffect">
                                  <p:stCondLst>
                                    <p:cond delay="0"/>
                                  </p:stCondLst>
                                  <p:childTnLst>
                                    <p:animEffect transition="out" filter="box(out)">
                                      <p:cBhvr>
                                        <p:cTn id="6" dur="1000"/>
                                        <p:tgtEl>
                                          <p:spTgt spid="4"/>
                                        </p:tgtEl>
                                      </p:cBhvr>
                                    </p:animEffect>
                                    <p:set>
                                      <p:cBhvr>
                                        <p:cTn id="7" dur="1" fill="hold">
                                          <p:stCondLst>
                                            <p:cond delay="9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500" fill="hold">
                                          <p:stCondLst>
                                            <p:cond delay="0"/>
                                          </p:stCondLst>
                                        </p:cTn>
                                        <p:tgtEl>
                                          <p:spTgt spid="22"/>
                                        </p:tgtEl>
                                        <p:attrNameLst>
                                          <p:attrName>style.visibility</p:attrName>
                                        </p:attrNameLst>
                                      </p:cBhvr>
                                      <p:to>
                                        <p:strVal val="visible"/>
                                      </p:to>
                                    </p:set>
                                    <p:animEffect transition="in" filter="box(in)">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a:fillRect/>
          </a:stretch>
        </p:blipFill>
        <p:spPr>
          <a:xfrm>
            <a:off x="3358515" y="79375"/>
            <a:ext cx="5969635" cy="6722745"/>
          </a:xfrm>
          <a:prstGeom prst="rect">
            <a:avLst/>
          </a:prstGeom>
        </p:spPr>
      </p:pic>
      <p:cxnSp>
        <p:nvCxnSpPr>
          <p:cNvPr id="11" name="Straight Arrow Connector 10"/>
          <p:cNvCxnSpPr/>
          <p:nvPr/>
        </p:nvCxnSpPr>
        <p:spPr>
          <a:xfrm flipH="1">
            <a:off x="6203950" y="79375"/>
            <a:ext cx="9525" cy="57150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349625" y="3072765"/>
            <a:ext cx="878205" cy="889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8662670" y="3062605"/>
            <a:ext cx="648970"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5755640" y="6376035"/>
            <a:ext cx="635" cy="41656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6" name="Text Box 15"/>
          <p:cNvSpPr txBox="1"/>
          <p:nvPr/>
        </p:nvSpPr>
        <p:spPr>
          <a:xfrm>
            <a:off x="6395720" y="193040"/>
            <a:ext cx="987425" cy="368300"/>
          </a:xfrm>
          <a:prstGeom prst="rect">
            <a:avLst/>
          </a:prstGeom>
          <a:noFill/>
        </p:spPr>
        <p:txBody>
          <a:bodyPr wrap="square" rtlCol="0">
            <a:spAutoFit/>
          </a:bodyPr>
          <a:lstStyle/>
          <a:p>
            <a:r>
              <a:rPr lang="en-US"/>
              <a:t>2,5 cm</a:t>
            </a:r>
          </a:p>
        </p:txBody>
      </p:sp>
      <p:sp>
        <p:nvSpPr>
          <p:cNvPr id="18" name="Text Box 17"/>
          <p:cNvSpPr txBox="1"/>
          <p:nvPr/>
        </p:nvSpPr>
        <p:spPr>
          <a:xfrm>
            <a:off x="8662670" y="2589530"/>
            <a:ext cx="862330" cy="368300"/>
          </a:xfrm>
          <a:prstGeom prst="rect">
            <a:avLst/>
          </a:prstGeom>
          <a:noFill/>
        </p:spPr>
        <p:txBody>
          <a:bodyPr wrap="square" rtlCol="0">
            <a:spAutoFit/>
          </a:bodyPr>
          <a:lstStyle/>
          <a:p>
            <a:r>
              <a:rPr lang="en-US"/>
              <a:t>2 cm</a:t>
            </a:r>
          </a:p>
        </p:txBody>
      </p:sp>
      <p:sp>
        <p:nvSpPr>
          <p:cNvPr id="19" name="Text Box 18"/>
          <p:cNvSpPr txBox="1"/>
          <p:nvPr/>
        </p:nvSpPr>
        <p:spPr>
          <a:xfrm>
            <a:off x="3365500" y="2589530"/>
            <a:ext cx="862330" cy="368300"/>
          </a:xfrm>
          <a:prstGeom prst="rect">
            <a:avLst/>
          </a:prstGeom>
          <a:noFill/>
        </p:spPr>
        <p:txBody>
          <a:bodyPr wrap="square" rtlCol="0">
            <a:spAutoFit/>
          </a:bodyPr>
          <a:lstStyle/>
          <a:p>
            <a:r>
              <a:rPr lang="en-US"/>
              <a:t>3 cm</a:t>
            </a:r>
          </a:p>
        </p:txBody>
      </p:sp>
      <p:sp>
        <p:nvSpPr>
          <p:cNvPr id="23" name="Rectangles 22"/>
          <p:cNvSpPr/>
          <p:nvPr/>
        </p:nvSpPr>
        <p:spPr>
          <a:xfrm>
            <a:off x="4206875" y="1200785"/>
            <a:ext cx="4562475" cy="749935"/>
          </a:xfrm>
          <a:prstGeom prst="rect">
            <a:avLst/>
          </a:prstGeom>
          <a:noFill/>
          <a:ln w="28575">
            <a:prstDash val="dash"/>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4" name="Straight Arrow Connector 23"/>
          <p:cNvCxnSpPr/>
          <p:nvPr/>
        </p:nvCxnSpPr>
        <p:spPr>
          <a:xfrm>
            <a:off x="8662035" y="1501775"/>
            <a:ext cx="988060" cy="889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6" name="Text Box 25"/>
          <p:cNvSpPr txBox="1"/>
          <p:nvPr/>
        </p:nvSpPr>
        <p:spPr>
          <a:xfrm>
            <a:off x="9611995" y="962660"/>
            <a:ext cx="2392680" cy="1753235"/>
          </a:xfrm>
          <a:prstGeom prst="rect">
            <a:avLst/>
          </a:prstGeom>
          <a:noFill/>
        </p:spPr>
        <p:txBody>
          <a:bodyPr wrap="square" rtlCol="0">
            <a:spAutoFit/>
          </a:bodyPr>
          <a:lstStyle/>
          <a:p>
            <a:pPr marL="285750" indent="-285750">
              <a:buFont typeface="Arial" panose="020B0604020202020204" pitchFamily="34" charset="0"/>
              <a:buChar char="•"/>
            </a:pPr>
            <a:r>
              <a:rPr lang="en-US" b="1"/>
              <a:t>Kiểu chữ (font):</a:t>
            </a:r>
            <a:r>
              <a:rPr lang="en-US"/>
              <a:t> Times New Roman</a:t>
            </a:r>
          </a:p>
          <a:p>
            <a:pPr marL="285750" indent="-285750">
              <a:buFont typeface="Arial" panose="020B0604020202020204" pitchFamily="34" charset="0"/>
              <a:buChar char="•"/>
            </a:pPr>
            <a:r>
              <a:rPr lang="en-US" b="1"/>
              <a:t>Cỡ chữ (font size): </a:t>
            </a:r>
            <a:r>
              <a:rPr lang="en-US"/>
              <a:t>13 - 14.</a:t>
            </a:r>
          </a:p>
          <a:p>
            <a:pPr marL="285750" indent="-285750">
              <a:buFont typeface="Arial" panose="020B0604020202020204" pitchFamily="34" charset="0"/>
              <a:buChar char="•"/>
            </a:pPr>
            <a:endParaRPr lang="en-US"/>
          </a:p>
        </p:txBody>
      </p:sp>
      <p:cxnSp>
        <p:nvCxnSpPr>
          <p:cNvPr id="29" name="Straight Arrow Connector 28"/>
          <p:cNvCxnSpPr/>
          <p:nvPr/>
        </p:nvCxnSpPr>
        <p:spPr>
          <a:xfrm flipH="1" flipV="1">
            <a:off x="3140075" y="1362075"/>
            <a:ext cx="1143000" cy="7620"/>
          </a:xfrm>
          <a:prstGeom prst="straightConnector1">
            <a:avLst/>
          </a:prstGeom>
          <a:ln w="28575">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0" name="Text Box 29"/>
          <p:cNvSpPr txBox="1"/>
          <p:nvPr/>
        </p:nvSpPr>
        <p:spPr>
          <a:xfrm>
            <a:off x="574040" y="1028700"/>
            <a:ext cx="2392680" cy="922020"/>
          </a:xfrm>
          <a:prstGeom prst="rect">
            <a:avLst/>
          </a:prstGeom>
          <a:noFill/>
        </p:spPr>
        <p:txBody>
          <a:bodyPr wrap="square" rtlCol="0">
            <a:spAutoFit/>
          </a:bodyPr>
          <a:lstStyle/>
          <a:p>
            <a:pPr marL="285750" indent="-285750">
              <a:buFont typeface="Arial" panose="020B0604020202020204" pitchFamily="34" charset="0"/>
              <a:buChar char="•"/>
            </a:pPr>
            <a:r>
              <a:rPr lang="en-US" b="1"/>
              <a:t>Cách dòng (line spacing):</a:t>
            </a:r>
            <a:r>
              <a:rPr lang="en-US"/>
              <a:t> 1,5 lines.</a:t>
            </a:r>
          </a:p>
        </p:txBody>
      </p:sp>
      <p:sp>
        <p:nvSpPr>
          <p:cNvPr id="31" name="Oval 30"/>
          <p:cNvSpPr/>
          <p:nvPr/>
        </p:nvSpPr>
        <p:spPr>
          <a:xfrm>
            <a:off x="4225925" y="3660775"/>
            <a:ext cx="233045" cy="290830"/>
          </a:xfrm>
          <a:prstGeom prst="ellipse">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32" name="Straight Arrow Connector 31"/>
          <p:cNvCxnSpPr>
            <a:stCxn id="31" idx="2"/>
          </p:cNvCxnSpPr>
          <p:nvPr/>
        </p:nvCxnSpPr>
        <p:spPr>
          <a:xfrm flipH="1">
            <a:off x="2811780" y="3806190"/>
            <a:ext cx="1414145" cy="154940"/>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3" name="Text Box 32"/>
          <p:cNvSpPr txBox="1"/>
          <p:nvPr/>
        </p:nvSpPr>
        <p:spPr>
          <a:xfrm>
            <a:off x="419100" y="2868930"/>
            <a:ext cx="2392680" cy="2030095"/>
          </a:xfrm>
          <a:prstGeom prst="rect">
            <a:avLst/>
          </a:prstGeom>
          <a:noFill/>
        </p:spPr>
        <p:txBody>
          <a:bodyPr wrap="square" rtlCol="0">
            <a:spAutoFit/>
          </a:bodyPr>
          <a:lstStyle/>
          <a:p>
            <a:pPr marL="285750" indent="-285750">
              <a:buFont typeface="Arial" panose="020B0604020202020204" pitchFamily="34" charset="0"/>
              <a:buChar char="•"/>
            </a:pPr>
            <a:r>
              <a:rPr lang="en-US" b="1"/>
              <a:t>Đánh số các chương mục: </a:t>
            </a:r>
            <a:r>
              <a:rPr lang="en-US"/>
              <a:t>đánh theo số Ả rập (1, 2, 3,…), không đánh theo số La Mã (I, II, III,…).</a:t>
            </a:r>
          </a:p>
        </p:txBody>
      </p:sp>
      <p:sp>
        <p:nvSpPr>
          <p:cNvPr id="34" name="Text Box 33"/>
          <p:cNvSpPr txBox="1"/>
          <p:nvPr/>
        </p:nvSpPr>
        <p:spPr>
          <a:xfrm>
            <a:off x="6107430" y="6433820"/>
            <a:ext cx="288290" cy="245110"/>
          </a:xfrm>
          <a:prstGeom prst="rect">
            <a:avLst/>
          </a:prstGeom>
          <a:noFill/>
        </p:spPr>
        <p:txBody>
          <a:bodyPr wrap="square" rtlCol="0">
            <a:spAutoFit/>
          </a:bodyPr>
          <a:lstStyle/>
          <a:p>
            <a:r>
              <a:rPr lang="en-US" sz="1000"/>
              <a:t>1</a:t>
            </a:r>
          </a:p>
        </p:txBody>
      </p:sp>
      <p:sp>
        <p:nvSpPr>
          <p:cNvPr id="36" name="Oval 35"/>
          <p:cNvSpPr/>
          <p:nvPr/>
        </p:nvSpPr>
        <p:spPr>
          <a:xfrm>
            <a:off x="6107430" y="6433820"/>
            <a:ext cx="252095" cy="245110"/>
          </a:xfrm>
          <a:prstGeom prst="ellipse">
            <a:avLst/>
          </a:prstGeom>
          <a:noFill/>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9" name="Text Box 38"/>
          <p:cNvSpPr txBox="1"/>
          <p:nvPr/>
        </p:nvSpPr>
        <p:spPr>
          <a:xfrm>
            <a:off x="4711065" y="6433820"/>
            <a:ext cx="862330" cy="368300"/>
          </a:xfrm>
          <a:prstGeom prst="rect">
            <a:avLst/>
          </a:prstGeom>
          <a:noFill/>
        </p:spPr>
        <p:txBody>
          <a:bodyPr wrap="square" rtlCol="0">
            <a:spAutoFit/>
          </a:bodyPr>
          <a:lstStyle/>
          <a:p>
            <a:r>
              <a:rPr lang="en-US"/>
              <a:t>2,5cm</a:t>
            </a:r>
          </a:p>
        </p:txBody>
      </p:sp>
      <p:cxnSp>
        <p:nvCxnSpPr>
          <p:cNvPr id="40" name="Straight Arrow Connector 39"/>
          <p:cNvCxnSpPr>
            <a:stCxn id="36" idx="6"/>
          </p:cNvCxnSpPr>
          <p:nvPr/>
        </p:nvCxnSpPr>
        <p:spPr>
          <a:xfrm flipV="1">
            <a:off x="6359525" y="6546850"/>
            <a:ext cx="3232150" cy="9525"/>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41" name="Text Box 40"/>
          <p:cNvSpPr txBox="1"/>
          <p:nvPr/>
        </p:nvSpPr>
        <p:spPr>
          <a:xfrm>
            <a:off x="9650095" y="4997450"/>
            <a:ext cx="2392680" cy="1753235"/>
          </a:xfrm>
          <a:prstGeom prst="rect">
            <a:avLst/>
          </a:prstGeom>
          <a:noFill/>
        </p:spPr>
        <p:txBody>
          <a:bodyPr wrap="square" rtlCol="0">
            <a:spAutoFit/>
          </a:bodyPr>
          <a:lstStyle/>
          <a:p>
            <a:pPr marL="285750" indent="-285750">
              <a:buFont typeface="Arial" panose="020B0604020202020204" pitchFamily="34" charset="0"/>
              <a:buChar char="•"/>
            </a:pPr>
            <a:r>
              <a:rPr lang="en-US" b="1"/>
              <a:t>Đánh số trang</a:t>
            </a:r>
            <a:r>
              <a:rPr lang="en-US"/>
              <a:t> : số trang được đánh bắt đầu từ phần nội dung chính của bài tiểu luận.</a:t>
            </a:r>
          </a:p>
        </p:txBody>
      </p:sp>
      <p:sp>
        <p:nvSpPr>
          <p:cNvPr id="9" name="Diamond 8"/>
          <p:cNvSpPr/>
          <p:nvPr/>
        </p:nvSpPr>
        <p:spPr>
          <a:xfrm>
            <a:off x="11502390" y="6335395"/>
            <a:ext cx="614680" cy="51435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7</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grpSp>
        <p:nvGrpSpPr>
          <p:cNvPr id="56" name="稻壳天启设计原创模板"/>
          <p:cNvGrpSpPr/>
          <p:nvPr/>
        </p:nvGrpSpPr>
        <p:grpSpPr>
          <a:xfrm>
            <a:off x="7919085" y="2178050"/>
            <a:ext cx="4143375" cy="4085590"/>
            <a:chOff x="11472714" y="3258394"/>
            <a:chExt cx="10153128" cy="8237744"/>
          </a:xfrm>
        </p:grpSpPr>
        <p:grpSp>
          <p:nvGrpSpPr>
            <p:cNvPr id="57" name="Группа 56"/>
            <p:cNvGrpSpPr/>
            <p:nvPr/>
          </p:nvGrpSpPr>
          <p:grpSpPr>
            <a:xfrm>
              <a:off x="17749255" y="3258394"/>
              <a:ext cx="3876587" cy="8237744"/>
              <a:chOff x="20617730" y="2546443"/>
              <a:chExt cx="3384376" cy="9793088"/>
            </a:xfrm>
            <a:solidFill>
              <a:srgbClr val="D2D2D2"/>
            </a:solidFill>
          </p:grpSpPr>
          <p:sp>
            <p:nvSpPr>
              <p:cNvPr id="85" name="稻壳天启设计原创模板"/>
              <p:cNvSpPr/>
              <p:nvPr/>
            </p:nvSpPr>
            <p:spPr>
              <a:xfrm>
                <a:off x="20905762" y="2546443"/>
                <a:ext cx="3096344" cy="9793088"/>
              </a:xfrm>
              <a:prstGeom prst="ellipse">
                <a:avLst/>
              </a:prstGeom>
              <a:solidFill>
                <a:srgbClr val="B0B0B0">
                  <a:alpha val="5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dirty="0">
                  <a:latin typeface="Arial" panose="020B0604020202020204" pitchFamily="34" charset="0"/>
                </a:endParaRPr>
              </a:p>
            </p:txBody>
          </p:sp>
          <p:sp>
            <p:nvSpPr>
              <p:cNvPr id="131" name="稻壳天启设计原创模板"/>
              <p:cNvSpPr/>
              <p:nvPr/>
            </p:nvSpPr>
            <p:spPr>
              <a:xfrm>
                <a:off x="20617730" y="2546443"/>
                <a:ext cx="3096344" cy="97930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latin typeface="Century Gothic" panose="020B0502020202020204" pitchFamily="34" charset="0"/>
                  <a:ea typeface="Arial" panose="020B0604020202020204" pitchFamily="34" charset="0"/>
                </a:endParaRPr>
              </a:p>
            </p:txBody>
          </p:sp>
          <p:sp>
            <p:nvSpPr>
              <p:cNvPr id="132" name="稻壳天启设计原创模板"/>
              <p:cNvSpPr/>
              <p:nvPr/>
            </p:nvSpPr>
            <p:spPr>
              <a:xfrm>
                <a:off x="20905762" y="3690442"/>
                <a:ext cx="2186853" cy="750509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latin typeface="Arial" panose="020B0604020202020204" pitchFamily="34" charset="0"/>
                </a:endParaRPr>
              </a:p>
            </p:txBody>
          </p:sp>
          <p:sp>
            <p:nvSpPr>
              <p:cNvPr id="133" name="稻壳天启设计原创模板"/>
              <p:cNvSpPr/>
              <p:nvPr/>
            </p:nvSpPr>
            <p:spPr>
              <a:xfrm>
                <a:off x="21134004" y="4679016"/>
                <a:ext cx="1393914" cy="552794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latin typeface="Century Gothic" panose="020B0502020202020204" pitchFamily="34" charset="0"/>
                  <a:ea typeface="Arial" panose="020B0604020202020204" pitchFamily="34" charset="0"/>
                </a:endParaRPr>
              </a:p>
            </p:txBody>
          </p:sp>
          <p:sp>
            <p:nvSpPr>
              <p:cNvPr id="134" name="稻壳天启设计原创模板"/>
              <p:cNvSpPr/>
              <p:nvPr/>
            </p:nvSpPr>
            <p:spPr>
              <a:xfrm>
                <a:off x="21409819" y="6024633"/>
                <a:ext cx="535782" cy="283670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latin typeface="Arial" panose="020B0604020202020204" pitchFamily="34" charset="0"/>
                </a:endParaRPr>
              </a:p>
            </p:txBody>
          </p:sp>
        </p:grpSp>
        <p:grpSp>
          <p:nvGrpSpPr>
            <p:cNvPr id="58" name="Группа 57"/>
            <p:cNvGrpSpPr/>
            <p:nvPr/>
          </p:nvGrpSpPr>
          <p:grpSpPr>
            <a:xfrm flipH="1">
              <a:off x="13131450" y="6228291"/>
              <a:ext cx="5829239" cy="2353570"/>
              <a:chOff x="10165362" y="6492912"/>
              <a:chExt cx="8121805" cy="3279200"/>
            </a:xfrm>
            <a:solidFill>
              <a:srgbClr val="D2D2D2"/>
            </a:solidFill>
          </p:grpSpPr>
          <p:sp>
            <p:nvSpPr>
              <p:cNvPr id="79" name="稻壳天启设计原创模板"/>
              <p:cNvSpPr/>
              <p:nvPr/>
            </p:nvSpPr>
            <p:spPr>
              <a:xfrm rot="5400000">
                <a:off x="16254009" y="6509935"/>
                <a:ext cx="403727" cy="3245154"/>
              </a:xfrm>
              <a:prstGeom prst="round2SameRect">
                <a:avLst>
                  <a:gd name="adj1" fmla="val 50000"/>
                  <a:gd name="adj2" fmla="val 0"/>
                </a:avLst>
              </a:prstGeom>
              <a:solidFill>
                <a:srgbClr val="B0B0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latin typeface="Arial" panose="020B0604020202020204" pitchFamily="34" charset="0"/>
                </a:endParaRPr>
              </a:p>
            </p:txBody>
          </p:sp>
          <p:sp>
            <p:nvSpPr>
              <p:cNvPr id="80" name="稻壳天启设计原创模板"/>
              <p:cNvSpPr/>
              <p:nvPr/>
            </p:nvSpPr>
            <p:spPr>
              <a:xfrm rot="16200000">
                <a:off x="10979117" y="7217140"/>
                <a:ext cx="203234" cy="1830744"/>
              </a:xfrm>
              <a:prstGeom prst="triangle">
                <a:avLst/>
              </a:prstGeom>
              <a:solidFill>
                <a:srgbClr val="B0B0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latin typeface="Arial" panose="020B0604020202020204" pitchFamily="34" charset="0"/>
                </a:endParaRPr>
              </a:p>
            </p:txBody>
          </p:sp>
          <p:sp>
            <p:nvSpPr>
              <p:cNvPr id="81" name="稻壳天启设计原创模板"/>
              <p:cNvSpPr/>
              <p:nvPr/>
            </p:nvSpPr>
            <p:spPr>
              <a:xfrm>
                <a:off x="11928556" y="7697545"/>
                <a:ext cx="3000542" cy="86993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latin typeface="Century Gothic" panose="020B0502020202020204" pitchFamily="34" charset="0"/>
                  <a:ea typeface="Arial" panose="020B0604020202020204" pitchFamily="34" charset="0"/>
                </a:endParaRPr>
              </a:p>
            </p:txBody>
          </p:sp>
          <p:grpSp>
            <p:nvGrpSpPr>
              <p:cNvPr id="82" name="Группа 81"/>
              <p:cNvGrpSpPr/>
              <p:nvPr/>
            </p:nvGrpSpPr>
            <p:grpSpPr>
              <a:xfrm>
                <a:off x="16248830" y="6492912"/>
                <a:ext cx="2038337" cy="3279200"/>
                <a:chOff x="16248830" y="6492912"/>
                <a:chExt cx="2038337" cy="3279200"/>
              </a:xfrm>
              <a:grpFill/>
            </p:grpSpPr>
            <p:sp>
              <p:nvSpPr>
                <p:cNvPr id="83" name="稻壳天启设计原创模板"/>
                <p:cNvSpPr/>
                <p:nvPr/>
              </p:nvSpPr>
              <p:spPr>
                <a:xfrm>
                  <a:off x="16248830" y="6492912"/>
                  <a:ext cx="2038337" cy="1437736"/>
                </a:xfrm>
                <a:custGeom>
                  <a:avLst/>
                  <a:gdLst>
                    <a:gd name="connsiteX0" fmla="*/ 1337661 w 2038337"/>
                    <a:gd name="connsiteY0" fmla="*/ 3 h 1437736"/>
                    <a:gd name="connsiteX1" fmla="*/ 1728907 w 2038337"/>
                    <a:gd name="connsiteY1" fmla="*/ 118976 h 1437736"/>
                    <a:gd name="connsiteX2" fmla="*/ 1919363 w 2038337"/>
                    <a:gd name="connsiteY2" fmla="*/ 1089705 h 1437736"/>
                    <a:gd name="connsiteX3" fmla="*/ 1685499 w 2038337"/>
                    <a:gd name="connsiteY3" fmla="*/ 1437736 h 1437736"/>
                    <a:gd name="connsiteX4" fmla="*/ 0 w 2038337"/>
                    <a:gd name="connsiteY4" fmla="*/ 1437736 h 1437736"/>
                    <a:gd name="connsiteX5" fmla="*/ 758177 w 2038337"/>
                    <a:gd name="connsiteY5" fmla="*/ 309432 h 1437736"/>
                    <a:gd name="connsiteX6" fmla="*/ 1337661 w 2038337"/>
                    <a:gd name="connsiteY6" fmla="*/ 3 h 1437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8337" h="1437736">
                      <a:moveTo>
                        <a:pt x="1337661" y="3"/>
                      </a:moveTo>
                      <a:cubicBezTo>
                        <a:pt x="1472391" y="-333"/>
                        <a:pt x="1608661" y="38176"/>
                        <a:pt x="1728907" y="118976"/>
                      </a:cubicBezTo>
                      <a:cubicBezTo>
                        <a:pt x="2049559" y="334442"/>
                        <a:pt x="2134829" y="769053"/>
                        <a:pt x="1919363" y="1089705"/>
                      </a:cubicBezTo>
                      <a:lnTo>
                        <a:pt x="1685499" y="1437736"/>
                      </a:lnTo>
                      <a:lnTo>
                        <a:pt x="0" y="1437736"/>
                      </a:lnTo>
                      <a:lnTo>
                        <a:pt x="758177" y="309432"/>
                      </a:lnTo>
                      <a:cubicBezTo>
                        <a:pt x="892843" y="109025"/>
                        <a:pt x="1113113" y="563"/>
                        <a:pt x="1337661" y="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latin typeface="Century Gothic" panose="020B0502020202020204" pitchFamily="34" charset="0"/>
                    <a:ea typeface="Arial" panose="020B0604020202020204" pitchFamily="34" charset="0"/>
                  </a:endParaRPr>
                </a:p>
              </p:txBody>
            </p:sp>
            <p:sp>
              <p:nvSpPr>
                <p:cNvPr id="84" name="稻壳天启设计原创模板"/>
                <p:cNvSpPr/>
                <p:nvPr/>
              </p:nvSpPr>
              <p:spPr>
                <a:xfrm flipV="1">
                  <a:off x="16248830" y="8334376"/>
                  <a:ext cx="2038337" cy="1437736"/>
                </a:xfrm>
                <a:custGeom>
                  <a:avLst/>
                  <a:gdLst>
                    <a:gd name="connsiteX0" fmla="*/ 1337661 w 2038337"/>
                    <a:gd name="connsiteY0" fmla="*/ 3 h 1437736"/>
                    <a:gd name="connsiteX1" fmla="*/ 1728907 w 2038337"/>
                    <a:gd name="connsiteY1" fmla="*/ 118976 h 1437736"/>
                    <a:gd name="connsiteX2" fmla="*/ 1919363 w 2038337"/>
                    <a:gd name="connsiteY2" fmla="*/ 1089705 h 1437736"/>
                    <a:gd name="connsiteX3" fmla="*/ 1685499 w 2038337"/>
                    <a:gd name="connsiteY3" fmla="*/ 1437736 h 1437736"/>
                    <a:gd name="connsiteX4" fmla="*/ 0 w 2038337"/>
                    <a:gd name="connsiteY4" fmla="*/ 1437736 h 1437736"/>
                    <a:gd name="connsiteX5" fmla="*/ 758177 w 2038337"/>
                    <a:gd name="connsiteY5" fmla="*/ 309432 h 1437736"/>
                    <a:gd name="connsiteX6" fmla="*/ 1337661 w 2038337"/>
                    <a:gd name="connsiteY6" fmla="*/ 3 h 1437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8337" h="1437736">
                      <a:moveTo>
                        <a:pt x="1337661" y="3"/>
                      </a:moveTo>
                      <a:cubicBezTo>
                        <a:pt x="1472391" y="-333"/>
                        <a:pt x="1608661" y="38176"/>
                        <a:pt x="1728907" y="118976"/>
                      </a:cubicBezTo>
                      <a:cubicBezTo>
                        <a:pt x="2049559" y="334442"/>
                        <a:pt x="2134829" y="769053"/>
                        <a:pt x="1919363" y="1089705"/>
                      </a:cubicBezTo>
                      <a:lnTo>
                        <a:pt x="1685499" y="1437736"/>
                      </a:lnTo>
                      <a:lnTo>
                        <a:pt x="0" y="1437736"/>
                      </a:lnTo>
                      <a:lnTo>
                        <a:pt x="758177" y="309432"/>
                      </a:lnTo>
                      <a:cubicBezTo>
                        <a:pt x="892843" y="109025"/>
                        <a:pt x="1113113" y="563"/>
                        <a:pt x="1337661" y="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latin typeface="Century Gothic" panose="020B0502020202020204" pitchFamily="34" charset="0"/>
                    <a:ea typeface="Arial" panose="020B0604020202020204" pitchFamily="34" charset="0"/>
                  </a:endParaRPr>
                </a:p>
              </p:txBody>
            </p:sp>
          </p:grpSp>
        </p:grpSp>
        <p:grpSp>
          <p:nvGrpSpPr>
            <p:cNvPr id="59" name="Группа 58"/>
            <p:cNvGrpSpPr/>
            <p:nvPr/>
          </p:nvGrpSpPr>
          <p:grpSpPr>
            <a:xfrm flipH="1">
              <a:off x="11472714" y="9221896"/>
              <a:ext cx="5296442" cy="2138452"/>
              <a:chOff x="10165362" y="6492912"/>
              <a:chExt cx="8121805" cy="3279200"/>
            </a:xfrm>
            <a:solidFill>
              <a:srgbClr val="D2D2D2"/>
            </a:solidFill>
          </p:grpSpPr>
          <p:sp>
            <p:nvSpPr>
              <p:cNvPr id="73" name="稻壳天启设计原创模板"/>
              <p:cNvSpPr/>
              <p:nvPr/>
            </p:nvSpPr>
            <p:spPr>
              <a:xfrm rot="5400000">
                <a:off x="16254009" y="6509935"/>
                <a:ext cx="403727" cy="3245154"/>
              </a:xfrm>
              <a:prstGeom prst="round2SameRect">
                <a:avLst>
                  <a:gd name="adj1" fmla="val 50000"/>
                  <a:gd name="adj2" fmla="val 0"/>
                </a:avLst>
              </a:prstGeom>
              <a:solidFill>
                <a:srgbClr val="B0B0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latin typeface="Arial" panose="020B0604020202020204" pitchFamily="34" charset="0"/>
                </a:endParaRPr>
              </a:p>
            </p:txBody>
          </p:sp>
          <p:sp>
            <p:nvSpPr>
              <p:cNvPr id="74" name="稻壳天启设计原创模板"/>
              <p:cNvSpPr/>
              <p:nvPr/>
            </p:nvSpPr>
            <p:spPr>
              <a:xfrm rot="16200000">
                <a:off x="10979117" y="7217140"/>
                <a:ext cx="203234" cy="1830744"/>
              </a:xfrm>
              <a:prstGeom prst="triangle">
                <a:avLst/>
              </a:prstGeom>
              <a:solidFill>
                <a:srgbClr val="B0B0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latin typeface="Arial" panose="020B0604020202020204" pitchFamily="34" charset="0"/>
                </a:endParaRPr>
              </a:p>
            </p:txBody>
          </p:sp>
          <p:sp>
            <p:nvSpPr>
              <p:cNvPr id="75" name="稻壳天启设计原创模板"/>
              <p:cNvSpPr/>
              <p:nvPr/>
            </p:nvSpPr>
            <p:spPr>
              <a:xfrm>
                <a:off x="11928556" y="7697545"/>
                <a:ext cx="3000542" cy="86993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latin typeface="Century Gothic" panose="020B0502020202020204" pitchFamily="34" charset="0"/>
                  <a:ea typeface="Arial" panose="020B0604020202020204" pitchFamily="34" charset="0"/>
                </a:endParaRPr>
              </a:p>
            </p:txBody>
          </p:sp>
          <p:grpSp>
            <p:nvGrpSpPr>
              <p:cNvPr id="76" name="Группа 75"/>
              <p:cNvGrpSpPr/>
              <p:nvPr/>
            </p:nvGrpSpPr>
            <p:grpSpPr>
              <a:xfrm>
                <a:off x="16248830" y="6492912"/>
                <a:ext cx="2038337" cy="3279200"/>
                <a:chOff x="16248830" y="6492912"/>
                <a:chExt cx="2038337" cy="3279200"/>
              </a:xfrm>
              <a:grpFill/>
            </p:grpSpPr>
            <p:sp>
              <p:nvSpPr>
                <p:cNvPr id="77" name="稻壳天启设计原创模板"/>
                <p:cNvSpPr/>
                <p:nvPr/>
              </p:nvSpPr>
              <p:spPr>
                <a:xfrm>
                  <a:off x="16248830" y="6492912"/>
                  <a:ext cx="2038337" cy="1437736"/>
                </a:xfrm>
                <a:custGeom>
                  <a:avLst/>
                  <a:gdLst>
                    <a:gd name="connsiteX0" fmla="*/ 1337661 w 2038337"/>
                    <a:gd name="connsiteY0" fmla="*/ 3 h 1437736"/>
                    <a:gd name="connsiteX1" fmla="*/ 1728907 w 2038337"/>
                    <a:gd name="connsiteY1" fmla="*/ 118976 h 1437736"/>
                    <a:gd name="connsiteX2" fmla="*/ 1919363 w 2038337"/>
                    <a:gd name="connsiteY2" fmla="*/ 1089705 h 1437736"/>
                    <a:gd name="connsiteX3" fmla="*/ 1685499 w 2038337"/>
                    <a:gd name="connsiteY3" fmla="*/ 1437736 h 1437736"/>
                    <a:gd name="connsiteX4" fmla="*/ 0 w 2038337"/>
                    <a:gd name="connsiteY4" fmla="*/ 1437736 h 1437736"/>
                    <a:gd name="connsiteX5" fmla="*/ 758177 w 2038337"/>
                    <a:gd name="connsiteY5" fmla="*/ 309432 h 1437736"/>
                    <a:gd name="connsiteX6" fmla="*/ 1337661 w 2038337"/>
                    <a:gd name="connsiteY6" fmla="*/ 3 h 1437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8337" h="1437736">
                      <a:moveTo>
                        <a:pt x="1337661" y="3"/>
                      </a:moveTo>
                      <a:cubicBezTo>
                        <a:pt x="1472391" y="-333"/>
                        <a:pt x="1608661" y="38176"/>
                        <a:pt x="1728907" y="118976"/>
                      </a:cubicBezTo>
                      <a:cubicBezTo>
                        <a:pt x="2049559" y="334442"/>
                        <a:pt x="2134829" y="769053"/>
                        <a:pt x="1919363" y="1089705"/>
                      </a:cubicBezTo>
                      <a:lnTo>
                        <a:pt x="1685499" y="1437736"/>
                      </a:lnTo>
                      <a:lnTo>
                        <a:pt x="0" y="1437736"/>
                      </a:lnTo>
                      <a:lnTo>
                        <a:pt x="758177" y="309432"/>
                      </a:lnTo>
                      <a:cubicBezTo>
                        <a:pt x="892843" y="109025"/>
                        <a:pt x="1113113" y="563"/>
                        <a:pt x="1337661" y="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latin typeface="Century Gothic" panose="020B0502020202020204" pitchFamily="34" charset="0"/>
                    <a:ea typeface="Arial" panose="020B0604020202020204" pitchFamily="34" charset="0"/>
                  </a:endParaRPr>
                </a:p>
              </p:txBody>
            </p:sp>
            <p:sp>
              <p:nvSpPr>
                <p:cNvPr id="78" name="稻壳天启设计原创模板"/>
                <p:cNvSpPr/>
                <p:nvPr/>
              </p:nvSpPr>
              <p:spPr>
                <a:xfrm flipV="1">
                  <a:off x="16248830" y="8334376"/>
                  <a:ext cx="2038337" cy="1437736"/>
                </a:xfrm>
                <a:custGeom>
                  <a:avLst/>
                  <a:gdLst>
                    <a:gd name="connsiteX0" fmla="*/ 1337661 w 2038337"/>
                    <a:gd name="connsiteY0" fmla="*/ 3 h 1437736"/>
                    <a:gd name="connsiteX1" fmla="*/ 1728907 w 2038337"/>
                    <a:gd name="connsiteY1" fmla="*/ 118976 h 1437736"/>
                    <a:gd name="connsiteX2" fmla="*/ 1919363 w 2038337"/>
                    <a:gd name="connsiteY2" fmla="*/ 1089705 h 1437736"/>
                    <a:gd name="connsiteX3" fmla="*/ 1685499 w 2038337"/>
                    <a:gd name="connsiteY3" fmla="*/ 1437736 h 1437736"/>
                    <a:gd name="connsiteX4" fmla="*/ 0 w 2038337"/>
                    <a:gd name="connsiteY4" fmla="*/ 1437736 h 1437736"/>
                    <a:gd name="connsiteX5" fmla="*/ 758177 w 2038337"/>
                    <a:gd name="connsiteY5" fmla="*/ 309432 h 1437736"/>
                    <a:gd name="connsiteX6" fmla="*/ 1337661 w 2038337"/>
                    <a:gd name="connsiteY6" fmla="*/ 3 h 1437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8337" h="1437736">
                      <a:moveTo>
                        <a:pt x="1337661" y="3"/>
                      </a:moveTo>
                      <a:cubicBezTo>
                        <a:pt x="1472391" y="-333"/>
                        <a:pt x="1608661" y="38176"/>
                        <a:pt x="1728907" y="118976"/>
                      </a:cubicBezTo>
                      <a:cubicBezTo>
                        <a:pt x="2049559" y="334442"/>
                        <a:pt x="2134829" y="769053"/>
                        <a:pt x="1919363" y="1089705"/>
                      </a:cubicBezTo>
                      <a:lnTo>
                        <a:pt x="1685499" y="1437736"/>
                      </a:lnTo>
                      <a:lnTo>
                        <a:pt x="0" y="1437736"/>
                      </a:lnTo>
                      <a:lnTo>
                        <a:pt x="758177" y="309432"/>
                      </a:lnTo>
                      <a:cubicBezTo>
                        <a:pt x="892843" y="109025"/>
                        <a:pt x="1113113" y="563"/>
                        <a:pt x="1337661" y="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latin typeface="Century Gothic" panose="020B0502020202020204" pitchFamily="34" charset="0"/>
                    <a:ea typeface="Arial" panose="020B0604020202020204" pitchFamily="34" charset="0"/>
                  </a:endParaRPr>
                </a:p>
              </p:txBody>
            </p:sp>
          </p:grpSp>
        </p:grpSp>
        <p:grpSp>
          <p:nvGrpSpPr>
            <p:cNvPr id="60" name="Группа 59"/>
            <p:cNvGrpSpPr/>
            <p:nvPr/>
          </p:nvGrpSpPr>
          <p:grpSpPr>
            <a:xfrm flipH="1">
              <a:off x="11845967" y="3908315"/>
              <a:ext cx="4296634" cy="1734777"/>
              <a:chOff x="10165362" y="6492912"/>
              <a:chExt cx="8121805" cy="3279200"/>
            </a:xfrm>
            <a:solidFill>
              <a:srgbClr val="D2D2D2"/>
            </a:solidFill>
          </p:grpSpPr>
          <p:sp>
            <p:nvSpPr>
              <p:cNvPr id="61" name="稻壳天启设计原创模板"/>
              <p:cNvSpPr/>
              <p:nvPr/>
            </p:nvSpPr>
            <p:spPr>
              <a:xfrm rot="5400000">
                <a:off x="16254009" y="6509935"/>
                <a:ext cx="403727" cy="3245154"/>
              </a:xfrm>
              <a:prstGeom prst="round2SameRect">
                <a:avLst>
                  <a:gd name="adj1" fmla="val 50000"/>
                  <a:gd name="adj2" fmla="val 0"/>
                </a:avLst>
              </a:prstGeom>
              <a:solidFill>
                <a:srgbClr val="B0B0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latin typeface="Arial" panose="020B0604020202020204" pitchFamily="34" charset="0"/>
                </a:endParaRPr>
              </a:p>
            </p:txBody>
          </p:sp>
          <p:sp>
            <p:nvSpPr>
              <p:cNvPr id="62" name="稻壳天启设计原创模板"/>
              <p:cNvSpPr/>
              <p:nvPr/>
            </p:nvSpPr>
            <p:spPr>
              <a:xfrm rot="16200000">
                <a:off x="10979117" y="7217140"/>
                <a:ext cx="203234" cy="1830744"/>
              </a:xfrm>
              <a:prstGeom prst="triangle">
                <a:avLst/>
              </a:prstGeom>
              <a:solidFill>
                <a:srgbClr val="B0B0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900">
                  <a:latin typeface="Arial" panose="020B0604020202020204" pitchFamily="34" charset="0"/>
                </a:endParaRPr>
              </a:p>
            </p:txBody>
          </p:sp>
          <p:sp>
            <p:nvSpPr>
              <p:cNvPr id="69" name="稻壳天启设计原创模板"/>
              <p:cNvSpPr/>
              <p:nvPr/>
            </p:nvSpPr>
            <p:spPr>
              <a:xfrm>
                <a:off x="11928556" y="7697545"/>
                <a:ext cx="3000542" cy="869935"/>
              </a:xfrm>
              <a:prstGeom prst="roundRect">
                <a:avLst>
                  <a:gd name="adj" fmla="val 50000"/>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latin typeface="Century Gothic" panose="020B0502020202020204" pitchFamily="34" charset="0"/>
                  <a:ea typeface="Arial" panose="020B0604020202020204" pitchFamily="34" charset="0"/>
                </a:endParaRPr>
              </a:p>
            </p:txBody>
          </p:sp>
          <p:grpSp>
            <p:nvGrpSpPr>
              <p:cNvPr id="70" name="Группа 69"/>
              <p:cNvGrpSpPr/>
              <p:nvPr/>
            </p:nvGrpSpPr>
            <p:grpSpPr>
              <a:xfrm>
                <a:off x="16248830" y="6492912"/>
                <a:ext cx="2038337" cy="3279200"/>
                <a:chOff x="16248830" y="6492912"/>
                <a:chExt cx="2038337" cy="3279200"/>
              </a:xfrm>
              <a:grpFill/>
            </p:grpSpPr>
            <p:sp>
              <p:nvSpPr>
                <p:cNvPr id="71" name="稻壳天启设计原创模板"/>
                <p:cNvSpPr/>
                <p:nvPr/>
              </p:nvSpPr>
              <p:spPr>
                <a:xfrm>
                  <a:off x="16248830" y="6492912"/>
                  <a:ext cx="2038337" cy="1437736"/>
                </a:xfrm>
                <a:custGeom>
                  <a:avLst/>
                  <a:gdLst>
                    <a:gd name="connsiteX0" fmla="*/ 1337661 w 2038337"/>
                    <a:gd name="connsiteY0" fmla="*/ 3 h 1437736"/>
                    <a:gd name="connsiteX1" fmla="*/ 1728907 w 2038337"/>
                    <a:gd name="connsiteY1" fmla="*/ 118976 h 1437736"/>
                    <a:gd name="connsiteX2" fmla="*/ 1919363 w 2038337"/>
                    <a:gd name="connsiteY2" fmla="*/ 1089705 h 1437736"/>
                    <a:gd name="connsiteX3" fmla="*/ 1685499 w 2038337"/>
                    <a:gd name="connsiteY3" fmla="*/ 1437736 h 1437736"/>
                    <a:gd name="connsiteX4" fmla="*/ 0 w 2038337"/>
                    <a:gd name="connsiteY4" fmla="*/ 1437736 h 1437736"/>
                    <a:gd name="connsiteX5" fmla="*/ 758177 w 2038337"/>
                    <a:gd name="connsiteY5" fmla="*/ 309432 h 1437736"/>
                    <a:gd name="connsiteX6" fmla="*/ 1337661 w 2038337"/>
                    <a:gd name="connsiteY6" fmla="*/ 3 h 1437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8337" h="1437736">
                      <a:moveTo>
                        <a:pt x="1337661" y="3"/>
                      </a:moveTo>
                      <a:cubicBezTo>
                        <a:pt x="1472391" y="-333"/>
                        <a:pt x="1608661" y="38176"/>
                        <a:pt x="1728907" y="118976"/>
                      </a:cubicBezTo>
                      <a:cubicBezTo>
                        <a:pt x="2049559" y="334442"/>
                        <a:pt x="2134829" y="769053"/>
                        <a:pt x="1919363" y="1089705"/>
                      </a:cubicBezTo>
                      <a:lnTo>
                        <a:pt x="1685499" y="1437736"/>
                      </a:lnTo>
                      <a:lnTo>
                        <a:pt x="0" y="1437736"/>
                      </a:lnTo>
                      <a:lnTo>
                        <a:pt x="758177" y="309432"/>
                      </a:lnTo>
                      <a:cubicBezTo>
                        <a:pt x="892843" y="109025"/>
                        <a:pt x="1113113" y="563"/>
                        <a:pt x="1337661" y="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latin typeface="Century Gothic" panose="020B0502020202020204" pitchFamily="34" charset="0"/>
                    <a:ea typeface="Arial" panose="020B0604020202020204" pitchFamily="34" charset="0"/>
                  </a:endParaRPr>
                </a:p>
              </p:txBody>
            </p:sp>
            <p:sp>
              <p:nvSpPr>
                <p:cNvPr id="72" name="稻壳天启设计原创模板"/>
                <p:cNvSpPr/>
                <p:nvPr/>
              </p:nvSpPr>
              <p:spPr>
                <a:xfrm flipV="1">
                  <a:off x="16248830" y="8334376"/>
                  <a:ext cx="2038337" cy="1437736"/>
                </a:xfrm>
                <a:custGeom>
                  <a:avLst/>
                  <a:gdLst>
                    <a:gd name="connsiteX0" fmla="*/ 1337661 w 2038337"/>
                    <a:gd name="connsiteY0" fmla="*/ 3 h 1437736"/>
                    <a:gd name="connsiteX1" fmla="*/ 1728907 w 2038337"/>
                    <a:gd name="connsiteY1" fmla="*/ 118976 h 1437736"/>
                    <a:gd name="connsiteX2" fmla="*/ 1919363 w 2038337"/>
                    <a:gd name="connsiteY2" fmla="*/ 1089705 h 1437736"/>
                    <a:gd name="connsiteX3" fmla="*/ 1685499 w 2038337"/>
                    <a:gd name="connsiteY3" fmla="*/ 1437736 h 1437736"/>
                    <a:gd name="connsiteX4" fmla="*/ 0 w 2038337"/>
                    <a:gd name="connsiteY4" fmla="*/ 1437736 h 1437736"/>
                    <a:gd name="connsiteX5" fmla="*/ 758177 w 2038337"/>
                    <a:gd name="connsiteY5" fmla="*/ 309432 h 1437736"/>
                    <a:gd name="connsiteX6" fmla="*/ 1337661 w 2038337"/>
                    <a:gd name="connsiteY6" fmla="*/ 3 h 1437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38337" h="1437736">
                      <a:moveTo>
                        <a:pt x="1337661" y="3"/>
                      </a:moveTo>
                      <a:cubicBezTo>
                        <a:pt x="1472391" y="-333"/>
                        <a:pt x="1608661" y="38176"/>
                        <a:pt x="1728907" y="118976"/>
                      </a:cubicBezTo>
                      <a:cubicBezTo>
                        <a:pt x="2049559" y="334442"/>
                        <a:pt x="2134829" y="769053"/>
                        <a:pt x="1919363" y="1089705"/>
                      </a:cubicBezTo>
                      <a:lnTo>
                        <a:pt x="1685499" y="1437736"/>
                      </a:lnTo>
                      <a:lnTo>
                        <a:pt x="0" y="1437736"/>
                      </a:lnTo>
                      <a:lnTo>
                        <a:pt x="758177" y="309432"/>
                      </a:lnTo>
                      <a:cubicBezTo>
                        <a:pt x="892843" y="109025"/>
                        <a:pt x="1113113" y="563"/>
                        <a:pt x="1337661" y="3"/>
                      </a:cubicBez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latin typeface="Century Gothic" panose="020B0502020202020204" pitchFamily="34" charset="0"/>
                    <a:ea typeface="Arial" panose="020B0604020202020204" pitchFamily="34" charset="0"/>
                  </a:endParaRPr>
                </a:p>
              </p:txBody>
            </p:sp>
          </p:grpSp>
        </p:grpSp>
      </p:grpSp>
      <p:sp>
        <p:nvSpPr>
          <p:cNvPr id="41" name="稻壳儿小白白(http://dwz.cn/Wu2UP)"/>
          <p:cNvSpPr/>
          <p:nvPr/>
        </p:nvSpPr>
        <p:spPr>
          <a:xfrm>
            <a:off x="147955" y="1887220"/>
            <a:ext cx="909320" cy="875665"/>
          </a:xfrm>
          <a:custGeom>
            <a:avLst/>
            <a:gdLst/>
            <a:ahLst/>
            <a:cxnLst>
              <a:cxn ang="0">
                <a:pos x="263560" y="55727"/>
              </a:cxn>
              <a:cxn ang="0">
                <a:pos x="263560" y="69658"/>
              </a:cxn>
              <a:cxn ang="0">
                <a:pos x="97101" y="236838"/>
              </a:cxn>
              <a:cxn ang="0">
                <a:pos x="0" y="208975"/>
              </a:cxn>
              <a:cxn ang="0">
                <a:pos x="20807" y="208975"/>
              </a:cxn>
              <a:cxn ang="0">
                <a:pos x="90165" y="188077"/>
              </a:cxn>
              <a:cxn ang="0">
                <a:pos x="34679" y="146282"/>
              </a:cxn>
              <a:cxn ang="0">
                <a:pos x="48551" y="146282"/>
              </a:cxn>
              <a:cxn ang="0">
                <a:pos x="62422" y="146282"/>
              </a:cxn>
              <a:cxn ang="0">
                <a:pos x="13872" y="83590"/>
              </a:cxn>
              <a:cxn ang="0">
                <a:pos x="13872" y="83590"/>
              </a:cxn>
              <a:cxn ang="0">
                <a:pos x="41615" y="90556"/>
              </a:cxn>
              <a:cxn ang="0">
                <a:pos x="13872" y="41795"/>
              </a:cxn>
              <a:cxn ang="0">
                <a:pos x="20807" y="6966"/>
              </a:cxn>
              <a:cxn ang="0">
                <a:pos x="145652" y="76624"/>
              </a:cxn>
              <a:cxn ang="0">
                <a:pos x="145652" y="62692"/>
              </a:cxn>
              <a:cxn ang="0">
                <a:pos x="208074" y="0"/>
              </a:cxn>
              <a:cxn ang="0">
                <a:pos x="249688" y="20897"/>
              </a:cxn>
              <a:cxn ang="0">
                <a:pos x="284367" y="6966"/>
              </a:cxn>
              <a:cxn ang="0">
                <a:pos x="263560" y="34829"/>
              </a:cxn>
              <a:cxn ang="0">
                <a:pos x="298239" y="27863"/>
              </a:cxn>
              <a:cxn ang="0">
                <a:pos x="263560" y="55727"/>
              </a:cxn>
            </a:cxnLst>
            <a:rect l="0" t="0" r="0" b="0"/>
            <a:pathLst>
              <a:path w="43" h="34">
                <a:moveTo>
                  <a:pt x="38" y="8"/>
                </a:moveTo>
                <a:cubicBezTo>
                  <a:pt x="38" y="9"/>
                  <a:pt x="38" y="9"/>
                  <a:pt x="38" y="10"/>
                </a:cubicBezTo>
                <a:cubicBezTo>
                  <a:pt x="38" y="21"/>
                  <a:pt x="30" y="34"/>
                  <a:pt x="14" y="34"/>
                </a:cubicBezTo>
                <a:cubicBezTo>
                  <a:pt x="9" y="34"/>
                  <a:pt x="4" y="33"/>
                  <a:pt x="0" y="30"/>
                </a:cubicBezTo>
                <a:cubicBezTo>
                  <a:pt x="1" y="30"/>
                  <a:pt x="2" y="30"/>
                  <a:pt x="3" y="30"/>
                </a:cubicBezTo>
                <a:cubicBezTo>
                  <a:pt x="7" y="30"/>
                  <a:pt x="10" y="29"/>
                  <a:pt x="13" y="27"/>
                </a:cubicBezTo>
                <a:cubicBezTo>
                  <a:pt x="9" y="27"/>
                  <a:pt x="6" y="24"/>
                  <a:pt x="5" y="21"/>
                </a:cubicBezTo>
                <a:cubicBezTo>
                  <a:pt x="6" y="21"/>
                  <a:pt x="6" y="21"/>
                  <a:pt x="7" y="21"/>
                </a:cubicBezTo>
                <a:cubicBezTo>
                  <a:pt x="8" y="21"/>
                  <a:pt x="8" y="21"/>
                  <a:pt x="9" y="21"/>
                </a:cubicBezTo>
                <a:cubicBezTo>
                  <a:pt x="5" y="20"/>
                  <a:pt x="2" y="16"/>
                  <a:pt x="2" y="12"/>
                </a:cubicBezTo>
                <a:cubicBezTo>
                  <a:pt x="2" y="12"/>
                  <a:pt x="2" y="12"/>
                  <a:pt x="2" y="12"/>
                </a:cubicBezTo>
                <a:cubicBezTo>
                  <a:pt x="3" y="13"/>
                  <a:pt x="5" y="13"/>
                  <a:pt x="6" y="13"/>
                </a:cubicBezTo>
                <a:cubicBezTo>
                  <a:pt x="4" y="12"/>
                  <a:pt x="2" y="9"/>
                  <a:pt x="2" y="6"/>
                </a:cubicBezTo>
                <a:cubicBezTo>
                  <a:pt x="2" y="4"/>
                  <a:pt x="3" y="3"/>
                  <a:pt x="3" y="1"/>
                </a:cubicBezTo>
                <a:cubicBezTo>
                  <a:pt x="8" y="7"/>
                  <a:pt x="14" y="10"/>
                  <a:pt x="21" y="11"/>
                </a:cubicBezTo>
                <a:cubicBezTo>
                  <a:pt x="21" y="10"/>
                  <a:pt x="21" y="9"/>
                  <a:pt x="21" y="9"/>
                </a:cubicBezTo>
                <a:cubicBezTo>
                  <a:pt x="21" y="4"/>
                  <a:pt x="25" y="0"/>
                  <a:pt x="30" y="0"/>
                </a:cubicBezTo>
                <a:cubicBezTo>
                  <a:pt x="32" y="0"/>
                  <a:pt x="34" y="1"/>
                  <a:pt x="36" y="3"/>
                </a:cubicBezTo>
                <a:cubicBezTo>
                  <a:pt x="38" y="2"/>
                  <a:pt x="40" y="2"/>
                  <a:pt x="41" y="1"/>
                </a:cubicBezTo>
                <a:cubicBezTo>
                  <a:pt x="41" y="3"/>
                  <a:pt x="39" y="4"/>
                  <a:pt x="38" y="5"/>
                </a:cubicBezTo>
                <a:cubicBezTo>
                  <a:pt x="39" y="5"/>
                  <a:pt x="41" y="5"/>
                  <a:pt x="43" y="4"/>
                </a:cubicBezTo>
                <a:cubicBezTo>
                  <a:pt x="41" y="6"/>
                  <a:pt x="40" y="7"/>
                  <a:pt x="38" y="8"/>
                </a:cubicBezTo>
                <a:close/>
              </a:path>
            </a:pathLst>
          </a:custGeom>
          <a:solidFill>
            <a:srgbClr val="C00000"/>
          </a:solidFill>
          <a:ln w="9525">
            <a:noFill/>
          </a:ln>
        </p:spPr>
        <p:txBody>
          <a:bodyPr/>
          <a:lstStyle/>
          <a:p>
            <a:endParaRPr lang="zh-CN" altLang="en-US">
              <a:solidFill>
                <a:srgbClr val="D9C77F"/>
              </a:solidFill>
            </a:endParaRPr>
          </a:p>
        </p:txBody>
      </p:sp>
      <p:sp>
        <p:nvSpPr>
          <p:cNvPr id="46" name="Text Box 45"/>
          <p:cNvSpPr txBox="1"/>
          <p:nvPr/>
        </p:nvSpPr>
        <p:spPr>
          <a:xfrm>
            <a:off x="1407795" y="1219200"/>
            <a:ext cx="5913755" cy="1014730"/>
          </a:xfrm>
          <a:prstGeom prst="rect">
            <a:avLst/>
          </a:prstGeom>
          <a:noFill/>
        </p:spPr>
        <p:txBody>
          <a:bodyPr wrap="square" rtlCol="0">
            <a:spAutoFit/>
          </a:bodyPr>
          <a:lstStyle/>
          <a:p>
            <a:pPr marL="457200" indent="-457200">
              <a:buFont typeface="Arial" panose="020B0604020202020204" pitchFamily="34" charset="0"/>
              <a:buChar char="•"/>
            </a:pPr>
            <a:r>
              <a:rPr lang="en-US" sz="3000" b="1">
                <a:solidFill>
                  <a:srgbClr val="C00000"/>
                </a:solidFill>
                <a:latin typeface="Arial" panose="020B0604020202020204" pitchFamily="34" charset="0"/>
                <a:cs typeface="Arial" panose="020B0604020202020204" pitchFamily="34" charset="0"/>
              </a:rPr>
              <a:t>Có mục đích, mục tiêu nghiên cứu rõ ràng cụ thể</a:t>
            </a:r>
          </a:p>
        </p:txBody>
      </p:sp>
      <p:sp>
        <p:nvSpPr>
          <p:cNvPr id="48" name="Text Box 47"/>
          <p:cNvSpPr txBox="1"/>
          <p:nvPr/>
        </p:nvSpPr>
        <p:spPr>
          <a:xfrm>
            <a:off x="1407795" y="2653030"/>
            <a:ext cx="5913755" cy="1014730"/>
          </a:xfrm>
          <a:prstGeom prst="rect">
            <a:avLst/>
          </a:prstGeom>
          <a:noFill/>
        </p:spPr>
        <p:txBody>
          <a:bodyPr wrap="square" rtlCol="0">
            <a:spAutoFit/>
          </a:bodyPr>
          <a:lstStyle/>
          <a:p>
            <a:pPr marL="457200" indent="-457200">
              <a:buFont typeface="Arial" panose="020B0604020202020204" pitchFamily="34" charset="0"/>
              <a:buChar char="•"/>
            </a:pPr>
            <a:r>
              <a:rPr lang="en-US" sz="3000" b="1">
                <a:latin typeface="Arial" panose="020B0604020202020204" pitchFamily="34" charset="0"/>
                <a:cs typeface="Arial" panose="020B0604020202020204" pitchFamily="34" charset="0"/>
              </a:rPr>
              <a:t>Xác định được câu hỏi nghiên cứu</a:t>
            </a:r>
          </a:p>
        </p:txBody>
      </p:sp>
      <p:sp>
        <p:nvSpPr>
          <p:cNvPr id="20" name="文本框 8"/>
          <p:cNvSpPr txBox="1"/>
          <p:nvPr/>
        </p:nvSpPr>
        <p:spPr>
          <a:xfrm>
            <a:off x="196215" y="121920"/>
            <a:ext cx="5219065" cy="706755"/>
          </a:xfrm>
          <a:prstGeom prst="rect">
            <a:avLst/>
          </a:prstGeom>
          <a:noFill/>
        </p:spPr>
        <p:txBody>
          <a:bodyPr wrap="square" rtlCol="0">
            <a:spAutoFit/>
          </a:bodyPr>
          <a:lstStyle/>
          <a:p>
            <a:r>
              <a:rPr lang="en-US" altLang="zh-CN" sz="4000" b="1" spc="100">
                <a:solidFill>
                  <a:schemeClr val="bg2">
                    <a:lumMod val="25000"/>
                  </a:schemeClr>
                </a:solidFill>
                <a:latin typeface="Times New Roman" panose="02020603050405020304" pitchFamily="18" charset="0"/>
                <a:cs typeface="Times New Roman" panose="02020603050405020304" pitchFamily="18" charset="0"/>
                <a:sym typeface="+mn-lt"/>
              </a:rPr>
              <a:t>Về nội dung:</a:t>
            </a:r>
          </a:p>
        </p:txBody>
      </p:sp>
      <p:cxnSp>
        <p:nvCxnSpPr>
          <p:cNvPr id="21" name="直接连接符 9"/>
          <p:cNvCxnSpPr/>
          <p:nvPr/>
        </p:nvCxnSpPr>
        <p:spPr>
          <a:xfrm flipH="1">
            <a:off x="439420" y="959485"/>
            <a:ext cx="3150870" cy="0"/>
          </a:xfrm>
          <a:prstGeom prst="line">
            <a:avLst/>
          </a:prstGeom>
          <a:ln>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矩形 10"/>
          <p:cNvSpPr/>
          <p:nvPr/>
        </p:nvSpPr>
        <p:spPr>
          <a:xfrm>
            <a:off x="439420" y="942340"/>
            <a:ext cx="1640205" cy="97155"/>
          </a:xfrm>
          <a:prstGeom prst="rect">
            <a:avLst/>
          </a:prstGeom>
          <a:gradFill>
            <a:gsLst>
              <a:gs pos="0">
                <a:srgbClr val="E30000"/>
              </a:gs>
              <a:gs pos="100000">
                <a:srgbClr val="760303"/>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2">
                  <a:lumMod val="25000"/>
                </a:schemeClr>
              </a:solidFill>
              <a:cs typeface="+mn-ea"/>
              <a:sym typeface="+mn-lt"/>
            </a:endParaRPr>
          </a:p>
        </p:txBody>
      </p:sp>
      <p:sp>
        <p:nvSpPr>
          <p:cNvPr id="10" name="Text Box 9"/>
          <p:cNvSpPr txBox="1"/>
          <p:nvPr/>
        </p:nvSpPr>
        <p:spPr>
          <a:xfrm>
            <a:off x="1283970" y="4022090"/>
            <a:ext cx="5913755" cy="1476375"/>
          </a:xfrm>
          <a:prstGeom prst="rect">
            <a:avLst/>
          </a:prstGeom>
          <a:noFill/>
        </p:spPr>
        <p:txBody>
          <a:bodyPr wrap="square" rtlCol="0">
            <a:spAutoFit/>
          </a:bodyPr>
          <a:lstStyle/>
          <a:p>
            <a:pPr marL="457200" indent="-457200">
              <a:buFont typeface="Arial" panose="020B0604020202020204" pitchFamily="34" charset="0"/>
              <a:buChar char="•"/>
            </a:pPr>
            <a:r>
              <a:rPr lang="en-US" sz="3000" b="1">
                <a:solidFill>
                  <a:srgbClr val="C00000"/>
                </a:solidFill>
                <a:latin typeface="Arial" panose="020B0604020202020204" pitchFamily="34" charset="0"/>
                <a:cs typeface="Arial" panose="020B0604020202020204" pitchFamily="34" charset="0"/>
              </a:rPr>
              <a:t>Phân tích một cách cụ thể và làm sáng tỏ vấn đề nghiên cứu</a:t>
            </a:r>
          </a:p>
        </p:txBody>
      </p:sp>
      <p:sp>
        <p:nvSpPr>
          <p:cNvPr id="13" name="Text Box 12"/>
          <p:cNvSpPr txBox="1"/>
          <p:nvPr/>
        </p:nvSpPr>
        <p:spPr>
          <a:xfrm>
            <a:off x="1373505" y="5437505"/>
            <a:ext cx="5913755" cy="1476375"/>
          </a:xfrm>
          <a:prstGeom prst="rect">
            <a:avLst/>
          </a:prstGeom>
          <a:noFill/>
        </p:spPr>
        <p:txBody>
          <a:bodyPr wrap="square" rtlCol="0">
            <a:spAutoFit/>
          </a:bodyPr>
          <a:lstStyle/>
          <a:p>
            <a:pPr marL="457200" indent="-457200">
              <a:buFont typeface="Arial" panose="020B0604020202020204" pitchFamily="34" charset="0"/>
              <a:buChar char="•"/>
            </a:pPr>
            <a:r>
              <a:rPr lang="en-US" sz="3000" b="1">
                <a:latin typeface="Arial" panose="020B0604020202020204" pitchFamily="34" charset="0"/>
                <a:cs typeface="Arial" panose="020B0604020202020204" pitchFamily="34" charset="0"/>
              </a:rPr>
              <a:t>Vận dụng kiến thức cơ bản để giải quyết các vấn đề cụ thể của thực tiễn</a:t>
            </a:r>
          </a:p>
        </p:txBody>
      </p:sp>
      <p:sp>
        <p:nvSpPr>
          <p:cNvPr id="18" name="稻壳儿小白白(http://dwz.cn/Wu2UP)"/>
          <p:cNvSpPr/>
          <p:nvPr/>
        </p:nvSpPr>
        <p:spPr>
          <a:xfrm>
            <a:off x="158115" y="4313555"/>
            <a:ext cx="909320" cy="875665"/>
          </a:xfrm>
          <a:custGeom>
            <a:avLst/>
            <a:gdLst/>
            <a:ahLst/>
            <a:cxnLst>
              <a:cxn ang="0">
                <a:pos x="263560" y="55727"/>
              </a:cxn>
              <a:cxn ang="0">
                <a:pos x="263560" y="69658"/>
              </a:cxn>
              <a:cxn ang="0">
                <a:pos x="97101" y="236838"/>
              </a:cxn>
              <a:cxn ang="0">
                <a:pos x="0" y="208975"/>
              </a:cxn>
              <a:cxn ang="0">
                <a:pos x="20807" y="208975"/>
              </a:cxn>
              <a:cxn ang="0">
                <a:pos x="90165" y="188077"/>
              </a:cxn>
              <a:cxn ang="0">
                <a:pos x="34679" y="146282"/>
              </a:cxn>
              <a:cxn ang="0">
                <a:pos x="48551" y="146282"/>
              </a:cxn>
              <a:cxn ang="0">
                <a:pos x="62422" y="146282"/>
              </a:cxn>
              <a:cxn ang="0">
                <a:pos x="13872" y="83590"/>
              </a:cxn>
              <a:cxn ang="0">
                <a:pos x="13872" y="83590"/>
              </a:cxn>
              <a:cxn ang="0">
                <a:pos x="41615" y="90556"/>
              </a:cxn>
              <a:cxn ang="0">
                <a:pos x="13872" y="41795"/>
              </a:cxn>
              <a:cxn ang="0">
                <a:pos x="20807" y="6966"/>
              </a:cxn>
              <a:cxn ang="0">
                <a:pos x="145652" y="76624"/>
              </a:cxn>
              <a:cxn ang="0">
                <a:pos x="145652" y="62692"/>
              </a:cxn>
              <a:cxn ang="0">
                <a:pos x="208074" y="0"/>
              </a:cxn>
              <a:cxn ang="0">
                <a:pos x="249688" y="20897"/>
              </a:cxn>
              <a:cxn ang="0">
                <a:pos x="284367" y="6966"/>
              </a:cxn>
              <a:cxn ang="0">
                <a:pos x="263560" y="34829"/>
              </a:cxn>
              <a:cxn ang="0">
                <a:pos x="298239" y="27863"/>
              </a:cxn>
              <a:cxn ang="0">
                <a:pos x="263560" y="55727"/>
              </a:cxn>
            </a:cxnLst>
            <a:rect l="0" t="0" r="0" b="0"/>
            <a:pathLst>
              <a:path w="43" h="34">
                <a:moveTo>
                  <a:pt x="38" y="8"/>
                </a:moveTo>
                <a:cubicBezTo>
                  <a:pt x="38" y="9"/>
                  <a:pt x="38" y="9"/>
                  <a:pt x="38" y="10"/>
                </a:cubicBezTo>
                <a:cubicBezTo>
                  <a:pt x="38" y="21"/>
                  <a:pt x="30" y="34"/>
                  <a:pt x="14" y="34"/>
                </a:cubicBezTo>
                <a:cubicBezTo>
                  <a:pt x="9" y="34"/>
                  <a:pt x="4" y="33"/>
                  <a:pt x="0" y="30"/>
                </a:cubicBezTo>
                <a:cubicBezTo>
                  <a:pt x="1" y="30"/>
                  <a:pt x="2" y="30"/>
                  <a:pt x="3" y="30"/>
                </a:cubicBezTo>
                <a:cubicBezTo>
                  <a:pt x="7" y="30"/>
                  <a:pt x="10" y="29"/>
                  <a:pt x="13" y="27"/>
                </a:cubicBezTo>
                <a:cubicBezTo>
                  <a:pt x="9" y="27"/>
                  <a:pt x="6" y="24"/>
                  <a:pt x="5" y="21"/>
                </a:cubicBezTo>
                <a:cubicBezTo>
                  <a:pt x="6" y="21"/>
                  <a:pt x="6" y="21"/>
                  <a:pt x="7" y="21"/>
                </a:cubicBezTo>
                <a:cubicBezTo>
                  <a:pt x="8" y="21"/>
                  <a:pt x="8" y="21"/>
                  <a:pt x="9" y="21"/>
                </a:cubicBezTo>
                <a:cubicBezTo>
                  <a:pt x="5" y="20"/>
                  <a:pt x="2" y="16"/>
                  <a:pt x="2" y="12"/>
                </a:cubicBezTo>
                <a:cubicBezTo>
                  <a:pt x="2" y="12"/>
                  <a:pt x="2" y="12"/>
                  <a:pt x="2" y="12"/>
                </a:cubicBezTo>
                <a:cubicBezTo>
                  <a:pt x="3" y="13"/>
                  <a:pt x="5" y="13"/>
                  <a:pt x="6" y="13"/>
                </a:cubicBezTo>
                <a:cubicBezTo>
                  <a:pt x="4" y="12"/>
                  <a:pt x="2" y="9"/>
                  <a:pt x="2" y="6"/>
                </a:cubicBezTo>
                <a:cubicBezTo>
                  <a:pt x="2" y="4"/>
                  <a:pt x="3" y="3"/>
                  <a:pt x="3" y="1"/>
                </a:cubicBezTo>
                <a:cubicBezTo>
                  <a:pt x="8" y="7"/>
                  <a:pt x="14" y="10"/>
                  <a:pt x="21" y="11"/>
                </a:cubicBezTo>
                <a:cubicBezTo>
                  <a:pt x="21" y="10"/>
                  <a:pt x="21" y="9"/>
                  <a:pt x="21" y="9"/>
                </a:cubicBezTo>
                <a:cubicBezTo>
                  <a:pt x="21" y="4"/>
                  <a:pt x="25" y="0"/>
                  <a:pt x="30" y="0"/>
                </a:cubicBezTo>
                <a:cubicBezTo>
                  <a:pt x="32" y="0"/>
                  <a:pt x="34" y="1"/>
                  <a:pt x="36" y="3"/>
                </a:cubicBezTo>
                <a:cubicBezTo>
                  <a:pt x="38" y="2"/>
                  <a:pt x="40" y="2"/>
                  <a:pt x="41" y="1"/>
                </a:cubicBezTo>
                <a:cubicBezTo>
                  <a:pt x="41" y="3"/>
                  <a:pt x="39" y="4"/>
                  <a:pt x="38" y="5"/>
                </a:cubicBezTo>
                <a:cubicBezTo>
                  <a:pt x="39" y="5"/>
                  <a:pt x="41" y="5"/>
                  <a:pt x="43" y="4"/>
                </a:cubicBezTo>
                <a:cubicBezTo>
                  <a:pt x="41" y="6"/>
                  <a:pt x="40" y="7"/>
                  <a:pt x="38" y="8"/>
                </a:cubicBezTo>
                <a:close/>
              </a:path>
            </a:pathLst>
          </a:custGeom>
          <a:solidFill>
            <a:schemeClr val="tx1">
              <a:lumMod val="95000"/>
              <a:lumOff val="5000"/>
            </a:schemeClr>
          </a:solidFill>
          <a:ln w="9525">
            <a:noFill/>
          </a:ln>
        </p:spPr>
        <p:txBody>
          <a:bodyPr/>
          <a:lstStyle/>
          <a:p>
            <a:endParaRPr lang="zh-CN" altLang="en-US">
              <a:solidFill>
                <a:srgbClr val="D9C77F"/>
              </a:solidFill>
            </a:endParaRPr>
          </a:p>
        </p:txBody>
      </p:sp>
      <p:sp>
        <p:nvSpPr>
          <p:cNvPr id="24" name="Diamond 23"/>
          <p:cNvSpPr/>
          <p:nvPr/>
        </p:nvSpPr>
        <p:spPr>
          <a:xfrm>
            <a:off x="11502390" y="6264275"/>
            <a:ext cx="614680" cy="51435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Rounded Rectangle 1"/>
          <p:cNvSpPr/>
          <p:nvPr/>
        </p:nvSpPr>
        <p:spPr>
          <a:xfrm>
            <a:off x="6299200" y="1234440"/>
            <a:ext cx="5772785" cy="5081270"/>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p:cNvGrpSpPr/>
          <p:nvPr/>
        </p:nvGrpSpPr>
        <p:grpSpPr>
          <a:xfrm>
            <a:off x="178435" y="121920"/>
            <a:ext cx="5219065" cy="917575"/>
            <a:chOff x="281" y="192"/>
            <a:chExt cx="8219" cy="1445"/>
          </a:xfrm>
        </p:grpSpPr>
        <p:sp>
          <p:nvSpPr>
            <p:cNvPr id="9" name="文本框 8"/>
            <p:cNvSpPr txBox="1"/>
            <p:nvPr/>
          </p:nvSpPr>
          <p:spPr>
            <a:xfrm>
              <a:off x="281" y="192"/>
              <a:ext cx="8219" cy="1113"/>
            </a:xfrm>
            <a:prstGeom prst="rect">
              <a:avLst/>
            </a:prstGeom>
            <a:noFill/>
          </p:spPr>
          <p:txBody>
            <a:bodyPr wrap="square" rtlCol="0">
              <a:spAutoFit/>
            </a:bodyPr>
            <a:lstStyle/>
            <a:p>
              <a:r>
                <a:rPr lang="en-US" altLang="zh-CN" sz="4000" b="1" spc="100">
                  <a:solidFill>
                    <a:schemeClr val="bg2">
                      <a:lumMod val="25000"/>
                    </a:schemeClr>
                  </a:solidFill>
                  <a:latin typeface="Times New Roman" panose="02020603050405020304" pitchFamily="18" charset="0"/>
                  <a:cs typeface="Times New Roman" panose="02020603050405020304" pitchFamily="18" charset="0"/>
                  <a:sym typeface="+mn-lt"/>
                </a:rPr>
                <a:t>Về đạo đức khoa học:</a:t>
              </a:r>
            </a:p>
          </p:txBody>
        </p:sp>
        <p:cxnSp>
          <p:nvCxnSpPr>
            <p:cNvPr id="10" name="直接连接符 9"/>
            <p:cNvCxnSpPr/>
            <p:nvPr/>
          </p:nvCxnSpPr>
          <p:spPr>
            <a:xfrm flipH="1">
              <a:off x="664" y="1511"/>
              <a:ext cx="4962" cy="0"/>
            </a:xfrm>
            <a:prstGeom prst="line">
              <a:avLst/>
            </a:prstGeom>
            <a:ln>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矩形 10"/>
            <p:cNvSpPr/>
            <p:nvPr/>
          </p:nvSpPr>
          <p:spPr>
            <a:xfrm>
              <a:off x="664" y="1484"/>
              <a:ext cx="2583" cy="1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2">
                    <a:lumMod val="25000"/>
                  </a:schemeClr>
                </a:solidFill>
                <a:cs typeface="+mn-ea"/>
                <a:sym typeface="+mn-lt"/>
              </a:endParaRPr>
            </a:p>
          </p:txBody>
        </p:sp>
      </p:grpSp>
      <p:pic>
        <p:nvPicPr>
          <p:cNvPr id="7" name="Picture 6" descr="C:\Users\PC\Downloads\phim-tat-copy-paste-de-sao-chep-van-ban-file-thu-muc_094338102.jpgphim-tat-copy-paste-de-sao-chep-van-ban-file-thu-muc_094338102"/>
          <p:cNvPicPr>
            <a:picLocks noChangeAspect="1"/>
          </p:cNvPicPr>
          <p:nvPr/>
        </p:nvPicPr>
        <p:blipFill>
          <a:blip r:embed="rId3"/>
          <a:srcRect/>
          <a:stretch>
            <a:fillRect/>
          </a:stretch>
        </p:blipFill>
        <p:spPr>
          <a:xfrm>
            <a:off x="6697980" y="1834515"/>
            <a:ext cx="4985385" cy="3872865"/>
          </a:xfrm>
          <a:prstGeom prst="roundRect">
            <a:avLst/>
          </a:prstGeom>
        </p:spPr>
      </p:pic>
      <p:sp>
        <p:nvSpPr>
          <p:cNvPr id="4" name="TextBox 4"/>
          <p:cNvSpPr txBox="1"/>
          <p:nvPr/>
        </p:nvSpPr>
        <p:spPr>
          <a:xfrm>
            <a:off x="1239520" y="3444875"/>
            <a:ext cx="4886325" cy="1822450"/>
          </a:xfrm>
          <a:prstGeom prst="rect">
            <a:avLst/>
          </a:prstGeom>
          <a:noFill/>
          <a:ln w="12700">
            <a:solidFill>
              <a:srgbClr val="1A8E8B"/>
            </a:solidFill>
            <a:prstDash val="dash"/>
          </a:ln>
        </p:spPr>
        <p:txBody>
          <a:bodyPr wrap="square" rtlCol="0">
            <a:spAutoFit/>
          </a:bodyPr>
          <a:lstStyle/>
          <a:p>
            <a:pPr marL="171450" indent="-171450" defTabSz="685800">
              <a:lnSpc>
                <a:spcPct val="150000"/>
              </a:lnSpc>
              <a:buFont typeface="Arial" panose="020B0604020202020204" pitchFamily="34" charset="0"/>
              <a:buChar char="•"/>
              <a:defRPr/>
            </a:pPr>
            <a:r>
              <a:rPr lang="en-US" sz="25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Trích dẫn đầy đủ về tên tác giả, tên tài liệu tham khảo,... theo quy định về mặt học thuật. </a:t>
            </a:r>
          </a:p>
        </p:txBody>
      </p:sp>
      <p:sp>
        <p:nvSpPr>
          <p:cNvPr id="5" name="TextBox 4"/>
          <p:cNvSpPr txBox="1"/>
          <p:nvPr/>
        </p:nvSpPr>
        <p:spPr>
          <a:xfrm>
            <a:off x="515620" y="1816735"/>
            <a:ext cx="5610225" cy="1245235"/>
          </a:xfrm>
          <a:prstGeom prst="rect">
            <a:avLst/>
          </a:prstGeom>
          <a:noFill/>
          <a:ln w="12700">
            <a:solidFill>
              <a:srgbClr val="1A8E8B"/>
            </a:solidFill>
            <a:prstDash val="dash"/>
          </a:ln>
        </p:spPr>
        <p:txBody>
          <a:bodyPr wrap="square" rtlCol="0">
            <a:spAutoFit/>
          </a:bodyPr>
          <a:lstStyle/>
          <a:p>
            <a:pPr marL="171450" indent="-171450" defTabSz="685800">
              <a:lnSpc>
                <a:spcPct val="150000"/>
              </a:lnSpc>
              <a:buFont typeface="Arial" panose="020B0604020202020204" pitchFamily="34" charset="0"/>
              <a:buChar char="•"/>
              <a:defRPr/>
            </a:pPr>
            <a:r>
              <a:rPr lang="en-US" sz="25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Trong khi viết bài, sinh viên có thể tham khảo tài liệu từ nhiều nguồn khác nhau</a:t>
            </a:r>
          </a:p>
        </p:txBody>
      </p:sp>
      <p:sp>
        <p:nvSpPr>
          <p:cNvPr id="6" name="Striped Right Arrow 5"/>
          <p:cNvSpPr/>
          <p:nvPr/>
        </p:nvSpPr>
        <p:spPr>
          <a:xfrm>
            <a:off x="564515" y="5796280"/>
            <a:ext cx="622935" cy="508000"/>
          </a:xfrm>
          <a:prstGeom prst="striped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Box 7"/>
          <p:cNvSpPr txBox="1"/>
          <p:nvPr/>
        </p:nvSpPr>
        <p:spPr>
          <a:xfrm>
            <a:off x="1291590" y="5796280"/>
            <a:ext cx="4520565" cy="860425"/>
          </a:xfrm>
          <a:prstGeom prst="rect">
            <a:avLst/>
          </a:prstGeom>
          <a:noFill/>
        </p:spPr>
        <p:txBody>
          <a:bodyPr wrap="square" rtlCol="0">
            <a:spAutoFit/>
          </a:bodyPr>
          <a:lstStyle/>
          <a:p>
            <a:pPr algn="ctr"/>
            <a:r>
              <a:rPr lang="en-US" sz="2500" dirty="0">
                <a:effectLst/>
                <a:latin typeface="Times New Roman" panose="02020603050405020304" pitchFamily="18" charset="0"/>
                <a:cs typeface="Times New Roman" panose="02020603050405020304" pitchFamily="18" charset="0"/>
                <a:sym typeface="+mn-ea"/>
              </a:rPr>
              <a:t>Nghiêm cấm sinh viên chép bài của người khác. </a:t>
            </a:r>
            <a:endParaRPr lang="en-US" sz="2500" i="1">
              <a:effectLst/>
              <a:latin typeface="Times New Roman" panose="02020603050405020304" pitchFamily="18" charset="0"/>
              <a:cs typeface="Times New Roman" panose="02020603050405020304" pitchFamily="18" charset="0"/>
            </a:endParaRPr>
          </a:p>
        </p:txBody>
      </p:sp>
      <p:sp>
        <p:nvSpPr>
          <p:cNvPr id="25" name="Diamond 24"/>
          <p:cNvSpPr/>
          <p:nvPr/>
        </p:nvSpPr>
        <p:spPr>
          <a:xfrm>
            <a:off x="11502390" y="6264275"/>
            <a:ext cx="614680" cy="51435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9</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a:xfrm>
          <a:off x="0" y="0"/>
          <a:ext cx="0" cy="0"/>
          <a:chOff x="0" y="0"/>
          <a:chExt cx="0" cy="0"/>
        </a:xfrm>
      </p:grpSpPr>
      <p:sp>
        <p:nvSpPr>
          <p:cNvPr id="124" name="Text Box 123"/>
          <p:cNvSpPr txBox="1"/>
          <p:nvPr/>
        </p:nvSpPr>
        <p:spPr>
          <a:xfrm>
            <a:off x="8976360" y="2060575"/>
            <a:ext cx="2781935" cy="1168400"/>
          </a:xfrm>
          <a:prstGeom prst="rect">
            <a:avLst/>
          </a:prstGeom>
          <a:noFill/>
        </p:spPr>
        <p:txBody>
          <a:bodyPr wrap="square" rtlCol="0">
            <a:spAutoFit/>
          </a:bodyPr>
          <a:lstStyle/>
          <a:p>
            <a:pPr algn="ctr"/>
            <a:r>
              <a:rPr lang="vi-VN" altLang="en-US" sz="3500" b="1">
                <a:solidFill>
                  <a:schemeClr val="accent6"/>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Kiến thức cơ bản</a:t>
            </a:r>
          </a:p>
        </p:txBody>
      </p:sp>
      <p:sp>
        <p:nvSpPr>
          <p:cNvPr id="125" name="Text Box 124"/>
          <p:cNvSpPr txBox="1"/>
          <p:nvPr/>
        </p:nvSpPr>
        <p:spPr>
          <a:xfrm>
            <a:off x="344805" y="4250690"/>
            <a:ext cx="3663315" cy="1168400"/>
          </a:xfrm>
          <a:prstGeom prst="rect">
            <a:avLst/>
          </a:prstGeom>
          <a:noFill/>
        </p:spPr>
        <p:txBody>
          <a:bodyPr wrap="square" rtlCol="0">
            <a:spAutoFit/>
          </a:bodyPr>
          <a:lstStyle/>
          <a:p>
            <a:pPr algn="ctr"/>
            <a:r>
              <a:rPr lang="vi-VN" altLang="en-US" sz="3500" b="1">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Kiến thức vận dụng</a:t>
            </a:r>
          </a:p>
        </p:txBody>
      </p:sp>
      <p:sp>
        <p:nvSpPr>
          <p:cNvPr id="126" name="Text Box 125"/>
          <p:cNvSpPr txBox="1"/>
          <p:nvPr/>
        </p:nvSpPr>
        <p:spPr>
          <a:xfrm>
            <a:off x="9157335" y="4519930"/>
            <a:ext cx="2600960" cy="629920"/>
          </a:xfrm>
          <a:prstGeom prst="rect">
            <a:avLst/>
          </a:prstGeom>
          <a:noFill/>
        </p:spPr>
        <p:txBody>
          <a:bodyPr wrap="square" rtlCol="0">
            <a:spAutoFit/>
          </a:bodyPr>
          <a:lstStyle/>
          <a:p>
            <a:r>
              <a:rPr lang="vi-VN" altLang="en-US" sz="3500" b="1">
                <a:solidFill>
                  <a:srgbClr val="FFC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Kết luận</a:t>
            </a:r>
          </a:p>
        </p:txBody>
      </p:sp>
      <p:sp>
        <p:nvSpPr>
          <p:cNvPr id="127" name="Text Box 126"/>
          <p:cNvSpPr txBox="1"/>
          <p:nvPr/>
        </p:nvSpPr>
        <p:spPr>
          <a:xfrm>
            <a:off x="280670" y="2060575"/>
            <a:ext cx="3791585" cy="1168400"/>
          </a:xfrm>
          <a:prstGeom prst="rect">
            <a:avLst/>
          </a:prstGeom>
          <a:noFill/>
        </p:spPr>
        <p:txBody>
          <a:bodyPr wrap="square" rtlCol="0">
            <a:spAutoFit/>
          </a:bodyPr>
          <a:lstStyle/>
          <a:p>
            <a:pPr algn="ctr"/>
            <a:r>
              <a:rPr lang="vi-VN" altLang="en-US" sz="3500" b="1">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Mở đầu, Mục tiêu nghiên cứu </a:t>
            </a:r>
          </a:p>
        </p:txBody>
      </p:sp>
      <p:grpSp>
        <p:nvGrpSpPr>
          <p:cNvPr id="139" name="Group 138"/>
          <p:cNvGrpSpPr/>
          <p:nvPr/>
        </p:nvGrpSpPr>
        <p:grpSpPr>
          <a:xfrm>
            <a:off x="3539178" y="993140"/>
            <a:ext cx="5112739" cy="5608955"/>
            <a:chOff x="5434" y="1439"/>
            <a:chExt cx="8052" cy="8833"/>
          </a:xfrm>
        </p:grpSpPr>
        <p:sp>
          <p:nvSpPr>
            <p:cNvPr id="129" name="PA-椭圆 2"/>
            <p:cNvSpPr/>
            <p:nvPr>
              <p:custDataLst>
                <p:tags r:id="rId1"/>
              </p:custDataLst>
            </p:nvPr>
          </p:nvSpPr>
          <p:spPr>
            <a:xfrm>
              <a:off x="5434" y="3635"/>
              <a:ext cx="8052" cy="4001"/>
            </a:xfrm>
            <a:prstGeom prst="ellipse">
              <a:avLst/>
            </a:prstGeom>
            <a:noFill/>
            <a:ln w="19050" cap="rnd">
              <a:solidFill>
                <a:schemeClr val="tx1">
                  <a:lumMod val="65000"/>
                  <a:lumOff val="3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3500">
                <a:solidFill>
                  <a:schemeClr val="tx1">
                    <a:lumMod val="65000"/>
                    <a:lumOff val="35000"/>
                  </a:schemeClr>
                </a:solidFill>
                <a:latin typeface="Times New Roman" panose="02020603050405020304" pitchFamily="18" charset="0"/>
                <a:ea typeface="思源黑体 CN Light" panose="020B0300000000000000" pitchFamily="34" charset="-122"/>
                <a:cs typeface="Times New Roman" panose="02020603050405020304" pitchFamily="18" charset="0"/>
              </a:endParaRPr>
            </a:p>
          </p:txBody>
        </p:sp>
        <p:sp>
          <p:nvSpPr>
            <p:cNvPr id="130" name="PA-椭圆 3"/>
            <p:cNvSpPr/>
            <p:nvPr>
              <p:custDataLst>
                <p:tags r:id="rId2"/>
              </p:custDataLst>
            </p:nvPr>
          </p:nvSpPr>
          <p:spPr>
            <a:xfrm rot="5400000">
              <a:off x="5243" y="4032"/>
              <a:ext cx="8833" cy="3647"/>
            </a:xfrm>
            <a:prstGeom prst="ellipse">
              <a:avLst/>
            </a:prstGeom>
            <a:noFill/>
            <a:ln w="19050" cap="rnd">
              <a:solidFill>
                <a:schemeClr val="tx1">
                  <a:lumMod val="65000"/>
                  <a:lumOff val="3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sz="3500">
                <a:solidFill>
                  <a:schemeClr val="tx1">
                    <a:lumMod val="65000"/>
                    <a:lumOff val="35000"/>
                  </a:schemeClr>
                </a:solidFill>
                <a:latin typeface="Times New Roman" panose="02020603050405020304" pitchFamily="18" charset="0"/>
                <a:ea typeface="思源黑体 CN Light" panose="020B0300000000000000" pitchFamily="34" charset="-122"/>
                <a:cs typeface="Times New Roman" panose="02020603050405020304" pitchFamily="18" charset="0"/>
              </a:endParaRPr>
            </a:p>
          </p:txBody>
        </p:sp>
        <p:sp>
          <p:nvSpPr>
            <p:cNvPr id="131" name="PA-椭圆 4"/>
            <p:cNvSpPr/>
            <p:nvPr>
              <p:custDataLst>
                <p:tags r:id="rId3"/>
              </p:custDataLst>
            </p:nvPr>
          </p:nvSpPr>
          <p:spPr>
            <a:xfrm>
              <a:off x="6510" y="2057"/>
              <a:ext cx="2781" cy="305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lang="zh-CN" altLang="en-US" sz="3500">
                <a:solidFill>
                  <a:schemeClr val="tx1">
                    <a:lumMod val="65000"/>
                    <a:lumOff val="35000"/>
                  </a:schemeClr>
                </a:solidFill>
                <a:latin typeface="Times New Roman" panose="02020603050405020304" pitchFamily="18" charset="0"/>
                <a:ea typeface="思源黑体 CN Light" panose="020B0300000000000000" pitchFamily="34" charset="-122"/>
                <a:cs typeface="Times New Roman" panose="02020603050405020304" pitchFamily="18" charset="0"/>
              </a:endParaRPr>
            </a:p>
          </p:txBody>
        </p:sp>
        <p:sp>
          <p:nvSpPr>
            <p:cNvPr id="132" name="PA-椭圆 5"/>
            <p:cNvSpPr/>
            <p:nvPr>
              <p:custDataLst>
                <p:tags r:id="rId4"/>
              </p:custDataLst>
            </p:nvPr>
          </p:nvSpPr>
          <p:spPr>
            <a:xfrm>
              <a:off x="10086" y="2057"/>
              <a:ext cx="2781" cy="3051"/>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lang="zh-CN" altLang="en-US" sz="3500" b="1">
                <a:solidFill>
                  <a:schemeClr val="tx1">
                    <a:lumMod val="65000"/>
                    <a:lumOff val="35000"/>
                  </a:schemeClr>
                </a:solidFill>
                <a:latin typeface="Times New Roman" panose="02020603050405020304" pitchFamily="18" charset="0"/>
                <a:ea typeface="思源黑体 CN Light" panose="020B0300000000000000" pitchFamily="34" charset="-122"/>
                <a:cs typeface="Times New Roman" panose="02020603050405020304" pitchFamily="18" charset="0"/>
              </a:endParaRPr>
            </a:p>
          </p:txBody>
        </p:sp>
        <p:sp>
          <p:nvSpPr>
            <p:cNvPr id="133" name="PA-椭圆 6"/>
            <p:cNvSpPr/>
            <p:nvPr>
              <p:custDataLst>
                <p:tags r:id="rId5"/>
              </p:custDataLst>
            </p:nvPr>
          </p:nvSpPr>
          <p:spPr>
            <a:xfrm>
              <a:off x="10086" y="5427"/>
              <a:ext cx="2781" cy="3051"/>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lang="zh-CN" altLang="en-US" sz="3500" b="1">
                <a:solidFill>
                  <a:schemeClr val="tx1">
                    <a:lumMod val="65000"/>
                    <a:lumOff val="35000"/>
                  </a:schemeClr>
                </a:solidFill>
                <a:latin typeface="Times New Roman" panose="02020603050405020304" pitchFamily="18" charset="0"/>
                <a:ea typeface="思源黑体 CN Light" panose="020B0300000000000000" pitchFamily="34" charset="-122"/>
                <a:cs typeface="Times New Roman" panose="02020603050405020304" pitchFamily="18" charset="0"/>
              </a:endParaRPr>
            </a:p>
          </p:txBody>
        </p:sp>
        <p:sp>
          <p:nvSpPr>
            <p:cNvPr id="134" name="PA-椭圆 7"/>
            <p:cNvSpPr/>
            <p:nvPr>
              <p:custDataLst>
                <p:tags r:id="rId6"/>
              </p:custDataLst>
            </p:nvPr>
          </p:nvSpPr>
          <p:spPr>
            <a:xfrm>
              <a:off x="6510" y="5427"/>
              <a:ext cx="2781" cy="3051"/>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lang="zh-CN" altLang="en-US" sz="3500">
                <a:solidFill>
                  <a:schemeClr val="tx1">
                    <a:lumMod val="65000"/>
                    <a:lumOff val="35000"/>
                  </a:schemeClr>
                </a:solidFill>
                <a:latin typeface="Times New Roman" panose="02020603050405020304" pitchFamily="18" charset="0"/>
                <a:ea typeface="思源黑体 CN Light" panose="020B0300000000000000" pitchFamily="34" charset="-122"/>
                <a:cs typeface="Times New Roman" panose="02020603050405020304" pitchFamily="18" charset="0"/>
              </a:endParaRPr>
            </a:p>
          </p:txBody>
        </p:sp>
        <p:sp>
          <p:nvSpPr>
            <p:cNvPr id="135" name="PA-文本框 8"/>
            <p:cNvSpPr txBox="1"/>
            <p:nvPr>
              <p:custDataLst>
                <p:tags r:id="rId7"/>
              </p:custDataLst>
            </p:nvPr>
          </p:nvSpPr>
          <p:spPr>
            <a:xfrm>
              <a:off x="6933" y="2853"/>
              <a:ext cx="1936" cy="1355"/>
            </a:xfrm>
            <a:prstGeom prst="rect">
              <a:avLst/>
            </a:prstGeom>
            <a:noFill/>
          </p:spPr>
          <p:txBody>
            <a:bodyPr wrap="square" rtlCol="0">
              <a:spAutoFit/>
            </a:bodyPr>
            <a:lstStyle/>
            <a:p>
              <a:pPr algn="ctr"/>
              <a:r>
                <a:rPr lang="en-US" altLang="vi-VN" sz="5000" b="1" dirty="0">
                  <a:solidFill>
                    <a:schemeClr val="bg1"/>
                  </a:solidFill>
                  <a:latin typeface="Times New Roman" panose="02020603050405020304" pitchFamily="18" charset="0"/>
                  <a:ea typeface="思源黑体 CN Light" panose="020B0300000000000000" pitchFamily="34" charset="-122"/>
                  <a:cs typeface="Times New Roman" panose="02020603050405020304" pitchFamily="18" charset="0"/>
                  <a:sym typeface="Arial" panose="020B0604020202020204"/>
                </a:rPr>
                <a:t>1</a:t>
              </a:r>
            </a:p>
          </p:txBody>
        </p:sp>
        <p:sp>
          <p:nvSpPr>
            <p:cNvPr id="136" name="PA-文本框 9"/>
            <p:cNvSpPr txBox="1"/>
            <p:nvPr>
              <p:custDataLst>
                <p:tags r:id="rId8"/>
              </p:custDataLst>
            </p:nvPr>
          </p:nvSpPr>
          <p:spPr>
            <a:xfrm>
              <a:off x="10508" y="2853"/>
              <a:ext cx="1936" cy="1355"/>
            </a:xfrm>
            <a:prstGeom prst="rect">
              <a:avLst/>
            </a:prstGeom>
            <a:noFill/>
          </p:spPr>
          <p:txBody>
            <a:bodyPr wrap="square" rtlCol="0">
              <a:spAutoFit/>
            </a:bodyPr>
            <a:lstStyle/>
            <a:p>
              <a:pPr algn="ctr"/>
              <a:r>
                <a:rPr lang="en-US" altLang="vi-VN" sz="5000" b="1" dirty="0">
                  <a:solidFill>
                    <a:schemeClr val="bg1"/>
                  </a:solidFill>
                  <a:latin typeface="Times New Roman" panose="02020603050405020304" pitchFamily="18" charset="0"/>
                  <a:ea typeface="思源黑体 CN Light" panose="020B0300000000000000" pitchFamily="34" charset="-122"/>
                  <a:cs typeface="Times New Roman" panose="02020603050405020304" pitchFamily="18" charset="0"/>
                  <a:sym typeface="Arial" panose="020B0604020202020204"/>
                </a:rPr>
                <a:t>2</a:t>
              </a:r>
            </a:p>
          </p:txBody>
        </p:sp>
        <p:sp>
          <p:nvSpPr>
            <p:cNvPr id="137" name="PA-文本框 10"/>
            <p:cNvSpPr txBox="1"/>
            <p:nvPr>
              <p:custDataLst>
                <p:tags r:id="rId9"/>
              </p:custDataLst>
            </p:nvPr>
          </p:nvSpPr>
          <p:spPr>
            <a:xfrm>
              <a:off x="6933" y="6253"/>
              <a:ext cx="1936" cy="1355"/>
            </a:xfrm>
            <a:prstGeom prst="rect">
              <a:avLst/>
            </a:prstGeom>
            <a:noFill/>
          </p:spPr>
          <p:txBody>
            <a:bodyPr wrap="square" rtlCol="0">
              <a:spAutoFit/>
            </a:bodyPr>
            <a:lstStyle/>
            <a:p>
              <a:pPr algn="ctr"/>
              <a:r>
                <a:rPr lang="en-US" altLang="vi-VN" sz="5000" b="1" dirty="0">
                  <a:solidFill>
                    <a:schemeClr val="bg1"/>
                  </a:solidFill>
                  <a:latin typeface="Times New Roman" panose="02020603050405020304" pitchFamily="18" charset="0"/>
                  <a:ea typeface="思源黑体 CN Light" panose="020B0300000000000000" pitchFamily="34" charset="-122"/>
                  <a:cs typeface="Times New Roman" panose="02020603050405020304" pitchFamily="18" charset="0"/>
                  <a:sym typeface="Arial" panose="020B0604020202020204"/>
                </a:rPr>
                <a:t>4</a:t>
              </a:r>
            </a:p>
          </p:txBody>
        </p:sp>
        <p:sp>
          <p:nvSpPr>
            <p:cNvPr id="138" name="PA-文本框 11"/>
            <p:cNvSpPr txBox="1"/>
            <p:nvPr>
              <p:custDataLst>
                <p:tags r:id="rId10"/>
              </p:custDataLst>
            </p:nvPr>
          </p:nvSpPr>
          <p:spPr>
            <a:xfrm>
              <a:off x="10508" y="6253"/>
              <a:ext cx="1936" cy="1355"/>
            </a:xfrm>
            <a:prstGeom prst="rect">
              <a:avLst/>
            </a:prstGeom>
            <a:noFill/>
          </p:spPr>
          <p:txBody>
            <a:bodyPr wrap="square" rtlCol="0">
              <a:spAutoFit/>
            </a:bodyPr>
            <a:lstStyle/>
            <a:p>
              <a:pPr algn="ctr"/>
              <a:r>
                <a:rPr lang="en-US" altLang="vi-VN" sz="5000" b="1" dirty="0">
                  <a:solidFill>
                    <a:schemeClr val="bg1"/>
                  </a:solidFill>
                  <a:latin typeface="Times New Roman" panose="02020603050405020304" pitchFamily="18" charset="0"/>
                  <a:ea typeface="思源黑体 CN Light" panose="020B0300000000000000" pitchFamily="34" charset="-122"/>
                  <a:cs typeface="Times New Roman" panose="02020603050405020304" pitchFamily="18" charset="0"/>
                  <a:sym typeface="Arial" panose="020B0604020202020204"/>
                </a:rPr>
                <a:t>3</a:t>
              </a:r>
            </a:p>
          </p:txBody>
        </p:sp>
      </p:grpSp>
      <p:sp>
        <p:nvSpPr>
          <p:cNvPr id="11" name="文本框 8"/>
          <p:cNvSpPr txBox="1"/>
          <p:nvPr/>
        </p:nvSpPr>
        <p:spPr>
          <a:xfrm>
            <a:off x="178435" y="121920"/>
            <a:ext cx="6582410" cy="706755"/>
          </a:xfrm>
          <a:prstGeom prst="rect">
            <a:avLst/>
          </a:prstGeom>
          <a:noFill/>
        </p:spPr>
        <p:txBody>
          <a:bodyPr wrap="square" rtlCol="0">
            <a:spAutoFit/>
          </a:bodyPr>
          <a:lstStyle/>
          <a:p>
            <a:r>
              <a:rPr lang="en-US" altLang="zh-CN" sz="4000" b="1" spc="100">
                <a:solidFill>
                  <a:schemeClr val="bg2">
                    <a:lumMod val="25000"/>
                  </a:schemeClr>
                </a:solidFill>
                <a:latin typeface="Times New Roman" panose="02020603050405020304" pitchFamily="18" charset="0"/>
                <a:cs typeface="Times New Roman" panose="02020603050405020304" pitchFamily="18" charset="0"/>
                <a:sym typeface="+mn-lt"/>
              </a:rPr>
              <a:t>Kết cấu của bài tiểu luận</a:t>
            </a:r>
          </a:p>
        </p:txBody>
      </p:sp>
      <p:cxnSp>
        <p:nvCxnSpPr>
          <p:cNvPr id="12" name="直接连接符 9"/>
          <p:cNvCxnSpPr/>
          <p:nvPr/>
        </p:nvCxnSpPr>
        <p:spPr>
          <a:xfrm flipH="1">
            <a:off x="421640" y="959485"/>
            <a:ext cx="3150870" cy="0"/>
          </a:xfrm>
          <a:prstGeom prst="line">
            <a:avLst/>
          </a:prstGeom>
          <a:ln>
            <a:solidFill>
              <a:schemeClr val="bg1">
                <a:lumMod val="65000"/>
              </a:schemeClr>
            </a:solidFill>
            <a:prstDash val="solid"/>
          </a:ln>
        </p:spPr>
        <p:style>
          <a:lnRef idx="1">
            <a:schemeClr val="accent1"/>
          </a:lnRef>
          <a:fillRef idx="0">
            <a:schemeClr val="accent1"/>
          </a:fillRef>
          <a:effectRef idx="0">
            <a:schemeClr val="accent1"/>
          </a:effectRef>
          <a:fontRef idx="minor">
            <a:schemeClr val="tx1"/>
          </a:fontRef>
        </p:style>
      </p:cxnSp>
      <p:sp>
        <p:nvSpPr>
          <p:cNvPr id="13" name="矩形 10"/>
          <p:cNvSpPr/>
          <p:nvPr/>
        </p:nvSpPr>
        <p:spPr>
          <a:xfrm>
            <a:off x="421640" y="942340"/>
            <a:ext cx="1640205" cy="97155"/>
          </a:xfrm>
          <a:prstGeom prst="rect">
            <a:avLst/>
          </a:prstGeom>
          <a:gradFill>
            <a:gsLst>
              <a:gs pos="0">
                <a:srgbClr val="9EE256"/>
              </a:gs>
              <a:gs pos="100000">
                <a:srgbClr val="52762D"/>
              </a:gs>
            </a:gsLst>
            <a:lin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bg2">
                  <a:lumMod val="25000"/>
                </a:schemeClr>
              </a:solidFill>
              <a:cs typeface="+mn-ea"/>
              <a:sym typeface="+mn-lt"/>
            </a:endParaRPr>
          </a:p>
        </p:txBody>
      </p:sp>
      <p:sp>
        <p:nvSpPr>
          <p:cNvPr id="32" name="Diamond 31"/>
          <p:cNvSpPr/>
          <p:nvPr/>
        </p:nvSpPr>
        <p:spPr>
          <a:xfrm>
            <a:off x="11198225" y="6120765"/>
            <a:ext cx="918845" cy="65786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10</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4" name="TextBox 3"/>
          <p:cNvSpPr txBox="1"/>
          <p:nvPr/>
        </p:nvSpPr>
        <p:spPr>
          <a:xfrm>
            <a:off x="511810" y="174625"/>
            <a:ext cx="7215505" cy="860425"/>
          </a:xfrm>
          <a:prstGeom prst="rect">
            <a:avLst/>
          </a:prstGeom>
          <a:noFill/>
        </p:spPr>
        <p:txBody>
          <a:bodyPr wrap="square" rtlCol="0">
            <a:spAutoFit/>
          </a:bodyPr>
          <a:lstStyle/>
          <a:p>
            <a:r>
              <a:rPr lang="en-US" sz="5000" b="1" dirty="0">
                <a:solidFill>
                  <a:srgbClr val="1A8E8B"/>
                </a:solidFill>
                <a:latin typeface="Times New Roman" panose="02020603050405020304" pitchFamily="18" charset="0"/>
                <a:cs typeface="Times New Roman" panose="02020603050405020304" pitchFamily="18" charset="0"/>
              </a:rPr>
              <a:t>Kết cấu của bài tiểu luận</a:t>
            </a:r>
          </a:p>
        </p:txBody>
      </p:sp>
      <p:sp>
        <p:nvSpPr>
          <p:cNvPr id="5" name="TextBox 4"/>
          <p:cNvSpPr txBox="1"/>
          <p:nvPr/>
        </p:nvSpPr>
        <p:spPr>
          <a:xfrm>
            <a:off x="511810" y="1420495"/>
            <a:ext cx="9218295" cy="3784600"/>
          </a:xfrm>
          <a:prstGeom prst="rect">
            <a:avLst/>
          </a:prstGeom>
          <a:noFill/>
          <a:ln>
            <a:solidFill>
              <a:srgbClr val="1A8E8B"/>
            </a:solidFill>
            <a:prstDash val="dash"/>
          </a:ln>
        </p:spPr>
        <p:txBody>
          <a:bodyPr wrap="square" rtlCol="0">
            <a:spAutoFit/>
          </a:bodyPr>
          <a:lstStyle/>
          <a:p>
            <a:pPr marL="342900" indent="-342900">
              <a:lnSpc>
                <a:spcPct val="150000"/>
              </a:lnSpc>
              <a:buFont typeface="Wingdings" panose="05000000000000000000" charset="0"/>
              <a:buChar char="Ø"/>
            </a:pPr>
            <a:r>
              <a:rPr lang="en-US" sz="2000" b="1" dirty="0">
                <a:latin typeface="Arial" panose="020B0604020202020204" pitchFamily="34" charset="0"/>
                <a:cs typeface="Arial" panose="020B0604020202020204" pitchFamily="34" charset="0"/>
              </a:rPr>
              <a:t>Phần 1:</a:t>
            </a:r>
            <a:r>
              <a:rPr lang="en-US" sz="2000" dirty="0">
                <a:latin typeface="Arial" panose="020B0604020202020204" pitchFamily="34" charset="0"/>
                <a:cs typeface="Arial" panose="020B0604020202020204" pitchFamily="34" charset="0"/>
              </a:rPr>
              <a:t> Mở đầu, Mục tiêu nghiên cứu </a:t>
            </a:r>
          </a:p>
          <a:p>
            <a:pPr marL="342900" indent="-342900">
              <a:lnSpc>
                <a:spcPct val="150000"/>
              </a:lnSpc>
              <a:buFont typeface="Wingdings" panose="05000000000000000000" charset="0"/>
              <a:buChar char="Ø"/>
            </a:pPr>
            <a:r>
              <a:rPr lang="en-US" sz="2000" b="1" dirty="0">
                <a:latin typeface="Arial" panose="020B0604020202020204" pitchFamily="34" charset="0"/>
                <a:cs typeface="Arial" panose="020B0604020202020204" pitchFamily="34" charset="0"/>
              </a:rPr>
              <a:t>Phần 2:</a:t>
            </a:r>
            <a:r>
              <a:rPr lang="en-US" sz="2000" dirty="0">
                <a:latin typeface="Arial" panose="020B0604020202020204" pitchFamily="34" charset="0"/>
                <a:cs typeface="Arial" panose="020B0604020202020204" pitchFamily="34" charset="0"/>
              </a:rPr>
              <a:t> Kiến thức cơ bản: Với mỗi đề tài sinh viên cần phải làm rõ được các kiến thức cơ bản liên quan đến đề tài, phù hợp với học phần đã được giảng dạy. </a:t>
            </a:r>
          </a:p>
          <a:p>
            <a:pPr marL="342900" indent="-342900">
              <a:lnSpc>
                <a:spcPct val="150000"/>
              </a:lnSpc>
              <a:buFont typeface="Wingdings" panose="05000000000000000000" charset="0"/>
              <a:buChar char="Ø"/>
            </a:pPr>
            <a:r>
              <a:rPr lang="en-US" sz="2000" b="1" dirty="0">
                <a:latin typeface="Arial" panose="020B0604020202020204" pitchFamily="34" charset="0"/>
                <a:cs typeface="Arial" panose="020B0604020202020204" pitchFamily="34" charset="0"/>
              </a:rPr>
              <a:t>Phần 3: </a:t>
            </a:r>
            <a:r>
              <a:rPr lang="en-US" sz="2000" dirty="0">
                <a:latin typeface="Arial" panose="020B0604020202020204" pitchFamily="34" charset="0"/>
                <a:cs typeface="Arial" panose="020B0604020202020204" pitchFamily="34" charset="0"/>
              </a:rPr>
              <a:t>Kiến thức vận dụng: Trên cơ sở các kiến thức cơ bản đã trình bày, sinh viên cần phải vận dụng các kiến thức cơ bản đó một cách phù hợp để giải quyết các vấn đề cụ thể của thực tiễn.</a:t>
            </a:r>
          </a:p>
          <a:p>
            <a:pPr marL="342900" indent="-342900">
              <a:lnSpc>
                <a:spcPct val="150000"/>
              </a:lnSpc>
              <a:buFont typeface="Wingdings" panose="05000000000000000000" charset="0"/>
              <a:buChar char="Ø"/>
            </a:pPr>
            <a:r>
              <a:rPr lang="en-US" sz="2000" b="1" dirty="0">
                <a:latin typeface="Arial" panose="020B0604020202020204" pitchFamily="34" charset="0"/>
                <a:cs typeface="Arial" panose="020B0604020202020204" pitchFamily="34" charset="0"/>
              </a:rPr>
              <a:t>Phần 4:</a:t>
            </a:r>
            <a:r>
              <a:rPr lang="en-US" sz="2000" dirty="0">
                <a:latin typeface="Arial" panose="020B0604020202020204" pitchFamily="34" charset="0"/>
                <a:cs typeface="Arial" panose="020B0604020202020204" pitchFamily="34" charset="0"/>
              </a:rPr>
              <a:t> Kết luận: Tóm tắt lại kết quả đã được trình bày để đóng lại vấn đề. </a:t>
            </a:r>
          </a:p>
        </p:txBody>
      </p:sp>
      <p:pic>
        <p:nvPicPr>
          <p:cNvPr id="7" name="Picture Placeholder 3" descr="C:\Users\PC\Downloads\images (1).jpgimages (1)"/>
          <p:cNvPicPr>
            <a:picLocks noGrp="1" noChangeAspect="1"/>
          </p:cNvPicPr>
          <p:nvPr/>
        </p:nvPicPr>
        <p:blipFill>
          <a:blip r:embed="rId3"/>
          <a:srcRect/>
          <a:stretch>
            <a:fillRect/>
          </a:stretch>
        </p:blipFill>
        <p:spPr>
          <a:xfrm>
            <a:off x="9236710" y="4383405"/>
            <a:ext cx="2684780" cy="2386965"/>
          </a:xfrm>
          <a:custGeom>
            <a:avLst/>
            <a:gdLst>
              <a:gd name="connsiteX0" fmla="*/ 1066800 w 2133600"/>
              <a:gd name="connsiteY0" fmla="*/ 0 h 2133600"/>
              <a:gd name="connsiteX1" fmla="*/ 2133600 w 2133600"/>
              <a:gd name="connsiteY1" fmla="*/ 1066800 h 2133600"/>
              <a:gd name="connsiteX2" fmla="*/ 1066800 w 2133600"/>
              <a:gd name="connsiteY2" fmla="*/ 2133600 h 2133600"/>
              <a:gd name="connsiteX3" fmla="*/ 0 w 2133600"/>
              <a:gd name="connsiteY3" fmla="*/ 1066800 h 2133600"/>
              <a:gd name="connsiteX4" fmla="*/ 1066800 w 2133600"/>
              <a:gd name="connsiteY4" fmla="*/ 0 h 213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3600" h="2133600">
                <a:moveTo>
                  <a:pt x="1066800" y="0"/>
                </a:moveTo>
                <a:cubicBezTo>
                  <a:pt x="1655977" y="0"/>
                  <a:pt x="2133600" y="477623"/>
                  <a:pt x="2133600" y="1066800"/>
                </a:cubicBezTo>
                <a:cubicBezTo>
                  <a:pt x="2133600" y="1655977"/>
                  <a:pt x="1655977" y="2133600"/>
                  <a:pt x="1066800" y="2133600"/>
                </a:cubicBezTo>
                <a:cubicBezTo>
                  <a:pt x="477623" y="2133600"/>
                  <a:pt x="0" y="1655977"/>
                  <a:pt x="0" y="1066800"/>
                </a:cubicBezTo>
                <a:cubicBezTo>
                  <a:pt x="0" y="477623"/>
                  <a:pt x="477623" y="0"/>
                  <a:pt x="1066800" y="0"/>
                </a:cubicBezTo>
                <a:close/>
              </a:path>
            </a:pathLst>
          </a:custGeom>
          <a:solidFill>
            <a:schemeClr val="bg1">
              <a:lumMod val="95000"/>
            </a:schemeClr>
          </a:solidFill>
          <a:effectLst>
            <a:outerShdw blurRad="50800" dist="63500" dir="18900000" algn="bl" rotWithShape="0">
              <a:prstClr val="black">
                <a:alpha val="40000"/>
              </a:prstClr>
            </a:outerShdw>
          </a:effectLst>
        </p:spPr>
      </p:pic>
      <p:cxnSp>
        <p:nvCxnSpPr>
          <p:cNvPr id="14" name="Straight Connector 13"/>
          <p:cNvCxnSpPr/>
          <p:nvPr/>
        </p:nvCxnSpPr>
        <p:spPr>
          <a:xfrm>
            <a:off x="4822325" y="6054439"/>
            <a:ext cx="4396901" cy="0"/>
          </a:xfrm>
          <a:prstGeom prst="line">
            <a:avLst/>
          </a:prstGeom>
          <a:ln>
            <a:solidFill>
              <a:srgbClr val="1A8E8B"/>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V="1">
            <a:off x="7930108" y="4940695"/>
            <a:ext cx="9728" cy="1809345"/>
          </a:xfrm>
          <a:prstGeom prst="line">
            <a:avLst/>
          </a:prstGeom>
          <a:ln>
            <a:solidFill>
              <a:srgbClr val="1A8E8B"/>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2" name="Diamond 31"/>
          <p:cNvSpPr/>
          <p:nvPr/>
        </p:nvSpPr>
        <p:spPr>
          <a:xfrm>
            <a:off x="11304905" y="6120765"/>
            <a:ext cx="918845" cy="65786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11</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grpSp>
        <p:nvGrpSpPr>
          <p:cNvPr id="3" name="组合 2"/>
          <p:cNvGrpSpPr/>
          <p:nvPr/>
        </p:nvGrpSpPr>
        <p:grpSpPr>
          <a:xfrm>
            <a:off x="887491" y="1191327"/>
            <a:ext cx="1267965" cy="965017"/>
            <a:chOff x="1682840" y="2896395"/>
            <a:chExt cx="1003300" cy="763587"/>
          </a:xfrm>
          <a:solidFill>
            <a:schemeClr val="bg2">
              <a:lumMod val="25000"/>
            </a:schemeClr>
          </a:solidFill>
        </p:grpSpPr>
        <p:sp>
          <p:nvSpPr>
            <p:cNvPr id="2" name="Freeform 6"/>
            <p:cNvSpPr/>
            <p:nvPr/>
          </p:nvSpPr>
          <p:spPr bwMode="auto">
            <a:xfrm>
              <a:off x="1682840" y="2896395"/>
              <a:ext cx="965200" cy="433387"/>
            </a:xfrm>
            <a:custGeom>
              <a:avLst/>
              <a:gdLst>
                <a:gd name="T0" fmla="*/ 301 w 608"/>
                <a:gd name="T1" fmla="*/ 273 h 273"/>
                <a:gd name="T2" fmla="*/ 0 w 608"/>
                <a:gd name="T3" fmla="*/ 137 h 273"/>
                <a:gd name="T4" fmla="*/ 310 w 608"/>
                <a:gd name="T5" fmla="*/ 0 h 273"/>
                <a:gd name="T6" fmla="*/ 608 w 608"/>
                <a:gd name="T7" fmla="*/ 133 h 273"/>
                <a:gd name="T8" fmla="*/ 301 w 608"/>
                <a:gd name="T9" fmla="*/ 273 h 273"/>
              </a:gdLst>
              <a:ahLst/>
              <a:cxnLst>
                <a:cxn ang="0">
                  <a:pos x="T0" y="T1"/>
                </a:cxn>
                <a:cxn ang="0">
                  <a:pos x="T2" y="T3"/>
                </a:cxn>
                <a:cxn ang="0">
                  <a:pos x="T4" y="T5"/>
                </a:cxn>
                <a:cxn ang="0">
                  <a:pos x="T6" y="T7"/>
                </a:cxn>
                <a:cxn ang="0">
                  <a:pos x="T8" y="T9"/>
                </a:cxn>
              </a:cxnLst>
              <a:rect l="0" t="0" r="r" b="b"/>
              <a:pathLst>
                <a:path w="608" h="273">
                  <a:moveTo>
                    <a:pt x="301" y="273"/>
                  </a:moveTo>
                  <a:lnTo>
                    <a:pt x="0" y="137"/>
                  </a:lnTo>
                  <a:lnTo>
                    <a:pt x="310" y="0"/>
                  </a:lnTo>
                  <a:lnTo>
                    <a:pt x="608" y="133"/>
                  </a:lnTo>
                  <a:lnTo>
                    <a:pt x="301" y="27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6" name="Rectangle 7"/>
            <p:cNvSpPr>
              <a:spLocks noChangeArrowheads="1"/>
            </p:cNvSpPr>
            <p:nvPr/>
          </p:nvSpPr>
          <p:spPr bwMode="auto">
            <a:xfrm>
              <a:off x="2606765" y="3101183"/>
              <a:ext cx="31750" cy="31591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8" name="Oval 8"/>
            <p:cNvSpPr>
              <a:spLocks noChangeArrowheads="1"/>
            </p:cNvSpPr>
            <p:nvPr/>
          </p:nvSpPr>
          <p:spPr bwMode="auto">
            <a:xfrm>
              <a:off x="2575015" y="3382170"/>
              <a:ext cx="95250" cy="952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9" name="Freeform 9"/>
            <p:cNvSpPr/>
            <p:nvPr/>
          </p:nvSpPr>
          <p:spPr bwMode="auto">
            <a:xfrm>
              <a:off x="2562315" y="3432970"/>
              <a:ext cx="73025" cy="211137"/>
            </a:xfrm>
            <a:custGeom>
              <a:avLst/>
              <a:gdLst>
                <a:gd name="T0" fmla="*/ 27 w 49"/>
                <a:gd name="T1" fmla="*/ 7 h 143"/>
                <a:gd name="T2" fmla="*/ 11 w 49"/>
                <a:gd name="T3" fmla="*/ 143 h 143"/>
                <a:gd name="T4" fmla="*/ 49 w 49"/>
                <a:gd name="T5" fmla="*/ 143 h 143"/>
                <a:gd name="T6" fmla="*/ 49 w 49"/>
                <a:gd name="T7" fmla="*/ 0 h 143"/>
                <a:gd name="T8" fmla="*/ 27 w 49"/>
                <a:gd name="T9" fmla="*/ 7 h 143"/>
              </a:gdLst>
              <a:ahLst/>
              <a:cxnLst>
                <a:cxn ang="0">
                  <a:pos x="T0" y="T1"/>
                </a:cxn>
                <a:cxn ang="0">
                  <a:pos x="T2" y="T3"/>
                </a:cxn>
                <a:cxn ang="0">
                  <a:pos x="T4" y="T5"/>
                </a:cxn>
                <a:cxn ang="0">
                  <a:pos x="T6" y="T7"/>
                </a:cxn>
                <a:cxn ang="0">
                  <a:pos x="T8" y="T9"/>
                </a:cxn>
              </a:cxnLst>
              <a:rect l="0" t="0" r="r" b="b"/>
              <a:pathLst>
                <a:path w="49" h="143">
                  <a:moveTo>
                    <a:pt x="27" y="7"/>
                  </a:moveTo>
                  <a:cubicBezTo>
                    <a:pt x="27" y="7"/>
                    <a:pt x="0" y="60"/>
                    <a:pt x="11" y="143"/>
                  </a:cubicBezTo>
                  <a:cubicBezTo>
                    <a:pt x="49" y="143"/>
                    <a:pt x="49" y="143"/>
                    <a:pt x="49" y="143"/>
                  </a:cubicBezTo>
                  <a:cubicBezTo>
                    <a:pt x="49" y="0"/>
                    <a:pt x="49" y="0"/>
                    <a:pt x="49" y="0"/>
                  </a:cubicBezTo>
                  <a:cubicBezTo>
                    <a:pt x="49" y="0"/>
                    <a:pt x="27" y="12"/>
                    <a:pt x="27"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0" name="Freeform 10"/>
            <p:cNvSpPr/>
            <p:nvPr/>
          </p:nvSpPr>
          <p:spPr bwMode="auto">
            <a:xfrm>
              <a:off x="2606765" y="3432970"/>
              <a:ext cx="79375" cy="211137"/>
            </a:xfrm>
            <a:custGeom>
              <a:avLst/>
              <a:gdLst>
                <a:gd name="T0" fmla="*/ 25 w 54"/>
                <a:gd name="T1" fmla="*/ 7 h 143"/>
                <a:gd name="T2" fmla="*/ 44 w 54"/>
                <a:gd name="T3" fmla="*/ 143 h 143"/>
                <a:gd name="T4" fmla="*/ 0 w 54"/>
                <a:gd name="T5" fmla="*/ 143 h 143"/>
                <a:gd name="T6" fmla="*/ 0 w 54"/>
                <a:gd name="T7" fmla="*/ 0 h 143"/>
                <a:gd name="T8" fmla="*/ 25 w 54"/>
                <a:gd name="T9" fmla="*/ 7 h 143"/>
              </a:gdLst>
              <a:ahLst/>
              <a:cxnLst>
                <a:cxn ang="0">
                  <a:pos x="T0" y="T1"/>
                </a:cxn>
                <a:cxn ang="0">
                  <a:pos x="T2" y="T3"/>
                </a:cxn>
                <a:cxn ang="0">
                  <a:pos x="T4" y="T5"/>
                </a:cxn>
                <a:cxn ang="0">
                  <a:pos x="T6" y="T7"/>
                </a:cxn>
                <a:cxn ang="0">
                  <a:pos x="T8" y="T9"/>
                </a:cxn>
              </a:cxnLst>
              <a:rect l="0" t="0" r="r" b="b"/>
              <a:pathLst>
                <a:path w="54" h="143">
                  <a:moveTo>
                    <a:pt x="25" y="7"/>
                  </a:moveTo>
                  <a:cubicBezTo>
                    <a:pt x="25" y="7"/>
                    <a:pt x="54" y="60"/>
                    <a:pt x="44" y="143"/>
                  </a:cubicBezTo>
                  <a:cubicBezTo>
                    <a:pt x="0" y="143"/>
                    <a:pt x="0" y="143"/>
                    <a:pt x="0" y="143"/>
                  </a:cubicBezTo>
                  <a:cubicBezTo>
                    <a:pt x="0" y="0"/>
                    <a:pt x="0" y="0"/>
                    <a:pt x="0" y="0"/>
                  </a:cubicBezTo>
                  <a:cubicBezTo>
                    <a:pt x="0" y="0"/>
                    <a:pt x="25" y="12"/>
                    <a:pt x="2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sp>
          <p:nvSpPr>
            <p:cNvPr id="11" name="Freeform 11"/>
            <p:cNvSpPr/>
            <p:nvPr/>
          </p:nvSpPr>
          <p:spPr bwMode="auto">
            <a:xfrm>
              <a:off x="1873340" y="3242470"/>
              <a:ext cx="560388" cy="417512"/>
            </a:xfrm>
            <a:custGeom>
              <a:avLst/>
              <a:gdLst>
                <a:gd name="T0" fmla="*/ 380 w 380"/>
                <a:gd name="T1" fmla="*/ 0 h 284"/>
                <a:gd name="T2" fmla="*/ 190 w 380"/>
                <a:gd name="T3" fmla="*/ 90 h 284"/>
                <a:gd name="T4" fmla="*/ 0 w 380"/>
                <a:gd name="T5" fmla="*/ 0 h 284"/>
                <a:gd name="T6" fmla="*/ 0 w 380"/>
                <a:gd name="T7" fmla="*/ 219 h 284"/>
                <a:gd name="T8" fmla="*/ 185 w 380"/>
                <a:gd name="T9" fmla="*/ 283 h 284"/>
                <a:gd name="T10" fmla="*/ 185 w 380"/>
                <a:gd name="T11" fmla="*/ 284 h 284"/>
                <a:gd name="T12" fmla="*/ 190 w 380"/>
                <a:gd name="T13" fmla="*/ 284 h 284"/>
                <a:gd name="T14" fmla="*/ 195 w 380"/>
                <a:gd name="T15" fmla="*/ 284 h 284"/>
                <a:gd name="T16" fmla="*/ 195 w 380"/>
                <a:gd name="T17" fmla="*/ 283 h 284"/>
                <a:gd name="T18" fmla="*/ 380 w 380"/>
                <a:gd name="T19" fmla="*/ 219 h 284"/>
                <a:gd name="T20" fmla="*/ 380 w 380"/>
                <a:gd name="T21" fmla="*/ 0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0" h="284">
                  <a:moveTo>
                    <a:pt x="380" y="0"/>
                  </a:moveTo>
                  <a:cubicBezTo>
                    <a:pt x="380" y="2"/>
                    <a:pt x="221" y="76"/>
                    <a:pt x="190" y="90"/>
                  </a:cubicBezTo>
                  <a:cubicBezTo>
                    <a:pt x="160" y="76"/>
                    <a:pt x="0" y="2"/>
                    <a:pt x="0" y="0"/>
                  </a:cubicBezTo>
                  <a:cubicBezTo>
                    <a:pt x="0" y="219"/>
                    <a:pt x="0" y="219"/>
                    <a:pt x="0" y="219"/>
                  </a:cubicBezTo>
                  <a:cubicBezTo>
                    <a:pt x="52" y="273"/>
                    <a:pt x="153" y="282"/>
                    <a:pt x="185" y="283"/>
                  </a:cubicBezTo>
                  <a:cubicBezTo>
                    <a:pt x="185" y="284"/>
                    <a:pt x="185" y="284"/>
                    <a:pt x="185" y="284"/>
                  </a:cubicBezTo>
                  <a:cubicBezTo>
                    <a:pt x="185" y="284"/>
                    <a:pt x="187" y="284"/>
                    <a:pt x="190" y="284"/>
                  </a:cubicBezTo>
                  <a:cubicBezTo>
                    <a:pt x="194" y="284"/>
                    <a:pt x="195" y="284"/>
                    <a:pt x="195" y="284"/>
                  </a:cubicBezTo>
                  <a:cubicBezTo>
                    <a:pt x="195" y="283"/>
                    <a:pt x="195" y="283"/>
                    <a:pt x="195" y="283"/>
                  </a:cubicBezTo>
                  <a:cubicBezTo>
                    <a:pt x="228" y="282"/>
                    <a:pt x="329" y="273"/>
                    <a:pt x="380" y="219"/>
                  </a:cubicBezTo>
                  <a:lnTo>
                    <a:pt x="38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sp>
        <p:nvSpPr>
          <p:cNvPr id="17411" name="Freeform 16"/>
          <p:cNvSpPr/>
          <p:nvPr/>
        </p:nvSpPr>
        <p:spPr>
          <a:xfrm>
            <a:off x="1549083" y="123825"/>
            <a:ext cx="1052512" cy="804863"/>
          </a:xfrm>
          <a:custGeom>
            <a:avLst/>
            <a:gdLst/>
            <a:ahLst/>
            <a:cxnLst>
              <a:cxn ang="0">
                <a:pos x="736832" y="804516"/>
              </a:cxn>
              <a:cxn ang="0">
                <a:pos x="1051288" y="489786"/>
              </a:cxn>
              <a:cxn ang="0">
                <a:pos x="0" y="0"/>
              </a:cxn>
              <a:cxn ang="0">
                <a:pos x="0" y="443229"/>
              </a:cxn>
              <a:cxn ang="0">
                <a:pos x="736832" y="804516"/>
              </a:cxn>
            </a:cxnLst>
            <a:rect l="0" t="0" r="0" b="0"/>
            <a:pathLst>
              <a:path w="565" h="432">
                <a:moveTo>
                  <a:pt x="396" y="432"/>
                </a:moveTo>
                <a:cubicBezTo>
                  <a:pt x="565" y="263"/>
                  <a:pt x="565" y="263"/>
                  <a:pt x="565" y="263"/>
                </a:cubicBezTo>
                <a:cubicBezTo>
                  <a:pt x="429" y="103"/>
                  <a:pt x="227" y="1"/>
                  <a:pt x="0" y="0"/>
                </a:cubicBezTo>
                <a:cubicBezTo>
                  <a:pt x="0" y="238"/>
                  <a:pt x="0" y="238"/>
                  <a:pt x="0" y="238"/>
                </a:cubicBezTo>
                <a:cubicBezTo>
                  <a:pt x="161" y="239"/>
                  <a:pt x="303" y="315"/>
                  <a:pt x="396" y="432"/>
                </a:cubicBezTo>
                <a:close/>
              </a:path>
            </a:pathLst>
          </a:custGeom>
          <a:solidFill>
            <a:srgbClr val="F4626C"/>
          </a:solidFill>
          <a:ln w="9525">
            <a:noFill/>
          </a:ln>
        </p:spPr>
        <p:txBody>
          <a:bodyPr/>
          <a:lstStyle/>
          <a:p>
            <a:endParaRPr lang="en-US">
              <a:solidFill>
                <a:schemeClr val="tx1"/>
              </a:solidFill>
            </a:endParaRPr>
          </a:p>
        </p:txBody>
      </p:sp>
      <p:sp>
        <p:nvSpPr>
          <p:cNvPr id="17412" name="Freeform 17"/>
          <p:cNvSpPr/>
          <p:nvPr/>
        </p:nvSpPr>
        <p:spPr>
          <a:xfrm>
            <a:off x="2292033" y="622300"/>
            <a:ext cx="639762" cy="1046163"/>
          </a:xfrm>
          <a:custGeom>
            <a:avLst/>
            <a:gdLst/>
            <a:ahLst/>
            <a:cxnLst>
              <a:cxn ang="0">
                <a:pos x="197210" y="889162"/>
              </a:cxn>
              <a:cxn ang="0">
                <a:pos x="182326" y="1047276"/>
              </a:cxn>
              <a:cxn ang="0">
                <a:pos x="630700" y="1047276"/>
              </a:cxn>
              <a:cxn ang="0">
                <a:pos x="640002" y="889162"/>
              </a:cxn>
              <a:cxn ang="0">
                <a:pos x="316280" y="0"/>
              </a:cxn>
              <a:cxn ang="0">
                <a:pos x="0" y="316229"/>
              </a:cxn>
              <a:cxn ang="0">
                <a:pos x="197210" y="889162"/>
              </a:cxn>
            </a:cxnLst>
            <a:rect l="0" t="0" r="0" b="0"/>
            <a:pathLst>
              <a:path w="344" h="563">
                <a:moveTo>
                  <a:pt x="106" y="478"/>
                </a:moveTo>
                <a:cubicBezTo>
                  <a:pt x="106" y="507"/>
                  <a:pt x="103" y="536"/>
                  <a:pt x="98" y="563"/>
                </a:cubicBezTo>
                <a:cubicBezTo>
                  <a:pt x="339" y="563"/>
                  <a:pt x="339" y="563"/>
                  <a:pt x="339" y="563"/>
                </a:cubicBezTo>
                <a:cubicBezTo>
                  <a:pt x="342" y="536"/>
                  <a:pt x="344" y="507"/>
                  <a:pt x="344" y="478"/>
                </a:cubicBezTo>
                <a:cubicBezTo>
                  <a:pt x="344" y="296"/>
                  <a:pt x="278" y="130"/>
                  <a:pt x="170" y="0"/>
                </a:cubicBezTo>
                <a:cubicBezTo>
                  <a:pt x="0" y="170"/>
                  <a:pt x="0" y="170"/>
                  <a:pt x="0" y="170"/>
                </a:cubicBezTo>
                <a:cubicBezTo>
                  <a:pt x="66" y="256"/>
                  <a:pt x="106" y="362"/>
                  <a:pt x="106" y="478"/>
                </a:cubicBezTo>
                <a:close/>
              </a:path>
            </a:pathLst>
          </a:custGeom>
          <a:solidFill>
            <a:srgbClr val="FDBC56"/>
          </a:solidFill>
          <a:ln w="9525">
            <a:noFill/>
          </a:ln>
        </p:spPr>
        <p:txBody>
          <a:bodyPr/>
          <a:lstStyle/>
          <a:p>
            <a:endParaRPr lang="en-US">
              <a:solidFill>
                <a:schemeClr val="tx1"/>
              </a:solidFill>
            </a:endParaRPr>
          </a:p>
        </p:txBody>
      </p:sp>
      <p:sp>
        <p:nvSpPr>
          <p:cNvPr id="17413" name="Freeform 18"/>
          <p:cNvSpPr/>
          <p:nvPr/>
        </p:nvSpPr>
        <p:spPr>
          <a:xfrm>
            <a:off x="648970" y="2268538"/>
            <a:ext cx="890588" cy="1192212"/>
          </a:xfrm>
          <a:custGeom>
            <a:avLst/>
            <a:gdLst/>
            <a:ahLst/>
            <a:cxnLst>
              <a:cxn ang="0">
                <a:pos x="766188" y="748554"/>
              </a:cxn>
              <a:cxn ang="0">
                <a:pos x="626712" y="404070"/>
              </a:cxn>
              <a:cxn ang="0">
                <a:pos x="312426" y="0"/>
              </a:cxn>
              <a:cxn ang="0">
                <a:pos x="0" y="312828"/>
              </a:cxn>
              <a:cxn ang="0">
                <a:pos x="249197" y="638691"/>
              </a:cxn>
              <a:cxn ang="0">
                <a:pos x="650887" y="1191727"/>
              </a:cxn>
              <a:cxn ang="0">
                <a:pos x="859171" y="1191727"/>
              </a:cxn>
              <a:cxn ang="0">
                <a:pos x="890786" y="1191727"/>
              </a:cxn>
              <a:cxn ang="0">
                <a:pos x="890786" y="748554"/>
              </a:cxn>
              <a:cxn ang="0">
                <a:pos x="766188" y="748554"/>
              </a:cxn>
            </a:cxnLst>
            <a:rect l="0" t="0" r="0" b="0"/>
            <a:pathLst>
              <a:path w="479" h="640">
                <a:moveTo>
                  <a:pt x="412" y="402"/>
                </a:moveTo>
                <a:cubicBezTo>
                  <a:pt x="398" y="351"/>
                  <a:pt x="378" y="284"/>
                  <a:pt x="337" y="217"/>
                </a:cubicBezTo>
                <a:cubicBezTo>
                  <a:pt x="287" y="138"/>
                  <a:pt x="222" y="60"/>
                  <a:pt x="168" y="0"/>
                </a:cubicBezTo>
                <a:cubicBezTo>
                  <a:pt x="0" y="168"/>
                  <a:pt x="0" y="168"/>
                  <a:pt x="0" y="168"/>
                </a:cubicBezTo>
                <a:cubicBezTo>
                  <a:pt x="42" y="216"/>
                  <a:pt x="95" y="280"/>
                  <a:pt x="134" y="343"/>
                </a:cubicBezTo>
                <a:cubicBezTo>
                  <a:pt x="211" y="466"/>
                  <a:pt x="173" y="640"/>
                  <a:pt x="350" y="640"/>
                </a:cubicBezTo>
                <a:cubicBezTo>
                  <a:pt x="462" y="640"/>
                  <a:pt x="462" y="640"/>
                  <a:pt x="462" y="640"/>
                </a:cubicBezTo>
                <a:cubicBezTo>
                  <a:pt x="479" y="640"/>
                  <a:pt x="479" y="640"/>
                  <a:pt x="479" y="640"/>
                </a:cubicBezTo>
                <a:cubicBezTo>
                  <a:pt x="479" y="402"/>
                  <a:pt x="479" y="402"/>
                  <a:pt x="479" y="402"/>
                </a:cubicBezTo>
                <a:lnTo>
                  <a:pt x="412" y="402"/>
                </a:lnTo>
                <a:close/>
              </a:path>
            </a:pathLst>
          </a:custGeom>
          <a:solidFill>
            <a:srgbClr val="F4626C"/>
          </a:solidFill>
          <a:ln w="9525">
            <a:noFill/>
          </a:ln>
        </p:spPr>
        <p:txBody>
          <a:bodyPr/>
          <a:lstStyle/>
          <a:p>
            <a:endParaRPr lang="en-US">
              <a:solidFill>
                <a:schemeClr val="tx1"/>
              </a:solidFill>
            </a:endParaRPr>
          </a:p>
        </p:txBody>
      </p:sp>
      <p:sp>
        <p:nvSpPr>
          <p:cNvPr id="17414" name="Freeform 19"/>
          <p:cNvSpPr/>
          <p:nvPr/>
        </p:nvSpPr>
        <p:spPr>
          <a:xfrm>
            <a:off x="156845" y="622300"/>
            <a:ext cx="639763" cy="1046163"/>
          </a:xfrm>
          <a:custGeom>
            <a:avLst/>
            <a:gdLst/>
            <a:ahLst/>
            <a:cxnLst>
              <a:cxn ang="0">
                <a:pos x="442792" y="889162"/>
              </a:cxn>
              <a:cxn ang="0">
                <a:pos x="640002" y="316229"/>
              </a:cxn>
              <a:cxn ang="0">
                <a:pos x="323722" y="0"/>
              </a:cxn>
              <a:cxn ang="0">
                <a:pos x="0" y="889162"/>
              </a:cxn>
              <a:cxn ang="0">
                <a:pos x="9302" y="1047276"/>
              </a:cxn>
              <a:cxn ang="0">
                <a:pos x="457676" y="1047276"/>
              </a:cxn>
              <a:cxn ang="0">
                <a:pos x="442792" y="889162"/>
              </a:cxn>
            </a:cxnLst>
            <a:rect l="0" t="0" r="0" b="0"/>
            <a:pathLst>
              <a:path w="344" h="563">
                <a:moveTo>
                  <a:pt x="238" y="478"/>
                </a:moveTo>
                <a:cubicBezTo>
                  <a:pt x="238" y="362"/>
                  <a:pt x="278" y="255"/>
                  <a:pt x="344" y="170"/>
                </a:cubicBezTo>
                <a:cubicBezTo>
                  <a:pt x="174" y="0"/>
                  <a:pt x="174" y="0"/>
                  <a:pt x="174" y="0"/>
                </a:cubicBezTo>
                <a:cubicBezTo>
                  <a:pt x="66" y="129"/>
                  <a:pt x="0" y="296"/>
                  <a:pt x="0" y="478"/>
                </a:cubicBezTo>
                <a:cubicBezTo>
                  <a:pt x="0" y="507"/>
                  <a:pt x="2" y="536"/>
                  <a:pt x="5" y="563"/>
                </a:cubicBezTo>
                <a:cubicBezTo>
                  <a:pt x="246" y="563"/>
                  <a:pt x="246" y="563"/>
                  <a:pt x="246" y="563"/>
                </a:cubicBezTo>
                <a:cubicBezTo>
                  <a:pt x="241" y="536"/>
                  <a:pt x="238" y="507"/>
                  <a:pt x="238" y="478"/>
                </a:cubicBezTo>
                <a:close/>
              </a:path>
            </a:pathLst>
          </a:custGeom>
          <a:solidFill>
            <a:srgbClr val="FDBC56"/>
          </a:solidFill>
          <a:ln w="9525">
            <a:noFill/>
          </a:ln>
        </p:spPr>
        <p:txBody>
          <a:bodyPr/>
          <a:lstStyle/>
          <a:p>
            <a:endParaRPr lang="en-US">
              <a:solidFill>
                <a:schemeClr val="tx1"/>
              </a:solidFill>
            </a:endParaRPr>
          </a:p>
        </p:txBody>
      </p:sp>
      <p:sp>
        <p:nvSpPr>
          <p:cNvPr id="17415" name="Freeform 20"/>
          <p:cNvSpPr/>
          <p:nvPr/>
        </p:nvSpPr>
        <p:spPr>
          <a:xfrm>
            <a:off x="1549083" y="2266950"/>
            <a:ext cx="890587" cy="1193800"/>
          </a:xfrm>
          <a:custGeom>
            <a:avLst/>
            <a:gdLst/>
            <a:ahLst/>
            <a:cxnLst>
              <a:cxn ang="0">
                <a:pos x="264074" y="405981"/>
              </a:cxn>
              <a:cxn ang="0">
                <a:pos x="122739" y="750506"/>
              </a:cxn>
              <a:cxn ang="0">
                <a:pos x="0" y="750506"/>
              </a:cxn>
              <a:cxn ang="0">
                <a:pos x="0" y="1193733"/>
              </a:cxn>
              <a:cxn ang="0">
                <a:pos x="29755" y="1193733"/>
              </a:cxn>
              <a:cxn ang="0">
                <a:pos x="238039" y="1193733"/>
              </a:cxn>
              <a:cxn ang="0">
                <a:pos x="639729" y="640631"/>
              </a:cxn>
              <a:cxn ang="0">
                <a:pos x="890786" y="314728"/>
              </a:cxn>
              <a:cxn ang="0">
                <a:pos x="578360" y="0"/>
              </a:cxn>
              <a:cxn ang="0">
                <a:pos x="264074" y="405981"/>
              </a:cxn>
            </a:cxnLst>
            <a:rect l="0" t="0" r="0" b="0"/>
            <a:pathLst>
              <a:path w="479" h="641">
                <a:moveTo>
                  <a:pt x="142" y="218"/>
                </a:moveTo>
                <a:cubicBezTo>
                  <a:pt x="100" y="285"/>
                  <a:pt x="81" y="352"/>
                  <a:pt x="66" y="403"/>
                </a:cubicBezTo>
                <a:cubicBezTo>
                  <a:pt x="0" y="403"/>
                  <a:pt x="0" y="403"/>
                  <a:pt x="0" y="403"/>
                </a:cubicBezTo>
                <a:cubicBezTo>
                  <a:pt x="0" y="641"/>
                  <a:pt x="0" y="641"/>
                  <a:pt x="0" y="641"/>
                </a:cubicBezTo>
                <a:cubicBezTo>
                  <a:pt x="16" y="641"/>
                  <a:pt x="16" y="641"/>
                  <a:pt x="16" y="641"/>
                </a:cubicBezTo>
                <a:cubicBezTo>
                  <a:pt x="128" y="641"/>
                  <a:pt x="128" y="641"/>
                  <a:pt x="128" y="641"/>
                </a:cubicBezTo>
                <a:cubicBezTo>
                  <a:pt x="306" y="641"/>
                  <a:pt x="267" y="467"/>
                  <a:pt x="344" y="344"/>
                </a:cubicBezTo>
                <a:cubicBezTo>
                  <a:pt x="383" y="281"/>
                  <a:pt x="436" y="217"/>
                  <a:pt x="479" y="169"/>
                </a:cubicBezTo>
                <a:cubicBezTo>
                  <a:pt x="311" y="0"/>
                  <a:pt x="311" y="0"/>
                  <a:pt x="311" y="0"/>
                </a:cubicBezTo>
                <a:cubicBezTo>
                  <a:pt x="257" y="59"/>
                  <a:pt x="191" y="138"/>
                  <a:pt x="142" y="218"/>
                </a:cubicBezTo>
                <a:close/>
              </a:path>
            </a:pathLst>
          </a:custGeom>
          <a:solidFill>
            <a:srgbClr val="FDBC56"/>
          </a:solidFill>
          <a:ln w="9525">
            <a:noFill/>
          </a:ln>
        </p:spPr>
        <p:txBody>
          <a:bodyPr/>
          <a:lstStyle/>
          <a:p>
            <a:endParaRPr lang="en-US">
              <a:solidFill>
                <a:schemeClr val="tx1"/>
              </a:solidFill>
            </a:endParaRPr>
          </a:p>
        </p:txBody>
      </p:sp>
      <p:sp>
        <p:nvSpPr>
          <p:cNvPr id="17416" name="Freeform 21"/>
          <p:cNvSpPr/>
          <p:nvPr/>
        </p:nvSpPr>
        <p:spPr>
          <a:xfrm>
            <a:off x="169545" y="1681163"/>
            <a:ext cx="784225" cy="892175"/>
          </a:xfrm>
          <a:custGeom>
            <a:avLst/>
            <a:gdLst/>
            <a:ahLst/>
            <a:cxnLst>
              <a:cxn ang="0">
                <a:pos x="730546" y="520795"/>
              </a:cxn>
              <a:cxn ang="0">
                <a:pos x="717534" y="507775"/>
              </a:cxn>
              <a:cxn ang="0">
                <a:pos x="678497" y="466856"/>
              </a:cxn>
              <a:cxn ang="0">
                <a:pos x="672920" y="461276"/>
              </a:cxn>
              <a:cxn ang="0">
                <a:pos x="446135" y="0"/>
              </a:cxn>
              <a:cxn ang="0">
                <a:pos x="0" y="0"/>
              </a:cxn>
              <a:cxn ang="0">
                <a:pos x="342037" y="757013"/>
              </a:cxn>
              <a:cxn ang="0">
                <a:pos x="342037" y="757013"/>
              </a:cxn>
              <a:cxn ang="0">
                <a:pos x="347614" y="762593"/>
              </a:cxn>
              <a:cxn ang="0">
                <a:pos x="408957" y="825833"/>
              </a:cxn>
              <a:cxn ang="0">
                <a:pos x="472160" y="892792"/>
              </a:cxn>
              <a:cxn ang="0">
                <a:pos x="784454" y="580315"/>
              </a:cxn>
              <a:cxn ang="0">
                <a:pos x="730546" y="520795"/>
              </a:cxn>
            </a:cxnLst>
            <a:rect l="0" t="0" r="0" b="0"/>
            <a:pathLst>
              <a:path w="422" h="480">
                <a:moveTo>
                  <a:pt x="393" y="280"/>
                </a:moveTo>
                <a:cubicBezTo>
                  <a:pt x="391" y="278"/>
                  <a:pt x="389" y="276"/>
                  <a:pt x="386" y="273"/>
                </a:cubicBezTo>
                <a:cubicBezTo>
                  <a:pt x="379" y="266"/>
                  <a:pt x="372" y="259"/>
                  <a:pt x="365" y="251"/>
                </a:cubicBezTo>
                <a:cubicBezTo>
                  <a:pt x="364" y="250"/>
                  <a:pt x="363" y="249"/>
                  <a:pt x="362" y="248"/>
                </a:cubicBezTo>
                <a:cubicBezTo>
                  <a:pt x="299" y="178"/>
                  <a:pt x="257" y="92"/>
                  <a:pt x="240" y="0"/>
                </a:cubicBezTo>
                <a:cubicBezTo>
                  <a:pt x="0" y="0"/>
                  <a:pt x="0" y="0"/>
                  <a:pt x="0" y="0"/>
                </a:cubicBezTo>
                <a:cubicBezTo>
                  <a:pt x="19" y="155"/>
                  <a:pt x="85" y="296"/>
                  <a:pt x="184" y="407"/>
                </a:cubicBezTo>
                <a:cubicBezTo>
                  <a:pt x="184" y="407"/>
                  <a:pt x="184" y="407"/>
                  <a:pt x="184" y="407"/>
                </a:cubicBezTo>
                <a:cubicBezTo>
                  <a:pt x="184" y="407"/>
                  <a:pt x="185" y="408"/>
                  <a:pt x="187" y="410"/>
                </a:cubicBezTo>
                <a:cubicBezTo>
                  <a:pt x="198" y="421"/>
                  <a:pt x="209" y="433"/>
                  <a:pt x="220" y="444"/>
                </a:cubicBezTo>
                <a:cubicBezTo>
                  <a:pt x="230" y="454"/>
                  <a:pt x="241" y="467"/>
                  <a:pt x="254" y="480"/>
                </a:cubicBezTo>
                <a:cubicBezTo>
                  <a:pt x="422" y="312"/>
                  <a:pt x="422" y="312"/>
                  <a:pt x="422" y="312"/>
                </a:cubicBezTo>
                <a:cubicBezTo>
                  <a:pt x="412" y="301"/>
                  <a:pt x="402" y="290"/>
                  <a:pt x="393" y="280"/>
                </a:cubicBezTo>
                <a:close/>
              </a:path>
            </a:pathLst>
          </a:custGeom>
          <a:solidFill>
            <a:srgbClr val="92D050"/>
          </a:solidFill>
          <a:ln w="9525">
            <a:noFill/>
          </a:ln>
        </p:spPr>
        <p:txBody>
          <a:bodyPr/>
          <a:lstStyle/>
          <a:p>
            <a:endParaRPr lang="en-US">
              <a:solidFill>
                <a:schemeClr val="tx1"/>
              </a:solidFill>
            </a:endParaRPr>
          </a:p>
        </p:txBody>
      </p:sp>
      <p:sp>
        <p:nvSpPr>
          <p:cNvPr id="17417" name="Freeform 22"/>
          <p:cNvSpPr/>
          <p:nvPr/>
        </p:nvSpPr>
        <p:spPr>
          <a:xfrm>
            <a:off x="2133283" y="1681163"/>
            <a:ext cx="788987" cy="892175"/>
          </a:xfrm>
          <a:custGeom>
            <a:avLst/>
            <a:gdLst/>
            <a:ahLst/>
            <a:cxnLst>
              <a:cxn ang="0">
                <a:pos x="788467" y="0"/>
              </a:cxn>
              <a:cxn ang="0">
                <a:pos x="339246" y="0"/>
              </a:cxn>
              <a:cxn ang="0">
                <a:pos x="61512" y="515215"/>
              </a:cxn>
              <a:cxn ang="0">
                <a:pos x="42872" y="533815"/>
              </a:cxn>
              <a:cxn ang="0">
                <a:pos x="0" y="578455"/>
              </a:cxn>
              <a:cxn ang="0">
                <a:pos x="315014" y="892792"/>
              </a:cxn>
              <a:cxn ang="0">
                <a:pos x="367206" y="836993"/>
              </a:cxn>
              <a:cxn ang="0">
                <a:pos x="788467" y="0"/>
              </a:cxn>
            </a:cxnLst>
            <a:rect l="0" t="0" r="0" b="0"/>
            <a:pathLst>
              <a:path w="423" h="480">
                <a:moveTo>
                  <a:pt x="423" y="0"/>
                </a:moveTo>
                <a:cubicBezTo>
                  <a:pt x="182" y="0"/>
                  <a:pt x="182" y="0"/>
                  <a:pt x="182" y="0"/>
                </a:cubicBezTo>
                <a:cubicBezTo>
                  <a:pt x="163" y="105"/>
                  <a:pt x="112" y="202"/>
                  <a:pt x="33" y="277"/>
                </a:cubicBezTo>
                <a:cubicBezTo>
                  <a:pt x="29" y="280"/>
                  <a:pt x="26" y="283"/>
                  <a:pt x="23" y="287"/>
                </a:cubicBezTo>
                <a:cubicBezTo>
                  <a:pt x="16" y="294"/>
                  <a:pt x="8" y="303"/>
                  <a:pt x="0" y="311"/>
                </a:cubicBezTo>
                <a:cubicBezTo>
                  <a:pt x="169" y="480"/>
                  <a:pt x="169" y="480"/>
                  <a:pt x="169" y="480"/>
                </a:cubicBezTo>
                <a:cubicBezTo>
                  <a:pt x="179" y="469"/>
                  <a:pt x="188" y="458"/>
                  <a:pt x="197" y="450"/>
                </a:cubicBezTo>
                <a:cubicBezTo>
                  <a:pt x="319" y="333"/>
                  <a:pt x="401" y="176"/>
                  <a:pt x="423" y="0"/>
                </a:cubicBezTo>
                <a:close/>
              </a:path>
            </a:pathLst>
          </a:custGeom>
          <a:solidFill>
            <a:srgbClr val="F4626C"/>
          </a:solidFill>
          <a:ln w="9525">
            <a:noFill/>
          </a:ln>
        </p:spPr>
        <p:txBody>
          <a:bodyPr/>
          <a:lstStyle/>
          <a:p>
            <a:endParaRPr lang="en-US">
              <a:solidFill>
                <a:schemeClr val="tx1"/>
              </a:solidFill>
            </a:endParaRPr>
          </a:p>
        </p:txBody>
      </p:sp>
      <p:sp>
        <p:nvSpPr>
          <p:cNvPr id="17418" name="Freeform 23"/>
          <p:cNvSpPr/>
          <p:nvPr/>
        </p:nvSpPr>
        <p:spPr>
          <a:xfrm>
            <a:off x="488633" y="123825"/>
            <a:ext cx="1050925" cy="804863"/>
          </a:xfrm>
          <a:custGeom>
            <a:avLst/>
            <a:gdLst/>
            <a:ahLst/>
            <a:cxnLst>
              <a:cxn ang="0">
                <a:pos x="1051288" y="443229"/>
              </a:cxn>
              <a:cxn ang="0">
                <a:pos x="1051288" y="0"/>
              </a:cxn>
              <a:cxn ang="0">
                <a:pos x="0" y="489786"/>
              </a:cxn>
              <a:cxn ang="0">
                <a:pos x="314456" y="804516"/>
              </a:cxn>
              <a:cxn ang="0">
                <a:pos x="1051288" y="443229"/>
              </a:cxn>
            </a:cxnLst>
            <a:rect l="0" t="0" r="0" b="0"/>
            <a:pathLst>
              <a:path w="565" h="432">
                <a:moveTo>
                  <a:pt x="565" y="238"/>
                </a:moveTo>
                <a:cubicBezTo>
                  <a:pt x="565" y="0"/>
                  <a:pt x="565" y="0"/>
                  <a:pt x="565" y="0"/>
                </a:cubicBezTo>
                <a:cubicBezTo>
                  <a:pt x="338" y="1"/>
                  <a:pt x="136" y="103"/>
                  <a:pt x="0" y="263"/>
                </a:cubicBezTo>
                <a:cubicBezTo>
                  <a:pt x="169" y="432"/>
                  <a:pt x="169" y="432"/>
                  <a:pt x="169" y="432"/>
                </a:cubicBezTo>
                <a:cubicBezTo>
                  <a:pt x="262" y="315"/>
                  <a:pt x="404" y="239"/>
                  <a:pt x="565" y="238"/>
                </a:cubicBezTo>
                <a:close/>
              </a:path>
            </a:pathLst>
          </a:custGeom>
          <a:solidFill>
            <a:srgbClr val="92D050"/>
          </a:solidFill>
          <a:ln w="9525">
            <a:noFill/>
          </a:ln>
        </p:spPr>
        <p:txBody>
          <a:bodyPr/>
          <a:lstStyle/>
          <a:p>
            <a:endParaRPr lang="en-US">
              <a:solidFill>
                <a:schemeClr val="tx1"/>
              </a:solidFill>
            </a:endParaRPr>
          </a:p>
        </p:txBody>
      </p:sp>
      <p:sp>
        <p:nvSpPr>
          <p:cNvPr id="17419" name="Freeform 24"/>
          <p:cNvSpPr>
            <a:spLocks noEditPoints="1"/>
          </p:cNvSpPr>
          <p:nvPr/>
        </p:nvSpPr>
        <p:spPr>
          <a:xfrm>
            <a:off x="447358" y="1855788"/>
            <a:ext cx="144462" cy="392112"/>
          </a:xfrm>
          <a:custGeom>
            <a:avLst/>
            <a:gdLst/>
            <a:ahLst/>
            <a:cxnLst>
              <a:cxn ang="0">
                <a:pos x="72226" y="0"/>
              </a:cxn>
              <a:cxn ang="0">
                <a:pos x="0" y="197547"/>
              </a:cxn>
              <a:cxn ang="0">
                <a:pos x="72226" y="393230"/>
              </a:cxn>
              <a:cxn ang="0">
                <a:pos x="144452" y="197547"/>
              </a:cxn>
              <a:cxn ang="0">
                <a:pos x="72226" y="0"/>
              </a:cxn>
              <a:cxn ang="0">
                <a:pos x="72226" y="361548"/>
              </a:cxn>
              <a:cxn ang="0">
                <a:pos x="11112" y="197547"/>
              </a:cxn>
              <a:cxn ang="0">
                <a:pos x="72226" y="31682"/>
              </a:cxn>
              <a:cxn ang="0">
                <a:pos x="131488" y="197547"/>
              </a:cxn>
              <a:cxn ang="0">
                <a:pos x="72226" y="361548"/>
              </a:cxn>
            </a:cxnLst>
            <a:rect l="0" t="0" r="0" b="0"/>
            <a:pathLst>
              <a:path w="78" h="211">
                <a:moveTo>
                  <a:pt x="39" y="0"/>
                </a:moveTo>
                <a:cubicBezTo>
                  <a:pt x="17" y="0"/>
                  <a:pt x="0" y="47"/>
                  <a:pt x="0" y="106"/>
                </a:cubicBezTo>
                <a:cubicBezTo>
                  <a:pt x="0" y="164"/>
                  <a:pt x="17" y="211"/>
                  <a:pt x="39" y="211"/>
                </a:cubicBezTo>
                <a:cubicBezTo>
                  <a:pt x="60" y="211"/>
                  <a:pt x="78" y="164"/>
                  <a:pt x="78" y="106"/>
                </a:cubicBezTo>
                <a:cubicBezTo>
                  <a:pt x="78" y="47"/>
                  <a:pt x="60" y="0"/>
                  <a:pt x="39" y="0"/>
                </a:cubicBezTo>
                <a:close/>
                <a:moveTo>
                  <a:pt x="39" y="194"/>
                </a:moveTo>
                <a:cubicBezTo>
                  <a:pt x="21" y="194"/>
                  <a:pt x="6" y="154"/>
                  <a:pt x="6" y="106"/>
                </a:cubicBezTo>
                <a:cubicBezTo>
                  <a:pt x="6" y="57"/>
                  <a:pt x="21" y="17"/>
                  <a:pt x="39" y="17"/>
                </a:cubicBezTo>
                <a:cubicBezTo>
                  <a:pt x="57" y="17"/>
                  <a:pt x="71" y="57"/>
                  <a:pt x="71" y="106"/>
                </a:cubicBezTo>
                <a:cubicBezTo>
                  <a:pt x="71" y="154"/>
                  <a:pt x="57" y="194"/>
                  <a:pt x="39" y="194"/>
                </a:cubicBezTo>
                <a:close/>
              </a:path>
            </a:pathLst>
          </a:custGeom>
          <a:solidFill>
            <a:srgbClr val="F2F2F2"/>
          </a:solidFill>
          <a:ln w="9525">
            <a:noFill/>
          </a:ln>
        </p:spPr>
        <p:txBody>
          <a:bodyPr/>
          <a:lstStyle/>
          <a:p>
            <a:endParaRPr lang="en-US">
              <a:solidFill>
                <a:schemeClr val="tx1"/>
              </a:solidFill>
            </a:endParaRPr>
          </a:p>
        </p:txBody>
      </p:sp>
      <p:sp>
        <p:nvSpPr>
          <p:cNvPr id="17420" name="Freeform 25"/>
          <p:cNvSpPr>
            <a:spLocks noEditPoints="1"/>
          </p:cNvSpPr>
          <p:nvPr/>
        </p:nvSpPr>
        <p:spPr>
          <a:xfrm>
            <a:off x="323533" y="1979613"/>
            <a:ext cx="392112" cy="142875"/>
          </a:xfrm>
          <a:custGeom>
            <a:avLst/>
            <a:gdLst/>
            <a:ahLst/>
            <a:cxnLst>
              <a:cxn ang="0">
                <a:pos x="391224" y="72147"/>
              </a:cxn>
              <a:cxn ang="0">
                <a:pos x="196539" y="0"/>
              </a:cxn>
              <a:cxn ang="0">
                <a:pos x="0" y="72147"/>
              </a:cxn>
              <a:cxn ang="0">
                <a:pos x="196539" y="142445"/>
              </a:cxn>
              <a:cxn ang="0">
                <a:pos x="391224" y="72147"/>
              </a:cxn>
              <a:cxn ang="0">
                <a:pos x="31520" y="72147"/>
              </a:cxn>
              <a:cxn ang="0">
                <a:pos x="196539" y="11100"/>
              </a:cxn>
              <a:cxn ang="0">
                <a:pos x="359704" y="72147"/>
              </a:cxn>
              <a:cxn ang="0">
                <a:pos x="196539" y="131345"/>
              </a:cxn>
              <a:cxn ang="0">
                <a:pos x="31520" y="72147"/>
              </a:cxn>
            </a:cxnLst>
            <a:rect l="0" t="0" r="0" b="0"/>
            <a:pathLst>
              <a:path w="211" h="77">
                <a:moveTo>
                  <a:pt x="211" y="39"/>
                </a:moveTo>
                <a:cubicBezTo>
                  <a:pt x="211" y="17"/>
                  <a:pt x="164" y="0"/>
                  <a:pt x="106" y="0"/>
                </a:cubicBezTo>
                <a:cubicBezTo>
                  <a:pt x="47" y="0"/>
                  <a:pt x="0" y="17"/>
                  <a:pt x="0" y="39"/>
                </a:cubicBezTo>
                <a:cubicBezTo>
                  <a:pt x="0" y="60"/>
                  <a:pt x="47" y="77"/>
                  <a:pt x="106" y="77"/>
                </a:cubicBezTo>
                <a:cubicBezTo>
                  <a:pt x="164" y="77"/>
                  <a:pt x="211" y="60"/>
                  <a:pt x="211" y="39"/>
                </a:cubicBezTo>
                <a:close/>
                <a:moveTo>
                  <a:pt x="17" y="39"/>
                </a:moveTo>
                <a:cubicBezTo>
                  <a:pt x="17" y="20"/>
                  <a:pt x="57" y="6"/>
                  <a:pt x="106" y="6"/>
                </a:cubicBezTo>
                <a:cubicBezTo>
                  <a:pt x="154" y="6"/>
                  <a:pt x="194" y="20"/>
                  <a:pt x="194" y="39"/>
                </a:cubicBezTo>
                <a:cubicBezTo>
                  <a:pt x="194" y="57"/>
                  <a:pt x="154" y="71"/>
                  <a:pt x="106" y="71"/>
                </a:cubicBezTo>
                <a:cubicBezTo>
                  <a:pt x="57" y="71"/>
                  <a:pt x="17" y="57"/>
                  <a:pt x="17" y="39"/>
                </a:cubicBezTo>
                <a:close/>
              </a:path>
            </a:pathLst>
          </a:custGeom>
          <a:solidFill>
            <a:srgbClr val="F2F2F2"/>
          </a:solidFill>
          <a:ln w="9525">
            <a:noFill/>
          </a:ln>
        </p:spPr>
        <p:txBody>
          <a:bodyPr/>
          <a:lstStyle/>
          <a:p>
            <a:endParaRPr lang="en-US">
              <a:solidFill>
                <a:schemeClr val="tx1"/>
              </a:solidFill>
            </a:endParaRPr>
          </a:p>
        </p:txBody>
      </p:sp>
      <p:sp>
        <p:nvSpPr>
          <p:cNvPr id="17421" name="Freeform 26"/>
          <p:cNvSpPr>
            <a:spLocks noEditPoints="1"/>
          </p:cNvSpPr>
          <p:nvPr/>
        </p:nvSpPr>
        <p:spPr>
          <a:xfrm>
            <a:off x="352108" y="1882775"/>
            <a:ext cx="334962" cy="338138"/>
          </a:xfrm>
          <a:custGeom>
            <a:avLst/>
            <a:gdLst/>
            <a:ahLst/>
            <a:cxnLst>
              <a:cxn ang="0">
                <a:pos x="305267" y="29795"/>
              </a:cxn>
              <a:cxn ang="0">
                <a:pos x="115406" y="117317"/>
              </a:cxn>
              <a:cxn ang="0">
                <a:pos x="27921" y="307259"/>
              </a:cxn>
              <a:cxn ang="0">
                <a:pos x="217782" y="219737"/>
              </a:cxn>
              <a:cxn ang="0">
                <a:pos x="305267" y="29795"/>
              </a:cxn>
              <a:cxn ang="0">
                <a:pos x="50257" y="284913"/>
              </a:cxn>
              <a:cxn ang="0">
                <a:pos x="122851" y="124766"/>
              </a:cxn>
              <a:cxn ang="0">
                <a:pos x="282930" y="52141"/>
              </a:cxn>
              <a:cxn ang="0">
                <a:pos x="210336" y="212288"/>
              </a:cxn>
              <a:cxn ang="0">
                <a:pos x="50257" y="284913"/>
              </a:cxn>
            </a:cxnLst>
            <a:rect l="0" t="0" r="0" b="0"/>
            <a:pathLst>
              <a:path w="180" h="181">
                <a:moveTo>
                  <a:pt x="164" y="16"/>
                </a:moveTo>
                <a:cubicBezTo>
                  <a:pt x="149" y="0"/>
                  <a:pt x="103" y="22"/>
                  <a:pt x="62" y="63"/>
                </a:cubicBezTo>
                <a:cubicBezTo>
                  <a:pt x="21" y="104"/>
                  <a:pt x="0" y="150"/>
                  <a:pt x="15" y="165"/>
                </a:cubicBezTo>
                <a:cubicBezTo>
                  <a:pt x="30" y="181"/>
                  <a:pt x="76" y="159"/>
                  <a:pt x="117" y="118"/>
                </a:cubicBezTo>
                <a:cubicBezTo>
                  <a:pt x="158" y="77"/>
                  <a:pt x="180" y="31"/>
                  <a:pt x="164" y="16"/>
                </a:cubicBezTo>
                <a:close/>
                <a:moveTo>
                  <a:pt x="27" y="153"/>
                </a:moveTo>
                <a:cubicBezTo>
                  <a:pt x="14" y="140"/>
                  <a:pt x="32" y="102"/>
                  <a:pt x="66" y="67"/>
                </a:cubicBezTo>
                <a:cubicBezTo>
                  <a:pt x="101" y="33"/>
                  <a:pt x="139" y="15"/>
                  <a:pt x="152" y="28"/>
                </a:cubicBezTo>
                <a:cubicBezTo>
                  <a:pt x="165" y="41"/>
                  <a:pt x="147" y="79"/>
                  <a:pt x="113" y="114"/>
                </a:cubicBezTo>
                <a:cubicBezTo>
                  <a:pt x="78" y="148"/>
                  <a:pt x="40" y="166"/>
                  <a:pt x="27" y="153"/>
                </a:cubicBezTo>
                <a:close/>
              </a:path>
            </a:pathLst>
          </a:custGeom>
          <a:solidFill>
            <a:srgbClr val="F2F2F2"/>
          </a:solidFill>
          <a:ln w="9525">
            <a:noFill/>
          </a:ln>
        </p:spPr>
        <p:txBody>
          <a:bodyPr/>
          <a:lstStyle/>
          <a:p>
            <a:endParaRPr lang="en-US">
              <a:solidFill>
                <a:schemeClr val="tx1"/>
              </a:solidFill>
            </a:endParaRPr>
          </a:p>
        </p:txBody>
      </p:sp>
      <p:sp>
        <p:nvSpPr>
          <p:cNvPr id="17422" name="Freeform 27"/>
          <p:cNvSpPr>
            <a:spLocks noEditPoints="1"/>
          </p:cNvSpPr>
          <p:nvPr/>
        </p:nvSpPr>
        <p:spPr>
          <a:xfrm>
            <a:off x="479108" y="2009775"/>
            <a:ext cx="334962" cy="338138"/>
          </a:xfrm>
          <a:custGeom>
            <a:avLst/>
            <a:gdLst/>
            <a:ahLst/>
            <a:cxnLst>
              <a:cxn ang="0">
                <a:pos x="305267" y="307259"/>
              </a:cxn>
              <a:cxn ang="0">
                <a:pos x="217782" y="117317"/>
              </a:cxn>
              <a:cxn ang="0">
                <a:pos x="27921" y="29795"/>
              </a:cxn>
              <a:cxn ang="0">
                <a:pos x="115406" y="219737"/>
              </a:cxn>
              <a:cxn ang="0">
                <a:pos x="305267" y="307259"/>
              </a:cxn>
              <a:cxn ang="0">
                <a:pos x="50257" y="52141"/>
              </a:cxn>
              <a:cxn ang="0">
                <a:pos x="210336" y="124766"/>
              </a:cxn>
              <a:cxn ang="0">
                <a:pos x="282930" y="284913"/>
              </a:cxn>
              <a:cxn ang="0">
                <a:pos x="122851" y="212288"/>
              </a:cxn>
              <a:cxn ang="0">
                <a:pos x="50257" y="52141"/>
              </a:cxn>
            </a:cxnLst>
            <a:rect l="0" t="0" r="0" b="0"/>
            <a:pathLst>
              <a:path w="180" h="181">
                <a:moveTo>
                  <a:pt x="164" y="165"/>
                </a:moveTo>
                <a:cubicBezTo>
                  <a:pt x="180" y="150"/>
                  <a:pt x="158" y="104"/>
                  <a:pt x="117" y="63"/>
                </a:cubicBezTo>
                <a:cubicBezTo>
                  <a:pt x="76" y="22"/>
                  <a:pt x="30" y="0"/>
                  <a:pt x="15" y="16"/>
                </a:cubicBezTo>
                <a:cubicBezTo>
                  <a:pt x="0" y="31"/>
                  <a:pt x="21" y="77"/>
                  <a:pt x="62" y="118"/>
                </a:cubicBezTo>
                <a:cubicBezTo>
                  <a:pt x="103" y="159"/>
                  <a:pt x="149" y="181"/>
                  <a:pt x="164" y="165"/>
                </a:cubicBezTo>
                <a:close/>
                <a:moveTo>
                  <a:pt x="27" y="28"/>
                </a:moveTo>
                <a:cubicBezTo>
                  <a:pt x="40" y="15"/>
                  <a:pt x="78" y="33"/>
                  <a:pt x="113" y="67"/>
                </a:cubicBezTo>
                <a:cubicBezTo>
                  <a:pt x="147" y="102"/>
                  <a:pt x="165" y="140"/>
                  <a:pt x="152" y="153"/>
                </a:cubicBezTo>
                <a:cubicBezTo>
                  <a:pt x="139" y="166"/>
                  <a:pt x="101" y="148"/>
                  <a:pt x="66" y="114"/>
                </a:cubicBezTo>
                <a:cubicBezTo>
                  <a:pt x="32" y="79"/>
                  <a:pt x="14" y="41"/>
                  <a:pt x="27" y="28"/>
                </a:cubicBezTo>
                <a:close/>
              </a:path>
            </a:pathLst>
          </a:custGeom>
          <a:solidFill>
            <a:srgbClr val="F2F2F2"/>
          </a:solidFill>
          <a:ln w="9525">
            <a:noFill/>
          </a:ln>
        </p:spPr>
        <p:txBody>
          <a:bodyPr/>
          <a:lstStyle/>
          <a:p>
            <a:endParaRPr lang="en-US">
              <a:solidFill>
                <a:schemeClr val="tx1"/>
              </a:solidFill>
            </a:endParaRPr>
          </a:p>
        </p:txBody>
      </p:sp>
      <p:sp>
        <p:nvSpPr>
          <p:cNvPr id="17423" name="Oval 28"/>
          <p:cNvSpPr/>
          <p:nvPr/>
        </p:nvSpPr>
        <p:spPr>
          <a:xfrm>
            <a:off x="488633" y="2019300"/>
            <a:ext cx="61912" cy="63500"/>
          </a:xfrm>
          <a:prstGeom prst="ellipse">
            <a:avLst/>
          </a:prstGeom>
          <a:solidFill>
            <a:srgbClr val="F2F2F2"/>
          </a:solidFill>
          <a:ln w="9525">
            <a:noFill/>
          </a:ln>
        </p:spPr>
        <p:txBody>
          <a:bodyPr anchor="t"/>
          <a:lstStyle/>
          <a:p>
            <a:endParaRPr lang="zh-CN" altLang="en-US" dirty="0">
              <a:solidFill>
                <a:schemeClr val="tx1"/>
              </a:solidFill>
              <a:latin typeface="Calibri" panose="020F0502020204030204" charset="0"/>
              <a:ea typeface="Microsoft YaHei" panose="020B0503020204020204" pitchFamily="2" charset="-122"/>
            </a:endParaRPr>
          </a:p>
        </p:txBody>
      </p:sp>
      <p:sp>
        <p:nvSpPr>
          <p:cNvPr id="17424" name="Freeform 29"/>
          <p:cNvSpPr>
            <a:spLocks noEditPoints="1"/>
          </p:cNvSpPr>
          <p:nvPr/>
        </p:nvSpPr>
        <p:spPr>
          <a:xfrm>
            <a:off x="928370" y="2611438"/>
            <a:ext cx="354013" cy="361950"/>
          </a:xfrm>
          <a:custGeom>
            <a:avLst/>
            <a:gdLst/>
            <a:ahLst/>
            <a:cxnLst>
              <a:cxn ang="0">
                <a:pos x="228684" y="174016"/>
              </a:cxn>
              <a:cxn ang="0">
                <a:pos x="219388" y="153433"/>
              </a:cxn>
              <a:cxn ang="0">
                <a:pos x="219388" y="69232"/>
              </a:cxn>
              <a:cxn ang="0">
                <a:pos x="228684" y="58005"/>
              </a:cxn>
              <a:cxn ang="0">
                <a:pos x="230543" y="58005"/>
              </a:cxn>
              <a:cxn ang="0">
                <a:pos x="230543" y="20583"/>
              </a:cxn>
              <a:cxn ang="0">
                <a:pos x="228684" y="20583"/>
              </a:cxn>
              <a:cxn ang="0">
                <a:pos x="228684" y="20583"/>
              </a:cxn>
              <a:cxn ang="0">
                <a:pos x="178485" y="0"/>
              </a:cxn>
              <a:cxn ang="0">
                <a:pos x="126427" y="20583"/>
              </a:cxn>
              <a:cxn ang="0">
                <a:pos x="126427" y="20583"/>
              </a:cxn>
              <a:cxn ang="0">
                <a:pos x="126427" y="20583"/>
              </a:cxn>
              <a:cxn ang="0">
                <a:pos x="126427" y="58005"/>
              </a:cxn>
              <a:cxn ang="0">
                <a:pos x="126427" y="58005"/>
              </a:cxn>
              <a:cxn ang="0">
                <a:pos x="141301" y="69232"/>
              </a:cxn>
              <a:cxn ang="0">
                <a:pos x="141301" y="153433"/>
              </a:cxn>
              <a:cxn ang="0">
                <a:pos x="130145" y="174016"/>
              </a:cxn>
              <a:cxn ang="0">
                <a:pos x="48340" y="331192"/>
              </a:cxn>
              <a:cxn ang="0">
                <a:pos x="178485" y="359259"/>
              </a:cxn>
              <a:cxn ang="0">
                <a:pos x="308631" y="331192"/>
              </a:cxn>
              <a:cxn ang="0">
                <a:pos x="228684" y="174016"/>
              </a:cxn>
              <a:cxn ang="0">
                <a:pos x="224966" y="333063"/>
              </a:cxn>
              <a:cxn ang="0">
                <a:pos x="282601" y="293769"/>
              </a:cxn>
              <a:cxn ang="0">
                <a:pos x="232402" y="209568"/>
              </a:cxn>
              <a:cxn ang="0">
                <a:pos x="301194" y="297511"/>
              </a:cxn>
              <a:cxn ang="0">
                <a:pos x="224966" y="333063"/>
              </a:cxn>
            </a:cxnLst>
            <a:rect l="0" t="0" r="0" b="0"/>
            <a:pathLst>
              <a:path w="191" h="193">
                <a:moveTo>
                  <a:pt x="123" y="93"/>
                </a:moveTo>
                <a:cubicBezTo>
                  <a:pt x="123" y="93"/>
                  <a:pt x="118" y="91"/>
                  <a:pt x="118" y="82"/>
                </a:cubicBezTo>
                <a:cubicBezTo>
                  <a:pt x="118" y="75"/>
                  <a:pt x="118" y="47"/>
                  <a:pt x="118" y="37"/>
                </a:cubicBezTo>
                <a:cubicBezTo>
                  <a:pt x="121" y="35"/>
                  <a:pt x="123" y="33"/>
                  <a:pt x="123" y="31"/>
                </a:cubicBezTo>
                <a:cubicBezTo>
                  <a:pt x="124" y="31"/>
                  <a:pt x="124" y="31"/>
                  <a:pt x="124" y="31"/>
                </a:cubicBezTo>
                <a:cubicBezTo>
                  <a:pt x="124" y="11"/>
                  <a:pt x="124" y="11"/>
                  <a:pt x="124" y="11"/>
                </a:cubicBezTo>
                <a:cubicBezTo>
                  <a:pt x="123" y="11"/>
                  <a:pt x="123" y="11"/>
                  <a:pt x="123" y="11"/>
                </a:cubicBezTo>
                <a:cubicBezTo>
                  <a:pt x="123" y="11"/>
                  <a:pt x="123" y="11"/>
                  <a:pt x="123" y="11"/>
                </a:cubicBezTo>
                <a:cubicBezTo>
                  <a:pt x="123" y="5"/>
                  <a:pt x="111" y="0"/>
                  <a:pt x="96" y="0"/>
                </a:cubicBezTo>
                <a:cubicBezTo>
                  <a:pt x="80" y="0"/>
                  <a:pt x="68" y="5"/>
                  <a:pt x="68" y="11"/>
                </a:cubicBezTo>
                <a:cubicBezTo>
                  <a:pt x="68" y="11"/>
                  <a:pt x="68" y="11"/>
                  <a:pt x="68" y="11"/>
                </a:cubicBezTo>
                <a:cubicBezTo>
                  <a:pt x="68" y="11"/>
                  <a:pt x="68" y="11"/>
                  <a:pt x="68" y="11"/>
                </a:cubicBezTo>
                <a:cubicBezTo>
                  <a:pt x="68" y="31"/>
                  <a:pt x="68" y="31"/>
                  <a:pt x="68" y="31"/>
                </a:cubicBezTo>
                <a:cubicBezTo>
                  <a:pt x="68" y="31"/>
                  <a:pt x="68" y="31"/>
                  <a:pt x="68" y="31"/>
                </a:cubicBezTo>
                <a:cubicBezTo>
                  <a:pt x="69" y="34"/>
                  <a:pt x="70" y="36"/>
                  <a:pt x="76" y="37"/>
                </a:cubicBezTo>
                <a:cubicBezTo>
                  <a:pt x="76" y="47"/>
                  <a:pt x="76" y="75"/>
                  <a:pt x="76" y="82"/>
                </a:cubicBezTo>
                <a:cubicBezTo>
                  <a:pt x="76" y="91"/>
                  <a:pt x="70" y="93"/>
                  <a:pt x="70" y="93"/>
                </a:cubicBezTo>
                <a:cubicBezTo>
                  <a:pt x="60" y="99"/>
                  <a:pt x="0" y="159"/>
                  <a:pt x="26" y="177"/>
                </a:cubicBezTo>
                <a:cubicBezTo>
                  <a:pt x="49" y="193"/>
                  <a:pt x="88" y="193"/>
                  <a:pt x="96" y="192"/>
                </a:cubicBezTo>
                <a:cubicBezTo>
                  <a:pt x="104" y="193"/>
                  <a:pt x="143" y="193"/>
                  <a:pt x="166" y="177"/>
                </a:cubicBezTo>
                <a:cubicBezTo>
                  <a:pt x="191" y="159"/>
                  <a:pt x="133" y="99"/>
                  <a:pt x="123" y="93"/>
                </a:cubicBezTo>
                <a:close/>
                <a:moveTo>
                  <a:pt x="121" y="178"/>
                </a:moveTo>
                <a:cubicBezTo>
                  <a:pt x="121" y="178"/>
                  <a:pt x="151" y="172"/>
                  <a:pt x="152" y="157"/>
                </a:cubicBezTo>
                <a:cubicBezTo>
                  <a:pt x="153" y="141"/>
                  <a:pt x="125" y="112"/>
                  <a:pt x="125" y="112"/>
                </a:cubicBezTo>
                <a:cubicBezTo>
                  <a:pt x="125" y="112"/>
                  <a:pt x="162" y="140"/>
                  <a:pt x="162" y="159"/>
                </a:cubicBezTo>
                <a:cubicBezTo>
                  <a:pt x="161" y="178"/>
                  <a:pt x="121" y="178"/>
                  <a:pt x="121" y="178"/>
                </a:cubicBezTo>
                <a:close/>
              </a:path>
            </a:pathLst>
          </a:custGeom>
          <a:solidFill>
            <a:srgbClr val="F2F2F2"/>
          </a:solidFill>
          <a:ln w="9525">
            <a:noFill/>
          </a:ln>
        </p:spPr>
        <p:txBody>
          <a:bodyPr/>
          <a:lstStyle/>
          <a:p>
            <a:endParaRPr lang="en-US">
              <a:solidFill>
                <a:schemeClr val="tx1"/>
              </a:solidFill>
            </a:endParaRPr>
          </a:p>
        </p:txBody>
      </p:sp>
      <p:grpSp>
        <p:nvGrpSpPr>
          <p:cNvPr id="17425" name="组合 24"/>
          <p:cNvGrpSpPr/>
          <p:nvPr/>
        </p:nvGrpSpPr>
        <p:grpSpPr>
          <a:xfrm>
            <a:off x="291783" y="996950"/>
            <a:ext cx="288925" cy="515938"/>
            <a:chOff x="1592107" y="2480438"/>
            <a:chExt cx="288904" cy="515612"/>
          </a:xfrm>
        </p:grpSpPr>
        <p:sp>
          <p:nvSpPr>
            <p:cNvPr id="17426" name="Freeform 30"/>
            <p:cNvSpPr>
              <a:spLocks noEditPoints="1"/>
            </p:cNvSpPr>
            <p:nvPr/>
          </p:nvSpPr>
          <p:spPr>
            <a:xfrm>
              <a:off x="1592107" y="2480438"/>
              <a:ext cx="288904" cy="290909"/>
            </a:xfrm>
            <a:custGeom>
              <a:avLst/>
              <a:gdLst/>
              <a:ahLst/>
              <a:cxnLst>
                <a:cxn ang="0">
                  <a:pos x="144452" y="0"/>
                </a:cxn>
                <a:cxn ang="0">
                  <a:pos x="0" y="145455"/>
                </a:cxn>
                <a:cxn ang="0">
                  <a:pos x="144452" y="290909"/>
                </a:cxn>
                <a:cxn ang="0">
                  <a:pos x="288904" y="145455"/>
                </a:cxn>
                <a:cxn ang="0">
                  <a:pos x="144452" y="0"/>
                </a:cxn>
                <a:cxn ang="0">
                  <a:pos x="144452" y="262937"/>
                </a:cxn>
                <a:cxn ang="0">
                  <a:pos x="27779" y="145455"/>
                </a:cxn>
                <a:cxn ang="0">
                  <a:pos x="144452" y="27972"/>
                </a:cxn>
                <a:cxn ang="0">
                  <a:pos x="262977" y="145455"/>
                </a:cxn>
                <a:cxn ang="0">
                  <a:pos x="144452" y="262937"/>
                </a:cxn>
              </a:cxnLst>
              <a:rect l="0" t="0" r="0" b="0"/>
              <a:pathLst>
                <a:path w="156" h="156">
                  <a:moveTo>
                    <a:pt x="78" y="0"/>
                  </a:moveTo>
                  <a:cubicBezTo>
                    <a:pt x="35" y="0"/>
                    <a:pt x="0" y="35"/>
                    <a:pt x="0" y="78"/>
                  </a:cubicBezTo>
                  <a:cubicBezTo>
                    <a:pt x="0" y="121"/>
                    <a:pt x="35" y="156"/>
                    <a:pt x="78" y="156"/>
                  </a:cubicBezTo>
                  <a:cubicBezTo>
                    <a:pt x="121" y="156"/>
                    <a:pt x="156" y="121"/>
                    <a:pt x="156" y="78"/>
                  </a:cubicBezTo>
                  <a:cubicBezTo>
                    <a:pt x="156" y="35"/>
                    <a:pt x="121" y="0"/>
                    <a:pt x="78" y="0"/>
                  </a:cubicBezTo>
                  <a:close/>
                  <a:moveTo>
                    <a:pt x="78" y="141"/>
                  </a:moveTo>
                  <a:cubicBezTo>
                    <a:pt x="43" y="141"/>
                    <a:pt x="15" y="113"/>
                    <a:pt x="15" y="78"/>
                  </a:cubicBezTo>
                  <a:cubicBezTo>
                    <a:pt x="15" y="43"/>
                    <a:pt x="43" y="15"/>
                    <a:pt x="78" y="15"/>
                  </a:cubicBezTo>
                  <a:cubicBezTo>
                    <a:pt x="113" y="15"/>
                    <a:pt x="142" y="43"/>
                    <a:pt x="142" y="78"/>
                  </a:cubicBezTo>
                  <a:cubicBezTo>
                    <a:pt x="142" y="113"/>
                    <a:pt x="113" y="141"/>
                    <a:pt x="78" y="141"/>
                  </a:cubicBezTo>
                  <a:close/>
                </a:path>
              </a:pathLst>
            </a:custGeom>
            <a:solidFill>
              <a:srgbClr val="F2F2F2"/>
            </a:solidFill>
            <a:ln w="9525">
              <a:noFill/>
            </a:ln>
          </p:spPr>
          <p:txBody>
            <a:bodyPr/>
            <a:lstStyle/>
            <a:p>
              <a:endParaRPr lang="en-US">
                <a:solidFill>
                  <a:schemeClr val="tx1"/>
                </a:solidFill>
              </a:endParaRPr>
            </a:p>
          </p:txBody>
        </p:sp>
        <p:sp>
          <p:nvSpPr>
            <p:cNvPr id="17427" name="Rectangle 31"/>
            <p:cNvSpPr/>
            <p:nvPr/>
          </p:nvSpPr>
          <p:spPr>
            <a:xfrm>
              <a:off x="1718503" y="2755297"/>
              <a:ext cx="38120" cy="142445"/>
            </a:xfrm>
            <a:prstGeom prst="rect">
              <a:avLst/>
            </a:prstGeom>
            <a:solidFill>
              <a:srgbClr val="F2F2F2"/>
            </a:solidFill>
            <a:ln w="9525">
              <a:noFill/>
            </a:ln>
          </p:spPr>
          <p:txBody>
            <a:bodyPr anchor="t"/>
            <a:lstStyle/>
            <a:p>
              <a:endParaRPr lang="zh-CN" altLang="en-US" dirty="0">
                <a:solidFill>
                  <a:schemeClr val="tx1"/>
                </a:solidFill>
                <a:latin typeface="Calibri" panose="020F0502020204030204" charset="0"/>
                <a:ea typeface="Microsoft YaHei" panose="020B0503020204020204" pitchFamily="2" charset="-122"/>
              </a:endParaRPr>
            </a:p>
          </p:txBody>
        </p:sp>
        <p:sp>
          <p:nvSpPr>
            <p:cNvPr id="17428" name="Freeform 32"/>
            <p:cNvSpPr/>
            <p:nvPr/>
          </p:nvSpPr>
          <p:spPr>
            <a:xfrm>
              <a:off x="1704458" y="2801442"/>
              <a:ext cx="64201" cy="194608"/>
            </a:xfrm>
            <a:custGeom>
              <a:avLst/>
              <a:gdLst/>
              <a:ahLst/>
              <a:cxnLst>
                <a:cxn ang="0">
                  <a:pos x="64201" y="163100"/>
                </a:cxn>
                <a:cxn ang="0">
                  <a:pos x="32101" y="194608"/>
                </a:cxn>
                <a:cxn ang="0">
                  <a:pos x="0" y="163100"/>
                </a:cxn>
                <a:cxn ang="0">
                  <a:pos x="0" y="29655"/>
                </a:cxn>
                <a:cxn ang="0">
                  <a:pos x="32101" y="0"/>
                </a:cxn>
                <a:cxn ang="0">
                  <a:pos x="64201" y="29655"/>
                </a:cxn>
                <a:cxn ang="0">
                  <a:pos x="64201" y="163100"/>
                </a:cxn>
              </a:cxnLst>
              <a:rect l="0" t="0" r="0" b="0"/>
              <a:pathLst>
                <a:path w="34" h="105">
                  <a:moveTo>
                    <a:pt x="34" y="88"/>
                  </a:moveTo>
                  <a:cubicBezTo>
                    <a:pt x="34" y="97"/>
                    <a:pt x="27" y="105"/>
                    <a:pt x="17" y="105"/>
                  </a:cubicBezTo>
                  <a:cubicBezTo>
                    <a:pt x="8" y="105"/>
                    <a:pt x="0" y="97"/>
                    <a:pt x="0" y="88"/>
                  </a:cubicBezTo>
                  <a:cubicBezTo>
                    <a:pt x="0" y="16"/>
                    <a:pt x="0" y="16"/>
                    <a:pt x="0" y="16"/>
                  </a:cubicBezTo>
                  <a:cubicBezTo>
                    <a:pt x="0" y="7"/>
                    <a:pt x="8" y="0"/>
                    <a:pt x="17" y="0"/>
                  </a:cubicBezTo>
                  <a:cubicBezTo>
                    <a:pt x="27" y="0"/>
                    <a:pt x="34" y="7"/>
                    <a:pt x="34" y="16"/>
                  </a:cubicBezTo>
                  <a:lnTo>
                    <a:pt x="34" y="88"/>
                  </a:lnTo>
                  <a:close/>
                </a:path>
              </a:pathLst>
            </a:custGeom>
            <a:solidFill>
              <a:srgbClr val="F2F2F2"/>
            </a:solidFill>
            <a:ln w="9525">
              <a:noFill/>
            </a:ln>
          </p:spPr>
          <p:txBody>
            <a:bodyPr/>
            <a:lstStyle/>
            <a:p>
              <a:endParaRPr lang="en-US">
                <a:solidFill>
                  <a:schemeClr val="tx1"/>
                </a:solidFill>
              </a:endParaRPr>
            </a:p>
          </p:txBody>
        </p:sp>
      </p:grpSp>
      <p:grpSp>
        <p:nvGrpSpPr>
          <p:cNvPr id="17429" name="组合 28"/>
          <p:cNvGrpSpPr/>
          <p:nvPr/>
        </p:nvGrpSpPr>
        <p:grpSpPr>
          <a:xfrm>
            <a:off x="1871345" y="2562225"/>
            <a:ext cx="314325" cy="406400"/>
            <a:chOff x="3171046" y="4045333"/>
            <a:chExt cx="314985" cy="407273"/>
          </a:xfrm>
        </p:grpSpPr>
        <p:sp>
          <p:nvSpPr>
            <p:cNvPr id="17430" name="Freeform 33"/>
            <p:cNvSpPr/>
            <p:nvPr/>
          </p:nvSpPr>
          <p:spPr>
            <a:xfrm>
              <a:off x="3175058" y="4045333"/>
              <a:ext cx="310973" cy="312979"/>
            </a:xfrm>
            <a:custGeom>
              <a:avLst/>
              <a:gdLst/>
              <a:ahLst/>
              <a:cxnLst>
                <a:cxn ang="0">
                  <a:pos x="227178" y="16767"/>
                </a:cxn>
                <a:cxn ang="0">
                  <a:pos x="290490" y="139723"/>
                </a:cxn>
                <a:cxn ang="0">
                  <a:pos x="137796" y="292486"/>
                </a:cxn>
                <a:cxn ang="0">
                  <a:pos x="14897" y="232871"/>
                </a:cxn>
                <a:cxn ang="0">
                  <a:pos x="0" y="245912"/>
                </a:cxn>
                <a:cxn ang="0">
                  <a:pos x="137796" y="312979"/>
                </a:cxn>
                <a:cxn ang="0">
                  <a:pos x="310973" y="139723"/>
                </a:cxn>
                <a:cxn ang="0">
                  <a:pos x="240213" y="0"/>
                </a:cxn>
                <a:cxn ang="0">
                  <a:pos x="227178" y="16767"/>
                </a:cxn>
              </a:cxnLst>
              <a:rect l="0" t="0" r="0" b="0"/>
              <a:pathLst>
                <a:path w="167" h="168">
                  <a:moveTo>
                    <a:pt x="122" y="9"/>
                  </a:moveTo>
                  <a:cubicBezTo>
                    <a:pt x="143" y="24"/>
                    <a:pt x="156" y="48"/>
                    <a:pt x="156" y="75"/>
                  </a:cubicBezTo>
                  <a:cubicBezTo>
                    <a:pt x="156" y="120"/>
                    <a:pt x="119" y="157"/>
                    <a:pt x="74" y="157"/>
                  </a:cubicBezTo>
                  <a:cubicBezTo>
                    <a:pt x="47" y="157"/>
                    <a:pt x="23" y="145"/>
                    <a:pt x="8" y="125"/>
                  </a:cubicBezTo>
                  <a:cubicBezTo>
                    <a:pt x="0" y="132"/>
                    <a:pt x="0" y="132"/>
                    <a:pt x="0" y="132"/>
                  </a:cubicBezTo>
                  <a:cubicBezTo>
                    <a:pt x="17" y="154"/>
                    <a:pt x="43" y="168"/>
                    <a:pt x="74" y="168"/>
                  </a:cubicBezTo>
                  <a:cubicBezTo>
                    <a:pt x="125" y="168"/>
                    <a:pt x="167" y="126"/>
                    <a:pt x="167" y="75"/>
                  </a:cubicBezTo>
                  <a:cubicBezTo>
                    <a:pt x="167" y="44"/>
                    <a:pt x="152" y="17"/>
                    <a:pt x="129" y="0"/>
                  </a:cubicBezTo>
                  <a:lnTo>
                    <a:pt x="122" y="9"/>
                  </a:lnTo>
                  <a:close/>
                </a:path>
              </a:pathLst>
            </a:custGeom>
            <a:solidFill>
              <a:srgbClr val="F2F2F2"/>
            </a:solidFill>
            <a:ln w="9525">
              <a:noFill/>
            </a:ln>
          </p:spPr>
          <p:txBody>
            <a:bodyPr/>
            <a:lstStyle/>
            <a:p>
              <a:endParaRPr lang="en-US">
                <a:solidFill>
                  <a:schemeClr val="tx1"/>
                </a:solidFill>
              </a:endParaRPr>
            </a:p>
          </p:txBody>
        </p:sp>
        <p:sp>
          <p:nvSpPr>
            <p:cNvPr id="17431" name="Freeform 34"/>
            <p:cNvSpPr>
              <a:spLocks noEditPoints="1"/>
            </p:cNvSpPr>
            <p:nvPr/>
          </p:nvSpPr>
          <p:spPr>
            <a:xfrm>
              <a:off x="3177064" y="4051351"/>
              <a:ext cx="276866" cy="274859"/>
            </a:xfrm>
            <a:custGeom>
              <a:avLst/>
              <a:gdLst/>
              <a:ahLst/>
              <a:cxnLst>
                <a:cxn ang="0">
                  <a:pos x="138433" y="0"/>
                </a:cxn>
                <a:cxn ang="0">
                  <a:pos x="0" y="137430"/>
                </a:cxn>
                <a:cxn ang="0">
                  <a:pos x="138433" y="274859"/>
                </a:cxn>
                <a:cxn ang="0">
                  <a:pos x="276866" y="137430"/>
                </a:cxn>
                <a:cxn ang="0">
                  <a:pos x="138433" y="0"/>
                </a:cxn>
                <a:cxn ang="0">
                  <a:pos x="138433" y="267430"/>
                </a:cxn>
                <a:cxn ang="0">
                  <a:pos x="5612" y="137430"/>
                </a:cxn>
                <a:cxn ang="0">
                  <a:pos x="138433" y="5571"/>
                </a:cxn>
                <a:cxn ang="0">
                  <a:pos x="269383" y="137430"/>
                </a:cxn>
                <a:cxn ang="0">
                  <a:pos x="138433" y="267430"/>
                </a:cxn>
              </a:cxnLst>
              <a:rect l="0" t="0" r="0" b="0"/>
              <a:pathLst>
                <a:path w="148" h="148">
                  <a:moveTo>
                    <a:pt x="74" y="0"/>
                  </a:moveTo>
                  <a:cubicBezTo>
                    <a:pt x="33" y="0"/>
                    <a:pt x="0" y="33"/>
                    <a:pt x="0" y="74"/>
                  </a:cubicBezTo>
                  <a:cubicBezTo>
                    <a:pt x="0" y="114"/>
                    <a:pt x="33" y="148"/>
                    <a:pt x="74" y="148"/>
                  </a:cubicBezTo>
                  <a:cubicBezTo>
                    <a:pt x="115" y="148"/>
                    <a:pt x="148" y="114"/>
                    <a:pt x="148" y="74"/>
                  </a:cubicBezTo>
                  <a:cubicBezTo>
                    <a:pt x="148" y="33"/>
                    <a:pt x="115" y="0"/>
                    <a:pt x="74" y="0"/>
                  </a:cubicBezTo>
                  <a:close/>
                  <a:moveTo>
                    <a:pt x="74" y="144"/>
                  </a:moveTo>
                  <a:cubicBezTo>
                    <a:pt x="35" y="144"/>
                    <a:pt x="3" y="113"/>
                    <a:pt x="3" y="74"/>
                  </a:cubicBezTo>
                  <a:cubicBezTo>
                    <a:pt x="3" y="35"/>
                    <a:pt x="35" y="3"/>
                    <a:pt x="74" y="3"/>
                  </a:cubicBezTo>
                  <a:cubicBezTo>
                    <a:pt x="113" y="3"/>
                    <a:pt x="144" y="35"/>
                    <a:pt x="144" y="74"/>
                  </a:cubicBezTo>
                  <a:cubicBezTo>
                    <a:pt x="144" y="113"/>
                    <a:pt x="113" y="144"/>
                    <a:pt x="74" y="144"/>
                  </a:cubicBezTo>
                  <a:close/>
                </a:path>
              </a:pathLst>
            </a:custGeom>
            <a:solidFill>
              <a:srgbClr val="F2F2F2"/>
            </a:solidFill>
            <a:ln w="9525">
              <a:noFill/>
            </a:ln>
          </p:spPr>
          <p:txBody>
            <a:bodyPr/>
            <a:lstStyle/>
            <a:p>
              <a:endParaRPr lang="en-US">
                <a:solidFill>
                  <a:schemeClr val="tx1"/>
                </a:solidFill>
              </a:endParaRPr>
            </a:p>
          </p:txBody>
        </p:sp>
        <p:sp>
          <p:nvSpPr>
            <p:cNvPr id="17432" name="Freeform 35"/>
            <p:cNvSpPr/>
            <p:nvPr/>
          </p:nvSpPr>
          <p:spPr>
            <a:xfrm>
              <a:off x="3171046" y="4057371"/>
              <a:ext cx="308966" cy="268841"/>
            </a:xfrm>
            <a:custGeom>
              <a:avLst/>
              <a:gdLst/>
              <a:ahLst/>
              <a:cxnLst>
                <a:cxn ang="0">
                  <a:pos x="89340" y="20395"/>
                </a:cxn>
                <a:cxn ang="0">
                  <a:pos x="83756" y="31519"/>
                </a:cxn>
                <a:cxn ang="0">
                  <a:pos x="78172" y="38936"/>
                </a:cxn>
                <a:cxn ang="0">
                  <a:pos x="72588" y="33373"/>
                </a:cxn>
                <a:cxn ang="0">
                  <a:pos x="70727" y="42644"/>
                </a:cxn>
                <a:cxn ang="0">
                  <a:pos x="57698" y="46352"/>
                </a:cxn>
                <a:cxn ang="0">
                  <a:pos x="48392" y="55622"/>
                </a:cxn>
                <a:cxn ang="0">
                  <a:pos x="37225" y="72309"/>
                </a:cxn>
                <a:cxn ang="0">
                  <a:pos x="29780" y="81579"/>
                </a:cxn>
                <a:cxn ang="0">
                  <a:pos x="35364" y="88996"/>
                </a:cxn>
                <a:cxn ang="0">
                  <a:pos x="37225" y="94558"/>
                </a:cxn>
                <a:cxn ang="0">
                  <a:pos x="29780" y="87142"/>
                </a:cxn>
                <a:cxn ang="0">
                  <a:pos x="26057" y="81579"/>
                </a:cxn>
                <a:cxn ang="0">
                  <a:pos x="22335" y="92704"/>
                </a:cxn>
                <a:cxn ang="0">
                  <a:pos x="24196" y="111245"/>
                </a:cxn>
                <a:cxn ang="0">
                  <a:pos x="33502" y="107536"/>
                </a:cxn>
                <a:cxn ang="0">
                  <a:pos x="42809" y="118661"/>
                </a:cxn>
                <a:cxn ang="0">
                  <a:pos x="55837" y="131639"/>
                </a:cxn>
                <a:cxn ang="0">
                  <a:pos x="67005" y="142764"/>
                </a:cxn>
                <a:cxn ang="0">
                  <a:pos x="83756" y="157596"/>
                </a:cxn>
                <a:cxn ang="0">
                  <a:pos x="78172" y="181699"/>
                </a:cxn>
                <a:cxn ang="0">
                  <a:pos x="67005" y="209511"/>
                </a:cxn>
                <a:cxn ang="0">
                  <a:pos x="70727" y="228051"/>
                </a:cxn>
                <a:cxn ang="0">
                  <a:pos x="63282" y="229905"/>
                </a:cxn>
                <a:cxn ang="0">
                  <a:pos x="42809" y="200240"/>
                </a:cxn>
                <a:cxn ang="0">
                  <a:pos x="22335" y="152034"/>
                </a:cxn>
                <a:cxn ang="0">
                  <a:pos x="14890" y="116807"/>
                </a:cxn>
                <a:cxn ang="0">
                  <a:pos x="100507" y="246592"/>
                </a:cxn>
                <a:cxn ang="0">
                  <a:pos x="120981" y="242884"/>
                </a:cxn>
                <a:cxn ang="0">
                  <a:pos x="148899" y="241030"/>
                </a:cxn>
                <a:cxn ang="0">
                  <a:pos x="147038" y="252154"/>
                </a:cxn>
                <a:cxn ang="0">
                  <a:pos x="163789" y="250300"/>
                </a:cxn>
                <a:cxn ang="0">
                  <a:pos x="187985" y="248446"/>
                </a:cxn>
                <a:cxn ang="0">
                  <a:pos x="186124" y="3708"/>
                </a:cxn>
                <a:cxn ang="0">
                  <a:pos x="266157" y="85287"/>
                </a:cxn>
                <a:cxn ang="0">
                  <a:pos x="254990" y="77871"/>
                </a:cxn>
                <a:cxn ang="0">
                  <a:pos x="245684" y="100120"/>
                </a:cxn>
                <a:cxn ang="0">
                  <a:pos x="230794" y="79725"/>
                </a:cxn>
                <a:cxn ang="0">
                  <a:pos x="236378" y="100120"/>
                </a:cxn>
                <a:cxn ang="0">
                  <a:pos x="253129" y="105682"/>
                </a:cxn>
                <a:cxn ang="0">
                  <a:pos x="245684" y="135348"/>
                </a:cxn>
                <a:cxn ang="0">
                  <a:pos x="238239" y="165013"/>
                </a:cxn>
                <a:cxn ang="0">
                  <a:pos x="228933" y="185408"/>
                </a:cxn>
                <a:cxn ang="0">
                  <a:pos x="199153" y="207656"/>
                </a:cxn>
                <a:cxn ang="0">
                  <a:pos x="191708" y="187262"/>
                </a:cxn>
                <a:cxn ang="0">
                  <a:pos x="193569" y="163159"/>
                </a:cxn>
                <a:cxn ang="0">
                  <a:pos x="182402" y="135348"/>
                </a:cxn>
                <a:cxn ang="0">
                  <a:pos x="169373" y="120515"/>
                </a:cxn>
                <a:cxn ang="0">
                  <a:pos x="134009" y="120515"/>
                </a:cxn>
                <a:cxn ang="0">
                  <a:pos x="120981" y="101974"/>
                </a:cxn>
                <a:cxn ang="0">
                  <a:pos x="135871" y="66747"/>
                </a:cxn>
                <a:cxn ang="0">
                  <a:pos x="161928" y="55622"/>
                </a:cxn>
                <a:cxn ang="0">
                  <a:pos x="176818" y="63039"/>
                </a:cxn>
                <a:cxn ang="0">
                  <a:pos x="197292" y="63039"/>
                </a:cxn>
                <a:cxn ang="0">
                  <a:pos x="219626" y="59330"/>
                </a:cxn>
                <a:cxn ang="0">
                  <a:pos x="199153" y="50060"/>
                </a:cxn>
                <a:cxn ang="0">
                  <a:pos x="197292" y="42644"/>
                </a:cxn>
                <a:cxn ang="0">
                  <a:pos x="173095" y="42644"/>
                </a:cxn>
                <a:cxn ang="0">
                  <a:pos x="150761" y="50060"/>
                </a:cxn>
                <a:cxn ang="0">
                  <a:pos x="145177" y="27811"/>
                </a:cxn>
                <a:cxn ang="0">
                  <a:pos x="130287" y="14833"/>
                </a:cxn>
                <a:cxn ang="0">
                  <a:pos x="147038" y="3708"/>
                </a:cxn>
              </a:cxnLst>
              <a:rect l="0" t="0" r="0" b="0"/>
              <a:pathLst>
                <a:path w="166" h="145">
                  <a:moveTo>
                    <a:pt x="67" y="0"/>
                  </a:moveTo>
                  <a:cubicBezTo>
                    <a:pt x="67" y="0"/>
                    <a:pt x="42" y="3"/>
                    <a:pt x="25" y="23"/>
                  </a:cubicBezTo>
                  <a:cubicBezTo>
                    <a:pt x="25" y="23"/>
                    <a:pt x="39" y="9"/>
                    <a:pt x="46" y="9"/>
                  </a:cubicBezTo>
                  <a:cubicBezTo>
                    <a:pt x="48" y="10"/>
                    <a:pt x="48" y="10"/>
                    <a:pt x="48" y="10"/>
                  </a:cubicBezTo>
                  <a:cubicBezTo>
                    <a:pt x="48" y="11"/>
                    <a:pt x="48" y="11"/>
                    <a:pt x="48" y="11"/>
                  </a:cubicBezTo>
                  <a:cubicBezTo>
                    <a:pt x="46" y="13"/>
                    <a:pt x="46" y="13"/>
                    <a:pt x="46" y="13"/>
                  </a:cubicBezTo>
                  <a:cubicBezTo>
                    <a:pt x="47" y="14"/>
                    <a:pt x="47" y="14"/>
                    <a:pt x="47" y="14"/>
                  </a:cubicBezTo>
                  <a:cubicBezTo>
                    <a:pt x="46" y="15"/>
                    <a:pt x="46" y="15"/>
                    <a:pt x="46" y="15"/>
                  </a:cubicBezTo>
                  <a:cubicBezTo>
                    <a:pt x="45" y="16"/>
                    <a:pt x="45" y="16"/>
                    <a:pt x="45" y="16"/>
                  </a:cubicBezTo>
                  <a:cubicBezTo>
                    <a:pt x="45" y="16"/>
                    <a:pt x="45" y="16"/>
                    <a:pt x="45" y="17"/>
                  </a:cubicBezTo>
                  <a:cubicBezTo>
                    <a:pt x="45" y="17"/>
                    <a:pt x="45" y="18"/>
                    <a:pt x="45" y="18"/>
                  </a:cubicBezTo>
                  <a:cubicBezTo>
                    <a:pt x="45" y="19"/>
                    <a:pt x="45" y="19"/>
                    <a:pt x="45" y="19"/>
                  </a:cubicBezTo>
                  <a:cubicBezTo>
                    <a:pt x="45" y="20"/>
                    <a:pt x="45" y="20"/>
                    <a:pt x="45" y="20"/>
                  </a:cubicBezTo>
                  <a:cubicBezTo>
                    <a:pt x="43" y="21"/>
                    <a:pt x="43" y="21"/>
                    <a:pt x="43" y="21"/>
                  </a:cubicBezTo>
                  <a:cubicBezTo>
                    <a:pt x="43" y="21"/>
                    <a:pt x="42" y="21"/>
                    <a:pt x="42" y="21"/>
                  </a:cubicBezTo>
                  <a:cubicBezTo>
                    <a:pt x="41" y="21"/>
                    <a:pt x="41" y="20"/>
                    <a:pt x="41" y="20"/>
                  </a:cubicBezTo>
                  <a:cubicBezTo>
                    <a:pt x="42" y="19"/>
                    <a:pt x="42" y="19"/>
                    <a:pt x="42" y="19"/>
                  </a:cubicBezTo>
                  <a:cubicBezTo>
                    <a:pt x="42" y="19"/>
                    <a:pt x="43" y="18"/>
                    <a:pt x="42" y="18"/>
                  </a:cubicBezTo>
                  <a:cubicBezTo>
                    <a:pt x="42" y="18"/>
                    <a:pt x="42" y="17"/>
                    <a:pt x="41" y="17"/>
                  </a:cubicBezTo>
                  <a:cubicBezTo>
                    <a:pt x="40" y="17"/>
                    <a:pt x="39" y="18"/>
                    <a:pt x="39" y="18"/>
                  </a:cubicBezTo>
                  <a:cubicBezTo>
                    <a:pt x="38" y="19"/>
                    <a:pt x="38" y="19"/>
                    <a:pt x="38" y="19"/>
                  </a:cubicBezTo>
                  <a:cubicBezTo>
                    <a:pt x="38" y="21"/>
                    <a:pt x="38" y="21"/>
                    <a:pt x="38" y="21"/>
                  </a:cubicBezTo>
                  <a:cubicBezTo>
                    <a:pt x="38" y="21"/>
                    <a:pt x="38" y="21"/>
                    <a:pt x="38" y="21"/>
                  </a:cubicBezTo>
                  <a:cubicBezTo>
                    <a:pt x="38" y="21"/>
                    <a:pt x="39" y="22"/>
                    <a:pt x="39" y="22"/>
                  </a:cubicBezTo>
                  <a:cubicBezTo>
                    <a:pt x="39" y="22"/>
                    <a:pt x="38" y="23"/>
                    <a:pt x="38" y="23"/>
                  </a:cubicBezTo>
                  <a:cubicBezTo>
                    <a:pt x="38" y="23"/>
                    <a:pt x="38" y="24"/>
                    <a:pt x="37" y="24"/>
                  </a:cubicBezTo>
                  <a:cubicBezTo>
                    <a:pt x="36" y="23"/>
                    <a:pt x="35" y="23"/>
                    <a:pt x="35" y="23"/>
                  </a:cubicBezTo>
                  <a:cubicBezTo>
                    <a:pt x="34" y="23"/>
                    <a:pt x="34" y="23"/>
                    <a:pt x="33" y="23"/>
                  </a:cubicBezTo>
                  <a:cubicBezTo>
                    <a:pt x="33" y="23"/>
                    <a:pt x="33" y="23"/>
                    <a:pt x="33" y="23"/>
                  </a:cubicBezTo>
                  <a:cubicBezTo>
                    <a:pt x="31" y="25"/>
                    <a:pt x="31" y="25"/>
                    <a:pt x="31" y="25"/>
                  </a:cubicBezTo>
                  <a:cubicBezTo>
                    <a:pt x="30" y="25"/>
                    <a:pt x="30" y="25"/>
                    <a:pt x="30" y="25"/>
                  </a:cubicBezTo>
                  <a:cubicBezTo>
                    <a:pt x="30" y="27"/>
                    <a:pt x="30" y="27"/>
                    <a:pt x="30" y="27"/>
                  </a:cubicBezTo>
                  <a:cubicBezTo>
                    <a:pt x="30" y="27"/>
                    <a:pt x="29" y="27"/>
                    <a:pt x="28" y="28"/>
                  </a:cubicBezTo>
                  <a:cubicBezTo>
                    <a:pt x="27" y="28"/>
                    <a:pt x="27" y="28"/>
                    <a:pt x="27" y="28"/>
                  </a:cubicBezTo>
                  <a:cubicBezTo>
                    <a:pt x="26" y="30"/>
                    <a:pt x="26" y="30"/>
                    <a:pt x="26" y="30"/>
                  </a:cubicBezTo>
                  <a:cubicBezTo>
                    <a:pt x="26" y="30"/>
                    <a:pt x="25" y="30"/>
                    <a:pt x="25" y="31"/>
                  </a:cubicBezTo>
                  <a:cubicBezTo>
                    <a:pt x="24" y="32"/>
                    <a:pt x="22" y="33"/>
                    <a:pt x="22" y="33"/>
                  </a:cubicBezTo>
                  <a:cubicBezTo>
                    <a:pt x="22" y="33"/>
                    <a:pt x="21" y="34"/>
                    <a:pt x="21" y="35"/>
                  </a:cubicBezTo>
                  <a:cubicBezTo>
                    <a:pt x="21" y="35"/>
                    <a:pt x="21" y="36"/>
                    <a:pt x="20" y="37"/>
                  </a:cubicBezTo>
                  <a:cubicBezTo>
                    <a:pt x="20" y="37"/>
                    <a:pt x="20" y="38"/>
                    <a:pt x="20" y="39"/>
                  </a:cubicBezTo>
                  <a:cubicBezTo>
                    <a:pt x="20" y="39"/>
                    <a:pt x="19" y="40"/>
                    <a:pt x="19" y="40"/>
                  </a:cubicBezTo>
                  <a:cubicBezTo>
                    <a:pt x="18" y="41"/>
                    <a:pt x="18" y="41"/>
                    <a:pt x="18" y="41"/>
                  </a:cubicBezTo>
                  <a:cubicBezTo>
                    <a:pt x="18" y="41"/>
                    <a:pt x="16" y="42"/>
                    <a:pt x="15" y="42"/>
                  </a:cubicBezTo>
                  <a:cubicBezTo>
                    <a:pt x="15" y="42"/>
                    <a:pt x="15" y="43"/>
                    <a:pt x="15" y="44"/>
                  </a:cubicBezTo>
                  <a:cubicBezTo>
                    <a:pt x="16" y="44"/>
                    <a:pt x="16" y="44"/>
                    <a:pt x="16" y="44"/>
                  </a:cubicBezTo>
                  <a:cubicBezTo>
                    <a:pt x="17" y="45"/>
                    <a:pt x="17" y="45"/>
                    <a:pt x="17" y="45"/>
                  </a:cubicBezTo>
                  <a:cubicBezTo>
                    <a:pt x="17" y="46"/>
                    <a:pt x="17" y="46"/>
                    <a:pt x="17" y="46"/>
                  </a:cubicBezTo>
                  <a:cubicBezTo>
                    <a:pt x="17" y="47"/>
                    <a:pt x="16" y="48"/>
                    <a:pt x="17" y="48"/>
                  </a:cubicBezTo>
                  <a:cubicBezTo>
                    <a:pt x="17" y="48"/>
                    <a:pt x="18" y="48"/>
                    <a:pt x="18" y="48"/>
                  </a:cubicBezTo>
                  <a:cubicBezTo>
                    <a:pt x="19" y="48"/>
                    <a:pt x="19" y="48"/>
                    <a:pt x="19" y="48"/>
                  </a:cubicBezTo>
                  <a:cubicBezTo>
                    <a:pt x="21" y="49"/>
                    <a:pt x="21" y="49"/>
                    <a:pt x="21" y="49"/>
                  </a:cubicBezTo>
                  <a:cubicBezTo>
                    <a:pt x="21" y="50"/>
                    <a:pt x="21" y="50"/>
                    <a:pt x="21" y="50"/>
                  </a:cubicBezTo>
                  <a:cubicBezTo>
                    <a:pt x="21" y="51"/>
                    <a:pt x="21" y="51"/>
                    <a:pt x="21" y="51"/>
                  </a:cubicBezTo>
                  <a:cubicBezTo>
                    <a:pt x="20" y="51"/>
                    <a:pt x="20" y="51"/>
                    <a:pt x="20" y="51"/>
                  </a:cubicBezTo>
                  <a:cubicBezTo>
                    <a:pt x="20" y="51"/>
                    <a:pt x="20" y="51"/>
                    <a:pt x="20" y="51"/>
                  </a:cubicBezTo>
                  <a:cubicBezTo>
                    <a:pt x="20" y="50"/>
                    <a:pt x="20" y="50"/>
                    <a:pt x="19" y="50"/>
                  </a:cubicBezTo>
                  <a:cubicBezTo>
                    <a:pt x="18" y="50"/>
                    <a:pt x="18" y="50"/>
                    <a:pt x="18" y="50"/>
                  </a:cubicBezTo>
                  <a:cubicBezTo>
                    <a:pt x="17" y="50"/>
                    <a:pt x="17" y="50"/>
                    <a:pt x="17" y="49"/>
                  </a:cubicBezTo>
                  <a:cubicBezTo>
                    <a:pt x="16" y="49"/>
                    <a:pt x="16" y="50"/>
                    <a:pt x="16" y="49"/>
                  </a:cubicBezTo>
                  <a:cubicBezTo>
                    <a:pt x="16" y="48"/>
                    <a:pt x="17" y="48"/>
                    <a:pt x="16" y="47"/>
                  </a:cubicBezTo>
                  <a:cubicBezTo>
                    <a:pt x="15" y="46"/>
                    <a:pt x="15" y="46"/>
                    <a:pt x="15" y="46"/>
                  </a:cubicBezTo>
                  <a:cubicBezTo>
                    <a:pt x="15" y="46"/>
                    <a:pt x="15" y="47"/>
                    <a:pt x="15" y="46"/>
                  </a:cubicBezTo>
                  <a:cubicBezTo>
                    <a:pt x="14" y="46"/>
                    <a:pt x="14" y="45"/>
                    <a:pt x="14" y="46"/>
                  </a:cubicBezTo>
                  <a:cubicBezTo>
                    <a:pt x="14" y="46"/>
                    <a:pt x="13" y="46"/>
                    <a:pt x="13" y="45"/>
                  </a:cubicBezTo>
                  <a:cubicBezTo>
                    <a:pt x="13" y="45"/>
                    <a:pt x="14" y="44"/>
                    <a:pt x="14" y="44"/>
                  </a:cubicBezTo>
                  <a:cubicBezTo>
                    <a:pt x="14" y="43"/>
                    <a:pt x="14" y="42"/>
                    <a:pt x="14" y="42"/>
                  </a:cubicBezTo>
                  <a:cubicBezTo>
                    <a:pt x="14" y="40"/>
                    <a:pt x="14" y="40"/>
                    <a:pt x="14" y="40"/>
                  </a:cubicBezTo>
                  <a:cubicBezTo>
                    <a:pt x="14" y="40"/>
                    <a:pt x="12" y="44"/>
                    <a:pt x="11" y="48"/>
                  </a:cubicBezTo>
                  <a:cubicBezTo>
                    <a:pt x="11" y="48"/>
                    <a:pt x="12" y="47"/>
                    <a:pt x="12" y="48"/>
                  </a:cubicBezTo>
                  <a:cubicBezTo>
                    <a:pt x="12" y="49"/>
                    <a:pt x="12" y="49"/>
                    <a:pt x="12" y="50"/>
                  </a:cubicBezTo>
                  <a:cubicBezTo>
                    <a:pt x="12" y="50"/>
                    <a:pt x="12" y="50"/>
                    <a:pt x="12" y="52"/>
                  </a:cubicBezTo>
                  <a:cubicBezTo>
                    <a:pt x="12" y="54"/>
                    <a:pt x="12" y="54"/>
                    <a:pt x="12" y="55"/>
                  </a:cubicBezTo>
                  <a:cubicBezTo>
                    <a:pt x="12" y="55"/>
                    <a:pt x="12" y="56"/>
                    <a:pt x="12" y="57"/>
                  </a:cubicBezTo>
                  <a:cubicBezTo>
                    <a:pt x="11" y="58"/>
                    <a:pt x="12" y="59"/>
                    <a:pt x="12" y="60"/>
                  </a:cubicBezTo>
                  <a:cubicBezTo>
                    <a:pt x="13" y="60"/>
                    <a:pt x="13" y="60"/>
                    <a:pt x="13" y="60"/>
                  </a:cubicBezTo>
                  <a:cubicBezTo>
                    <a:pt x="13" y="61"/>
                    <a:pt x="12" y="62"/>
                    <a:pt x="13" y="61"/>
                  </a:cubicBezTo>
                  <a:cubicBezTo>
                    <a:pt x="14" y="59"/>
                    <a:pt x="14" y="59"/>
                    <a:pt x="14" y="59"/>
                  </a:cubicBezTo>
                  <a:cubicBezTo>
                    <a:pt x="15" y="58"/>
                    <a:pt x="15" y="58"/>
                    <a:pt x="15" y="58"/>
                  </a:cubicBezTo>
                  <a:cubicBezTo>
                    <a:pt x="15" y="58"/>
                    <a:pt x="15" y="57"/>
                    <a:pt x="16" y="57"/>
                  </a:cubicBezTo>
                  <a:cubicBezTo>
                    <a:pt x="17" y="58"/>
                    <a:pt x="17" y="57"/>
                    <a:pt x="18" y="58"/>
                  </a:cubicBezTo>
                  <a:cubicBezTo>
                    <a:pt x="18" y="58"/>
                    <a:pt x="17" y="59"/>
                    <a:pt x="18" y="60"/>
                  </a:cubicBezTo>
                  <a:cubicBezTo>
                    <a:pt x="18" y="60"/>
                    <a:pt x="20" y="59"/>
                    <a:pt x="20" y="59"/>
                  </a:cubicBezTo>
                  <a:cubicBezTo>
                    <a:pt x="21" y="59"/>
                    <a:pt x="21" y="59"/>
                    <a:pt x="22" y="60"/>
                  </a:cubicBezTo>
                  <a:cubicBezTo>
                    <a:pt x="22" y="61"/>
                    <a:pt x="22" y="62"/>
                    <a:pt x="23" y="62"/>
                  </a:cubicBezTo>
                  <a:cubicBezTo>
                    <a:pt x="23" y="62"/>
                    <a:pt x="23" y="63"/>
                    <a:pt x="23" y="64"/>
                  </a:cubicBezTo>
                  <a:cubicBezTo>
                    <a:pt x="24" y="65"/>
                    <a:pt x="25" y="65"/>
                    <a:pt x="25" y="65"/>
                  </a:cubicBezTo>
                  <a:cubicBezTo>
                    <a:pt x="26" y="65"/>
                    <a:pt x="27" y="65"/>
                    <a:pt x="28" y="66"/>
                  </a:cubicBezTo>
                  <a:cubicBezTo>
                    <a:pt x="28" y="66"/>
                    <a:pt x="28" y="67"/>
                    <a:pt x="29" y="67"/>
                  </a:cubicBezTo>
                  <a:cubicBezTo>
                    <a:pt x="30" y="67"/>
                    <a:pt x="30" y="69"/>
                    <a:pt x="30" y="69"/>
                  </a:cubicBezTo>
                  <a:cubicBezTo>
                    <a:pt x="30" y="69"/>
                    <a:pt x="30" y="71"/>
                    <a:pt x="30" y="71"/>
                  </a:cubicBezTo>
                  <a:cubicBezTo>
                    <a:pt x="30" y="71"/>
                    <a:pt x="30" y="72"/>
                    <a:pt x="30" y="72"/>
                  </a:cubicBezTo>
                  <a:cubicBezTo>
                    <a:pt x="31" y="72"/>
                    <a:pt x="32" y="73"/>
                    <a:pt x="32" y="73"/>
                  </a:cubicBezTo>
                  <a:cubicBezTo>
                    <a:pt x="32" y="73"/>
                    <a:pt x="32" y="74"/>
                    <a:pt x="33" y="74"/>
                  </a:cubicBezTo>
                  <a:cubicBezTo>
                    <a:pt x="34" y="75"/>
                    <a:pt x="35" y="75"/>
                    <a:pt x="36" y="75"/>
                  </a:cubicBezTo>
                  <a:cubicBezTo>
                    <a:pt x="36" y="76"/>
                    <a:pt x="35" y="77"/>
                    <a:pt x="36" y="77"/>
                  </a:cubicBezTo>
                  <a:cubicBezTo>
                    <a:pt x="38" y="76"/>
                    <a:pt x="39" y="76"/>
                    <a:pt x="40" y="77"/>
                  </a:cubicBezTo>
                  <a:cubicBezTo>
                    <a:pt x="41" y="77"/>
                    <a:pt x="40" y="78"/>
                    <a:pt x="42" y="79"/>
                  </a:cubicBezTo>
                  <a:cubicBezTo>
                    <a:pt x="44" y="80"/>
                    <a:pt x="44" y="80"/>
                    <a:pt x="45" y="81"/>
                  </a:cubicBezTo>
                  <a:cubicBezTo>
                    <a:pt x="45" y="81"/>
                    <a:pt x="46" y="81"/>
                    <a:pt x="46" y="82"/>
                  </a:cubicBezTo>
                  <a:cubicBezTo>
                    <a:pt x="46" y="84"/>
                    <a:pt x="45" y="84"/>
                    <a:pt x="45" y="85"/>
                  </a:cubicBezTo>
                  <a:cubicBezTo>
                    <a:pt x="44" y="86"/>
                    <a:pt x="43" y="87"/>
                    <a:pt x="43" y="88"/>
                  </a:cubicBezTo>
                  <a:cubicBezTo>
                    <a:pt x="42" y="88"/>
                    <a:pt x="42" y="89"/>
                    <a:pt x="42" y="90"/>
                  </a:cubicBezTo>
                  <a:cubicBezTo>
                    <a:pt x="43" y="91"/>
                    <a:pt x="43" y="92"/>
                    <a:pt x="43" y="93"/>
                  </a:cubicBezTo>
                  <a:cubicBezTo>
                    <a:pt x="43" y="93"/>
                    <a:pt x="43" y="95"/>
                    <a:pt x="43" y="96"/>
                  </a:cubicBezTo>
                  <a:cubicBezTo>
                    <a:pt x="43" y="97"/>
                    <a:pt x="42" y="98"/>
                    <a:pt x="42" y="98"/>
                  </a:cubicBezTo>
                  <a:cubicBezTo>
                    <a:pt x="42" y="98"/>
                    <a:pt x="43" y="99"/>
                    <a:pt x="42" y="100"/>
                  </a:cubicBezTo>
                  <a:cubicBezTo>
                    <a:pt x="41" y="101"/>
                    <a:pt x="40" y="102"/>
                    <a:pt x="39" y="102"/>
                  </a:cubicBezTo>
                  <a:cubicBezTo>
                    <a:pt x="39" y="102"/>
                    <a:pt x="37" y="103"/>
                    <a:pt x="37" y="103"/>
                  </a:cubicBezTo>
                  <a:cubicBezTo>
                    <a:pt x="37" y="103"/>
                    <a:pt x="38" y="106"/>
                    <a:pt x="37" y="107"/>
                  </a:cubicBezTo>
                  <a:cubicBezTo>
                    <a:pt x="37" y="107"/>
                    <a:pt x="35" y="112"/>
                    <a:pt x="36" y="113"/>
                  </a:cubicBezTo>
                  <a:cubicBezTo>
                    <a:pt x="36" y="114"/>
                    <a:pt x="37" y="115"/>
                    <a:pt x="36" y="116"/>
                  </a:cubicBezTo>
                  <a:cubicBezTo>
                    <a:pt x="36" y="116"/>
                    <a:pt x="36" y="116"/>
                    <a:pt x="36" y="117"/>
                  </a:cubicBezTo>
                  <a:cubicBezTo>
                    <a:pt x="35" y="117"/>
                    <a:pt x="34" y="117"/>
                    <a:pt x="35" y="118"/>
                  </a:cubicBezTo>
                  <a:cubicBezTo>
                    <a:pt x="36" y="120"/>
                    <a:pt x="36" y="120"/>
                    <a:pt x="37" y="121"/>
                  </a:cubicBezTo>
                  <a:cubicBezTo>
                    <a:pt x="37" y="122"/>
                    <a:pt x="37" y="122"/>
                    <a:pt x="38" y="123"/>
                  </a:cubicBezTo>
                  <a:cubicBezTo>
                    <a:pt x="38" y="124"/>
                    <a:pt x="39" y="125"/>
                    <a:pt x="40" y="126"/>
                  </a:cubicBezTo>
                  <a:cubicBezTo>
                    <a:pt x="40" y="127"/>
                    <a:pt x="41" y="127"/>
                    <a:pt x="41" y="128"/>
                  </a:cubicBezTo>
                  <a:cubicBezTo>
                    <a:pt x="41" y="129"/>
                    <a:pt x="43" y="130"/>
                    <a:pt x="41" y="129"/>
                  </a:cubicBezTo>
                  <a:cubicBezTo>
                    <a:pt x="39" y="128"/>
                    <a:pt x="41" y="129"/>
                    <a:pt x="38" y="127"/>
                  </a:cubicBezTo>
                  <a:cubicBezTo>
                    <a:pt x="35" y="125"/>
                    <a:pt x="35" y="126"/>
                    <a:pt x="34" y="124"/>
                  </a:cubicBezTo>
                  <a:cubicBezTo>
                    <a:pt x="33" y="123"/>
                    <a:pt x="34" y="128"/>
                    <a:pt x="32" y="122"/>
                  </a:cubicBezTo>
                  <a:cubicBezTo>
                    <a:pt x="30" y="116"/>
                    <a:pt x="29" y="117"/>
                    <a:pt x="29" y="116"/>
                  </a:cubicBezTo>
                  <a:cubicBezTo>
                    <a:pt x="28" y="114"/>
                    <a:pt x="29" y="116"/>
                    <a:pt x="27" y="113"/>
                  </a:cubicBezTo>
                  <a:cubicBezTo>
                    <a:pt x="26" y="110"/>
                    <a:pt x="27" y="112"/>
                    <a:pt x="26" y="110"/>
                  </a:cubicBezTo>
                  <a:cubicBezTo>
                    <a:pt x="24" y="108"/>
                    <a:pt x="24" y="111"/>
                    <a:pt x="23" y="108"/>
                  </a:cubicBezTo>
                  <a:cubicBezTo>
                    <a:pt x="23" y="104"/>
                    <a:pt x="23" y="106"/>
                    <a:pt x="22" y="103"/>
                  </a:cubicBezTo>
                  <a:cubicBezTo>
                    <a:pt x="21" y="99"/>
                    <a:pt x="22" y="99"/>
                    <a:pt x="20" y="97"/>
                  </a:cubicBezTo>
                  <a:cubicBezTo>
                    <a:pt x="18" y="95"/>
                    <a:pt x="18" y="96"/>
                    <a:pt x="18" y="95"/>
                  </a:cubicBezTo>
                  <a:cubicBezTo>
                    <a:pt x="17" y="94"/>
                    <a:pt x="18" y="95"/>
                    <a:pt x="16" y="92"/>
                  </a:cubicBezTo>
                  <a:cubicBezTo>
                    <a:pt x="14" y="88"/>
                    <a:pt x="12" y="87"/>
                    <a:pt x="12" y="82"/>
                  </a:cubicBezTo>
                  <a:cubicBezTo>
                    <a:pt x="12" y="76"/>
                    <a:pt x="12" y="75"/>
                    <a:pt x="12" y="75"/>
                  </a:cubicBezTo>
                  <a:cubicBezTo>
                    <a:pt x="12" y="75"/>
                    <a:pt x="9" y="73"/>
                    <a:pt x="10" y="70"/>
                  </a:cubicBezTo>
                  <a:cubicBezTo>
                    <a:pt x="11" y="67"/>
                    <a:pt x="12" y="68"/>
                    <a:pt x="11" y="67"/>
                  </a:cubicBezTo>
                  <a:cubicBezTo>
                    <a:pt x="11" y="66"/>
                    <a:pt x="11" y="66"/>
                    <a:pt x="10" y="65"/>
                  </a:cubicBezTo>
                  <a:cubicBezTo>
                    <a:pt x="9" y="64"/>
                    <a:pt x="9" y="64"/>
                    <a:pt x="8" y="63"/>
                  </a:cubicBezTo>
                  <a:cubicBezTo>
                    <a:pt x="8" y="62"/>
                    <a:pt x="8" y="61"/>
                    <a:pt x="8" y="61"/>
                  </a:cubicBezTo>
                  <a:cubicBezTo>
                    <a:pt x="7" y="61"/>
                    <a:pt x="7" y="61"/>
                    <a:pt x="7" y="61"/>
                  </a:cubicBezTo>
                  <a:cubicBezTo>
                    <a:pt x="7" y="61"/>
                    <a:pt x="0" y="133"/>
                    <a:pt x="71" y="143"/>
                  </a:cubicBezTo>
                  <a:cubicBezTo>
                    <a:pt x="71" y="143"/>
                    <a:pt x="55" y="139"/>
                    <a:pt x="53" y="136"/>
                  </a:cubicBezTo>
                  <a:cubicBezTo>
                    <a:pt x="53" y="136"/>
                    <a:pt x="53" y="133"/>
                    <a:pt x="54" y="133"/>
                  </a:cubicBezTo>
                  <a:cubicBezTo>
                    <a:pt x="54" y="133"/>
                    <a:pt x="55" y="134"/>
                    <a:pt x="56" y="133"/>
                  </a:cubicBezTo>
                  <a:cubicBezTo>
                    <a:pt x="57" y="132"/>
                    <a:pt x="59" y="131"/>
                    <a:pt x="59" y="131"/>
                  </a:cubicBezTo>
                  <a:cubicBezTo>
                    <a:pt x="59" y="132"/>
                    <a:pt x="59" y="132"/>
                    <a:pt x="59" y="132"/>
                  </a:cubicBezTo>
                  <a:cubicBezTo>
                    <a:pt x="59" y="132"/>
                    <a:pt x="58" y="133"/>
                    <a:pt x="61" y="132"/>
                  </a:cubicBezTo>
                  <a:cubicBezTo>
                    <a:pt x="64" y="132"/>
                    <a:pt x="64" y="132"/>
                    <a:pt x="65" y="131"/>
                  </a:cubicBezTo>
                  <a:cubicBezTo>
                    <a:pt x="66" y="131"/>
                    <a:pt x="68" y="128"/>
                    <a:pt x="69" y="130"/>
                  </a:cubicBezTo>
                  <a:cubicBezTo>
                    <a:pt x="69" y="131"/>
                    <a:pt x="68" y="131"/>
                    <a:pt x="69" y="131"/>
                  </a:cubicBezTo>
                  <a:cubicBezTo>
                    <a:pt x="71" y="132"/>
                    <a:pt x="74" y="131"/>
                    <a:pt x="74" y="131"/>
                  </a:cubicBezTo>
                  <a:cubicBezTo>
                    <a:pt x="74" y="131"/>
                    <a:pt x="79" y="131"/>
                    <a:pt x="79" y="131"/>
                  </a:cubicBezTo>
                  <a:cubicBezTo>
                    <a:pt x="80" y="130"/>
                    <a:pt x="80" y="129"/>
                    <a:pt x="80" y="130"/>
                  </a:cubicBezTo>
                  <a:cubicBezTo>
                    <a:pt x="81" y="130"/>
                    <a:pt x="82" y="131"/>
                    <a:pt x="82" y="131"/>
                  </a:cubicBezTo>
                  <a:cubicBezTo>
                    <a:pt x="79" y="133"/>
                    <a:pt x="79" y="133"/>
                    <a:pt x="79" y="133"/>
                  </a:cubicBezTo>
                  <a:cubicBezTo>
                    <a:pt x="76" y="135"/>
                    <a:pt x="76" y="135"/>
                    <a:pt x="76" y="135"/>
                  </a:cubicBezTo>
                  <a:cubicBezTo>
                    <a:pt x="76" y="135"/>
                    <a:pt x="75" y="135"/>
                    <a:pt x="76" y="135"/>
                  </a:cubicBezTo>
                  <a:cubicBezTo>
                    <a:pt x="77" y="136"/>
                    <a:pt x="78" y="136"/>
                    <a:pt x="79" y="136"/>
                  </a:cubicBezTo>
                  <a:cubicBezTo>
                    <a:pt x="80" y="136"/>
                    <a:pt x="83" y="138"/>
                    <a:pt x="84" y="137"/>
                  </a:cubicBezTo>
                  <a:cubicBezTo>
                    <a:pt x="84" y="136"/>
                    <a:pt x="85" y="135"/>
                    <a:pt x="85" y="135"/>
                  </a:cubicBezTo>
                  <a:cubicBezTo>
                    <a:pt x="86" y="134"/>
                    <a:pt x="85" y="133"/>
                    <a:pt x="87" y="133"/>
                  </a:cubicBezTo>
                  <a:cubicBezTo>
                    <a:pt x="88" y="133"/>
                    <a:pt x="89" y="133"/>
                    <a:pt x="89" y="133"/>
                  </a:cubicBezTo>
                  <a:cubicBezTo>
                    <a:pt x="88" y="135"/>
                    <a:pt x="88" y="135"/>
                    <a:pt x="88" y="135"/>
                  </a:cubicBezTo>
                  <a:cubicBezTo>
                    <a:pt x="88" y="135"/>
                    <a:pt x="90" y="135"/>
                    <a:pt x="91" y="135"/>
                  </a:cubicBezTo>
                  <a:cubicBezTo>
                    <a:pt x="92" y="135"/>
                    <a:pt x="92" y="136"/>
                    <a:pt x="93" y="135"/>
                  </a:cubicBezTo>
                  <a:cubicBezTo>
                    <a:pt x="94" y="134"/>
                    <a:pt x="94" y="134"/>
                    <a:pt x="96" y="134"/>
                  </a:cubicBezTo>
                  <a:cubicBezTo>
                    <a:pt x="97" y="134"/>
                    <a:pt x="98" y="133"/>
                    <a:pt x="99" y="133"/>
                  </a:cubicBezTo>
                  <a:cubicBezTo>
                    <a:pt x="100" y="134"/>
                    <a:pt x="101" y="134"/>
                    <a:pt x="101" y="134"/>
                  </a:cubicBezTo>
                  <a:cubicBezTo>
                    <a:pt x="102" y="134"/>
                    <a:pt x="104" y="136"/>
                    <a:pt x="105" y="135"/>
                  </a:cubicBezTo>
                  <a:cubicBezTo>
                    <a:pt x="105" y="135"/>
                    <a:pt x="108" y="135"/>
                    <a:pt x="108" y="135"/>
                  </a:cubicBezTo>
                  <a:cubicBezTo>
                    <a:pt x="108" y="135"/>
                    <a:pt x="100" y="143"/>
                    <a:pt x="82" y="143"/>
                  </a:cubicBezTo>
                  <a:cubicBezTo>
                    <a:pt x="82" y="143"/>
                    <a:pt x="122" y="145"/>
                    <a:pt x="144" y="106"/>
                  </a:cubicBezTo>
                  <a:cubicBezTo>
                    <a:pt x="166" y="68"/>
                    <a:pt x="151" y="19"/>
                    <a:pt x="100" y="2"/>
                  </a:cubicBezTo>
                  <a:cubicBezTo>
                    <a:pt x="100" y="2"/>
                    <a:pt x="138" y="16"/>
                    <a:pt x="148" y="52"/>
                  </a:cubicBezTo>
                  <a:cubicBezTo>
                    <a:pt x="147" y="53"/>
                    <a:pt x="147" y="53"/>
                    <a:pt x="147" y="53"/>
                  </a:cubicBezTo>
                  <a:cubicBezTo>
                    <a:pt x="146" y="52"/>
                    <a:pt x="146" y="52"/>
                    <a:pt x="146" y="50"/>
                  </a:cubicBezTo>
                  <a:cubicBezTo>
                    <a:pt x="145" y="49"/>
                    <a:pt x="145" y="49"/>
                    <a:pt x="145" y="48"/>
                  </a:cubicBezTo>
                  <a:cubicBezTo>
                    <a:pt x="144" y="47"/>
                    <a:pt x="144" y="47"/>
                    <a:pt x="143" y="46"/>
                  </a:cubicBezTo>
                  <a:cubicBezTo>
                    <a:pt x="143" y="45"/>
                    <a:pt x="142" y="45"/>
                    <a:pt x="142" y="45"/>
                  </a:cubicBezTo>
                  <a:cubicBezTo>
                    <a:pt x="141" y="44"/>
                    <a:pt x="140" y="42"/>
                    <a:pt x="140" y="41"/>
                  </a:cubicBezTo>
                  <a:cubicBezTo>
                    <a:pt x="139" y="40"/>
                    <a:pt x="138" y="40"/>
                    <a:pt x="137" y="40"/>
                  </a:cubicBezTo>
                  <a:cubicBezTo>
                    <a:pt x="136" y="40"/>
                    <a:pt x="137" y="39"/>
                    <a:pt x="136" y="40"/>
                  </a:cubicBezTo>
                  <a:cubicBezTo>
                    <a:pt x="136" y="41"/>
                    <a:pt x="137" y="42"/>
                    <a:pt x="137" y="42"/>
                  </a:cubicBezTo>
                  <a:cubicBezTo>
                    <a:pt x="137" y="45"/>
                    <a:pt x="137" y="45"/>
                    <a:pt x="137" y="45"/>
                  </a:cubicBezTo>
                  <a:cubicBezTo>
                    <a:pt x="137" y="45"/>
                    <a:pt x="138" y="47"/>
                    <a:pt x="138" y="48"/>
                  </a:cubicBezTo>
                  <a:cubicBezTo>
                    <a:pt x="138" y="49"/>
                    <a:pt x="138" y="51"/>
                    <a:pt x="138" y="51"/>
                  </a:cubicBezTo>
                  <a:cubicBezTo>
                    <a:pt x="138" y="51"/>
                    <a:pt x="137" y="53"/>
                    <a:pt x="137" y="53"/>
                  </a:cubicBezTo>
                  <a:cubicBezTo>
                    <a:pt x="136" y="53"/>
                    <a:pt x="132" y="54"/>
                    <a:pt x="132" y="54"/>
                  </a:cubicBezTo>
                  <a:cubicBezTo>
                    <a:pt x="132" y="54"/>
                    <a:pt x="131" y="53"/>
                    <a:pt x="130" y="51"/>
                  </a:cubicBezTo>
                  <a:cubicBezTo>
                    <a:pt x="129" y="50"/>
                    <a:pt x="127" y="50"/>
                    <a:pt x="127" y="49"/>
                  </a:cubicBezTo>
                  <a:cubicBezTo>
                    <a:pt x="127" y="49"/>
                    <a:pt x="127" y="48"/>
                    <a:pt x="126" y="46"/>
                  </a:cubicBezTo>
                  <a:cubicBezTo>
                    <a:pt x="125" y="45"/>
                    <a:pt x="126" y="45"/>
                    <a:pt x="125" y="44"/>
                  </a:cubicBezTo>
                  <a:cubicBezTo>
                    <a:pt x="124" y="43"/>
                    <a:pt x="124" y="43"/>
                    <a:pt x="124" y="43"/>
                  </a:cubicBezTo>
                  <a:cubicBezTo>
                    <a:pt x="124" y="43"/>
                    <a:pt x="121" y="42"/>
                    <a:pt x="122" y="44"/>
                  </a:cubicBezTo>
                  <a:cubicBezTo>
                    <a:pt x="123" y="45"/>
                    <a:pt x="122" y="47"/>
                    <a:pt x="122" y="47"/>
                  </a:cubicBezTo>
                  <a:cubicBezTo>
                    <a:pt x="123" y="48"/>
                    <a:pt x="124" y="47"/>
                    <a:pt x="124" y="48"/>
                  </a:cubicBezTo>
                  <a:cubicBezTo>
                    <a:pt x="125" y="50"/>
                    <a:pt x="125" y="51"/>
                    <a:pt x="126" y="51"/>
                  </a:cubicBezTo>
                  <a:cubicBezTo>
                    <a:pt x="126" y="52"/>
                    <a:pt x="126" y="54"/>
                    <a:pt x="127" y="54"/>
                  </a:cubicBezTo>
                  <a:cubicBezTo>
                    <a:pt x="128" y="54"/>
                    <a:pt x="130" y="54"/>
                    <a:pt x="129" y="55"/>
                  </a:cubicBezTo>
                  <a:cubicBezTo>
                    <a:pt x="129" y="56"/>
                    <a:pt x="128" y="57"/>
                    <a:pt x="129" y="57"/>
                  </a:cubicBezTo>
                  <a:cubicBezTo>
                    <a:pt x="131" y="58"/>
                    <a:pt x="131" y="58"/>
                    <a:pt x="132" y="58"/>
                  </a:cubicBezTo>
                  <a:cubicBezTo>
                    <a:pt x="132" y="58"/>
                    <a:pt x="132" y="58"/>
                    <a:pt x="133" y="58"/>
                  </a:cubicBezTo>
                  <a:cubicBezTo>
                    <a:pt x="134" y="57"/>
                    <a:pt x="136" y="57"/>
                    <a:pt x="136" y="57"/>
                  </a:cubicBezTo>
                  <a:cubicBezTo>
                    <a:pt x="136" y="57"/>
                    <a:pt x="137" y="58"/>
                    <a:pt x="137" y="59"/>
                  </a:cubicBezTo>
                  <a:cubicBezTo>
                    <a:pt x="137" y="59"/>
                    <a:pt x="137" y="62"/>
                    <a:pt x="137" y="62"/>
                  </a:cubicBezTo>
                  <a:cubicBezTo>
                    <a:pt x="135" y="65"/>
                    <a:pt x="135" y="65"/>
                    <a:pt x="135" y="65"/>
                  </a:cubicBezTo>
                  <a:cubicBezTo>
                    <a:pt x="135" y="65"/>
                    <a:pt x="135" y="70"/>
                    <a:pt x="134" y="70"/>
                  </a:cubicBezTo>
                  <a:cubicBezTo>
                    <a:pt x="134" y="70"/>
                    <a:pt x="133" y="72"/>
                    <a:pt x="132" y="73"/>
                  </a:cubicBezTo>
                  <a:cubicBezTo>
                    <a:pt x="132" y="73"/>
                    <a:pt x="131" y="76"/>
                    <a:pt x="131" y="76"/>
                  </a:cubicBezTo>
                  <a:cubicBezTo>
                    <a:pt x="130" y="78"/>
                    <a:pt x="130" y="78"/>
                    <a:pt x="130" y="78"/>
                  </a:cubicBezTo>
                  <a:cubicBezTo>
                    <a:pt x="130" y="78"/>
                    <a:pt x="130" y="81"/>
                    <a:pt x="130" y="82"/>
                  </a:cubicBezTo>
                  <a:cubicBezTo>
                    <a:pt x="130" y="82"/>
                    <a:pt x="130" y="85"/>
                    <a:pt x="130" y="86"/>
                  </a:cubicBezTo>
                  <a:cubicBezTo>
                    <a:pt x="130" y="88"/>
                    <a:pt x="128" y="89"/>
                    <a:pt x="128" y="89"/>
                  </a:cubicBezTo>
                  <a:cubicBezTo>
                    <a:pt x="128" y="89"/>
                    <a:pt x="130" y="91"/>
                    <a:pt x="129" y="92"/>
                  </a:cubicBezTo>
                  <a:cubicBezTo>
                    <a:pt x="128" y="92"/>
                    <a:pt x="126" y="94"/>
                    <a:pt x="126" y="95"/>
                  </a:cubicBezTo>
                  <a:cubicBezTo>
                    <a:pt x="126" y="95"/>
                    <a:pt x="126" y="96"/>
                    <a:pt x="125" y="96"/>
                  </a:cubicBezTo>
                  <a:cubicBezTo>
                    <a:pt x="124" y="96"/>
                    <a:pt x="123" y="97"/>
                    <a:pt x="123" y="97"/>
                  </a:cubicBezTo>
                  <a:cubicBezTo>
                    <a:pt x="123" y="98"/>
                    <a:pt x="123" y="100"/>
                    <a:pt x="123" y="100"/>
                  </a:cubicBezTo>
                  <a:cubicBezTo>
                    <a:pt x="120" y="104"/>
                    <a:pt x="120" y="104"/>
                    <a:pt x="120" y="104"/>
                  </a:cubicBezTo>
                  <a:cubicBezTo>
                    <a:pt x="117" y="106"/>
                    <a:pt x="117" y="106"/>
                    <a:pt x="117" y="106"/>
                  </a:cubicBezTo>
                  <a:cubicBezTo>
                    <a:pt x="117" y="106"/>
                    <a:pt x="117" y="108"/>
                    <a:pt x="116" y="108"/>
                  </a:cubicBezTo>
                  <a:cubicBezTo>
                    <a:pt x="115" y="108"/>
                    <a:pt x="112" y="110"/>
                    <a:pt x="111" y="110"/>
                  </a:cubicBezTo>
                  <a:cubicBezTo>
                    <a:pt x="111" y="111"/>
                    <a:pt x="108" y="112"/>
                    <a:pt x="107" y="112"/>
                  </a:cubicBezTo>
                  <a:cubicBezTo>
                    <a:pt x="106" y="112"/>
                    <a:pt x="108" y="114"/>
                    <a:pt x="106" y="112"/>
                  </a:cubicBezTo>
                  <a:cubicBezTo>
                    <a:pt x="105" y="110"/>
                    <a:pt x="106" y="111"/>
                    <a:pt x="105" y="108"/>
                  </a:cubicBezTo>
                  <a:cubicBezTo>
                    <a:pt x="104" y="106"/>
                    <a:pt x="104" y="108"/>
                    <a:pt x="104" y="106"/>
                  </a:cubicBezTo>
                  <a:cubicBezTo>
                    <a:pt x="104" y="104"/>
                    <a:pt x="104" y="106"/>
                    <a:pt x="104" y="104"/>
                  </a:cubicBezTo>
                  <a:cubicBezTo>
                    <a:pt x="103" y="102"/>
                    <a:pt x="104" y="103"/>
                    <a:pt x="103" y="101"/>
                  </a:cubicBezTo>
                  <a:cubicBezTo>
                    <a:pt x="102" y="99"/>
                    <a:pt x="102" y="99"/>
                    <a:pt x="101" y="98"/>
                  </a:cubicBezTo>
                  <a:cubicBezTo>
                    <a:pt x="100" y="97"/>
                    <a:pt x="98" y="98"/>
                    <a:pt x="99" y="96"/>
                  </a:cubicBezTo>
                  <a:cubicBezTo>
                    <a:pt x="100" y="94"/>
                    <a:pt x="100" y="96"/>
                    <a:pt x="100" y="94"/>
                  </a:cubicBezTo>
                  <a:cubicBezTo>
                    <a:pt x="101" y="92"/>
                    <a:pt x="100" y="91"/>
                    <a:pt x="101" y="90"/>
                  </a:cubicBezTo>
                  <a:cubicBezTo>
                    <a:pt x="103" y="89"/>
                    <a:pt x="104" y="89"/>
                    <a:pt x="104" y="88"/>
                  </a:cubicBezTo>
                  <a:cubicBezTo>
                    <a:pt x="104" y="86"/>
                    <a:pt x="104" y="86"/>
                    <a:pt x="103" y="85"/>
                  </a:cubicBezTo>
                  <a:cubicBezTo>
                    <a:pt x="103" y="84"/>
                    <a:pt x="102" y="83"/>
                    <a:pt x="101" y="82"/>
                  </a:cubicBezTo>
                  <a:cubicBezTo>
                    <a:pt x="101" y="82"/>
                    <a:pt x="101" y="82"/>
                    <a:pt x="100" y="81"/>
                  </a:cubicBezTo>
                  <a:cubicBezTo>
                    <a:pt x="99" y="79"/>
                    <a:pt x="98" y="78"/>
                    <a:pt x="98" y="78"/>
                  </a:cubicBezTo>
                  <a:cubicBezTo>
                    <a:pt x="98" y="78"/>
                    <a:pt x="98" y="75"/>
                    <a:pt x="98" y="73"/>
                  </a:cubicBezTo>
                  <a:cubicBezTo>
                    <a:pt x="98" y="72"/>
                    <a:pt x="98" y="74"/>
                    <a:pt x="98" y="72"/>
                  </a:cubicBezTo>
                  <a:cubicBezTo>
                    <a:pt x="99" y="70"/>
                    <a:pt x="99" y="68"/>
                    <a:pt x="99" y="68"/>
                  </a:cubicBezTo>
                  <a:cubicBezTo>
                    <a:pt x="99" y="68"/>
                    <a:pt x="96" y="67"/>
                    <a:pt x="95" y="67"/>
                  </a:cubicBezTo>
                  <a:cubicBezTo>
                    <a:pt x="94" y="67"/>
                    <a:pt x="94" y="68"/>
                    <a:pt x="93" y="67"/>
                  </a:cubicBezTo>
                  <a:cubicBezTo>
                    <a:pt x="91" y="66"/>
                    <a:pt x="92" y="65"/>
                    <a:pt x="91" y="65"/>
                  </a:cubicBezTo>
                  <a:cubicBezTo>
                    <a:pt x="91" y="65"/>
                    <a:pt x="90" y="64"/>
                    <a:pt x="89" y="65"/>
                  </a:cubicBezTo>
                  <a:cubicBezTo>
                    <a:pt x="88" y="66"/>
                    <a:pt x="86" y="66"/>
                    <a:pt x="85" y="66"/>
                  </a:cubicBezTo>
                  <a:cubicBezTo>
                    <a:pt x="83" y="67"/>
                    <a:pt x="83" y="67"/>
                    <a:pt x="81" y="67"/>
                  </a:cubicBezTo>
                  <a:cubicBezTo>
                    <a:pt x="79" y="67"/>
                    <a:pt x="76" y="68"/>
                    <a:pt x="75" y="67"/>
                  </a:cubicBezTo>
                  <a:cubicBezTo>
                    <a:pt x="73" y="66"/>
                    <a:pt x="73" y="67"/>
                    <a:pt x="72" y="65"/>
                  </a:cubicBezTo>
                  <a:cubicBezTo>
                    <a:pt x="72" y="64"/>
                    <a:pt x="72" y="64"/>
                    <a:pt x="71" y="63"/>
                  </a:cubicBezTo>
                  <a:cubicBezTo>
                    <a:pt x="69" y="62"/>
                    <a:pt x="69" y="63"/>
                    <a:pt x="69" y="61"/>
                  </a:cubicBezTo>
                  <a:cubicBezTo>
                    <a:pt x="69" y="60"/>
                    <a:pt x="69" y="60"/>
                    <a:pt x="68" y="59"/>
                  </a:cubicBezTo>
                  <a:cubicBezTo>
                    <a:pt x="67" y="57"/>
                    <a:pt x="69" y="60"/>
                    <a:pt x="67" y="57"/>
                  </a:cubicBezTo>
                  <a:cubicBezTo>
                    <a:pt x="65" y="55"/>
                    <a:pt x="64" y="57"/>
                    <a:pt x="65" y="55"/>
                  </a:cubicBezTo>
                  <a:cubicBezTo>
                    <a:pt x="66" y="54"/>
                    <a:pt x="66" y="55"/>
                    <a:pt x="66" y="53"/>
                  </a:cubicBezTo>
                  <a:cubicBezTo>
                    <a:pt x="66" y="51"/>
                    <a:pt x="69" y="54"/>
                    <a:pt x="67" y="50"/>
                  </a:cubicBezTo>
                  <a:cubicBezTo>
                    <a:pt x="66" y="45"/>
                    <a:pt x="65" y="46"/>
                    <a:pt x="67" y="43"/>
                  </a:cubicBezTo>
                  <a:cubicBezTo>
                    <a:pt x="69" y="40"/>
                    <a:pt x="71" y="39"/>
                    <a:pt x="71" y="39"/>
                  </a:cubicBezTo>
                  <a:cubicBezTo>
                    <a:pt x="72" y="38"/>
                    <a:pt x="72" y="36"/>
                    <a:pt x="73" y="36"/>
                  </a:cubicBezTo>
                  <a:cubicBezTo>
                    <a:pt x="74" y="35"/>
                    <a:pt x="73" y="35"/>
                    <a:pt x="75" y="35"/>
                  </a:cubicBezTo>
                  <a:cubicBezTo>
                    <a:pt x="76" y="35"/>
                    <a:pt x="78" y="34"/>
                    <a:pt x="79" y="33"/>
                  </a:cubicBezTo>
                  <a:cubicBezTo>
                    <a:pt x="80" y="32"/>
                    <a:pt x="81" y="31"/>
                    <a:pt x="82" y="31"/>
                  </a:cubicBezTo>
                  <a:cubicBezTo>
                    <a:pt x="83" y="30"/>
                    <a:pt x="82" y="31"/>
                    <a:pt x="84" y="30"/>
                  </a:cubicBezTo>
                  <a:cubicBezTo>
                    <a:pt x="85" y="30"/>
                    <a:pt x="86" y="30"/>
                    <a:pt x="87" y="30"/>
                  </a:cubicBezTo>
                  <a:cubicBezTo>
                    <a:pt x="88" y="30"/>
                    <a:pt x="86" y="30"/>
                    <a:pt x="88" y="30"/>
                  </a:cubicBezTo>
                  <a:cubicBezTo>
                    <a:pt x="91" y="29"/>
                    <a:pt x="91" y="29"/>
                    <a:pt x="91" y="29"/>
                  </a:cubicBezTo>
                  <a:cubicBezTo>
                    <a:pt x="92" y="29"/>
                    <a:pt x="92" y="29"/>
                    <a:pt x="93" y="30"/>
                  </a:cubicBezTo>
                  <a:cubicBezTo>
                    <a:pt x="94" y="30"/>
                    <a:pt x="94" y="27"/>
                    <a:pt x="94" y="30"/>
                  </a:cubicBezTo>
                  <a:cubicBezTo>
                    <a:pt x="94" y="32"/>
                    <a:pt x="93" y="33"/>
                    <a:pt x="95" y="34"/>
                  </a:cubicBezTo>
                  <a:cubicBezTo>
                    <a:pt x="97" y="34"/>
                    <a:pt x="95" y="34"/>
                    <a:pt x="97" y="34"/>
                  </a:cubicBezTo>
                  <a:cubicBezTo>
                    <a:pt x="99" y="34"/>
                    <a:pt x="99" y="34"/>
                    <a:pt x="100" y="35"/>
                  </a:cubicBezTo>
                  <a:cubicBezTo>
                    <a:pt x="101" y="35"/>
                    <a:pt x="101" y="36"/>
                    <a:pt x="103" y="36"/>
                  </a:cubicBezTo>
                  <a:cubicBezTo>
                    <a:pt x="104" y="36"/>
                    <a:pt x="102" y="38"/>
                    <a:pt x="104" y="36"/>
                  </a:cubicBezTo>
                  <a:cubicBezTo>
                    <a:pt x="106" y="34"/>
                    <a:pt x="103" y="33"/>
                    <a:pt x="106" y="34"/>
                  </a:cubicBezTo>
                  <a:cubicBezTo>
                    <a:pt x="110" y="34"/>
                    <a:pt x="111" y="35"/>
                    <a:pt x="112" y="34"/>
                  </a:cubicBezTo>
                  <a:cubicBezTo>
                    <a:pt x="112" y="34"/>
                    <a:pt x="112" y="35"/>
                    <a:pt x="114" y="34"/>
                  </a:cubicBezTo>
                  <a:cubicBezTo>
                    <a:pt x="116" y="33"/>
                    <a:pt x="116" y="33"/>
                    <a:pt x="117" y="33"/>
                  </a:cubicBezTo>
                  <a:cubicBezTo>
                    <a:pt x="117" y="34"/>
                    <a:pt x="117" y="35"/>
                    <a:pt x="118" y="34"/>
                  </a:cubicBezTo>
                  <a:cubicBezTo>
                    <a:pt x="119" y="32"/>
                    <a:pt x="120" y="33"/>
                    <a:pt x="118" y="32"/>
                  </a:cubicBezTo>
                  <a:cubicBezTo>
                    <a:pt x="116" y="31"/>
                    <a:pt x="115" y="32"/>
                    <a:pt x="115" y="31"/>
                  </a:cubicBezTo>
                  <a:cubicBezTo>
                    <a:pt x="115" y="29"/>
                    <a:pt x="117" y="30"/>
                    <a:pt x="115" y="29"/>
                  </a:cubicBezTo>
                  <a:cubicBezTo>
                    <a:pt x="113" y="29"/>
                    <a:pt x="113" y="29"/>
                    <a:pt x="111" y="28"/>
                  </a:cubicBezTo>
                  <a:cubicBezTo>
                    <a:pt x="110" y="28"/>
                    <a:pt x="108" y="30"/>
                    <a:pt x="108" y="28"/>
                  </a:cubicBezTo>
                  <a:cubicBezTo>
                    <a:pt x="107" y="27"/>
                    <a:pt x="104" y="29"/>
                    <a:pt x="107" y="27"/>
                  </a:cubicBezTo>
                  <a:cubicBezTo>
                    <a:pt x="110" y="24"/>
                    <a:pt x="109" y="23"/>
                    <a:pt x="111" y="24"/>
                  </a:cubicBezTo>
                  <a:cubicBezTo>
                    <a:pt x="113" y="24"/>
                    <a:pt x="112" y="26"/>
                    <a:pt x="113" y="25"/>
                  </a:cubicBezTo>
                  <a:cubicBezTo>
                    <a:pt x="115" y="24"/>
                    <a:pt x="117" y="23"/>
                    <a:pt x="115" y="22"/>
                  </a:cubicBezTo>
                  <a:cubicBezTo>
                    <a:pt x="112" y="20"/>
                    <a:pt x="114" y="21"/>
                    <a:pt x="112" y="20"/>
                  </a:cubicBezTo>
                  <a:cubicBezTo>
                    <a:pt x="109" y="19"/>
                    <a:pt x="107" y="24"/>
                    <a:pt x="106" y="23"/>
                  </a:cubicBezTo>
                  <a:cubicBezTo>
                    <a:pt x="105" y="22"/>
                    <a:pt x="105" y="22"/>
                    <a:pt x="104" y="22"/>
                  </a:cubicBezTo>
                  <a:cubicBezTo>
                    <a:pt x="104" y="23"/>
                    <a:pt x="104" y="24"/>
                    <a:pt x="103" y="26"/>
                  </a:cubicBezTo>
                  <a:cubicBezTo>
                    <a:pt x="103" y="27"/>
                    <a:pt x="105" y="27"/>
                    <a:pt x="102" y="26"/>
                  </a:cubicBezTo>
                  <a:cubicBezTo>
                    <a:pt x="100" y="25"/>
                    <a:pt x="105" y="26"/>
                    <a:pt x="100" y="24"/>
                  </a:cubicBezTo>
                  <a:cubicBezTo>
                    <a:pt x="95" y="22"/>
                    <a:pt x="93" y="23"/>
                    <a:pt x="93" y="23"/>
                  </a:cubicBezTo>
                  <a:cubicBezTo>
                    <a:pt x="92" y="24"/>
                    <a:pt x="91" y="24"/>
                    <a:pt x="90" y="24"/>
                  </a:cubicBezTo>
                  <a:cubicBezTo>
                    <a:pt x="90" y="25"/>
                    <a:pt x="92" y="26"/>
                    <a:pt x="90" y="25"/>
                  </a:cubicBezTo>
                  <a:cubicBezTo>
                    <a:pt x="88" y="24"/>
                    <a:pt x="86" y="26"/>
                    <a:pt x="86" y="26"/>
                  </a:cubicBezTo>
                  <a:cubicBezTo>
                    <a:pt x="86" y="26"/>
                    <a:pt x="85" y="25"/>
                    <a:pt x="84" y="26"/>
                  </a:cubicBezTo>
                  <a:cubicBezTo>
                    <a:pt x="83" y="27"/>
                    <a:pt x="82" y="27"/>
                    <a:pt x="81" y="27"/>
                  </a:cubicBezTo>
                  <a:cubicBezTo>
                    <a:pt x="80" y="26"/>
                    <a:pt x="77" y="27"/>
                    <a:pt x="79" y="25"/>
                  </a:cubicBezTo>
                  <a:cubicBezTo>
                    <a:pt x="81" y="22"/>
                    <a:pt x="80" y="24"/>
                    <a:pt x="83" y="23"/>
                  </a:cubicBezTo>
                  <a:cubicBezTo>
                    <a:pt x="86" y="21"/>
                    <a:pt x="90" y="21"/>
                    <a:pt x="86" y="20"/>
                  </a:cubicBezTo>
                  <a:cubicBezTo>
                    <a:pt x="82" y="20"/>
                    <a:pt x="88" y="20"/>
                    <a:pt x="83" y="17"/>
                  </a:cubicBezTo>
                  <a:cubicBezTo>
                    <a:pt x="78" y="15"/>
                    <a:pt x="78" y="18"/>
                    <a:pt x="78" y="15"/>
                  </a:cubicBezTo>
                  <a:cubicBezTo>
                    <a:pt x="79" y="12"/>
                    <a:pt x="78" y="11"/>
                    <a:pt x="77" y="12"/>
                  </a:cubicBezTo>
                  <a:cubicBezTo>
                    <a:pt x="76" y="12"/>
                    <a:pt x="73" y="12"/>
                    <a:pt x="72" y="13"/>
                  </a:cubicBezTo>
                  <a:cubicBezTo>
                    <a:pt x="71" y="13"/>
                    <a:pt x="72" y="14"/>
                    <a:pt x="70" y="12"/>
                  </a:cubicBezTo>
                  <a:cubicBezTo>
                    <a:pt x="67" y="11"/>
                    <a:pt x="67" y="13"/>
                    <a:pt x="67" y="11"/>
                  </a:cubicBezTo>
                  <a:cubicBezTo>
                    <a:pt x="68" y="9"/>
                    <a:pt x="69" y="9"/>
                    <a:pt x="70" y="8"/>
                  </a:cubicBezTo>
                  <a:cubicBezTo>
                    <a:pt x="71" y="6"/>
                    <a:pt x="71" y="2"/>
                    <a:pt x="74" y="4"/>
                  </a:cubicBezTo>
                  <a:cubicBezTo>
                    <a:pt x="78" y="5"/>
                    <a:pt x="76" y="5"/>
                    <a:pt x="79" y="5"/>
                  </a:cubicBezTo>
                  <a:cubicBezTo>
                    <a:pt x="82" y="5"/>
                    <a:pt x="83" y="5"/>
                    <a:pt x="83" y="4"/>
                  </a:cubicBezTo>
                  <a:cubicBezTo>
                    <a:pt x="83" y="4"/>
                    <a:pt x="80" y="2"/>
                    <a:pt x="80" y="2"/>
                  </a:cubicBezTo>
                  <a:cubicBezTo>
                    <a:pt x="80" y="2"/>
                    <a:pt x="79" y="2"/>
                    <a:pt x="79" y="2"/>
                  </a:cubicBezTo>
                  <a:cubicBezTo>
                    <a:pt x="80" y="1"/>
                    <a:pt x="80" y="0"/>
                    <a:pt x="80" y="0"/>
                  </a:cubicBezTo>
                  <a:cubicBezTo>
                    <a:pt x="79" y="0"/>
                    <a:pt x="79" y="0"/>
                    <a:pt x="79" y="0"/>
                  </a:cubicBezTo>
                  <a:cubicBezTo>
                    <a:pt x="79" y="0"/>
                    <a:pt x="70" y="0"/>
                    <a:pt x="67" y="0"/>
                  </a:cubicBezTo>
                  <a:close/>
                </a:path>
              </a:pathLst>
            </a:custGeom>
            <a:solidFill>
              <a:srgbClr val="F2F2F2"/>
            </a:solidFill>
            <a:ln w="9525">
              <a:noFill/>
            </a:ln>
          </p:spPr>
          <p:txBody>
            <a:bodyPr/>
            <a:lstStyle/>
            <a:p>
              <a:endParaRPr lang="en-US">
                <a:solidFill>
                  <a:schemeClr val="tx1"/>
                </a:solidFill>
              </a:endParaRPr>
            </a:p>
          </p:txBody>
        </p:sp>
        <p:sp>
          <p:nvSpPr>
            <p:cNvPr id="17433" name="Freeform 36"/>
            <p:cNvSpPr/>
            <p:nvPr/>
          </p:nvSpPr>
          <p:spPr>
            <a:xfrm>
              <a:off x="3241265" y="4350287"/>
              <a:ext cx="90283" cy="102319"/>
            </a:xfrm>
            <a:custGeom>
              <a:avLst/>
              <a:gdLst/>
              <a:ahLst/>
              <a:cxnLst>
                <a:cxn ang="0">
                  <a:pos x="55275" y="5581"/>
                </a:cxn>
                <a:cxn ang="0">
                  <a:pos x="55275" y="37207"/>
                </a:cxn>
                <a:cxn ang="0">
                  <a:pos x="33165" y="59531"/>
                </a:cxn>
                <a:cxn ang="0">
                  <a:pos x="1843" y="85576"/>
                </a:cxn>
                <a:cxn ang="0">
                  <a:pos x="90283" y="102319"/>
                </a:cxn>
                <a:cxn ang="0">
                  <a:pos x="90283" y="0"/>
                </a:cxn>
                <a:cxn ang="0">
                  <a:pos x="55275" y="5581"/>
                </a:cxn>
              </a:cxnLst>
              <a:rect l="0" t="0" r="0" b="0"/>
              <a:pathLst>
                <a:path w="49" h="55">
                  <a:moveTo>
                    <a:pt x="30" y="3"/>
                  </a:moveTo>
                  <a:cubicBezTo>
                    <a:pt x="30" y="20"/>
                    <a:pt x="30" y="20"/>
                    <a:pt x="30" y="20"/>
                  </a:cubicBezTo>
                  <a:cubicBezTo>
                    <a:pt x="30" y="20"/>
                    <a:pt x="28" y="29"/>
                    <a:pt x="18" y="32"/>
                  </a:cubicBezTo>
                  <a:cubicBezTo>
                    <a:pt x="8" y="35"/>
                    <a:pt x="0" y="41"/>
                    <a:pt x="1" y="46"/>
                  </a:cubicBezTo>
                  <a:cubicBezTo>
                    <a:pt x="2" y="51"/>
                    <a:pt x="17" y="55"/>
                    <a:pt x="49" y="55"/>
                  </a:cubicBezTo>
                  <a:cubicBezTo>
                    <a:pt x="49" y="0"/>
                    <a:pt x="49" y="0"/>
                    <a:pt x="49" y="0"/>
                  </a:cubicBezTo>
                  <a:lnTo>
                    <a:pt x="30" y="3"/>
                  </a:lnTo>
                  <a:close/>
                </a:path>
              </a:pathLst>
            </a:custGeom>
            <a:solidFill>
              <a:srgbClr val="F2F2F2"/>
            </a:solidFill>
            <a:ln w="9525">
              <a:noFill/>
            </a:ln>
          </p:spPr>
          <p:txBody>
            <a:bodyPr/>
            <a:lstStyle/>
            <a:p>
              <a:endParaRPr lang="en-US">
                <a:solidFill>
                  <a:schemeClr val="tx1"/>
                </a:solidFill>
              </a:endParaRPr>
            </a:p>
          </p:txBody>
        </p:sp>
        <p:sp>
          <p:nvSpPr>
            <p:cNvPr id="17434" name="Freeform 37"/>
            <p:cNvSpPr/>
            <p:nvPr/>
          </p:nvSpPr>
          <p:spPr>
            <a:xfrm>
              <a:off x="3321516" y="4350287"/>
              <a:ext cx="84264" cy="102319"/>
            </a:xfrm>
            <a:custGeom>
              <a:avLst/>
              <a:gdLst/>
              <a:ahLst/>
              <a:cxnLst>
                <a:cxn ang="0">
                  <a:pos x="21982" y="5581"/>
                </a:cxn>
                <a:cxn ang="0">
                  <a:pos x="21982" y="37207"/>
                </a:cxn>
                <a:cxn ang="0">
                  <a:pos x="45796" y="59531"/>
                </a:cxn>
                <a:cxn ang="0">
                  <a:pos x="82432" y="85576"/>
                </a:cxn>
                <a:cxn ang="0">
                  <a:pos x="0" y="102319"/>
                </a:cxn>
                <a:cxn ang="0">
                  <a:pos x="0" y="0"/>
                </a:cxn>
                <a:cxn ang="0">
                  <a:pos x="21982" y="5581"/>
                </a:cxn>
              </a:cxnLst>
              <a:rect l="0" t="0" r="0" b="0"/>
              <a:pathLst>
                <a:path w="46" h="55">
                  <a:moveTo>
                    <a:pt x="12" y="3"/>
                  </a:moveTo>
                  <a:cubicBezTo>
                    <a:pt x="12" y="20"/>
                    <a:pt x="12" y="20"/>
                    <a:pt x="12" y="20"/>
                  </a:cubicBezTo>
                  <a:cubicBezTo>
                    <a:pt x="12" y="20"/>
                    <a:pt x="15" y="29"/>
                    <a:pt x="25" y="32"/>
                  </a:cubicBezTo>
                  <a:cubicBezTo>
                    <a:pt x="35" y="35"/>
                    <a:pt x="46" y="41"/>
                    <a:pt x="45" y="46"/>
                  </a:cubicBezTo>
                  <a:cubicBezTo>
                    <a:pt x="44" y="51"/>
                    <a:pt x="19" y="55"/>
                    <a:pt x="0" y="55"/>
                  </a:cubicBezTo>
                  <a:cubicBezTo>
                    <a:pt x="0" y="0"/>
                    <a:pt x="0" y="0"/>
                    <a:pt x="0" y="0"/>
                  </a:cubicBezTo>
                  <a:lnTo>
                    <a:pt x="12" y="3"/>
                  </a:lnTo>
                  <a:close/>
                </a:path>
              </a:pathLst>
            </a:custGeom>
            <a:solidFill>
              <a:srgbClr val="F2F2F2"/>
            </a:solidFill>
            <a:ln w="9525">
              <a:noFill/>
            </a:ln>
          </p:spPr>
          <p:txBody>
            <a:bodyPr/>
            <a:lstStyle/>
            <a:p>
              <a:endParaRPr lang="en-US">
                <a:solidFill>
                  <a:schemeClr val="tx1"/>
                </a:solidFill>
              </a:endParaRPr>
            </a:p>
          </p:txBody>
        </p:sp>
        <p:sp>
          <p:nvSpPr>
            <p:cNvPr id="17435" name="Freeform 38"/>
            <p:cNvSpPr/>
            <p:nvPr/>
          </p:nvSpPr>
          <p:spPr>
            <a:xfrm>
              <a:off x="3175058" y="4045333"/>
              <a:ext cx="310973" cy="312979"/>
            </a:xfrm>
            <a:custGeom>
              <a:avLst/>
              <a:gdLst/>
              <a:ahLst/>
              <a:cxnLst>
                <a:cxn ang="0">
                  <a:pos x="227178" y="16767"/>
                </a:cxn>
                <a:cxn ang="0">
                  <a:pos x="290490" y="139723"/>
                </a:cxn>
                <a:cxn ang="0">
                  <a:pos x="137796" y="292486"/>
                </a:cxn>
                <a:cxn ang="0">
                  <a:pos x="14897" y="232871"/>
                </a:cxn>
                <a:cxn ang="0">
                  <a:pos x="0" y="245912"/>
                </a:cxn>
                <a:cxn ang="0">
                  <a:pos x="137796" y="312979"/>
                </a:cxn>
                <a:cxn ang="0">
                  <a:pos x="310973" y="139723"/>
                </a:cxn>
                <a:cxn ang="0">
                  <a:pos x="240213" y="0"/>
                </a:cxn>
                <a:cxn ang="0">
                  <a:pos x="227178" y="16767"/>
                </a:cxn>
              </a:cxnLst>
              <a:rect l="0" t="0" r="0" b="0"/>
              <a:pathLst>
                <a:path w="167" h="168">
                  <a:moveTo>
                    <a:pt x="122" y="9"/>
                  </a:moveTo>
                  <a:cubicBezTo>
                    <a:pt x="143" y="24"/>
                    <a:pt x="156" y="48"/>
                    <a:pt x="156" y="75"/>
                  </a:cubicBezTo>
                  <a:cubicBezTo>
                    <a:pt x="156" y="120"/>
                    <a:pt x="119" y="157"/>
                    <a:pt x="74" y="157"/>
                  </a:cubicBezTo>
                  <a:cubicBezTo>
                    <a:pt x="47" y="157"/>
                    <a:pt x="23" y="145"/>
                    <a:pt x="8" y="125"/>
                  </a:cubicBezTo>
                  <a:cubicBezTo>
                    <a:pt x="0" y="132"/>
                    <a:pt x="0" y="132"/>
                    <a:pt x="0" y="132"/>
                  </a:cubicBezTo>
                  <a:cubicBezTo>
                    <a:pt x="17" y="154"/>
                    <a:pt x="43" y="168"/>
                    <a:pt x="74" y="168"/>
                  </a:cubicBezTo>
                  <a:cubicBezTo>
                    <a:pt x="125" y="168"/>
                    <a:pt x="167" y="126"/>
                    <a:pt x="167" y="75"/>
                  </a:cubicBezTo>
                  <a:cubicBezTo>
                    <a:pt x="167" y="44"/>
                    <a:pt x="152" y="17"/>
                    <a:pt x="129" y="0"/>
                  </a:cubicBezTo>
                  <a:lnTo>
                    <a:pt x="122" y="9"/>
                  </a:lnTo>
                  <a:close/>
                </a:path>
              </a:pathLst>
            </a:custGeom>
            <a:solidFill>
              <a:srgbClr val="F2F2F2"/>
            </a:solidFill>
            <a:ln w="9525">
              <a:noFill/>
            </a:ln>
          </p:spPr>
          <p:txBody>
            <a:bodyPr/>
            <a:lstStyle/>
            <a:p>
              <a:endParaRPr lang="en-US">
                <a:solidFill>
                  <a:schemeClr val="tx1"/>
                </a:solidFill>
              </a:endParaRPr>
            </a:p>
          </p:txBody>
        </p:sp>
        <p:sp>
          <p:nvSpPr>
            <p:cNvPr id="17436" name="Freeform 39"/>
            <p:cNvSpPr>
              <a:spLocks noEditPoints="1"/>
            </p:cNvSpPr>
            <p:nvPr/>
          </p:nvSpPr>
          <p:spPr>
            <a:xfrm>
              <a:off x="3177064" y="4051351"/>
              <a:ext cx="276866" cy="274859"/>
            </a:xfrm>
            <a:custGeom>
              <a:avLst/>
              <a:gdLst/>
              <a:ahLst/>
              <a:cxnLst>
                <a:cxn ang="0">
                  <a:pos x="138433" y="0"/>
                </a:cxn>
                <a:cxn ang="0">
                  <a:pos x="0" y="137430"/>
                </a:cxn>
                <a:cxn ang="0">
                  <a:pos x="138433" y="274859"/>
                </a:cxn>
                <a:cxn ang="0">
                  <a:pos x="276866" y="137430"/>
                </a:cxn>
                <a:cxn ang="0">
                  <a:pos x="138433" y="0"/>
                </a:cxn>
                <a:cxn ang="0">
                  <a:pos x="138433" y="267430"/>
                </a:cxn>
                <a:cxn ang="0">
                  <a:pos x="5612" y="137430"/>
                </a:cxn>
                <a:cxn ang="0">
                  <a:pos x="138433" y="5571"/>
                </a:cxn>
                <a:cxn ang="0">
                  <a:pos x="269383" y="137430"/>
                </a:cxn>
                <a:cxn ang="0">
                  <a:pos x="138433" y="267430"/>
                </a:cxn>
              </a:cxnLst>
              <a:rect l="0" t="0" r="0" b="0"/>
              <a:pathLst>
                <a:path w="148" h="148">
                  <a:moveTo>
                    <a:pt x="74" y="0"/>
                  </a:moveTo>
                  <a:cubicBezTo>
                    <a:pt x="33" y="0"/>
                    <a:pt x="0" y="33"/>
                    <a:pt x="0" y="74"/>
                  </a:cubicBezTo>
                  <a:cubicBezTo>
                    <a:pt x="0" y="114"/>
                    <a:pt x="33" y="148"/>
                    <a:pt x="74" y="148"/>
                  </a:cubicBezTo>
                  <a:cubicBezTo>
                    <a:pt x="115" y="148"/>
                    <a:pt x="148" y="114"/>
                    <a:pt x="148" y="74"/>
                  </a:cubicBezTo>
                  <a:cubicBezTo>
                    <a:pt x="148" y="33"/>
                    <a:pt x="115" y="0"/>
                    <a:pt x="74" y="0"/>
                  </a:cubicBezTo>
                  <a:close/>
                  <a:moveTo>
                    <a:pt x="74" y="144"/>
                  </a:moveTo>
                  <a:cubicBezTo>
                    <a:pt x="35" y="144"/>
                    <a:pt x="3" y="113"/>
                    <a:pt x="3" y="74"/>
                  </a:cubicBezTo>
                  <a:cubicBezTo>
                    <a:pt x="3" y="35"/>
                    <a:pt x="35" y="3"/>
                    <a:pt x="74" y="3"/>
                  </a:cubicBezTo>
                  <a:cubicBezTo>
                    <a:pt x="113" y="3"/>
                    <a:pt x="144" y="35"/>
                    <a:pt x="144" y="74"/>
                  </a:cubicBezTo>
                  <a:cubicBezTo>
                    <a:pt x="144" y="113"/>
                    <a:pt x="113" y="144"/>
                    <a:pt x="74" y="144"/>
                  </a:cubicBezTo>
                  <a:close/>
                </a:path>
              </a:pathLst>
            </a:custGeom>
            <a:solidFill>
              <a:srgbClr val="F2F2F2"/>
            </a:solidFill>
            <a:ln w="9525">
              <a:noFill/>
            </a:ln>
          </p:spPr>
          <p:txBody>
            <a:bodyPr/>
            <a:lstStyle/>
            <a:p>
              <a:endParaRPr lang="en-US">
                <a:solidFill>
                  <a:schemeClr val="tx1"/>
                </a:solidFill>
              </a:endParaRPr>
            </a:p>
          </p:txBody>
        </p:sp>
        <p:sp>
          <p:nvSpPr>
            <p:cNvPr id="17437" name="Freeform 40"/>
            <p:cNvSpPr/>
            <p:nvPr/>
          </p:nvSpPr>
          <p:spPr>
            <a:xfrm>
              <a:off x="3171046" y="4057371"/>
              <a:ext cx="308966" cy="268841"/>
            </a:xfrm>
            <a:custGeom>
              <a:avLst/>
              <a:gdLst/>
              <a:ahLst/>
              <a:cxnLst>
                <a:cxn ang="0">
                  <a:pos x="89340" y="20395"/>
                </a:cxn>
                <a:cxn ang="0">
                  <a:pos x="83756" y="31519"/>
                </a:cxn>
                <a:cxn ang="0">
                  <a:pos x="78172" y="38936"/>
                </a:cxn>
                <a:cxn ang="0">
                  <a:pos x="72588" y="33373"/>
                </a:cxn>
                <a:cxn ang="0">
                  <a:pos x="70727" y="42644"/>
                </a:cxn>
                <a:cxn ang="0">
                  <a:pos x="57698" y="46352"/>
                </a:cxn>
                <a:cxn ang="0">
                  <a:pos x="48392" y="55622"/>
                </a:cxn>
                <a:cxn ang="0">
                  <a:pos x="37225" y="72309"/>
                </a:cxn>
                <a:cxn ang="0">
                  <a:pos x="29780" y="81579"/>
                </a:cxn>
                <a:cxn ang="0">
                  <a:pos x="35364" y="88996"/>
                </a:cxn>
                <a:cxn ang="0">
                  <a:pos x="37225" y="94558"/>
                </a:cxn>
                <a:cxn ang="0">
                  <a:pos x="29780" y="87142"/>
                </a:cxn>
                <a:cxn ang="0">
                  <a:pos x="26057" y="81579"/>
                </a:cxn>
                <a:cxn ang="0">
                  <a:pos x="22335" y="92704"/>
                </a:cxn>
                <a:cxn ang="0">
                  <a:pos x="24196" y="111245"/>
                </a:cxn>
                <a:cxn ang="0">
                  <a:pos x="33502" y="107536"/>
                </a:cxn>
                <a:cxn ang="0">
                  <a:pos x="42809" y="118661"/>
                </a:cxn>
                <a:cxn ang="0">
                  <a:pos x="55837" y="131639"/>
                </a:cxn>
                <a:cxn ang="0">
                  <a:pos x="67005" y="142764"/>
                </a:cxn>
                <a:cxn ang="0">
                  <a:pos x="83756" y="157596"/>
                </a:cxn>
                <a:cxn ang="0">
                  <a:pos x="78172" y="181699"/>
                </a:cxn>
                <a:cxn ang="0">
                  <a:pos x="67005" y="209511"/>
                </a:cxn>
                <a:cxn ang="0">
                  <a:pos x="70727" y="228051"/>
                </a:cxn>
                <a:cxn ang="0">
                  <a:pos x="63282" y="229905"/>
                </a:cxn>
                <a:cxn ang="0">
                  <a:pos x="42809" y="200240"/>
                </a:cxn>
                <a:cxn ang="0">
                  <a:pos x="22335" y="152034"/>
                </a:cxn>
                <a:cxn ang="0">
                  <a:pos x="14890" y="116807"/>
                </a:cxn>
                <a:cxn ang="0">
                  <a:pos x="100507" y="246592"/>
                </a:cxn>
                <a:cxn ang="0">
                  <a:pos x="120981" y="242884"/>
                </a:cxn>
                <a:cxn ang="0">
                  <a:pos x="148899" y="241030"/>
                </a:cxn>
                <a:cxn ang="0">
                  <a:pos x="147038" y="252154"/>
                </a:cxn>
                <a:cxn ang="0">
                  <a:pos x="163789" y="250300"/>
                </a:cxn>
                <a:cxn ang="0">
                  <a:pos x="187985" y="248446"/>
                </a:cxn>
                <a:cxn ang="0">
                  <a:pos x="186124" y="3708"/>
                </a:cxn>
                <a:cxn ang="0">
                  <a:pos x="266157" y="85287"/>
                </a:cxn>
                <a:cxn ang="0">
                  <a:pos x="254990" y="77871"/>
                </a:cxn>
                <a:cxn ang="0">
                  <a:pos x="245684" y="100120"/>
                </a:cxn>
                <a:cxn ang="0">
                  <a:pos x="230794" y="79725"/>
                </a:cxn>
                <a:cxn ang="0">
                  <a:pos x="236378" y="100120"/>
                </a:cxn>
                <a:cxn ang="0">
                  <a:pos x="253129" y="105682"/>
                </a:cxn>
                <a:cxn ang="0">
                  <a:pos x="245684" y="135348"/>
                </a:cxn>
                <a:cxn ang="0">
                  <a:pos x="238239" y="165013"/>
                </a:cxn>
                <a:cxn ang="0">
                  <a:pos x="228933" y="185408"/>
                </a:cxn>
                <a:cxn ang="0">
                  <a:pos x="199153" y="207656"/>
                </a:cxn>
                <a:cxn ang="0">
                  <a:pos x="191708" y="187262"/>
                </a:cxn>
                <a:cxn ang="0">
                  <a:pos x="193569" y="163159"/>
                </a:cxn>
                <a:cxn ang="0">
                  <a:pos x="182402" y="135348"/>
                </a:cxn>
                <a:cxn ang="0">
                  <a:pos x="169373" y="120515"/>
                </a:cxn>
                <a:cxn ang="0">
                  <a:pos x="134009" y="120515"/>
                </a:cxn>
                <a:cxn ang="0">
                  <a:pos x="120981" y="101974"/>
                </a:cxn>
                <a:cxn ang="0">
                  <a:pos x="135871" y="66747"/>
                </a:cxn>
                <a:cxn ang="0">
                  <a:pos x="161928" y="55622"/>
                </a:cxn>
                <a:cxn ang="0">
                  <a:pos x="176818" y="63039"/>
                </a:cxn>
                <a:cxn ang="0">
                  <a:pos x="197292" y="63039"/>
                </a:cxn>
                <a:cxn ang="0">
                  <a:pos x="219626" y="59330"/>
                </a:cxn>
                <a:cxn ang="0">
                  <a:pos x="199153" y="50060"/>
                </a:cxn>
                <a:cxn ang="0">
                  <a:pos x="197292" y="42644"/>
                </a:cxn>
                <a:cxn ang="0">
                  <a:pos x="173095" y="42644"/>
                </a:cxn>
                <a:cxn ang="0">
                  <a:pos x="150761" y="50060"/>
                </a:cxn>
                <a:cxn ang="0">
                  <a:pos x="145177" y="27811"/>
                </a:cxn>
                <a:cxn ang="0">
                  <a:pos x="130287" y="14833"/>
                </a:cxn>
                <a:cxn ang="0">
                  <a:pos x="147038" y="3708"/>
                </a:cxn>
              </a:cxnLst>
              <a:rect l="0" t="0" r="0" b="0"/>
              <a:pathLst>
                <a:path w="166" h="145">
                  <a:moveTo>
                    <a:pt x="67" y="0"/>
                  </a:moveTo>
                  <a:cubicBezTo>
                    <a:pt x="67" y="0"/>
                    <a:pt x="42" y="3"/>
                    <a:pt x="25" y="23"/>
                  </a:cubicBezTo>
                  <a:cubicBezTo>
                    <a:pt x="25" y="23"/>
                    <a:pt x="39" y="9"/>
                    <a:pt x="46" y="9"/>
                  </a:cubicBezTo>
                  <a:cubicBezTo>
                    <a:pt x="48" y="10"/>
                    <a:pt x="48" y="10"/>
                    <a:pt x="48" y="10"/>
                  </a:cubicBezTo>
                  <a:cubicBezTo>
                    <a:pt x="48" y="11"/>
                    <a:pt x="48" y="11"/>
                    <a:pt x="48" y="11"/>
                  </a:cubicBezTo>
                  <a:cubicBezTo>
                    <a:pt x="46" y="13"/>
                    <a:pt x="46" y="13"/>
                    <a:pt x="46" y="13"/>
                  </a:cubicBezTo>
                  <a:cubicBezTo>
                    <a:pt x="47" y="14"/>
                    <a:pt x="47" y="14"/>
                    <a:pt x="47" y="14"/>
                  </a:cubicBezTo>
                  <a:cubicBezTo>
                    <a:pt x="46" y="15"/>
                    <a:pt x="46" y="15"/>
                    <a:pt x="46" y="15"/>
                  </a:cubicBezTo>
                  <a:cubicBezTo>
                    <a:pt x="45" y="16"/>
                    <a:pt x="45" y="16"/>
                    <a:pt x="45" y="16"/>
                  </a:cubicBezTo>
                  <a:cubicBezTo>
                    <a:pt x="45" y="16"/>
                    <a:pt x="45" y="16"/>
                    <a:pt x="45" y="17"/>
                  </a:cubicBezTo>
                  <a:cubicBezTo>
                    <a:pt x="45" y="17"/>
                    <a:pt x="45" y="18"/>
                    <a:pt x="45" y="18"/>
                  </a:cubicBezTo>
                  <a:cubicBezTo>
                    <a:pt x="45" y="19"/>
                    <a:pt x="45" y="19"/>
                    <a:pt x="45" y="19"/>
                  </a:cubicBezTo>
                  <a:cubicBezTo>
                    <a:pt x="45" y="20"/>
                    <a:pt x="45" y="20"/>
                    <a:pt x="45" y="20"/>
                  </a:cubicBezTo>
                  <a:cubicBezTo>
                    <a:pt x="43" y="21"/>
                    <a:pt x="43" y="21"/>
                    <a:pt x="43" y="21"/>
                  </a:cubicBezTo>
                  <a:cubicBezTo>
                    <a:pt x="43" y="21"/>
                    <a:pt x="42" y="21"/>
                    <a:pt x="42" y="21"/>
                  </a:cubicBezTo>
                  <a:cubicBezTo>
                    <a:pt x="41" y="21"/>
                    <a:pt x="41" y="20"/>
                    <a:pt x="41" y="20"/>
                  </a:cubicBezTo>
                  <a:cubicBezTo>
                    <a:pt x="42" y="19"/>
                    <a:pt x="42" y="19"/>
                    <a:pt x="42" y="19"/>
                  </a:cubicBezTo>
                  <a:cubicBezTo>
                    <a:pt x="42" y="19"/>
                    <a:pt x="43" y="18"/>
                    <a:pt x="42" y="18"/>
                  </a:cubicBezTo>
                  <a:cubicBezTo>
                    <a:pt x="42" y="18"/>
                    <a:pt x="42" y="17"/>
                    <a:pt x="41" y="17"/>
                  </a:cubicBezTo>
                  <a:cubicBezTo>
                    <a:pt x="40" y="17"/>
                    <a:pt x="39" y="18"/>
                    <a:pt x="39" y="18"/>
                  </a:cubicBezTo>
                  <a:cubicBezTo>
                    <a:pt x="38" y="19"/>
                    <a:pt x="38" y="19"/>
                    <a:pt x="38" y="19"/>
                  </a:cubicBezTo>
                  <a:cubicBezTo>
                    <a:pt x="38" y="21"/>
                    <a:pt x="38" y="21"/>
                    <a:pt x="38" y="21"/>
                  </a:cubicBezTo>
                  <a:cubicBezTo>
                    <a:pt x="38" y="21"/>
                    <a:pt x="38" y="21"/>
                    <a:pt x="38" y="21"/>
                  </a:cubicBezTo>
                  <a:cubicBezTo>
                    <a:pt x="38" y="21"/>
                    <a:pt x="39" y="22"/>
                    <a:pt x="39" y="22"/>
                  </a:cubicBezTo>
                  <a:cubicBezTo>
                    <a:pt x="39" y="22"/>
                    <a:pt x="38" y="23"/>
                    <a:pt x="38" y="23"/>
                  </a:cubicBezTo>
                  <a:cubicBezTo>
                    <a:pt x="38" y="23"/>
                    <a:pt x="38" y="24"/>
                    <a:pt x="37" y="24"/>
                  </a:cubicBezTo>
                  <a:cubicBezTo>
                    <a:pt x="36" y="23"/>
                    <a:pt x="35" y="23"/>
                    <a:pt x="35" y="23"/>
                  </a:cubicBezTo>
                  <a:cubicBezTo>
                    <a:pt x="34" y="23"/>
                    <a:pt x="34" y="23"/>
                    <a:pt x="33" y="23"/>
                  </a:cubicBezTo>
                  <a:cubicBezTo>
                    <a:pt x="33" y="23"/>
                    <a:pt x="33" y="23"/>
                    <a:pt x="33" y="23"/>
                  </a:cubicBezTo>
                  <a:cubicBezTo>
                    <a:pt x="31" y="25"/>
                    <a:pt x="31" y="25"/>
                    <a:pt x="31" y="25"/>
                  </a:cubicBezTo>
                  <a:cubicBezTo>
                    <a:pt x="30" y="25"/>
                    <a:pt x="30" y="25"/>
                    <a:pt x="30" y="25"/>
                  </a:cubicBezTo>
                  <a:cubicBezTo>
                    <a:pt x="30" y="27"/>
                    <a:pt x="30" y="27"/>
                    <a:pt x="30" y="27"/>
                  </a:cubicBezTo>
                  <a:cubicBezTo>
                    <a:pt x="30" y="27"/>
                    <a:pt x="29" y="27"/>
                    <a:pt x="28" y="28"/>
                  </a:cubicBezTo>
                  <a:cubicBezTo>
                    <a:pt x="27" y="28"/>
                    <a:pt x="27" y="28"/>
                    <a:pt x="27" y="28"/>
                  </a:cubicBezTo>
                  <a:cubicBezTo>
                    <a:pt x="26" y="30"/>
                    <a:pt x="26" y="30"/>
                    <a:pt x="26" y="30"/>
                  </a:cubicBezTo>
                  <a:cubicBezTo>
                    <a:pt x="26" y="30"/>
                    <a:pt x="25" y="30"/>
                    <a:pt x="25" y="31"/>
                  </a:cubicBezTo>
                  <a:cubicBezTo>
                    <a:pt x="24" y="32"/>
                    <a:pt x="22" y="33"/>
                    <a:pt x="22" y="33"/>
                  </a:cubicBezTo>
                  <a:cubicBezTo>
                    <a:pt x="22" y="33"/>
                    <a:pt x="21" y="34"/>
                    <a:pt x="21" y="35"/>
                  </a:cubicBezTo>
                  <a:cubicBezTo>
                    <a:pt x="21" y="35"/>
                    <a:pt x="21" y="36"/>
                    <a:pt x="20" y="37"/>
                  </a:cubicBezTo>
                  <a:cubicBezTo>
                    <a:pt x="20" y="37"/>
                    <a:pt x="20" y="38"/>
                    <a:pt x="20" y="39"/>
                  </a:cubicBezTo>
                  <a:cubicBezTo>
                    <a:pt x="20" y="39"/>
                    <a:pt x="19" y="40"/>
                    <a:pt x="19" y="40"/>
                  </a:cubicBezTo>
                  <a:cubicBezTo>
                    <a:pt x="18" y="41"/>
                    <a:pt x="18" y="41"/>
                    <a:pt x="18" y="41"/>
                  </a:cubicBezTo>
                  <a:cubicBezTo>
                    <a:pt x="18" y="41"/>
                    <a:pt x="16" y="42"/>
                    <a:pt x="15" y="42"/>
                  </a:cubicBezTo>
                  <a:cubicBezTo>
                    <a:pt x="15" y="42"/>
                    <a:pt x="15" y="43"/>
                    <a:pt x="15" y="44"/>
                  </a:cubicBezTo>
                  <a:cubicBezTo>
                    <a:pt x="16" y="44"/>
                    <a:pt x="16" y="44"/>
                    <a:pt x="16" y="44"/>
                  </a:cubicBezTo>
                  <a:cubicBezTo>
                    <a:pt x="17" y="45"/>
                    <a:pt x="17" y="45"/>
                    <a:pt x="17" y="45"/>
                  </a:cubicBezTo>
                  <a:cubicBezTo>
                    <a:pt x="17" y="46"/>
                    <a:pt x="17" y="46"/>
                    <a:pt x="17" y="46"/>
                  </a:cubicBezTo>
                  <a:cubicBezTo>
                    <a:pt x="17" y="47"/>
                    <a:pt x="16" y="48"/>
                    <a:pt x="17" y="48"/>
                  </a:cubicBezTo>
                  <a:cubicBezTo>
                    <a:pt x="17" y="48"/>
                    <a:pt x="18" y="48"/>
                    <a:pt x="18" y="48"/>
                  </a:cubicBezTo>
                  <a:cubicBezTo>
                    <a:pt x="19" y="48"/>
                    <a:pt x="19" y="48"/>
                    <a:pt x="19" y="48"/>
                  </a:cubicBezTo>
                  <a:cubicBezTo>
                    <a:pt x="21" y="49"/>
                    <a:pt x="21" y="49"/>
                    <a:pt x="21" y="49"/>
                  </a:cubicBezTo>
                  <a:cubicBezTo>
                    <a:pt x="21" y="50"/>
                    <a:pt x="21" y="50"/>
                    <a:pt x="21" y="50"/>
                  </a:cubicBezTo>
                  <a:cubicBezTo>
                    <a:pt x="21" y="51"/>
                    <a:pt x="21" y="51"/>
                    <a:pt x="21" y="51"/>
                  </a:cubicBezTo>
                  <a:cubicBezTo>
                    <a:pt x="20" y="51"/>
                    <a:pt x="20" y="51"/>
                    <a:pt x="20" y="51"/>
                  </a:cubicBezTo>
                  <a:cubicBezTo>
                    <a:pt x="20" y="51"/>
                    <a:pt x="20" y="51"/>
                    <a:pt x="20" y="51"/>
                  </a:cubicBezTo>
                  <a:cubicBezTo>
                    <a:pt x="20" y="50"/>
                    <a:pt x="20" y="50"/>
                    <a:pt x="19" y="50"/>
                  </a:cubicBezTo>
                  <a:cubicBezTo>
                    <a:pt x="18" y="50"/>
                    <a:pt x="18" y="50"/>
                    <a:pt x="18" y="50"/>
                  </a:cubicBezTo>
                  <a:cubicBezTo>
                    <a:pt x="17" y="50"/>
                    <a:pt x="17" y="50"/>
                    <a:pt x="17" y="49"/>
                  </a:cubicBezTo>
                  <a:cubicBezTo>
                    <a:pt x="16" y="49"/>
                    <a:pt x="16" y="50"/>
                    <a:pt x="16" y="49"/>
                  </a:cubicBezTo>
                  <a:cubicBezTo>
                    <a:pt x="16" y="48"/>
                    <a:pt x="17" y="48"/>
                    <a:pt x="16" y="47"/>
                  </a:cubicBezTo>
                  <a:cubicBezTo>
                    <a:pt x="15" y="46"/>
                    <a:pt x="15" y="46"/>
                    <a:pt x="15" y="46"/>
                  </a:cubicBezTo>
                  <a:cubicBezTo>
                    <a:pt x="15" y="46"/>
                    <a:pt x="15" y="47"/>
                    <a:pt x="15" y="46"/>
                  </a:cubicBezTo>
                  <a:cubicBezTo>
                    <a:pt x="14" y="46"/>
                    <a:pt x="14" y="45"/>
                    <a:pt x="14" y="46"/>
                  </a:cubicBezTo>
                  <a:cubicBezTo>
                    <a:pt x="14" y="46"/>
                    <a:pt x="13" y="46"/>
                    <a:pt x="13" y="45"/>
                  </a:cubicBezTo>
                  <a:cubicBezTo>
                    <a:pt x="13" y="45"/>
                    <a:pt x="14" y="44"/>
                    <a:pt x="14" y="44"/>
                  </a:cubicBezTo>
                  <a:cubicBezTo>
                    <a:pt x="14" y="43"/>
                    <a:pt x="14" y="42"/>
                    <a:pt x="14" y="42"/>
                  </a:cubicBezTo>
                  <a:cubicBezTo>
                    <a:pt x="14" y="40"/>
                    <a:pt x="14" y="40"/>
                    <a:pt x="14" y="40"/>
                  </a:cubicBezTo>
                  <a:cubicBezTo>
                    <a:pt x="14" y="40"/>
                    <a:pt x="12" y="44"/>
                    <a:pt x="11" y="48"/>
                  </a:cubicBezTo>
                  <a:cubicBezTo>
                    <a:pt x="11" y="48"/>
                    <a:pt x="12" y="47"/>
                    <a:pt x="12" y="48"/>
                  </a:cubicBezTo>
                  <a:cubicBezTo>
                    <a:pt x="12" y="49"/>
                    <a:pt x="12" y="49"/>
                    <a:pt x="12" y="50"/>
                  </a:cubicBezTo>
                  <a:cubicBezTo>
                    <a:pt x="12" y="50"/>
                    <a:pt x="12" y="50"/>
                    <a:pt x="12" y="52"/>
                  </a:cubicBezTo>
                  <a:cubicBezTo>
                    <a:pt x="12" y="54"/>
                    <a:pt x="12" y="54"/>
                    <a:pt x="12" y="55"/>
                  </a:cubicBezTo>
                  <a:cubicBezTo>
                    <a:pt x="12" y="55"/>
                    <a:pt x="12" y="56"/>
                    <a:pt x="12" y="57"/>
                  </a:cubicBezTo>
                  <a:cubicBezTo>
                    <a:pt x="11" y="58"/>
                    <a:pt x="12" y="59"/>
                    <a:pt x="12" y="60"/>
                  </a:cubicBezTo>
                  <a:cubicBezTo>
                    <a:pt x="13" y="60"/>
                    <a:pt x="13" y="60"/>
                    <a:pt x="13" y="60"/>
                  </a:cubicBezTo>
                  <a:cubicBezTo>
                    <a:pt x="13" y="61"/>
                    <a:pt x="12" y="62"/>
                    <a:pt x="13" y="61"/>
                  </a:cubicBezTo>
                  <a:cubicBezTo>
                    <a:pt x="14" y="59"/>
                    <a:pt x="14" y="59"/>
                    <a:pt x="14" y="59"/>
                  </a:cubicBezTo>
                  <a:cubicBezTo>
                    <a:pt x="15" y="58"/>
                    <a:pt x="15" y="58"/>
                    <a:pt x="15" y="58"/>
                  </a:cubicBezTo>
                  <a:cubicBezTo>
                    <a:pt x="15" y="58"/>
                    <a:pt x="15" y="57"/>
                    <a:pt x="16" y="57"/>
                  </a:cubicBezTo>
                  <a:cubicBezTo>
                    <a:pt x="17" y="58"/>
                    <a:pt x="17" y="57"/>
                    <a:pt x="18" y="58"/>
                  </a:cubicBezTo>
                  <a:cubicBezTo>
                    <a:pt x="18" y="58"/>
                    <a:pt x="17" y="59"/>
                    <a:pt x="18" y="60"/>
                  </a:cubicBezTo>
                  <a:cubicBezTo>
                    <a:pt x="18" y="60"/>
                    <a:pt x="20" y="59"/>
                    <a:pt x="20" y="59"/>
                  </a:cubicBezTo>
                  <a:cubicBezTo>
                    <a:pt x="21" y="59"/>
                    <a:pt x="21" y="59"/>
                    <a:pt x="22" y="60"/>
                  </a:cubicBezTo>
                  <a:cubicBezTo>
                    <a:pt x="22" y="61"/>
                    <a:pt x="22" y="62"/>
                    <a:pt x="23" y="62"/>
                  </a:cubicBezTo>
                  <a:cubicBezTo>
                    <a:pt x="23" y="62"/>
                    <a:pt x="23" y="63"/>
                    <a:pt x="23" y="64"/>
                  </a:cubicBezTo>
                  <a:cubicBezTo>
                    <a:pt x="24" y="65"/>
                    <a:pt x="25" y="65"/>
                    <a:pt x="25" y="65"/>
                  </a:cubicBezTo>
                  <a:cubicBezTo>
                    <a:pt x="26" y="65"/>
                    <a:pt x="27" y="65"/>
                    <a:pt x="28" y="66"/>
                  </a:cubicBezTo>
                  <a:cubicBezTo>
                    <a:pt x="28" y="66"/>
                    <a:pt x="28" y="67"/>
                    <a:pt x="29" y="67"/>
                  </a:cubicBezTo>
                  <a:cubicBezTo>
                    <a:pt x="30" y="67"/>
                    <a:pt x="30" y="69"/>
                    <a:pt x="30" y="69"/>
                  </a:cubicBezTo>
                  <a:cubicBezTo>
                    <a:pt x="30" y="69"/>
                    <a:pt x="30" y="71"/>
                    <a:pt x="30" y="71"/>
                  </a:cubicBezTo>
                  <a:cubicBezTo>
                    <a:pt x="30" y="71"/>
                    <a:pt x="30" y="72"/>
                    <a:pt x="30" y="72"/>
                  </a:cubicBezTo>
                  <a:cubicBezTo>
                    <a:pt x="31" y="72"/>
                    <a:pt x="32" y="73"/>
                    <a:pt x="32" y="73"/>
                  </a:cubicBezTo>
                  <a:cubicBezTo>
                    <a:pt x="32" y="73"/>
                    <a:pt x="32" y="74"/>
                    <a:pt x="33" y="74"/>
                  </a:cubicBezTo>
                  <a:cubicBezTo>
                    <a:pt x="34" y="75"/>
                    <a:pt x="35" y="75"/>
                    <a:pt x="36" y="75"/>
                  </a:cubicBezTo>
                  <a:cubicBezTo>
                    <a:pt x="36" y="76"/>
                    <a:pt x="35" y="77"/>
                    <a:pt x="36" y="77"/>
                  </a:cubicBezTo>
                  <a:cubicBezTo>
                    <a:pt x="38" y="76"/>
                    <a:pt x="39" y="76"/>
                    <a:pt x="40" y="77"/>
                  </a:cubicBezTo>
                  <a:cubicBezTo>
                    <a:pt x="41" y="77"/>
                    <a:pt x="40" y="78"/>
                    <a:pt x="42" y="79"/>
                  </a:cubicBezTo>
                  <a:cubicBezTo>
                    <a:pt x="44" y="80"/>
                    <a:pt x="44" y="80"/>
                    <a:pt x="45" y="81"/>
                  </a:cubicBezTo>
                  <a:cubicBezTo>
                    <a:pt x="45" y="81"/>
                    <a:pt x="46" y="81"/>
                    <a:pt x="46" y="82"/>
                  </a:cubicBezTo>
                  <a:cubicBezTo>
                    <a:pt x="46" y="84"/>
                    <a:pt x="45" y="84"/>
                    <a:pt x="45" y="85"/>
                  </a:cubicBezTo>
                  <a:cubicBezTo>
                    <a:pt x="44" y="86"/>
                    <a:pt x="43" y="87"/>
                    <a:pt x="43" y="88"/>
                  </a:cubicBezTo>
                  <a:cubicBezTo>
                    <a:pt x="42" y="88"/>
                    <a:pt x="42" y="89"/>
                    <a:pt x="42" y="90"/>
                  </a:cubicBezTo>
                  <a:cubicBezTo>
                    <a:pt x="43" y="91"/>
                    <a:pt x="43" y="92"/>
                    <a:pt x="43" y="93"/>
                  </a:cubicBezTo>
                  <a:cubicBezTo>
                    <a:pt x="43" y="93"/>
                    <a:pt x="43" y="95"/>
                    <a:pt x="43" y="96"/>
                  </a:cubicBezTo>
                  <a:cubicBezTo>
                    <a:pt x="43" y="97"/>
                    <a:pt x="42" y="98"/>
                    <a:pt x="42" y="98"/>
                  </a:cubicBezTo>
                  <a:cubicBezTo>
                    <a:pt x="42" y="98"/>
                    <a:pt x="43" y="99"/>
                    <a:pt x="42" y="100"/>
                  </a:cubicBezTo>
                  <a:cubicBezTo>
                    <a:pt x="41" y="101"/>
                    <a:pt x="40" y="102"/>
                    <a:pt x="39" y="102"/>
                  </a:cubicBezTo>
                  <a:cubicBezTo>
                    <a:pt x="39" y="102"/>
                    <a:pt x="37" y="103"/>
                    <a:pt x="37" y="103"/>
                  </a:cubicBezTo>
                  <a:cubicBezTo>
                    <a:pt x="37" y="103"/>
                    <a:pt x="38" y="106"/>
                    <a:pt x="37" y="107"/>
                  </a:cubicBezTo>
                  <a:cubicBezTo>
                    <a:pt x="37" y="107"/>
                    <a:pt x="35" y="112"/>
                    <a:pt x="36" y="113"/>
                  </a:cubicBezTo>
                  <a:cubicBezTo>
                    <a:pt x="36" y="114"/>
                    <a:pt x="37" y="115"/>
                    <a:pt x="36" y="116"/>
                  </a:cubicBezTo>
                  <a:cubicBezTo>
                    <a:pt x="36" y="116"/>
                    <a:pt x="36" y="116"/>
                    <a:pt x="36" y="117"/>
                  </a:cubicBezTo>
                  <a:cubicBezTo>
                    <a:pt x="35" y="117"/>
                    <a:pt x="34" y="117"/>
                    <a:pt x="35" y="118"/>
                  </a:cubicBezTo>
                  <a:cubicBezTo>
                    <a:pt x="36" y="120"/>
                    <a:pt x="36" y="120"/>
                    <a:pt x="37" y="121"/>
                  </a:cubicBezTo>
                  <a:cubicBezTo>
                    <a:pt x="37" y="122"/>
                    <a:pt x="37" y="122"/>
                    <a:pt x="38" y="123"/>
                  </a:cubicBezTo>
                  <a:cubicBezTo>
                    <a:pt x="38" y="124"/>
                    <a:pt x="39" y="125"/>
                    <a:pt x="40" y="126"/>
                  </a:cubicBezTo>
                  <a:cubicBezTo>
                    <a:pt x="40" y="127"/>
                    <a:pt x="41" y="127"/>
                    <a:pt x="41" y="128"/>
                  </a:cubicBezTo>
                  <a:cubicBezTo>
                    <a:pt x="41" y="129"/>
                    <a:pt x="43" y="130"/>
                    <a:pt x="41" y="129"/>
                  </a:cubicBezTo>
                  <a:cubicBezTo>
                    <a:pt x="39" y="128"/>
                    <a:pt x="41" y="129"/>
                    <a:pt x="38" y="127"/>
                  </a:cubicBezTo>
                  <a:cubicBezTo>
                    <a:pt x="35" y="125"/>
                    <a:pt x="35" y="126"/>
                    <a:pt x="34" y="124"/>
                  </a:cubicBezTo>
                  <a:cubicBezTo>
                    <a:pt x="33" y="123"/>
                    <a:pt x="34" y="128"/>
                    <a:pt x="32" y="122"/>
                  </a:cubicBezTo>
                  <a:cubicBezTo>
                    <a:pt x="30" y="116"/>
                    <a:pt x="29" y="117"/>
                    <a:pt x="29" y="116"/>
                  </a:cubicBezTo>
                  <a:cubicBezTo>
                    <a:pt x="28" y="114"/>
                    <a:pt x="29" y="116"/>
                    <a:pt x="27" y="113"/>
                  </a:cubicBezTo>
                  <a:cubicBezTo>
                    <a:pt x="26" y="110"/>
                    <a:pt x="27" y="112"/>
                    <a:pt x="26" y="110"/>
                  </a:cubicBezTo>
                  <a:cubicBezTo>
                    <a:pt x="24" y="108"/>
                    <a:pt x="24" y="111"/>
                    <a:pt x="23" y="108"/>
                  </a:cubicBezTo>
                  <a:cubicBezTo>
                    <a:pt x="23" y="104"/>
                    <a:pt x="23" y="106"/>
                    <a:pt x="22" y="103"/>
                  </a:cubicBezTo>
                  <a:cubicBezTo>
                    <a:pt x="21" y="99"/>
                    <a:pt x="22" y="99"/>
                    <a:pt x="20" y="97"/>
                  </a:cubicBezTo>
                  <a:cubicBezTo>
                    <a:pt x="18" y="95"/>
                    <a:pt x="18" y="96"/>
                    <a:pt x="18" y="95"/>
                  </a:cubicBezTo>
                  <a:cubicBezTo>
                    <a:pt x="17" y="94"/>
                    <a:pt x="18" y="95"/>
                    <a:pt x="16" y="92"/>
                  </a:cubicBezTo>
                  <a:cubicBezTo>
                    <a:pt x="14" y="88"/>
                    <a:pt x="12" y="87"/>
                    <a:pt x="12" y="82"/>
                  </a:cubicBezTo>
                  <a:cubicBezTo>
                    <a:pt x="12" y="76"/>
                    <a:pt x="12" y="75"/>
                    <a:pt x="12" y="75"/>
                  </a:cubicBezTo>
                  <a:cubicBezTo>
                    <a:pt x="12" y="75"/>
                    <a:pt x="9" y="73"/>
                    <a:pt x="10" y="70"/>
                  </a:cubicBezTo>
                  <a:cubicBezTo>
                    <a:pt x="11" y="67"/>
                    <a:pt x="12" y="68"/>
                    <a:pt x="11" y="67"/>
                  </a:cubicBezTo>
                  <a:cubicBezTo>
                    <a:pt x="11" y="66"/>
                    <a:pt x="11" y="66"/>
                    <a:pt x="10" y="65"/>
                  </a:cubicBezTo>
                  <a:cubicBezTo>
                    <a:pt x="9" y="64"/>
                    <a:pt x="9" y="64"/>
                    <a:pt x="8" y="63"/>
                  </a:cubicBezTo>
                  <a:cubicBezTo>
                    <a:pt x="8" y="62"/>
                    <a:pt x="8" y="61"/>
                    <a:pt x="8" y="61"/>
                  </a:cubicBezTo>
                  <a:cubicBezTo>
                    <a:pt x="7" y="61"/>
                    <a:pt x="7" y="61"/>
                    <a:pt x="7" y="61"/>
                  </a:cubicBezTo>
                  <a:cubicBezTo>
                    <a:pt x="7" y="61"/>
                    <a:pt x="0" y="133"/>
                    <a:pt x="71" y="143"/>
                  </a:cubicBezTo>
                  <a:cubicBezTo>
                    <a:pt x="71" y="143"/>
                    <a:pt x="55" y="139"/>
                    <a:pt x="53" y="136"/>
                  </a:cubicBezTo>
                  <a:cubicBezTo>
                    <a:pt x="53" y="136"/>
                    <a:pt x="53" y="133"/>
                    <a:pt x="54" y="133"/>
                  </a:cubicBezTo>
                  <a:cubicBezTo>
                    <a:pt x="54" y="133"/>
                    <a:pt x="55" y="134"/>
                    <a:pt x="56" y="133"/>
                  </a:cubicBezTo>
                  <a:cubicBezTo>
                    <a:pt x="57" y="132"/>
                    <a:pt x="59" y="131"/>
                    <a:pt x="59" y="131"/>
                  </a:cubicBezTo>
                  <a:cubicBezTo>
                    <a:pt x="59" y="132"/>
                    <a:pt x="59" y="132"/>
                    <a:pt x="59" y="132"/>
                  </a:cubicBezTo>
                  <a:cubicBezTo>
                    <a:pt x="59" y="132"/>
                    <a:pt x="58" y="133"/>
                    <a:pt x="61" y="132"/>
                  </a:cubicBezTo>
                  <a:cubicBezTo>
                    <a:pt x="64" y="132"/>
                    <a:pt x="64" y="132"/>
                    <a:pt x="65" y="131"/>
                  </a:cubicBezTo>
                  <a:cubicBezTo>
                    <a:pt x="66" y="131"/>
                    <a:pt x="68" y="128"/>
                    <a:pt x="69" y="130"/>
                  </a:cubicBezTo>
                  <a:cubicBezTo>
                    <a:pt x="69" y="131"/>
                    <a:pt x="68" y="131"/>
                    <a:pt x="69" y="131"/>
                  </a:cubicBezTo>
                  <a:cubicBezTo>
                    <a:pt x="71" y="132"/>
                    <a:pt x="74" y="131"/>
                    <a:pt x="74" y="131"/>
                  </a:cubicBezTo>
                  <a:cubicBezTo>
                    <a:pt x="74" y="131"/>
                    <a:pt x="79" y="131"/>
                    <a:pt x="79" y="131"/>
                  </a:cubicBezTo>
                  <a:cubicBezTo>
                    <a:pt x="80" y="130"/>
                    <a:pt x="80" y="129"/>
                    <a:pt x="80" y="130"/>
                  </a:cubicBezTo>
                  <a:cubicBezTo>
                    <a:pt x="81" y="130"/>
                    <a:pt x="82" y="131"/>
                    <a:pt x="82" y="131"/>
                  </a:cubicBezTo>
                  <a:cubicBezTo>
                    <a:pt x="79" y="133"/>
                    <a:pt x="79" y="133"/>
                    <a:pt x="79" y="133"/>
                  </a:cubicBezTo>
                  <a:cubicBezTo>
                    <a:pt x="76" y="135"/>
                    <a:pt x="76" y="135"/>
                    <a:pt x="76" y="135"/>
                  </a:cubicBezTo>
                  <a:cubicBezTo>
                    <a:pt x="76" y="135"/>
                    <a:pt x="75" y="135"/>
                    <a:pt x="76" y="135"/>
                  </a:cubicBezTo>
                  <a:cubicBezTo>
                    <a:pt x="77" y="136"/>
                    <a:pt x="78" y="136"/>
                    <a:pt x="79" y="136"/>
                  </a:cubicBezTo>
                  <a:cubicBezTo>
                    <a:pt x="80" y="136"/>
                    <a:pt x="83" y="138"/>
                    <a:pt x="84" y="137"/>
                  </a:cubicBezTo>
                  <a:cubicBezTo>
                    <a:pt x="84" y="136"/>
                    <a:pt x="85" y="135"/>
                    <a:pt x="85" y="135"/>
                  </a:cubicBezTo>
                  <a:cubicBezTo>
                    <a:pt x="86" y="134"/>
                    <a:pt x="85" y="133"/>
                    <a:pt x="87" y="133"/>
                  </a:cubicBezTo>
                  <a:cubicBezTo>
                    <a:pt x="88" y="133"/>
                    <a:pt x="89" y="133"/>
                    <a:pt x="89" y="133"/>
                  </a:cubicBezTo>
                  <a:cubicBezTo>
                    <a:pt x="88" y="135"/>
                    <a:pt x="88" y="135"/>
                    <a:pt x="88" y="135"/>
                  </a:cubicBezTo>
                  <a:cubicBezTo>
                    <a:pt x="88" y="135"/>
                    <a:pt x="90" y="135"/>
                    <a:pt x="91" y="135"/>
                  </a:cubicBezTo>
                  <a:cubicBezTo>
                    <a:pt x="92" y="135"/>
                    <a:pt x="92" y="136"/>
                    <a:pt x="93" y="135"/>
                  </a:cubicBezTo>
                  <a:cubicBezTo>
                    <a:pt x="94" y="134"/>
                    <a:pt x="94" y="134"/>
                    <a:pt x="96" y="134"/>
                  </a:cubicBezTo>
                  <a:cubicBezTo>
                    <a:pt x="97" y="134"/>
                    <a:pt x="98" y="133"/>
                    <a:pt x="99" y="133"/>
                  </a:cubicBezTo>
                  <a:cubicBezTo>
                    <a:pt x="100" y="134"/>
                    <a:pt x="101" y="134"/>
                    <a:pt x="101" y="134"/>
                  </a:cubicBezTo>
                  <a:cubicBezTo>
                    <a:pt x="102" y="134"/>
                    <a:pt x="104" y="136"/>
                    <a:pt x="105" y="135"/>
                  </a:cubicBezTo>
                  <a:cubicBezTo>
                    <a:pt x="105" y="135"/>
                    <a:pt x="108" y="135"/>
                    <a:pt x="108" y="135"/>
                  </a:cubicBezTo>
                  <a:cubicBezTo>
                    <a:pt x="108" y="135"/>
                    <a:pt x="100" y="143"/>
                    <a:pt x="82" y="143"/>
                  </a:cubicBezTo>
                  <a:cubicBezTo>
                    <a:pt x="82" y="143"/>
                    <a:pt x="122" y="145"/>
                    <a:pt x="144" y="106"/>
                  </a:cubicBezTo>
                  <a:cubicBezTo>
                    <a:pt x="166" y="68"/>
                    <a:pt x="151" y="19"/>
                    <a:pt x="100" y="2"/>
                  </a:cubicBezTo>
                  <a:cubicBezTo>
                    <a:pt x="100" y="2"/>
                    <a:pt x="138" y="16"/>
                    <a:pt x="148" y="52"/>
                  </a:cubicBezTo>
                  <a:cubicBezTo>
                    <a:pt x="147" y="53"/>
                    <a:pt x="147" y="53"/>
                    <a:pt x="147" y="53"/>
                  </a:cubicBezTo>
                  <a:cubicBezTo>
                    <a:pt x="146" y="52"/>
                    <a:pt x="146" y="52"/>
                    <a:pt x="146" y="50"/>
                  </a:cubicBezTo>
                  <a:cubicBezTo>
                    <a:pt x="145" y="49"/>
                    <a:pt x="145" y="49"/>
                    <a:pt x="145" y="48"/>
                  </a:cubicBezTo>
                  <a:cubicBezTo>
                    <a:pt x="144" y="47"/>
                    <a:pt x="144" y="47"/>
                    <a:pt x="143" y="46"/>
                  </a:cubicBezTo>
                  <a:cubicBezTo>
                    <a:pt x="143" y="45"/>
                    <a:pt x="142" y="45"/>
                    <a:pt x="142" y="45"/>
                  </a:cubicBezTo>
                  <a:cubicBezTo>
                    <a:pt x="141" y="44"/>
                    <a:pt x="140" y="42"/>
                    <a:pt x="140" y="41"/>
                  </a:cubicBezTo>
                  <a:cubicBezTo>
                    <a:pt x="139" y="40"/>
                    <a:pt x="138" y="40"/>
                    <a:pt x="137" y="40"/>
                  </a:cubicBezTo>
                  <a:cubicBezTo>
                    <a:pt x="136" y="40"/>
                    <a:pt x="137" y="39"/>
                    <a:pt x="136" y="40"/>
                  </a:cubicBezTo>
                  <a:cubicBezTo>
                    <a:pt x="136" y="41"/>
                    <a:pt x="137" y="42"/>
                    <a:pt x="137" y="42"/>
                  </a:cubicBezTo>
                  <a:cubicBezTo>
                    <a:pt x="137" y="45"/>
                    <a:pt x="137" y="45"/>
                    <a:pt x="137" y="45"/>
                  </a:cubicBezTo>
                  <a:cubicBezTo>
                    <a:pt x="137" y="45"/>
                    <a:pt x="138" y="47"/>
                    <a:pt x="138" y="48"/>
                  </a:cubicBezTo>
                  <a:cubicBezTo>
                    <a:pt x="138" y="49"/>
                    <a:pt x="138" y="51"/>
                    <a:pt x="138" y="51"/>
                  </a:cubicBezTo>
                  <a:cubicBezTo>
                    <a:pt x="138" y="51"/>
                    <a:pt x="137" y="53"/>
                    <a:pt x="137" y="53"/>
                  </a:cubicBezTo>
                  <a:cubicBezTo>
                    <a:pt x="136" y="53"/>
                    <a:pt x="132" y="54"/>
                    <a:pt x="132" y="54"/>
                  </a:cubicBezTo>
                  <a:cubicBezTo>
                    <a:pt x="132" y="54"/>
                    <a:pt x="131" y="53"/>
                    <a:pt x="130" y="51"/>
                  </a:cubicBezTo>
                  <a:cubicBezTo>
                    <a:pt x="129" y="50"/>
                    <a:pt x="127" y="50"/>
                    <a:pt x="127" y="49"/>
                  </a:cubicBezTo>
                  <a:cubicBezTo>
                    <a:pt x="127" y="49"/>
                    <a:pt x="127" y="48"/>
                    <a:pt x="126" y="46"/>
                  </a:cubicBezTo>
                  <a:cubicBezTo>
                    <a:pt x="125" y="45"/>
                    <a:pt x="126" y="45"/>
                    <a:pt x="125" y="44"/>
                  </a:cubicBezTo>
                  <a:cubicBezTo>
                    <a:pt x="124" y="43"/>
                    <a:pt x="124" y="43"/>
                    <a:pt x="124" y="43"/>
                  </a:cubicBezTo>
                  <a:cubicBezTo>
                    <a:pt x="124" y="43"/>
                    <a:pt x="121" y="42"/>
                    <a:pt x="122" y="44"/>
                  </a:cubicBezTo>
                  <a:cubicBezTo>
                    <a:pt x="123" y="45"/>
                    <a:pt x="122" y="47"/>
                    <a:pt x="122" y="47"/>
                  </a:cubicBezTo>
                  <a:cubicBezTo>
                    <a:pt x="123" y="48"/>
                    <a:pt x="124" y="47"/>
                    <a:pt x="124" y="48"/>
                  </a:cubicBezTo>
                  <a:cubicBezTo>
                    <a:pt x="125" y="50"/>
                    <a:pt x="125" y="51"/>
                    <a:pt x="126" y="51"/>
                  </a:cubicBezTo>
                  <a:cubicBezTo>
                    <a:pt x="126" y="52"/>
                    <a:pt x="126" y="54"/>
                    <a:pt x="127" y="54"/>
                  </a:cubicBezTo>
                  <a:cubicBezTo>
                    <a:pt x="128" y="54"/>
                    <a:pt x="130" y="54"/>
                    <a:pt x="129" y="55"/>
                  </a:cubicBezTo>
                  <a:cubicBezTo>
                    <a:pt x="129" y="56"/>
                    <a:pt x="128" y="57"/>
                    <a:pt x="129" y="57"/>
                  </a:cubicBezTo>
                  <a:cubicBezTo>
                    <a:pt x="131" y="58"/>
                    <a:pt x="131" y="58"/>
                    <a:pt x="132" y="58"/>
                  </a:cubicBezTo>
                  <a:cubicBezTo>
                    <a:pt x="132" y="58"/>
                    <a:pt x="132" y="58"/>
                    <a:pt x="133" y="58"/>
                  </a:cubicBezTo>
                  <a:cubicBezTo>
                    <a:pt x="134" y="57"/>
                    <a:pt x="136" y="57"/>
                    <a:pt x="136" y="57"/>
                  </a:cubicBezTo>
                  <a:cubicBezTo>
                    <a:pt x="136" y="57"/>
                    <a:pt x="137" y="58"/>
                    <a:pt x="137" y="59"/>
                  </a:cubicBezTo>
                  <a:cubicBezTo>
                    <a:pt x="137" y="59"/>
                    <a:pt x="137" y="62"/>
                    <a:pt x="137" y="62"/>
                  </a:cubicBezTo>
                  <a:cubicBezTo>
                    <a:pt x="135" y="65"/>
                    <a:pt x="135" y="65"/>
                    <a:pt x="135" y="65"/>
                  </a:cubicBezTo>
                  <a:cubicBezTo>
                    <a:pt x="135" y="65"/>
                    <a:pt x="135" y="70"/>
                    <a:pt x="134" y="70"/>
                  </a:cubicBezTo>
                  <a:cubicBezTo>
                    <a:pt x="134" y="70"/>
                    <a:pt x="133" y="72"/>
                    <a:pt x="132" y="73"/>
                  </a:cubicBezTo>
                  <a:cubicBezTo>
                    <a:pt x="132" y="73"/>
                    <a:pt x="131" y="76"/>
                    <a:pt x="131" y="76"/>
                  </a:cubicBezTo>
                  <a:cubicBezTo>
                    <a:pt x="130" y="78"/>
                    <a:pt x="130" y="78"/>
                    <a:pt x="130" y="78"/>
                  </a:cubicBezTo>
                  <a:cubicBezTo>
                    <a:pt x="130" y="78"/>
                    <a:pt x="130" y="81"/>
                    <a:pt x="130" y="82"/>
                  </a:cubicBezTo>
                  <a:cubicBezTo>
                    <a:pt x="130" y="82"/>
                    <a:pt x="130" y="85"/>
                    <a:pt x="130" y="86"/>
                  </a:cubicBezTo>
                  <a:cubicBezTo>
                    <a:pt x="130" y="88"/>
                    <a:pt x="128" y="89"/>
                    <a:pt x="128" y="89"/>
                  </a:cubicBezTo>
                  <a:cubicBezTo>
                    <a:pt x="128" y="89"/>
                    <a:pt x="130" y="91"/>
                    <a:pt x="129" y="92"/>
                  </a:cubicBezTo>
                  <a:cubicBezTo>
                    <a:pt x="128" y="92"/>
                    <a:pt x="126" y="94"/>
                    <a:pt x="126" y="95"/>
                  </a:cubicBezTo>
                  <a:cubicBezTo>
                    <a:pt x="126" y="95"/>
                    <a:pt x="126" y="96"/>
                    <a:pt x="125" y="96"/>
                  </a:cubicBezTo>
                  <a:cubicBezTo>
                    <a:pt x="124" y="96"/>
                    <a:pt x="123" y="97"/>
                    <a:pt x="123" y="97"/>
                  </a:cubicBezTo>
                  <a:cubicBezTo>
                    <a:pt x="123" y="98"/>
                    <a:pt x="123" y="100"/>
                    <a:pt x="123" y="100"/>
                  </a:cubicBezTo>
                  <a:cubicBezTo>
                    <a:pt x="120" y="104"/>
                    <a:pt x="120" y="104"/>
                    <a:pt x="120" y="104"/>
                  </a:cubicBezTo>
                  <a:cubicBezTo>
                    <a:pt x="117" y="106"/>
                    <a:pt x="117" y="106"/>
                    <a:pt x="117" y="106"/>
                  </a:cubicBezTo>
                  <a:cubicBezTo>
                    <a:pt x="117" y="106"/>
                    <a:pt x="117" y="108"/>
                    <a:pt x="116" y="108"/>
                  </a:cubicBezTo>
                  <a:cubicBezTo>
                    <a:pt x="115" y="108"/>
                    <a:pt x="112" y="110"/>
                    <a:pt x="111" y="110"/>
                  </a:cubicBezTo>
                  <a:cubicBezTo>
                    <a:pt x="111" y="111"/>
                    <a:pt x="108" y="112"/>
                    <a:pt x="107" y="112"/>
                  </a:cubicBezTo>
                  <a:cubicBezTo>
                    <a:pt x="106" y="112"/>
                    <a:pt x="108" y="114"/>
                    <a:pt x="106" y="112"/>
                  </a:cubicBezTo>
                  <a:cubicBezTo>
                    <a:pt x="105" y="110"/>
                    <a:pt x="106" y="111"/>
                    <a:pt x="105" y="108"/>
                  </a:cubicBezTo>
                  <a:cubicBezTo>
                    <a:pt x="104" y="106"/>
                    <a:pt x="104" y="108"/>
                    <a:pt x="104" y="106"/>
                  </a:cubicBezTo>
                  <a:cubicBezTo>
                    <a:pt x="104" y="104"/>
                    <a:pt x="104" y="106"/>
                    <a:pt x="104" y="104"/>
                  </a:cubicBezTo>
                  <a:cubicBezTo>
                    <a:pt x="103" y="102"/>
                    <a:pt x="104" y="103"/>
                    <a:pt x="103" y="101"/>
                  </a:cubicBezTo>
                  <a:cubicBezTo>
                    <a:pt x="102" y="99"/>
                    <a:pt x="102" y="99"/>
                    <a:pt x="101" y="98"/>
                  </a:cubicBezTo>
                  <a:cubicBezTo>
                    <a:pt x="100" y="97"/>
                    <a:pt x="98" y="98"/>
                    <a:pt x="99" y="96"/>
                  </a:cubicBezTo>
                  <a:cubicBezTo>
                    <a:pt x="100" y="94"/>
                    <a:pt x="100" y="96"/>
                    <a:pt x="100" y="94"/>
                  </a:cubicBezTo>
                  <a:cubicBezTo>
                    <a:pt x="101" y="92"/>
                    <a:pt x="100" y="91"/>
                    <a:pt x="101" y="90"/>
                  </a:cubicBezTo>
                  <a:cubicBezTo>
                    <a:pt x="103" y="89"/>
                    <a:pt x="104" y="89"/>
                    <a:pt x="104" y="88"/>
                  </a:cubicBezTo>
                  <a:cubicBezTo>
                    <a:pt x="104" y="86"/>
                    <a:pt x="104" y="86"/>
                    <a:pt x="103" y="85"/>
                  </a:cubicBezTo>
                  <a:cubicBezTo>
                    <a:pt x="103" y="84"/>
                    <a:pt x="102" y="83"/>
                    <a:pt x="101" y="82"/>
                  </a:cubicBezTo>
                  <a:cubicBezTo>
                    <a:pt x="101" y="82"/>
                    <a:pt x="101" y="82"/>
                    <a:pt x="100" y="81"/>
                  </a:cubicBezTo>
                  <a:cubicBezTo>
                    <a:pt x="99" y="79"/>
                    <a:pt x="98" y="78"/>
                    <a:pt x="98" y="78"/>
                  </a:cubicBezTo>
                  <a:cubicBezTo>
                    <a:pt x="98" y="78"/>
                    <a:pt x="98" y="75"/>
                    <a:pt x="98" y="73"/>
                  </a:cubicBezTo>
                  <a:cubicBezTo>
                    <a:pt x="98" y="72"/>
                    <a:pt x="98" y="74"/>
                    <a:pt x="98" y="72"/>
                  </a:cubicBezTo>
                  <a:cubicBezTo>
                    <a:pt x="99" y="70"/>
                    <a:pt x="99" y="68"/>
                    <a:pt x="99" y="68"/>
                  </a:cubicBezTo>
                  <a:cubicBezTo>
                    <a:pt x="99" y="68"/>
                    <a:pt x="96" y="67"/>
                    <a:pt x="95" y="67"/>
                  </a:cubicBezTo>
                  <a:cubicBezTo>
                    <a:pt x="94" y="67"/>
                    <a:pt x="94" y="68"/>
                    <a:pt x="93" y="67"/>
                  </a:cubicBezTo>
                  <a:cubicBezTo>
                    <a:pt x="91" y="66"/>
                    <a:pt x="92" y="65"/>
                    <a:pt x="91" y="65"/>
                  </a:cubicBezTo>
                  <a:cubicBezTo>
                    <a:pt x="91" y="65"/>
                    <a:pt x="90" y="64"/>
                    <a:pt x="89" y="65"/>
                  </a:cubicBezTo>
                  <a:cubicBezTo>
                    <a:pt x="88" y="66"/>
                    <a:pt x="86" y="66"/>
                    <a:pt x="85" y="66"/>
                  </a:cubicBezTo>
                  <a:cubicBezTo>
                    <a:pt x="83" y="67"/>
                    <a:pt x="83" y="67"/>
                    <a:pt x="81" y="67"/>
                  </a:cubicBezTo>
                  <a:cubicBezTo>
                    <a:pt x="79" y="67"/>
                    <a:pt x="76" y="68"/>
                    <a:pt x="75" y="67"/>
                  </a:cubicBezTo>
                  <a:cubicBezTo>
                    <a:pt x="73" y="66"/>
                    <a:pt x="73" y="67"/>
                    <a:pt x="72" y="65"/>
                  </a:cubicBezTo>
                  <a:cubicBezTo>
                    <a:pt x="72" y="64"/>
                    <a:pt x="72" y="64"/>
                    <a:pt x="71" y="63"/>
                  </a:cubicBezTo>
                  <a:cubicBezTo>
                    <a:pt x="69" y="62"/>
                    <a:pt x="69" y="63"/>
                    <a:pt x="69" y="61"/>
                  </a:cubicBezTo>
                  <a:cubicBezTo>
                    <a:pt x="69" y="60"/>
                    <a:pt x="69" y="60"/>
                    <a:pt x="68" y="59"/>
                  </a:cubicBezTo>
                  <a:cubicBezTo>
                    <a:pt x="67" y="57"/>
                    <a:pt x="69" y="60"/>
                    <a:pt x="67" y="57"/>
                  </a:cubicBezTo>
                  <a:cubicBezTo>
                    <a:pt x="65" y="55"/>
                    <a:pt x="64" y="57"/>
                    <a:pt x="65" y="55"/>
                  </a:cubicBezTo>
                  <a:cubicBezTo>
                    <a:pt x="66" y="54"/>
                    <a:pt x="66" y="55"/>
                    <a:pt x="66" y="53"/>
                  </a:cubicBezTo>
                  <a:cubicBezTo>
                    <a:pt x="66" y="51"/>
                    <a:pt x="69" y="54"/>
                    <a:pt x="67" y="50"/>
                  </a:cubicBezTo>
                  <a:cubicBezTo>
                    <a:pt x="66" y="45"/>
                    <a:pt x="65" y="46"/>
                    <a:pt x="67" y="43"/>
                  </a:cubicBezTo>
                  <a:cubicBezTo>
                    <a:pt x="69" y="40"/>
                    <a:pt x="71" y="39"/>
                    <a:pt x="71" y="39"/>
                  </a:cubicBezTo>
                  <a:cubicBezTo>
                    <a:pt x="72" y="38"/>
                    <a:pt x="72" y="36"/>
                    <a:pt x="73" y="36"/>
                  </a:cubicBezTo>
                  <a:cubicBezTo>
                    <a:pt x="74" y="35"/>
                    <a:pt x="73" y="35"/>
                    <a:pt x="75" y="35"/>
                  </a:cubicBezTo>
                  <a:cubicBezTo>
                    <a:pt x="76" y="35"/>
                    <a:pt x="78" y="34"/>
                    <a:pt x="79" y="33"/>
                  </a:cubicBezTo>
                  <a:cubicBezTo>
                    <a:pt x="80" y="32"/>
                    <a:pt x="81" y="31"/>
                    <a:pt x="82" y="31"/>
                  </a:cubicBezTo>
                  <a:cubicBezTo>
                    <a:pt x="83" y="30"/>
                    <a:pt x="82" y="31"/>
                    <a:pt x="84" y="30"/>
                  </a:cubicBezTo>
                  <a:cubicBezTo>
                    <a:pt x="85" y="30"/>
                    <a:pt x="86" y="30"/>
                    <a:pt x="87" y="30"/>
                  </a:cubicBezTo>
                  <a:cubicBezTo>
                    <a:pt x="88" y="30"/>
                    <a:pt x="86" y="30"/>
                    <a:pt x="88" y="30"/>
                  </a:cubicBezTo>
                  <a:cubicBezTo>
                    <a:pt x="91" y="29"/>
                    <a:pt x="91" y="29"/>
                    <a:pt x="91" y="29"/>
                  </a:cubicBezTo>
                  <a:cubicBezTo>
                    <a:pt x="92" y="29"/>
                    <a:pt x="92" y="29"/>
                    <a:pt x="93" y="30"/>
                  </a:cubicBezTo>
                  <a:cubicBezTo>
                    <a:pt x="94" y="30"/>
                    <a:pt x="94" y="27"/>
                    <a:pt x="94" y="30"/>
                  </a:cubicBezTo>
                  <a:cubicBezTo>
                    <a:pt x="94" y="32"/>
                    <a:pt x="93" y="33"/>
                    <a:pt x="95" y="34"/>
                  </a:cubicBezTo>
                  <a:cubicBezTo>
                    <a:pt x="97" y="34"/>
                    <a:pt x="95" y="34"/>
                    <a:pt x="97" y="34"/>
                  </a:cubicBezTo>
                  <a:cubicBezTo>
                    <a:pt x="99" y="34"/>
                    <a:pt x="99" y="34"/>
                    <a:pt x="100" y="35"/>
                  </a:cubicBezTo>
                  <a:cubicBezTo>
                    <a:pt x="101" y="35"/>
                    <a:pt x="101" y="36"/>
                    <a:pt x="103" y="36"/>
                  </a:cubicBezTo>
                  <a:cubicBezTo>
                    <a:pt x="104" y="36"/>
                    <a:pt x="102" y="38"/>
                    <a:pt x="104" y="36"/>
                  </a:cubicBezTo>
                  <a:cubicBezTo>
                    <a:pt x="106" y="34"/>
                    <a:pt x="103" y="33"/>
                    <a:pt x="106" y="34"/>
                  </a:cubicBezTo>
                  <a:cubicBezTo>
                    <a:pt x="110" y="34"/>
                    <a:pt x="111" y="35"/>
                    <a:pt x="112" y="34"/>
                  </a:cubicBezTo>
                  <a:cubicBezTo>
                    <a:pt x="112" y="34"/>
                    <a:pt x="112" y="35"/>
                    <a:pt x="114" y="34"/>
                  </a:cubicBezTo>
                  <a:cubicBezTo>
                    <a:pt x="116" y="33"/>
                    <a:pt x="116" y="33"/>
                    <a:pt x="117" y="33"/>
                  </a:cubicBezTo>
                  <a:cubicBezTo>
                    <a:pt x="117" y="34"/>
                    <a:pt x="117" y="35"/>
                    <a:pt x="118" y="34"/>
                  </a:cubicBezTo>
                  <a:cubicBezTo>
                    <a:pt x="119" y="32"/>
                    <a:pt x="120" y="33"/>
                    <a:pt x="118" y="32"/>
                  </a:cubicBezTo>
                  <a:cubicBezTo>
                    <a:pt x="116" y="31"/>
                    <a:pt x="115" y="32"/>
                    <a:pt x="115" y="31"/>
                  </a:cubicBezTo>
                  <a:cubicBezTo>
                    <a:pt x="115" y="29"/>
                    <a:pt x="117" y="30"/>
                    <a:pt x="115" y="29"/>
                  </a:cubicBezTo>
                  <a:cubicBezTo>
                    <a:pt x="113" y="29"/>
                    <a:pt x="113" y="29"/>
                    <a:pt x="111" y="28"/>
                  </a:cubicBezTo>
                  <a:cubicBezTo>
                    <a:pt x="110" y="28"/>
                    <a:pt x="108" y="30"/>
                    <a:pt x="108" y="28"/>
                  </a:cubicBezTo>
                  <a:cubicBezTo>
                    <a:pt x="107" y="27"/>
                    <a:pt x="104" y="29"/>
                    <a:pt x="107" y="27"/>
                  </a:cubicBezTo>
                  <a:cubicBezTo>
                    <a:pt x="110" y="24"/>
                    <a:pt x="109" y="23"/>
                    <a:pt x="111" y="24"/>
                  </a:cubicBezTo>
                  <a:cubicBezTo>
                    <a:pt x="113" y="24"/>
                    <a:pt x="112" y="26"/>
                    <a:pt x="113" y="25"/>
                  </a:cubicBezTo>
                  <a:cubicBezTo>
                    <a:pt x="115" y="24"/>
                    <a:pt x="117" y="23"/>
                    <a:pt x="115" y="22"/>
                  </a:cubicBezTo>
                  <a:cubicBezTo>
                    <a:pt x="112" y="20"/>
                    <a:pt x="114" y="21"/>
                    <a:pt x="112" y="20"/>
                  </a:cubicBezTo>
                  <a:cubicBezTo>
                    <a:pt x="109" y="19"/>
                    <a:pt x="107" y="24"/>
                    <a:pt x="106" y="23"/>
                  </a:cubicBezTo>
                  <a:cubicBezTo>
                    <a:pt x="105" y="22"/>
                    <a:pt x="105" y="22"/>
                    <a:pt x="104" y="22"/>
                  </a:cubicBezTo>
                  <a:cubicBezTo>
                    <a:pt x="104" y="23"/>
                    <a:pt x="104" y="24"/>
                    <a:pt x="103" y="26"/>
                  </a:cubicBezTo>
                  <a:cubicBezTo>
                    <a:pt x="103" y="27"/>
                    <a:pt x="105" y="27"/>
                    <a:pt x="102" y="26"/>
                  </a:cubicBezTo>
                  <a:cubicBezTo>
                    <a:pt x="100" y="25"/>
                    <a:pt x="105" y="26"/>
                    <a:pt x="100" y="24"/>
                  </a:cubicBezTo>
                  <a:cubicBezTo>
                    <a:pt x="95" y="22"/>
                    <a:pt x="93" y="23"/>
                    <a:pt x="93" y="23"/>
                  </a:cubicBezTo>
                  <a:cubicBezTo>
                    <a:pt x="92" y="24"/>
                    <a:pt x="91" y="24"/>
                    <a:pt x="90" y="24"/>
                  </a:cubicBezTo>
                  <a:cubicBezTo>
                    <a:pt x="90" y="25"/>
                    <a:pt x="92" y="26"/>
                    <a:pt x="90" y="25"/>
                  </a:cubicBezTo>
                  <a:cubicBezTo>
                    <a:pt x="88" y="24"/>
                    <a:pt x="86" y="26"/>
                    <a:pt x="86" y="26"/>
                  </a:cubicBezTo>
                  <a:cubicBezTo>
                    <a:pt x="86" y="26"/>
                    <a:pt x="85" y="25"/>
                    <a:pt x="84" y="26"/>
                  </a:cubicBezTo>
                  <a:cubicBezTo>
                    <a:pt x="83" y="27"/>
                    <a:pt x="82" y="27"/>
                    <a:pt x="81" y="27"/>
                  </a:cubicBezTo>
                  <a:cubicBezTo>
                    <a:pt x="80" y="26"/>
                    <a:pt x="77" y="27"/>
                    <a:pt x="79" y="25"/>
                  </a:cubicBezTo>
                  <a:cubicBezTo>
                    <a:pt x="81" y="22"/>
                    <a:pt x="80" y="24"/>
                    <a:pt x="83" y="23"/>
                  </a:cubicBezTo>
                  <a:cubicBezTo>
                    <a:pt x="86" y="21"/>
                    <a:pt x="90" y="21"/>
                    <a:pt x="86" y="20"/>
                  </a:cubicBezTo>
                  <a:cubicBezTo>
                    <a:pt x="82" y="20"/>
                    <a:pt x="88" y="20"/>
                    <a:pt x="83" y="17"/>
                  </a:cubicBezTo>
                  <a:cubicBezTo>
                    <a:pt x="78" y="15"/>
                    <a:pt x="78" y="18"/>
                    <a:pt x="78" y="15"/>
                  </a:cubicBezTo>
                  <a:cubicBezTo>
                    <a:pt x="79" y="12"/>
                    <a:pt x="78" y="11"/>
                    <a:pt x="77" y="12"/>
                  </a:cubicBezTo>
                  <a:cubicBezTo>
                    <a:pt x="76" y="12"/>
                    <a:pt x="73" y="12"/>
                    <a:pt x="72" y="13"/>
                  </a:cubicBezTo>
                  <a:cubicBezTo>
                    <a:pt x="71" y="13"/>
                    <a:pt x="72" y="14"/>
                    <a:pt x="70" y="12"/>
                  </a:cubicBezTo>
                  <a:cubicBezTo>
                    <a:pt x="67" y="11"/>
                    <a:pt x="67" y="13"/>
                    <a:pt x="67" y="11"/>
                  </a:cubicBezTo>
                  <a:cubicBezTo>
                    <a:pt x="68" y="9"/>
                    <a:pt x="69" y="9"/>
                    <a:pt x="70" y="8"/>
                  </a:cubicBezTo>
                  <a:cubicBezTo>
                    <a:pt x="71" y="6"/>
                    <a:pt x="71" y="2"/>
                    <a:pt x="74" y="4"/>
                  </a:cubicBezTo>
                  <a:cubicBezTo>
                    <a:pt x="78" y="5"/>
                    <a:pt x="76" y="5"/>
                    <a:pt x="79" y="5"/>
                  </a:cubicBezTo>
                  <a:cubicBezTo>
                    <a:pt x="82" y="5"/>
                    <a:pt x="83" y="5"/>
                    <a:pt x="83" y="4"/>
                  </a:cubicBezTo>
                  <a:cubicBezTo>
                    <a:pt x="83" y="4"/>
                    <a:pt x="80" y="2"/>
                    <a:pt x="80" y="2"/>
                  </a:cubicBezTo>
                  <a:cubicBezTo>
                    <a:pt x="80" y="2"/>
                    <a:pt x="79" y="2"/>
                    <a:pt x="79" y="2"/>
                  </a:cubicBezTo>
                  <a:cubicBezTo>
                    <a:pt x="80" y="1"/>
                    <a:pt x="80" y="0"/>
                    <a:pt x="80" y="0"/>
                  </a:cubicBezTo>
                  <a:cubicBezTo>
                    <a:pt x="79" y="0"/>
                    <a:pt x="79" y="0"/>
                    <a:pt x="79" y="0"/>
                  </a:cubicBezTo>
                  <a:cubicBezTo>
                    <a:pt x="79" y="0"/>
                    <a:pt x="70" y="0"/>
                    <a:pt x="67" y="0"/>
                  </a:cubicBezTo>
                  <a:close/>
                </a:path>
              </a:pathLst>
            </a:custGeom>
            <a:solidFill>
              <a:srgbClr val="F2F2F2"/>
            </a:solidFill>
            <a:ln w="9525">
              <a:noFill/>
            </a:ln>
          </p:spPr>
          <p:txBody>
            <a:bodyPr/>
            <a:lstStyle/>
            <a:p>
              <a:endParaRPr lang="en-US">
                <a:solidFill>
                  <a:schemeClr val="tx1"/>
                </a:solidFill>
              </a:endParaRPr>
            </a:p>
          </p:txBody>
        </p:sp>
      </p:grpSp>
      <p:sp>
        <p:nvSpPr>
          <p:cNvPr id="17438" name="Freeform 41"/>
          <p:cNvSpPr/>
          <p:nvPr/>
        </p:nvSpPr>
        <p:spPr>
          <a:xfrm>
            <a:off x="2606358" y="1563688"/>
            <a:ext cx="106362" cy="25400"/>
          </a:xfrm>
          <a:custGeom>
            <a:avLst/>
            <a:gdLst/>
            <a:ahLst/>
            <a:cxnLst>
              <a:cxn ang="0">
                <a:pos x="106333" y="13041"/>
              </a:cxn>
              <a:cxn ang="0">
                <a:pos x="89544" y="26081"/>
              </a:cxn>
              <a:cxn ang="0">
                <a:pos x="16789" y="26081"/>
              </a:cxn>
              <a:cxn ang="0">
                <a:pos x="0" y="13041"/>
              </a:cxn>
              <a:cxn ang="0">
                <a:pos x="16789" y="0"/>
              </a:cxn>
              <a:cxn ang="0">
                <a:pos x="89544" y="0"/>
              </a:cxn>
              <a:cxn ang="0">
                <a:pos x="106333" y="13041"/>
              </a:cxn>
            </a:cxnLst>
            <a:rect l="0" t="0" r="0" b="0"/>
            <a:pathLst>
              <a:path w="57" h="14">
                <a:moveTo>
                  <a:pt x="57" y="7"/>
                </a:moveTo>
                <a:cubicBezTo>
                  <a:pt x="57" y="11"/>
                  <a:pt x="53" y="14"/>
                  <a:pt x="48" y="14"/>
                </a:cubicBezTo>
                <a:cubicBezTo>
                  <a:pt x="9" y="14"/>
                  <a:pt x="9" y="14"/>
                  <a:pt x="9" y="14"/>
                </a:cubicBezTo>
                <a:cubicBezTo>
                  <a:pt x="4" y="14"/>
                  <a:pt x="0" y="11"/>
                  <a:pt x="0" y="7"/>
                </a:cubicBezTo>
                <a:cubicBezTo>
                  <a:pt x="0" y="3"/>
                  <a:pt x="4" y="0"/>
                  <a:pt x="9" y="0"/>
                </a:cubicBezTo>
                <a:cubicBezTo>
                  <a:pt x="48" y="0"/>
                  <a:pt x="48" y="0"/>
                  <a:pt x="48" y="0"/>
                </a:cubicBezTo>
                <a:cubicBezTo>
                  <a:pt x="53" y="0"/>
                  <a:pt x="57" y="3"/>
                  <a:pt x="57" y="7"/>
                </a:cubicBezTo>
                <a:close/>
              </a:path>
            </a:pathLst>
          </a:custGeom>
          <a:solidFill>
            <a:srgbClr val="F2F2F2"/>
          </a:solidFill>
          <a:ln w="9525">
            <a:noFill/>
          </a:ln>
        </p:spPr>
        <p:txBody>
          <a:bodyPr/>
          <a:lstStyle/>
          <a:p>
            <a:endParaRPr lang="en-US">
              <a:solidFill>
                <a:schemeClr val="tx1"/>
              </a:solidFill>
            </a:endParaRPr>
          </a:p>
        </p:txBody>
      </p:sp>
      <p:sp>
        <p:nvSpPr>
          <p:cNvPr id="17439" name="Freeform 42"/>
          <p:cNvSpPr/>
          <p:nvPr/>
        </p:nvSpPr>
        <p:spPr>
          <a:xfrm>
            <a:off x="2606358" y="1592263"/>
            <a:ext cx="106362" cy="23812"/>
          </a:xfrm>
          <a:custGeom>
            <a:avLst/>
            <a:gdLst/>
            <a:ahLst/>
            <a:cxnLst>
              <a:cxn ang="0">
                <a:pos x="106333" y="11112"/>
              </a:cxn>
              <a:cxn ang="0">
                <a:pos x="89544" y="24075"/>
              </a:cxn>
              <a:cxn ang="0">
                <a:pos x="16789" y="24075"/>
              </a:cxn>
              <a:cxn ang="0">
                <a:pos x="0" y="11112"/>
              </a:cxn>
              <a:cxn ang="0">
                <a:pos x="16789" y="0"/>
              </a:cxn>
              <a:cxn ang="0">
                <a:pos x="89544" y="0"/>
              </a:cxn>
              <a:cxn ang="0">
                <a:pos x="106333" y="11112"/>
              </a:cxn>
            </a:cxnLst>
            <a:rect l="0" t="0" r="0" b="0"/>
            <a:pathLst>
              <a:path w="57" h="13">
                <a:moveTo>
                  <a:pt x="57" y="6"/>
                </a:moveTo>
                <a:cubicBezTo>
                  <a:pt x="57" y="10"/>
                  <a:pt x="53" y="13"/>
                  <a:pt x="48" y="13"/>
                </a:cubicBezTo>
                <a:cubicBezTo>
                  <a:pt x="9" y="13"/>
                  <a:pt x="9" y="13"/>
                  <a:pt x="9" y="13"/>
                </a:cubicBezTo>
                <a:cubicBezTo>
                  <a:pt x="4" y="13"/>
                  <a:pt x="0" y="10"/>
                  <a:pt x="0" y="6"/>
                </a:cubicBezTo>
                <a:cubicBezTo>
                  <a:pt x="0" y="3"/>
                  <a:pt x="4" y="0"/>
                  <a:pt x="9" y="0"/>
                </a:cubicBezTo>
                <a:cubicBezTo>
                  <a:pt x="48" y="0"/>
                  <a:pt x="48" y="0"/>
                  <a:pt x="48" y="0"/>
                </a:cubicBezTo>
                <a:cubicBezTo>
                  <a:pt x="53" y="0"/>
                  <a:pt x="57" y="3"/>
                  <a:pt x="57" y="6"/>
                </a:cubicBezTo>
                <a:close/>
              </a:path>
            </a:pathLst>
          </a:custGeom>
          <a:solidFill>
            <a:srgbClr val="F2F2F2"/>
          </a:solidFill>
          <a:ln w="9525">
            <a:noFill/>
          </a:ln>
        </p:spPr>
        <p:txBody>
          <a:bodyPr/>
          <a:lstStyle/>
          <a:p>
            <a:endParaRPr lang="en-US">
              <a:solidFill>
                <a:schemeClr val="tx1"/>
              </a:solidFill>
            </a:endParaRPr>
          </a:p>
        </p:txBody>
      </p:sp>
      <p:sp>
        <p:nvSpPr>
          <p:cNvPr id="17440" name="Freeform 43"/>
          <p:cNvSpPr/>
          <p:nvPr/>
        </p:nvSpPr>
        <p:spPr>
          <a:xfrm>
            <a:off x="2626995" y="1617663"/>
            <a:ext cx="66675" cy="26987"/>
          </a:xfrm>
          <a:custGeom>
            <a:avLst/>
            <a:gdLst/>
            <a:ahLst/>
            <a:cxnLst>
              <a:cxn ang="0">
                <a:pos x="66208" y="13041"/>
              </a:cxn>
              <a:cxn ang="0">
                <a:pos x="54858" y="26081"/>
              </a:cxn>
              <a:cxn ang="0">
                <a:pos x="11350" y="26081"/>
              </a:cxn>
              <a:cxn ang="0">
                <a:pos x="0" y="13041"/>
              </a:cxn>
              <a:cxn ang="0">
                <a:pos x="11350" y="0"/>
              </a:cxn>
              <a:cxn ang="0">
                <a:pos x="54858" y="0"/>
              </a:cxn>
              <a:cxn ang="0">
                <a:pos x="66208" y="13041"/>
              </a:cxn>
            </a:cxnLst>
            <a:rect l="0" t="0" r="0" b="0"/>
            <a:pathLst>
              <a:path w="35" h="14">
                <a:moveTo>
                  <a:pt x="35" y="7"/>
                </a:moveTo>
                <a:cubicBezTo>
                  <a:pt x="35" y="11"/>
                  <a:pt x="32" y="14"/>
                  <a:pt x="29" y="14"/>
                </a:cubicBezTo>
                <a:cubicBezTo>
                  <a:pt x="6" y="14"/>
                  <a:pt x="6" y="14"/>
                  <a:pt x="6" y="14"/>
                </a:cubicBezTo>
                <a:cubicBezTo>
                  <a:pt x="3" y="14"/>
                  <a:pt x="0" y="11"/>
                  <a:pt x="0" y="7"/>
                </a:cubicBezTo>
                <a:cubicBezTo>
                  <a:pt x="0" y="3"/>
                  <a:pt x="3" y="0"/>
                  <a:pt x="6" y="0"/>
                </a:cubicBezTo>
                <a:cubicBezTo>
                  <a:pt x="29" y="0"/>
                  <a:pt x="29" y="0"/>
                  <a:pt x="29" y="0"/>
                </a:cubicBezTo>
                <a:cubicBezTo>
                  <a:pt x="32" y="0"/>
                  <a:pt x="35" y="3"/>
                  <a:pt x="35" y="7"/>
                </a:cubicBezTo>
                <a:close/>
              </a:path>
            </a:pathLst>
          </a:custGeom>
          <a:solidFill>
            <a:srgbClr val="F2F2F2"/>
          </a:solidFill>
          <a:ln w="9525">
            <a:noFill/>
          </a:ln>
        </p:spPr>
        <p:txBody>
          <a:bodyPr/>
          <a:lstStyle/>
          <a:p>
            <a:endParaRPr lang="en-US">
              <a:solidFill>
                <a:schemeClr val="tx1"/>
              </a:solidFill>
            </a:endParaRPr>
          </a:p>
        </p:txBody>
      </p:sp>
      <p:sp>
        <p:nvSpPr>
          <p:cNvPr id="17441" name="Freeform 44"/>
          <p:cNvSpPr>
            <a:spLocks noEditPoints="1"/>
          </p:cNvSpPr>
          <p:nvPr/>
        </p:nvSpPr>
        <p:spPr>
          <a:xfrm>
            <a:off x="2431733" y="977900"/>
            <a:ext cx="449262" cy="401638"/>
          </a:xfrm>
          <a:custGeom>
            <a:avLst/>
            <a:gdLst/>
            <a:ahLst/>
            <a:cxnLst>
              <a:cxn ang="0">
                <a:pos x="230274" y="0"/>
              </a:cxn>
              <a:cxn ang="0">
                <a:pos x="230274" y="0"/>
              </a:cxn>
              <a:cxn ang="0">
                <a:pos x="224703" y="0"/>
              </a:cxn>
              <a:cxn ang="0">
                <a:pos x="220989" y="0"/>
              </a:cxn>
              <a:cxn ang="0">
                <a:pos x="220989" y="0"/>
              </a:cxn>
              <a:cxn ang="0">
                <a:pos x="113280" y="278649"/>
              </a:cxn>
              <a:cxn ang="0">
                <a:pos x="172706" y="401255"/>
              </a:cxn>
              <a:cxn ang="0">
                <a:pos x="224703" y="401255"/>
              </a:cxn>
              <a:cxn ang="0">
                <a:pos x="233988" y="401255"/>
              </a:cxn>
              <a:cxn ang="0">
                <a:pos x="282272" y="401255"/>
              </a:cxn>
              <a:cxn ang="0">
                <a:pos x="337983" y="278649"/>
              </a:cxn>
              <a:cxn ang="0">
                <a:pos x="230274" y="0"/>
              </a:cxn>
              <a:cxn ang="0">
                <a:pos x="336126" y="204343"/>
              </a:cxn>
              <a:cxn ang="0">
                <a:pos x="272986" y="44584"/>
              </a:cxn>
              <a:cxn ang="0">
                <a:pos x="336126" y="204343"/>
              </a:cxn>
            </a:cxnLst>
            <a:rect l="0" t="0" r="0" b="0"/>
            <a:pathLst>
              <a:path w="242" h="216">
                <a:moveTo>
                  <a:pt x="124" y="0"/>
                </a:moveTo>
                <a:cubicBezTo>
                  <a:pt x="124" y="0"/>
                  <a:pt x="124" y="0"/>
                  <a:pt x="124" y="0"/>
                </a:cubicBezTo>
                <a:cubicBezTo>
                  <a:pt x="124" y="0"/>
                  <a:pt x="122" y="0"/>
                  <a:pt x="121" y="0"/>
                </a:cubicBezTo>
                <a:cubicBezTo>
                  <a:pt x="120" y="0"/>
                  <a:pt x="124" y="0"/>
                  <a:pt x="119" y="0"/>
                </a:cubicBezTo>
                <a:cubicBezTo>
                  <a:pt x="119" y="0"/>
                  <a:pt x="119" y="0"/>
                  <a:pt x="119" y="0"/>
                </a:cubicBezTo>
                <a:cubicBezTo>
                  <a:pt x="0" y="3"/>
                  <a:pt x="29" y="121"/>
                  <a:pt x="61" y="150"/>
                </a:cubicBezTo>
                <a:cubicBezTo>
                  <a:pt x="94" y="180"/>
                  <a:pt x="93" y="216"/>
                  <a:pt x="93" y="216"/>
                </a:cubicBezTo>
                <a:cubicBezTo>
                  <a:pt x="121" y="216"/>
                  <a:pt x="121" y="216"/>
                  <a:pt x="121" y="216"/>
                </a:cubicBezTo>
                <a:cubicBezTo>
                  <a:pt x="126" y="216"/>
                  <a:pt x="126" y="216"/>
                  <a:pt x="126" y="216"/>
                </a:cubicBezTo>
                <a:cubicBezTo>
                  <a:pt x="152" y="216"/>
                  <a:pt x="152" y="216"/>
                  <a:pt x="152" y="216"/>
                </a:cubicBezTo>
                <a:cubicBezTo>
                  <a:pt x="152" y="216"/>
                  <a:pt x="150" y="180"/>
                  <a:pt x="182" y="150"/>
                </a:cubicBezTo>
                <a:cubicBezTo>
                  <a:pt x="215" y="121"/>
                  <a:pt x="242" y="3"/>
                  <a:pt x="124" y="0"/>
                </a:cubicBezTo>
                <a:close/>
                <a:moveTo>
                  <a:pt x="181" y="110"/>
                </a:moveTo>
                <a:cubicBezTo>
                  <a:pt x="201" y="54"/>
                  <a:pt x="147" y="24"/>
                  <a:pt x="147" y="24"/>
                </a:cubicBezTo>
                <a:cubicBezTo>
                  <a:pt x="228" y="37"/>
                  <a:pt x="181" y="110"/>
                  <a:pt x="181" y="110"/>
                </a:cubicBezTo>
                <a:close/>
              </a:path>
            </a:pathLst>
          </a:custGeom>
          <a:solidFill>
            <a:srgbClr val="F2F2F2"/>
          </a:solidFill>
          <a:ln w="9525">
            <a:noFill/>
          </a:ln>
        </p:spPr>
        <p:txBody>
          <a:bodyPr/>
          <a:lstStyle/>
          <a:p>
            <a:endParaRPr lang="en-US">
              <a:solidFill>
                <a:schemeClr val="tx1"/>
              </a:solidFill>
            </a:endParaRPr>
          </a:p>
        </p:txBody>
      </p:sp>
      <p:sp>
        <p:nvSpPr>
          <p:cNvPr id="17442" name="Freeform 45"/>
          <p:cNvSpPr/>
          <p:nvPr/>
        </p:nvSpPr>
        <p:spPr>
          <a:xfrm>
            <a:off x="895033" y="269875"/>
            <a:ext cx="347662" cy="317500"/>
          </a:xfrm>
          <a:custGeom>
            <a:avLst/>
            <a:gdLst/>
            <a:ahLst/>
            <a:cxnLst>
              <a:cxn ang="0">
                <a:pos x="169811" y="316991"/>
              </a:cxn>
              <a:cxn ang="0">
                <a:pos x="0" y="315126"/>
              </a:cxn>
              <a:cxn ang="0">
                <a:pos x="0" y="63398"/>
              </a:cxn>
              <a:cxn ang="0">
                <a:pos x="173543" y="63398"/>
              </a:cxn>
              <a:cxn ang="0">
                <a:pos x="347086" y="63398"/>
              </a:cxn>
              <a:cxn ang="0">
                <a:pos x="347086" y="316991"/>
              </a:cxn>
              <a:cxn ang="0">
                <a:pos x="169811" y="316991"/>
              </a:cxn>
            </a:cxnLst>
            <a:rect l="0" t="0" r="0" b="0"/>
            <a:pathLst>
              <a:path w="186" h="170">
                <a:moveTo>
                  <a:pt x="91" y="170"/>
                </a:moveTo>
                <a:cubicBezTo>
                  <a:pt x="91" y="170"/>
                  <a:pt x="59" y="138"/>
                  <a:pt x="0" y="169"/>
                </a:cubicBezTo>
                <a:cubicBezTo>
                  <a:pt x="0" y="34"/>
                  <a:pt x="0" y="34"/>
                  <a:pt x="0" y="34"/>
                </a:cubicBezTo>
                <a:cubicBezTo>
                  <a:pt x="0" y="34"/>
                  <a:pt x="60" y="0"/>
                  <a:pt x="93" y="34"/>
                </a:cubicBezTo>
                <a:cubicBezTo>
                  <a:pt x="186" y="34"/>
                  <a:pt x="186" y="34"/>
                  <a:pt x="186" y="34"/>
                </a:cubicBezTo>
                <a:cubicBezTo>
                  <a:pt x="186" y="170"/>
                  <a:pt x="186" y="170"/>
                  <a:pt x="186" y="170"/>
                </a:cubicBezTo>
                <a:lnTo>
                  <a:pt x="91" y="170"/>
                </a:lnTo>
                <a:close/>
              </a:path>
            </a:pathLst>
          </a:custGeom>
          <a:solidFill>
            <a:srgbClr val="F2F2F2"/>
          </a:solidFill>
          <a:ln w="9525">
            <a:noFill/>
          </a:ln>
        </p:spPr>
        <p:txBody>
          <a:bodyPr/>
          <a:lstStyle/>
          <a:p>
            <a:endParaRPr lang="en-US">
              <a:solidFill>
                <a:schemeClr val="tx1"/>
              </a:solidFill>
            </a:endParaRPr>
          </a:p>
        </p:txBody>
      </p:sp>
      <p:sp>
        <p:nvSpPr>
          <p:cNvPr id="17443" name="Freeform 46"/>
          <p:cNvSpPr>
            <a:spLocks noEditPoints="1"/>
          </p:cNvSpPr>
          <p:nvPr/>
        </p:nvSpPr>
        <p:spPr>
          <a:xfrm>
            <a:off x="1866583" y="146050"/>
            <a:ext cx="387350" cy="593725"/>
          </a:xfrm>
          <a:custGeom>
            <a:avLst/>
            <a:gdLst/>
            <a:ahLst/>
            <a:cxnLst>
              <a:cxn ang="0">
                <a:pos x="314610" y="560348"/>
              </a:cxn>
              <a:cxn ang="0">
                <a:pos x="387212" y="430034"/>
              </a:cxn>
              <a:cxn ang="0">
                <a:pos x="0" y="314614"/>
              </a:cxn>
              <a:cxn ang="0">
                <a:pos x="167544" y="465405"/>
              </a:cxn>
              <a:cxn ang="0">
                <a:pos x="314610" y="560348"/>
              </a:cxn>
              <a:cxn ang="0">
                <a:pos x="301579" y="236426"/>
              </a:cxn>
              <a:cxn ang="0">
                <a:pos x="279239" y="264350"/>
              </a:cxn>
              <a:cxn ang="0">
                <a:pos x="251315" y="242011"/>
              </a:cxn>
              <a:cxn ang="0">
                <a:pos x="273655" y="214086"/>
              </a:cxn>
              <a:cxn ang="0">
                <a:pos x="301579" y="236426"/>
              </a:cxn>
              <a:cxn ang="0">
                <a:pos x="197329" y="188024"/>
              </a:cxn>
              <a:cxn ang="0">
                <a:pos x="232700" y="217810"/>
              </a:cxn>
              <a:cxn ang="0">
                <a:pos x="202914" y="255042"/>
              </a:cxn>
              <a:cxn ang="0">
                <a:pos x="165682" y="223394"/>
              </a:cxn>
              <a:cxn ang="0">
                <a:pos x="197329" y="188024"/>
              </a:cxn>
              <a:cxn ang="0">
                <a:pos x="80049" y="255042"/>
              </a:cxn>
              <a:cxn ang="0">
                <a:pos x="115419" y="214086"/>
              </a:cxn>
              <a:cxn ang="0">
                <a:pos x="158236" y="247596"/>
              </a:cxn>
              <a:cxn ang="0">
                <a:pos x="122865" y="290413"/>
              </a:cxn>
              <a:cxn ang="0">
                <a:pos x="80049" y="255042"/>
              </a:cxn>
              <a:cxn ang="0">
                <a:pos x="20478" y="329507"/>
              </a:cxn>
              <a:cxn ang="0">
                <a:pos x="59571" y="284828"/>
              </a:cxn>
              <a:cxn ang="0">
                <a:pos x="104249" y="322060"/>
              </a:cxn>
              <a:cxn ang="0">
                <a:pos x="67017" y="366739"/>
              </a:cxn>
              <a:cxn ang="0">
                <a:pos x="20478" y="329507"/>
              </a:cxn>
              <a:cxn ang="0">
                <a:pos x="228976" y="482160"/>
              </a:cxn>
              <a:cxn ang="0">
                <a:pos x="273655" y="428173"/>
              </a:cxn>
              <a:cxn ang="0">
                <a:pos x="327641" y="472852"/>
              </a:cxn>
              <a:cxn ang="0">
                <a:pos x="282963" y="526839"/>
              </a:cxn>
              <a:cxn ang="0">
                <a:pos x="228976" y="482160"/>
              </a:cxn>
            </a:cxnLst>
            <a:rect l="0" t="0" r="0" b="0"/>
            <a:pathLst>
              <a:path w="208" h="319">
                <a:moveTo>
                  <a:pt x="169" y="301"/>
                </a:moveTo>
                <a:cubicBezTo>
                  <a:pt x="208" y="283"/>
                  <a:pt x="208" y="231"/>
                  <a:pt x="208" y="231"/>
                </a:cubicBezTo>
                <a:cubicBezTo>
                  <a:pt x="184" y="0"/>
                  <a:pt x="0" y="109"/>
                  <a:pt x="0" y="169"/>
                </a:cubicBezTo>
                <a:cubicBezTo>
                  <a:pt x="1" y="229"/>
                  <a:pt x="72" y="214"/>
                  <a:pt x="90" y="250"/>
                </a:cubicBezTo>
                <a:cubicBezTo>
                  <a:pt x="109" y="287"/>
                  <a:pt x="130" y="319"/>
                  <a:pt x="169" y="301"/>
                </a:cubicBezTo>
                <a:close/>
                <a:moveTo>
                  <a:pt x="162" y="127"/>
                </a:moveTo>
                <a:cubicBezTo>
                  <a:pt x="163" y="135"/>
                  <a:pt x="157" y="141"/>
                  <a:pt x="150" y="142"/>
                </a:cubicBezTo>
                <a:cubicBezTo>
                  <a:pt x="142" y="143"/>
                  <a:pt x="136" y="137"/>
                  <a:pt x="135" y="130"/>
                </a:cubicBezTo>
                <a:cubicBezTo>
                  <a:pt x="134" y="122"/>
                  <a:pt x="140" y="116"/>
                  <a:pt x="147" y="115"/>
                </a:cubicBezTo>
                <a:cubicBezTo>
                  <a:pt x="155" y="114"/>
                  <a:pt x="162" y="120"/>
                  <a:pt x="162" y="127"/>
                </a:cubicBezTo>
                <a:close/>
                <a:moveTo>
                  <a:pt x="106" y="101"/>
                </a:moveTo>
                <a:cubicBezTo>
                  <a:pt x="116" y="100"/>
                  <a:pt x="125" y="107"/>
                  <a:pt x="125" y="117"/>
                </a:cubicBezTo>
                <a:cubicBezTo>
                  <a:pt x="126" y="127"/>
                  <a:pt x="119" y="136"/>
                  <a:pt x="109" y="137"/>
                </a:cubicBezTo>
                <a:cubicBezTo>
                  <a:pt x="99" y="138"/>
                  <a:pt x="90" y="130"/>
                  <a:pt x="89" y="120"/>
                </a:cubicBezTo>
                <a:cubicBezTo>
                  <a:pt x="88" y="111"/>
                  <a:pt x="96" y="102"/>
                  <a:pt x="106" y="101"/>
                </a:cubicBezTo>
                <a:close/>
                <a:moveTo>
                  <a:pt x="43" y="137"/>
                </a:moveTo>
                <a:cubicBezTo>
                  <a:pt x="42" y="126"/>
                  <a:pt x="51" y="116"/>
                  <a:pt x="62" y="115"/>
                </a:cubicBezTo>
                <a:cubicBezTo>
                  <a:pt x="73" y="114"/>
                  <a:pt x="84" y="122"/>
                  <a:pt x="85" y="133"/>
                </a:cubicBezTo>
                <a:cubicBezTo>
                  <a:pt x="86" y="145"/>
                  <a:pt x="77" y="155"/>
                  <a:pt x="66" y="156"/>
                </a:cubicBezTo>
                <a:cubicBezTo>
                  <a:pt x="54" y="157"/>
                  <a:pt x="44" y="148"/>
                  <a:pt x="43" y="137"/>
                </a:cubicBezTo>
                <a:close/>
                <a:moveTo>
                  <a:pt x="11" y="177"/>
                </a:moveTo>
                <a:cubicBezTo>
                  <a:pt x="10" y="165"/>
                  <a:pt x="19" y="154"/>
                  <a:pt x="32" y="153"/>
                </a:cubicBezTo>
                <a:cubicBezTo>
                  <a:pt x="44" y="152"/>
                  <a:pt x="55" y="161"/>
                  <a:pt x="56" y="173"/>
                </a:cubicBezTo>
                <a:cubicBezTo>
                  <a:pt x="57" y="185"/>
                  <a:pt x="48" y="196"/>
                  <a:pt x="36" y="197"/>
                </a:cubicBezTo>
                <a:cubicBezTo>
                  <a:pt x="23" y="198"/>
                  <a:pt x="12" y="189"/>
                  <a:pt x="11" y="177"/>
                </a:cubicBezTo>
                <a:close/>
                <a:moveTo>
                  <a:pt x="123" y="259"/>
                </a:moveTo>
                <a:cubicBezTo>
                  <a:pt x="121" y="244"/>
                  <a:pt x="132" y="231"/>
                  <a:pt x="147" y="230"/>
                </a:cubicBezTo>
                <a:cubicBezTo>
                  <a:pt x="162" y="228"/>
                  <a:pt x="175" y="239"/>
                  <a:pt x="176" y="254"/>
                </a:cubicBezTo>
                <a:cubicBezTo>
                  <a:pt x="178" y="269"/>
                  <a:pt x="167" y="282"/>
                  <a:pt x="152" y="283"/>
                </a:cubicBezTo>
                <a:cubicBezTo>
                  <a:pt x="137" y="285"/>
                  <a:pt x="124" y="274"/>
                  <a:pt x="123" y="259"/>
                </a:cubicBezTo>
                <a:close/>
              </a:path>
            </a:pathLst>
          </a:custGeom>
          <a:solidFill>
            <a:srgbClr val="F2F2F2"/>
          </a:solidFill>
          <a:ln w="9525">
            <a:noFill/>
          </a:ln>
        </p:spPr>
        <p:txBody>
          <a:bodyPr/>
          <a:lstStyle/>
          <a:p>
            <a:endParaRPr lang="en-US">
              <a:solidFill>
                <a:schemeClr val="tx1"/>
              </a:solidFill>
            </a:endParaRPr>
          </a:p>
        </p:txBody>
      </p:sp>
      <p:grpSp>
        <p:nvGrpSpPr>
          <p:cNvPr id="17444" name="组合 43"/>
          <p:cNvGrpSpPr/>
          <p:nvPr/>
        </p:nvGrpSpPr>
        <p:grpSpPr>
          <a:xfrm>
            <a:off x="2430145" y="1841500"/>
            <a:ext cx="233363" cy="449263"/>
            <a:chOff x="3730796" y="3325080"/>
            <a:chExt cx="232728" cy="449405"/>
          </a:xfrm>
        </p:grpSpPr>
        <p:sp>
          <p:nvSpPr>
            <p:cNvPr id="17445" name="Freeform 47"/>
            <p:cNvSpPr/>
            <p:nvPr/>
          </p:nvSpPr>
          <p:spPr>
            <a:xfrm>
              <a:off x="3736815" y="3389280"/>
              <a:ext cx="80251" cy="345079"/>
            </a:xfrm>
            <a:custGeom>
              <a:avLst/>
              <a:gdLst/>
              <a:ahLst/>
              <a:cxnLst>
                <a:cxn ang="0">
                  <a:pos x="80251" y="278872"/>
                </a:cxn>
                <a:cxn ang="0">
                  <a:pos x="54169" y="345079"/>
                </a:cxn>
                <a:cxn ang="0">
                  <a:pos x="26082" y="345079"/>
                </a:cxn>
                <a:cxn ang="0">
                  <a:pos x="0" y="278872"/>
                </a:cxn>
                <a:cxn ang="0">
                  <a:pos x="0" y="0"/>
                </a:cxn>
                <a:cxn ang="0">
                  <a:pos x="80251" y="0"/>
                </a:cxn>
                <a:cxn ang="0">
                  <a:pos x="80251" y="278872"/>
                </a:cxn>
              </a:cxnLst>
              <a:rect l="0" t="0" r="0" b="0"/>
              <a:pathLst>
                <a:path w="40" h="172">
                  <a:moveTo>
                    <a:pt x="40" y="139"/>
                  </a:moveTo>
                  <a:lnTo>
                    <a:pt x="27" y="172"/>
                  </a:lnTo>
                  <a:lnTo>
                    <a:pt x="13" y="172"/>
                  </a:lnTo>
                  <a:lnTo>
                    <a:pt x="0" y="139"/>
                  </a:lnTo>
                  <a:lnTo>
                    <a:pt x="0" y="0"/>
                  </a:lnTo>
                  <a:lnTo>
                    <a:pt x="40" y="0"/>
                  </a:lnTo>
                  <a:lnTo>
                    <a:pt x="40" y="139"/>
                  </a:lnTo>
                  <a:close/>
                </a:path>
              </a:pathLst>
            </a:custGeom>
            <a:solidFill>
              <a:srgbClr val="F2F2F2"/>
            </a:solidFill>
            <a:ln w="9525">
              <a:noFill/>
            </a:ln>
          </p:spPr>
          <p:txBody>
            <a:bodyPr/>
            <a:lstStyle/>
            <a:p>
              <a:endParaRPr lang="en-US">
                <a:solidFill>
                  <a:schemeClr val="tx1"/>
                </a:solidFill>
              </a:endParaRPr>
            </a:p>
          </p:txBody>
        </p:sp>
        <p:sp>
          <p:nvSpPr>
            <p:cNvPr id="17446" name="Freeform 48"/>
            <p:cNvSpPr/>
            <p:nvPr/>
          </p:nvSpPr>
          <p:spPr>
            <a:xfrm>
              <a:off x="3736815" y="3325080"/>
              <a:ext cx="80251" cy="100314"/>
            </a:xfrm>
            <a:custGeom>
              <a:avLst/>
              <a:gdLst/>
              <a:ahLst/>
              <a:cxnLst>
                <a:cxn ang="0">
                  <a:pos x="80251" y="59445"/>
                </a:cxn>
                <a:cxn ang="0">
                  <a:pos x="40126" y="100314"/>
                </a:cxn>
                <a:cxn ang="0">
                  <a:pos x="40126" y="100314"/>
                </a:cxn>
                <a:cxn ang="0">
                  <a:pos x="0" y="59445"/>
                </a:cxn>
                <a:cxn ang="0">
                  <a:pos x="0" y="22292"/>
                </a:cxn>
                <a:cxn ang="0">
                  <a:pos x="40126" y="3715"/>
                </a:cxn>
                <a:cxn ang="0">
                  <a:pos x="40126" y="3715"/>
                </a:cxn>
                <a:cxn ang="0">
                  <a:pos x="80251" y="22292"/>
                </a:cxn>
                <a:cxn ang="0">
                  <a:pos x="80251" y="59445"/>
                </a:cxn>
              </a:cxnLst>
              <a:rect l="0" t="0" r="0" b="0"/>
              <a:pathLst>
                <a:path w="44" h="54">
                  <a:moveTo>
                    <a:pt x="44" y="32"/>
                  </a:moveTo>
                  <a:cubicBezTo>
                    <a:pt x="44" y="44"/>
                    <a:pt x="34" y="54"/>
                    <a:pt x="22" y="54"/>
                  </a:cubicBezTo>
                  <a:cubicBezTo>
                    <a:pt x="22" y="54"/>
                    <a:pt x="22" y="54"/>
                    <a:pt x="22" y="54"/>
                  </a:cubicBezTo>
                  <a:cubicBezTo>
                    <a:pt x="10" y="54"/>
                    <a:pt x="0" y="44"/>
                    <a:pt x="0" y="32"/>
                  </a:cubicBezTo>
                  <a:cubicBezTo>
                    <a:pt x="0" y="12"/>
                    <a:pt x="0" y="12"/>
                    <a:pt x="0" y="12"/>
                  </a:cubicBezTo>
                  <a:cubicBezTo>
                    <a:pt x="0" y="0"/>
                    <a:pt x="10" y="2"/>
                    <a:pt x="22" y="2"/>
                  </a:cubicBezTo>
                  <a:cubicBezTo>
                    <a:pt x="22" y="2"/>
                    <a:pt x="22" y="2"/>
                    <a:pt x="22" y="2"/>
                  </a:cubicBezTo>
                  <a:cubicBezTo>
                    <a:pt x="34" y="2"/>
                    <a:pt x="44" y="0"/>
                    <a:pt x="44" y="12"/>
                  </a:cubicBezTo>
                  <a:lnTo>
                    <a:pt x="44" y="32"/>
                  </a:lnTo>
                  <a:close/>
                </a:path>
              </a:pathLst>
            </a:custGeom>
            <a:solidFill>
              <a:srgbClr val="F2F2F2"/>
            </a:solidFill>
            <a:ln w="9525">
              <a:noFill/>
            </a:ln>
          </p:spPr>
          <p:txBody>
            <a:bodyPr/>
            <a:lstStyle/>
            <a:p>
              <a:endParaRPr lang="en-US">
                <a:solidFill>
                  <a:schemeClr val="tx1"/>
                </a:solidFill>
              </a:endParaRPr>
            </a:p>
          </p:txBody>
        </p:sp>
        <p:sp>
          <p:nvSpPr>
            <p:cNvPr id="17447" name="Rectangle 49"/>
            <p:cNvSpPr/>
            <p:nvPr/>
          </p:nvSpPr>
          <p:spPr>
            <a:xfrm>
              <a:off x="3730796" y="3367212"/>
              <a:ext cx="90283" cy="84264"/>
            </a:xfrm>
            <a:prstGeom prst="rect">
              <a:avLst/>
            </a:prstGeom>
            <a:solidFill>
              <a:srgbClr val="F2F2F2"/>
            </a:solidFill>
            <a:ln w="9525">
              <a:noFill/>
            </a:ln>
          </p:spPr>
          <p:txBody>
            <a:bodyPr anchor="t"/>
            <a:lstStyle/>
            <a:p>
              <a:endParaRPr lang="zh-CN" altLang="en-US" dirty="0">
                <a:solidFill>
                  <a:schemeClr val="tx1"/>
                </a:solidFill>
                <a:latin typeface="Calibri" panose="020F0502020204030204" charset="0"/>
                <a:ea typeface="Microsoft YaHei" panose="020B0503020204020204" pitchFamily="2" charset="-122"/>
              </a:endParaRPr>
            </a:p>
          </p:txBody>
        </p:sp>
        <p:sp>
          <p:nvSpPr>
            <p:cNvPr id="17448" name="Freeform 50"/>
            <p:cNvSpPr/>
            <p:nvPr/>
          </p:nvSpPr>
          <p:spPr>
            <a:xfrm>
              <a:off x="3760891" y="3724329"/>
              <a:ext cx="30095" cy="50156"/>
            </a:xfrm>
            <a:custGeom>
              <a:avLst/>
              <a:gdLst/>
              <a:ahLst/>
              <a:cxnLst>
                <a:cxn ang="0">
                  <a:pos x="0" y="9288"/>
                </a:cxn>
                <a:cxn ang="0">
                  <a:pos x="10622" y="39010"/>
                </a:cxn>
                <a:cxn ang="0">
                  <a:pos x="30095" y="11146"/>
                </a:cxn>
                <a:cxn ang="0">
                  <a:pos x="0" y="9288"/>
                </a:cxn>
              </a:cxnLst>
              <a:rect l="0" t="0" r="0" b="0"/>
              <a:pathLst>
                <a:path w="17" h="27">
                  <a:moveTo>
                    <a:pt x="0" y="5"/>
                  </a:moveTo>
                  <a:cubicBezTo>
                    <a:pt x="0" y="5"/>
                    <a:pt x="4" y="18"/>
                    <a:pt x="6" y="21"/>
                  </a:cubicBezTo>
                  <a:cubicBezTo>
                    <a:pt x="8" y="25"/>
                    <a:pt x="11" y="27"/>
                    <a:pt x="17" y="6"/>
                  </a:cubicBezTo>
                  <a:cubicBezTo>
                    <a:pt x="17" y="6"/>
                    <a:pt x="10" y="0"/>
                    <a:pt x="0" y="5"/>
                  </a:cubicBezTo>
                  <a:close/>
                </a:path>
              </a:pathLst>
            </a:custGeom>
            <a:solidFill>
              <a:srgbClr val="F2F2F2"/>
            </a:solidFill>
            <a:ln w="9525">
              <a:noFill/>
            </a:ln>
          </p:spPr>
          <p:txBody>
            <a:bodyPr/>
            <a:lstStyle/>
            <a:p>
              <a:endParaRPr lang="en-US">
                <a:solidFill>
                  <a:schemeClr val="tx1"/>
                </a:solidFill>
              </a:endParaRPr>
            </a:p>
          </p:txBody>
        </p:sp>
        <p:sp>
          <p:nvSpPr>
            <p:cNvPr id="17449" name="Freeform 51"/>
            <p:cNvSpPr/>
            <p:nvPr/>
          </p:nvSpPr>
          <p:spPr>
            <a:xfrm>
              <a:off x="3859198" y="3389280"/>
              <a:ext cx="82258" cy="345079"/>
            </a:xfrm>
            <a:custGeom>
              <a:avLst/>
              <a:gdLst/>
              <a:ahLst/>
              <a:cxnLst>
                <a:cxn ang="0">
                  <a:pos x="82258" y="278872"/>
                </a:cxn>
                <a:cxn ang="0">
                  <a:pos x="56176" y="345079"/>
                </a:cxn>
                <a:cxn ang="0">
                  <a:pos x="26082" y="345079"/>
                </a:cxn>
                <a:cxn ang="0">
                  <a:pos x="0" y="278872"/>
                </a:cxn>
                <a:cxn ang="0">
                  <a:pos x="0" y="0"/>
                </a:cxn>
                <a:cxn ang="0">
                  <a:pos x="82258" y="0"/>
                </a:cxn>
                <a:cxn ang="0">
                  <a:pos x="82258" y="278872"/>
                </a:cxn>
              </a:cxnLst>
              <a:rect l="0" t="0" r="0" b="0"/>
              <a:pathLst>
                <a:path w="41" h="172">
                  <a:moveTo>
                    <a:pt x="41" y="139"/>
                  </a:moveTo>
                  <a:lnTo>
                    <a:pt x="28" y="172"/>
                  </a:lnTo>
                  <a:lnTo>
                    <a:pt x="13" y="172"/>
                  </a:lnTo>
                  <a:lnTo>
                    <a:pt x="0" y="139"/>
                  </a:lnTo>
                  <a:lnTo>
                    <a:pt x="0" y="0"/>
                  </a:lnTo>
                  <a:lnTo>
                    <a:pt x="41" y="0"/>
                  </a:lnTo>
                  <a:lnTo>
                    <a:pt x="41" y="139"/>
                  </a:lnTo>
                  <a:close/>
                </a:path>
              </a:pathLst>
            </a:custGeom>
            <a:solidFill>
              <a:srgbClr val="F2F2F2"/>
            </a:solidFill>
            <a:ln w="9525">
              <a:noFill/>
            </a:ln>
          </p:spPr>
          <p:txBody>
            <a:bodyPr/>
            <a:lstStyle/>
            <a:p>
              <a:endParaRPr lang="en-US">
                <a:solidFill>
                  <a:schemeClr val="tx1"/>
                </a:solidFill>
              </a:endParaRPr>
            </a:p>
          </p:txBody>
        </p:sp>
        <p:sp>
          <p:nvSpPr>
            <p:cNvPr id="17450" name="Freeform 52"/>
            <p:cNvSpPr/>
            <p:nvPr/>
          </p:nvSpPr>
          <p:spPr>
            <a:xfrm>
              <a:off x="3859198" y="3325080"/>
              <a:ext cx="82258" cy="100314"/>
            </a:xfrm>
            <a:custGeom>
              <a:avLst/>
              <a:gdLst/>
              <a:ahLst/>
              <a:cxnLst>
                <a:cxn ang="0">
                  <a:pos x="82258" y="59445"/>
                </a:cxn>
                <a:cxn ang="0">
                  <a:pos x="41129" y="100314"/>
                </a:cxn>
                <a:cxn ang="0">
                  <a:pos x="41129" y="100314"/>
                </a:cxn>
                <a:cxn ang="0">
                  <a:pos x="0" y="59445"/>
                </a:cxn>
                <a:cxn ang="0">
                  <a:pos x="0" y="22292"/>
                </a:cxn>
                <a:cxn ang="0">
                  <a:pos x="41129" y="3715"/>
                </a:cxn>
                <a:cxn ang="0">
                  <a:pos x="41129" y="3715"/>
                </a:cxn>
                <a:cxn ang="0">
                  <a:pos x="82258" y="22292"/>
                </a:cxn>
                <a:cxn ang="0">
                  <a:pos x="82258" y="59445"/>
                </a:cxn>
              </a:cxnLst>
              <a:rect l="0" t="0" r="0" b="0"/>
              <a:pathLst>
                <a:path w="44" h="54">
                  <a:moveTo>
                    <a:pt x="44" y="32"/>
                  </a:moveTo>
                  <a:cubicBezTo>
                    <a:pt x="44" y="44"/>
                    <a:pt x="34" y="54"/>
                    <a:pt x="22" y="54"/>
                  </a:cubicBezTo>
                  <a:cubicBezTo>
                    <a:pt x="22" y="54"/>
                    <a:pt x="22" y="54"/>
                    <a:pt x="22" y="54"/>
                  </a:cubicBezTo>
                  <a:cubicBezTo>
                    <a:pt x="10" y="54"/>
                    <a:pt x="0" y="44"/>
                    <a:pt x="0" y="32"/>
                  </a:cubicBezTo>
                  <a:cubicBezTo>
                    <a:pt x="0" y="12"/>
                    <a:pt x="0" y="12"/>
                    <a:pt x="0" y="12"/>
                  </a:cubicBezTo>
                  <a:cubicBezTo>
                    <a:pt x="0" y="0"/>
                    <a:pt x="10" y="2"/>
                    <a:pt x="22" y="2"/>
                  </a:cubicBezTo>
                  <a:cubicBezTo>
                    <a:pt x="22" y="2"/>
                    <a:pt x="22" y="2"/>
                    <a:pt x="22" y="2"/>
                  </a:cubicBezTo>
                  <a:cubicBezTo>
                    <a:pt x="34" y="2"/>
                    <a:pt x="44" y="0"/>
                    <a:pt x="44" y="12"/>
                  </a:cubicBezTo>
                  <a:lnTo>
                    <a:pt x="44" y="32"/>
                  </a:lnTo>
                  <a:close/>
                </a:path>
              </a:pathLst>
            </a:custGeom>
            <a:solidFill>
              <a:srgbClr val="F2F2F2"/>
            </a:solidFill>
            <a:ln w="9525">
              <a:noFill/>
            </a:ln>
          </p:spPr>
          <p:txBody>
            <a:bodyPr/>
            <a:lstStyle/>
            <a:p>
              <a:endParaRPr lang="en-US">
                <a:solidFill>
                  <a:schemeClr val="tx1"/>
                </a:solidFill>
              </a:endParaRPr>
            </a:p>
          </p:txBody>
        </p:sp>
        <p:sp>
          <p:nvSpPr>
            <p:cNvPr id="17451" name="Rectangle 53"/>
            <p:cNvSpPr/>
            <p:nvPr/>
          </p:nvSpPr>
          <p:spPr>
            <a:xfrm>
              <a:off x="3855185" y="3367212"/>
              <a:ext cx="90283" cy="84264"/>
            </a:xfrm>
            <a:prstGeom prst="rect">
              <a:avLst/>
            </a:prstGeom>
            <a:solidFill>
              <a:srgbClr val="F2F2F2"/>
            </a:solidFill>
            <a:ln w="9525">
              <a:noFill/>
            </a:ln>
          </p:spPr>
          <p:txBody>
            <a:bodyPr anchor="t"/>
            <a:lstStyle/>
            <a:p>
              <a:endParaRPr lang="zh-CN" altLang="en-US" dirty="0">
                <a:solidFill>
                  <a:schemeClr val="tx1"/>
                </a:solidFill>
                <a:latin typeface="Calibri" panose="020F0502020204030204" charset="0"/>
                <a:ea typeface="Microsoft YaHei" panose="020B0503020204020204" pitchFamily="2" charset="-122"/>
              </a:endParaRPr>
            </a:p>
          </p:txBody>
        </p:sp>
        <p:sp>
          <p:nvSpPr>
            <p:cNvPr id="17452" name="Freeform 54"/>
            <p:cNvSpPr/>
            <p:nvPr/>
          </p:nvSpPr>
          <p:spPr>
            <a:xfrm>
              <a:off x="3883273" y="3724329"/>
              <a:ext cx="32100" cy="50156"/>
            </a:xfrm>
            <a:custGeom>
              <a:avLst/>
              <a:gdLst/>
              <a:ahLst/>
              <a:cxnLst>
                <a:cxn ang="0">
                  <a:pos x="0" y="9288"/>
                </a:cxn>
                <a:cxn ang="0">
                  <a:pos x="11329" y="39010"/>
                </a:cxn>
                <a:cxn ang="0">
                  <a:pos x="32100" y="11146"/>
                </a:cxn>
                <a:cxn ang="0">
                  <a:pos x="0" y="9288"/>
                </a:cxn>
              </a:cxnLst>
              <a:rect l="0" t="0" r="0" b="0"/>
              <a:pathLst>
                <a:path w="17" h="27">
                  <a:moveTo>
                    <a:pt x="0" y="5"/>
                  </a:moveTo>
                  <a:cubicBezTo>
                    <a:pt x="0" y="5"/>
                    <a:pt x="5" y="18"/>
                    <a:pt x="6" y="21"/>
                  </a:cubicBezTo>
                  <a:cubicBezTo>
                    <a:pt x="8" y="25"/>
                    <a:pt x="11" y="27"/>
                    <a:pt x="17" y="6"/>
                  </a:cubicBezTo>
                  <a:cubicBezTo>
                    <a:pt x="17" y="6"/>
                    <a:pt x="10" y="0"/>
                    <a:pt x="0" y="5"/>
                  </a:cubicBezTo>
                  <a:close/>
                </a:path>
              </a:pathLst>
            </a:custGeom>
            <a:solidFill>
              <a:srgbClr val="F2F2F2"/>
            </a:solidFill>
            <a:ln w="9525">
              <a:noFill/>
            </a:ln>
          </p:spPr>
          <p:txBody>
            <a:bodyPr/>
            <a:lstStyle/>
            <a:p>
              <a:endParaRPr lang="en-US">
                <a:solidFill>
                  <a:schemeClr val="tx1"/>
                </a:solidFill>
              </a:endParaRPr>
            </a:p>
          </p:txBody>
        </p:sp>
        <p:sp>
          <p:nvSpPr>
            <p:cNvPr id="17453" name="Freeform 55"/>
            <p:cNvSpPr/>
            <p:nvPr/>
          </p:nvSpPr>
          <p:spPr>
            <a:xfrm>
              <a:off x="3935436" y="3383262"/>
              <a:ext cx="28088" cy="174545"/>
            </a:xfrm>
            <a:custGeom>
              <a:avLst/>
              <a:gdLst/>
              <a:ahLst/>
              <a:cxnLst>
                <a:cxn ang="0">
                  <a:pos x="1873" y="0"/>
                </a:cxn>
                <a:cxn ang="0">
                  <a:pos x="26215" y="18569"/>
                </a:cxn>
                <a:cxn ang="0">
                  <a:pos x="26215" y="163404"/>
                </a:cxn>
                <a:cxn ang="0">
                  <a:pos x="16853" y="174545"/>
                </a:cxn>
                <a:cxn ang="0">
                  <a:pos x="16853" y="61276"/>
                </a:cxn>
                <a:cxn ang="0">
                  <a:pos x="7490" y="48278"/>
                </a:cxn>
                <a:cxn ang="0">
                  <a:pos x="0" y="0"/>
                </a:cxn>
              </a:cxnLst>
              <a:rect l="0" t="0" r="0" b="0"/>
              <a:pathLst>
                <a:path w="15" h="94">
                  <a:moveTo>
                    <a:pt x="1" y="0"/>
                  </a:moveTo>
                  <a:cubicBezTo>
                    <a:pt x="1" y="0"/>
                    <a:pt x="13" y="6"/>
                    <a:pt x="14" y="10"/>
                  </a:cubicBezTo>
                  <a:cubicBezTo>
                    <a:pt x="14" y="14"/>
                    <a:pt x="14" y="88"/>
                    <a:pt x="14" y="88"/>
                  </a:cubicBezTo>
                  <a:cubicBezTo>
                    <a:pt x="14" y="88"/>
                    <a:pt x="15" y="94"/>
                    <a:pt x="9" y="94"/>
                  </a:cubicBezTo>
                  <a:cubicBezTo>
                    <a:pt x="9" y="33"/>
                    <a:pt x="9" y="33"/>
                    <a:pt x="9" y="33"/>
                  </a:cubicBezTo>
                  <a:cubicBezTo>
                    <a:pt x="4" y="26"/>
                    <a:pt x="4" y="26"/>
                    <a:pt x="4" y="26"/>
                  </a:cubicBezTo>
                  <a:cubicBezTo>
                    <a:pt x="0" y="0"/>
                    <a:pt x="0" y="0"/>
                    <a:pt x="0" y="0"/>
                  </a:cubicBezTo>
                </a:path>
              </a:pathLst>
            </a:custGeom>
            <a:solidFill>
              <a:srgbClr val="F2F2F2"/>
            </a:solidFill>
            <a:ln w="9525">
              <a:noFill/>
            </a:ln>
          </p:spPr>
          <p:txBody>
            <a:bodyPr/>
            <a:lstStyle/>
            <a:p>
              <a:endParaRPr lang="en-US">
                <a:solidFill>
                  <a:schemeClr val="tx1"/>
                </a:solidFill>
              </a:endParaRPr>
            </a:p>
          </p:txBody>
        </p:sp>
      </p:grpSp>
      <p:sp>
        <p:nvSpPr>
          <p:cNvPr id="17454" name="Freeform 25"/>
          <p:cNvSpPr/>
          <p:nvPr/>
        </p:nvSpPr>
        <p:spPr>
          <a:xfrm>
            <a:off x="1076008" y="3498850"/>
            <a:ext cx="955675" cy="847725"/>
          </a:xfrm>
          <a:custGeom>
            <a:avLst/>
            <a:gdLst/>
            <a:ahLst/>
            <a:cxnLst>
              <a:cxn ang="0">
                <a:pos x="464230" y="848655"/>
              </a:cxn>
              <a:cxn ang="0">
                <a:pos x="225483" y="817162"/>
              </a:cxn>
              <a:cxn ang="0">
                <a:pos x="137611" y="744231"/>
              </a:cxn>
              <a:cxn ang="0">
                <a:pos x="59687" y="639806"/>
              </a:cxn>
              <a:cxn ang="0">
                <a:pos x="48081" y="583450"/>
              </a:cxn>
              <a:cxn ang="0">
                <a:pos x="49739" y="548642"/>
              </a:cxn>
              <a:cxn ang="0">
                <a:pos x="59687" y="497259"/>
              </a:cxn>
              <a:cxn ang="0">
                <a:pos x="49739" y="464108"/>
              </a:cxn>
              <a:cxn ang="0">
                <a:pos x="44765" y="429300"/>
              </a:cxn>
              <a:cxn ang="0">
                <a:pos x="56371" y="381232"/>
              </a:cxn>
              <a:cxn ang="0">
                <a:pos x="48081" y="338136"/>
              </a:cxn>
              <a:cxn ang="0">
                <a:pos x="54713" y="303328"/>
              </a:cxn>
              <a:cxn ang="0">
                <a:pos x="64661" y="266862"/>
              </a:cxn>
              <a:cxn ang="0">
                <a:pos x="69634" y="228739"/>
              </a:cxn>
              <a:cxn ang="0">
                <a:pos x="26527" y="198904"/>
              </a:cxn>
              <a:cxn ang="0">
                <a:pos x="0" y="0"/>
              </a:cxn>
              <a:cxn ang="0">
                <a:pos x="954987" y="0"/>
              </a:cxn>
              <a:cxn ang="0">
                <a:pos x="936749" y="149178"/>
              </a:cxn>
              <a:cxn ang="0">
                <a:pos x="893642" y="179013"/>
              </a:cxn>
              <a:cxn ang="0">
                <a:pos x="898616" y="217136"/>
              </a:cxn>
              <a:cxn ang="0">
                <a:pos x="906906" y="253602"/>
              </a:cxn>
              <a:cxn ang="0">
                <a:pos x="915196" y="288410"/>
              </a:cxn>
              <a:cxn ang="0">
                <a:pos x="905248" y="331506"/>
              </a:cxn>
              <a:cxn ang="0">
                <a:pos x="916854" y="379574"/>
              </a:cxn>
              <a:cxn ang="0">
                <a:pos x="911880" y="414382"/>
              </a:cxn>
              <a:cxn ang="0">
                <a:pos x="901932" y="447533"/>
              </a:cxn>
              <a:cxn ang="0">
                <a:pos x="911880" y="498916"/>
              </a:cxn>
              <a:cxn ang="0">
                <a:pos x="915196" y="532067"/>
              </a:cxn>
              <a:cxn ang="0">
                <a:pos x="901932" y="590080"/>
              </a:cxn>
              <a:cxn ang="0">
                <a:pos x="920170" y="621573"/>
              </a:cxn>
              <a:cxn ang="0">
                <a:pos x="832298" y="744231"/>
              </a:cxn>
              <a:cxn ang="0">
                <a:pos x="744426" y="817162"/>
              </a:cxn>
              <a:cxn ang="0">
                <a:pos x="464230" y="848655"/>
              </a:cxn>
            </a:cxnLst>
            <a:rect l="0" t="0" r="0" b="0"/>
            <a:pathLst>
              <a:path w="576" h="512">
                <a:moveTo>
                  <a:pt x="280" y="512"/>
                </a:moveTo>
                <a:cubicBezTo>
                  <a:pt x="235" y="512"/>
                  <a:pt x="139" y="507"/>
                  <a:pt x="136" y="493"/>
                </a:cubicBezTo>
                <a:cubicBezTo>
                  <a:pt x="133" y="479"/>
                  <a:pt x="119" y="470"/>
                  <a:pt x="83" y="449"/>
                </a:cubicBezTo>
                <a:cubicBezTo>
                  <a:pt x="47" y="427"/>
                  <a:pt x="36" y="402"/>
                  <a:pt x="36" y="386"/>
                </a:cubicBezTo>
                <a:cubicBezTo>
                  <a:pt x="36" y="370"/>
                  <a:pt x="47" y="359"/>
                  <a:pt x="29" y="352"/>
                </a:cubicBezTo>
                <a:cubicBezTo>
                  <a:pt x="10" y="344"/>
                  <a:pt x="14" y="337"/>
                  <a:pt x="30" y="331"/>
                </a:cubicBezTo>
                <a:cubicBezTo>
                  <a:pt x="46" y="326"/>
                  <a:pt x="36" y="316"/>
                  <a:pt x="36" y="300"/>
                </a:cubicBezTo>
                <a:cubicBezTo>
                  <a:pt x="36" y="284"/>
                  <a:pt x="53" y="281"/>
                  <a:pt x="30" y="280"/>
                </a:cubicBezTo>
                <a:cubicBezTo>
                  <a:pt x="7" y="279"/>
                  <a:pt x="10" y="264"/>
                  <a:pt x="27" y="259"/>
                </a:cubicBezTo>
                <a:cubicBezTo>
                  <a:pt x="44" y="253"/>
                  <a:pt x="34" y="243"/>
                  <a:pt x="34" y="230"/>
                </a:cubicBezTo>
                <a:cubicBezTo>
                  <a:pt x="34" y="217"/>
                  <a:pt x="44" y="208"/>
                  <a:pt x="29" y="204"/>
                </a:cubicBezTo>
                <a:cubicBezTo>
                  <a:pt x="13" y="200"/>
                  <a:pt x="14" y="187"/>
                  <a:pt x="33" y="183"/>
                </a:cubicBezTo>
                <a:cubicBezTo>
                  <a:pt x="52" y="178"/>
                  <a:pt x="40" y="171"/>
                  <a:pt x="39" y="161"/>
                </a:cubicBezTo>
                <a:cubicBezTo>
                  <a:pt x="37" y="151"/>
                  <a:pt x="52" y="138"/>
                  <a:pt x="42" y="138"/>
                </a:cubicBezTo>
                <a:cubicBezTo>
                  <a:pt x="32" y="138"/>
                  <a:pt x="17" y="131"/>
                  <a:pt x="16" y="120"/>
                </a:cubicBezTo>
                <a:cubicBezTo>
                  <a:pt x="0" y="0"/>
                  <a:pt x="0" y="0"/>
                  <a:pt x="0" y="0"/>
                </a:cubicBezTo>
                <a:cubicBezTo>
                  <a:pt x="576" y="0"/>
                  <a:pt x="576" y="0"/>
                  <a:pt x="576" y="0"/>
                </a:cubicBezTo>
                <a:cubicBezTo>
                  <a:pt x="565" y="90"/>
                  <a:pt x="565" y="90"/>
                  <a:pt x="565" y="90"/>
                </a:cubicBezTo>
                <a:cubicBezTo>
                  <a:pt x="563" y="101"/>
                  <a:pt x="549" y="108"/>
                  <a:pt x="539" y="108"/>
                </a:cubicBezTo>
                <a:cubicBezTo>
                  <a:pt x="529" y="108"/>
                  <a:pt x="543" y="121"/>
                  <a:pt x="542" y="131"/>
                </a:cubicBezTo>
                <a:cubicBezTo>
                  <a:pt x="540" y="141"/>
                  <a:pt x="529" y="148"/>
                  <a:pt x="547" y="153"/>
                </a:cubicBezTo>
                <a:cubicBezTo>
                  <a:pt x="566" y="157"/>
                  <a:pt x="567" y="170"/>
                  <a:pt x="552" y="174"/>
                </a:cubicBezTo>
                <a:cubicBezTo>
                  <a:pt x="536" y="178"/>
                  <a:pt x="546" y="187"/>
                  <a:pt x="546" y="200"/>
                </a:cubicBezTo>
                <a:cubicBezTo>
                  <a:pt x="546" y="213"/>
                  <a:pt x="536" y="223"/>
                  <a:pt x="553" y="229"/>
                </a:cubicBezTo>
                <a:cubicBezTo>
                  <a:pt x="570" y="234"/>
                  <a:pt x="573" y="249"/>
                  <a:pt x="550" y="250"/>
                </a:cubicBezTo>
                <a:cubicBezTo>
                  <a:pt x="527" y="251"/>
                  <a:pt x="544" y="254"/>
                  <a:pt x="544" y="270"/>
                </a:cubicBezTo>
                <a:cubicBezTo>
                  <a:pt x="544" y="286"/>
                  <a:pt x="534" y="296"/>
                  <a:pt x="550" y="301"/>
                </a:cubicBezTo>
                <a:cubicBezTo>
                  <a:pt x="566" y="307"/>
                  <a:pt x="570" y="314"/>
                  <a:pt x="552" y="321"/>
                </a:cubicBezTo>
                <a:cubicBezTo>
                  <a:pt x="533" y="329"/>
                  <a:pt x="544" y="340"/>
                  <a:pt x="544" y="356"/>
                </a:cubicBezTo>
                <a:cubicBezTo>
                  <a:pt x="544" y="360"/>
                  <a:pt x="557" y="365"/>
                  <a:pt x="555" y="375"/>
                </a:cubicBezTo>
                <a:cubicBezTo>
                  <a:pt x="551" y="398"/>
                  <a:pt x="529" y="426"/>
                  <a:pt x="502" y="449"/>
                </a:cubicBezTo>
                <a:cubicBezTo>
                  <a:pt x="474" y="471"/>
                  <a:pt x="452" y="479"/>
                  <a:pt x="449" y="493"/>
                </a:cubicBezTo>
                <a:cubicBezTo>
                  <a:pt x="446" y="507"/>
                  <a:pt x="326" y="512"/>
                  <a:pt x="280" y="512"/>
                </a:cubicBezTo>
                <a:close/>
              </a:path>
            </a:pathLst>
          </a:custGeom>
          <a:solidFill>
            <a:srgbClr val="666569"/>
          </a:solidFill>
          <a:ln w="9525">
            <a:noFill/>
          </a:ln>
        </p:spPr>
        <p:txBody>
          <a:bodyPr/>
          <a:lstStyle/>
          <a:p>
            <a:endParaRPr lang="en-US">
              <a:solidFill>
                <a:schemeClr val="tx1"/>
              </a:solidFill>
            </a:endParaRPr>
          </a:p>
        </p:txBody>
      </p:sp>
      <p:sp>
        <p:nvSpPr>
          <p:cNvPr id="17455" name="Freeform 26"/>
          <p:cNvSpPr/>
          <p:nvPr/>
        </p:nvSpPr>
        <p:spPr>
          <a:xfrm>
            <a:off x="1280795" y="3498850"/>
            <a:ext cx="268288" cy="847725"/>
          </a:xfrm>
          <a:custGeom>
            <a:avLst/>
            <a:gdLst/>
            <a:ahLst/>
            <a:cxnLst>
              <a:cxn ang="0">
                <a:pos x="128648" y="848655"/>
              </a:cxn>
              <a:cxn ang="0">
                <a:pos x="61025" y="817162"/>
              </a:cxn>
              <a:cxn ang="0">
                <a:pos x="34636" y="744231"/>
              </a:cxn>
              <a:cxn ang="0">
                <a:pos x="13195" y="639806"/>
              </a:cxn>
              <a:cxn ang="0">
                <a:pos x="9896" y="583450"/>
              </a:cxn>
              <a:cxn ang="0">
                <a:pos x="9896" y="548642"/>
              </a:cxn>
              <a:cxn ang="0">
                <a:pos x="13195" y="497259"/>
              </a:cxn>
              <a:cxn ang="0">
                <a:pos x="9896" y="464108"/>
              </a:cxn>
              <a:cxn ang="0">
                <a:pos x="8247" y="429300"/>
              </a:cxn>
              <a:cxn ang="0">
                <a:pos x="13195" y="381232"/>
              </a:cxn>
              <a:cxn ang="0">
                <a:pos x="9896" y="338136"/>
              </a:cxn>
              <a:cxn ang="0">
                <a:pos x="11545" y="303328"/>
              </a:cxn>
              <a:cxn ang="0">
                <a:pos x="14844" y="266862"/>
              </a:cxn>
              <a:cxn ang="0">
                <a:pos x="16493" y="228739"/>
              </a:cxn>
              <a:cxn ang="0">
                <a:pos x="3299" y="198904"/>
              </a:cxn>
              <a:cxn ang="0">
                <a:pos x="8247" y="140890"/>
              </a:cxn>
              <a:cxn ang="0">
                <a:pos x="6597" y="67959"/>
              </a:cxn>
              <a:cxn ang="0">
                <a:pos x="0" y="0"/>
              </a:cxn>
              <a:cxn ang="0">
                <a:pos x="268841" y="0"/>
              </a:cxn>
              <a:cxn ang="0">
                <a:pos x="265542" y="34808"/>
              </a:cxn>
              <a:cxn ang="0">
                <a:pos x="258945" y="91164"/>
              </a:cxn>
              <a:cxn ang="0">
                <a:pos x="263893" y="149178"/>
              </a:cxn>
              <a:cxn ang="0">
                <a:pos x="250698" y="179013"/>
              </a:cxn>
              <a:cxn ang="0">
                <a:pos x="252348" y="217136"/>
              </a:cxn>
              <a:cxn ang="0">
                <a:pos x="255646" y="253602"/>
              </a:cxn>
              <a:cxn ang="0">
                <a:pos x="257296" y="288410"/>
              </a:cxn>
              <a:cxn ang="0">
                <a:pos x="253997" y="331506"/>
              </a:cxn>
              <a:cxn ang="0">
                <a:pos x="258945" y="379574"/>
              </a:cxn>
              <a:cxn ang="0">
                <a:pos x="257296" y="414382"/>
              </a:cxn>
              <a:cxn ang="0">
                <a:pos x="253997" y="447533"/>
              </a:cxn>
              <a:cxn ang="0">
                <a:pos x="257296" y="498916"/>
              </a:cxn>
              <a:cxn ang="0">
                <a:pos x="257296" y="532067"/>
              </a:cxn>
              <a:cxn ang="0">
                <a:pos x="253997" y="590080"/>
              </a:cxn>
              <a:cxn ang="0">
                <a:pos x="258945" y="621573"/>
              </a:cxn>
              <a:cxn ang="0">
                <a:pos x="234205" y="744231"/>
              </a:cxn>
              <a:cxn ang="0">
                <a:pos x="209465" y="817162"/>
              </a:cxn>
              <a:cxn ang="0">
                <a:pos x="128648" y="848655"/>
              </a:cxn>
            </a:cxnLst>
            <a:rect l="0" t="0" r="0" b="0"/>
            <a:pathLst>
              <a:path w="163" h="512">
                <a:moveTo>
                  <a:pt x="78" y="512"/>
                </a:moveTo>
                <a:cubicBezTo>
                  <a:pt x="65" y="512"/>
                  <a:pt x="38" y="507"/>
                  <a:pt x="37" y="493"/>
                </a:cubicBezTo>
                <a:cubicBezTo>
                  <a:pt x="36" y="479"/>
                  <a:pt x="32" y="470"/>
                  <a:pt x="21" y="449"/>
                </a:cubicBezTo>
                <a:cubicBezTo>
                  <a:pt x="11" y="427"/>
                  <a:pt x="8" y="402"/>
                  <a:pt x="8" y="386"/>
                </a:cubicBezTo>
                <a:cubicBezTo>
                  <a:pt x="8" y="370"/>
                  <a:pt x="11" y="359"/>
                  <a:pt x="6" y="352"/>
                </a:cubicBezTo>
                <a:cubicBezTo>
                  <a:pt x="1" y="344"/>
                  <a:pt x="2" y="337"/>
                  <a:pt x="6" y="331"/>
                </a:cubicBezTo>
                <a:cubicBezTo>
                  <a:pt x="11" y="326"/>
                  <a:pt x="8" y="316"/>
                  <a:pt x="8" y="300"/>
                </a:cubicBezTo>
                <a:cubicBezTo>
                  <a:pt x="8" y="284"/>
                  <a:pt x="13" y="281"/>
                  <a:pt x="6" y="280"/>
                </a:cubicBezTo>
                <a:cubicBezTo>
                  <a:pt x="0" y="279"/>
                  <a:pt x="1" y="264"/>
                  <a:pt x="5" y="259"/>
                </a:cubicBezTo>
                <a:cubicBezTo>
                  <a:pt x="10" y="253"/>
                  <a:pt x="8" y="243"/>
                  <a:pt x="8" y="230"/>
                </a:cubicBezTo>
                <a:cubicBezTo>
                  <a:pt x="8" y="217"/>
                  <a:pt x="10" y="208"/>
                  <a:pt x="6" y="204"/>
                </a:cubicBezTo>
                <a:cubicBezTo>
                  <a:pt x="1" y="200"/>
                  <a:pt x="2" y="187"/>
                  <a:pt x="7" y="183"/>
                </a:cubicBezTo>
                <a:cubicBezTo>
                  <a:pt x="12" y="178"/>
                  <a:pt x="9" y="171"/>
                  <a:pt x="9" y="161"/>
                </a:cubicBezTo>
                <a:cubicBezTo>
                  <a:pt x="8" y="151"/>
                  <a:pt x="12" y="138"/>
                  <a:pt x="10" y="138"/>
                </a:cubicBezTo>
                <a:cubicBezTo>
                  <a:pt x="7" y="138"/>
                  <a:pt x="2" y="131"/>
                  <a:pt x="2" y="120"/>
                </a:cubicBezTo>
                <a:cubicBezTo>
                  <a:pt x="2" y="108"/>
                  <a:pt x="5" y="101"/>
                  <a:pt x="5" y="85"/>
                </a:cubicBezTo>
                <a:cubicBezTo>
                  <a:pt x="5" y="70"/>
                  <a:pt x="6" y="53"/>
                  <a:pt x="4" y="41"/>
                </a:cubicBezTo>
                <a:cubicBezTo>
                  <a:pt x="3" y="31"/>
                  <a:pt x="1" y="12"/>
                  <a:pt x="0" y="0"/>
                </a:cubicBezTo>
                <a:cubicBezTo>
                  <a:pt x="163" y="0"/>
                  <a:pt x="163" y="0"/>
                  <a:pt x="163" y="0"/>
                </a:cubicBezTo>
                <a:cubicBezTo>
                  <a:pt x="163" y="9"/>
                  <a:pt x="163" y="17"/>
                  <a:pt x="161" y="21"/>
                </a:cubicBezTo>
                <a:cubicBezTo>
                  <a:pt x="157" y="33"/>
                  <a:pt x="157" y="40"/>
                  <a:pt x="157" y="55"/>
                </a:cubicBezTo>
                <a:cubicBezTo>
                  <a:pt x="157" y="71"/>
                  <a:pt x="160" y="78"/>
                  <a:pt x="160" y="90"/>
                </a:cubicBezTo>
                <a:cubicBezTo>
                  <a:pt x="160" y="101"/>
                  <a:pt x="155" y="108"/>
                  <a:pt x="152" y="108"/>
                </a:cubicBezTo>
                <a:cubicBezTo>
                  <a:pt x="150" y="108"/>
                  <a:pt x="154" y="121"/>
                  <a:pt x="153" y="131"/>
                </a:cubicBezTo>
                <a:cubicBezTo>
                  <a:pt x="153" y="141"/>
                  <a:pt x="150" y="148"/>
                  <a:pt x="155" y="153"/>
                </a:cubicBezTo>
                <a:cubicBezTo>
                  <a:pt x="160" y="157"/>
                  <a:pt x="161" y="170"/>
                  <a:pt x="156" y="174"/>
                </a:cubicBezTo>
                <a:cubicBezTo>
                  <a:pt x="152" y="178"/>
                  <a:pt x="154" y="187"/>
                  <a:pt x="154" y="200"/>
                </a:cubicBezTo>
                <a:cubicBezTo>
                  <a:pt x="154" y="213"/>
                  <a:pt x="152" y="223"/>
                  <a:pt x="157" y="229"/>
                </a:cubicBezTo>
                <a:cubicBezTo>
                  <a:pt x="161" y="234"/>
                  <a:pt x="162" y="249"/>
                  <a:pt x="156" y="250"/>
                </a:cubicBezTo>
                <a:cubicBezTo>
                  <a:pt x="149" y="251"/>
                  <a:pt x="154" y="254"/>
                  <a:pt x="154" y="270"/>
                </a:cubicBezTo>
                <a:cubicBezTo>
                  <a:pt x="154" y="286"/>
                  <a:pt x="151" y="296"/>
                  <a:pt x="156" y="301"/>
                </a:cubicBezTo>
                <a:cubicBezTo>
                  <a:pt x="160" y="307"/>
                  <a:pt x="161" y="314"/>
                  <a:pt x="156" y="321"/>
                </a:cubicBezTo>
                <a:cubicBezTo>
                  <a:pt x="151" y="329"/>
                  <a:pt x="154" y="340"/>
                  <a:pt x="154" y="356"/>
                </a:cubicBezTo>
                <a:cubicBezTo>
                  <a:pt x="154" y="360"/>
                  <a:pt x="158" y="365"/>
                  <a:pt x="157" y="375"/>
                </a:cubicBezTo>
                <a:cubicBezTo>
                  <a:pt x="156" y="398"/>
                  <a:pt x="150" y="426"/>
                  <a:pt x="142" y="449"/>
                </a:cubicBezTo>
                <a:cubicBezTo>
                  <a:pt x="134" y="471"/>
                  <a:pt x="127" y="479"/>
                  <a:pt x="127" y="493"/>
                </a:cubicBezTo>
                <a:cubicBezTo>
                  <a:pt x="126" y="507"/>
                  <a:pt x="91" y="512"/>
                  <a:pt x="78" y="512"/>
                </a:cubicBezTo>
                <a:close/>
              </a:path>
            </a:pathLst>
          </a:custGeom>
          <a:solidFill>
            <a:srgbClr val="7F7E80"/>
          </a:solidFill>
          <a:ln w="9525">
            <a:noFill/>
          </a:ln>
        </p:spPr>
        <p:txBody>
          <a:bodyPr/>
          <a:lstStyle/>
          <a:p>
            <a:endParaRPr lang="en-US">
              <a:solidFill>
                <a:schemeClr val="tx1"/>
              </a:solidFill>
            </a:endParaRPr>
          </a:p>
        </p:txBody>
      </p:sp>
      <p:sp>
        <p:nvSpPr>
          <p:cNvPr id="17456" name="Oval 27"/>
          <p:cNvSpPr/>
          <p:nvPr/>
        </p:nvSpPr>
        <p:spPr>
          <a:xfrm>
            <a:off x="1450658" y="4338638"/>
            <a:ext cx="219075" cy="96837"/>
          </a:xfrm>
          <a:prstGeom prst="ellipse">
            <a:avLst/>
          </a:prstGeom>
          <a:solidFill>
            <a:srgbClr val="6C6C6E"/>
          </a:solidFill>
          <a:ln w="9525">
            <a:noFill/>
          </a:ln>
        </p:spPr>
        <p:txBody>
          <a:bodyPr anchor="t"/>
          <a:lstStyle/>
          <a:p>
            <a:endParaRPr lang="zh-CN" altLang="en-US" dirty="0">
              <a:solidFill>
                <a:schemeClr val="tx1"/>
              </a:solidFill>
              <a:latin typeface="Calibri" panose="020F0502020204030204" charset="0"/>
              <a:ea typeface="Microsoft YaHei" panose="020B0503020204020204" pitchFamily="2" charset="-122"/>
            </a:endParaRPr>
          </a:p>
        </p:txBody>
      </p:sp>
      <p:sp>
        <p:nvSpPr>
          <p:cNvPr id="17457" name="Oval 28"/>
          <p:cNvSpPr/>
          <p:nvPr/>
        </p:nvSpPr>
        <p:spPr>
          <a:xfrm>
            <a:off x="1371283" y="4297363"/>
            <a:ext cx="379412" cy="104775"/>
          </a:xfrm>
          <a:prstGeom prst="ellipse">
            <a:avLst/>
          </a:prstGeom>
          <a:solidFill>
            <a:srgbClr val="575759"/>
          </a:solidFill>
          <a:ln w="9525">
            <a:noFill/>
          </a:ln>
        </p:spPr>
        <p:txBody>
          <a:bodyPr anchor="t"/>
          <a:lstStyle/>
          <a:p>
            <a:endParaRPr lang="zh-CN" altLang="en-US" dirty="0">
              <a:solidFill>
                <a:schemeClr val="tx1"/>
              </a:solidFill>
              <a:latin typeface="Calibri" panose="020F0502020204030204" charset="0"/>
              <a:ea typeface="Microsoft YaHei" panose="020B0503020204020204" pitchFamily="2" charset="-122"/>
            </a:endParaRPr>
          </a:p>
        </p:txBody>
      </p:sp>
      <p:sp>
        <p:nvSpPr>
          <p:cNvPr id="17458" name="Freeform 29"/>
          <p:cNvSpPr/>
          <p:nvPr/>
        </p:nvSpPr>
        <p:spPr>
          <a:xfrm>
            <a:off x="1320483" y="4327525"/>
            <a:ext cx="479425" cy="38100"/>
          </a:xfrm>
          <a:custGeom>
            <a:avLst/>
            <a:gdLst/>
            <a:ahLst/>
            <a:cxnLst>
              <a:cxn ang="0">
                <a:pos x="221562" y="38120"/>
              </a:cxn>
              <a:cxn ang="0">
                <a:pos x="3307" y="9944"/>
              </a:cxn>
              <a:cxn ang="0">
                <a:pos x="0" y="0"/>
              </a:cxn>
              <a:cxn ang="0">
                <a:pos x="219909" y="19889"/>
              </a:cxn>
              <a:cxn ang="0">
                <a:pos x="479500" y="0"/>
              </a:cxn>
              <a:cxn ang="0">
                <a:pos x="477847" y="9944"/>
              </a:cxn>
              <a:cxn ang="0">
                <a:pos x="221562" y="38120"/>
              </a:cxn>
            </a:cxnLst>
            <a:rect l="0" t="0" r="0" b="0"/>
            <a:pathLst>
              <a:path w="290" h="23">
                <a:moveTo>
                  <a:pt x="134" y="23"/>
                </a:moveTo>
                <a:cubicBezTo>
                  <a:pt x="92" y="23"/>
                  <a:pt x="4" y="19"/>
                  <a:pt x="2" y="6"/>
                </a:cubicBezTo>
                <a:cubicBezTo>
                  <a:pt x="1" y="5"/>
                  <a:pt x="1" y="3"/>
                  <a:pt x="0" y="0"/>
                </a:cubicBezTo>
                <a:cubicBezTo>
                  <a:pt x="27" y="9"/>
                  <a:pt x="96" y="12"/>
                  <a:pt x="133" y="12"/>
                </a:cubicBezTo>
                <a:cubicBezTo>
                  <a:pt x="171" y="12"/>
                  <a:pt x="259" y="9"/>
                  <a:pt x="290" y="0"/>
                </a:cubicBezTo>
                <a:cubicBezTo>
                  <a:pt x="290" y="2"/>
                  <a:pt x="289" y="4"/>
                  <a:pt x="289" y="6"/>
                </a:cubicBezTo>
                <a:cubicBezTo>
                  <a:pt x="286" y="19"/>
                  <a:pt x="176" y="23"/>
                  <a:pt x="134" y="23"/>
                </a:cubicBezTo>
                <a:close/>
              </a:path>
            </a:pathLst>
          </a:custGeom>
          <a:solidFill>
            <a:srgbClr val="2F2E33"/>
          </a:solidFill>
          <a:ln w="9525">
            <a:noFill/>
          </a:ln>
        </p:spPr>
        <p:txBody>
          <a:bodyPr/>
          <a:lstStyle/>
          <a:p>
            <a:endParaRPr lang="en-US">
              <a:solidFill>
                <a:schemeClr val="tx1"/>
              </a:solidFill>
            </a:endParaRPr>
          </a:p>
        </p:txBody>
      </p:sp>
      <p:sp>
        <p:nvSpPr>
          <p:cNvPr id="17459" name="Freeform 30"/>
          <p:cNvSpPr/>
          <p:nvPr/>
        </p:nvSpPr>
        <p:spPr>
          <a:xfrm>
            <a:off x="1122045" y="3738563"/>
            <a:ext cx="882650" cy="65087"/>
          </a:xfrm>
          <a:custGeom>
            <a:avLst/>
            <a:gdLst/>
            <a:ahLst/>
            <a:cxnLst>
              <a:cxn ang="0">
                <a:pos x="21571" y="37862"/>
              </a:cxn>
              <a:cxn ang="0">
                <a:pos x="844597" y="0"/>
              </a:cxn>
              <a:cxn ang="0">
                <a:pos x="861190" y="13169"/>
              </a:cxn>
              <a:cxn ang="0">
                <a:pos x="882761" y="23047"/>
              </a:cxn>
              <a:cxn ang="0">
                <a:pos x="0" y="64201"/>
              </a:cxn>
              <a:cxn ang="0">
                <a:pos x="8297" y="62555"/>
              </a:cxn>
              <a:cxn ang="0">
                <a:pos x="21571" y="37862"/>
              </a:cxn>
            </a:cxnLst>
            <a:rect l="0" t="0" r="0" b="0"/>
            <a:pathLst>
              <a:path w="532" h="39">
                <a:moveTo>
                  <a:pt x="13" y="23"/>
                </a:moveTo>
                <a:cubicBezTo>
                  <a:pt x="509" y="0"/>
                  <a:pt x="509" y="0"/>
                  <a:pt x="509" y="0"/>
                </a:cubicBezTo>
                <a:cubicBezTo>
                  <a:pt x="508" y="3"/>
                  <a:pt x="511" y="6"/>
                  <a:pt x="519" y="8"/>
                </a:cubicBezTo>
                <a:cubicBezTo>
                  <a:pt x="526" y="9"/>
                  <a:pt x="530" y="12"/>
                  <a:pt x="532" y="14"/>
                </a:cubicBezTo>
                <a:cubicBezTo>
                  <a:pt x="0" y="39"/>
                  <a:pt x="0" y="39"/>
                  <a:pt x="0" y="39"/>
                </a:cubicBezTo>
                <a:cubicBezTo>
                  <a:pt x="1" y="39"/>
                  <a:pt x="3" y="38"/>
                  <a:pt x="5" y="38"/>
                </a:cubicBezTo>
                <a:cubicBezTo>
                  <a:pt x="19" y="34"/>
                  <a:pt x="16" y="30"/>
                  <a:pt x="13" y="23"/>
                </a:cubicBezTo>
                <a:close/>
              </a:path>
            </a:pathLst>
          </a:custGeom>
          <a:solidFill>
            <a:srgbClr val="2F2E33"/>
          </a:solidFill>
          <a:ln w="9525">
            <a:noFill/>
          </a:ln>
        </p:spPr>
        <p:txBody>
          <a:bodyPr/>
          <a:lstStyle/>
          <a:p>
            <a:endParaRPr lang="en-US">
              <a:solidFill>
                <a:schemeClr val="tx1"/>
              </a:solidFill>
            </a:endParaRPr>
          </a:p>
        </p:txBody>
      </p:sp>
      <p:sp>
        <p:nvSpPr>
          <p:cNvPr id="17460" name="Freeform 31"/>
          <p:cNvSpPr/>
          <p:nvPr/>
        </p:nvSpPr>
        <p:spPr>
          <a:xfrm>
            <a:off x="1106170" y="3667125"/>
            <a:ext cx="896938" cy="66675"/>
          </a:xfrm>
          <a:custGeom>
            <a:avLst/>
            <a:gdLst/>
            <a:ahLst/>
            <a:cxnLst>
              <a:cxn ang="0">
                <a:pos x="0" y="43035"/>
              </a:cxn>
              <a:cxn ang="0">
                <a:pos x="896806" y="0"/>
              </a:cxn>
              <a:cxn ang="0">
                <a:pos x="863652" y="11586"/>
              </a:cxn>
              <a:cxn ang="0">
                <a:pos x="861995" y="28138"/>
              </a:cxn>
              <a:cxn ang="0">
                <a:pos x="44757" y="66208"/>
              </a:cxn>
              <a:cxn ang="0">
                <a:pos x="39784" y="61242"/>
              </a:cxn>
              <a:cxn ang="0">
                <a:pos x="0" y="43035"/>
              </a:cxn>
            </a:cxnLst>
            <a:rect l="0" t="0" r="0" b="0"/>
            <a:pathLst>
              <a:path w="541" h="40">
                <a:moveTo>
                  <a:pt x="0" y="26"/>
                </a:moveTo>
                <a:cubicBezTo>
                  <a:pt x="541" y="0"/>
                  <a:pt x="541" y="0"/>
                  <a:pt x="541" y="0"/>
                </a:cubicBezTo>
                <a:cubicBezTo>
                  <a:pt x="535" y="5"/>
                  <a:pt x="527" y="7"/>
                  <a:pt x="521" y="7"/>
                </a:cubicBezTo>
                <a:cubicBezTo>
                  <a:pt x="515" y="7"/>
                  <a:pt x="517" y="11"/>
                  <a:pt x="520" y="17"/>
                </a:cubicBezTo>
                <a:cubicBezTo>
                  <a:pt x="27" y="40"/>
                  <a:pt x="27" y="40"/>
                  <a:pt x="27" y="40"/>
                </a:cubicBezTo>
                <a:cubicBezTo>
                  <a:pt x="27" y="38"/>
                  <a:pt x="26" y="37"/>
                  <a:pt x="24" y="37"/>
                </a:cubicBezTo>
                <a:cubicBezTo>
                  <a:pt x="16" y="37"/>
                  <a:pt x="4" y="33"/>
                  <a:pt x="0" y="26"/>
                </a:cubicBezTo>
                <a:close/>
              </a:path>
            </a:pathLst>
          </a:custGeom>
          <a:solidFill>
            <a:srgbClr val="2F2E33"/>
          </a:solidFill>
          <a:ln w="9525">
            <a:noFill/>
          </a:ln>
        </p:spPr>
        <p:txBody>
          <a:bodyPr/>
          <a:lstStyle/>
          <a:p>
            <a:endParaRPr lang="en-US">
              <a:solidFill>
                <a:schemeClr val="tx1"/>
              </a:solidFill>
            </a:endParaRPr>
          </a:p>
        </p:txBody>
      </p:sp>
      <p:sp>
        <p:nvSpPr>
          <p:cNvPr id="17461" name="Freeform 32"/>
          <p:cNvSpPr/>
          <p:nvPr/>
        </p:nvSpPr>
        <p:spPr>
          <a:xfrm>
            <a:off x="1126808" y="3797300"/>
            <a:ext cx="854075" cy="66675"/>
          </a:xfrm>
          <a:custGeom>
            <a:avLst/>
            <a:gdLst/>
            <a:ahLst/>
            <a:cxnLst>
              <a:cxn ang="0">
                <a:pos x="0" y="41380"/>
              </a:cxn>
              <a:cxn ang="0">
                <a:pos x="849704" y="0"/>
              </a:cxn>
              <a:cxn ang="0">
                <a:pos x="854673" y="26483"/>
              </a:cxn>
              <a:cxn ang="0">
                <a:pos x="9938" y="66208"/>
              </a:cxn>
              <a:cxn ang="0">
                <a:pos x="0" y="41380"/>
              </a:cxn>
            </a:cxnLst>
            <a:rect l="0" t="0" r="0" b="0"/>
            <a:pathLst>
              <a:path w="516" h="40">
                <a:moveTo>
                  <a:pt x="0" y="25"/>
                </a:moveTo>
                <a:cubicBezTo>
                  <a:pt x="513" y="0"/>
                  <a:pt x="513" y="0"/>
                  <a:pt x="513" y="0"/>
                </a:cubicBezTo>
                <a:cubicBezTo>
                  <a:pt x="512" y="4"/>
                  <a:pt x="515" y="9"/>
                  <a:pt x="516" y="16"/>
                </a:cubicBezTo>
                <a:cubicBezTo>
                  <a:pt x="6" y="40"/>
                  <a:pt x="6" y="40"/>
                  <a:pt x="6" y="40"/>
                </a:cubicBezTo>
                <a:cubicBezTo>
                  <a:pt x="8" y="33"/>
                  <a:pt x="10" y="28"/>
                  <a:pt x="0" y="25"/>
                </a:cubicBezTo>
                <a:close/>
              </a:path>
            </a:pathLst>
          </a:custGeom>
          <a:solidFill>
            <a:srgbClr val="2F2E33"/>
          </a:solidFill>
          <a:ln w="9525">
            <a:noFill/>
          </a:ln>
        </p:spPr>
        <p:txBody>
          <a:bodyPr/>
          <a:lstStyle/>
          <a:p>
            <a:endParaRPr lang="en-US">
              <a:solidFill>
                <a:schemeClr val="tx1"/>
              </a:solidFill>
            </a:endParaRPr>
          </a:p>
        </p:txBody>
      </p:sp>
      <p:sp>
        <p:nvSpPr>
          <p:cNvPr id="17462" name="Freeform 33"/>
          <p:cNvSpPr/>
          <p:nvPr/>
        </p:nvSpPr>
        <p:spPr>
          <a:xfrm>
            <a:off x="1131570" y="3856038"/>
            <a:ext cx="869950" cy="65087"/>
          </a:xfrm>
          <a:custGeom>
            <a:avLst/>
            <a:gdLst/>
            <a:ahLst/>
            <a:cxnLst>
              <a:cxn ang="0">
                <a:pos x="3316" y="39725"/>
              </a:cxn>
              <a:cxn ang="0">
                <a:pos x="843850" y="0"/>
              </a:cxn>
              <a:cxn ang="0">
                <a:pos x="860429" y="23173"/>
              </a:cxn>
              <a:cxn ang="0">
                <a:pos x="868718" y="24828"/>
              </a:cxn>
              <a:cxn ang="0">
                <a:pos x="0" y="66208"/>
              </a:cxn>
              <a:cxn ang="0">
                <a:pos x="3316" y="39725"/>
              </a:cxn>
            </a:cxnLst>
            <a:rect l="0" t="0" r="0" b="0"/>
            <a:pathLst>
              <a:path w="524" h="40">
                <a:moveTo>
                  <a:pt x="2" y="24"/>
                </a:moveTo>
                <a:cubicBezTo>
                  <a:pt x="509" y="0"/>
                  <a:pt x="509" y="0"/>
                  <a:pt x="509" y="0"/>
                </a:cubicBezTo>
                <a:cubicBezTo>
                  <a:pt x="508" y="6"/>
                  <a:pt x="510" y="10"/>
                  <a:pt x="519" y="14"/>
                </a:cubicBezTo>
                <a:cubicBezTo>
                  <a:pt x="521" y="14"/>
                  <a:pt x="522" y="15"/>
                  <a:pt x="524" y="15"/>
                </a:cubicBezTo>
                <a:cubicBezTo>
                  <a:pt x="0" y="40"/>
                  <a:pt x="0" y="40"/>
                  <a:pt x="0" y="40"/>
                </a:cubicBezTo>
                <a:cubicBezTo>
                  <a:pt x="5" y="36"/>
                  <a:pt x="3" y="31"/>
                  <a:pt x="2" y="24"/>
                </a:cubicBezTo>
                <a:close/>
              </a:path>
            </a:pathLst>
          </a:custGeom>
          <a:solidFill>
            <a:srgbClr val="2F2E33"/>
          </a:solidFill>
          <a:ln w="9525">
            <a:noFill/>
          </a:ln>
        </p:spPr>
        <p:txBody>
          <a:bodyPr/>
          <a:lstStyle/>
          <a:p>
            <a:endParaRPr lang="en-US">
              <a:solidFill>
                <a:schemeClr val="tx1"/>
              </a:solidFill>
            </a:endParaRPr>
          </a:p>
        </p:txBody>
      </p:sp>
      <p:sp>
        <p:nvSpPr>
          <p:cNvPr id="17463" name="Freeform 34"/>
          <p:cNvSpPr/>
          <p:nvPr/>
        </p:nvSpPr>
        <p:spPr>
          <a:xfrm>
            <a:off x="1126808" y="3924300"/>
            <a:ext cx="849312" cy="63500"/>
          </a:xfrm>
          <a:custGeom>
            <a:avLst/>
            <a:gdLst/>
            <a:ahLst/>
            <a:cxnLst>
              <a:cxn ang="0">
                <a:pos x="0" y="39508"/>
              </a:cxn>
              <a:cxn ang="0">
                <a:pos x="844041" y="0"/>
              </a:cxn>
              <a:cxn ang="0">
                <a:pos x="850661" y="23047"/>
              </a:cxn>
              <a:cxn ang="0">
                <a:pos x="850661" y="24693"/>
              </a:cxn>
              <a:cxn ang="0">
                <a:pos x="9930" y="64201"/>
              </a:cxn>
              <a:cxn ang="0">
                <a:pos x="0" y="39508"/>
              </a:cxn>
            </a:cxnLst>
            <a:rect l="0" t="0" r="0" b="0"/>
            <a:pathLst>
              <a:path w="514" h="39">
                <a:moveTo>
                  <a:pt x="0" y="24"/>
                </a:moveTo>
                <a:cubicBezTo>
                  <a:pt x="510" y="0"/>
                  <a:pt x="510" y="0"/>
                  <a:pt x="510" y="0"/>
                </a:cubicBezTo>
                <a:cubicBezTo>
                  <a:pt x="511" y="3"/>
                  <a:pt x="514" y="7"/>
                  <a:pt x="514" y="14"/>
                </a:cubicBezTo>
                <a:cubicBezTo>
                  <a:pt x="514" y="14"/>
                  <a:pt x="514" y="15"/>
                  <a:pt x="514" y="15"/>
                </a:cubicBezTo>
                <a:cubicBezTo>
                  <a:pt x="6" y="39"/>
                  <a:pt x="6" y="39"/>
                  <a:pt x="6" y="39"/>
                </a:cubicBezTo>
                <a:cubicBezTo>
                  <a:pt x="9" y="28"/>
                  <a:pt x="21" y="25"/>
                  <a:pt x="0" y="24"/>
                </a:cubicBezTo>
                <a:close/>
              </a:path>
            </a:pathLst>
          </a:custGeom>
          <a:solidFill>
            <a:srgbClr val="2F2E33"/>
          </a:solidFill>
          <a:ln w="9525">
            <a:noFill/>
          </a:ln>
        </p:spPr>
        <p:txBody>
          <a:bodyPr/>
          <a:lstStyle/>
          <a:p>
            <a:endParaRPr lang="en-US">
              <a:solidFill>
                <a:schemeClr val="tx1"/>
              </a:solidFill>
            </a:endParaRPr>
          </a:p>
        </p:txBody>
      </p:sp>
      <p:sp>
        <p:nvSpPr>
          <p:cNvPr id="17464" name="Freeform 35"/>
          <p:cNvSpPr/>
          <p:nvPr/>
        </p:nvSpPr>
        <p:spPr>
          <a:xfrm>
            <a:off x="1122045" y="3984625"/>
            <a:ext cx="884238" cy="65088"/>
          </a:xfrm>
          <a:custGeom>
            <a:avLst/>
            <a:gdLst/>
            <a:ahLst/>
            <a:cxnLst>
              <a:cxn ang="0">
                <a:pos x="16600" y="39725"/>
              </a:cxn>
              <a:cxn ang="0">
                <a:pos x="851568" y="0"/>
              </a:cxn>
              <a:cxn ang="0">
                <a:pos x="866508" y="14897"/>
              </a:cxn>
              <a:cxn ang="0">
                <a:pos x="884768" y="24828"/>
              </a:cxn>
              <a:cxn ang="0">
                <a:pos x="0" y="66208"/>
              </a:cxn>
              <a:cxn ang="0">
                <a:pos x="3320" y="64553"/>
              </a:cxn>
              <a:cxn ang="0">
                <a:pos x="16600" y="39725"/>
              </a:cxn>
            </a:cxnLst>
            <a:rect l="0" t="0" r="0" b="0"/>
            <a:pathLst>
              <a:path w="533" h="40">
                <a:moveTo>
                  <a:pt x="10" y="24"/>
                </a:moveTo>
                <a:cubicBezTo>
                  <a:pt x="513" y="0"/>
                  <a:pt x="513" y="0"/>
                  <a:pt x="513" y="0"/>
                </a:cubicBezTo>
                <a:cubicBezTo>
                  <a:pt x="514" y="4"/>
                  <a:pt x="516" y="7"/>
                  <a:pt x="522" y="9"/>
                </a:cubicBezTo>
                <a:cubicBezTo>
                  <a:pt x="527" y="11"/>
                  <a:pt x="531" y="13"/>
                  <a:pt x="533" y="15"/>
                </a:cubicBezTo>
                <a:cubicBezTo>
                  <a:pt x="0" y="40"/>
                  <a:pt x="0" y="40"/>
                  <a:pt x="0" y="40"/>
                </a:cubicBezTo>
                <a:cubicBezTo>
                  <a:pt x="1" y="40"/>
                  <a:pt x="2" y="40"/>
                  <a:pt x="2" y="39"/>
                </a:cubicBezTo>
                <a:cubicBezTo>
                  <a:pt x="12" y="36"/>
                  <a:pt x="12" y="31"/>
                  <a:pt x="10" y="24"/>
                </a:cubicBezTo>
                <a:close/>
              </a:path>
            </a:pathLst>
          </a:custGeom>
          <a:solidFill>
            <a:srgbClr val="2F2E33"/>
          </a:solidFill>
          <a:ln w="9525">
            <a:noFill/>
          </a:ln>
        </p:spPr>
        <p:txBody>
          <a:bodyPr/>
          <a:lstStyle/>
          <a:p>
            <a:endParaRPr lang="en-US">
              <a:solidFill>
                <a:schemeClr val="tx1"/>
              </a:solidFill>
            </a:endParaRPr>
          </a:p>
        </p:txBody>
      </p:sp>
      <p:sp>
        <p:nvSpPr>
          <p:cNvPr id="17465" name="Freeform 36"/>
          <p:cNvSpPr/>
          <p:nvPr/>
        </p:nvSpPr>
        <p:spPr>
          <a:xfrm>
            <a:off x="1131570" y="4046538"/>
            <a:ext cx="844550" cy="66675"/>
          </a:xfrm>
          <a:custGeom>
            <a:avLst/>
            <a:gdLst/>
            <a:ahLst/>
            <a:cxnLst>
              <a:cxn ang="0">
                <a:pos x="0" y="39725"/>
              </a:cxn>
              <a:cxn ang="0">
                <a:pos x="841323" y="0"/>
              </a:cxn>
              <a:cxn ang="0">
                <a:pos x="844642" y="26483"/>
              </a:cxn>
              <a:cxn ang="0">
                <a:pos x="8297" y="66208"/>
              </a:cxn>
              <a:cxn ang="0">
                <a:pos x="0" y="39725"/>
              </a:cxn>
            </a:cxnLst>
            <a:rect l="0" t="0" r="0" b="0"/>
            <a:pathLst>
              <a:path w="509" h="40">
                <a:moveTo>
                  <a:pt x="0" y="24"/>
                </a:moveTo>
                <a:cubicBezTo>
                  <a:pt x="507" y="0"/>
                  <a:pt x="507" y="0"/>
                  <a:pt x="507" y="0"/>
                </a:cubicBezTo>
                <a:cubicBezTo>
                  <a:pt x="506" y="5"/>
                  <a:pt x="508" y="10"/>
                  <a:pt x="509" y="16"/>
                </a:cubicBezTo>
                <a:cubicBezTo>
                  <a:pt x="5" y="40"/>
                  <a:pt x="5" y="40"/>
                  <a:pt x="5" y="40"/>
                </a:cubicBezTo>
                <a:cubicBezTo>
                  <a:pt x="6" y="33"/>
                  <a:pt x="6" y="28"/>
                  <a:pt x="0" y="24"/>
                </a:cubicBezTo>
                <a:close/>
              </a:path>
            </a:pathLst>
          </a:custGeom>
          <a:solidFill>
            <a:srgbClr val="2F2E33"/>
          </a:solidFill>
          <a:ln w="9525">
            <a:noFill/>
          </a:ln>
        </p:spPr>
        <p:txBody>
          <a:bodyPr/>
          <a:lstStyle/>
          <a:p>
            <a:endParaRPr lang="en-US">
              <a:solidFill>
                <a:schemeClr val="tx1"/>
              </a:solidFill>
            </a:endParaRPr>
          </a:p>
        </p:txBody>
      </p:sp>
      <p:sp>
        <p:nvSpPr>
          <p:cNvPr id="17466" name="Freeform 37"/>
          <p:cNvSpPr/>
          <p:nvPr/>
        </p:nvSpPr>
        <p:spPr>
          <a:xfrm>
            <a:off x="1145858" y="4137025"/>
            <a:ext cx="844550" cy="209550"/>
          </a:xfrm>
          <a:custGeom>
            <a:avLst/>
            <a:gdLst/>
            <a:ahLst/>
            <a:cxnLst>
              <a:cxn ang="0">
                <a:pos x="394166" y="210660"/>
              </a:cxn>
              <a:cxn ang="0">
                <a:pos x="155679" y="179390"/>
              </a:cxn>
              <a:cxn ang="0">
                <a:pos x="67903" y="106976"/>
              </a:cxn>
              <a:cxn ang="0">
                <a:pos x="0" y="39499"/>
              </a:cxn>
              <a:cxn ang="0">
                <a:pos x="844642" y="0"/>
              </a:cxn>
              <a:cxn ang="0">
                <a:pos x="761834" y="106976"/>
              </a:cxn>
              <a:cxn ang="0">
                <a:pos x="674057" y="179390"/>
              </a:cxn>
              <a:cxn ang="0">
                <a:pos x="394166" y="210660"/>
              </a:cxn>
            </a:cxnLst>
            <a:rect l="0" t="0" r="0" b="0"/>
            <a:pathLst>
              <a:path w="510" h="128">
                <a:moveTo>
                  <a:pt x="238" y="128"/>
                </a:moveTo>
                <a:cubicBezTo>
                  <a:pt x="193" y="128"/>
                  <a:pt x="97" y="123"/>
                  <a:pt x="94" y="109"/>
                </a:cubicBezTo>
                <a:cubicBezTo>
                  <a:pt x="91" y="95"/>
                  <a:pt x="77" y="86"/>
                  <a:pt x="41" y="65"/>
                </a:cubicBezTo>
                <a:cubicBezTo>
                  <a:pt x="20" y="52"/>
                  <a:pt x="7" y="37"/>
                  <a:pt x="0" y="24"/>
                </a:cubicBezTo>
                <a:cubicBezTo>
                  <a:pt x="510" y="0"/>
                  <a:pt x="510" y="0"/>
                  <a:pt x="510" y="0"/>
                </a:cubicBezTo>
                <a:cubicBezTo>
                  <a:pt x="503" y="21"/>
                  <a:pt x="483" y="45"/>
                  <a:pt x="460" y="65"/>
                </a:cubicBezTo>
                <a:cubicBezTo>
                  <a:pt x="432" y="87"/>
                  <a:pt x="410" y="95"/>
                  <a:pt x="407" y="109"/>
                </a:cubicBezTo>
                <a:cubicBezTo>
                  <a:pt x="404" y="123"/>
                  <a:pt x="284" y="128"/>
                  <a:pt x="238" y="128"/>
                </a:cubicBezTo>
                <a:close/>
              </a:path>
            </a:pathLst>
          </a:custGeom>
          <a:solidFill>
            <a:srgbClr val="4D4C52"/>
          </a:solidFill>
          <a:ln w="9525">
            <a:noFill/>
          </a:ln>
        </p:spPr>
        <p:txBody>
          <a:bodyPr/>
          <a:lstStyle/>
          <a:p>
            <a:endParaRPr lang="en-US">
              <a:solidFill>
                <a:schemeClr val="tx1"/>
              </a:solidFill>
            </a:endParaRPr>
          </a:p>
        </p:txBody>
      </p:sp>
      <p:sp>
        <p:nvSpPr>
          <p:cNvPr id="17467" name="Freeform 38"/>
          <p:cNvSpPr/>
          <p:nvPr/>
        </p:nvSpPr>
        <p:spPr>
          <a:xfrm>
            <a:off x="1296670" y="4156075"/>
            <a:ext cx="242888" cy="190500"/>
          </a:xfrm>
          <a:custGeom>
            <a:avLst/>
            <a:gdLst/>
            <a:ahLst/>
            <a:cxnLst>
              <a:cxn ang="0">
                <a:pos x="85874" y="182310"/>
              </a:cxn>
              <a:cxn ang="0">
                <a:pos x="36331" y="87840"/>
              </a:cxn>
              <a:cxn ang="0">
                <a:pos x="0" y="11602"/>
              </a:cxn>
              <a:cxn ang="0">
                <a:pos x="239457" y="0"/>
              </a:cxn>
              <a:cxn ang="0">
                <a:pos x="242760" y="87840"/>
              </a:cxn>
              <a:cxn ang="0">
                <a:pos x="241109" y="185625"/>
              </a:cxn>
              <a:cxn ang="0">
                <a:pos x="241109" y="190597"/>
              </a:cxn>
              <a:cxn ang="0">
                <a:pos x="85874" y="182310"/>
              </a:cxn>
            </a:cxnLst>
            <a:rect l="0" t="0" r="0" b="0"/>
            <a:pathLst>
              <a:path w="147" h="115">
                <a:moveTo>
                  <a:pt x="52" y="110"/>
                </a:moveTo>
                <a:cubicBezTo>
                  <a:pt x="46" y="92"/>
                  <a:pt x="39" y="80"/>
                  <a:pt x="22" y="53"/>
                </a:cubicBezTo>
                <a:cubicBezTo>
                  <a:pt x="13" y="38"/>
                  <a:pt x="6" y="22"/>
                  <a:pt x="0" y="7"/>
                </a:cubicBezTo>
                <a:cubicBezTo>
                  <a:pt x="145" y="0"/>
                  <a:pt x="145" y="0"/>
                  <a:pt x="145" y="0"/>
                </a:cubicBezTo>
                <a:cubicBezTo>
                  <a:pt x="147" y="18"/>
                  <a:pt x="147" y="37"/>
                  <a:pt x="147" y="53"/>
                </a:cubicBezTo>
                <a:cubicBezTo>
                  <a:pt x="146" y="83"/>
                  <a:pt x="142" y="93"/>
                  <a:pt x="146" y="112"/>
                </a:cubicBezTo>
                <a:cubicBezTo>
                  <a:pt x="146" y="113"/>
                  <a:pt x="146" y="114"/>
                  <a:pt x="146" y="115"/>
                </a:cubicBezTo>
                <a:cubicBezTo>
                  <a:pt x="121" y="115"/>
                  <a:pt x="83" y="113"/>
                  <a:pt x="52" y="110"/>
                </a:cubicBezTo>
                <a:close/>
              </a:path>
            </a:pathLst>
          </a:custGeom>
          <a:solidFill>
            <a:srgbClr val="666569"/>
          </a:solidFill>
          <a:ln w="9525">
            <a:noFill/>
          </a:ln>
        </p:spPr>
        <p:txBody>
          <a:bodyPr/>
          <a:lstStyle/>
          <a:p>
            <a:endParaRPr lang="en-US">
              <a:solidFill>
                <a:schemeClr val="tx1"/>
              </a:solidFill>
            </a:endParaRPr>
          </a:p>
        </p:txBody>
      </p:sp>
      <p:sp>
        <p:nvSpPr>
          <p:cNvPr id="113" name="矩形 91"/>
          <p:cNvSpPr/>
          <p:nvPr/>
        </p:nvSpPr>
        <p:spPr>
          <a:xfrm>
            <a:off x="169545" y="4857750"/>
            <a:ext cx="3447415" cy="1014730"/>
          </a:xfrm>
          <a:prstGeom prst="rect">
            <a:avLst/>
          </a:prstGeom>
          <a:solidFill>
            <a:schemeClr val="tx1">
              <a:lumMod val="85000"/>
              <a:lumOff val="15000"/>
            </a:schemeClr>
          </a:solidFill>
          <a:ln w="9525">
            <a:noFill/>
          </a:ln>
        </p:spPr>
        <p:txBody>
          <a:bodyPr wrap="square" anchor="t">
            <a:spAutoFit/>
          </a:bodyPr>
          <a:lstStyle/>
          <a:p>
            <a:pPr algn="ctr"/>
            <a:r>
              <a:rPr lang="en-US" altLang="zh-CN" sz="3000" b="1" dirty="0">
                <a:solidFill>
                  <a:schemeClr val="bg1"/>
                </a:solidFill>
                <a:ea typeface="Microsoft YaHei" panose="020B0503020204020204" pitchFamily="2" charset="-122"/>
                <a:cs typeface="Arial" panose="020B0604020202020204" pitchFamily="34" charset="0"/>
              </a:rPr>
              <a:t>Cách trình bày bài tiểu luận</a:t>
            </a:r>
          </a:p>
        </p:txBody>
      </p:sp>
      <p:sp>
        <p:nvSpPr>
          <p:cNvPr id="12" name="TextBox 4"/>
          <p:cNvSpPr txBox="1"/>
          <p:nvPr/>
        </p:nvSpPr>
        <p:spPr>
          <a:xfrm>
            <a:off x="4103370" y="899795"/>
            <a:ext cx="7669530" cy="4939030"/>
          </a:xfrm>
          <a:prstGeom prst="rect">
            <a:avLst/>
          </a:prstGeom>
          <a:noFill/>
          <a:ln>
            <a:solidFill>
              <a:srgbClr val="1A8E8B"/>
            </a:solidFill>
            <a:prstDash val="dash"/>
          </a:ln>
        </p:spPr>
        <p:txBody>
          <a:bodyPr wrap="square" rtlCol="0">
            <a:spAutoFit/>
          </a:bodyPr>
          <a:lstStyle/>
          <a:p>
            <a:pPr marL="342900" indent="-342900">
              <a:lnSpc>
                <a:spcPct val="150000"/>
              </a:lnSpc>
              <a:buFont typeface="Wingdings" panose="05000000000000000000" charset="0"/>
              <a:buChar char="ü"/>
            </a:pPr>
            <a:r>
              <a:rPr lang="en-US" sz="3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Trang bìa.</a:t>
            </a:r>
          </a:p>
          <a:p>
            <a:pPr marL="342900" indent="-342900">
              <a:lnSpc>
                <a:spcPct val="150000"/>
              </a:lnSpc>
              <a:buFont typeface="Wingdings" panose="05000000000000000000" charset="0"/>
              <a:buChar char="ü"/>
            </a:pPr>
            <a:r>
              <a:rPr lang="en-US" sz="3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Trang “Danh mục các từ viết tắt” (nếu có). </a:t>
            </a:r>
          </a:p>
          <a:p>
            <a:pPr marL="342900" indent="-342900">
              <a:lnSpc>
                <a:spcPct val="150000"/>
              </a:lnSpc>
              <a:buFont typeface="Wingdings" panose="05000000000000000000" charset="0"/>
              <a:buChar char="ü"/>
            </a:pPr>
            <a:r>
              <a:rPr lang="en-US" sz="3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Trang “Mục lục”.</a:t>
            </a:r>
          </a:p>
          <a:p>
            <a:pPr marL="342900" indent="-342900">
              <a:lnSpc>
                <a:spcPct val="150000"/>
              </a:lnSpc>
              <a:buFont typeface="Wingdings" panose="05000000000000000000" charset="0"/>
              <a:buChar char="ü"/>
            </a:pPr>
            <a:r>
              <a:rPr lang="en-US" sz="3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Phần nội dung của tiểu luận (10 – 20 trang).</a:t>
            </a:r>
          </a:p>
          <a:p>
            <a:pPr marL="342900" indent="-342900">
              <a:lnSpc>
                <a:spcPct val="150000"/>
              </a:lnSpc>
              <a:buFont typeface="Wingdings" panose="05000000000000000000" charset="0"/>
              <a:buChar char="ü"/>
            </a:pPr>
            <a:r>
              <a:rPr lang="en-US" sz="3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Phần “Phụ lục” (nếu có).</a:t>
            </a:r>
          </a:p>
          <a:p>
            <a:pPr marL="342900" indent="-342900">
              <a:lnSpc>
                <a:spcPct val="150000"/>
              </a:lnSpc>
              <a:buFont typeface="Wingdings" panose="05000000000000000000" charset="0"/>
              <a:buChar char="ü"/>
            </a:pPr>
            <a:r>
              <a:rPr lang="en-US" sz="30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Tài liệu tham khảo.</a:t>
            </a:r>
          </a:p>
        </p:txBody>
      </p:sp>
      <p:sp>
        <p:nvSpPr>
          <p:cNvPr id="13" name="Diamond 12"/>
          <p:cNvSpPr/>
          <p:nvPr/>
        </p:nvSpPr>
        <p:spPr>
          <a:xfrm>
            <a:off x="11198225" y="6120765"/>
            <a:ext cx="918845" cy="65786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12</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sp>
        <p:nvSpPr>
          <p:cNvPr id="13" name="Diamond 12"/>
          <p:cNvSpPr/>
          <p:nvPr/>
        </p:nvSpPr>
        <p:spPr>
          <a:xfrm>
            <a:off x="11198225" y="6120765"/>
            <a:ext cx="918845" cy="657860"/>
          </a:xfrm>
          <a:prstGeom prst="diamond">
            <a:avLst/>
          </a:prstGeom>
          <a:solidFill>
            <a:schemeClr val="tx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13</a:t>
            </a:r>
          </a:p>
        </p:txBody>
      </p:sp>
      <p:grpSp>
        <p:nvGrpSpPr>
          <p:cNvPr id="5" name="Group 4"/>
          <p:cNvGrpSpPr/>
          <p:nvPr/>
        </p:nvGrpSpPr>
        <p:grpSpPr>
          <a:xfrm>
            <a:off x="927100" y="749935"/>
            <a:ext cx="10271125" cy="5370830"/>
            <a:chOff x="2391" y="2450"/>
            <a:chExt cx="14100" cy="6480"/>
          </a:xfrm>
        </p:grpSpPr>
        <p:sp>
          <p:nvSpPr>
            <p:cNvPr id="7" name="Rectangle 6"/>
            <p:cNvSpPr/>
            <p:nvPr/>
          </p:nvSpPr>
          <p:spPr>
            <a:xfrm>
              <a:off x="2391" y="2450"/>
              <a:ext cx="14100" cy="6480"/>
            </a:xfrm>
            <a:prstGeom prst="rect">
              <a:avLst/>
            </a:prstGeom>
            <a:solidFill>
              <a:schemeClr val="accent1">
                <a:alpha val="0"/>
              </a:schemeClr>
            </a:solidFill>
            <a:ln w="155575">
              <a:solidFill>
                <a:srgbClr val="CF3A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5"/>
            <p:cNvSpPr/>
            <p:nvPr/>
          </p:nvSpPr>
          <p:spPr>
            <a:xfrm>
              <a:off x="3008" y="2893"/>
              <a:ext cx="12824" cy="5580"/>
            </a:xfrm>
            <a:prstGeom prst="rect">
              <a:avLst/>
            </a:prstGeom>
            <a:solidFill>
              <a:schemeClr val="bg1">
                <a:lumMod val="95000"/>
              </a:schemeClr>
            </a:solidFill>
            <a:ln>
              <a:solidFill>
                <a:srgbClr val="CF3A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700" b="1">
                  <a:solidFill>
                    <a:schemeClr val="tx1"/>
                  </a:solidFill>
                  <a:latin typeface="Times New Roman" panose="02020603050405020304" pitchFamily="18" charset="0"/>
                  <a:cs typeface="Times New Roman" panose="02020603050405020304" pitchFamily="18" charset="0"/>
                </a:rPr>
                <a:t>Quy định viết nguồn tham khảo </a:t>
              </a:r>
              <a:r>
                <a:rPr lang="en-US" sz="2700">
                  <a:solidFill>
                    <a:schemeClr val="tx1"/>
                  </a:solidFill>
                  <a:latin typeface="Times New Roman" panose="02020603050405020304" pitchFamily="18" charset="0"/>
                  <a:cs typeface="Times New Roman" panose="02020603050405020304" pitchFamily="18" charset="0"/>
                </a:rPr>
                <a:t>:</a:t>
              </a:r>
            </a:p>
            <a:p>
              <a:pPr algn="just"/>
              <a:r>
                <a:rPr lang="en-US" sz="2700">
                  <a:solidFill>
                    <a:schemeClr val="tx1"/>
                  </a:solidFill>
                  <a:latin typeface="Times New Roman" panose="02020603050405020304" pitchFamily="18" charset="0"/>
                  <a:cs typeface="Times New Roman" panose="02020603050405020304" pitchFamily="18" charset="0"/>
                </a:rPr>
                <a:t>- </a:t>
              </a:r>
              <a:r>
                <a:rPr lang="en-US" sz="2700" b="1" i="1">
                  <a:solidFill>
                    <a:schemeClr val="tx1"/>
                  </a:solidFill>
                  <a:latin typeface="Times New Roman" panose="02020603050405020304" pitchFamily="18" charset="0"/>
                  <a:cs typeface="Times New Roman" panose="02020603050405020304" pitchFamily="18" charset="0"/>
                </a:rPr>
                <a:t>Tạp chí</a:t>
              </a:r>
              <a:r>
                <a:rPr lang="en-US" sz="2700">
                  <a:solidFill>
                    <a:schemeClr val="tx1"/>
                  </a:solidFill>
                  <a:latin typeface="Times New Roman" panose="02020603050405020304" pitchFamily="18" charset="0"/>
                  <a:cs typeface="Times New Roman" panose="02020603050405020304" pitchFamily="18" charset="0"/>
                </a:rPr>
                <a:t>: Số thứ tự, tên tác giả, tên tạp chí, tập số, trang, (năm).</a:t>
              </a:r>
            </a:p>
            <a:p>
              <a:pPr algn="just"/>
              <a:r>
                <a:rPr lang="en-US" sz="2700">
                  <a:solidFill>
                    <a:schemeClr val="tx1"/>
                  </a:solidFill>
                  <a:latin typeface="Times New Roman" panose="02020603050405020304" pitchFamily="18" charset="0"/>
                  <a:cs typeface="Times New Roman" panose="02020603050405020304" pitchFamily="18" charset="0"/>
                </a:rPr>
                <a:t>Ví dụ: TP254, Nguyễn Hoàng, Kiến thức thời sinh viên, số 12, trang 56, 2011</a:t>
              </a:r>
            </a:p>
            <a:p>
              <a:pPr algn="just"/>
              <a:r>
                <a:rPr lang="en-US" sz="2700">
                  <a:solidFill>
                    <a:schemeClr val="tx1"/>
                  </a:solidFill>
                  <a:latin typeface="Times New Roman" panose="02020603050405020304" pitchFamily="18" charset="0"/>
                  <a:cs typeface="Times New Roman" panose="02020603050405020304" pitchFamily="18" charset="0"/>
                </a:rPr>
                <a:t>- </a:t>
              </a:r>
              <a:r>
                <a:rPr lang="en-US" sz="27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US" sz="2700" b="1" i="1">
                  <a:solidFill>
                    <a:schemeClr val="tx1"/>
                  </a:solidFill>
                  <a:latin typeface="Times New Roman" panose="02020603050405020304" pitchFamily="18" charset="0"/>
                  <a:cs typeface="Times New Roman" panose="02020603050405020304" pitchFamily="18" charset="0"/>
                </a:rPr>
                <a:t>ách</a:t>
              </a:r>
              <a:r>
                <a:rPr lang="en-US" sz="2700">
                  <a:solidFill>
                    <a:schemeClr val="tx1"/>
                  </a:solidFill>
                  <a:latin typeface="Times New Roman" panose="02020603050405020304" pitchFamily="18" charset="0"/>
                  <a:cs typeface="Times New Roman" panose="02020603050405020304" pitchFamily="18" charset="0"/>
                </a:rPr>
                <a:t>: Số thứ tự, tên tác giả, tên sách, trang , nhà xuất bản, nơi xuất bản, năm xuất bản.</a:t>
              </a:r>
            </a:p>
            <a:p>
              <a:pPr algn="just"/>
              <a:r>
                <a:rPr lang="en-US" sz="2700">
                  <a:solidFill>
                    <a:schemeClr val="tx1"/>
                  </a:solidFill>
                  <a:latin typeface="Times New Roman" panose="02020603050405020304" pitchFamily="18" charset="0"/>
                  <a:cs typeface="Times New Roman" panose="02020603050405020304" pitchFamily="18" charset="0"/>
                </a:rPr>
                <a:t>Ví dụ: Doãn Minh, Nhà khoa học vĩ đại, trang 41, NXB Khoa học và công nghệ, năm 2015</a:t>
              </a:r>
            </a:p>
            <a:p>
              <a:pPr algn="just"/>
              <a:r>
                <a:rPr lang="en-US" sz="2700" b="1" i="1">
                  <a:solidFill>
                    <a:schemeClr val="tx1"/>
                  </a:solidFill>
                  <a:latin typeface="Times New Roman" panose="02020603050405020304" pitchFamily="18" charset="0"/>
                  <a:cs typeface="Times New Roman" panose="02020603050405020304" pitchFamily="18" charset="0"/>
                </a:rPr>
                <a:t>- Tài liệu Internet</a:t>
              </a:r>
              <a:r>
                <a:rPr lang="en-US" sz="2700">
                  <a:solidFill>
                    <a:schemeClr val="tx1"/>
                  </a:solidFill>
                  <a:latin typeface="Times New Roman" panose="02020603050405020304" pitchFamily="18" charset="0"/>
                  <a:cs typeface="Times New Roman" panose="02020603050405020304" pitchFamily="18" charset="0"/>
                </a:rPr>
                <a:t>: dẫn đường link</a:t>
              </a:r>
            </a:p>
          </p:txBody>
        </p:sp>
      </p:gr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A" val="v5.2.8"/>
  <p:tag name="WHOLESPTYPE" val="Shape_Other"/>
</p:tagLst>
</file>

<file path=ppt/tags/tag2.xml><?xml version="1.0" encoding="utf-8"?>
<p:tagLst xmlns:a="http://schemas.openxmlformats.org/drawingml/2006/main" xmlns:r="http://schemas.openxmlformats.org/officeDocument/2006/relationships" xmlns:p="http://schemas.openxmlformats.org/presentationml/2006/main">
  <p:tag name="PA" val="v5.2.8"/>
  <p:tag name="WHOLESPTYPE" val="Shape_Other"/>
</p:tagLst>
</file>

<file path=ppt/tags/tag3.xml><?xml version="1.0" encoding="utf-8"?>
<p:tagLst xmlns:a="http://schemas.openxmlformats.org/drawingml/2006/main" xmlns:r="http://schemas.openxmlformats.org/officeDocument/2006/relationships" xmlns:p="http://schemas.openxmlformats.org/presentationml/2006/main">
  <p:tag name="PA" val="v5.2.8"/>
  <p:tag name="WHOLESPTYPE" val="Shape_Other"/>
</p:tagLst>
</file>

<file path=ppt/tags/tag4.xml><?xml version="1.0" encoding="utf-8"?>
<p:tagLst xmlns:a="http://schemas.openxmlformats.org/drawingml/2006/main" xmlns:r="http://schemas.openxmlformats.org/officeDocument/2006/relationships" xmlns:p="http://schemas.openxmlformats.org/presentationml/2006/main">
  <p:tag name="PA" val="v5.2.8"/>
  <p:tag name="WHOLESPTYPE" val="Shape_Other"/>
</p:tagLst>
</file>

<file path=ppt/tags/tag5.xml><?xml version="1.0" encoding="utf-8"?>
<p:tagLst xmlns:a="http://schemas.openxmlformats.org/drawingml/2006/main" xmlns:r="http://schemas.openxmlformats.org/officeDocument/2006/relationships" xmlns:p="http://schemas.openxmlformats.org/presentationml/2006/main">
  <p:tag name="PA" val="v5.2.8"/>
  <p:tag name="WHOLESPTYPE" val="Shape_Other"/>
</p:tagLst>
</file>

<file path=ppt/tags/tag6.xml><?xml version="1.0" encoding="utf-8"?>
<p:tagLst xmlns:a="http://schemas.openxmlformats.org/drawingml/2006/main" xmlns:r="http://schemas.openxmlformats.org/officeDocument/2006/relationships" xmlns:p="http://schemas.openxmlformats.org/presentationml/2006/main">
  <p:tag name="PA" val="v5.2.8"/>
  <p:tag name="WHOLESPTYPE" val="Shape_Other"/>
</p:tagLst>
</file>

<file path=ppt/tags/tag7.xml><?xml version="1.0" encoding="utf-8"?>
<p:tagLst xmlns:a="http://schemas.openxmlformats.org/drawingml/2006/main" xmlns:r="http://schemas.openxmlformats.org/officeDocument/2006/relationships" xmlns:p="http://schemas.openxmlformats.org/presentationml/2006/main">
  <p:tag name="PA" val="v5.2.8"/>
  <p:tag name="WHOLESPTYPE" val="Shape_SubTitle"/>
</p:tagLst>
</file>

<file path=ppt/tags/tag8.xml><?xml version="1.0" encoding="utf-8"?>
<p:tagLst xmlns:a="http://schemas.openxmlformats.org/drawingml/2006/main" xmlns:r="http://schemas.openxmlformats.org/officeDocument/2006/relationships" xmlns:p="http://schemas.openxmlformats.org/presentationml/2006/main">
  <p:tag name="PA" val="v5.2.8"/>
  <p:tag name="WHOLESPTYPE" val="Shape_SubTitle"/>
</p:tagLst>
</file>

<file path=ppt/tags/tag9.xml><?xml version="1.0" encoding="utf-8"?>
<p:tagLst xmlns:a="http://schemas.openxmlformats.org/drawingml/2006/main" xmlns:r="http://schemas.openxmlformats.org/officeDocument/2006/relationships" xmlns:p="http://schemas.openxmlformats.org/presentationml/2006/main">
  <p:tag name="PA" val="v5.2.8"/>
  <p:tag name="WHOLESPTYPE" val="Shape_SubTitle"/>
</p:tagLst>
</file>

<file path=ppt/tags/tag10.xml><?xml version="1.0" encoding="utf-8"?>
<p:tagLst xmlns:a="http://schemas.openxmlformats.org/drawingml/2006/main" xmlns:r="http://schemas.openxmlformats.org/officeDocument/2006/relationships" xmlns:p="http://schemas.openxmlformats.org/presentationml/2006/main">
  <p:tag name="PA" val="v5.2.8"/>
  <p:tag name="WHOLESPTYPE" val="Shape_SubTitle"/>
</p:tagLst>
</file>

<file path=ppt/theme/theme1.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6CBE6"/>
      </a:accent5>
      <a:accent6>
        <a:srgbClr val="D4702B"/>
      </a:accent6>
      <a:hlink>
        <a:srgbClr val="0563C1"/>
      </a:hlink>
      <a:folHlink>
        <a:srgbClr val="954F72"/>
      </a:folHlink>
    </a:clrScheme>
    <a:fontScheme name="">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915</Words>
  <Application>Microsoft Office PowerPoint</Application>
  <PresentationFormat>Widescreen</PresentationFormat>
  <Paragraphs>131</Paragraphs>
  <Slides>14</Slides>
  <Notes>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14</vt:i4>
      </vt:variant>
    </vt:vector>
  </HeadingPairs>
  <TitlesOfParts>
    <vt:vector size="28" baseType="lpstr">
      <vt:lpstr>Microsoft YaHei</vt:lpstr>
      <vt:lpstr>SimSun</vt:lpstr>
      <vt:lpstr>SimSun</vt:lpstr>
      <vt:lpstr>Arial</vt:lpstr>
      <vt:lpstr>Calibri</vt:lpstr>
      <vt:lpstr>Calibri Light</vt:lpstr>
      <vt:lpstr>Century Gothic</vt:lpstr>
      <vt:lpstr>方正姚体</vt:lpstr>
      <vt:lpstr>Impact</vt:lpstr>
      <vt:lpstr>Tahoma</vt:lpstr>
      <vt:lpstr>Times New Roman</vt:lpstr>
      <vt:lpstr>Wingdings</vt:lpstr>
      <vt:lpstr>思源黑体 CN Light</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PC</dc:creator>
  <cp:lastModifiedBy>DELL</cp:lastModifiedBy>
  <cp:revision>209</cp:revision>
  <dcterms:created xsi:type="dcterms:W3CDTF">2015-10-23T10:41:00Z</dcterms:created>
  <dcterms:modified xsi:type="dcterms:W3CDTF">2022-05-09T01:24:08Z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1033-11.2.0.9281</vt:lpwstr>
  </property>
</Properties>
</file>