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  <p:sldMasterId id="2147483659" r:id="rId2"/>
  </p:sldMasterIdLst>
  <p:notesMasterIdLst>
    <p:notesMasterId r:id="rId26"/>
  </p:notesMasterIdLst>
  <p:sldIdLst>
    <p:sldId id="256" r:id="rId3"/>
    <p:sldId id="295" r:id="rId4"/>
    <p:sldId id="297" r:id="rId5"/>
    <p:sldId id="296" r:id="rId6"/>
    <p:sldId id="299" r:id="rId7"/>
    <p:sldId id="300" r:id="rId8"/>
    <p:sldId id="298" r:id="rId9"/>
    <p:sldId id="302" r:id="rId10"/>
    <p:sldId id="303" r:id="rId11"/>
    <p:sldId id="304" r:id="rId12"/>
    <p:sldId id="305" r:id="rId13"/>
    <p:sldId id="306" r:id="rId14"/>
    <p:sldId id="307" r:id="rId15"/>
    <p:sldId id="310" r:id="rId16"/>
    <p:sldId id="311" r:id="rId17"/>
    <p:sldId id="308" r:id="rId18"/>
    <p:sldId id="309" r:id="rId19"/>
    <p:sldId id="312" r:id="rId20"/>
    <p:sldId id="313" r:id="rId21"/>
    <p:sldId id="314" r:id="rId22"/>
    <p:sldId id="316" r:id="rId23"/>
    <p:sldId id="315" r:id="rId24"/>
    <p:sldId id="294" r:id="rId2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Montserrat" panose="020B0604020202020204" charset="0"/>
      <p:regular r:id="rId31"/>
      <p:bold r:id="rId32"/>
      <p:italic r:id="rId33"/>
      <p:boldItalic r:id="rId34"/>
    </p:embeddedFont>
    <p:embeddedFont>
      <p:font typeface="PT Serif" panose="020B060402020202020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44D327-C8C6-4163-A623-057FE4961991}">
  <a:tblStyle styleId="{A644D327-C8C6-4163-A623-057FE49619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F84729-DA0B-49D1-B9D5-606E54AD438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05-23T12:48:56.4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13983 1667 0,'0'0'0,"-39"-13"0,12 13 16,-26 0-16,-53 0 31,93 13-31,-13 0 15,12-13-15,14 13 0,0 14 16,0-14 0,0 80-1,0-27-15,27 53 16,-14-66-16,0 0 16,27 66-1,-27 0 1,-13-27-1,-39-12-15,-1-27 16,0-14-16,0 1 16,14-27-16,13-13 15,-67 0 1,54-13 0,26 0-16,-26 0 15,12-1-15,14 1 16,0 0-1,0-14 1,27 1 0,-1 26-1,40 0 1,14 26 0,-54 27-16,14 27 15,-14 12-15,-12 27 16,-1 67-1,-26-28 1,-1-105 0,-12-13-16,13-14 15,-14-12-15,14-1 0,0 0 16,-1 0-16,1 1 16,13-1-16,0-40 62,0-52-62</inkml:trace>
  <inkml:trace contextRef="#ctx0" brushRef="#br0" timeOffset="530.2552">14751 1257 0,'0'39'47,"0"14"-47,0 133 16,0-1-1,-14-93 1,1-52-16,13 0 16,0-14-16,-13 40 15,13-39-15,-13-1 31,13-39 16,0-27-47</inkml:trace>
  <inkml:trace contextRef="#ctx0" brushRef="#br0" timeOffset="874.1352">14168 1455 0,'0'0'0,"14"-13"16,25 0-16,41 0 15,65-14 1,27 14-16,199 13 16,-173 0-16,-39 0 15,39 0 1,-92 0 0,-79 0-16,-1 0 15,0 0-15,-12 0 16,-1 0-16,0 13 15,0 0 1,-26 40-16</inkml:trace>
  <inkml:trace contextRef="#ctx0" brushRef="#br0" timeOffset="1253.7225">15584 1548 0,'0'92'31,"0"14"-15,-27 27-1,14-41-15,0 1 0,-13 13 16,12-40-16,14-40 16,0-13-16,0 27 15,14-53 32,12-27-31,14-13-1,52-79 1,-26 0-16</inkml:trace>
  <inkml:trace contextRef="#ctx0" brushRef="#br0" timeOffset="1520.4493">15796 1746 0,'0'13'31,"0"27"-31,-14 26 16,1 14-16,-13 52 16,-1-13-1,27-79 1,0-27 0,-13 27-16,0-27 15,13 0-15,-13-13 31,-1 0-15,-39-13 0,14-14-16</inkml:trace>
  <inkml:trace contextRef="#ctx0" brushRef="#br0" timeOffset="1753.8261">15134 1945 0,'13'-14'16,"27"1"0,26 0-16,119 0 15,14 13 1,-67 0 0,-79 0-1,0 0 1,-27 0-16,14 0 0,0 0 15,79-27 1,-66 14-16</inkml:trace>
  <inkml:trace contextRef="#ctx0" brushRef="#br0" timeOffset="2091.3571">16219 1574 0,'0'-13'16,"26"13"-1,27 0 1,80 0-1,-41 13 1,-26 0 0,-26-13-1,-13 0-15,-14 0 16,0 0-16,0 0 16,0 0-16</inkml:trace>
  <inkml:trace contextRef="#ctx0" brushRef="#br0" timeOffset="2355.3281">16140 1733 0,'0'13'15,"39"0"1,14 1-1,-13-14 1,79 0 0,-13 0-1,-40 0 1,-40 0-16,-12 0 16,-1 0-16,0 0 46</inkml:trace>
  <inkml:trace contextRef="#ctx0" brushRef="#br0" timeOffset="5137.6397">17833 1733 0,'0'13'16,"0"0"0,13 1 15,0-14-31,27 0 16,66-27-1,26-65 1,-13-1-1,-79 27-15,0 13 16,-14 0-16,-13 13 16,1 1-16,-14 12 15,0 14 1,0 26 31,0 14-32,-27 52 1,1 40 0,-41 13-1,41 14 1,26-93 0,0-27-1</inkml:trace>
  <inkml:trace contextRef="#ctx0" brushRef="#br0" timeOffset="5472.5229">18508 1759 0,'0'14'0,"0"12"15,0-13-15,0 27 16,0-13-1,-14 39 1,-12-40 0,-27 1-1,40-27 1,0 0 0,-1 0 15,14-14-31</inkml:trace>
  <inkml:trace contextRef="#ctx0" brushRef="#br0" timeOffset="6253.7914">19169 1204 0,'0'0'0,"-26"0"16,-41-13-1,15-1 1,38 1 0,-39 13-1,27 0 1,13 0-1,-1 40 1,14-27 0,0 27-1,0 39-15,0-26 16,0 0-16,0-27 16,14 1-16,-14-14 31,13 0-16,27-13 17,-1 0-32,1-13 15,66-13 1,-53 12 0,-14 14-1,-12 0 1,-1 14-16,-26-1 15,0 40-15,0 13 16,-13 13-16,-13-26 16,-1 0-16,1 0 15,-1-40 1,-12 1-16,-14-14 16,-53 0 15,79-14-16,27 1 1,0 0-16</inkml:trace>
  <inkml:trace contextRef="#ctx0" brushRef="#br0" timeOffset="7139.2381">19831 1587 0,'-14'27'16,"-12"52"-1,13-13 1,13-13 0,-14-26-1,14-40 32,14-27-31,12 13-16,40-39 15,-13 27 1,0 12 15,-40 27-31,14 0 16,-14 0-1,0 0 1,0 13-16,-13 40 16,0-13-16,0-14 15,0 27 1,-26-26 0,-27-1-1,53-39 32,0-27-31,13 1-16,0 25 15,14-12 1,39-14-16,-53 40 16,14 0-16,-14 0 31,27 14-16,13 12 1,-14 40 0,-12 0-1,-14-13 1,-13-26 0,0-1-1,0-39 48</inkml:trace>
  <inkml:trace contextRef="#ctx0" brushRef="#br0" timeOffset="7669.9017">20809 1667 0,'0'0'0,"0"-13"15,0-14-15,-26-26 16,13 14 0,0 39-1,-27 0 1,13 0 0,1 0-16,-1 13 15,14 0-15,0 0 16,13 14-1,0-1 1,0 14-16,53 79 16,-27-93-1,-12 14-15,12-13 0,-13-14 16,1 0 0,-14 0-1,-14 14 1,1-1-1,-40 1-15,13-1 16,-12 1-16,-81 25 16,-39 28-1,80-27 1</inkml:trace>
  <inkml:trace contextRef="#ctx0" brushRef="#br0" timeOffset="8886.1386">14764 2924 0,'0'26'31,"0"14"-31,0 39 16,0-13-16,0 0 15,0-13-15,0 0 16,0-13-16,0 0 16,0-1-1,13-12-15,-13-14 16</inkml:trace>
  <inkml:trace contextRef="#ctx0" brushRef="#br0" timeOffset="9257.4364">14274 2910 0,'27'0'32,"79"0"-17,66 0-15,224 0 16,-118 0 0,-145 0-1,-107 0 16</inkml:trace>
  <inkml:trace contextRef="#ctx0" brushRef="#br0" timeOffset="9720.4362">15637 2818 0,'-13'26'15,"-14"27"1,-65 106 0,39-93-16,13 40 15,-13-27-15,13-26 0,1 0 16,12 0 0,14-13-16,13-27 15,0 0-15,0 0 16,26 14-1,67-14 1,39-13 0,27 0-1,-66-26 1,-54 12 0,-12-12 15,13-1-31</inkml:trace>
  <inkml:trace contextRef="#ctx0" brushRef="#br0" timeOffset="10103.4712">16378 2857 0,'0'0'16,"-14"0"-16,1 0 15,66 0 16,238 0-15,13 0 0,-39 0-1,-172 0-15,-27 0 16,-13 0-16,-27 0 16,-13 0-16,1 0 15,-1 0 1,-79 14-16</inkml:trace>
  <inkml:trace contextRef="#ctx0" brushRef="#br0" timeOffset="10356.7209">16484 3149 0,'26'26'31,"67"-13"-15,158-13 0,-13 0-1,-119 0 1,-92 0 0,-14 0-1,0 0 1</inkml:trace>
  <inkml:trace contextRef="#ctx0" brushRef="#br0" timeOffset="11318.8995">18825 2765 0,'0'0'15,"13"-13"1,-13-1 0,-13 1-16,-13 13 15,-14 0 1,13 0 0,-25 0-1,-107 13 1,119 14-16,0-14 15,14 0-15,0 14 16,-14 39 0,13 0-1,27-26 1,0 26 0,27 0-1,39 0 1,-40-53-16,14 1 15,0-1-15,0-13 16,-1 0-16,41 0 16,-41-13-16,1-14 15,13 1-15,0-27 16,-40 13 0,-13-13 15,-13-39-16,-14 52 1,27 27-16,-26-14 16,26 1-16,-27 13 15,14-1-15,0 14 0</inkml:trace>
  <inkml:trace contextRef="#ctx0" brushRef="#br0" timeOffset="11636.3784">19050 2977 0,'0'0'0,"0"13"0,0 0 16,0 27 0,0-1-16,-40 67 15,14-66-15,-1-14 16,-26 41 0,27-41-1,0-13-15,12-13 16,14 13-16,-26-13 15,13 0 1</inkml:trace>
  <inkml:trace contextRef="#ctx0" brushRef="#br0" timeOffset="12471.2571">19619 2725 0,'0'0'0,"-13"-13"0,-14 0 15,-39-40 1,-13 13 0,39 27-1,27 13-15,-14 0 31,14 0-31,0 40 16,0-1-16,-27 54 16,27-40-1,13-27-15,0 14 16,0-14 0,0 1 15,13-14-16,0-13 1,93 0 0,26-13-1,-52 13 1,-54 0-16,14 0 16,-14 0-16,1 0 15,-27 13 1,0 14-1,0 12-15,-40 27 16,14-39 0,12-1-16,-25-12 15,-1-1-15,27-13 16,-27 0-16,-39-13 16,65-1 15,14 1-31</inkml:trace>
  <inkml:trace contextRef="#ctx0" brushRef="#br0" timeOffset="13297.1875">20188 2884 0,'13'0'31,"-13"26"-15,0 14-16,-13 13 15,-27 40 1,14-27 0,-1-40-1,27-65 32,0-1-31,27 13-16,12-12 15,27-14 1,-52 26-16,25 14 16,-25 13-16,-1 0 15,53 0 1,-66 13-16,26 1 16,-12-14-16,-14 13 15,13 0 1,0 13-1,-66 80 1,27-66-16,-1 0 16,14-40-16,26-40 62,14-13-46,12 0-16,28-13 15,-15 26-15,1 14 16,-26 13-16,-1-1 16,-13 14-1,14 0-15,-14 14 16,-13 39 0,0 13 15,-13 53-16,-40-27 1,0-12 0</inkml:trace>
  <inkml:trace contextRef="#ctx0" brushRef="#br0" timeOffset="14115.4356">21206 2977 0,'0'0'0,"0"-14"31,0 1-31,14 0 16,-14 0-1,0-1 1,-40 1 0,-39 0-1,-1 13 1,1 0-1,26 0 1,13 13-16,14 0 16,26 1-1,0-1-15,13 53 16,66 27 15,-26-40-31,-13-27 16,0 0-16,-27 1 0,0-1 15,0-12 1,1 12 0,-1 14-1,-13-27 1,0 0 0,0 0-16,-27 14 15,1-14 1,-1 14-16,-12-1 0,-1-13 15,0 0 1,-13 1-16,40-14 16,-13 0-1,12 0-15,1 0 47,0 0-31,-13 0-1,-1-27 1,-13-12 0,-13-1-1,-52 0 1,-67 14 0,-53-1-1,-27-12 1,147 25-16,-41 1 15,40-13-15,-13 26 16</inkml:trace>
  <inkml:trace contextRef="#ctx0" brushRef="#br0" timeOffset="15354.7829">14036 2394 0,'27'0'78,"52"0"-78,14 14 16,26 12-16,251 40 16,93-13 15,-238-53-31,13 0 15,-66 0-15,40 0 16,-199 0 0,0 0-16,0 0 0,-26 0 93,-13 0-93</inkml:trace>
  <inkml:trace contextRef="#ctx0" brushRef="#br0" timeOffset="18355.4757">3691 2355 0,'13'13'31,"0"-13"-15,40 0 0,-13-26-16,0-14 15,66-79 1,-40-13 0,-27 52-1,-25 27 1,-1 27-1,-13 39 17,0 0-17,-13 80 1,-1-27-16,1-26 16,0-14-1,0 14-15,-1-1 16,14-25-1,0-41 32,14-12-31,-1-28-16,40-12 16,79-80-1,-53 80-15,14-14 16,13 27-16,-53 26 15,-13 14-15,-14 13 16,-13 13 0,40 26-1,26 120 1,-39 52 0,-27-65 15,-26-28-16,0-25 1,-14-54 0,27-13-1,0 1 1,40-14 0,13 0-16,13 0 15,0-27-15,40 1 16,-13-27-16,-1 0 15,-12 26-15</inkml:trace>
  <inkml:trace contextRef="#ctx0" brushRef="#br0" timeOffset="18677.1916">5159 1826 0,'14'0'47,"78"0"-32,14 0-15,145 0 16,-39 0-1,26-27 1,-119 1 0,-92 26-1,-54 0 17</inkml:trace>
  <inkml:trace contextRef="#ctx0" brushRef="#br0" timeOffset="18893.2357">5252 2024 0,'13'0'16,"40"13"0,26 1-16,1-14 15,132 0 1,-40 0-1,-14 0 1,-65 26-16,-40-26 16,13 0-1</inkml:trace>
  <inkml:trace contextRef="#ctx0" brushRef="#br0" timeOffset="19387.5081">6734 1852 0,'0'0'0,"26"-79"16,14-1-16,-1 14 16,-12 26-16,-27 27 15,0 40 32,-13 39-31,-40 79-1,-27 27 1,14-13 0,27-80-1,25-26 1,14-39-16,0-1 31,0 0 0,53-26-15,-13-14 0</inkml:trace>
  <inkml:trace contextRef="#ctx0" brushRef="#br0" timeOffset="20116.5769">7422 1707 0,'0'0'15,"0"-14"-15,0 1 16,0 0-1,0 0 1,-40-1 0,13 14-1,1 0 1,-27 0 0,0 27 15,13-1-31,14 1 15,0 12-15,-1-12 0,14-1 16,0 54 0,13-14-1,0-13-15,0-27 16,0 14-16,0-14 16,0 14-1,39 26 1,27-13-1,1-13 1,-41-27-16,0-13 16,27 0-1,-13 0-15,53-26 16,39-41-16,-53 1 16,1 0-16,26-93 31,-14 27-16,-65 66 1,-27-13 0,-40 39-1,-13-13 1,-26 27 0,-1 12-1,-26 14 1,67 0-16,-41 0 15,54 0-15,-27 14 16</inkml:trace>
  <inkml:trace contextRef="#ctx0" brushRef="#br0" timeOffset="21378.3267">7858 833 0,'0'14'15,"40"-1"1,13 13-16,26 27 16,14-26-16,-1-1 15,1 14-15,119-14 32,-146-26-32,26 0 15,1 0-15,-27 0 16,27 14-1,-14 12 1,-52-13-16,-14 14 16,-13-14-16,0 13 15,0 27-15,0-13 16,-27 132 0,-26-27-1,-13 41 1,0 52-1,13-106-15,-39 146 16,25-133 0,14-12-16,14-14 15,26-27-15,-1-39 16,1-26-16,13-14 16,0 0 15,-13-13 31,0 0-62,-1 0 47,1 0-47,-13 0 16,-1 0-1,14 0-15,-80-13 16,41-13 0</inkml:trace>
  <inkml:trace contextRef="#ctx0" brushRef="#br0" timeOffset="22826.7094">4392 754 0,'0'0'0,"-40"0"0,-26 0 15,-119-13 1,40-14-1,92 14-15,-40-27 16,80 40 0,0 0-16,-1 0 15,1 0 1,0 0 15,-14 0-15,-12 53-1,12 14-15,-26 38 16,27 14-16,-54 40 0,28 13 16,-1 13-1,-80 225 1,94-211-16,-27-14 16,26-13-16,13-26 15,-12-54-15,12-26 16,27-39-1,40-14 79,0 0-78,39 14-1,159 65 1,212 14 0,-331-93-1,-53 1-15,13 25 16,-65-39 0,-1 0 249</inkml:trace>
  <inkml:trace contextRef="#ctx0" brushRef="#br0" timeOffset="34206.7283">1058 5173 0,'0'13'0,"0"0"15,0 0 1,0 1 0,27-14-1,65-27 1,-65 1 0,26-14-16,13-26 0,-26 0 15,13-14 1,-14-65-1,-26 39 1,-13 66-16,0 27 16,0 39 31,-13 80-47,-40-13 15,0 119 1,40-133-1,13-53-15,0-12 16,0-1-16,0 0 16,0 0-1,0 1 17,27-14-17,12 0-15</inkml:trace>
  <inkml:trace contextRef="#ctx0" brushRef="#br0" timeOffset="34740.3242">1865 4710 0,'-26'0'16,"13"0"-16,-27 0 16,-13 0-16,-13 26 15,-14 27 16,41 13-15,12 0 0,27-26-1,0-14-15,14 27 16,-14-39-16,39-1 16,54-13-1,-1-27 1,1-26-1,-40-26 1,-40 26 0,-13-26-1,-39 26 1,12 26 0,1 27 15,12 0-16,1 0 1</inkml:trace>
  <inkml:trace contextRef="#ctx0" brushRef="#br0" timeOffset="35120.6044">2408 4326 0,'0'13'16,"-27"40"-1,-79 146 1,27-41 0,39-52-1,40-79 1,0-14-16,0 0 16,0 13-1,40-12 1,53-14-1,-27 0-15</inkml:trace>
  <inkml:trace contextRef="#ctx0" brushRef="#br0" timeOffset="36147.1804">2725 4934 0,'0'-13'16,"0"0"-16,0 0 15,0-14-15,-39-12 16,25-1 0,-39 13-1,27 14 1,-53 13 0,52 66 15,-13-13-16,27-13-15,13-27 16,0 0-16,0 1 16,13-14-1,40 0 1,40-14 0,-27-38-1,-39 12 1,-27 27-1,-14 26 48,14 0-63,0 14 16,0-14-1,0 13-15,0-13 0,14-13 16,-1 0-1,0 0-15,80-13 16,-41-13-16,-12-1 16,26-12-1,-39-1 1,-40 40 15,-40 66-15,-53 27-1,40-14 1,39-52-16,14-27 16,39-27 15,54-92-15,65 13-1,1 40 16,-27 40-15,-79 26 0,-14 13-1,-26 0-15,0 13 16,0 27-16,0 14 16,-13-15-16,0 1 15,-14 0 1,54-53 31,-1-13-32</inkml:trace>
  <inkml:trace contextRef="#ctx0" brushRef="#br0" timeOffset="36619.9287">2487 4405 0,'0'0'0,"27"0"0,12 0 15,1 0-15,53-26 16,39-27 0,13-13-1,-65 39 16,-67 27 1,-13 27-17,0 39 1,-13 0 0,-14 27-1,27-80 1,0 13-1,66-65 1</inkml:trace>
  <inkml:trace contextRef="#ctx0" brushRef="#br0" timeOffset="36819.3711">3201 4048 0,'0'-13'16,"40"26"0,53 66-1,-1 41 1,1-15 0,26-25-1</inkml:trace>
  <inkml:trace contextRef="#ctx0" brushRef="#br0" timeOffset="37186.6014">3744 4829 0,'0'0'0,"13"0"31,66 13-15,133 0-1,-13-13 1,-14 0-1,-119 0-15,0 0 16,0 0-16,0 0 16,0 0-16,27 0 31,-80 0-31,1 0 16,-1 0-16</inkml:trace>
  <inkml:trace contextRef="#ctx0" brushRef="#br0" timeOffset="37453.4424">4551 4564 0,'0'0'0,"53"0"16,26 0 0,0 27-1,1 25-15,-27 1 16,0 13-16,-27-39 15,-26 26-15,13 39 16,-26-12 0,-53-27-1,-40-14 1,27-39 0,-67-26-1</inkml:trace>
  <inkml:trace contextRef="#ctx0" brushRef="#br0" timeOffset="39319.377">5821 4696 0,'-13'14'16,"-14"-14"0,14 0-16,-27 0 15,14 0 1,-27-14 0,40-12-16,13-1 15,0-39-15,26 27 16,14-14-16,-1 26 15,67 1 1,-66 26-16,-14 0 16,1 13-16,-14 27 15,0-14-15,-13 80 16,0 13 0,-13-53-1,-40 0 1,14-13-16,-41 13 15,-158 67 1,-106-41 0,146-65-1,158-14-15,53-26 32,27-14-32,-14 14 15,27 0-15,0 0 16,-26 13-16,12 0 15,54 0-15,92 39 16,-13 41 0,-93-41-1,-12-25-15,-14-1 16,-27-13-16,80-27 16,-27-92-1,14-53 16,-54 93-15,-25 66 0,-14 39-1,0 14 1,0 66 0,-14 13-1,-12-66 1,26-40-1,0-92 17,26 12-17,1-12-15,52-27 16,54 14 0,12 52-1,-118 40 1,12 0-1,-12 0-15,12 0 0,-12 26 16,-14 14 0,-13 39-1,-40 27 1,27-66-16,-27-27 16,14 14-16,13-14 15,13-53 16,26-39-31,27-1 16,-13 27-16,13 14 16,-14-1-16,-12 27 15,-14 0 1,0 26 0,-13 0-16,0 93 31,0-53-31,14 13 15,-1 13 1,13-52-16,14-1 16,0-26-16,39 0 15,14-26-15,26-27 16,-13-13-16,-27-14 16,-13-78-1,-66 65 1,-93 53-1,-26 27 1,53 26-16,27 40 16,39-13-16,0 26 15,13 27-15,40 92 16,26-13 0,-52-106-1,-27-53 1,-40 27 15,-145 0-15,-133 39-1,67-26-15,-67 13 16,27-26-16,-53 13 16,14-14-16,-1-12 15</inkml:trace>
  <inkml:trace contextRef="#ctx0" brushRef="#br0" timeOffset="40187.6611">939 6284 0,'0'13'0,"0"14"15,13-27 1,27 0 0,0 0-16,26 0 0,-13 0 15,13 0-15,-13-14 16,0-25-16,66-67 16,-79 40-1,-1 13 1,-12 0-1,-14 26 1,-13 80 15,-13 27-15,-53 78 0,13 1-1,40-106-15,13-40 16,0 14-16,0-14 15,0 0 1,0 0-16,39-13 31,160-13-15,-80-13 0</inkml:trace>
  <inkml:trace contextRef="#ctx0" brushRef="#br0" timeOffset="40469.6441">2725 5503 0,'0'27'31,"-13"26"-31,-13 13 15,-14 40-15,-40 105 16,1-39 0,39-66-1,27-79 1,13-1 0,40-26-1,39 0 1</inkml:trace>
  <inkml:trace contextRef="#ctx0" brushRef="#br0" timeOffset="41332.4229">2897 6218 0,'0'0'15,"13"-14"-15,-13-12 16,0-40 0,-13-14-1,0 67 1,-27 0 0,-52 39-1,26 14 1,52-13-1,1 12-15,0 14 0,13-26 16,0 12 0,0 14-16,13-39 15,0-1-15,14 0 0,-14-13 16,80-26 0,-27-41-1,-13-12 1,-53 53-1,0 12 1,0 28 0,-14 25-1,1 14 1,13-40-16,0 14 16,0-1-16,13-26 15,40 0-15,93-66 31,13-26-15,-67 39 0,-79 39-1,1 14 17,-28 14-32,1 25 15,-40 14 1,-26 0-1,52-26-15,1-14 16,13 0-16,26-53 31,80-52-15,-1 26 0,27 13-1,-66 39 16,27 28-15,-67 12-16,0 14 16,0 0-16,-13-27 15,13 93 1,-13-67-16,0-25 16,0 12-16,0-13 15,0 0 1</inkml:trace>
  <inkml:trace contextRef="#ctx0" brushRef="#br0" timeOffset="41770.8149">3122 5689 0,'13'0'16,"1"0"-16,38 0 15,54-40 1,-13-13-1,-40 40 1,-40-1 0,-13 54 46,0 13-62,0-26 16,0 25-1,13-12-15,-13-27 16,13 14-16,1-27 16,-14-13-1</inkml:trace>
  <inkml:trace contextRef="#ctx0" brushRef="#br0" timeOffset="41969.3626">3572 5397 0,'0'-13'47,"26"13"-47,1 13 16,12 1-16,-12 12 16,-1 1-16,14-1 15,-13 1 1,12 12-16</inkml:trace>
  <inkml:trace contextRef="#ctx0" brushRef="#br0" timeOffset="42310.0467">4366 5900 0,'13'0'32,"53"13"-17,-13 1-15,26-14 31,14 0-15,-80 0-16,14 0 16,12 0-16,-26 0 15,27 0-15,0 0 16,-14 0-16,14 0 16,13 0-16</inkml:trace>
  <inkml:trace contextRef="#ctx0" brushRef="#br0" timeOffset="42652.8406">4829 5834 0,'0'0'0,"0"-26"0,13-1 16,0 27-16,14-13 16,39 13 15,-27 13-31,1 0 15,-13 14-15,-1 26 16,27 79 0,-40 80-1,-105-67 1,12-92 0,14-40-1,0-13 1,13-13-1,40-13-15,-1-1 16,1-26 0,13 14-1</inkml:trace>
  <inkml:trace contextRef="#ctx0" brushRef="#br0" timeOffset="43203.4946">5900 5980 0,'0'-27'0,"0"1"16,-26 12-1,-27-12-15,0 13 16,13 13-16,-13 0 15,-26 0 1,39 92 0,27 14-1,13 53 1,53-53 0,-13-67-16,39-12 15,14-14-15,-1-13 16,1-53-16,-14 0 15,27-105 1,-80 65-16,-26 53 16,0-26-16,-13 0 15,-13 13-15,13 0 16,-14 40 0,14 13-1</inkml:trace>
  <inkml:trace contextRef="#ctx0" brushRef="#br0" timeOffset="43470.6751">6376 6099 0,'0'39'0,"0"-78"0,0 144 15,0-12-15,-52-14 16,-15 1-16,-65 52 16,26-66-1,80-53 1,13-13 0,-1-26-1,54-133 1</inkml:trace>
  <inkml:trace contextRef="#ctx0" brushRef="#br0" timeOffset="45114.363">7395 6019 0,'0'0'0,"13"13"0,-26 1 32,-13-1-32,-54-13 15,1 0 1,-14-27 0,80 1-1,0-14-15,0 27 16,13-13-16,13-14 15,13 14 1,14 26-16,13-14 0,-27 14 16,14 0-1,-14 14-15,1 52 16,-27-40-16,0 67 16,-106 65-1,-13 1 1,-13-79-1,66-41 1,13-25-16,0-14 16,13-14-16,14 1 15,12-13-15,14-1 16,0-13-16,14 1 0,12 12 16,53 14 15,41 40-16,12 52 1,-26-39 0,-14-27-1,1-79 1,-40-27 0,-27 40-1,-13 40-15,-13 53 31,-13 13-15,0-14-16,0 14 16,0 0-16,13-40 15,-14 27-15,1-14 16,13-12 0,0-1-1,40-92 16,52-67-15,27 40 0,-26 80-1,-40 26-15,-27 26 16,-12-13-16,-14 1 16,0 12-16,0 14 15,0-1-15,-14-12 16,-52 13-1,53-40 1,0 0 15,13-14-31,66-65 16,40 0 0,-27 52-1,-52 14 1,-14 13-1,0 0 1,0 0-16,-13 13 16,0 27-16,0 0 0,0-1 15,-13 1 1,13 0-16,-13-1 16,13-12-1,0-14-15,0 0 16,0 14-16,40-14 15,105-66 1,67-93 0,-1-26-1,-144 80 1,-54 26 0,-53 52-1,27 14 1,-14 0-16,-12 0 0,12 40 15,27 13 1,-26 13-16,26 0 16,0 53-16,13-13 0,13 0 15,1 0 1,-14-80 0,-13 1-1,-26 26 1,-40-14-1,-67 1 1,-65 0 0,105-40-1,1 0-15,-14 0 16,26 0-16,54 0 0,0 0 16,12 0-1,1 0 63,13-13-31</inkml:trace>
  <inkml:trace contextRef="#ctx0" brushRef="#br0" timeOffset="46453.4111">5199 6707 0,'0'13'16,"0"1"-1,27 12-15,39 1 16,13-1 0,14 14-16,132-27 31,145-13-16,212 0 1,93 0 0,-146-27-1,-317-12-15,-27-1 16,-53 27-16,14-14 16,-14 1-16,-40 13 15,1-1-15,-27 1 16,-13 13-16,0-13 15,-40 0-15,1 13 79,-1 0-64,13 0-15</inkml:trace>
  <inkml:trace contextRef="#ctx0" brushRef="#br0" timeOffset="48669.0068">21444 992 0,'-13'0'31,"0"0"-31,0-13 16,-14 0-16,-12-1 15,12 1-15,-65 0 16,-1 0-16,-26-14 16,-146-26-1,54 14 1,52 12-1,13 1 1,27 13-16,0-27 16,-13 13-16,-27 1 15,0 13-15,-105 13 16,-1 0 0,-13 0-1,-13 0 16,0 0-15,40 26 0,26 14-1,93 0-15,-14 13 16,14-1-16,13 1 0,13-13 16,40 13-1,0-13-15,0 26 16,39-40-1,1 1-15,-1 12 16,27-12 0,0 26-1,0-14 1,0 1-16,0 0 16,14 39-16,52 40 15,13 0 16,0-39-15,-12-27 0,-54-40-16,40 13 15,-14 1-15,14 12 16,53 14 0,26 0-1,-26-26 1,13 26-1,67-27 1,12-26 0,67 0-1,-14 0 1,-79 0 0,-13 0-1,-80 0 1,14 13-1,-27 1-15,-13-1 0,13 0 16,53-13 0,66 0-1,-79 0 1,40 0 0,-80 0-16,0 0 15,0 0-15,0 0 16,146-13-1,-27 0 1,-53-27 0,14 13-1,-1 1 1,-92 13-16,40-14 31,-53 14-31,-1 0 0,-12 0 16,12-1-1,14-39 1,0 14 0,-26 12-1,12-26 1,-12 14 0,-14-14-1,0 26 1,-13-12-1,0 12-15,0 1 16,0-14-16,0 0 16,0 14-16,0-53 15,0 39 1,0 13 0,0 14-16,0-40 15,0 27 1,-13-14-1,13 27-15,0 0 16,0-14-16,-13 27 16,0-13-1,-1-14 1,1 14 0,13 0-1,-13 13 1,-14-13 78,14 0-79,0 13 1,0-14-1,13 1 1,-14 0 0,1 13-1,0-13-15,-40-14 16,53 14 0,-13 13-16,0 0 15,-14 0 1,-12-13-1,-54-14 1,80 27 0,-27 0-16,0-13 15,27 13 1,0 0-16</inkml:trace>
  <inkml:trace contextRef="#ctx0" brushRef="#br0" timeOffset="67930.3311">1019 4498 0,'0'-40'32,"-14"40"-17,1-26-15,-13 13 16,-67-14-1,-13 27 1,27 0-16,13 0 16,13 27-16,13-1 15,0 0-15,-26 54 16,40-14 0,26 0-1,0 53 1,26-39 15,-12-28-31,12 1 16,-13-13-16,0 0 15,14 26 1,-1 0 0,-12-53-16,-14 14 15,0-14-15,0 27 16,0-1-16,0 14 15,-14-26-15,-25 12 16,39-25 0,-27 12-16,-12 1 15,12-14 1,1-13 15,12 0-31,-25-27 16,-1-12 15,27-1-15,13 27-1,0-1-15,0 1 16,13 0 0,0 0-1,0 13 1,27 0-1,40 13 1,-67 0 0,13 14-16,1-27 15,-1 26-15,1 27 16,-1 0 0,14 26-1,-27-26 1,-13-26-1,0 39-15,0 13 0,0-39 16,-13 39 0,0-52-16,-14 65 15,14-52-15,0-27 16,-27 53 0,27-26-1,13-13 1,0-14-16,0 0 15,0 0-15,-14-13 16,14 14 31,14 12-31</inkml:trace>
  <inkml:trace contextRef="#ctx0" brushRef="#br0" timeOffset="69004.0059">1270 7937 0,'0'27'0,"0"-14"16,0 0 0,13-13 15,0 0-15,14 0-16,92-105 15,-40-14 16,-26 39-15,-13 14 0,-40 53-1,0 39 17,-27 80-17,-12 0 1,12-40-1,14-53 1,13 0 0,0-39 46,0-40-62,13 13 16,14 0-16,12 13 15,-12 1 1,39 12-16,0-12 16,-13 25-16,0 1 15,-40 13-15,1 0 16,-1 0 0,0 0-1,-13 13 1,-13 53-1,-27 1 1,-26-1 0,26-53-1,1 27 1,39-27 0,13 0 15,13 0-31,107 14 0,-67-27 15,26 0 1,67-53 0</inkml:trace>
  <inkml:trace contextRef="#ctx0" brushRef="#br0" timeOffset="69331.5753">2355 7594 0,'0'0'0,"26"0"31,14 0-16,39 13 1,54-13 0,-67 0-16,-13 0 15,-14 0-15,-12 0 0,-1 0 16,-13 0 0</inkml:trace>
  <inkml:trace contextRef="#ctx0" brushRef="#br0" timeOffset="69579.0422">2037 7832 0,'0'0'15,"66"26"-15,14-13 16,-14 1-16,13-1 0,-26-13 16,-26 0-1,-1 0-15,-13 0 16,1 0-16,12 0 0,1-13 16,-1-1-1</inkml:trace>
  <inkml:trace contextRef="#ctx0" brushRef="#br0" timeOffset="70169.3369">3201 7858 0,'0'0'0,"-13"13"16,26 1-1,80-14 1,-14-40 0,80-39-16,-79 26 15,-1-27 1,0-39-1,-39 53 1,-53 66 31,-27 53-31,-13 13-16,0-13 15,14 13-15,-14-13 16,26-13-16,27-27 15,-13 0-15,-14 0 16,14 14-16,0-14 16,-27 14-16,1-1 15,-27 14 1,-14-1-16</inkml:trace>
  <inkml:trace contextRef="#ctx0" brushRef="#br0" timeOffset="71020.9261">1416 8956 0,'0'0'0,"0"13"16,26-13-1,14 0 1,-1-39-16,67-94 16,-53 54-1,13 0-15,-26-1 16,0 41-16,-27 12 0,0 1 15,-13 105 32,-40-13-31,14 14-16,-1-1 16,1-13-1,-14 13-15,14-26 0,26-26 16,0-54 31,13-26-47,27-26 15,105-80 1,54 40 0,-54 66-1,-132 40 1,1 13-1,-1 0 1,-26 66 0,-14-13-1,-12 0-15,-1-13 16,0-1-16,-26 28 16,53-41-1,13 1 16,40-27-15,118-14 0,-12-25-1</inkml:trace>
  <inkml:trace contextRef="#ctx0" brushRef="#br0" timeOffset="71312.1354">2514 8639 0,'0'0'0,"13"0"32,106 0-17,26 26 1,-12-26 15,-14 0-15,-93 0-1,-13 0-15,-39 0 32,-27 13-32</inkml:trace>
  <inkml:trace contextRef="#ctx0" brushRef="#br0" timeOffset="71504.2804">2500 8771 0,'0'0'16,"-13"13"-16,26-13 15,106 0 1,14 0 0,12 0-1,-65-13 1,78-14 15,-78 14-31</inkml:trace>
  <inkml:trace contextRef="#ctx0" brushRef="#br0" timeOffset="71887.1409">3360 8837 0,'0'0'0,"40"0"31,-14-26-15,27-1-16,132-92 16,14-13-1,-120 79 1,-26 0-16,-13 27 15,-27 26 1,-13-14 0,0 41 15,-66 145-15,-106 66-1,79-79 1,67-106-1,26-40 1,0 0-16</inkml:trace>
  <inkml:trace contextRef="#ctx0" brushRef="#br0" timeOffset="72352.7387">4815 8731 0,'0'0'15,"0"-13"-15,0-13 16,-26-1-16,-27 1 15,13 26-15,-13-14 16,-13-12-16,0 26 16,-26 0-16,-1 26 15,14 1-15,-14 39 16,66-26 0,14 13-16,13 52 15,53-38 1,53-14 15,92-53-15,41-120-1,-81-25 1,-78-14 0,-67 93-16,-13 13 15,0-13-15,-13 0 16,-40 0-16</inkml:trace>
  <inkml:trace contextRef="#ctx0" brushRef="#br0" timeOffset="72788.3239">4392 6588 0,'-40'13'15,"-39"67"1,-40 65-1,-66 40-15,-397 450 16,39 67 0,107-173-1,158-172 1,146-172 0,105-145-1,14-40 32,13-27-31,0-39-16,0-159 15,0 120-15,0-28 16</inkml:trace>
  <inkml:trace contextRef="#ctx0" brushRef="#br0" timeOffset="73210.1388">1654 7263 0,'0'0'0,"13"0"0,40 0 16,39 26-16,1 54 15,66 92 1,304 516-16,-159-239 15,-26 1 1,172 185 0,-278-410-1,-146-199 1,-13-12 0</inkml:trace>
  <inkml:trace contextRef="#ctx0" brushRef="#br0" timeOffset="75281.5546">5437 8612 0,'93'0'78,"13"27"-78,13-1 16,39-13-16,160 40 16,-27-53-1,-119 0 1,-79 0 15</inkml:trace>
  <inkml:trace contextRef="#ctx0" brushRef="#br0" timeOffset="75600.6296">6363 8480 0,'27'-13'0,"92"13"31,13 0-31,-39 13 16,-40 27-16,-14-27 0,1 13 15,-14 14 1,-26 53 0,-39 26-1,-14-40-15,-159 53 16,106-79-16,27-26 16,39-1-16,27-13 15</inkml:trace>
  <inkml:trace contextRef="#ctx0" brushRef="#br0" timeOffset="76174.1703">7263 8797 0,'-27'80'16,"-12"-1"0,12 106-1,-12-13 1,25-119-1,14-13 1,-13-40 0,0-40 15,13 1-31,0-14 16,0-40-1,0-26-15,40 0 16,12 26-16,1 14 0,53 0 31,-53 39-15,-40 40-1,14 0 1,-1 53 0,-13 39-1,-13 27 1,-66-26-1,27-66-15,12-27 16,14 0-16,-14 0 16,1 0-16,0-14 15,26 1 1</inkml:trace>
  <inkml:trace contextRef="#ctx0" brushRef="#br0" timeOffset="76763.3995">7792 8824 0,'0'13'15,"0"27"1,-13 39-16,-14 67 16,14-67-1,0-26-15,0-27 16,13 1-16,-14 13 16,14-27-1,-13 0 16,13-26-15,0 0 0,0-54-16,27-12 15,-1-14-15,27-12 0,13 25 16,-26 27 0,-1 27-16,28-14 15,-28 27 1,1 0-16,-27 13 15,14 0-15,12 0 16,1 26 0,-27 14-1,-13 13 1,-13 13-16,-13 0 16,-14-39-16,-13-1 15,13-13-15,14-13 16,-27 0-1,40-13 1,-1-13-16,14-27 16,0 13-16</inkml:trace>
  <inkml:trace contextRef="#ctx0" brushRef="#br0" timeOffset="77745.7589">8943 8771 0,'0'0'0,"-40"0"16,1 0-16,12 0 15,1 0-15,-14 0 16,40 13-16,-13 0 15,-1 40 1,14-39-16,0 12 16,0 14-16,27-14 15,-1-13-15,14 1 16,13-1-16,132-26 31,-79-27-31,0 13 0,0-25 16,-27-15-16,27-65 31,-66 39-15,-27 41-1,-66-41 1,-66 40 0,39 27-1,41 26-15,26 39 16,-1 14-16,14-13 15,0 79-15,40 66 16,-14-13 0,-12-106-1,-14-26-15,0 0 16,0-27-16,0 27 16,-14-14-1,14-92 32,40 13-31,40-93-1,-14 80-15,-13 27 16,0 12-16,-14 14 0,-12 13 16,12 0-1,1 13-15,0 53 16,-27-13-1,0 0-15,-13-26 0,0 12 16,0 54 0,-26-53-1,12-14 1,-12-26 0,13 0-1,0 13 1</inkml:trace>
  <inkml:trace contextRef="#ctx0" brushRef="#br0" timeOffset="78384.7927">10292 9115 0,'0'-13'0,"0"-14"16,0 1-1,-13-27 1,-13 13 0,-1 14-1,-13 12 1,1 14 0,-14 0-1,0 0 1,13 40-1,1 13 1,25-26-16,14-1 16,0 27-1,14-13-15,38 12 16,-38-25 0,25-1-16,14-12 15,-13-14 1,26 0-1,-39-27-15,12 1 16,1-14 0,-40-13-1,0 40-15,0-27 16,0 14-16,0 13 0,0-14 16,0-13-1,-13 14 1</inkml:trace>
  <inkml:trace contextRef="#ctx0" brushRef="#br0" timeOffset="78805.1042">10319 8771 0,'0'0'16,"-13"-13"-16,-1-14 0,14 14 16,0-40-1,27 40 1,-14 0-1,0 13 1,14 0 0,-1 26-1,-13 14 1,-13 52 0,-13-52-1,0-13 1,-14-1-16,14-13 0,0-13 15,0 0 1,0 0 0,-1 0-16,-25-13 15,39 0-15,0-14 16,0-26 0</inkml:trace>
  <inkml:trace contextRef="#ctx0" brushRef="#br0" timeOffset="79435.874">9750 7832 0,'13'0'62,"40"13"-62,132 40 16,-92-40-1,26 0-15,-53-13 16,0 0-16,-13 0 16,-26 0-16,-14 0 15,13 0-15,-26 13 172,-26-13-156,13 0-1,-1 0-15,-25 0 16,12 0 0,1-13-1,-1-13 1,-12 13 0</inkml:trace>
  <inkml:trace contextRef="#ctx0" brushRef="#br0" timeOffset="83909.659">13811 8334 0,'0'0'0,"27"-26"0,-14-1 15,-13 14 1,13-26-16,-13 12 16,0-13-1,0 27-15,-13-13 16,-14 12-16,1 1 16,0 0-16,12 13 15,-25 0 1,25 0-16,-39 26 15,27 14 1,0-13-16,-1 39 16,27 0-1,0 13 1,27-26 0,-1-40-1,67-13 16,-27-26-31,40-40 16,13-27-16,0-26 16,119-159-1,-132 67 1,-80 92-16,-13 52 16,1 15-16,-14 38 0,0 1 15,-27 40 32,-39 92-31,0 26-1,26 40 1,14-92 0,-1 39-1,27-92 1,0-27-16,0 14 15,0-14 1,27 0-16,-14 0 16,40-13-1,53-66 1,39-66 0,-65 26-1,-54 40 1,-39 92 31,0 1-32,-1 12-15,14 1 16,0 26 0,0-13-16,0-13 15,14-27 1,-14 0-16,13-13 15,93 0 1,26-39 0,-53-14-1,-65 40 1,-41 39 15,-13-13-15,1 14-16,25-14 15,-12-13 1,13 0 0,39-66-1,54-40 1,-1 53 0,14 27-16,39-1 15,-106 14 1,-12 13-16,12 13 31,-26 40-15,-26 66-1,-14-13-15,-13-53 16,27 0-16,-14 0 16,13-14-16,14-12 15,13-1 1,13 1-1,1-27-15,91 0 16,-25-27 0,12-12-16,147-94 15,12-39 1,-66-39 0,-92 39-1,-67 92 1,-13 41-1,1-14-15,-14 13 0,-14 14 16,1 12 0,-40-12-1,27 26-15,-1 26 16,-12 1-16,-14 39 0,-13 27 16,-27 79-1,53-14 1,27-92-1,13-13 1,0-13 0,27-40-1,92-13 1,26-40 0,-92 40-1,-13-1-15,-27 14 16,13 14-1,-12 12 1,-14 14-16,0 26 16,0 0-16,-27 53 0,-13-26 15,-39 65 1,53-131 0,12-14-1,14-39 32,14-1-31,-14 14-1,0 0-15,0-40 16</inkml:trace>
  <inkml:trace contextRef="#ctx0" brushRef="#br0" timeOffset="84204.6307">14698 7805 0,'0'0'0,"0"-13"0,0 0 31,0 0-15</inkml:trace>
  <inkml:trace contextRef="#ctx0" brushRef="#br0" timeOffset="84469.4251">14327 8771 0,'0'0'0,"-13"13"94,0-13-79,-1-26-15,1-14 16</inkml:trace>
  <inkml:trace contextRef="#ctx0" brushRef="#br0" timeOffset="84689.1594">13811 7686 0,'27'0'0,"26"0"16,26 0-16,265 66 15,251 40 1,199 66 0</inkml:trace>
  <inkml:trace contextRef="#ctx0" brushRef="#br0" timeOffset="85910.4437">17304 7355 0,'-13'119'32,"-40"106"-17,39-92-15,1-1 16,-27-13-16,27 0 16,13-53-1,0 0-15,-13 14 16,0-27-16,0-53 15,-14 13 1,-66 0 0,-12-39-1,65-40 1,27-14-16,-1-12 16,-12-1-16,26 53 15,0-52-15,13 52 16,27 27-16,13-14 15,39 1-15,28 13 16,-15 13-16,186 39 16,-66-26-1,-13-13 1,-106-52 0,-53-15-1,-40-12 1,-26-66 15,-53 12-15,52 120-16,-12 0 15,13 13-15,-14 0 0,-12 26 16,12 40 0,14 27-16,-14 13 15,14 13-15,-13 0 0,12-26 16,-38 65-1,25-52 1,14-79 0,0-14-1,-1-13 1,14-66 0,40-93-1,26 93 1,27 0-1,13 39-15,-14 14 0,-26 0 16,-26 13 0,13 0-16,-40 26 15,0 14-15,1 13 16,-28 79 0,-65 0-1,26-65 1,13-15-1,1-25 1,78-40 31</inkml:trace>
  <inkml:trace contextRef="#ctx0" brushRef="#br0" timeOffset="86620.3695">18693 8149 0,'0'0'0,"0"-13"0,-27-14 16,-12-12-1,-14 26 1,13 13-16,-26 26 16,53 14-1,-1 13-15,1-14 16,13-12-16,0 92 16,66-40-1,1-66 16,-1-52-31,-66-27 32,0-67-17,-14 41 1,14 78 0,0 1-1,0 0-15,93 13 16,-40 13-1,-27-13-15,41 13 16,-41-13-16,14 0 16,-27 0-1,0 14 1,-13-1 0,-53 66-1,-13 1 1,13-1 15,27-13-15,26-53-16,0 14 15,0-1-15,0-12 0,0 12 16,0 0 0,26-12-16,80-14 15,-53-40-15,0 14 16,39-67-1,-78 53-15</inkml:trace>
  <inkml:trace contextRef="#ctx0" brushRef="#br0" timeOffset="86988.0045">18785 7766 0,'0'0'16,"27"0"-16,-14 0 15,27 13 1,-27 0 0,-13 53-1,0 27 1,-26-14 0,12-52-1,1-14 1,0-26-16,-14-27 31,14-26-31</inkml:trace>
  <inkml:trace contextRef="#ctx0" brushRef="#br0" timeOffset="87168.9739">18732 7157 0,'0'-13'0,"14"13"15,39 13-15,105 66 16,-39-26 0,-26 13-16,26-13 15,0 13-15,27 1 16</inkml:trace>
  <inkml:trace contextRef="#ctx0" brushRef="#br0" timeOffset="87668.425">19963 8361 0,'0'26'0,"0"1"16,0-80-16,26 119 16,-13-66-16,14 0 15,39-13-15,80-93 16,-41-53 0,-25-13-1,-54 119 1,-12 27-16,-1-1 15,-13 14 1,0 79 15,-66 80-15,39-54 0,1 1-16,-1-40 15,14 0-15,-27 0 0,40-14 16,-26 28-1,-1-54 1</inkml:trace>
  <inkml:trace contextRef="#ctx0" brushRef="#br0" timeOffset="87969.1215">20611 8361 0,'0'0'0,"13"13"0,-13 0 16,0 27-16,0-14 15,0 80 1,-26-53-16,-1-13 16,-12 0-1,12-14-15,-12-13 16,25-13 0,1 0 15,13-53-31</inkml:trace>
  <inkml:trace contextRef="#ctx0" brushRef="#br0" timeOffset="88563.4458">21550 7805 0,'0'0'16,"-66"-13"-16,13 13 0,14 0 16,-1 0-16,0 0 15,40 40 1,13 92 15,40 119-15,27-39-1,-41-67 1,-39-118-16,0-1 16,0 14-1,-13-27-15,-13-13 16,-14 0-16,-39 0 15,52-26 1,1-1-16,-14-65 16,0-1-1,40 1 1,27 12 0,12 41-1,-12-1-15,-1 13 16,1 1-16,13-14 15,-14 14 1,120-14 0,-14-26-1,-106 66 1,1-13-16</inkml:trace>
  <inkml:trace contextRef="#ctx0" brushRef="#br0" timeOffset="89780.1652">22027 8004 0,'0'39'0,"0"14"16,-27 53-1,1 0 1,-14-13 0,40-80-1,0-40 16,13-26-15,80-105 0,39 52-1,14 26 1,-67 67-16,-53 13 16,14 0-16,0 13 15,-14 1 1,14 39-1,-27-14-15,-13 1 16,0 53 0,-13 39-1,0-92 1,-1-27 0,1-13-1,0-53 1,92-53-1,-26 53-15,27 0 16,-1 13-16,14 14 16,-27 13-16,-13 13 15,0 0-15,13 53 16,-40-27 0,-13 14-16,1 13 15,-14 66 1,-53-27 15,26-39-15,14-13-1,40-40 17,25 0-17,107-53 1,-53 27-16,106-80 15,-120 53 1,-12 13-16,-1-26 16,-52 40-1,-41 12 1,-78-12 0,26 26-1,-1 0 1,41 40 15,26 26-15,13 26-1,14-39-15,-1 13 16,14-39-16,-14 13 0,1-1 16,12 27-1,1 1 1,-40-1-1,-40 40 1,-92-40 0,-53-40-1,119-26 1,-40 0-16,27 0 16,12 0-16,41 0 15,13 0-15,-14 0 16,40-13 46,40-14-62</inkml:trace>
  <inkml:trace contextRef="#ctx0" brushRef="#br0" timeOffset="90085.4614">24646 8096 0,'0'13'63,"-13"14"-48,-14 26-15</inkml:trace>
  <inkml:trace contextRef="#ctx0" brushRef="#br0" timeOffset="90301.8632">24209 8850 0,'-13'0'63,"0"0"-32,0 0-15,-1-26-1,-12-1 1,0-12-16</inkml:trace>
  <inkml:trace contextRef="#ctx0" brushRef="#br0" timeOffset="92423.7601">15610 9207 0,'0'0'0,"-39"-26"0,-1 0 16,-66-1-1,93 27-15,-27 0 16,1 0 0,12 40-16,-39 52 15,26 14 16,40-66-31,0 0 16,0 26-16,0-13 16,66 13-1,54-40 1,65-39 0,-53-93-1,-79 27-15,-40-1 16,0 14-16,-13 13 15,0 0-15,-39 1 16,-27 25 0,-27 27-1,40 40 1</inkml:trace>
  <inkml:trace contextRef="#ctx0" brushRef="#br0" timeOffset="93403.8458">15690 9551 0,'0'14'0,"0"-1"16,13 0 0,0-13-16,80-13 15,-40-14 1,-14 14-16,1-26 15,-13 12 1,12-13-16,-12-13 16,-14 27-16,13 13 0,-12 0 15,-41 13 17,14 26-17,-40 40 1,27 14-1,12-28 1,14-12 0,14-27-1,65-13 1,66-79 0,-92 26-1,-13 13-15,-13 27 16,-27 0-16,13 13 31,-26 40-15,-27 13-1,-13-1-15,26 1 16,1 14-16,0-41 16,26-13-16,0 0 15,13 27 1,53-27-1,0-13-15,0-53 16,40-13-16,0-13 16,39-27-16,-52 0 15,0 0-15,-27-13 16,-13 27-16,-27 39 16,-13 0-1,-13 26-15,0 14 31,0 0-31,-26 26 16,-1 40 0,-39 132-1,40 40 1,13-40 0,13-92-16,-14 0 15,1-40-15,13-40 16,0 13-16,0 1 15,-26-27 17,-1-27-17,1-26-15</inkml:trace>
  <inkml:trace contextRef="#ctx0" brushRef="#br0" timeOffset="93553.6323">16576 9194 0,'0'0'0,"13"0"16,54 0-1,-1 27-15,39 52 16,-65-39-16,0 26 16</inkml:trace>
  <inkml:trace contextRef="#ctx0" brushRef="#br0" timeOffset="94055.3254">17251 9538 0,'-13'0'16,"-1"0"-1,1 40-15,0 26 16,-27 53-1,14 0-15,-14 0 0,27-26 16,0-53 0,-1 52-1,14-105 32,0-40-47,0-53 16,14 0-16,25-39 15,-12 39-15,26-13 16,66-13 0,-27 92-1,-39 40 1,13 0 0,-52 26-16,-1 14 15,0-13 1,-13-14-16,0 13 15,-26 40 1,-67-13 0,-13-39-1,0-41 1,67 14-16,25 0 16</inkml:trace>
  <inkml:trace contextRef="#ctx0" brushRef="#br0" timeOffset="95057.6158">17542 9803 0,'0'0'0,"0"13"16,13 0 0,53 0-1,-26-13-15,26-26 16,0-27-16,0 13 15,-13-26-15,-26 13 16,-1 14-16,-13-1 16,-13 27-1,-26 13 17,0 26-32,-27 80 31,39-27-31,14-52 15,0 13-15,0-14 0,0 0 16,14-12 0,39-14-1,-1-27-15,81-92 16,-67 40-16,0 13 16,-40 39-1,-26 1-15,14 13 16,-28 26-1,-25 26 1,-41 107 0,41-14-1,25-105 1,14-14-16,0 13 16,0-12-16,0-1 15,0 13-15,53-26 16,0-26-1,0-27 1,27 0-16,25-40 16,1-12-16,0-14 0,0-1 15,39-104 1,-78 105 0,-41 79-1,-26 27 1,-53 39-1,27 27-15,-1 0 16,1 26-16,-27 40 16,0 0-16,0-26 15,27 66 1,12-80 0,14-66-1,0 14-15,0-14 16,0 0-16,0 0 31,0 1-15,14-14-1,-1 0 1,0 0-16,-13-14 16</inkml:trace>
  <inkml:trace contextRef="#ctx0" brushRef="#br0" timeOffset="95346.4945">18243 9446 0,'0'0'0,"40"0"32,66 0-32,118 26 15,-12 14 1,-146-40 15,-13 0-15,-40 0-16,1 0 78</inkml:trace>
  <inkml:trace contextRef="#ctx0" brushRef="#br0" timeOffset="99484.9969">20598 6562 0,'-27'39'31,"14"1"-16,-13 53 1,-14-14 0,27-39-1,13-14 1,0-39 62,0-27-62,26-13-16,27-13 15,40-93 1,-54 107-16,1-15 16,26 14-16,-26 14 15,0-1-15,-1 14 31,-25 26-15,25 0 0,1 13-1,13 27 1,-53 12 0,0 28-16,-13-54 15,-1 14-15,-12 13 16,-1-13-16,1-1 15,-14 14-15,14-13 16,-1-14-16,1 14 16,26-14-1,26 1 1,14-14 0,92-13-1,40-40 1,-13 1-1</inkml:trace>
  <inkml:trace contextRef="#ctx0" brushRef="#br0" timeOffset="99851.3609">21325 6601 0,'40'0'15,"13"0"1,40 0 0,-1 0-16,67 0 15,-93 0-15,-13 0 16,0 0 0,-13 0-16,-27 0 15,0-13-15</inkml:trace>
  <inkml:trace contextRef="#ctx0" brushRef="#br0" timeOffset="100186.9517">21325 6787 0,'0'26'32,"40"-13"-32,-13 0 15,52 14 1,0-1-1,-13-12 1,-52-14-16,-1 0 16,13 13-16,-12-13 15,12 0-15,1 0 16,25 0-16,54-53 16</inkml:trace>
  <inkml:trace contextRef="#ctx0" brushRef="#br0" timeOffset="100811.1484">22767 6350 0,'0'0'0,"-13"13"0,13 27 16,0-27 0,0 14-1,13-27 1,80 0 15,-27-53-15,40-53-1,-80 66-15,41-52 16,-67 78-16,13-12 16,0 13-1,-13 26 32,-26 27-31,-1 12-16,-65 94 15,-14 13 1,13-1 0,27-25-1,26-80 1</inkml:trace>
  <inkml:trace contextRef="#ctx0" brushRef="#br0" timeOffset="101301.4673">22185 6866 0,'0'0'0,"-13"13"31,106 0-15,-1 1-1,107-1 1,52-13-1,-79 0 1,-106 0-16,53 0 16,-79 0-1,-14 0-15,-12 0 16,-1 0-16,-26 0 94,-14 0-79,1 0 1,-14 13-16</inkml:trace>
  <inkml:trace contextRef="#ctx0" brushRef="#br0" timeOffset="104610.3583">24011 6032 0,'0'0'0,"0"-39"0,0 12 15,-13-26 1,13 40-16,-27-13 16,14-1-1,13 14-15,-79-27 16,26 27 0,-13-13-1,-14-14-15,-12 0 16,12 27-16,14-13 15,-13 12-15,13-12 0,-106-40 32,-14 13-17,-25 13 1,-1 0 0,0-12-1,-13 25 1,133 1-16,-93-14 15,66 27 1,26 13-16,-185 0 16,-13 0-1,132 0 1,14 0-16,-40 0 16,52 13-16,-118 53 15,66-13 16,105-27-31,28-12 16,12 12-16,13 1 0,-12 12 16,-27 1-1,39 0-15,-13-1 16,14 14-16,-1-13 16,1 13-16,-14 53 15,14-53 1,13 13-16,-27 66 15,40 0 1,0 27 0,53-40-1,0 0 1,26-53 0,14 40-1,105 13 1,54-13 15,-107-66-31,-13 13 16,14 0-16,-27-14 0,0 14 15,93 27 1,-67-41 0,14-12-1,13 12 1,-13-39-1,13 0 1,-80 0 0,-26 0-16,27 14 15,-27-14-15,27 0 0,-1 0 16,133 0 0,-132 0-16,-14 0 15,67 0 1,-40-27-16,-14 14 15,1 0-15,-14 0 16,53-1 0,-65 1-16,-14 13 15,105-26 1,-25-41 0,-1 1-1,-40-13 1,-12 13-1,-54 26-15,1 0 16,-1-12-16,-13-1 16,14-27-1,-14 41-15,0-14 16,1 13-16,-14 27 16,13-40-16,-13 13 15,13-52 1,0 39-1,-13-27 17,0 14-17,0 26-15,0 27 16,0-13-16,0 12 16,0-12-16,0-14 15,-26 1 1,-27-14-1,26 26-15,-12 14 16,12 0-16,14 0 16,-13-14-16,-54 1 15,14-1 1,-27 14 0,14-13-1,39 26 1,1-14 15,12 14-15,14 0-1,0 0-15</inkml:trace>
  <inkml:trace contextRef="#ctx0" brushRef="#br0" timeOffset="106084.5018">18865 9975 0,'39'0'78,"14"0"-63,-13 0-15,66-13 16,66-27 0,-53 13-1,-79 14 1,-27 13 0,0 0-1,0 0 1</inkml:trace>
  <inkml:trace contextRef="#ctx0" brushRef="#br0" timeOffset="107735.2622">20042 9128 0,'13'0'31,"-13"40"-15,0 13 0,0 13-1,0 26-15,-13-25 16,-13-1-16,12 13 0,1 14 16,0-1-1,0 1-15,-14 52 16,14-118-16,13-14 15,0 14 1,-13-1 0,13-39 31,13-14-47,40-39 15,0-40 1,-13 53-1</inkml:trace>
  <inkml:trace contextRef="#ctx0" brushRef="#br0" timeOffset="108270.3232">20280 9247 0,'14'-26'62,"-14"12"-46,13-12-1,0 13 17,0 13-1,-13 13-15,0 27-1,0 26-15,0 0 16,-13 146-1,0-80 1,-14 13 0,14-78-1,0-14-15,13-27 16,0 0-16,0 1 16,0-14-16,-13 0 15,-1-13 16,1-13-15,-27-27 0,27 1-16,0-1 15</inkml:trace>
  <inkml:trace contextRef="#ctx0" brushRef="#br0" timeOffset="108579.1275">19632 9737 0,'-13'0'47,"66"-14"-32,39 14-15,41 0 16,39 0 0,211-39-1,-52-1 1,-133 27 0,-145 13-16,0 0 15,0-13-15,-53-1 16</inkml:trace>
  <inkml:trace contextRef="#ctx0" brushRef="#br0" timeOffset="110789.096">14340 10504 0,'-39'0'0,"-1"0"16,-39 0-16,52 13 16,-39 27-1,40-27-15,12 40 16,14-27 0,0 27-16,53 27 15,80-27 16,91-40-31,173-66 32,-66-93-17,-238 80-15,-27 0 16,-13-13-16,-14 13 16,-25-14-16,-1 14 15,-13 13-15,0-13 16,-53-27-1,27 67-15,-27 13 16,39 13 0,-12 0-16,13 79 15,-14 120 1,1 25 0,-1-78-1,14-93 1,-13 13 15,12-39-15,14-14-16,0-53 47,14 0-32,118-52 1,40 26-1,-27 39 1,-92 27 0,0 40-1,-53 26 1,0 27 0,-13 26-1,0-80 1,-14 1-1,14 0-15,-13-27 0,-1 40 32,14-53-32,53 0 31</inkml:trace>
  <inkml:trace contextRef="#ctx0" brushRef="#br0" timeOffset="111403.466">16153 10821 0,'0'0'0,"13"-26"0,-13 13 31,0 0-15,-13-14-1,-14-13 1,-52 1 0,-14 25-1,14 1 1,0 40-1,52-14 1,1 27-16,12-14 0,1 1 16,0 12-16,13-12 15,0 39 1,0-13-16,53 26 31,-27-66-31,1 1 0,26 12 16,0-13-16,53-13 15,13-66 17,-67-13-17,-12-14 1,-27 40 0,-13 14-16,0 12 15,-26-13-15,13 14 16,-27-1-16,14 1 15,-1 26-15,14-13 16,0 13 0,-1 0-1</inkml:trace>
  <inkml:trace contextRef="#ctx0" brushRef="#br0" timeOffset="111834.4319">16166 10504 0,'0'0'0,"-13"-13"0,-14-14 16,14 1-1,13-27 1,0 0 0,27 13-1,-14 27 1,40 13 0,0 40-1,-40-14 1,0 1-1,-13-1-15,0 1 0,0-1 16,0 14 0,-66 26-1,39-40 1,14-26 0,0 0-1,-13 0 1</inkml:trace>
  <inkml:trace contextRef="#ctx0" brushRef="#br0" timeOffset="112102.2809">15875 9829 0,'13'0'15,"40"0"-15,40 0 16,92 53 0,-13 27-1,0 39 1,-66-93-16</inkml:trace>
  <inkml:trace contextRef="#ctx0" brushRef="#br0" timeOffset="113157.9829">16973 10544 0,'0'0'0,"-53"0"15,0 0 1,-53 26 0,53 53-1,14 1 1,39 12 0,0-12-1,39-14 1,41-26-1,-27-40-15,13 26 16,13-26-16,1 0 16,12 0-1,1 0-15,-27 0 0</inkml:trace>
  <inkml:trace contextRef="#ctx0" brushRef="#br0" timeOffset="113674.4526">17582 10755 0,'0'0'16,"-27"-13"-16,-13 0 0,-39-27 15,0 27 1,-1 13 0,27 53-1,27 39 1,26-25 15,0-14-31,40-27 16,13-13-16,13 0 0,13 1 15,40-41 1,-53-39 0,-39 26-16,-14 14 15,0-14 1,-13 14-16,0-1 0,-13 1 15,-27-14 1,14 40 0,-1-13-16,14 13 15</inkml:trace>
  <inkml:trace contextRef="#ctx0" brushRef="#br0" timeOffset="114043.9967">17502 10504 0,'0'0'0,"-13"-40"15,13 14 1,0 13 0,0-14-1,13 27-15,0 0 16,1 0 0,-1 0-1,-13 13 1,0 1-1,0 12-15,0 27 16,-13-13-16,-1-14 16,-12 1-1,-1-27 1</inkml:trace>
  <inkml:trace contextRef="#ctx0" brushRef="#br0" timeOffset="114234.8241">17224 9895 0,'0'0'0,"14"0"16,25 0-16,27 14 16,14 39-16,145 79 15,53 40 16,-133-93-31</inkml:trace>
  <inkml:trace contextRef="#ctx0" brushRef="#br0" timeOffset="114935.5504">18785 10372 0,'0'0'16,"-13"185"0,-13-53-16,12-13 0,1-13 15,0-13 1,13-14-16,0 14 16,-13-40-1,13-40-15,-13 0 16,-27-13-1,-13-119 1,27-66 0,26 26-1,26 13 1,27 107 0,26 39-1,-26 0 1,27 53-1,-14 26-15,-27 14 16,1 13-16,-27 26 16,-13-79-16,-13 13 15,0-26 1,0-14-16,-1-26 16,14 13-1,-13-39 1,13-54-16,40 1 15,13 13 1,-14 13-16,1 13 0,13 14 16,13 13-1,27 13 1,-1 53 0</inkml:trace>
  <inkml:trace contextRef="#ctx0" brushRef="#br0" timeOffset="115735.481">19487 10835 0,'0'0'0,"-40"-14"0,0 1 16,27 13-16,-40 0 15,0 0-15,27 40 16,-1 0-16,14 13 16,0-1-16,13-38 15,0 39-15,39-1 32,-12-52-32,26 0 15,0-39-15,26-67 16,0 0-1,-65 80 17,-14 39-1,-14 13-15,14 41-1,0-15 1,0-25-1,14-14-15,39-13 16,0 0 0,13-13-16,13 0 15,-52-1-15,39-25 16,-53 39 15,-13 13-15,-27 13-16,-39 41 31,40-54-15,13-13-1,26-53 1,13 40 0,40-27-1,1 27 1,12 39-1,-26 27 1,-13 40 0,-1-14-1,-39-39 1,0-14 0,0 1-1,-26-27 1,-14-27-1,0-12-15</inkml:trace>
  <inkml:trace contextRef="#ctx0" brushRef="#br0" timeOffset="115952.1236">19447 10253 0,'26'0'31,"27"26"-31,53 27 16,93 79-1,12-13 1,-12 0 0,-54-66-1,-13-26-15</inkml:trace>
  <inkml:trace contextRef="#ctx0" brushRef="#br0" timeOffset="117037.8332">21180 10120 0,'0'53'31,"-53"93"-15,27-54-16,-27 27 15,26-26-15,1 0 16,-1 92 0,27-13-1,53-27 1,-26-92-1,12-26-15,54-1 16,-67-26 0,14 0-16,79-40 15,0-52 1,-53 12 0,-26 41-1,-40-14 1,0 0-1,-26 40 17,-1 0-17,-13 13-15,1 0 16,12 26-16,1 0 0,13 27 16,-1 0-1,1-13-15,13 0 16,0-1-1,13-25-15,14-1 0,-14-13 16,80 0 0,39-27-1,0-52 1,0 39 0,-92 14-1,-13 26 1,-1 0-16,-13 13 15,-13 0 1,0 27 0,-26-14-16,13 14 15,-14-27-15,1 1 0,12-1 16,14-53 31,40 0-32,26 1-15,-13 12 16,-26 14 0,26 0-16,-27 13 15,14 0-15,-1 0 0,-12 13 16,39 40 0,-66-40-1,13 0-15,1 14 16,-14-14-16,0 27 31,0-14-15,-40-26-1,-13-13 1</inkml:trace>
  <inkml:trace contextRef="#ctx0" brushRef="#br0" timeOffset="117419.0733">21537 10451 0,'66'-13'15,"0"13"-15,40-13 16,-26-14-1,39 14-15,-40 0 32,0-14-17,-52 27 1,26 13 0,-27 14-1,-26 26 1,0 0-1,0 0-15,0-14 16,0-12-16,0 26 16,0 0-16,27 39 15,12-79 1</inkml:trace>
  <inkml:trace contextRef="#ctx0" brushRef="#br0" timeOffset="117865.5946">23191 10888 0,'0'0'0,"0"13"15,0 13 1,0-12-1,39-14 1,1-14-16,13-25 16,0-1-16,0-26 15,0 13-15,26-53 16,-52 66 0,-27 27-1,0 79 16,-14 0-15,-12 27 0,-67 172-1,54-160 1,12-38 0,27-54-1,0 0 1,-13 0 15</inkml:trace>
  <inkml:trace contextRef="#ctx0" brushRef="#br0" timeOffset="118386.7756">22648 11417 0,'0'0'0,"-26"13"0,13-13 16,-1 0 0,41 0 15,185 13-15,158-13-1,53-13 1,-264-27-16,-27 1 15,-13 25-15,-66 1 16,-39 13-16,12 0 16,-13 0-16,0 0 15,-13-13 95,-26 0-79,13-1-15,0 14-16,-1 0 15,-52-26 1,40 13-16,-14 0 15,14-1-15,-14 1 16,0 13-16,-119-26 16</inkml:trace>
  <inkml:trace contextRef="#ctx0" brushRef="#br0" timeOffset="119535.4381">14949 5715 0,'0'13'0,"-27"53"16,-12 14-16,-41 131 16,28-92-1,25 1-15,-52 65 16,65-106 0,14-13-1,0-39-15,14-1 16,25-13-16,67 14 31,-66-27-31,66 0 16,13 0-16,-27-13 15,-25-14-15,-28 1 0</inkml:trace>
  <inkml:trace contextRef="#ctx0" brushRef="#br0" timeOffset="119785.3708">14195 6125 0,'13'0'15,"27"13"1,39 1-16,27 25 15,225-26 1,-173-13-16,-25 0 16,65 0-1,-132 0-15</inkml:trace>
  <inkml:trace contextRef="#ctx0" brushRef="#br0" timeOffset="121346.9628">15372 6059 0,'0'13'94,"0"0"-79,0 27 1,0 39 0,-26-26-1,13 27 1,-1 12 0,14-52-1,-13-13 1,0-14-1,13-26 407,0-27-406,0 0-16,0-13 16,0-39-1,40-14 1,13 13-1,13 40-15,-13 0 16,-14 27 0,1-1-16,-14 14 0,-26 0 15,27 13 1,-1 26 0,-12 1-1,-14 13-15,0-1 16,0 1-16,0-14 0,0 14 15,0-13 1,-27 25 0,27-38-1,0-28 32,0-25-31,40-107-1,39 80 1,14 13 0,-40 40-1,13 13 1,-53 0-16,27 13 16,-27 0-16,0 27 15,0 0-15,-13 39 16,0 14-1,0-27 17,0-26-32,-13-40 15,0 26-15,-13-13 16,12 1-16,1-14 62</inkml:trace>
  <inkml:trace contextRef="#ctx0" brushRef="#br0" timeOffset="122687.0923">16417 5861 0,'0'13'265,"0"0"-171,0 13-78,0-12-16,0 65 15,-13-39 1,0 13-16,0 26 16,-1-26-1,1-27-15,13 1 16,0-14 0,-13-13 15,0-13 0,13-40-15,0-53-1,13 13 1,27 54 0,-14 26-16,27 13 15,-26 0 1,12 0-16,-12 26 15,-14-13 1,13 0 0,-12 27-1,-14 13 1,13-26 0</inkml:trace>
  <inkml:trace contextRef="#ctx0" brushRef="#br0" timeOffset="123184.9977">17105 5953 0,'0'-13'15,"0"26"-15,-39-26 0,-1 0 16,27 13 0,-40 0-16,-66 13 15,66 27 1,-27 26-1,54-40-15,13 54 16,13 25 0,13 1-1,66-40 1,1-52 0,92-41-1,-106-26-15,-26 14 16,-14 12-16,-13 1 15,0-14-15,-13 27 16,0-14-16,0 1 16,0-1-1,-13 27-15,13-13 16</inkml:trace>
  <inkml:trace contextRef="#ctx0" brushRef="#br0" timeOffset="124252.1026">17119 6204 0,'0'14'62,"13"-1"-46,0-13 15,0 0-15,0 0-16,1 0 15,12 0 1,-13 0-16,27 0 16,-13-13-16,-1-1 0,-13 1 15,14 0 1,-1 0-16,14-27 15,-14 14-15,1-1 16,12-39 0,-25 40-1,-14-14 1,0 27 15,0-1-31,-14 14 16,1 0-1,0 0 1,-14 0 0,27 14 46,0-1-31,0 0-31,0 0 16,0 14 125,0-14-126,0 27-15,14-14 16,-14 1 0,0 12-1,0 27 1,0 1-1,0-54-15,0 27 16,0-27-16,0 0 16,0 0 46,13-13-46,27 0-16,52-66 31,-26 26-31</inkml:trace>
  <inkml:trace contextRef="#ctx0" brushRef="#br0" timeOffset="124793.8946">17926 6112 0,'13'-13'47,"13"-14"-32,14-13-15,13-65 16,-40 52-1,-39-27 17,-14 67-32,27 13 15,-27 0-15,0 27 0,1 26 16,25 13 0,1 119-1,40-93-15,39 107 16,-40-146-1,1-13-15,-1-14 16,-26-13 0,0 14-1,-92 12 1,25-25 0,1-14-1,13-27-15,14 14 16,12-14-16,1-12 15,12 12 1,14 1-16,0-27 16,27 26-16,26 27 15,53-26-15,13 26 16,-13 0-16,13 0 0</inkml:trace>
  <inkml:trace contextRef="#ctx0" brushRef="#br0" timeOffset="125067.8919">18230 6218 0,'13'0'15,"0"0"1,40 0-16,13 0 31,0 0-31,54 0 16,-81 0-16,-12 0 15,12 0 1,-25 0 0</inkml:trace>
  <inkml:trace contextRef="#ctx0" brushRef="#br0" timeOffset="125301.8587">18111 6509 0,'0'0'15,"13"0"17,0 0-32,53 0 15,27 0 1,0 0 15,26 0-15,-27-40-1,1 14 1,-67 12-16</inkml:trace>
  <inkml:trace contextRef="#ctx0" brushRef="#br0" timeOffset="125702.2181">18918 6324 0,'0'-14'16,"-14"-25"-1,1 25 1,-26 1-16,-1 13 16,0 0-16,-79 0 15,40 66 16,39 27-15,40-67-16,0 41 16,13 12-16,14-39 0,12-14 15,1-26 1,13 13-16,13-13 16,14-13-16,-28-13 0,1-14 15,-13 0 1,-13 14-16,-14-27 15,-13 40-15,0-1 16,0-12 0,-27-1-1,-39 1 1,26 13 0,1 13-1</inkml:trace>
  <inkml:trace contextRef="#ctx0" brushRef="#br0" timeOffset="139132.5549">13137 11126 0,'0'13'47,"13"0"-32,26 0-15,14 1 16,93-1 0,132-13-1,145 0 1,80 0-1,92 0 1,-330 0-16,12 0 16,-38 0-16,-1 0 15,-13 0-15,-14 0 16,14 0-16,172 0 16,-225 0-1,0 0-15,198 0 16,54 13 15,-67-13-15,13 0-1,1 0 1,-40 0 0,-173 0-16,-12 0 15,13 0-15,-14 0 16,14 0-16,-27 0 15,0 0-15,1 0 16,-1 0-16,66 0 16,-52 27-1,-53-14-15,92 13 16,-53-26 0,53 0-1,-26 0 1,-13 0 15,-1 0-15,53 0-1,-105 0-15,13 0 16,13 0-16,-40 0 0,14 0 16,0 0-1,198 0 1,-67 0-1,15 0 1,-54 0 0,-53 0-1,0 0 1,14 0 0,-67 0-1,-52 0 1,-14 0-16,0 0 15,0 0 1,1 0 0,-1 0-1,0 0 1,0 0-16</inkml:trace>
  <inkml:trace contextRef="#ctx0" brushRef="#br0" timeOffset="140722.9556">13719 6839 0,'13'0'63,"53"0"-48,40 0-15,79 0 16,53 0-16,53 0 0,119 0 16,0 0-16,397 0 15,-39 0 1,-173 0 15,-158 0-15,-133 0-1,-53-26 1,-132 0 0,-39 26-1,-41-14 1,-12 14-1</inkml:trace>
  <inkml:trace contextRef="#ctx0" brushRef="#br0" timeOffset="148269.9924">14314 11033 0,'0'13'46,"0"40"-46,-13-13 16,-27 79 0,0 119-1,1-132 1,25 13-16,1 0 0,13-92 16,0 25-16,0-25 15,0-40 32,13-14-31,14-26-16</inkml:trace>
  <inkml:trace contextRef="#ctx0" brushRef="#br0" timeOffset="148563.858">13467 11390 0,'40'14'32,"79"12"-17,53 14-15,185 39 16,-79-26 15,-212-40-31,-13 0 16,-13-13-16,-27 0 15,13 0 1,-12 0-16</inkml:trace>
  <inkml:trace contextRef="#ctx0" brushRef="#br0" timeOffset="149884.7851">14605 11443 0,'13'0'484,"-13"27"-468,0-14-1,0 13 1,0 54 0,0 39-1,0-80-15,-13 14 16,13-39-16,0 25 16,0-25-16,0-1 15,-13-13 16,13-27-15,0-39 0,13 0-16,27-13 15,-14-1-15,54-26 16,-41 80 0,-12 0-16,-1-1 15,1 27 1,25 0-1,-38 13 1,12 14 0,-13 12-16,1-12 0,-14-1 15,0 14 1,-14 39 0,1-26-1,-13-39 1,26-67 31,26 0-32,1 13-15,65-13 16,-39 40 0,-26 13-1,12 0 1,-12 53-1,-27 39 1,0-25 15,0-15-31,0-25 16,-13-14-16,-1 14 0,28-41 47,25 1-32,-12-27-15,-1-12 16,27-15-16</inkml:trace>
  <inkml:trace contextRef="#ctx0" brushRef="#br0" timeOffset="150302.1613">15505 11377 0,'0'13'31,"0"40"-31,0 13 16,0 67 0,0-54-16,0-13 15,-14 0 1,1-26 0,0-27 15,0-13-31,-1-26 15,1-1-15,13 1 16,0-40-16,40 26 16,0 0-16,12 14 15,41-1 1,-53 14-16,-1 13 16,-12 0-1,-14 0-15,0 0 16,1 0-1,-1 0 17,13 13-17,-12 14 1,12-27-16</inkml:trace>
  <inkml:trace contextRef="#ctx0" brushRef="#br0" timeOffset="150691.2441">16338 11483 0,'0'0'0,"-26"-13"0,-1-1 16,14 14-16,-80-13 15,-52 40 1,65 52-1,41 53 17,39 1-17,26-80-15,1-14 16,12-26-16,1-13 16,66-66-1,-53-13-15,0-93 16,-40 79-1,-13 40-15,0 1 16,0 25 0,26 27 31,-12 13-32</inkml:trace>
  <inkml:trace contextRef="#ctx0" brushRef="#br0" timeOffset="151536.4148">16470 11536 0,'0'0'0,"-13"13"0,13 0 16,0 27 0,13-14-1,40 1 1,-40-27 0,40 0-16,0-40 15,13 1-15,-26-1 16,0-26-16,13-14 31,-67 94 16,-12 12-47,13 14 16,0 26-1,13 13 1,0-26-1,13-40 1,13 1-16,14-14 0,13-27 16,0 1-16,26-27 15,-26 13-15,0-13 16,-27 0 0,-12 53-16,-28 40 46,1 26-46,0 106 32,13 53-17,0-27 1,0-79 0,0-39-1,0-54-15,-26 14 16,12-27-16,1-13 15,-13 0-15,12 0 16,-12-26-16,-1-14 16,14-26-16,13 0 15,0-27-15,66-66 16,67 54 0,12 52-1,-39 13 1,-13 27-1,39 13 17,106-14-17,-119-12-15</inkml:trace>
  <inkml:trace contextRef="#ctx0" brushRef="#br0" timeOffset="151784.3529">17952 11602 0,'0'0'0,"40"0"47,13 0-47,13 0 15,0 0-15,53 0 16,-66 0-1,13-13 1,-26 13-16,-1 0 0,1 0 16,0 0-1</inkml:trace>
  <inkml:trace contextRef="#ctx0" brushRef="#br0" timeOffset="152002.0143">18150 11827 0,'0'0'16,"40"0"31,-13 0-47,12 0 16,1 0-1,-14 0-15,27 0 0,-13-13 16,66-27 15,-53 27-31,13-1 0</inkml:trace>
  <inkml:trace contextRef="#ctx0" brushRef="#br0" timeOffset="152586.1695">19222 11695 0,'0'0'0,"26"-14"0,-26-12 16,14 13-16,-14-1 15,0-12-15,0 13 16,0 0 0,0-1-16,0 1 15,-27 13-15,-26 0 16,14 0-16,-67 0 31,53 0-15,26 13-1,-12 14 1,25-1 0,1 14-1,13-27-15,0 80 16,13-67-1,14 14-15,-14 0 16,14-1-16,12-12 16,14-1-16,0-13 15,0-13-15,106-39 16,-53-14 0,-14-13-1,-26 26 1,-52-13 15,-14 0-15,-14-106-1,-12 106 1,-27 1-16,13-1 16,1-27-16,-14 1 0,-13-14 15,-1-39-15,1-27 16</inkml:trace>
  <inkml:trace contextRef="#ctx0" brushRef="#br0" timeOffset="153968.4618">13216 3929 0,'0'0'0,"-27"0"16,54 0 15,-1 0-16,14 0 1,278 0-16,-54 0 16,107 0-16,78 0 15,41 0-15,13 0 16,-14 0-16,411 0 16,-451 0-1,1 0-15,53 0 16,0 66-16,409-53 15,-12-13 17,-212 0-17,-199 0 1,-290 0-16,-27 0 16,-13 0-16,-27 0 0,-26 0 15,13 0 1,-13 0-16,13 0 15,-66 0-15,-27 0 16,40 0 0,-26 0-1,-27 0 1,0 0 0,-26 27 187,-13-14-188,-14 0-15,0 1 16,-13 12 0,40-26-1,0 0 1</inkml:trace>
  <inkml:trace contextRef="#ctx0" brushRef="#br0" timeOffset="156563.4019">14539 12740 0,'0'0'0,"0"-14"0,0-12 16,0-14 0,0 14-1,0 13-15,-13 13 16,-27-27-16,13 14 15,-25 13 1,38 0-16,-12 0 16,13 0-16,-1 0 15,-12 0 1,26 13 0,0 14-1,0-14 1,0 27-1,13-27 1,14 13 0,-1-13-1,1-13-15,-1 0 16,14 0-16,13 0 16,-14-13-16,14-26 15,0-14 1,-13-40 15,13-53-15,13-12-1,-40 92-15,-12-14 16,-1 27-16,-13 27 16,13-27-16,-13 40 15,0-14 1,-13 67 46,13 13-62,-40 26 16,14-13-16,-14 80 16,14-14-1,12-66 1,14-13-1,0-13 17</inkml:trace>
  <inkml:trace contextRef="#ctx0" brushRef="#br0" timeOffset="157222.5522">14499 12330 0,'27'0'47,"-1"0"-47,67 0 31,-54 0-31,28 0 16,12 0-16,-13 0 0,0 0 15,27 0 1,13-14-16,13-39 16,-66 27-16,-14-14 15,-25 1 1,-1-1-16,0 27 0,0-1 15,-13 1 1,0 26 15,-26 40-31,13 14 16,-14 118 0,14-106-1,13-39-15,0 13 16,0-14-16,0-25 15,0-1 1,-27-40 47,-12 1-63,-14-1 15,-80-52 1,94 53-16,26 12 15,-1-12-15,1 13 16,40-1 0,52 1-1,14 0-15,-1 0 16,1 0-16,-27-1 16,-13 1-16,13 0 31,-53 13-31,14 0 0</inkml:trace>
  <inkml:trace contextRef="#ctx0" brushRef="#br0" timeOffset="157717.7487">16722 12263 0,'0'0'0,"-27"-13"0,14 0 16,-13-13-16,-14 12 15,-13 1-15,-40 13 16,-26 66-1,80-39 1,12 39 0,14-27-16,0 14 0,13-13 15,26 26 1,27-13 0,26-40-1,80-79 1,-79 0-16,-1-79 15,-66 52 1,-13 40-16,0-40 16,0 14-1,-26 53 1,26 12 0,0 28-1,0 65 1</inkml:trace>
  <inkml:trace contextRef="#ctx0" brushRef="#br0" timeOffset="157962.8251">16947 12263 0,'0'0'15,"0"14"-15,0 12 16,0 67-1,-67-27 1,-25 13 0,39-39-1,26-27 1,14 0-16</inkml:trace>
  <inkml:trace contextRef="#ctx0" brushRef="#br0" timeOffset="158372.0347">17264 12052 0,'0'0'0,"-53"0"16,27 13-16,12 27 16,14 13-16,27 145 15,-1-13 16,-12-92-31,-1-40 16,-13-40-16,0 13 0,0-12 16,-27-14 31,1 0-47,-1-14 15,1 1-15,0-13 16,12-14-16,1 14 15,0-54-15,0-12 16,-1 25-16</inkml:trace>
  <inkml:trace contextRef="#ctx0" brushRef="#br0" timeOffset="158517.9033">17119 12184 0,'13'0'0,"-26"0"15,39 0-15,14 0 0,13 0 16,-14 13-16,41 14 31,-14 12-15,-13-12-16</inkml:trace>
  <inkml:trace contextRef="#ctx0" brushRef="#br0" timeOffset="159435.9655">17634 12277 0,'0'26'16,"0"14"-1,0-14-15,-39 80 16,12-53 0,14-27-1,40-52 32,-14-14-31,53-52-1,-26 65-15,-1 1 16,1 26-16,-14-13 0,1 13 16,52 0-1,-52 39 1,-1-12-1,-26-1 1,0 40 0,-39-39-1,25-14 1,14-26 15,27-40-15,12-13-16,28 26 15,-15 0 1,1 14-16,-13 13 0,-27 13 16,-13 26 15,0 27-15,0-13-1,-13 26 1,13-40-1,13 27 1,27-40-16,-27-13 16,80 0-1,-27-39-15,27 12 0,-14-12 16,40-41 0,-106 67-16,0-53 15,-39 26 1,-14 27-16,-39-13 15,53 26 17,12 13-17,41 145 1,12 14 0,28-39-1,-54-107 1,-13-13-1,0 1 1,-13-14 0,-14 0-16,-26 0 15,-26 0-15,-40 0 16,-14-14-16,-78-65 16</inkml:trace>
  <inkml:trace contextRef="#ctx0" brushRef="#br0" timeOffset="160954.4669">13838 3810 0,'-14'0'31,"54"13"-15,79 27 0,66 0-16,27-27 0,66 0 15,39-13-15,41 0 16,-41 0 0,-92 0-16,40 0 15,-226 0-15,-26 0 16,1 0-1</inkml:trace>
  <inkml:trace contextRef="#ctx0" brushRef="#br0" timeOffset="162051.8281">15849 12938 0,'13'13'15,"-13"1"1,0 52-1,0 40 1,-53 26 0,26-66-1,14-13-15,0 0 16,0-13-16,-1-27 0,14 0 16,0 13-16,0-12 15,0 12 1,0 14-1,14-40-15,12 13 0,1-13 16,26 0 0,-14 0-16,107-13 15,-93 0-15,-14-1 16,1-12-16</inkml:trace>
  <inkml:trace contextRef="#ctx0" brushRef="#br0" timeOffset="163020.303">16351 13375 0,'0'0'0,"-13"-14"0,13 1 16,-26-13 0,12 13-1,-12-1 1,-27 28 0,26 12-16,1 14 15,0-27-15,12 27 16,14-14-16,0 1 15,0 25-15,14-25 16,-1-14-16,0-13 16,13 0-16,1 0 15,13-13-15,79-93 16,26-92 0,-39 79-1,-79 92 1,-14 27 15,13 0-15,-13 13-1,1 1 1,-14 65 0,-14-53-16,1 14 15,0 0-15,0 13 16,0-14-16,13 1 15,0-27 1,0 1 0,79-28-1,13-39 1,-12 0 0,-54 27-1,-12 26 16,-14 13-15,-27 40-16,1 0 16,-14 26-16,27 14 15,13-53 1,0-14-16,0-13 16,13 1-16,0-14 0,27 0 15,92-40 1,120-53-1,-1-26 1,-119 53 0,-92 40-1,-53 26 79,-1 0-94,-12 0 16,-40-14-1</inkml:trace>
  <inkml:trace contextRef="#ctx0" brushRef="#br0" timeOffset="164319.0705">14182 13772 0,'-14'-14'32,"1"1"-32,-13 13 31,-1 0-31,-39 0 15,-13 40-15,52-1 16,1 1-16,13 0 16,-1 0-1,14-14-15,0 14 16,0 26-16,27-13 0,13-14 16,145-12-1,66-54 1,-13-92-1,-53-53 1,-79 14 0,-66 12-1,-40 120-15,0-14 16,0-13 0,-13 13-16,-27 40 15,14-13-15,-41 26 16,15 67 15,38-1-31,1 120 16,13-80-16,0-40 15,0 133 1,0-120 0,-13-92 30,13-13-30,0-27-16,0 1 16,13-27-16,27 26 15,26 0-15,0 14 16,13-14-16,-26 40 16,-13 0-16,-14 0 15,1 0-15,26 0 16,-53 13-16,26 53 31,-12-26-15,-14 26-1,0 14 1,0-54 0,0-13-1</inkml:trace>
  <inkml:trace contextRef="#ctx0" brushRef="#br0" timeOffset="164969.1934">15637 14102 0,'0'0'16,"0"-13"-16,0 0 16,0 0-16,0-14 0,-13-13 31,-14 27-31,-26 13 15,14 0-15,-1 0 16,0 40 0,-13 39-1,27 14 1,26-27 0,40-53-1,39-13 1,13 0-1,-25-13 1,12-13-16,-39-14 0,-14 0 16,-13 1-1,1-1-15,-14 13 16,0-26-16,0 27 0,0 0 16,0 12-1,13 28 63,-13-1-15</inkml:trace>
  <inkml:trace contextRef="#ctx0" brushRef="#br0" timeOffset="165283.8334">15531 13719 0,'0'0'15,"13"0"-15,0 0 0,1 0 16,-1 0 0,0 0-1,-13 26-15,0-13 16,0 14-16,0-1 15,0 1 17,-13-27-17,-27-27-15</inkml:trace>
  <inkml:trace contextRef="#ctx0" brushRef="#br0" timeOffset="165483.9023">15333 13189 0,'0'-13'15,"53"13"1,-1 27-16,107 105 16,-13 0-1,-1 40 1,-65-92-1</inkml:trace>
  <inkml:trace contextRef="#ctx0" brushRef="#br0" timeOffset="166597.4101">17198 13864 0,'-27'-13'16,"14"13"-1,-146 0 1,93 0-16,13 26 15,27 1-15,13-1 16,13-12 0,0 91-1,53-52 1,52 13 0,-52-52-1,14-14-15,-1 0 16,0 0-16,13 0 15</inkml:trace>
  <inkml:trace contextRef="#ctx0" brushRef="#br0" timeOffset="167254.2939">17674 14010 0,'0'-14'125,"13"-25"-94,1 26-31,-1-27 16,0 0-16,0-13 15,14 0-15,-1 0 16,-13 0 0,1 1-16,12-15 15,-13 41-15,-13 13 16,0 26 15,-13 40-31,-27 13 16,1 132-1,-54 27 1,53-26 0,27-173-16,26-26 62,1 0-46,-1-13-1,0-13 1,0-14-16</inkml:trace>
  <inkml:trace contextRef="#ctx0" brushRef="#br0" timeOffset="167453.2575">17291 13732 0,'39'0'16,"14"0"-16,26 13 16,1 0-16,-14 1 15,-13-14-15,79 0 16,-79 0 0,0 0-16,40 0 15</inkml:trace>
  <inkml:trace contextRef="#ctx0" brushRef="#br0" timeOffset="168684.8963">18389 13996 0,'0'0'0,"-14"0"15,1 0-15,13 14 16,66-1-1,119-13 17,-92-53-32,132-106 15,-119 80-15,-14-40 16,1 13-16,-27 27 16,-26 26-16,-14 13 15,-13-13 1,-13 13-1,-13 27 1,0 13 0,-66 40-1,13 79 1,-14 26 0,67-65-16,0-27 15,13-27-15,0 27 16,0 0-1,26 0 1,-13-40 0,1 14-16,25-27 15,1 0-15,-14 0 16,120-14 0,-93-12-16,0-14 15,13 1-15,-26-1 16,-1-26-16,-12 13 15,12-13 1,-25 26 0,-14 14-1,0 12-15,-14 14 16,-12 0 0,0 0-16,12 27 0,1-1 15,13-13-15,0 54 16,0-1-1,27-40 17,-1-13-17,53-13 1,27 0 0,-13-13-1,-40 0 1,-27 13-1,-13 0 1,-13 13-16,-79 53 16,26-13-1,0-13-15,-13 0 16,53-1-16,-27-12 16,93-40 15,26-40-31,27-40 15,0 27-15,-13 0 16,-1 39 0,14 14-1,0 39 1,-27 54 0,-13 26-1,-52-53 1,-1-40-16,-13 0 31,0 0-15,-27-26-1,1 0 1,0-14 0</inkml:trace>
  <inkml:trace contextRef="#ctx0" brushRef="#br0" timeOffset="168984.3253">20161 13229 0,'0'-13'15,"119"-14"1,67 27-1,-54 0 1,-66 0 0,-53 0 46,-13 27-62,0 13 16,0 13-1,0-27-15</inkml:trace>
  <inkml:trace contextRef="#ctx0" brushRef="#br0" timeOffset="169457.8166">21484 13295 0,'0'0'0,"-13"14"0,0-14 16,13 26 0,0-13-16,66-13 31,-40-26-31,27-14 15,13-26-15,-13 26 0,-26 1 16,-1-1 0,14 0-1,-40 27-15,0 39 32,0 14-17,-13 145 1,-14-92-16,1-40 15,-1 0-15,1 0 16,13-14-16,-27 27 16,13-26-1,27-27 1</inkml:trace>
  <inkml:trace contextRef="#ctx0" brushRef="#br0" timeOffset="169867.6988">21352 13798 0,'0'0'0,"-13"0"16,-1 0 15,67 26-15,53-12-1,79-14 1,-13 0 0,-39 0-1,12 0 1,-92 0-1,-40 0 1,1 0 15,-1 0 32,-13-14-48,0-25-15,-13-1 16</inkml:trace>
  <inkml:trace contextRef="#ctx0" brushRef="#br0" timeOffset="171626.3215">11906 7488 0,'0'0'0,"-39"-14"0,-28 1 16,28 13-16,-94 0 16,1 13-16,13 27 15,26-13-15,41 39 16,25 13-1,40 67 17,40-27-32,53 172 15,-40-146-15,0 14 16,40 159 0,0-107-1,-80-39 1,-26-79-1,-13 26 1,-40 0 0,-92 13-1,-54 0 1,-12-39 0,92-53-1,79-27 1,27-13-16,0 0 15,13-26 32,26-14-31,40 0 0,0 14-1,14 26 1,-14 13-1,26 66 1,-25 40 0,-1 27-1,-53-53-15,0 26 16,14 39-16,-41 173 16,1-159-1,-27 53-15,-92 198 31,53-185-31,13 1 0,-14-41 16,41 0 0,-28 146-1,15-132 1,25-53 0,1-40-1,12-79-15,14-27 16,0 0-1,0-26 251,0 0-250</inkml:trace>
  <inkml:trace contextRef="#ctx0" brushRef="#br0" timeOffset="195859.427">24051 11390 0,'0'0'0,"13"0"78,0 0-62,80 0-1,-27-13 1,40-27-16,-40 1 16,13-1-16,1 0 15,-41 14-15,14-14 16,-40 40 0,-26 0 1077</inkml:trace>
  <inkml:trace contextRef="#ctx0" brushRef="#br0" timeOffset="198531.4845">19010 8811 0,'0'-14'31,"27"1"-31,65 13 32,133 0-17,-92 0-15,-1 0 16,-13 0-16,-13 0 0,13 0 16,119 0-1,27 0 1,-1 0-1,-13 0 1,27 0 0,-53 0-1,-40 0 1,-26 0 0,-27 13-1,-13 14 1,27 13-1,26-14 17,-106-13-32,119 14 15,-92-14-15,0 27 16,92-14 0,-27-13-1,28-13 1,-28 0-1,1 0 1,26 27 0,1-1-1,-81-26 1,15 0 0,-81 0-16,14 0 15,-13 0-15,-1 0 16,14 0-16,40 0 15,0 0 1,-1 0 15,-26 0-15,1 0 0,-41 0-1,0 0 1</inkml:trace>
  <inkml:trace contextRef="#ctx0" brushRef="#br0" timeOffset="202961.8549">13851 2289 0,'13'0'109,"14"0"-109,39 13 16,106 13-1,66 1 1,-26-27 0,-54 0-1,-78 0 1,-14 0-1,-27 0-15,1 13 16,-27-13 0,27 13-1,26 0 1,67-13 0,-41 0-16,1 0 15,-14 0-15,40 0 16,-66 0-16,79-13 15,-13 13 1,-26 0 15,13 0-15,-14 0 0,-12 0-1,12 0 1,1 0-1,-40 0-15,13 0 16,0 0-16,14 0 16,92 0-1,-80 0-15,1 0 16,13 0-16,-14 0 16,14 0-16,145 0 15,14 0 1,26 0-1,0 40 17,40-40-17,-159 0-15,0 0 16,0 0-16,13 0 16,146 0-1,-1 0 1,-158 0-16,225 0 15,-185 0 1,26 0-16,225 0 16,-53 0-1,-79 0 1,-106 0 0,-106 0-1,-79 0 1,-14 0-1,-13 0 1</inkml:trace>
  <inkml:trace contextRef="#ctx0" brushRef="#br0" timeOffset="215115.7774">17806 3691 0,'27'0'31,"13"0"-31,171 0 16,186 0 0,-159 0-1,27 0-15,13 0 16,-40 0-1,-13 0-15,-40 0 0,0 0 16,-53 0-16,133-13 31,-172-27-31,-1 27 16,27 0-16,-26-1 0,-27 1 16,66-40-1,1 0 1,-41-13-1,-12 0 1,-67 26 0,13 27-16,-13-13 15,14-1-15,-14 1 0,-13 12 16,13-12 0,1-14-1,-14 1 1,0 25-1,0 1-15,0-13 16,0 12-16,0-12 16,0 13-1,0 0-15,-14-14 0,14 1 16,-26-27 0,-40 13-1,0-13 1,-14 13-1,41 27-15,12 0 16,1-13-16,-14-1 16,-39-26-1,12 13 1,28 14-16,-1 13 16,-13-14-16,0 14 15,0-13-15,0-1 16,-13 14-1,-106-53-15,80 53 16,12-1 0,-131-39-1,25 27 1,94 13-16,-1-27 16,1 27-16,-1 0 15,0-1-15,27 1 16,27 13-16,-28-13 15,15 0-15,12 13 16,0 0 0,-13 0-16,-13 0 0,13 0 15,-13 0-15,26 0 16,-13 0-16,0 0 16,-13 0-16,-53 0 15,53 0 1,-13 13-16,-14 0 15,40 0 1,0 1 0,0-1-16,-26 13 0,13 1 15,13-1 1,-66 40 0,40-26-1,-14-27 1,53 14-16,1-1 15,12 14-15,14-14 0,-14-12 16,1 12 0,-1 14-16,1 13 15,13-40 1,13 0-16,0 27 16,-13 39-1,-14 0 1,27-26-1,0 40 1,0-40 15,0-13-31,0 26 16,0-40-16,0-13 16,0 14-1,0-14-15,0 14 16,0 12-16,13-25 15,1 25 1,-1 1 0,13 26-1,27 0 1,-26 0 0,-1-39-1,-13-1 1,14 14-1,-14-27 1,0-13 0,0 0-1,1 13 1,12-13 0,-26 14-1,27-1 1,-14 0-16,-13 0 31</inkml:trace>
  <inkml:trace contextRef="#ctx0" brushRef="#br0" timeOffset="222658.29">13838 3612 0,'0'26'46,"26"-26"-30,14 13 0,13 0-16,13 1 15,27 12-15,26-13 0,-14 1 16,14 25-16,1-25 16,-54-1-16,13 0 15,-13 0 1,0 0-16,120 14 15,-94-1-15,-39-26 16,119 0 0,13 0-1,14 0 1,-67 0 0,14 0-1,-41 0 1,-12 0-1,-80 0 1,0 0 0,1 0-16,-28 0 78,-25 0-78,-54 0 15,-66 0 1,-66 0 0,-105-26-1,39-27 1,39 40 0,199 13-1,40 0 1,-13 0-16,13 0 15,26 0 17,53 0-17,53 0-15,13 0 16,1 0-16,12 0 16,146 0-1,-106 0 1,-132 0-1,-119 0 17,-53 0-32,-278 0 15,159 0 1,26 0-16,-158 0 16,277 0-1,54 0-15,12 0 16,80-13 15,66 13-15,252 0-1,65 0 1,-39 0 0,-212 0-1,-158 0 1,-14 0-16,-26 0 15,-67 0 1,-78 0-16,-54 0 16,-26 0-16,-40 0 15,13 0-15,-26 0 16,225 0 0,53 0-1,79 13 1,212 13-1,92 1 1,-39-27 15,-238 0-31,-27 0 16,-53 0-16,-92-27 16,-93-12-1,-53 25 1,-53-25-16,-145 25 15,277 14-15,54 0 16,52 14 0,106 12-1,159 27 1,132-27 0,-145-26-1,13-13-15,-53 0 16,-53 0-16,-66 0 15,-67 13 17,-184 0-17,-133 0 1,-79 13 0,198 26-1,186-39 1,92 0-1,93 0 1,330 0 0,-26 0-1,-304 0 1,-119 0 0,-67 0-1,-158 0 1,-159 0-1,-92 0 17,184 0-17,199 14 1,93-1 0,92-13-1,225 0 1,14 0-1,-212-13-15,-67-14 16,-79 27-16,1 0 16,-28 0-1,-131 27 1,66-14 0,65 0-1,14 0 1,40 1-1,66-14 1,-14-14 0,-25 1-1,-14 0-15,-14 0 16,-12-27 0,-41 66 77,1 1-77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05-23T12:53:31.3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11827 2500 0,'13'0'62,"-13"14"-46,13-1-16,1-13 31,-14 13-31,26-13 16,27-26 0,-13 12-1,13-25-15,-14-1 16,27-26-1,1-14-15,-28-12 0,27-67 16,-26 93 0,0-13-1,-27 39-15,-13 0 16,0 80 78,0 26-79,0-13-15,-13 79 16,-1 27 0,-25 26-1,12-66 1,27-53-1,0-52 1,0-28 109,27 1-125</inkml:trace>
  <inkml:trace contextRef="#ctx0" brushRef="#br0" timeOffset="1225.6225">13110 1892 0,'0'-13'32,"-13"13"-1,0 0-31,-1 0 15,1 0 1,-40 13 0,14 0-16,25 0 15,1 14-15,-13-14 16,-1 27-16,1-1 16,-14 27-1,27 14 1,13-41-1,-13 14 1,-1 27 0,1-54-1,13 1-15,0-1 16,0 1 0,0-14-16,0 13 15,0 1-15,0 12 16,13-25-1,14 12 1,-14-13 0,14-13 15,-1 0-15,14 0-1,39-13 1,-66 13-16,27-26 15,0-1-15,-1 1 0,1-1 16,-14 1 0,1 13-16,13-27 15,-27 13 1,0 1 15,-13 13 63,0-14-78,0 14-16,-26 0 15,-1 13 1,14-13-16,-40-1 15,27 1 1,-14 0-16,27 13 0,-14 0 16,-26 0-1,14 0 1,-14 0 0,0-13-1,26 13 1,-26 0-1,-26 13 1,39 0 0,27-13-1,-13 13-15,12 1 0,-12-14 32,-14 13-17,1 0 1,25 0-16</inkml:trace>
  <inkml:trace contextRef="#ctx0" brushRef="#br0" timeOffset="4805.6517">9234 5530 0,'-13'13'47,"26"0"16,13-13-48,80 53-15,79 0 32,-65-40-32,104 40 15,-78-53 1,-27 0 0,-40 0-1,-12 0 1,-28 0-1,1 0-15,13 0 16,-40 0-16,159-39 31,-119 25-15,-40 14-16,40-13 16,-40 13-16,14 0 0,-14 0 15,27-13 1,-27 13-1,0 0-15,14 0 16,-14 0-16,0 0 16,0 0-16,1 0 15,-1 0 1,13 0 0,-13 0-1,14 0 1,-1 0-1,-12 0-15,-1 0 32,13 0-32,1-13 31,-1-1-15,-13 14-1,1 0 1,12 0-1,-13 0 1,1 0 15,-1 0-31,0 0 32,-53 0 186,-13 0-202,-13 0-16</inkml:trace>
  <inkml:trace contextRef="#ctx0" brushRef="#br0" timeOffset="9265.4385">8004 3082 0,'0'27'15,"-14"26"1,1 26 0,0 14-16,13 118 15,0-92-15,0 14 16,0-41 0,0-52-16,0 39 15</inkml:trace>
  <inkml:trace contextRef="#ctx0" brushRef="#br0" timeOffset="10153.5635">7117 3175 0,'0'-26'94,"40"12"-78,13 1-16,66-13 15,132-14 1,1-26 0,-27 13-1,-53 26 1,-120 14 0,-25 13-1,-14 0 1,0 0-1,1 0 17,-1 0-32,0 0 15,0 0-15</inkml:trace>
  <inkml:trace contextRef="#ctx0" brushRef="#br0" timeOffset="11151.9747">8520 3096 0,'0'0'0,"0"105"16,0 28-16,-14 250 15,-12-78 1,13-186-1,-14-27 1,27-39-16,0-26 0,0-14 16,0 0-1,0 0 1,13-52 0,1-41-1,39-211 1,39-66-1,-65 172-15,12 53 16,-12 39-16,-1 14 16,-26 65-16,0 1 15,0 26 17,27 93-17,-1 0 1,14-40-1,13-26 1,-14-27 0,28-13-1,12-53 1,-26 0-16,13-13 0,-26-13 16,-14 26-16,14 0 15,-27 13 1,0 40-16,-13 27 47,-26 65-47,-14 133 15,27-13 1,13-120 0,0-39-1,13-53 48,27-26-48,0-40-15</inkml:trace>
  <inkml:trace contextRef="#ctx0" brushRef="#br0" timeOffset="11812.3515">9737 2884 0,'0'53'16,"0"53"-1,0 92-15,-40 1 16,-26 184 0,39-224-16,14-27 15,0-39 1,13-40-16,0-40 15,0 0-15,-13-13 16,-1-66-16,28-265 31,52-92-15,66 13 0,27 132-1,-67 186 1,-25 78-1,12 54 1,-26 39 0,-40-26-16,0 0 15,-13-40-15,0 40 16,0 13-16,-13-26 16,-13 0-16,-1-14 15,1-12-15,-14-14 16,-53 0-1,67-14 1,13 14 15,26 0-15,53 93 0,0 66-1,14-54 1,-41-25-1,-25-54-15,-1-26 16,0-53 31,0 0-31,14 1-16</inkml:trace>
  <inkml:trace contextRef="#ctx0" brushRef="#br0" timeOffset="12543.8148">11099 2884 0,'-13'0'47,"13"13"-31,0 14-16,-13 26 15,-14 39 1,14-12-16,-13-1 15,12-13-15,1-13 16,0 13 0,13 0-1,0-53 1,0 1 46,-13 12-46,13-13-16,0 1 16,0-1-16,-13 13 31,13-12-31,0-1 16,0 0-1,-14-39 79</inkml:trace>
  <inkml:trace contextRef="#ctx0" brushRef="#br0" timeOffset="13144.0199">10755 3029 0,'14'0'78,"-1"0"-78,53-13 16,-26-13-16,39-27 31,-39 26-31,-14 1 16,-13 13-16,1-1 16,-14 54 30,0 66-46,-14-13 16,-39 132 0,27-40-1,-27-53 1,40-106 0,13-12-1,0-1 32</inkml:trace>
  <inkml:trace contextRef="#ctx0" brushRef="#br0" timeOffset="13442.7204">10372 3876 0,'39'0'47,"67"0"-47,26 0 15,40-26 1,67-40-16,-173 52 16,-27 1-1,1-27 1,-13 27 0,12 0-1</inkml:trace>
  <inkml:trace contextRef="#ctx0" brushRef="#br0" timeOffset="13756.5662">11774 2897 0,'0'0'0,"0"80"47,-13 25-47,-40 147 31,26-41-15,-12-105-1,25-79 1,14-14-1</inkml:trace>
  <inkml:trace contextRef="#ctx0" brushRef="#br0" timeOffset="14058.8359">11218 3770 0,'66'14'31,"14"-1"-31,12 13 16,-25-13-1,-14 1-15,-1-14 16,1 0-16,-13 0 0,13-14 15,66-38 1,-93 12 0,-12 27-1,-28-54 1,1 41-16</inkml:trace>
  <inkml:trace contextRef="#ctx0" brushRef="#br0" timeOffset="14325.5598">11258 2950 0,'26'0'0,"80"0"16,93 40-1,-14-14 1,-145-26-16,26 0 16,-40 0-16,-13 0 15,14 0-15,-1 0 16,27 0 0,-26 13-16</inkml:trace>
  <inkml:trace contextRef="#ctx0" brushRef="#br0" timeOffset="14891.5332">12025 3664 0,'0'14'31,"40"-14"-15,13-53-16,26 0 16,54-93-1,-54-12 1,-66 91-16,-13 1 16,-13 13-1,0 27-15,-1-1 16,1 27 15,13 27-31,0 132 31,27-53-31,-14-14 16,0 27-16,-13-26 0,0-14 16,0 40-1,-26 27 1,12-67-1,-12-52-15,-14 12 16,-13-12-16,-13-14 16,13 0-16,14-13 15,-14 0-15,-53-53 16,79 0 0,27 0-16,14-13 15,39-13-15,79 0 16,27 52-1,-27 27 1,119 0 0</inkml:trace>
  <inkml:trace contextRef="#ctx0" brushRef="#br0" timeOffset="15211.5294">13084 3360 0,'0'0'0,"66"0"0,26 0 15,14 0-15,146 0 16,-147 0 0,-12 0-1,13 0-15,-27 0 0,-39 0 16,53 0 0,-54 0-1,-26 0 1</inkml:trace>
  <inkml:trace contextRef="#ctx0" brushRef="#br0" timeOffset="15426.0919">13229 3810 0,'66'0'16,"40"0"-1,26 0 1,14-13-16,-40-27 0,0 14 16,-67 12-1,67-25 1,-13 25 0</inkml:trace>
  <inkml:trace contextRef="#ctx0" brushRef="#br0" timeOffset="15899.2301">15782 3135 0,'0'0'0,"0"-26"0,-13-40 15,-27 0 1,-26 52 0,-53-12 15,-92 39-15,39 66-1,92 27 1,41 80-1,39-120-15,0 53 16,26-27-16,40-12 16,14-27-16,105-27 15,-53-39 1,-13-67-16,-13-12 16,-40-14-16,13-39 15,-65 39 1,-14 40-1,0 13 17,-14 39-32</inkml:trace>
  <inkml:trace contextRef="#ctx0" brushRef="#br0" timeOffset="16257.7476">16259 2712 0,'13'93'31,"27"-1"-15,-14 1-16,53 66 15,-12-14 1,-28-92 0,1 13-16,-14-13 15,1 0-15,-1-27 16,-12 14 0,-1-13-1,-13-1 16,-13-26-15,-40 0-16</inkml:trace>
  <inkml:trace contextRef="#ctx0" brushRef="#br0" timeOffset="16488.3329">15835 3717 0,'14'-13'0,"65"-27"16,40-52-16,198-80 31,-145 79-31,-52 27 16,-28-13-16,-13 39 16,-12-13-1,-54 40 1</inkml:trace>
  <inkml:trace contextRef="#ctx0" brushRef="#br0" timeOffset="17274.5693">17701 2937 0,'0'0'0,"0"-13"0,0-1 16,0 1-16,-14 0 31,-12 13-15,-53 0 0,52 0-16,-13 0 15,-13 0-15,1 13 16,-1 14-16,13-1 15,0 1-15,-13 12 0,14 14 16,-1 93 0,27 65-1,52 1 1,28-93 0,38-53-1,41-53 1,-67-13-1,27-26-15,-13-14 16,-14-26-16,14-66 16,-80 52-1,0-12 1,-13 39-16,0-13 0,0-27 16,-39 14-1,-41 13 1,27 39-1,27 27 1,26 66 0,26-26-16</inkml:trace>
  <inkml:trace contextRef="#ctx0" brushRef="#br0" timeOffset="17675.5551">19024 2963 0,'0'0'31,"-159"-53"-31,93 40 0,13 13 0,-27 0 16,1 27 0,26 39-16,0 26 0,0 27 15,40 40-15,-13 0 16,26-27-16,13 1 16,0-41-16,13-12 15,14-41-15,13-12 16,26-14-16,54-13 15,-27-40 1,-67 14 0,1-1-1,-14 1-15,1-1 0,-1 27 16</inkml:trace>
  <inkml:trace contextRef="#ctx0" brushRef="#br0" timeOffset="17937.3984">19209 3916 0,'0'0'0,"-13"13"0,13 0 62,13-52-30</inkml:trace>
  <inkml:trace contextRef="#ctx0" brushRef="#br0" timeOffset="18481.0191">20466 3228 0,'0'0'0,"0"-27"0,-14 14 16,-25 0-16,12 13 15,-105 0 1,26 13-16,-92 67 15,145-41 1,0 14-16,26 27 16,14 65-1,13-39-15,0 13 16,40-26-16,-27-27 16,27-13-1,-1-14-15,14-12 16,13-1-16,53-39 0,14-13 15,12-27-15,-26-13 16,-13-1-16,-53-12 16,0 0-1,-27-40 1,-26-14 0,-52 41-1,12 39 1,27 40-16,-27-1 15,0 14-15</inkml:trace>
  <inkml:trace contextRef="#ctx0" brushRef="#br0" timeOffset="20426.6081">15981 1587 0,'0'-26'32,"-27"26"-32,-39 0 15,-93 0 1,-13 66-1,14 53 1,65 27 0,53-27-1,40-79 1,80 26-16,12-40 16,41-13-16,25-13 15,200-66 1,-279 27-1,-26-1-15,-27-13 16,-26 13-16,0-26 0,0-66 16,-26 26 15,13 53-15</inkml:trace>
  <inkml:trace contextRef="#ctx0" brushRef="#br0" timeOffset="20708.8322">16351 1151 0,'27'26'15,"39"41"-15,13 25 16,14 27-16,79 106 15,-40-93 1,-53-92 0,-52-13-1,-14-14 1,-13 0 0,-40 0-1,-26 0 1</inkml:trace>
  <inkml:trace contextRef="#ctx0" brushRef="#br0" timeOffset="21810.7557">15994 2064 0,'0'0'0,"-13"0"0,53-53 16,277-79-1,120-67 1,-173 106-1,-79 1 1,-39 65 15,-80 14-31,-13 13 16,13 0-16,27-13 16,-1-13-1,-65 12 1,-40 14-1,-40 0 1,-146 0 0,14 40-1,53 39 1,92 67 0,53-14-1,106-13 1,-39-79-1,12-27-15,-26-13 16,40 0-16,-40-53 16,-26 14-16,-13 12 15,-27-13 1,0 1-16,0-14 16,0 13-16,0 0 0,0-13 15,0-13 1,0 27-1,13 25 1,40 14 0,-14 14-16,-12-1 15,-14 0-15,0 0 16,1 1-16,-1 25 16,-13 94-1,-40 78 1,0-92-1,27-79 1,13-27-16,-13-13 16,13-13 15,79-133-15,106-78-1,1 78 1,-67 80-1,-119 53-15,26 13 16,-13 13 0,-13 0-16,0 27 15,-26 13-15,-40-14 16,0 14-16,-67 0 16,107-40-1,52-13 1,80 14-1,13 12 1,-53 27 0,-26 0 15,-13 0-15,-27-13-1,-14 26-15,-52 0 16,-13-26-16,13 12 0,0-25 15,26-14 1,0 0 0,27-13-16,13-26 31,0-14-31,40-79 16</inkml:trace>
  <inkml:trace contextRef="#ctx0" brushRef="#br0" timeOffset="22047.7951">19645 2183 0,'0'13'16,"-39"-13"-1,-54 0 1,40 0-1,27-13 1,12 0 31</inkml:trace>
  <inkml:trace contextRef="#ctx0" brushRef="#br0" timeOffset="22592.4545">20452 1601 0,'-39'0'31,"12"0"-16,14 0-15,0 0 16,39 13 15,14-13-15,224 66 0,-105-26-1,0 13-15,-14 13 16,-78-13-16,-15 0 0,-38 0 15,-41 26-15,-198 159 32,67-132-32,-28 26 15,-65 40 1,211-119 0,120 0-1,145-13 1,13-54-1,-146-38-15,1-1 16,-27 26-16,-13-12 16,-13 12-16,-27 1 15,13 12 1,-12 14 0,-1 0-1</inkml:trace>
  <inkml:trace contextRef="#ctx0" brushRef="#br0" timeOffset="32977.408">18706 5543 0,'0'0'0,"79"0"15,40 0-15,14 0 0,12 0 16,40 0-16,120-26 16,-173-1 15,-119 27-31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05-23T12:54:30.5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12925 1389 0,'0'13'0,"0"1"63,13-14-48,40 0-15,13 0 16,40 0-16,66 0 15,53 0-15,39 0 16,332 0 0,-279 0-16,-52 0 15,13 0-15,39 0 16,1 0-16,317 0 16,-53 0-1,-159 0 1,-92-27-1,-133 27 17,-105 0-32,-27 0 15,-13 0-15,-13 0 0,-14 0 16,1 0 0,25 0-1,-12 0-15,13 0 16,-26 0-16,12 0 0,-26 0 15,1 0 1,-1 0-16,0 0 16,-53 0 171,-39 0-171,-80 0-16</inkml:trace>
  <inkml:trace contextRef="#ctx0" brushRef="#br0" timeOffset="11992.4597">10888 4564 0,'53'0'62,"-1"13"-62,41 1 16,66-14 0,-40 0-16,-40 0 15,14 0-15,-40 0 16,-14 0-16,-12 0 16,-40 0 30,-27 0-30,-26 0-16,-146 0 16,40 0-1,80 0 17,78 0-17,28 0 1,65 0-1,-13-14-15,27 1 16,-1 0-16,-39 0 0,0-1 16,-26 14-1,-67 0 17,-106 27-17,-12-1 1,52 1-1,93-27 1,26 0 15,53 0-15,0-13 0,66-1-1,-39 1-15,119 13 16</inkml:trace>
  <inkml:trace contextRef="#ctx0" brushRef="#br0" timeOffset="12472.0503">12515 4352 0,'0'0'15,"0"14"48,0 39-63,0-14 16,0 41-16,-13-27 15,-1-1-15,1 1 16,13-39-16,0 38 15,0-38 1,13-14 47,-13-27-63</inkml:trace>
  <inkml:trace contextRef="#ctx0" brushRef="#br0" timeOffset="13157.1952">12131 4352 0,'13'-26'16,"146"-1"-1,-13 14 17,-54 0-32,-65 13 0,12 0 15,14 0-15,0 0 16,-26 0 0,12 0-16,14 0 15,-26 0-15,12 0 0,-12 0 16,-1 0-1,1 0-15,-1 0 16,1 0-16,-1 0 16,-13 0-1,-26 0 48,-27 0-63,-26 13 15,13 14-15,-26 26 16,39 13 0,40 0-1,14-13 17,12-27-32,14-12 15,-27-14-15,40 0 0,13 0 16,40-93-1,-40 0 1,-53 27 0,-26-26-1,-40 52 1,27 0 0,12 40-1,1 0 1,13 13-1,13-13-15,1 27 0</inkml:trace>
  <inkml:trace contextRef="#ctx0" brushRef="#br0" timeOffset="13483.7326">13348 4551 0,'0'0'16,"27"0"15,26 0-16,13 0-15,119-27 16,-106 14 15,-26 0-15,0-27 0,-40 27-16,1 0 15,-1-14-15</inkml:trace>
  <inkml:trace contextRef="#ctx0" brushRef="#br0" timeOffset="14042.439">14076 4127 0,'0'0'0,"-13"14"46,13 12-46,-14 133 16,-12-27 0,13-79 15,13-40-15,0 1-1,-14-54 1,1 0-16,13 14 15,0-27-15,13-40 0,14 27 16,79-79 0,-14 118-1,1 1 1,-53 26 0,-27 0-1,13 39-15,1 1 16,-14 13-16,-13 0 15,0 13-15,0 40 16,-26-27-16,-1-39 16,1-14-16,-54 14 15,41-40 1,-41-13 0,27-14-16,14 1 15,12-14-15,1-52 16,26 52-16,26-13 15,67 0 1,13 40 0</inkml:trace>
  <inkml:trace contextRef="#ctx0" brushRef="#br0" timeOffset="14368.4208">14737 4101 0,'0'0'0,"0"-13"0,0 39 62,0 54-46,-26 78-1,13-52 1,-1-53-16,1-40 16,13 1-16,0-1 15</inkml:trace>
  <inkml:trace contextRef="#ctx0" brushRef="#br0" timeOffset="14993.0687">14870 4061 0,'13'40'32,"13"13"-17,1 26 1,26 40-1,-40-66-15,0 0 16,-13 0-16,0 0 16,0-26-16,0 52 15,0-66-15,0 0 16,40-39 15,-14-27-31,14-26 16,79-93-1,-26 13 1,-40 66 0,-27 67-1,-26 39 32,13 27-31</inkml:trace>
  <inkml:trace contextRef="#ctx0" brushRef="#br0" timeOffset="15356.6241">15253 4511 0,'0'0'0,"13"27"0,40-14 16,212-13-1,66-27 1,-186-12 0,-92 12-1</inkml:trace>
  <inkml:trace contextRef="#ctx0" brushRef="#br0" timeOffset="16199.9404">16656 4048 0,'0'0'0,"0"-40"16,-27 27-16,-79-26 15,40 25 1,0 14 0,53 27-1,-14-1 1,1 14-16,13 0 16,-1 105-1,133 54 1,-39-133-16,-1 0 15,-26-26-15,-13-14 16,-14-13-16,-13 0 16,-13 1 31,-66-1-32,13-13 1,-26 0-16,-106 0 15,-14 0 17,146-13-32,1-14 0,-1-12 15,13 39-15,13-14 16,27 1 0,14-27-1,158-52 1,66-1-1,0-13 1,-40 40 0,-92 13-1,-40 27 1,-52 13 0,-14-1 62</inkml:trace>
  <inkml:trace contextRef="#ctx0" brushRef="#br0" timeOffset="21000.3662">16814 3638 0,'13'0'0,"1"0"15,-14-13 16,13 0 16,0 13-31,0 0 0,27 0-1,0 39 1,-1-12-16,14 12 15,-13 14-15,0 27 0,-14-14 16,80 172 0,-27-26-1,-65-67 1,-14-39 0,-27-53-1,-12 13 1,-28-26-1,-12 13 1,13-14 0,13-25-1,13-14 17</inkml:trace>
  <inkml:trace contextRef="#ctx0" brushRef="#br0" timeOffset="21408.067">17727 4591 0,'0'0'0,"0"39"0,0 1 15,0 52-15,-26-52 16,-1-13-16,1 12 16,-14-12-1,14-14-15,12-13 32,-12 0-32,13 0 15,-14 0-15,14 0 16,0 0-16,-1 0 15,1-13-15</inkml:trace>
  <inkml:trace contextRef="#ctx0" brushRef="#br0" timeOffset="21697.452">17912 4141 0,'0'-14'62,"0"1"-62</inkml:trace>
  <inkml:trace contextRef="#ctx0" brushRef="#br0" timeOffset="23857.0543">10186 2236 0,'0'13'15,"0"66"1,0-26-16,-26 53 15,26-53-15,0 13 16,0-26-16,0 0 16,-26 26-16,12-27 15,14 1-15,-13-14 16,0-26 0,0-39 15,-1-107-16,14 40 1,40 1 0,26-41-16,0 67 15,1 39-15,12-13 32,-39 40-17,26 13 1,-13 40-1,-40 26 1,0-27 0,-13 14-16,-13-26 15,-14 12-15,1-12 16,-27-1-16,-40 1 16,54-27-1,-54 0-15,1 0 16,25 0-16,41 0 15,13 0-15,-1 0 16,28 0 0,65 13-1,27 27 17,-13 26-17,-1 0 1,-52-39-16,-14-1 15,-13 0-15,1-12 0,-14-1 16,13 0 0,0 14-1,14-27 1,26-14 0,-14 1-1</inkml:trace>
  <inkml:trace contextRef="#ctx0" brushRef="#br0" timeOffset="24176.1746">10941 2183 0,'0'0'0,"0"92"46,0-52-30,-14 66-16,14-53 16,-13 26-16,0 1 15,13-14 1,-13 0 0,13-93 62,0 1-78</inkml:trace>
  <inkml:trace contextRef="#ctx0" brushRef="#br0" timeOffset="24455.4428">10491 2156 0,'26'-13'31,"67"0"-15,26 13-16,-13 0 16,26 0-16,-13 13 15,-53 0-15,-13-13 16,0 0-16,40 0 15,-54 0 1,-12 0-16,12 0 16</inkml:trace>
  <inkml:trace contextRef="#ctx0" brushRef="#br0" timeOffset="24845.5456">11761 2103 0,'0'0'0,"-14"-13"0,-12 13 15,-27 0-15,-79 13 16,52 14 0,41 39 15,26 13-15,13 14-1,0-27 1,0-26-16,13 13 15,13-14-15,1-25 0,12 12 16,41 1 0,-14-1-1,0-26 1,27 0 0</inkml:trace>
  <inkml:trace contextRef="#ctx0" brushRef="#br0" timeOffset="25707.7589">12475 2130 0,'0'0'0,"0"-13"15,-13-14 1,-67 1 0,41 26-16,-27 0 15,13 0-15,0 13 16,26 13-16,1 1 16,-27 65-1,27 14 1,52 27-1,159 25 1,-66-91-16,0 12 16,0-53-1,-26-12-15,-53-14 16,26 0 0,-40 0-1,-12 0 1,-1 0 343,-13-14-312,0 1-31,0 0-1,0 0-15</inkml:trace>
  <inkml:trace contextRef="#ctx0" brushRef="#br0" timeOffset="27209.3251">9300 3082 0,'40'0'62,"13"14"-46,13-1-16,26 0 15,28 27-15,51-27 16,41 27-16,0-1 16,52 14-1,305-13 1,-119-40-1,-252 0-15,1 0 16,-27 0-16,-13 0 0,39 0 16,133-53-1,-27 0 1,-119 0 0,-132 27-1,-40 26 1,1 0-1,-1 0 1,13-13-16,-26-1 16</inkml:trace>
  <inkml:trace contextRef="#ctx0" brushRef="#br0" timeOffset="30423.5994">13163 2408 0,'40'0'46,"26"-14"-30,26-25-16,28-1 16,-1-26-16,0 0 15,0 0 1,-13 13-16,-54 13 16,-12 14-16,-13 12 0,-14-12 15,0 13-15</inkml:trace>
  <inkml:trace contextRef="#ctx0" brushRef="#br0" timeOffset="31825.8844">15042 1389 0,'0'0'15,"0"-13"-15,-14 0 16,1 13-16,-40 0 16,0 0-1,14 0-15,-28 26 16,54-13-16,13 1 15,0-1 1,0 0-16,0 27 16,0-1-16,27 14 0,39-13 15,66 66 1,-53-27 0,-39-52-1,-27-14 1,-13 27 15,-13-27-15,-27 13-16,-12 1 15,-28-1 1,27-13-16,0 1 0,27-14 16,-14 0-1,14 0-15,13-14 16,13-39-16,0-13 15,39 13-15,-12 14 16,12-14-16,14 26 16,80-52-1,-28 26 1,-12 13 0,-27 1-1,-53-1 1,-13 27-1,0 0 1,0 52 31,0 14-31,0 79-1,0-52 1,0-41-1,0-25 1,14-41 0,12-26-1,40-119 1,-39 119-16,-14 1 16,-13 38-16,13-12 15,0 13 32,1 26-47,-1 13 16,0 27-16,13 0 15,-12 0 1,25 26 0,1-65-1,-13-14 1,52-67-1,-53 15-15,14-1 16,0-27-16,-14 1 16,1 52-16,-14-12 15,-13 12-15,0 14 16,0 26 31,0 27-47,0 66 15,0 0 1,-13-14 0,-1-12-1,14-54 17,0-13-17,0 1 63,-26-1-78,13-13 0</inkml:trace>
  <inkml:trace contextRef="#ctx0" brushRef="#br0" timeOffset="34191.7465">13110 2461 0,'13'13'0,"1"27"16,91 92-1,120 13 1,27-12 0,-1-67-1,-79-53 1,-106-13 0,-53 0-1,-13-13 1,0 0-1,0-14-15,-13 1 16,0 12-16,0 1 16,13-13-1</inkml:trace>
  <inkml:trace contextRef="#ctx0" brushRef="#br0" timeOffset="34802.6625">15372 2593 0,'0'0'16,"-39"26"-16,-1 1 0,0-14 15,-13 14 1,27-27-16,-40 0 15,26 0 1,27-14 0,13-12-16,39-67 15,81 27 17,-54 13-17,-66 106 16,0 13-15,-53 80 0,0-67-16,13-26 15,0-13-15,1-1 16,-14 1-16,-27 0 16,28-14-16,-15-13 15,54-26 1,40-66-1,105-14 1,-66 67 0,13 13-16,-39-1 15,13 1-15,-13 13 16,13 0 0,26 13-1,-26 27 1,-27-27-16,1 0 15,-14-13 1,14 0-16,92-13 16,-80-13-16</inkml:trace>
  <inkml:trace contextRef="#ctx0" brushRef="#br0" timeOffset="35793.8475">15703 2461 0,'0'0'0,"-53"26"16,0 14-16,27 13 16,-14 26-1,27-13-15,0 66 16,13-65-16,13-14 15,53-14 1,0-26 0,-13-52-1,-27-67 1,-39-40 0,-26 1-1,39 66 1,13-1-1,13 67-15,54-14 16,-67 27 0,40 0-1,-27 14-15,-13-14 16,14 66 0,-14-26-16,-13-27 15,-13 106 1,-40-13-1,40-53 1,13-27 0,13-26-1,80-106 1,-67 40-16,14-27 16,-14 14-16,1 0 15,12-1 1,-25 67-16,-14 40 31,13 158-15,40-40-1,53-65 17,-40-54-17,-13-26-15,13 0 16,-27-40-16,1-12 15,40-54 1,-41 13 0,-39 67-1,13 12 1,-13 41 0,0 92-1,-26 0 1,-27-13-1,27-14 1,12-92 0,1 0 109</inkml:trace>
  <inkml:trace contextRef="#ctx0" brushRef="#br0" timeOffset="47825.5387">20373 3109 0,'-13'0'15,"26"0"-15,-53-27 0,14 14 16,-1 0-16,1 0 15,-27-14 1,13 1 0,-26 26-1,-13 0 1,13 26 0,52-13-16,1 14 15,0 13 1,-14-1-16,14-12 0,0 26 15,0 0-15,13 13 16,13 40 0,53-54-1,0-38 17,67-14-17,12-40 1,-26 27-1,-66 13-15,0-13 16,-27 13-16,1 0 16,26 0-1,-40 13-15,0 13 16,0 1-16,14-14 16,-14 27-16,0 26 15,-13-13 1,0 53-1,-92-1 1,-40 1 0,26-53 15,26-26-15,1-14-1,-14-13 1,1-13-1,65-1 1,27-12 0,27-27-1,52 13 1</inkml:trace>
  <inkml:trace contextRef="#ctx0" brushRef="#br0" timeOffset="48507.3724">21233 3082 0,'0'0'0,"13"0"16,0 0 15,-13 40-16,0 92 1,-26 93 0,-14-26-1,14-80 1,12-66-16,1-27 16,0 14-16,0-14 15,0 1-15,-1-27 94,1-40-63,0 27-15,0-27-16</inkml:trace>
  <inkml:trace contextRef="#ctx0" brushRef="#br0" timeOffset="49263.9611">20637 3135 0,'14'0'63,"39"-13"-48,0 0-15,105-27 32,54 0-17,13 1 1,-159 39-16,93 0 15,-93 0-15,13 0 16,14 0 0,-14 0-1,-39 0 1,-27 0 0,27 0-1,-27 0 1,0 0-1,1 0 17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05-23T12:55:52.3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23667 3863 0,'0'0'0,"-13"-13"15,-14-14-15,1 1 16,-54-14 0,41 0-16,-27 14 15,-14-27 1,1 13-1,26 14-15,-13 13 16,13-14-16,-26-13 16,-54 1-1,80 12-15,0 14 16,27 0-16,-14 0 16,-39-14-1,-14 1 1,-39-1-1,66 14-15,-80-27 16,80 27 0,13 0-16,-53-14 15,14 27 17,-54 0-17,27 0 1,53 0-16,-27 14 15,41-1-15,-15 0 16,14-13-16,-26 13 16,-27 27-1,53-13-15,0-1 16,1-13-16,12 14 16,-13-1-16,0 1 15,0-1-15,-79 14 16,79-14-1,13 1-15,-52 26 16,-1-1 0,14 1-1,-14-13 17,53-13-32,1-1 15,-1 0-15,27 1 0,-40-1 16,13 1-1,-52 39 1,25-53 0,41 14-16,-1-1 15,1-13-15,0 14 0,12-1 16,-39 14 0,0 26-1,14-13 1,12 0-1,27-27 1,0 27 0,0-13-1,0 13 1,14 40 15,12-41-31,0-12 16,14 13-16,0 13 0,-14 0 15,93 40 1,27 0 0,66 0-1,65-66 1,-12-1 0,-27-39-1,-119 0 1,13 0-16,1 0 15,-14-13-15,-13-13 0,13 12 16,106-25 0,39 12-1,-118-13 1,-14 14 0,0 0-16,27-1 0,-13-13 15,118-13 1,-26 14-1,-13-14 1,0 13 0,13 0-1,-145 1-15,-1 12 16,-12 1-16,-27-1 16,-14 1-16,14 0 15,-13-14 1,0 13-16,-14 14 15,-13 0-15,14-27 16,-1 1-16,1-28 16,-14 41-1,0-1-15,-13-25 32,0-28-17,0 14 1,0 40-16,0-14 15,0 0-15,-40 1 16,1-1-16,-1 0 16,-119-39-1,27 13 1,66 52-16,13 1 16,-13-13-16,13 12 15,-26 1-15,12 0 16,-38 0-1,65 13 1,-13 0 0,0 0-1,0 0 1,0 0 15,40 13-31,-13 0 16,-14 0-16</inkml:trace>
  <inkml:trace contextRef="#ctx0" brushRef="#br0" timeOffset="13244.6249">5371 6244 0,'13'0'47,"14"-13"-47,-1 0 15,1-1 1,12-25-1,-12 12-15,-14 1 16,0-1-16,14 14 16,-27-13-1,0 12-15,0 1 0,0 0 16,0 0 0,0-14-1,0 14-15,0-27 16,0 27-1,0 0-15,0 0 16,0 0 15,-27 13 47,14 39-62,0 14-16,0 13 16,-1 14-1,-25 171 1,39-158 0,0-27-1,0-40 1</inkml:trace>
  <inkml:trace contextRef="#ctx0" brushRef="#br0" timeOffset="13756.1917">5001 6601 0,'-27'14'32,"54"-14"14,12 0-30,54-14-16,0 1 16,65-13-1,-12-14 1,-93 27-16,-40 13 16,27 0-16,-27 0 15,0 0 16,14 0-15,-14-13 0,0-1-16,0 14 15</inkml:trace>
  <inkml:trace contextRef="#ctx0" brushRef="#br0" timeOffset="33252.1114">2249 7620 0,'13'0'62,"0"0"-46,27 0-16,0 0 15,39 0 1,27 0 0,26 0-1,1 0 1,-1 0-1,27 0 1,-14 0 0,14 0-1,39 0 1,-92 0 0,93 0-1,-107 0-15,14 0 16,79 0-1,14 0 1,-14 0 0,-13 0-1,-27 0 1,-12 0 0,-1 0-1,-13 0 1,0 0-1,-66 0 1,-27 0-16,27 0 0,-13 0 16,0 0-16,66 0 15,-14 0 1,1 0 15,-27 0-15,27 0-1,-1 0 1,-12 0 0,-14 0-1,-53 0 1,0 0-16</inkml:trace>
  <inkml:trace contextRef="#ctx0" brushRef="#br0" timeOffset="34883.4515">2196 2606 0,'26'0'31,"1"0"-31,52-26 16,-52 26 0,39-14-1,-40 14-15,41 0 0,-1 0 16,26 0-16,1 0 16,-1 0-1,1 0-15,-27 0 16,0 0-16,27 0 0,-27 0 15,0 0 1,0 0-16,93 0 16,-66 0-1,-27 0-15,27 0 0,-1 0 16,80 0 0,13 0-1,14 0 1,-27 0-1,-14 0 1,1 0 0,26 0-1,-52 0 1,-67 0 0,93 0-1,-93 0-15,13 0 16,53 0-1,-39 0 1,26 0 0,-13 0-1,-66 0-15,13 0 16,-14 0-16,-12 0 16,12 0-16,14 0 15,-13 0 1,13-13-1,-40 13 1,0 0 0,14 0-1,-14-26 1,14 26 15,-1 0-15,0 0-1,-12-13 1,-1 13 78,0 0-79,-13 13-15</inkml:trace>
  <inkml:trace contextRef="#ctx0" brushRef="#br0" timeOffset="41923.3012">10782 6813 0,'0'0'0,"13"0"63,0 0-63,14 0 16,-14 0-1,27 0-15,-27 13 16,27 0-1,12 40 1,15 53 0,-15 0-1,1 0 1,-26-40-16,-1 0 16,14 14-16,-14-28 15,-12 15-15,12 12 16,14 67-1,13-1 1,-40-52-16,0-1 16,0-12-16,1-27 15,-1 13-15,-13 53 16,0-27 15,0 14-15,-13-40-1,-40 27 1,26-53-16,1-1 16,-1-25-16,14-1 15,0 0-15,-14 0 16,1 0-16,13-13 16,-27 14-16,0-1 15,1 13-15,12-12 16,-12-1-16,-94 27 15,67-14 1,-13 14-16,-93 13 16,53-1-1,-27-25 1,1-1 15,-80 1-15,106-27-16,-14 0 15,-12 26-15,26-12 16,-93 12 0,27 14-1,-106-40 1,132 0 0,0 0-1,27-27 1,-13 1-1,-14-14 1,-13 14 0,66-27-1,53 53 1,-13-40 0,13 14-16,0 12 0,-13-25 15,-106-41 1,93 41-1,26-14-15,-27 13 16,27 14-16,1-14 0,-1 0 16,-40 0-1,-26-39 1,13 13 0,-13-27-1,79 40 1,-26-13-1,40 27 1,-1 25-16,14-12 16,-13-1-16,12 1 15,1 13-15,0-14 16,0 27 15,-1-13-15,1 0 62,0 0-78,0-27 31,0 0-15,13 27-1,-14-13-15,14-1 16,0 14 0,-13-14-1,13 14-15,0-13 0,0-1 16,0-12-16,0-28 31,0-25-15,0 26-1,13-14 1,14 27 0,-27 27-16,0-1 15,13-25-15,0 12 16,0-13-16,1 0 16,-1-40-1,13-12 1,-12 65-16,25 0 15,-25 14 1,-1-1-16,0-12 16,13 12-1,1-13 1,13 1 15,-1-1-15,-12 14-16,-1 12 15,1 14-15,12-13 16,-12 0 0,39-14-1,-26 14-15,52-26 16,-52 25 0,13-12-16,53-14 15,26 14 1,13-1-1,-25 14 1,12 0 0,27 13-1,-27 0 17,-79 0-32,13 0 15,-13 0-15,13 0 16,66 0-1,1 0 1,-67 0-16,79 0 16,-79 0-16,27 0 15,39 0 1,1 0 0,-28 0-1,28 0 1,-1 0-1,-26 0 1,-40 0 0,-26 0-16,13 0 15,0 0-15,13 13 16,-27-13-16,41 27 31,-41-14-31,28 0 16,12 0-16,-53-13 15,133 27 1,-53-1 0,13 1-1,0-1 1,-13 0 0,-13-12-1,-41-14 1,28 13-1,-40 0 1,-14 0 0,0 1-16,1-1 15,-1 0-15,-12 0 16,12-13-16,0 27 16,1-14 15,13 13-16,-1-12 1,-25-1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05-23T12:57:16.5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16470 2553 0,'0'-13'15,"0"0"1,0 0 15,0-1-31,0 1 16,0-27-1,-13 27 1,-13-40 15,12 0-15,-25 0-1,25 14-15,1 12 16,0 1-16,-13-1 0,12-12 16,1 12-1,-13 1-15,12 13 16,1-1-16,0 1 0,-14 0 16,1-14-1,13 14 1,-14 0-1,-12 0 1,-27-1 0,-14 1-1,14 0 1,-13 0 15,39 0-31,-13-1 16,13 1-16,-13 0 0,-13 0 15,-26-1 1,-94-12 0,94-1-16,-14 1 15,13 13-15,1 0 0,26-1 16,-53-12 0,-53 26-1,-14 0 1,14 0-1,53 0 1,0 0 0,27 0-1,39 0 1,-13 0-16,13 0 16,-13 0-16,26 0 15,0 0 1,1 0-16,-28 0 15,28 0-15,-1 0 16,0 0 0,-13 0-1,-13 0 1,-40 13 0,14 14-1,26 12 1,13-26-1,0 1-15,-27-1 0,54-13 16,-40 13 0,-14 0-16,28 1 0,-1-1 15,26 13-15,-13-12 16,-12-1-16,-1 13 31,0 1-15,0 12-1,0 14 1,26-26 0,-12 12-1,12 14 1,14-26 0,13-14-16,0 0 15,0 14-15,0-1 16,0-13-1,0 14-15,0 13 16,27-14 0,-1-13-16,0 14 15,1-1-15,26 14 16,26 0 0,-26-1 15,13-12-16,-13-1 1,13 1 0,-52-1-16,38 27 15,-25-40-15,-14 0 16,14 14 0,-14-1-16,13-12 15,14-14-15,-27 26 16,14-13-16,26 27 15,0-14 1,26 27 0,27 13-1,-27-39 1,27 13 15,-66-27-31,13 13 16,-1-12-16,1-1 0,14 0 15,12 0 1,13 27-16,1-27 16,0 0-16,-1 1 0,-39-14 15,119 0 1,0 0 0,40 0-1,13 13 1,0 27-1,-67-40 1,41 0 0,-1 0-1,-39 0 1,-40-27 0,-53 14-1,14 0-15,-27-1 0,-14 1 16,54-27-1,-14 14 1,-26 0 0,26-1-1,-12-13 1,25 1 0,-52 12-1,13-12 1,13-14-1,-13 13 1,-27 13 0,-12 1-16,12 0 15,-13-1-15,0 1 16,1-1-16,-1-26 31,0 40-31,-13-13 16,0-27-1,0 0 1,0 13 0,0 27-1,0 0 1,0-1 0,0-25-1,-13 25-15,0 1 16,-1 0-16,-12-13 15,0 12-15,-1-12 16,14 26-16,-66-27 16,39 1-1,-13 13-15,-13-14 16,39 14 0,-12 0 15,25 0-16,-25 13 1,-1-14 0,27 14-1,0 0-15,-1 0 16,1 0-16,-13 0 16,-1 0-1,14 0 32,-14 0-31,14 14-1,-13-14 1,-1 0 0</inkml:trace>
  <inkml:trace contextRef="#ctx0" brushRef="#br0" timeOffset="14595.0493">10292 3982 0,'-13'0'62,"13"13"-62,0 14 16,0 12-16,-13 27 16,0 1-16,-1 12 15,14-26 1,-13 26-16,0-26 16,0 0-16,13-40 0,-14 67 31,14-54-16,0-13 1</inkml:trace>
  <inkml:trace contextRef="#ctx0" brushRef="#br0" timeOffset="15004.2991">10517 3903 0,'0'53'15,"0"52"1,-13 1 0,-14-13-16,1 26 15,-14 0-15,14-26 16,-1-14-16,14-26 15,0-14 1,13-25 0,-13-1 31</inkml:trace>
  <inkml:trace contextRef="#ctx0" brushRef="#br0" timeOffset="15340.6399">9909 4220 0,'13'-13'31,"27"13"-15,132 0 0,-80 0-1,107-13 1,-147-1-16,1 1 15,-39 13 1,-1 0 0,0 0-1</inkml:trace>
  <inkml:trace contextRef="#ctx0" brushRef="#br0" timeOffset="15731.8386">10623 4538 0,'26'26'15,"41"-13"-15,12-13 16,0 0-16,67 0 15,-54-13-15,-65 13 16,39-13-16,27-14 16,-40 14-1,-14 0 1</inkml:trace>
  <inkml:trace contextRef="#ctx0" brushRef="#br0" timeOffset="16483.8444">11562 4075 0,'0'26'16,"0"40"-1,0 0-15,-26 133 16,-14-54 0,14-65-1,12-27 1,14-40 0,-26-13 30,0-40-30,12-26-16,-25-172 16,12 132-16,27 27 15,0 12-15,0 41 16,40-53 0,105 65-1,120 41 1,-40-1-1,-119 1 1,-80-14 0,-13-13-1,-13 26 1,-53 27 0,14 0-1,-1 13 1,0-13-16,-13 27 0,27-14 15,13 27 1,26-14 0,40-66-1,92-53 1,-25-65 0,-107 25-1,-26-79 1,-54 1-1,41 52 1,26 93-16,0-1 16,0 67 15</inkml:trace>
  <inkml:trace contextRef="#ctx0" brushRef="#br0" timeOffset="16836.7697">12091 4405 0,'27'14'32,"92"12"-17,13-26 1,14 0 0,-54 0 15,-78-13-16,12 0 1,-26-1 15</inkml:trace>
  <inkml:trace contextRef="#ctx0" brushRef="#br0" timeOffset="17419.9217">12925 3770 0,'0'0'0,"0"14"15,-13 118 1,-14-26 0,-12-14-1,-1 1-15,-53 79 16,40-93 0,27-26-16,-1 0 15,1-13-15,13-14 0,13-13 16,0 1-16,0 12 15,66 14 1,26-40 0,14 0-1,-13 0 1,13-27 0,-53 14-1,-14 0 1,-25 13-16,-1 0 0,0 0 15,0 0 1,-13-13 62,0-1-62,0-12-1</inkml:trace>
  <inkml:trace contextRef="#ctx0" brushRef="#br0" timeOffset="20883.1592">4233 529 0,'-13'-40'0,"0"27"15,0-13 1,-1 13 0,-12-1-1,-14 1-15,-13 13 16,0 0-16,14 13 16,-1 27-1,-13-14 1,13 14-1,14-27 1,13 27 0,13 0-1,0 26 1,13-26 0,0-1 15,14-39-31,-14 0 15,13 0-15,14 0 16,0 0-16,52-66 16,-52 40-16,13-40 15,13-67 1,-53 54 0,-13-40-1,-13 13 1,0 53-1,13 40 1,0 0 0,13 13 15,14 0-31,92 13 16,13 40 15,0 26-16,-39 14 1,-54 13 0,-12 13-1,-27-27 1,-13 14 0,13-93-16,-14 14 15,14-14 32,27-39-47,118-146 16,41-14-1,-1 14 1,-106 106 0,-66 53-1,1 13 1,-54 13 62,-13 0-62,0 1-1,-13 12-15</inkml:trace>
  <inkml:trace contextRef="#ctx0" brushRef="#br0" timeOffset="22692.3964">4075 1177 0,'0'-13'15,"-27"0"1,-65-27-1,52 27 1,0 0-16,-79-53 16,93 66-1,-14-14-15,0 1 16,27 13 0,0 0 15,0 40-16,-1-27-15,1 66 16,13-39-16,0 13 16,0 40-1,0-27 1,0-40 0,40-26 30,-14-13-30,14 13-16,0-13 16,13 0-16,-27 13 15,27 0-15,13 0 16,-26 13-16,26 13 31,-53 1-31,14-1 16,-1 27-1,-26 13 1,-26 14 0,-67-1-1,40-26-15,-13-27 16,39-12-16,-12-1 16,12-13-16,14 0 15,-66-13 1,65-1-16,-12-25 15,13 25 1,13 1 0</inkml:trace>
  <inkml:trace contextRef="#ctx0" brushRef="#br0" timeOffset="23488.6816">4326 1191 0,'0'0'0,"0"26"15,13 14-15,27 79 16,13 40 15,-27-107-31,-13-12 16,1-13-16,-1 12 0,-13-25 15,0 12 1,0-13 0,0 0-1,0 1-15,26-41 63,14-26-63,0-26 15,105-133 1,-79 106-16,1 14 16,-41 12-1,0 28-15,-12 12 16,-28 40 203,-25 0-204,-14 0 1,-13 0-16,-14 0 16</inkml:trace>
  <inkml:trace contextRef="#ctx0" brushRef="#br0" timeOffset="24436.3454">2752 0 0,'13'26'63,"-13"1"-48,0 26-15,0-13 16,0 26 0,-13 13-16,-1-13 15,1-13-15,0 0 0,0 0 16,-14-13 0,27-27-1,0 13 1,-13 1-1,0-14 32,13 0 0,13 0-31,93 27-1,53-40 1,13 0 0,-53 0-1,-66 0 1,-40 0 0,-26 0 46,-27 40-62</inkml:trace>
  <inkml:trace contextRef="#ctx0" brushRef="#br0" timeOffset="24916.7285">2659 952 0,'0'0'0,"0"14"16,0 25-16,0 80 16,0 14-1,0 65 16,-13 14-15,-14-106 0,27-93-16,0 0 15,0-53 48,40-12-48,-13-28-15</inkml:trace>
  <inkml:trace contextRef="#ctx0" brushRef="#br0" timeOffset="25198.7021">2884 1111 0,'0'13'0,"0"40"16,0 14 0,-13 25-16,-14 27 15,14-53-15,0-13 16,-14 80 0,1-41-1,13-12 1,13-41-1,-27-26 1,14-13 0</inkml:trace>
  <inkml:trace contextRef="#ctx0" brushRef="#br0" timeOffset="25432.8807">2117 1495 0,'39'0'31,"27"0"-15,106 0-1,14 0 1,-28 0-1,-131 0 1</inkml:trace>
  <inkml:trace contextRef="#ctx0" brushRef="#br0" timeOffset="33282.7434">20280 463 0,'-13'13'31,"0"14"-15,-40 39-16,0-13 15,-106 92 1,14 14 0,-27 13-1,13-13 1,40-80-1,106-52 1,-1-14-16,1 0 16</inkml:trace>
  <inkml:trace contextRef="#ctx0" brushRef="#br0" timeOffset="33907.581">19566 688 0,'-13'0'0,"-1"40"16,-12 13-1,-27 79 1,-13 53-1,-13 13 1,26-118-16,26-14 16,-12 0-16,12-39 15,1 25-15,-1-12 16,1 13 0,26-40 15,26-13-16,120-13 1,-80 0-16,145-53 16,-118 39-1,-14 1-15,27-1 16,-66 14 0</inkml:trace>
  <inkml:trace contextRef="#ctx0" brushRef="#br0" timeOffset="45832.2547">18547 2103 0,'0'0'0,"0"-26"16,0-14-1,-53 1 1,-39-1-1,26 27-15,26-1 16,-13 1 0,13 13-16,14 0 0,-14 0 15,-13 0 1,40 0 0,-13 0-16,26 27 31,0-14-16,26 40 1,0-27-16,27 14 16,27 0-16,-1-1 15,106 54 1,-52 0 0,-67-41-1,-27 15 1,-39-41-1,-26 14 1,-14-14-16,-39 1 16,39-27-1,-13 0-15,-26 0 16,0-27 0,65 14 15,14-13-16,27-41 1,92-25 0,-26 52-16</inkml:trace>
  <inkml:trace contextRef="#ctx0" brushRef="#br0" timeOffset="46239.6374">19248 1746 0,'0'13'47,"0"107"-31,0 52-1,0 13 1,0-53 0,0-66-1,0-13 1,0-79 46,0-1-46,0-13 0</inkml:trace>
  <inkml:trace contextRef="#ctx0" brushRef="#br0" timeOffset="46876.5386">18627 1720 0,'0'0'0,"-14"0"16,81 0 46,52 0-46,13 0-16,40 0 16,145-80-1,-158 54-15,-27-14 16,-12 27-16,-54 0 15,-13 0-15,-14-14 16,-12 14-16,-14 0 16,0 13 31,-13 13 78,-26 0-110</inkml:trace>
  <inkml:trace contextRef="#ctx0" brushRef="#br0" timeOffset="51131.2732">21802 1468 0,'-40'-52'15,"80"104"-15,-93-118 16,26 53-16,1 0 16,-14 0-16,-39-1 15,-93 28 16,26 25-15,40 14 0,27 13-1,39 0 1,1 14 0,12 26-1,27-27 1,53 67-1,27-80 17,-28-27-32,1-12 0,0-1 15,-13 1-15,0-14 16,-1-13-16,80 0 16,-52 0-1,-28-13-15,41-14 31,-14-12-15,-13-1 0,-14 14-1,-12-14 1,-1 0 0,-13 14-16,-13 12 15,0-12-15,0 13 16,14-14-16,-1-12 15,13-1 1,-26 27-16,0-27 16,14 0-1,-14 14-15,0-14 16,0 0 0,0 1-1,-14-14 16,1 40-15,0-14-16,0 14 16,-1 0-16,1 0 15,-40-1 1,40 1-16,-13 13 16,-1 0-16,14 0 15,0 0 1,0 0 15,-1 0-31,1 0 16,-27 0-1,27 0 1,-27 0 0,27 0-1,0 0 1,-13 27-1,-1-14 1</inkml:trace>
  <inkml:trace contextRef="#ctx0" brushRef="#br0" timeOffset="62065.651">7567 6271 0,'-13'13'16,"26"0"-1,80 14 1,65-14-1,-39 0-15,-13-13 16,53 0-16,0 0 16,-27 0-16,106 13 15,-119 0 1,-66-13 0,-40 0 15,1 0-16,-1 0-15,-13-39 16,-13 12 0,-14-105-1,-12-66 1,25 105-16,-12 14 16,13 12-16,-1 28 15,14 12-15,0 14 0,0-27 16,0 14-1,0 13-15,0-1 16,0 1 15,0 0-31,40 13 16,0 0 0,-1 0-16,14 0 15,-13 0-15,13 0 16,13 0-1,93 0 1,-80 13 0,-13 14-1,-52-14 1,-14 27 0,0 26-1,0 26 1,-27 67-1,1-80 1,-14 1-16,27-14 16,13-26-16,-13 26 15,13-26-15,0-14 16,0 14-16,0-27 16,0 13-16,0 1 15,0-14 1,0 27-16,13-14 0,13-13 15,-13-13 1,27 0-16,53-13 16,-67-13-16,1-1 15,39-39 1,-13 0 0,-40-13-1,0 65-15,0-25 16,1-1-16,-1 0 15,0-13 1,-13 14 0,0 25-16,0-12 15,0 13 1,0 0 0,13-14 46,1 1-62,-1 26 16,13-40-1,-13 14-15,-13 12 16,0-12-16,0-14 16,0-13-16,-26-13 15,13 0 1,0 13-1,13 40-15,0 0 16,0-1-16,0 1 16,26 13-1,53 0 1,80 0 0,0 27-1,-27 12 16,-66 14-15,-52-26-16,12-1 16,-13 14-16,-13-14 0,0 14 15,0 39 1,-13 27 0,-27 13-1,27-66-15,-27 40 16,27-67-1,13 1-15,0 26 16,0-14 0,13-26-1,-13 1 1,27-1 15,-14-13-31,27 0 16,26 0-16,-13-13 0,13-1 15,40-25-15,-14 26 16</inkml:trace>
  <inkml:trace contextRef="#ctx0" brushRef="#br0" timeOffset="63284.6991">11271 5278 0,'0'27'15,"0"39"1,0 27-16,-13 39 16,-27 146-1,-13 13 1,0 0 0,27-132-1,13-107-15,13-38 16,0-1-1,0 0 1,0 0-16,0 1 47,26 12-31,14 1-1,0-1 1,65 14-1,-38-27-15,25 0 16,107-13 0,52 0-1,-79 0 1,-119 0-16,-13 0 16,-27 0-1,0 0 1,0 0-1,1-53 1,-14 27-16,13-67 16,26-26-16,14 0 15,0-13-15,53-146 16,13 13 0,-39 80-1,-28 93 16,-38 52-15,-1 40-16,-13-27 94,-13 14-94,-1 13 15,-38-26-15,-41-40 16,-79-1 0,-66-12-1,-14 26 1,67 27 0,146 12-1,-1 1 1,13 13-16,1 0 0,-27 0 15,-13 0 1,-80 0 0,14 27-1,39-1 1,41-26 0,-15 0-1,15 0 1,25 0-1,14 13 48</inkml:trace>
  <inkml:trace contextRef="#ctx0" brushRef="#br0" timeOffset="72299.8587">1839 7766 0,'26'-14'16,"40"-12"15,54-1-31,-1 27 31,-53 0-31,13 0 16,-39 0-16,13 0 16,0 0-16,-14 0 15,107 0 1,13 0 0,13 0-1,13 0 1,13 0-1,-105 0-15,13 0 16,-1 0-16,15 0 16,-15 0-16,120 0 15,-26 0 1,-1 0 0,-13 0-1,40 0 1,0 0 15,-26 0-15,-1 0-1,-105 0-15,-1 0 16,-12 0-16,12 0 16,93 0-1,67-39 1,-160 25-16,67-12 15,-106 13 1,0 0-16,13-1 16,-13 1-1,-27 13-15,41-13 16,-54 13-16,40-13 16,-27 13-16,1 0 15,-14 0 1</inkml:trace>
  <inkml:trace contextRef="#ctx0" brushRef="#br0" timeOffset="72948.8076">7289 7144 0,'119'-13'31,"-13"-14"-15,53 1-1,13-14 1,-146 27 0,1-1-1</inkml:trace>
  <inkml:trace contextRef="#ctx0" brushRef="#br0" timeOffset="73316.483">7223 7316 0,'40'0'31,"52"0"-15,14-40-16,13 27 0,0 0 15,67-27 1,-120 27 0,-53 13-1</inkml:trace>
  <inkml:trace contextRef="#ctx0" brushRef="#br0" timeOffset="74100.422">8639 6919 0,'0'-27'16,"-14"1"-1,1 13-15,-13 13 16,-1 0-16,1 0 16,-14 0-16,0 0 15,14 0-15,-67 0 16,1 39 0,52 1-1,0 39 16,40-52-31,0 39 16,0 27-16,14-40 0,-1-14 16,13 1-1,14-14 1,-14-26-16,14 0 16,26 0-16,-13-13 15,-26 0-15,-1 13 16,1 0-16,-14 0 15,13 0 1,-13 26 0,-13-12-1,0 12 1,0 14-16,-13-27 16,-13 0-16,-14 0 15,0 1 1,-26-14-1,-26 0 1,39-14 0,40 14-1,39-13 1</inkml:trace>
  <inkml:trace contextRef="#ctx0" brushRef="#br0" timeOffset="74690.9882">8824 7078 0,'0'13'31,"0"66"-31,0 14 15,-40 52 1,27-39-16,-27 79 16,40-145-16,0 0 15,0-27 1,-13-39 15,0-94-15,13-78-1,39-53 1,41 39 0,-1 93-1,40 40 1,-26 52 0,-67 14-16,54 26 15,-54 0 1,-13 14-1,27 26 1,-27-14 0,-13-12-1,-13 13 1,-27-27 0,-52-13-1,-120-13 1,53-1-1,106 14-15,27 0 16,13 0 0</inkml:trace>
  <inkml:trace contextRef="#ctx0" brushRef="#br0" timeOffset="97680.9627">12369 7832 0,'0'-14'16,"-13"14"-1,0 0-15,-40 0 31,40 0-15,-27 0-16,-26 0 16,26 27-16,0-1 15,14-12 1,13 12-16,-14-13 16,1 14-16,-1 12 15,14-12-15,13-14 0,0 14 16,0 12-1,0-12 1,40 12 0,39-12-1,80 26 1,-66-27 0,-54-13-1,14 1-15,-13-1 16,0 0-16,-27 14 0,13 12 31,1-12-31,-14-1 16,-13-13-16,0 27 15,-27 53 1,-25-40 0,12-40-1,-40-13 1,28-40-1,25 27-15</inkml:trace>
  <inkml:trace contextRef="#ctx0" brushRef="#br0" timeOffset="99097.7931">12912 7990 0,'0'40'16,"0"66"-1,-14 53-15,-25 132 16,-14-80 0,40-144-1,13-54 1,0 0-1,0-26 48,-27-40-63,1-40 16,-1-158-1,-39 39 1,26 40-1,14 93 1,-1 13 0,27 26-1,40 0 17,13 14-32,26 13 0,-12 13 15,25 0-15,1 0 16,-14 0-16,40 0 31,-66 0-31,-13 13 16,-27 0-16,0 0 15,1 1 1,12-1-16,-13 13 16,-13 1-16,-26 26 15,-1 0-15,-12 13 16,-67 53-1,53 0 1,40-13 0,39-1-1,80-65 1,39-53 0,-78-27-1,12-26-15,14-13 0,-54-27 16,-26 13-16,14-65 31,-67-28-15,-66 28-1,1 25 1,65 94 0,40 25-1,13 14 1,67 0-16,-28 27 15,28 13-15,-27 12 16,-14-12-16,1-13 16,-13 12-16,-27 14 15,13 0-15,-13 79 16,-13-52 0,-14-14-16,-13 40 31,1-27-31,25-52 31,14-14-15,0-40-1,0-39 1,0-40-16,0-26 16,14-40-16,39 0 15,66-66 1,-40 185-16,80-26 15,-93 79 1,27 0-16,52 79 16,1 14-1,-67 13 1,-39-27 0,-40-26-1,-53-40 16,-172-53-15,106 1-16,39-1 16,41 27-16,-1 0 15,27 13-15</inkml:trace>
  <inkml:trace contextRef="#ctx0" brushRef="#br0" timeOffset="119627.7253">6019 3029 0,'27'0'94,"-1"14"-78,27-14-16,106 13 15,-53-13 1,26 0-16,0 0 15,27 0-15,13 0 16,26 0 0,-26 0-16,186 0 15,-226 0-15,-26 0 16,79 0 0,-53 0-1,27 0 1,-40 0-1,-79 0 1,-14 0 0,-13 0 62,1 0-78,-1 0 15,13 0 1,14 0 0,13 0-1,-27 0 1,-12 0 0,12 0-1,27 0 1,-40 0-16,14 0 15,-14 0-15,13 0 16,-12 0-16,-1 0 16,13 0-1,1 0 1,-1 0 0,-13 0-1,1 0 32,-14-13-16,0-1-31,0-25 16,0-1 0,0 14-16,0-27 15,0 0-15,0-13 16,0 0-16,0-1 15,0 1-15,0-53 16,13 53 0,-13 26-16,0 1 15,13-14 1,14 0 0,-27 26-1,0 14 1,0 0 15,0 0-15,0-1-1,0-12 17,-14 13-17,-65 13 1,-67-40-1,1 14 1,26-1 0,13 1-1,-53-1 1,-26-26 0,0 27-1,92 13 1,14-1-16,39 14 15,-26 0 1,-13 0-16,13 0 16,-27 0-16,14 0 0,-14 0 15,-66 0 1,0 0 0,40 0-1,53-13 1,-13 0-1,26 0 1,-40-14 0,80 27-1,-40-13-15,27 13 16,-1 0-16,-12 0 0,-1 0 16,13 0-1,-12 0-15,12 0 16,1 0-16,-14 0 0,-26 0 31,0 0-15,26 0-1,27 0 1,-14 0 0,1 0 109,13 40-110,0-1 1,13-25-1,0-1 1,-14 40 0,14-14-1,0 41 1,0-54-16,0 1 16,0 12-16,0 1 15,0-13-15,0-1 16,0 0-16,0 1 15,0-1-15,14 41 16,-14-41 0,0 0-16,13 41 15,-13-41 1,0 40 0,26 0-1,-13-26 1,1 26 15,-14-39-15,0-14-16,13 13 15,-13 1-15,0-14 16,0 0 0,0 0-16,13 14 15,-13-14-15,0 0 16,13 14-1,-13-14 1,0 0 0,0 1 62,0-1-63,0 0 1,0 0 0,0 0-1,0 1 1,0-1 15,0 13-15,0-12-1,0-1 1,0 13 0,14-12-1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3-05-23T12:59:41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7805 4075 0,'13'0'0,"14"0"16,-14 0 0,27 0-16,66 0 15,-27 0-15,14 0 16,158 0 0,53 0-1,67 0 1,-14 0-1,-26 0 1,-186 0-16,14 0 16,-27 0-16,0 0 15,-26 0 1,-13 0-16,-27 0 0,0 0 16,80 0-1,-80 0 1,66 0-16,-66 0 15,14 0 1,52 0 0,-53 0-1,-13 0 1,14 0 0,52 0-1,67 0 1,-107 0-16,1 0 15,-27 0-15,-26 0 16,26 13-16,-53-13 16,0 0-16,0 0 15,1 0 17,-1 0 249,13 0-281,14 0 15,26 0 1,-13 0 0,-13 0-16,-1 0 0</inkml:trace>
  <inkml:trace contextRef="#ctx0" brushRef="#br0" timeOffset="8845.8527">14764 4088 0,'13'0'78,"27"0"-63,26 0-15,53 13 16,-27 0 0,28 14-16,-15-14 15,-12-13-15,132 0 16,-53 0 0,-13 0-1,-120 0 1,-12 0-16,-14 0 47,0 0-32,-39 0 17,-1 0-17,-92-13 1,13 13-16,-26 0 15,26 0-15,14 0 16,-14 0-16,53 0 16,-40 13-1,133-13 63,145 0-62,-92 0 0,39 0-1,-66 0 1,-53 0-16,1 0 16,-41 0 30,-26 0-46,-13 0 16,0 0-16,0 0 16,13 0-16,40 0 15,0 0-15,26 0 63,0 0-63,80 0 31,-54-13-15,-12 13-1,-14 0 1,0 0 15,0 0-15,27 0-1,-27-27-15,1 14 16</inkml:trace>
  <inkml:trace contextRef="#ctx0" brushRef="#br0" timeOffset="10012.063">16470 3228 0,'0'0'16,"-13"-13"-16,0-1 0,-14 1 15,-12-13 1,-1 13 0,0-1-1,1 1 1,12 13-16,1 0 15,-27 0-15,13 13 16,-13 14 0,-13-1-1,26 27 1,1-13 0,25 0-1,-12-14-15,0 14 0,26-14 16,-27 14-1,14 52 1,13 14 0,0 0-1,0 26 1,40 1 0,-14-67-16,0-13 15,-12-14-15,-1 1 16,13 0-16,1-1 15,13-25-15,-14 25 16,0-12-16,14-14 16,0 0-1,-1 1-15,-12-1 0,13 0 16,-14-13-16,53 0 16,-26 0-1,0 0-15,66-13 16,0-40-1,14 0 17,-27-13-17,-40-14 1,-13 14 0,-40-13-1,-13-14 1,0-52-1,0 105 1,-27 0-16,-26-39 16,14 39-1,-14 14-15,-53-40 16,-26 39 0,-93-26-1,93 53 1,-27 0-16,13 0 15,14 0-15,39 0 16,40 0 0,14 0-1</inkml:trace>
  <inkml:trace contextRef="#ctx0" brushRef="#br0" timeOffset="16458.0794">16431 4564 0,'-14'0'31,"-12"0"-31,13 0 16,-40 0-1,-13-26 1,39-1-16,14 1 15,0-14-15,13 14 16,0-27-16,53-40 16,-14 53-1,1 27 1,26-13-16,-26 26 16,26 13-1,-26 40 1,-1 0 15,-39 26-15,-39 40-1,-1-39 1,-26 12 0,-27-26-1,-39 0 1,53-52-16,-40 25 15,66-39 1,0 0-16,26 0 16,-12 0-16,-1 0 15,0 0-15,-26-26 16,26-27 0,40 40-1,0-14 1,0 14-1,40 13 17,66 0-17,-40 0-15,66 0 16,-13 26-16,-13 1 0,0-14 16,-40 14-16,-13-1 15,40 1 1,-40 12-1,0-26 1,-27 1 0,-13-14-1,0 0-15,1 0 32,-1 0-32,0 0 15,14 0 1,-14 0-1,0 0 17</inkml:trace>
  <inkml:trace contextRef="#ctx0" brushRef="#br0" timeOffset="17807.9469">18944 2103 0,'40'0'78,"-14"0"-63,67-92 1,-53 52 0,-14-13-16,1 0 15,-1 0-15,-13 14 0,-13 12 16,13-26-16,1 14 15,-14 25-15,0 1 16,0 0 0,0 0-16,0 26 125,0 66-110,-14-26 1,-12 13 0,0 40-1,12 27 1,-12 12-1,13-79 1,-1-13-16,14-40 16,0 1-16,0-1 31,-13 0-15,-13 0 140</inkml:trace>
  <inkml:trace contextRef="#ctx0" brushRef="#br0" timeOffset="19079.7113">19341 1945 0,'0'0'0,"-66"13"15,-27 13 1,80-26 0,-27 0-1,40-13-15,-26 0 16,13-27-16,-1 1 15,14 12-15,0-13 16,27-65 0,39 12-1,66 14 1,-66 65-16,40 14 16,-53 0-1,0 14-15,-40 65 16,1-13-1,-14 66 17,-40 1-17,-66 25 1,-53-39 0,-66 27-1,1-67 1,118-52-16,66-14 15,14-13-15,-1 0 16,-13 0 0,27-13-16,-13-67 15,13 41 1,13 12 0,13 27-16,66 0 15,80 0-15,-27 27 16,27-1-16,92 14 31,-171-27-31,-41 0 16,1 1-16,0-1 0,-27-13 15,0 0 1,0 0 0,14 0-1,65 0 1,1 0-16</inkml:trace>
  <inkml:trace contextRef="#ctx0" brushRef="#br0" timeOffset="21178.438">19883 2289 0,'0'0'0,"-92"-80"16,65 14-16,1 13 16,13 0-16,-1 14 15,14-1-15,14-13 16,25 13-16,14 14 15,0 13 1,0 13 0,-40 26-1,1 1-15,-1 25 16,-13-12-16,0 26 0,0 27 16,-13-27-1,-1-13-15,-12 0 16,13-13-16,-14-14 0,27 0 15,-13-12-15,13-1 47,13-13-31,106-93 0,27-118-1,-54 65 1,-65 80-1,-40 53 17,-14 26-17,14 13-15,-27 80 16,27-26 0,13-54-16,0 67 15,0-27 1,53-53-1,13-13 17,0-53-17,0-66 1,-39 66-16,-14 14 16,-13 25-16,0-12 15,0 13-15,0-1 16,0 28 15,-13 25-31,13 27 16,0 27-1,26-67 1,-12-26 0,25 0-1,1-13-15,0-26 16,-1-28-16,1 15 31,0 12-15,-40 80-1,-27-14 1,14 14 0,0 13-16,-1-1 15,1-12-15,13-27 0,0 14 16,0 13-1,0-27 1,13-13 0,27-13-1,0-67 1,-27 67 0,0 39 46,-13-12-46,27-1-1,-1-13 1,14-93 0,26-92-1,-13-40 1,-40 80-1,-13 92 1,13 13 0,1 66-1,12 54 1,-13 26 0,-13-40-16,0 40 15,14 13 1,-14-53-16,0 0 15,13-13 1,0-13-16,0-40 16,1 0-16,-1-53 15,0-13-15,13-40 16,-12 0-16,25 13 16,14-65-1,-13 105 1,-14 53-1,-26 39-15,40 41 16,-13-1-16,12 0 16,14-26-16,0 0 15,40 0 1,-54-40-16,-25-13 16,-14-39 15,0-54-31,-27-26 31,-13 40-15,1 65-1,12 14 1,-26 14 0,27 78-1,26 27 1,26-79-16,41 13 15,-41-40 1,0-13-16,41-53 16,-54 0-1,-13 40 1,0 0 15,0 26-31,-13 53 16,13 40-1,26-40 17,1-53-32,12 1 15,1-14-15,13-40 0,-14-13 16,1 0 0,0-53-1,-27 67-15,-13 12 16,0 14-16,-13 13 15,-14 0 1,14 26 15,13 1-31,0-1 16,13 41 0,40-41-1</inkml:trace>
  <inkml:trace contextRef="#ctx0" brushRef="#br0" timeOffset="21462.9324">22476 2527 0,'-13'0'0,"26"0"0,-13 0 47,53 0-32,66 0 1,-26-13 0,-40-1-16,-27 14 15,27-13-15,-26 13 0,-14 0 16,13 0-16,-12 0 15</inkml:trace>
  <inkml:trace contextRef="#ctx0" brushRef="#br0" timeOffset="21732.3737">22953 2130 0,'0'0'0,"39"0"0,1 13 16,-14 40-16,1 0 16,-1 40-16,-12-1 15,-1-12-15,-13-28 16,0-12-16,0 13 16,-13-26-16,-40 25 15,-13-52 1,-1 0-1,28 0 1</inkml:trace>
  <inkml:trace contextRef="#ctx0" brushRef="#br0" timeOffset="22207.3356">23376 2844 0,'0'0'0,"40"0"46,-27-26-46,40-54 16,-27 14 0,67-132-1,-53 118-15,-1 14 16,-12 0-16,-14 53 0,0 0 16,-13 52 15,-26 173-16,-54 53 1,-26-14 0,80-158-1,-14-1-15,14-12 16,13-41-16,-1-12 16,14-54 30</inkml:trace>
  <inkml:trace contextRef="#ctx0" brushRef="#br0" timeOffset="23265.8481">22886 3241 0,'0'13'16,"14"1"-16,92 12 15,290 14 1,-224-40-16,53 0 16,-66-27-16,-27 14 15,-13-13-15,-52-1 16,-41 27-16,-13 0 15,0 0 1,-26 0 140,0 0-156,0 0 16,0 0 15,-1 0 32,1 0-48,0 0 1,-14 0 0,14 0-16,0 0 46,0 0-14,-1 0 15,1 0-16,0 0 31,0 0-30,0 0-17</inkml:trace>
  <inkml:trace contextRef="#ctx0" brushRef="#br0" timeOffset="33847.4039">24725 1918 0,'0'-26'0,"0"13"16,0-27 0,0 0-1,-13-13 1,-13 27-1,-41-14 1,1 0 0,13 14-1,-13-1-15,0 14 0,13 0 16,-13 0-16,-13 0 16,-14-1-16,0 1 15,1 0 1,26 13-16,-27 0 15,-132 0 1,146 0-16,-14 0 16,1 0-16,12 13 15,14 14-15,13-14 16,-53 40 0,-13 26-1,13 40 1,-13 40-1,14 66 1,38 53 0,15-40-1,38-132-15,-12 13 16,-1 0-16,14-13 16,0 13-16,13 39 31,0-25-31,13 12 31,0-52-15,1 13-1,12 39 1,-13-66-16,14-26 16,-1 0-16,1 0 15,-1-13-15,-13-14 16,1 14-16,-1-13 15,0-1-15,0-13 16,0 14-16,27-1 16,-13 1-16,65 26 15,-26-14 1,-13-26 0,0 1-16,-13-1 15,0-13-15,79 26 16,-27 1-1,1-27 17,39 0-17,-52-27-15,-14-26 16,13 14-16,0-27 0,1-1 16,-14 28-1,-13-1-15,-13 0 16,-1 1-16,1-1 0,-27 14 15,0-14 1,14 27-16,-1-14 16,-12-13-16,25-26 15,14-26 1,0-1 0,0-13-1,-13 14 1,-1-14 15,-12 26-15,-14 41-16,27-67 15,-27 53-15,13 0 16,1-53 0,-1 0-1,-12 67-15,-14-1 16,0-26-16,13-27 15,0 27-15,-13 27 16,13-67 0,0 40-1,1-1 1,-14 28 0,0 12-1,0 14-15,0-13 0,0 12 16,0 1-1,0 0 1,0 0 0,0-1-1,0 1-15,0 0 16,0 0 0,0-1-1,0 1 1,0-13-1,0-1-15,-14 14 16,14-13-16,-13 12 16,13 1-1,-13-13-15,0 13 32,0-1-32,13-12 31,-14 13 0,1-1-15,13 1-1,-13 13 1,13-13 0,0 0 15</inkml:trace>
  <inkml:trace contextRef="#ctx0" brushRef="#br0" timeOffset="34627.8196">22450 3612 0,'0'0'0,"0"13"31,26 40-31,1 0 15,39 132 1,-13-79-16,13-14 16,40 67-1,53-13 1,-54-94-16,-12-12 16,0 0-16,12-14 15,-38-12-15,-14-1 16,-40-13-16,26 0 15,1 0 1,-27-27 0,-13 14-16</inkml:trace>
  <inkml:trace contextRef="#ctx0" brushRef="#br0" timeOffset="34953.309">22093 4339 0,'0'0'16,"-14"0"-16,14 13 15,27-13-15,79 0 16,0-39-16,171-54 16,-158 14-1,1 39-15,38-39 16,-78 39 0,-67 27-1,13 0-15,-12 13 16,-1 0-1</inkml:trace>
  <inkml:trace contextRef="#ctx0" brushRef="#br0" timeOffset="35847.705">24236 4154 0,'-40'0'16,"0"0"-16,-12 0 16,184 0-16,-344 0 0,159-13 15,14-14-15,-41-12 16,67 25-1,13-25 1,0-14-16,40 0 0,13 13 16,-1-13-1,15 14-15,12 12 16,-53 27-16,1 0 16,13 40-1,-27 39 1,-13 106-1,-13-92 1,-27 26-16,0-26 16,-13-1-16,-13 14 0,0-27 15,-66 27 1,-1-26 0,94-80-1,-14 13-15,40-13 16,-27 0-16,13 0 15,1 0 1,-14-13-16,-26-67 16,40 41-16,-1 12 15,14 14 1,13 0 0,13-1-1,106 28 1,159 78-1,26 27 1,-26-13 0,-159-79-16,-53 26 15,14-40-15,-27 0 16,-40-13-16,13 0 16,-12 0-16,12 0 15</inkml:trace>
  <inkml:trace contextRef="#ctx0" brushRef="#br0" timeOffset="62727.9895">8771 5728 0,'0'27'15,"0"12"1,-13 120 0,-1-40-16,1 146 15,13-146 1,0 26-1,0-12-15,0-14 16,0-53-16,0 0 0,0 0 16,0 0-1,0 93 1,0-106-16,13 13 16,-13-39-16,0-14 15,14 13 32,-1 1-16,-13-14-15,26 0 0,54 27-1,-1 0 1,14-27-1,-1 0-15,1-13 16,66 0-16,13 0 16,0 0-1,13 0-15,-40 0 16,-12 0-16,-14 0 0,-53 0 16,-13 0-16,-27 0 15,27 0 1,-40 0-16,14-13 15,-14 13-15,-13-27 16,0-12 0,-13-133-1,-14-119 1,27 132 0,-13-53-16,0 27 15,13 39-15,0-12 16,0 25-16,0 28 15,0-41-15,13 14 32,27 26-17,-27 79 1,0 1 0,-13 13-1,0 0 1,0-1-1,0 1 1,-26 0-16,-1 0 16,1-1-1,-14 1-15,1-13 0,-14 12 16,-27 1 0,-78 13-1,65 0 1,0 0-16,-13 0 15,-26 0-15,-93 0 32,133 0-32,-67 27 15,132-27-15,14 0 16,-40 13 0,-13 0-1,27 0-15,25 1 16,-25 12-16,-1-13 15,0 1-15,14-1 16,-67 26 0,40-25-1,27-1-15,13-13 16,-1 0-16,1 0 16,0 0-1,13 13 16,0 0-15</inkml:trace>
  <inkml:trace contextRef="#ctx0" brushRef="#br0" timeOffset="63145.0765">9842 6443 0,'0'0'15,"-39"13"-15,-27 0 0,-120 27 16,-158 26 15,133-13-31,-54 13 16,1-13-16,52-13 0,27-1 15,52-26 1,-78 27 0,145-27-1,52-13 1,41 0 31,13 0-32,-14 0 1,14-26-16</inkml:trace>
  <inkml:trace contextRef="#ctx0" brushRef="#br0" timeOffset="63550.95">8109 6575 0,'0'-13'16,"-52"13"-1,25 26 1,-13 1-16,14 12 15,-14 27 1,27-26 0,13-13-1,0-14 17,13-13-17,40 0-15,93-27 16,-1-12-1,-105 25 1,-27 14 0,0 0-1</inkml:trace>
  <inkml:trace contextRef="#ctx0" brushRef="#br0" timeOffset="77360.4664">4167 8864 0,'0'0'0,"-13"0"0,0-14 15,-14 1 1,-12 0 0,-54-14-1,53 27-15,-52 0 16,78 0-1,-25 0-15,12 27 16,27-14 0,0 66-1,40-12 1,26 25 0,40-12-1,26 52 1,-52-66-1,-41 0 1,-39-39 15,0-1-15,0 1-16,-26-14 16,-14 0-16,0-13 0,-26 0 15,-66 0 1,53 0-1,39 0 1</inkml:trace>
  <inkml:trace contextRef="#ctx0" brushRef="#br0" timeOffset="78794.3474">4604 8916 0,'0'14'16,"0"25"-1,-13 133 1,-1-79-16,1 0 16,0-14-16,0-13 15,-1 13-15,14-26 16,0-26-1,0-14 17,0-39-1,0-14-15,-13-26-16,0-14 15,-14-25-15,14 12 16,-13 0-16,-14 14 15,14 26-15,12 13 16,14 27-16,0 0 16,0 0-16,67-14 15,-15 27 1,28 0-16,118 0 16,-52 13-1,-67 14 1,-52-14-1,-27 14 17,0 12-17,-14-12-15,-12 12 16,26-12-16,-27 13 16,-25 12-1,25-25-15,1 13 16,12-1-16,14-25 0,0 38 15,40-12 1,0-27 0,26-13-1,-26-79 1,-27 13 0,-13 13-1,-13-40-15,-1 54 16,14-14-16,-26-27 15,26 67-15,0-13 16,0-1 0,53 1-1,-13 26-15,-1 0 16,14 13-16,-26-13 0,12 13 16,-25-13-16,-1 13 15,26 67 1,-39-14-1,-26 93 1,-27 13 0,13-66-1,14-80 1,13-52 15,13-41-15,0-131-1,39-93 1,14 172 0,53-66-1,-27 118-15,1 41 16,39 0 0,26 52-1,-65 27 1,-40 0-1,-27-13-15,-13-14 16,0 40-16,-27-13 16,-12 0-16,-28 13 15,-12 0-15,-14-39 16,1 26-16,-54-14 16,80-39-1,40 0 1,-1 0-1,1 0 17,-1-13-17,27 0 1,-26-14 0,13-12-1</inkml:trace>
  <inkml:trace contextRef="#ctx0" brushRef="#br0" timeOffset="82391.319">2077 8520 0,'0'13'47,"13"0"-32,40 0-15,0 0 16,40 1-16,-1-14 16,14 0-16,79 0 15,-13 0-15,265 0 16,145 0 0,13 0-1,40 0 1,-132 0-1,13 0 1,66 66 15,0-13-15,-40-27 0,-79-26-1,-251 0-15,13 0 16,-13 0-16,-14 0 0,1 0 15,158 0 1,-13 0 0,13 0-1,-26 0 1,-133 0 0,-39 0-1,-40 0 1,-13 0-1,145 0 17,40-13-17,-119 13-15,27 0 16,-1 0-16,-26 0 0,-13 0 16,-27 0-1,-92 0 1,-27 0-1</inkml:trace>
  <inkml:trace contextRef="#ctx0" brushRef="#br0" timeOffset="89527.8935">1005 3903 0,'14'13'0,"-28"-26"0,54 39 16,0-26-16,-14 13 0,14 1 16,66 25-1,26 27 1,0-26 0,-79-14-1,13-12-15,14-1 16,-14-13-16,27 0 15,12 0-15,1 0 16,26 0-16,-12 0 16,144 0-1,-39 0 1,-27 0 0,41 0-1,91 0 1,94 0-1,-14 0 1,-13 0 0,-199 0-16,14 0 15,13 0 1,0-27-16,-27 27 0,0 0 16,-12 0-16,-1 0 15,-40 0-15,186 0 16,-146 0-1,14 0-15,237 0 16,41 0 15,-173 0-31,13 0 16,40 0-16,-39 0 16,317 0-1,-172 0 1,-79 0-1,-199 0-15,-13 0 16,40 0-16,12 0 16,15 0-16,276 0 15,-276 0 1,-1 0-16,172 0 16,-13 0-1,-225 0 1,13 0-16,-13 0 15,-13 0-15,52 0 16,-26-13 15,1-13-15,-67 13-16,-27-14 16,14 14-16,13 0 0,-53 13 15,53 0 1,14-14-16,65-12 15,-105 13 1,-1 0-16,120-40 16,-27 26-1,40-26 1,-106 27 0,0 13-16,-26-27 15,0 27-15,52-27 16,-39 13-1,-27 1 17,-66 0-32,14 12 15,-1-12-15,-12 13 0,-1-1 16,0 1 0,0 0-16,1 13 15,-14-27 1,-27-12-1,-26-27 1,-53 0 0,-52-27-1,-54 14 1,-53 12 0,107 41-16,-28-14 15,14 14 1,-13-14-16,-40 0 15,27 14-15,-173-53 32,160 65-32,-133 14 15,119 0-15,13 0 16,-251 0 0,225 0-16,0 0 15,0 0-15,13 0 16,-13 0-16,13 40 15,0-27-15,13 27 16,-39 0-16,26-1 16,-238 27-1,-13 1 1,0-67 0,224 0-16,14 0 15,0 0-15,0 0 16,13 0-16,-212 26 15,41 40 17,-28 27-17,226-67-15,-27 14 16,-26 0-16,12-27 16,-184 27-1,92-1 1,67-12-1,145-27-15,-14 0 16,28 0-16,-15 0 16,15 0-16,-1 0 15,-26 0-15,-93 0 16,106 0 0,-14 0-16,-92 0 15,14 0 1,26 0 15,92 0-31,27 0 16,-27 0-16,27 0 0,-27 0 15,14 0 1,-133 0 0,146 0-16,0 0 15,0 0-15,0 0 0,-27 0 16,-92 0-1,53 0 1,-40 0 0,-14 0-1,54 0 1,66 0 0,-13 0-16,13 0 15,-1 0-15,1 0 16,0 0-16,0 0 15,-13 0-15,-54 0 16,80 0 0,-66 26-1,93-26-15,-27 13 16,13 1 0,-13-1-16,-26 13 15,39-12-15,14-1 16,-27 26-1,-13 1 1,53 0 0,-14-40-1,27 26 1,0-12-16,0-1 16,27 0-1,12 0 16,-26-13 1,27 0-17,26 27 1,27-14 0</inkml:trace>
  <inkml:trace contextRef="#ctx0" brushRef="#br0" timeOffset="92488.5317">2011 7514 0,'0'0'0,"-27"0"15,-26 0-15,-13 0 16,-26 0-16,-14 53 16,0 13-1,27 53 1,-1 80 15,54-107-31,-27 133 16,53-106-16,0 27 15,40 13-15,-14-1 16,53 14 0,-12-13-16,38-13 15,1-27-15,27-14 16,12 1-16,27-40 15,40 14-15,39-1 0,67-13 16,515 106 0,172 27-1,133 26 1,0 0 0,13 13-1,-27-66 1,-52-40-1,-146-79 1,-291-53 15,-371 0-31,14 0 16,0 0-16,-40 0 0,0 0 16,-13 0-16,-40 0 15,226-40 1,-94-52-1,-92 12 1,-27-39 0,-39 13-1,-13-52 1,-80 78-16,-27 1 16,14-27-1,0 13-15,13-92 16,-52 93-1,-1-28-15,0 28 16,-13-1-16,0-39 16,-53-80-1,-39-26 1,-41-13 0,-39-14-1,-26 54 1,-53 39-1,-27 13 1,-66 13 0,-40 1-1,-66 13 1,186 52-16,-265-39 16,224 53-1,54 26-15,-358-66 16,54 1-1,-80 38 1,-40 67 15,-53 0-15,146 0 0,106 0-1,225 0-15,13 0 16,26 0-16,-26 0 15,13 0-15,0 0 16,-159 0 0,1 0-1,237 0-15,-171 0 16,171 0 0,-12 0-16,-67 40 15,39-13 1,1-27-1,-40 39 1,0 1 15,146-40-31,0 0 16,-14 0-16,0 0 0,27 0 16,13 0-16,-26 13 15,0 14 1,12-14-16,-52-13 15,67 0 1,-15 0-16,-25 13 16,-1 0-1,-13-13 1,-39 0 0,-14 27-1,40-1 1,66-13-1,0 1 1,0-1-16,0 0 0,0 0 16,-52 1-1,52-1 1,26 0-16,1-13 16,-1 13-16,1 1 15</inkml:trace>
  <inkml:trace contextRef="#ctx0" brushRef="#br0" timeOffset="96081.0305">16550 8771 0,'0'13'47,"0"67"-32,0-28 1,0 28-16,0 12 15,-40 67-15,27-40 16,0-13-16,-14-13 0,-13 26 31,40-106-15,-13-39 15,13-14-31,0-13 16,13-66-1,14 92-15,26-52 16,-14 53 0,1 12-16,-13 1 15,12 13-15,80 53 16,0 106 0,-79-14-1,-27-65 1,-39 12-1,-14-79 1,-13-13 15,14 0-31,-1-26 16,-13-14-16,0 1 16,0-27-1,40 52-15,13 1 16,40 13-1</inkml:trace>
  <inkml:trace contextRef="#ctx0" brushRef="#br0" timeOffset="96984.6415">17476 9750 0,'0'0'16,"0"-13"-16,0-14 0,0 14 16,0-27-16,0-13 15,-14 0-15,-12 27 16,-106-40-1,-27 39 1,53 54 0,53 92-1,40 13 1,13-13 0,0-79-1,0-14-15,13-26 16,27-26-1,26-27 1,13-13-16,-12-13 0,-1-1 16,-27 27-16,-12 14 15,-14 12 1,-13 54 15,-26 39-15,12 13-16,-25 27 15,26-14-15,13-39 16,0 0 0,13-26-1,106-80 1,66-225 0,-119 172-1,0 14 1,-26 12-16,-14 14 0,-12 13 15,-1 27-15,-13 12 16,0 28 31,-27 52-31,-25 13-1,-15 80 1,1-13-1,53-94-15,0-12 16,13-27-16,0 14 16,0-1-16,0 14 15,13-40 1,-13 13 0,26-13-1,1 0-15,-14 0 16,40 0-16,-26-13 15,-14-14 1,-13 14 0</inkml:trace>
  <inkml:trace contextRef="#ctx0" brushRef="#br0" timeOffset="97239.5758">17251 9604 0,'40'0'31,"-1"14"-31,1-1 16,13 0-16,39 14 16,-39-14-1,-26-13 1,-14 0-1,-13-27 17</inkml:trace>
  <inkml:trace contextRef="#ctx0" brushRef="#br0" timeOffset="97488.8118">16999 9221 0,'0'0'0,"0"-40"0,14-13 16,12 0-1,40-13-15,0 26 0,40-13 16,-40 27-16,14 13 16,-67 13-16,13 0 15,14 0 1,-27 13-16,14 66 15,-27-12 1,0 25-16,0 40 16,-53 14-16</inkml:trace>
  <inkml:trace contextRef="#ctx0" brushRef="#br0" timeOffset="97673.3883">16682 10451 0,'0'-26'94,"13"12"-94,27-12 15</inkml:trace>
  <inkml:trace contextRef="#ctx0" brushRef="#br0" timeOffset="98494.0359">15888 10517 0,'0'13'31,"0"80"-15,-39 238-1,-1-40 1,13-80 0,27-171-16,0 13 15,0-13 1,0 13-1,-13-27-15,0-26 32,0 0-32,-27-40 0</inkml:trace>
  <inkml:trace contextRef="#ctx0" brushRef="#br0" timeOffset="98694.0619">14989 10993 0,'13'0'16,"53"0"0,53 14-16,13 12 15,226 27 1,-173-27-16,-13-12 16,-14-1-16,-65-13 15,39 26-15,-65-12 16</inkml:trace>
  <inkml:trace contextRef="#ctx0" brushRef="#br0" timeOffset="99521.0205">16642 10993 0,'0'0'0,"-39"-26"0,-1 13 16,27 13-16,-27 0 15,-13 13-15,-26 80 16,52 39-1,27-66 17,0-26-32,27-14 15,-1-13-15,27-13 0,53-26 16,-27-40 0,93-106-1,-132 106-15,0 13 16,-27 13-16,0 40 0,-39 0 31,-14 40-15,-26 92-1,26 0 1,27-79 0,13-26-1,40-14 16,12-53-31,15-26 0,12-27 16,14-26-16,92-132 31,-119 132-31,-13 40 16,-27 12-16,-12 41 0,-14 13 16,-14 13 15,-65 119-16,-40 79 1,-13 14 0,65-67-1,54-78 1,13-41 0,13-13-16,1 1 15,-1-1 1,0-13-1,14 0-15,-14 0 16,27 0-16,-1 0 16,-12 0-16,-27-13 15,13-1-15,-13-12 16</inkml:trace>
  <inkml:trace contextRef="#ctx0" brushRef="#br0" timeOffset="99777.6307">16801 10821 0,'0'14'16,"66"39"0,-26-40-1,-14-13-15,27 26 16,-40-26-1,1 0 17,12 0-17,-26-39 1,-13 12-16</inkml:trace>
  <inkml:trace contextRef="#ctx0" brushRef="#br0" timeOffset="100044.2048">16722 10385 0,'0'13'31,"13"80"-16,13-54 1,27 1 15,0-40-15,27 0 0,-41-26-16</inkml:trace>
  <inkml:trace contextRef="#ctx0" brushRef="#br0" timeOffset="100210.6756">16999 10292 0,'27'-13'0,"-54"26"0,80-26 16,-39 0-16,78-14 15,-65 14 1</inkml:trace>
  <inkml:trace contextRef="#ctx0" brushRef="#br0" timeOffset="101830.2927">4048 10107 0,'0'0'0,"0"-26"16,0-1-1,0 14 1,0-14 0,-26 14-1,12 13-15,-12 0 16,13 0-1,-14 0-15,27 13 16,0 14 0,0 26-1,53 26 1,66 1 0,-39-27-16,-27-14 15,-1 1-15,15-14 16,-54 1-16,0-1 15,-39 40 17,-27-26-17,0-27-15,0-13 16,40 0-16,-14 0 16,1 0-16,12 0 15,1 0-15,-13 0 16,13-66-1</inkml:trace>
  <inkml:trace contextRef="#ctx0" brushRef="#br0" timeOffset="102162.1626">5146 9909 0,'-66'39'16,"0"41"-1,26 12 1,-39 80 0,26-53-1,53-92-15,0-1 16,0-13-16,0 14 0,0-14 15,26 0 1,-26 1 0</inkml:trace>
  <inkml:trace contextRef="#ctx0" brushRef="#br0" timeOffset="102616.7589">4498 10226 0,'40'0'32,"13"0"-32,-1 0 15,81 0 1,65-13-1,14-53 1,-27-27 0,-132 40-1,-27 40-15,-12-13 16,-14 12-16,0 41 31,0-1-15,-67 107-1,41-41 1,13-12-16,0-41 16,13 1-16,0 13 15,13 26 1,-13-52 0,0-14-1,-27-26 16,-12-27-15,-14 0-16,-27-13 16,27 14-16</inkml:trace>
  <inkml:trace contextRef="#ctx0" brushRef="#br0" timeOffset="102779.5449">5080 10200 0,'0'0'0,"53"-14"0,26 1 16,-13 0-16,1 13 15,25 0-15,27 0 16,0 0 15,-53 13-15,-26 0-16,-13 1 16</inkml:trace>
  <inkml:trace contextRef="#ctx0" brushRef="#br0" timeOffset="103079.3769">5808 10292 0,'13'0'32,"27"0"-17,26 0 1,66 0 0,-26 0-1,-80 0-15,1 0 16,-14 0-16</inkml:trace>
  <inkml:trace contextRef="#ctx0" brushRef="#br0" timeOffset="103293.436">5781 10557 0,'13'0'15,"14"0"1,13 0 0,79-13-1,-40-1-15,-53 14 16,27-13-16,-13 13 0,13 0 16,-13 0-16</inkml:trace>
  <inkml:trace contextRef="#ctx0" brushRef="#br0" timeOffset="103694.3167">6866 10649 0,'26'14'16,"-12"-14"-1,25-40 1,27-13-16,1-40 15,-28 27 1,1 0-16,0 0 0,-27 26 16,0-13-1,-13 106 48,-13 0-63,-14 0 15,1 0-15,-27 0 16,27 13-16,-1-13 16,-13 13-1,27 0 1,13-26 0,-13-13-16,13-14 15,-13 13 1</inkml:trace>
  <inkml:trace contextRef="#ctx0" brushRef="#br0" timeOffset="104127.93">6337 10874 0,'13'0'47,"53"0"-47,172 0 16,119 0-1,-66 0 1,-26 0-1,-106-13 1,-67-13 0,-39 12-1,-39 14-15,12 0 0,0 0 16,-12 0 0,-1 0-1,13 0 1,-26-26 31</inkml:trace>
  <inkml:trace contextRef="#ctx0" brushRef="#br0" timeOffset="117470.851">18455 10239 0,'-27'0'15,"-39"0"1,40 0 0,39 0 77,40 27-77,39-14-16,146 27 16,-92-27-1,92-13 1,-145 0 0,-1 0-16,-52 0 0,0 0 15,-14 0 1,-13 0-1,1 0 32,-14-13 31</inkml:trace>
  <inkml:trace contextRef="#ctx0" brushRef="#br0" timeOffset="117795.1403">19209 10107 0,'0'0'0,"0"-26"0,39 12 16,14 14-1,53 0 1,-40 53 0,-39-26-16,-14 12 15,-13 1 1,0 0-16,-13 0 15,-14-1-15,-52 27 16,26-39 0,-13-14-1,-40 0 1,13-13 0,41-13-16,12-13 15</inkml:trace>
  <inkml:trace contextRef="#ctx0" brushRef="#br0" timeOffset="118208.2486">19090 8850 0,'-14'27'16,"-25"26"-1,12 0-15,-12 92 16,-28 27 0,41-93-1,-14 1-15,27-14 16,0-26-16,13 13 16,26-27-1</inkml:trace>
  <inkml:trace contextRef="#ctx0" brushRef="#br0" timeOffset="118460.0019">18521 9353 0,'0'-13'16,"13"0"0,14-1-16,-1 1 15,133-13 1,52 26 0,-39 0-1,-79 0 1,-80 0-1</inkml:trace>
  <inkml:trace contextRef="#ctx0" brushRef="#br0" timeOffset="119829.0338">18997 9419 0,'0'0'0,"0"13"16,13 1 0,14 12-1,26-13-15,0-13 0,13 0 16,26 0-16,14-13 16,-26-13-16,-41-1 15,-12-13-15,-27-12 16,-80-28-1,-12 27 17,39 40-17,40 13 1,13 26 0,66 1-1,26-14 1,-65 0-16,-1 1 15,-13-1-15,-13 0 16,0 14 0,0 52-1,0-26-15,0 13 16,14-26 0,-14-27-16,13 0 15,0-13-15,133-66 16,26-106-1,-80 53 1,-65 66 15,-27 93 1,-27 13-17,14-14 1,-13 14-1,26-40-15,0 1 16,0 12-16,26-26 16,14 0-1,92-26 1,-66-40 0,-39 52-1,-41 41 32,1-1-31,0 1-1,13-14 1,0 27 0,93-1-1,12-39 1,28-39-1,-41-28 1,-79 28 0,-13 12-1,-13 27 1,-106 27 0,40 26-16,13-14 15,52 1 1,-12-13-16,26-1 15,0 27-15,26 0 16,27-13 0,0 12-16,53-12 15,-53-27-15,-27-13 16,54-13 0,-40-13-1,-40 12 1,0-25-1,-14-14 1,-118 0 0,39 0-16,-12 0 15,-14-26-15,39-1 16,14-26-16,40 14 16,12 13-16,1 39 15,13-13-15,13 26 16,27 14-16,39-13 15,-65 26 1,39 0-16,66 0 31,-66 0-15,-40 0 0,-13 13-1,-27 146 1,-39-40-16</inkml:trace>
  <inkml:trace contextRef="#ctx0" brushRef="#br0" timeOffset="119991.7389">19870 9935 0,'40'0'78</inkml:trace>
  <inkml:trace contextRef="#ctx0" brushRef="#br0" timeOffset="121176.8053">21603 8321 0,'0'40'16,"0"-14"-16,0 27 16,-13 40-16,0-27 15,0 27-15,-1-27 16,-12 13-16,26-39 16,0-14-1,0 1-15,40-1 16,-14-26-16,40 0 15,14-40 1,25-79 0,-39 27-1,-52 65 1,-14 14 0,0 26-1,-53 40 1,40 0-1,-1 0-15,14-13 16,0-14-16,0 14 16,0 26-1,14-53-15,-14 1 16,52-1 0,1-13-16,40 0 15,-53-13-15,26-14 16,13-13-1,-26-13 1,-40 27 0,-13 13 15,-26 13-15,13 13-16,-1 0 15,1 27-15,0 0 16,13-1-16,0 1 15,13 0-15,14 13 32,12-40-17,14-13 1,80-66 0,-28 0-1,-52 39 1,-39 54-1,-28 25 1,-25 15-16,25 12 16,-12-13-16,-1-13 15,14 0-15,0-27 16,0-12-16,13-67 62,39-27-62,120-118 16,13 92 15,-66 66-15,-53 40 0,-13 53-1,-14 0-15,1 66 16,-27-66-16,0 27 15,-14-1 1,-12-13-16,-14 27 16,27-54-1,0 1-15,-14 0 16,-26-14 0,-39-26-1</inkml:trace>
  <inkml:trace contextRef="#ctx0" brushRef="#br0" timeOffset="121857.7193">22238 8678 0,'0'-13'31,"40"-13"-31,0-1 16,118-26-1,-78 27 1,-54-1-16,14 14 16,-27 13 15,0 0-31,1 13 15,-14 14 1,0 12 15,0-12-31,0-14 16,0 27-16,0 0 16,0 12-1,0-25 1,13 26-1,13-40-15,14 0 16,13-13 0</inkml:trace>
  <inkml:trace contextRef="#ctx0" brushRef="#br0" timeOffset="122146.3428">22953 8533 0,'0'-13'32,"0"-1"-17,26 1 1,1-13-1,12 12 1,-12 1 0</inkml:trace>
  <inkml:trace contextRef="#ctx0" brushRef="#br0" timeOffset="122627.1533">20783 8744 0,'40'-13'31,"52"-13"-15,252-14-1,-172 0-15,-13 27 16,-27 0-1,-13-14-15,-53 27 0,1 0 16,-28 0-16,-12 0 16,26 0-1</inkml:trace>
  <inkml:trace contextRef="#ctx0" brushRef="#br0" timeOffset="125455.1426">20148 9816 0,'0'0'0,"0"26"15,-13 27-15,-14 146 32,1-54-32,13 1 15,-27 13-15,27-14 0,-1-39 16,1-13 0,13-40-16,-13 52 15,13-91-15,-13-1 16,-14-13-1,14-13 1,-27-80 0,-12-92-1,38 39 1,14 27 0,27 79-16,-1 14 15,-13 13 1,1 13-16,52 0 15,-27 39 1,28 28-16,-28 25 16,14 14-16,-40-13 15,14 65 1,-27-105 0,0-26-1,0-40 16,0-1-15,0-25-16,0-14 16,0 13-16,0-13 15,40 0 1,13 40 0,-27 13-16,27 0 15,-13 13-15,-14 14 16,-26-14-16,27 40 31,-14 0-15,13-40-16,-26 0 15,27 0-15,-1 14 16,67-1 0,-27-26-1,26 0 1,-12-53-1,-54 1-15,-12 25 16,-1-26-16,0 0 16,-13 14-16,-13-14 15,-27 13-15,0 13 16,-13 1-16,-13 26 16,40 0-1,-14 13 1,14 67-16,-1 12 0,1 27 15,13-26-15,13-40 16,0 13-16,39 0 31,1-53-31,13-13 16,13-26-16,40-27 16,66-53-1,-13 0 1,-120 67-1,-39 52 17,-13 106-17,-66-13 1,13-27 0,26-39-1,27-40 1,-1-27-1,67-171 1,80 13 15,-41 119-31,-12 26 16,-1 27-16,-39-1 16,-1 14-16,27 0 15,-26 14-15,0 12 0,-27-13 16,0 67-1,-13-27 1,0 52 0,0-78-16,-39 39 15,-28 0 1,15-26 0</inkml:trace>
  <inkml:trace contextRef="#ctx0" brushRef="#br0" timeOffset="126210.4147">22172 11152 0,'13'-53'0,"-13"40"16,0-66-1,0 13 1,0 26-16,-13 40 16,13-13-16,-26 13 15,12 0-15,-25 0 16,-14 13-1,0 79 1,26-25-16,14 12 16,0 40-1,53 0 1,26-53 0,40-66-1,13-132 1,-66 26-16,-27 40 15,1-13-15,-27 65 16,0-12 0,-14 79-1,1 39 1,-13 54-16,-27 185 16,26-159-1,-12-14 1,-1 1-16,13-40 0,14-26 15,0-40-15,0 13 16,13-40 15,-27-12-15,-52-14 0,-93-106-1,-53-93 1,106 67-16,26 39 15,27-12-15,26 52 0,40 13 16,133-119 0,184 14-1,-118 92 1,-14 26-16,-26-12 16,-40-1-16,-27 27 15,-26-1-15,-39 14 16</inkml:trace>
  <inkml:trace contextRef="#ctx0" brushRef="#br0" timeOffset="128126.9996">23111 10967 0,'-13'40'15,"0"39"1,0 14-1,-14-1-15,-12 1 16,25-1-16,1-39 0,13-26 16,0-14-1,0-53 17,0-158-17,93-80 1,92 66-1,13 120 1,-92 79 15,-53 13-31,-26 13 16,-14 27-16,13-1 16,-13 1-16,-13 39 15,0-26-15,0 27 16,-13-1-1,13-26 1,0-27 0,13 14-1,54-40 1,25-79 0,-26-1-16,53-118 31,-92 105-31,-1 40 15,-12 14-15,-14 25 16,-27 28 15,-13 118-15,1 53 0,25-39-1,14-93-15,0-27 16,0 14-16,53-40 15,0-27 1,66-105 0,-26-27-1,-40 67 1,-27 52 0,-52 40 15,13 40-31,-14 65 15,-12 14 1,25-39 15,14-54-31,0 1 16,14-27-16,25 0 16,14-27-16,13-26 15,40-119 1,13-119-1,-66 159-15,53-132 16,-66 171 0,-27 27-16,0 13 15,-13 40 1,0 79 15,-79 132-15,-27 54-1,40-1 1,52-79 15,14-66-15,0-27 0,14-26-1,-1-40 1,0 0-16,14-26 15,-27 0 1,0-133 0,-14 80-1</inkml:trace>
  <inkml:trace contextRef="#ctx0" brushRef="#br0" timeOffset="128303.1121">24514 10888 0,'13'0'16,"40"0"-16,-14 0 16,14 0-1,0-14-15,-26 14 16,-14 0-16,-39-13 31</inkml:trace>
  <inkml:trace contextRef="#ctx0" brushRef="#br0" timeOffset="128475.6601">24156 10477 0,'0'0'0,"14"-52"16,25-15-16,41 28 16,118-41-1,-105 67 1,-40 0-16,-40 13 15,13 0-15</inkml:trace>
  <inkml:trace contextRef="#ctx0" brushRef="#br0" timeOffset="129847.8316">19487 12951 0,'0'0'0,"26"14"16,-13 12-16,0 0 16,14-26-16,-14 0 15,27 0-15,-14 0 16,14-39-16,13-67 16,-27 40-1,1 13-15,13 0 16,-40 27-1,0 12 17,0 54-17,0 53 1,-14-1 0,-52 93-1,40-79-15,-14 13 16,27-79-16,0-40 15,13-53 17,105-159-17,67-52 1,27 92 0,39 106-1,-172 66 1,27 13-16,-40 13 15,-14 14-15,-12 79 16,-27 27 15,-27-80-31,-39 13 16,26-13-16,1-26 0,12-27 16,14 0-1,40-13 16,39 0-15,185-92 0,40-107-1,-26-25 1,-160 104-16,-38-12 16,-28 26-16,-25 14 15,-1-80 1,-79 79-1,39 67 1,14 26 0,0 0-16,-27 79 15,-26 159 1,53 53 0,-14 0-1,1-145 1,12-93-1,14-67 32,0-25-47,0-54 16,40 14-16,13 13 16,-13 0-16,13 26 15,26 13-15,-26 14 16,-40 13-1,53 0-15,-52 40 16,-14-27-16,0 80 31,-14 26-15,-12-53 0,-1 0-1,1-26 1,26-27-1</inkml:trace>
  <inkml:trace contextRef="#ctx0" brushRef="#br0" timeOffset="130696.1497">22106 12846 0,'0'0'16,"13"-27"-16,-13 1 15,0-14-15,0 27 0,0-14 16,0 1 0,-53-1-1,-53 27 1,27 14-16,-14 38 15,80-12-15,0 0 16,13 26 0,13 0-1,53-26 1,27-53 0,66-106-1,-53-27 16,-80 67-31,-13 26 16,0 26-16,-13 14 31,-13 13-15,0 26-16,-13 67 16,12-40-16,14-27 15,0 1-15,0-14 16,0 14-1,53-14 1,106-66 0,13-13-1,-93 39 1,-52 27-16,-14 0 47,-13 53-32,-13 0-15,-67 40 16,41-54 0,-1 1-1,93-80 17,13 1-17,53-14 1,-39 13-1,-41 27-15,-26 13 16,1 0-16,-1 0 31,0 13-15,-13 0 0,0 14-16,-13-1 15,0-12 1,-14-14-16,-26 0 0</inkml:trace>
  <inkml:trace contextRef="#ctx0" brushRef="#br0" timeOffset="147671.2008">1138 4008 0,'66'0'47,"26"14"-32,28-1-15,197 40 16,106 26-1,-13-52 1,-26-27 15,-80 0-15,-198 0-16,13 0 16,-13 0-16,26 0 15,1 0-15,-1 0 0,27 0 16,-27 0-1,0 0-15,1 0 16,-1 0-16,0 0 16,-26 0-16,79 0 15,-92 0 1,-27 0-16,66 0 16,1 0-1,25 0 1,28 0-1,12 0 1,-79 0 0,-13 0-1,0 0-15,13 0 0,-27 0 16,-26 0-16,27 0 16,-14 0-16,14 0 15,13 0 1,-13 0-16,118 0 15,-118-14-15,-27 1 16,27 0 0,-41 13-1,-25 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41a88a5981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41a88a5981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8142711" y="3918330"/>
            <a:ext cx="943913" cy="133739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22" name="Google Shape;22;p2"/>
          <p:cNvSpPr/>
          <p:nvPr/>
        </p:nvSpPr>
        <p:spPr>
          <a:xfrm>
            <a:off x="8246778" y="1061814"/>
            <a:ext cx="565397" cy="79463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3</a:t>
            </a:r>
          </a:p>
        </p:txBody>
      </p:sp>
      <p:sp>
        <p:nvSpPr>
          <p:cNvPr id="23" name="Google Shape;23;p2"/>
          <p:cNvSpPr/>
          <p:nvPr/>
        </p:nvSpPr>
        <p:spPr>
          <a:xfrm>
            <a:off x="7302238" y="4554392"/>
            <a:ext cx="623239" cy="66856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24" name="Google Shape;24;p2"/>
          <p:cNvSpPr/>
          <p:nvPr/>
        </p:nvSpPr>
        <p:spPr>
          <a:xfrm>
            <a:off x="8812176" y="313545"/>
            <a:ext cx="505297" cy="64940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9</a:t>
            </a:r>
          </a:p>
        </p:txBody>
      </p:sp>
      <p:sp>
        <p:nvSpPr>
          <p:cNvPr id="25" name="Google Shape;25;p2"/>
          <p:cNvSpPr/>
          <p:nvPr/>
        </p:nvSpPr>
        <p:spPr>
          <a:xfrm>
            <a:off x="7486177" y="4101249"/>
            <a:ext cx="218857" cy="33853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7</a:t>
            </a:r>
          </a:p>
        </p:txBody>
      </p:sp>
      <p:sp>
        <p:nvSpPr>
          <p:cNvPr id="26" name="Google Shape;26;p2"/>
          <p:cNvSpPr/>
          <p:nvPr/>
        </p:nvSpPr>
        <p:spPr>
          <a:xfrm>
            <a:off x="6980299" y="-88163"/>
            <a:ext cx="707299" cy="105647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27" name="Google Shape;27;p2"/>
          <p:cNvSpPr/>
          <p:nvPr/>
        </p:nvSpPr>
        <p:spPr>
          <a:xfrm>
            <a:off x="8353588" y="325842"/>
            <a:ext cx="315620" cy="43634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£</a:t>
            </a:r>
          </a:p>
        </p:txBody>
      </p:sp>
      <p:sp>
        <p:nvSpPr>
          <p:cNvPr id="28" name="Google Shape;28;p2"/>
          <p:cNvSpPr/>
          <p:nvPr/>
        </p:nvSpPr>
        <p:spPr>
          <a:xfrm>
            <a:off x="7687616" y="916471"/>
            <a:ext cx="245359" cy="45311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1</a:t>
            </a:r>
          </a:p>
        </p:txBody>
      </p:sp>
      <p:sp>
        <p:nvSpPr>
          <p:cNvPr id="29" name="Google Shape;29;p2"/>
          <p:cNvSpPr/>
          <p:nvPr/>
        </p:nvSpPr>
        <p:spPr>
          <a:xfrm>
            <a:off x="8637153" y="2924174"/>
            <a:ext cx="816948" cy="110613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8</a:t>
            </a:r>
          </a:p>
        </p:txBody>
      </p:sp>
      <p:sp>
        <p:nvSpPr>
          <p:cNvPr id="30" name="Google Shape;30;p2"/>
          <p:cNvSpPr/>
          <p:nvPr/>
        </p:nvSpPr>
        <p:spPr>
          <a:xfrm rot="-5400000">
            <a:off x="6840000" y="4568068"/>
            <a:ext cx="417000" cy="3285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70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 rot="5400000">
            <a:off x="6496124" y="-12475"/>
            <a:ext cx="589800" cy="4071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70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8208235" y="3375182"/>
            <a:ext cx="218854" cy="30986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33" name="Google Shape;33;p2"/>
          <p:cNvSpPr/>
          <p:nvPr/>
        </p:nvSpPr>
        <p:spPr>
          <a:xfrm>
            <a:off x="8013853" y="659316"/>
            <a:ext cx="258850" cy="30899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0</a:t>
            </a:r>
          </a:p>
        </p:txBody>
      </p:sp>
      <p:sp>
        <p:nvSpPr>
          <p:cNvPr id="34" name="Google Shape;34;p2"/>
          <p:cNvSpPr/>
          <p:nvPr/>
        </p:nvSpPr>
        <p:spPr>
          <a:xfrm>
            <a:off x="7828438" y="4163755"/>
            <a:ext cx="206506" cy="21354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¥</a:t>
            </a:r>
          </a:p>
        </p:txBody>
      </p:sp>
      <p:sp>
        <p:nvSpPr>
          <p:cNvPr id="35" name="Google Shape;35;p2"/>
          <p:cNvSpPr/>
          <p:nvPr/>
        </p:nvSpPr>
        <p:spPr>
          <a:xfrm>
            <a:off x="8003439" y="1292797"/>
            <a:ext cx="172864" cy="21116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36" name="Google Shape;36;p2"/>
          <p:cNvSpPr/>
          <p:nvPr/>
        </p:nvSpPr>
        <p:spPr>
          <a:xfrm>
            <a:off x="7939495" y="-95340"/>
            <a:ext cx="476421" cy="66114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37" name="Google Shape;37;p2"/>
          <p:cNvSpPr/>
          <p:nvPr/>
        </p:nvSpPr>
        <p:spPr>
          <a:xfrm>
            <a:off x="7709340" y="156126"/>
            <a:ext cx="64053" cy="15820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1</a:t>
            </a:r>
          </a:p>
        </p:txBody>
      </p:sp>
      <p:sp>
        <p:nvSpPr>
          <p:cNvPr id="38" name="Google Shape;38;p2"/>
          <p:cNvSpPr/>
          <p:nvPr/>
        </p:nvSpPr>
        <p:spPr>
          <a:xfrm>
            <a:off x="9017902" y="4284544"/>
            <a:ext cx="121390" cy="16637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4</a:t>
            </a:r>
          </a:p>
        </p:txBody>
      </p:sp>
      <p:sp>
        <p:nvSpPr>
          <p:cNvPr id="39" name="Google Shape;39;p2"/>
          <p:cNvSpPr/>
          <p:nvPr/>
        </p:nvSpPr>
        <p:spPr>
          <a:xfrm>
            <a:off x="8736528" y="68644"/>
            <a:ext cx="172852" cy="25157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5</a:t>
            </a:r>
          </a:p>
        </p:txBody>
      </p:sp>
      <p:sp>
        <p:nvSpPr>
          <p:cNvPr id="40" name="Google Shape;40;p2"/>
          <p:cNvSpPr/>
          <p:nvPr/>
        </p:nvSpPr>
        <p:spPr>
          <a:xfrm>
            <a:off x="9053841" y="1122374"/>
            <a:ext cx="172853" cy="22214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8</a:t>
            </a:r>
          </a:p>
        </p:txBody>
      </p: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1661700" y="1991825"/>
            <a:ext cx="58206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240789" y="-249878"/>
            <a:ext cx="1325150" cy="183895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6</a:t>
            </a:r>
          </a:p>
        </p:txBody>
      </p:sp>
      <p:sp>
        <p:nvSpPr>
          <p:cNvPr id="43" name="Google Shape;43;p2"/>
          <p:cNvSpPr/>
          <p:nvPr/>
        </p:nvSpPr>
        <p:spPr>
          <a:xfrm>
            <a:off x="1462669" y="359548"/>
            <a:ext cx="684178" cy="83580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4</a:t>
            </a:r>
          </a:p>
        </p:txBody>
      </p:sp>
      <p:sp>
        <p:nvSpPr>
          <p:cNvPr id="44" name="Google Shape;44;p2"/>
          <p:cNvSpPr/>
          <p:nvPr/>
        </p:nvSpPr>
        <p:spPr>
          <a:xfrm>
            <a:off x="-145673" y="1499255"/>
            <a:ext cx="545851" cy="81531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$</a:t>
            </a:r>
          </a:p>
        </p:txBody>
      </p:sp>
      <p:sp>
        <p:nvSpPr>
          <p:cNvPr id="45" name="Google Shape;45;p2"/>
          <p:cNvSpPr/>
          <p:nvPr/>
        </p:nvSpPr>
        <p:spPr>
          <a:xfrm>
            <a:off x="468639" y="3330899"/>
            <a:ext cx="596301" cy="71180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0</a:t>
            </a:r>
          </a:p>
        </p:txBody>
      </p:sp>
      <p:sp>
        <p:nvSpPr>
          <p:cNvPr id="46" name="Google Shape;46;p2"/>
          <p:cNvSpPr/>
          <p:nvPr/>
        </p:nvSpPr>
        <p:spPr>
          <a:xfrm>
            <a:off x="2715924" y="4728432"/>
            <a:ext cx="422823" cy="54341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8</a:t>
            </a:r>
          </a:p>
        </p:txBody>
      </p:sp>
      <p:sp>
        <p:nvSpPr>
          <p:cNvPr id="47" name="Google Shape;47;p2"/>
          <p:cNvSpPr/>
          <p:nvPr/>
        </p:nvSpPr>
        <p:spPr>
          <a:xfrm>
            <a:off x="857004" y="4218046"/>
            <a:ext cx="948321" cy="101728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Montserrat"/>
              </a:rPr>
              <a:t>€</a:t>
            </a:r>
          </a:p>
        </p:txBody>
      </p:sp>
      <p:sp>
        <p:nvSpPr>
          <p:cNvPr id="48" name="Google Shape;48;p2"/>
          <p:cNvSpPr/>
          <p:nvPr/>
        </p:nvSpPr>
        <p:spPr>
          <a:xfrm>
            <a:off x="6477124" y="659323"/>
            <a:ext cx="375994" cy="41841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¥</a:t>
            </a:r>
          </a:p>
        </p:txBody>
      </p:sp>
      <p:sp>
        <p:nvSpPr>
          <p:cNvPr id="49" name="Google Shape;49;p2"/>
          <p:cNvSpPr/>
          <p:nvPr/>
        </p:nvSpPr>
        <p:spPr>
          <a:xfrm>
            <a:off x="2001208" y="4048123"/>
            <a:ext cx="340184" cy="49665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BFC9">
                    <a:alpha val="45000"/>
                  </a:srgbClr>
                </a:solidFill>
                <a:latin typeface="Abril Fatface"/>
              </a:rPr>
              <a:t>2</a:t>
            </a:r>
          </a:p>
        </p:txBody>
      </p:sp>
      <p:sp>
        <p:nvSpPr>
          <p:cNvPr id="50" name="Google Shape;50;p2"/>
          <p:cNvSpPr/>
          <p:nvPr/>
        </p:nvSpPr>
        <p:spPr>
          <a:xfrm>
            <a:off x="-202825" y="3641301"/>
            <a:ext cx="863938" cy="119894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9</a:t>
            </a:r>
          </a:p>
        </p:txBody>
      </p:sp>
      <p:sp>
        <p:nvSpPr>
          <p:cNvPr id="51" name="Google Shape;51;p2"/>
          <p:cNvSpPr/>
          <p:nvPr/>
        </p:nvSpPr>
        <p:spPr>
          <a:xfrm rot="-5400000">
            <a:off x="1953573" y="-64893"/>
            <a:ext cx="756300" cy="595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70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 rot="5400000">
            <a:off x="2309286" y="4286696"/>
            <a:ext cx="746700" cy="5151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70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909496" y="3809336"/>
            <a:ext cx="234870" cy="33210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3</a:t>
            </a:r>
          </a:p>
        </p:txBody>
      </p:sp>
      <p:sp>
        <p:nvSpPr>
          <p:cNvPr id="54" name="Google Shape;54;p2"/>
          <p:cNvSpPr/>
          <p:nvPr/>
        </p:nvSpPr>
        <p:spPr>
          <a:xfrm>
            <a:off x="180514" y="977226"/>
            <a:ext cx="178753" cy="33011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1</a:t>
            </a:r>
          </a:p>
        </p:txBody>
      </p:sp>
      <p:sp>
        <p:nvSpPr>
          <p:cNvPr id="55" name="Google Shape;55;p2"/>
          <p:cNvSpPr/>
          <p:nvPr/>
        </p:nvSpPr>
        <p:spPr>
          <a:xfrm>
            <a:off x="2001208" y="4738570"/>
            <a:ext cx="172436" cy="24505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£</a:t>
            </a:r>
          </a:p>
        </p:txBody>
      </p:sp>
      <p:sp>
        <p:nvSpPr>
          <p:cNvPr id="56" name="Google Shape;56;p2"/>
          <p:cNvSpPr/>
          <p:nvPr/>
        </p:nvSpPr>
        <p:spPr>
          <a:xfrm>
            <a:off x="3322800" y="4742227"/>
            <a:ext cx="163350" cy="23774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Abril Fatface"/>
              </a:rPr>
              <a:t>5</a:t>
            </a:r>
          </a:p>
        </p:txBody>
      </p:sp>
      <p:sp>
        <p:nvSpPr>
          <p:cNvPr id="57" name="Google Shape;57;p2"/>
          <p:cNvSpPr/>
          <p:nvPr/>
        </p:nvSpPr>
        <p:spPr>
          <a:xfrm>
            <a:off x="2629623" y="359546"/>
            <a:ext cx="461790" cy="63919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00FFFF">
                    <a:alpha val="13460"/>
                  </a:srgbClr>
                </a:solidFill>
                <a:latin typeface="Montserrat"/>
              </a:rPr>
              <a:t>7</a:t>
            </a:r>
          </a:p>
        </p:txBody>
      </p:sp>
      <p:sp>
        <p:nvSpPr>
          <p:cNvPr id="58" name="Google Shape;58;p2"/>
          <p:cNvSpPr/>
          <p:nvPr/>
        </p:nvSpPr>
        <p:spPr>
          <a:xfrm>
            <a:off x="65335" y="101130"/>
            <a:ext cx="123829" cy="17531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2</a:t>
            </a:r>
          </a:p>
        </p:txBody>
      </p:sp>
      <p:sp>
        <p:nvSpPr>
          <p:cNvPr id="59" name="Google Shape;59;p2"/>
          <p:cNvSpPr/>
          <p:nvPr/>
        </p:nvSpPr>
        <p:spPr>
          <a:xfrm>
            <a:off x="575656" y="4769892"/>
            <a:ext cx="128737" cy="182401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rgbClr val="6AA84F"/>
                </a:solidFill>
                <a:latin typeface="Montserrat"/>
              </a:rPr>
              <a:t>5</a:t>
            </a:r>
          </a:p>
        </p:txBody>
      </p:sp>
      <p:sp>
        <p:nvSpPr>
          <p:cNvPr id="60" name="Google Shape;60;p2"/>
          <p:cNvSpPr/>
          <p:nvPr/>
        </p:nvSpPr>
        <p:spPr>
          <a:xfrm>
            <a:off x="735785" y="1757713"/>
            <a:ext cx="212661" cy="27330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6</a:t>
            </a:r>
          </a:p>
        </p:txBody>
      </p:sp>
      <p:sp>
        <p:nvSpPr>
          <p:cNvPr id="61" name="Google Shape;61;p2"/>
          <p:cNvSpPr/>
          <p:nvPr/>
        </p:nvSpPr>
        <p:spPr>
          <a:xfrm>
            <a:off x="1617563" y="68452"/>
            <a:ext cx="187263" cy="24066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6AA84F"/>
                </a:solidFill>
                <a:latin typeface="Abril Fatface"/>
              </a:rPr>
              <a:t>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 txBox="1">
            <a:spLocks noGrp="1"/>
          </p:cNvSpPr>
          <p:nvPr>
            <p:ph type="sldNum" idx="12"/>
          </p:nvPr>
        </p:nvSpPr>
        <p:spPr>
          <a:xfrm>
            <a:off x="76200" y="39925"/>
            <a:ext cx="548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5/23/2023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8000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5/23/2023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589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5/23/2023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929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5/23/2023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552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5/23/2023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1911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5/23/2023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24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5/23/2023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9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5/23/2023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25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5/23/2023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541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5/23/2023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7223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5/23/2023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721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825798" y="-750"/>
            <a:ext cx="7486405" cy="5145000"/>
            <a:chOff x="825798" y="-750"/>
            <a:chExt cx="7486405" cy="5145000"/>
          </a:xfrm>
        </p:grpSpPr>
        <p:cxnSp>
          <p:nvCxnSpPr>
            <p:cNvPr id="7" name="Google Shape;7;p1"/>
            <p:cNvCxnSpPr/>
            <p:nvPr/>
          </p:nvCxnSpPr>
          <p:spPr>
            <a:xfrm>
              <a:off x="825798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8;p1"/>
            <p:cNvCxnSpPr/>
            <p:nvPr/>
          </p:nvCxnSpPr>
          <p:spPr>
            <a:xfrm>
              <a:off x="1657621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9;p1"/>
            <p:cNvCxnSpPr/>
            <p:nvPr/>
          </p:nvCxnSpPr>
          <p:spPr>
            <a:xfrm>
              <a:off x="2489443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10;p1"/>
            <p:cNvCxnSpPr/>
            <p:nvPr/>
          </p:nvCxnSpPr>
          <p:spPr>
            <a:xfrm>
              <a:off x="8312202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1"/>
            <p:cNvCxnSpPr/>
            <p:nvPr/>
          </p:nvCxnSpPr>
          <p:spPr>
            <a:xfrm>
              <a:off x="7480380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1"/>
            <p:cNvCxnSpPr/>
            <p:nvPr/>
          </p:nvCxnSpPr>
          <p:spPr>
            <a:xfrm>
              <a:off x="6648557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1"/>
            <p:cNvCxnSpPr/>
            <p:nvPr/>
          </p:nvCxnSpPr>
          <p:spPr>
            <a:xfrm>
              <a:off x="5816734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4984911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4153089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3321266" y="-750"/>
              <a:ext cx="0" cy="5145000"/>
            </a:xfrm>
            <a:prstGeom prst="straightConnector1">
              <a:avLst/>
            </a:prstGeom>
            <a:noFill/>
            <a:ln w="9525" cap="flat" cmpd="sng">
              <a:solidFill>
                <a:srgbClr val="005C65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17" name="Google Shape;17;p1"/>
          <p:cNvSpPr txBox="1">
            <a:spLocks noGrp="1"/>
          </p:cNvSpPr>
          <p:nvPr>
            <p:ph type="title"/>
          </p:nvPr>
        </p:nvSpPr>
        <p:spPr>
          <a:xfrm>
            <a:off x="735875" y="780900"/>
            <a:ext cx="5917200" cy="6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sz="24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body" idx="1"/>
          </p:nvPr>
        </p:nvSpPr>
        <p:spPr>
          <a:xfrm>
            <a:off x="735875" y="1513574"/>
            <a:ext cx="5917200" cy="30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T Serif"/>
              <a:buChar char="⊸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▫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⋅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●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●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sldNum" idx="12"/>
          </p:nvPr>
        </p:nvSpPr>
        <p:spPr>
          <a:xfrm>
            <a:off x="76200" y="39925"/>
            <a:ext cx="5487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100" b="1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>
              <a:buClrTx/>
            </a:pPr>
            <a:fld id="{1D8BD707-D9CF-40AE-B4C6-C98DA3205C09}" type="datetimeFigureOut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5/23/2023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>
              <a:buClrTx/>
            </a:pPr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>
              <a:buClrTx/>
            </a:pPr>
            <a:fld id="{B6F15528-21DE-4FAA-801E-634DDDAF4B2B}" type="slidenum">
              <a:rPr 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+mn-ea"/>
                <a:cs typeface="+mn-cs"/>
              </a:rPr>
              <a:pPr defTabSz="457200">
                <a:buClrTx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39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customXml" Target="../ink/ink1.xml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3.bin"/><Relationship Id="rId7" Type="http://schemas.openxmlformats.org/officeDocument/2006/relationships/customXml" Target="../ink/ink2.xml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png"/><Relationship Id="rId4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?utm_source=templat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"/>
          <p:cNvSpPr txBox="1">
            <a:spLocks noGrp="1"/>
          </p:cNvSpPr>
          <p:nvPr>
            <p:ph type="ctrTitle"/>
          </p:nvPr>
        </p:nvSpPr>
        <p:spPr>
          <a:xfrm>
            <a:off x="99237" y="460744"/>
            <a:ext cx="9044763" cy="38064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mtClean="0">
                <a:latin typeface="+mj-lt"/>
              </a:rPr>
              <a:t>CHƯƠNG 6:</a:t>
            </a:r>
            <a:br>
              <a:rPr lang="vi-VN" smtClean="0">
                <a:latin typeface="+mj-lt"/>
              </a:rPr>
            </a:br>
            <a:r>
              <a:rPr lang="vi-VN" smtClean="0">
                <a:latin typeface="+mj-lt"/>
              </a:rPr>
              <a:t>TIMER &amp; COUNTER</a:t>
            </a:r>
            <a:endParaRPr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382669" y="308190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680506" y="526518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20" name="TextBox 19"/>
          <p:cNvSpPr txBox="1"/>
          <p:nvPr/>
        </p:nvSpPr>
        <p:spPr>
          <a:xfrm>
            <a:off x="3301937" y="107791"/>
            <a:ext cx="3412474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NỘI DUNG CHÍNH</a:t>
            </a:r>
            <a:endParaRPr lang="en-US" sz="2200" b="1" kern="1200" dirty="0">
              <a:solidFill>
                <a:srgbClr val="00206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66075" y="1806296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II: CÁC LOẠI TIMER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66075" y="2401031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ĐỊNH THỜI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66075" y="3062899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IV: DÙNG TIMER ĐỂ ĐẾM XUNG - COUNTER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66075" y="1207353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lang="vi-VN" sz="2200" b="1" kern="120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: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TỔNG QUAN VỀ TIMER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31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26" grpId="0"/>
      <p:bldP spid="27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382669" y="308190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680506" y="526518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21" name="TextBox 20"/>
          <p:cNvSpPr txBox="1"/>
          <p:nvPr/>
        </p:nvSpPr>
        <p:spPr>
          <a:xfrm>
            <a:off x="2499229" y="114816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</a:t>
            </a:r>
            <a:r>
              <a:rPr lang="vi-VN" sz="2200" b="1" kern="120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: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TỔNG QUAN VỀ TIMER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4098" name="Picture 2" descr="BeeLab: [VI ĐIỀU KHIỂN PIC] - BÀI 6: TIMER/COUNTER CỦA PIC TRONG C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45" y="877817"/>
            <a:ext cx="3220000" cy="211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BeeLab: [VI ĐIỀU KHIỂN PIC] - BÀI 6: TIMER/COUNTER CỦA PIC TRONG C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594" y="692831"/>
            <a:ext cx="3929704" cy="195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BeeLab: [VI ĐIỀU KHIỂN PIC] - BÀI 6: TIMER/COUNTER CỦA PIC TRONG CC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34" y="3031055"/>
            <a:ext cx="4359101" cy="2063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895435" y="2731625"/>
            <a:ext cx="4160225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vi-VN" b="1" smtClean="0">
                <a:solidFill>
                  <a:srgbClr val="002060"/>
                </a:solidFill>
                <a:latin typeface="+mj-lt"/>
              </a:rPr>
              <a:t>Chức năng:</a:t>
            </a:r>
          </a:p>
          <a:p>
            <a:pPr algn="just">
              <a:spcAft>
                <a:spcPts val="600"/>
              </a:spcAft>
            </a:pPr>
            <a:r>
              <a:rPr lang="vi-VN" b="1" smtClean="0">
                <a:solidFill>
                  <a:srgbClr val="002060"/>
                </a:solidFill>
                <a:latin typeface="+mj-lt"/>
              </a:rPr>
              <a:t>+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Đếm xung nội: Định thời.</a:t>
            </a:r>
          </a:p>
          <a:p>
            <a:pPr algn="just">
              <a:spcAft>
                <a:spcPts val="600"/>
              </a:spcAft>
            </a:pPr>
            <a:r>
              <a:rPr lang="vi-VN" b="1" smtClean="0">
                <a:solidFill>
                  <a:srgbClr val="002060"/>
                </a:solidFill>
                <a:latin typeface="+mj-lt"/>
              </a:rPr>
              <a:t>+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Đếm xung ngoại: Đếm sản phẩm, đếm tiền</a:t>
            </a:r>
            <a:endParaRPr lang="vi-VN" b="1" smtClean="0">
              <a:solidFill>
                <a:srgbClr val="002060"/>
              </a:solidFill>
              <a:latin typeface="+mj-lt"/>
            </a:endParaRP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vi-VN" b="1" smtClean="0">
                <a:solidFill>
                  <a:srgbClr val="002060"/>
                </a:solidFill>
                <a:latin typeface="+mj-lt"/>
              </a:rPr>
              <a:t>Vi </a:t>
            </a:r>
            <a:r>
              <a:rPr lang="vi-VN" b="1">
                <a:solidFill>
                  <a:srgbClr val="002060"/>
                </a:solidFill>
                <a:latin typeface="+mj-lt"/>
              </a:rPr>
              <a:t>điều khiển PIC họ 16F887 có 3 timer T0, T1 </a:t>
            </a:r>
            <a:r>
              <a:rPr lang="vi-VN" b="1" smtClean="0">
                <a:solidFill>
                  <a:srgbClr val="002060"/>
                </a:solidFill>
                <a:latin typeface="+mj-lt"/>
              </a:rPr>
              <a:t>và T2</a:t>
            </a:r>
            <a:r>
              <a:rPr lang="vi-VN" b="1">
                <a:solidFill>
                  <a:srgbClr val="002060"/>
                </a:solidFill>
                <a:latin typeface="+mj-lt"/>
              </a:rPr>
              <a:t>. </a:t>
            </a:r>
            <a:endParaRPr lang="vi-VN" b="1" smtClean="0">
              <a:solidFill>
                <a:srgbClr val="002060"/>
              </a:solidFill>
              <a:latin typeface="+mj-lt"/>
            </a:endParaRPr>
          </a:p>
          <a:p>
            <a:pPr algn="just">
              <a:spcAft>
                <a:spcPts val="600"/>
              </a:spcAft>
            </a:pPr>
            <a:r>
              <a:rPr lang="vi-VN" b="1" smtClean="0">
                <a:solidFill>
                  <a:srgbClr val="002060"/>
                </a:solidFill>
                <a:latin typeface="+mj-lt"/>
              </a:rPr>
              <a:t>+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T0 </a:t>
            </a:r>
            <a:r>
              <a:rPr lang="vi-VN">
                <a:solidFill>
                  <a:srgbClr val="002060"/>
                </a:solidFill>
                <a:latin typeface="+mj-lt"/>
              </a:rPr>
              <a:t>là timer/counter 8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bit</a:t>
            </a:r>
          </a:p>
          <a:p>
            <a:pPr algn="just">
              <a:spcAft>
                <a:spcPts val="600"/>
              </a:spcAft>
            </a:pPr>
            <a:r>
              <a:rPr lang="vi-VN" b="1" smtClean="0">
                <a:solidFill>
                  <a:srgbClr val="002060"/>
                </a:solidFill>
                <a:latin typeface="+mj-lt"/>
              </a:rPr>
              <a:t>+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T1 </a:t>
            </a:r>
            <a:r>
              <a:rPr lang="vi-VN">
                <a:solidFill>
                  <a:srgbClr val="002060"/>
                </a:solidFill>
                <a:latin typeface="+mj-lt"/>
              </a:rPr>
              <a:t>là timer/counter 16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bit cả </a:t>
            </a:r>
            <a:r>
              <a:rPr lang="vi-VN">
                <a:solidFill>
                  <a:srgbClr val="002060"/>
                </a:solidFill>
                <a:latin typeface="+mj-lt"/>
              </a:rPr>
              <a:t>2 đều có bộ chia trước. </a:t>
            </a:r>
            <a:r>
              <a:rPr lang="vi-VN" b="1" smtClean="0">
                <a:solidFill>
                  <a:srgbClr val="002060"/>
                </a:solidFill>
                <a:latin typeface="+mj-lt"/>
              </a:rPr>
              <a:t>+ </a:t>
            </a:r>
            <a:r>
              <a:rPr lang="vi-VN" smtClean="0">
                <a:solidFill>
                  <a:srgbClr val="002060"/>
                </a:solidFill>
                <a:latin typeface="+mj-lt"/>
              </a:rPr>
              <a:t>T2 </a:t>
            </a:r>
            <a:r>
              <a:rPr lang="vi-VN">
                <a:solidFill>
                  <a:srgbClr val="002060"/>
                </a:solidFill>
                <a:latin typeface="+mj-lt"/>
              </a:rPr>
              <a:t>là timer 8 bit có bộ chia trước và chia sau phục vụ cho các ứng dụng đặc biệt</a:t>
            </a:r>
            <a:endParaRPr lang="en-US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460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13"/>
          <p:cNvSpPr/>
          <p:nvPr/>
        </p:nvSpPr>
        <p:spPr>
          <a:xfrm>
            <a:off x="1408682" y="545703"/>
            <a:ext cx="4786555" cy="45719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76844" y="22113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71192" y="438996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21" name="TextBox 20"/>
          <p:cNvSpPr txBox="1"/>
          <p:nvPr/>
        </p:nvSpPr>
        <p:spPr>
          <a:xfrm>
            <a:off x="2499229" y="114816"/>
            <a:ext cx="4929385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II: CÁC LOẠI TIMER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9831" y="831213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0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1. Timer/Counter 0</a:t>
            </a:r>
            <a:endParaRPr lang="en-US" sz="20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pic>
        <p:nvPicPr>
          <p:cNvPr id="23" name="Picture 2" descr="BeeLab: [VI ĐIỀU KHIỂN PIC] - BÀI 6: TIMER/COUNTER CỦA PIC TRONG C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129" y="137508"/>
            <a:ext cx="2556577" cy="1677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/>
          <p:cNvSpPr txBox="1"/>
          <p:nvPr/>
        </p:nvSpPr>
        <p:spPr>
          <a:xfrm>
            <a:off x="684254" y="1547610"/>
            <a:ext cx="7737850" cy="25853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Là bộ timer/counter 8 bit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 đếm từ 0 đến 255.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Có thể ghi và đọc giá trị của timer/counter.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Cho phép lựa chọn xung clock tác động cạnh lên hay xuống.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Có hai nguồn xung đếm bên trong và bên ngoài.</a:t>
            </a:r>
            <a:endParaRPr lang="vi-VN" sz="1800" b="1" kern="1200" smtClean="0">
              <a:solidFill>
                <a:srgbClr val="C0000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Có bộ chia trước 8 bit có thể lập trình hệ số chia.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Phát sinh ngắt khi bị tràn từ FFH về 00H, cờ báo ngắt khi tràn TRM0IF lên 1.</a:t>
            </a:r>
            <a:endParaRPr lang="en-US" sz="1800" b="1" kern="1200" dirty="0">
              <a:solidFill>
                <a:srgbClr val="C00000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3352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13"/>
          <p:cNvSpPr/>
          <p:nvPr/>
        </p:nvSpPr>
        <p:spPr>
          <a:xfrm>
            <a:off x="1408682" y="545703"/>
            <a:ext cx="4786555" cy="45719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76844" y="22113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71192" y="438996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21" name="TextBox 20"/>
          <p:cNvSpPr txBox="1"/>
          <p:nvPr/>
        </p:nvSpPr>
        <p:spPr>
          <a:xfrm>
            <a:off x="2499229" y="114816"/>
            <a:ext cx="4929385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II: CÁC LOẠI TIMER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4254" y="842502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0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lang="vi-VN" sz="20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. Timer/Counter 1</a:t>
            </a:r>
            <a:endParaRPr lang="en-US" sz="20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4254" y="1668009"/>
            <a:ext cx="7737850" cy="17543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Là bộ timer/counter 16 bit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 đếm từ 0 đến 65535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Có thể ghi và đọc giá trị của timer/counter.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Có bộ chia trước 1, 2, 4, 8.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Phát sinh ngắt khi bị tràn từ FFH về 00H, cờ báo ngắt khi tràn TMR1IF lên 1.</a:t>
            </a:r>
            <a:endParaRPr lang="en-US" sz="1800" b="1" kern="1200" dirty="0">
              <a:solidFill>
                <a:srgbClr val="C00000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20" name="Picture 4" descr="BeeLab: [VI ĐIỀU KHIỂN PIC] - BÀI 6: TIMER/COUNTER CỦA PIC TRONG C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093" y="330259"/>
            <a:ext cx="3123042" cy="155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016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22" name="TextBox 21"/>
          <p:cNvSpPr txBox="1"/>
          <p:nvPr/>
        </p:nvSpPr>
        <p:spPr>
          <a:xfrm>
            <a:off x="748049" y="0"/>
            <a:ext cx="6896100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0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3. Timer 2</a:t>
            </a:r>
            <a:endParaRPr lang="en-US" sz="20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2024" y="327721"/>
            <a:ext cx="7737850" cy="1477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Là bộ timer 8 bit, có bộ chia trước và bộ chia sau.</a:t>
            </a:r>
            <a:endParaRPr lang="vi-VN" sz="1800" kern="1200" smtClean="0">
              <a:solidFill>
                <a:srgbClr val="C0000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  <a:p>
            <a:pPr defTabSz="457200"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Có thể được sử dụng để điều chế xung.</a:t>
            </a:r>
          </a:p>
          <a:p>
            <a:pPr defTabSz="457200">
              <a:buClrTx/>
            </a:pPr>
            <a:r>
              <a:rPr lang="vi-VN" sz="18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kern="1200" smtClean="0">
                <a:solidFill>
                  <a:srgbClr val="C0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Thanh ghi PR2 là thanh ghi chu kỳ 8 bit, dùng dể so sánh, tăng từ 00H đến giá trị được lưu trong thanh ghi PR2 thì reset về 00H và lặp lại. </a:t>
            </a:r>
            <a:endParaRPr lang="vi-VN" sz="1800" b="1" kern="1200" smtClean="0">
              <a:solidFill>
                <a:srgbClr val="C0000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  <a:p>
            <a:pPr defTabSz="457200">
              <a:buClrTx/>
            </a:pPr>
            <a:endParaRPr lang="en-US" sz="1800" b="1" kern="1200" dirty="0">
              <a:solidFill>
                <a:srgbClr val="C00000"/>
              </a:solidFill>
              <a:latin typeface="+mj-lt"/>
              <a:ea typeface="+mn-ea"/>
              <a:cs typeface="+mn-cs"/>
            </a:endParaRPr>
          </a:p>
        </p:txBody>
      </p:sp>
      <p:pic>
        <p:nvPicPr>
          <p:cNvPr id="23" name="Picture 6" descr="BeeLab: [VI ĐIỀU KHIỂN PIC] - BÀI 6: TIMER/COUNTER CỦA PIC TRONG C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24" y="1524038"/>
            <a:ext cx="7975910" cy="361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15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27456" y="9619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50299" y="320312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11" name="TextBox 10"/>
          <p:cNvSpPr txBox="1"/>
          <p:nvPr/>
        </p:nvSpPr>
        <p:spPr>
          <a:xfrm>
            <a:off x="1981777" y="114816"/>
            <a:ext cx="5078242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ĐỊNH THỜI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4254" y="801118"/>
            <a:ext cx="68961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1. Tính toán định thời với timer</a:t>
            </a:r>
            <a:endParaRPr lang="en-US" sz="16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5564" y="2377098"/>
            <a:ext cx="8227517" cy="67710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Với T(ms) là thời gian cần định thời,      là tần số thạch anh (Hz) , CT là bộ chia trước, n là số lần tràn của Timer.</a:t>
            </a:r>
            <a:r>
              <a:rPr lang="vi-VN" sz="2000" b="1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lang="vi-VN" sz="1800" b="1" i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4254" y="1170450"/>
            <a:ext cx="7672937" cy="3385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6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a) Định thời với Timer 0</a:t>
            </a:r>
            <a:endParaRPr lang="vi-VN" sz="1600" b="1" kern="1200" dirty="0">
              <a:solidFill>
                <a:srgbClr val="C00000"/>
              </a:solidFill>
              <a:latin typeface="+mj-lt"/>
              <a:ea typeface="+mn-ea"/>
              <a:cs typeface="+mn-cs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258927"/>
              </p:ext>
            </p:extLst>
          </p:nvPr>
        </p:nvGraphicFramePr>
        <p:xfrm>
          <a:off x="2882623" y="1524947"/>
          <a:ext cx="2307955" cy="628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Equation" r:id="rId3" imgW="1866600" imgH="507960" progId="Equation.DSMT4">
                  <p:embed/>
                </p:oleObj>
              </mc:Choice>
              <mc:Fallback>
                <p:oleObj name="Equation" r:id="rId3" imgW="18666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82623" y="1524947"/>
                        <a:ext cx="2307955" cy="628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40883" y="1654288"/>
            <a:ext cx="1797689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CT: 1 đến 256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939917"/>
              </p:ext>
            </p:extLst>
          </p:nvPr>
        </p:nvGraphicFramePr>
        <p:xfrm>
          <a:off x="4168589" y="2424121"/>
          <a:ext cx="266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Equation" r:id="rId5" imgW="266400" imgH="279360" progId="Equation.DSMT4">
                  <p:embed/>
                </p:oleObj>
              </mc:Choice>
              <mc:Fallback>
                <p:oleObj name="Equation" r:id="rId5" imgW="2664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68589" y="2424121"/>
                        <a:ext cx="266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19713" y="3101229"/>
            <a:ext cx="8227517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Ví dụ: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Tìm giá trị nạp cho timer 0 để định thời được 1ms, tần số thạch anh là 8MHz.</a:t>
            </a:r>
          </a:p>
          <a:p>
            <a:pPr defTabSz="457200">
              <a:buClrTx/>
            </a:pPr>
            <a:endParaRPr lang="vi-VN" sz="1800" b="1" kern="120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Chọn bộ chia trước là CT = 8, chọn số lần tràn là n = 10  ST = 231.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/>
              <p14:cNvContentPartPr/>
              <p14:nvPr/>
            </p14:nvContentPartPr>
            <p14:xfrm>
              <a:off x="100080" y="223920"/>
              <a:ext cx="8886960" cy="49150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720" y="214560"/>
                <a:ext cx="8905680" cy="493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741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/>
      <p:bldP spid="24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27456" y="9619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50299" y="320312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11" name="TextBox 10"/>
          <p:cNvSpPr txBox="1"/>
          <p:nvPr/>
        </p:nvSpPr>
        <p:spPr>
          <a:xfrm>
            <a:off x="1981777" y="114816"/>
            <a:ext cx="5078242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ĐỊNH THỜI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4254" y="745416"/>
            <a:ext cx="68961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1. Tính toán định thời với timer</a:t>
            </a:r>
            <a:endParaRPr lang="en-US" sz="16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4254" y="2376942"/>
            <a:ext cx="8227517" cy="67710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Với T(ms) là thời gian cần định thời,      là tần số thạch anh (Hz) , CT là bộ chia trước, n là số lần tràn của Timer.</a:t>
            </a:r>
            <a:r>
              <a:rPr lang="vi-VN" sz="2000" b="1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lang="vi-VN" sz="1800" b="1" i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4254" y="1170450"/>
            <a:ext cx="7672937" cy="3385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600" b="1" kern="120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b</a:t>
            </a:r>
            <a:r>
              <a:rPr lang="vi-VN" sz="16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) Định thời với Timer 1</a:t>
            </a:r>
            <a:endParaRPr lang="vi-VN" sz="1600" b="1" kern="1200" dirty="0">
              <a:solidFill>
                <a:srgbClr val="C00000"/>
              </a:solidFill>
              <a:latin typeface="+mj-lt"/>
              <a:ea typeface="+mn-ea"/>
              <a:cs typeface="+mn-cs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5449381"/>
              </p:ext>
            </p:extLst>
          </p:nvPr>
        </p:nvGraphicFramePr>
        <p:xfrm>
          <a:off x="2757488" y="1525588"/>
          <a:ext cx="255905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Equation" r:id="rId3" imgW="2070000" imgH="507960" progId="Equation.DSMT4">
                  <p:embed/>
                </p:oleObj>
              </mc:Choice>
              <mc:Fallback>
                <p:oleObj name="Equation" r:id="rId3" imgW="2070000" imgH="50796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57488" y="1525588"/>
                        <a:ext cx="2559050" cy="627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40883" y="1654288"/>
            <a:ext cx="1797689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CT: 1, 2, 4, 8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764175"/>
              </p:ext>
            </p:extLst>
          </p:nvPr>
        </p:nvGraphicFramePr>
        <p:xfrm>
          <a:off x="4190360" y="2432918"/>
          <a:ext cx="266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Equation" r:id="rId5" imgW="266400" imgH="279360" progId="Equation.DSMT4">
                  <p:embed/>
                </p:oleObj>
              </mc:Choice>
              <mc:Fallback>
                <p:oleObj name="Equation" r:id="rId5" imgW="266400" imgH="27936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0360" y="2432918"/>
                        <a:ext cx="266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22703" y="3028453"/>
            <a:ext cx="8227517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Ví dụ: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Tìm giá trị nạp cho timer 1 để định thời được 1ms, tần số thạch anh là </a:t>
            </a:r>
            <a:r>
              <a:rPr lang="vi-VN" sz="1800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8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MHz.</a:t>
            </a:r>
          </a:p>
          <a:p>
            <a:pPr defTabSz="457200">
              <a:buClrTx/>
            </a:pPr>
            <a:endParaRPr lang="vi-VN" sz="1800" b="1" kern="120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27124" y="3866468"/>
            <a:ext cx="8227517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800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Khi timer đếm đến giá trị cao nhất thì cờ tràn TMR1IF sẽ lên 1.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Khai báo cờ tràn: #BIT		TMR1IF = 0X</a:t>
            </a:r>
            <a:r>
              <a:rPr lang="en-US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0C.0</a:t>
            </a:r>
            <a:r>
              <a:rPr lang="vi-VN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;</a:t>
            </a:r>
            <a:endParaRPr lang="vi-VN" sz="1800" b="1" i="1" kern="1200" dirty="0">
              <a:solidFill>
                <a:srgbClr val="FF0000"/>
              </a:solidFill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/>
              <p14:cNvContentPartPr/>
              <p14:nvPr/>
            </p14:nvContentPartPr>
            <p14:xfrm>
              <a:off x="2562120" y="414360"/>
              <a:ext cx="5124960" cy="16480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52760" y="405000"/>
                <a:ext cx="5143680" cy="166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581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22" grpId="0"/>
      <p:bldP spid="23" grpId="0"/>
      <p:bldP spid="24" grpId="0"/>
      <p:bldP spid="25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27456" y="9619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50299" y="320312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11" name="TextBox 10"/>
          <p:cNvSpPr txBox="1"/>
          <p:nvPr/>
        </p:nvSpPr>
        <p:spPr>
          <a:xfrm>
            <a:off x="1981777" y="114816"/>
            <a:ext cx="5078242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ĐỊNH THỜI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4254" y="745416"/>
            <a:ext cx="68961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1. Tính toán định thời với timer</a:t>
            </a:r>
            <a:endParaRPr lang="en-US" sz="16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4254" y="2520790"/>
            <a:ext cx="8227517" cy="67710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Với T(ms) là thời gian cần định thời,      là tần số thạch anh (Hz) , CT là bộ chia trước, n là số lần tràn của Timer.</a:t>
            </a:r>
            <a:r>
              <a:rPr lang="vi-VN" sz="2000" b="1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lang="vi-VN" sz="1800" b="1" i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4254" y="1170450"/>
            <a:ext cx="7672937" cy="3385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600" b="1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c) Định thời với Timer 2</a:t>
            </a:r>
            <a:endParaRPr lang="vi-VN" sz="1600" b="1" kern="1200" dirty="0">
              <a:solidFill>
                <a:srgbClr val="C00000"/>
              </a:solidFill>
              <a:latin typeface="+mj-lt"/>
              <a:ea typeface="+mn-ea"/>
              <a:cs typeface="+mn-cs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9439467"/>
              </p:ext>
            </p:extLst>
          </p:nvPr>
        </p:nvGraphicFramePr>
        <p:xfrm>
          <a:off x="3008313" y="1525588"/>
          <a:ext cx="20574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Equation" r:id="rId3" imgW="1663560" imgH="507960" progId="Equation.DSMT4">
                  <p:embed/>
                </p:oleObj>
              </mc:Choice>
              <mc:Fallback>
                <p:oleObj name="Equation" r:id="rId3" imgW="1663560" imgH="50796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08313" y="1525588"/>
                        <a:ext cx="2057400" cy="627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40883" y="1515953"/>
            <a:ext cx="1797689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CT: 1, 4, 8, 16</a:t>
            </a:r>
          </a:p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CS: 1 đến 16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601508"/>
              </p:ext>
            </p:extLst>
          </p:nvPr>
        </p:nvGraphicFramePr>
        <p:xfrm>
          <a:off x="4190360" y="2549030"/>
          <a:ext cx="266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Equation" r:id="rId5" imgW="266400" imgH="279360" progId="Equation.DSMT4">
                  <p:embed/>
                </p:oleObj>
              </mc:Choice>
              <mc:Fallback>
                <p:oleObj name="Equation" r:id="rId5" imgW="266400" imgH="27936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0360" y="2549030"/>
                        <a:ext cx="266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42024" y="3278343"/>
            <a:ext cx="8227517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Ví dụ: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Tìm giá trị nạp cho timer 2 để định thời được 1s, tần số thạch anh là 20MHz.</a:t>
            </a:r>
          </a:p>
          <a:p>
            <a:pPr defTabSz="457200">
              <a:buClrTx/>
            </a:pPr>
            <a:endParaRPr lang="vi-VN" sz="1800" b="1" kern="120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00998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/>
      <p:bldP spid="22" grpId="0"/>
      <p:bldP spid="23" grpId="0"/>
      <p:bldP spid="24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27456" y="9619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50299" y="320312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11" name="TextBox 10"/>
          <p:cNvSpPr txBox="1"/>
          <p:nvPr/>
        </p:nvSpPr>
        <p:spPr>
          <a:xfrm>
            <a:off x="1981777" y="114816"/>
            <a:ext cx="5078242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ĐỊNH THỜI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4254" y="745416"/>
            <a:ext cx="6896100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2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. Các câu lệnh cho timer</a:t>
            </a:r>
            <a:endParaRPr lang="en-US" sz="16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6323" y="1091994"/>
            <a:ext cx="8606971" cy="25853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marL="342900" indent="-342900" defTabSz="457200">
              <a:buClrTx/>
              <a:buAutoNum type="alphaLcParenR"/>
            </a:pPr>
            <a:r>
              <a:rPr lang="vi-VN" sz="1800" b="1" u="sng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Timer 0 </a:t>
            </a:r>
            <a:r>
              <a:rPr lang="vi-VN" sz="1800" b="1" i="1" u="sng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(Thường ít dùng để Timer)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+ SETUP_TIMER_0(T0_INTERNAL|BC); 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 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Khởi tạo Timer 0 ở chế độ định thời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i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 BC là bộ chia có thể là 	T0_DIV_1, T0_DIV_2, T0_DIV_4,....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SETUP_TIMER_0(T0_INTERNAL; T0_DIV_16);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+ </a:t>
            </a: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SET_TIMER0(ST);  </a:t>
            </a: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Trước và trong while(true) 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Đưa giá trị nạp ban đầu vào Timer</a:t>
            </a:r>
          </a:p>
          <a:p>
            <a:pPr defTabSz="457200">
              <a:lnSpc>
                <a:spcPct val="150000"/>
              </a:lnSpc>
              <a:buClrTx/>
            </a:pPr>
            <a:endParaRPr lang="vi-VN" sz="1600" b="1" kern="1200" dirty="0">
              <a:solidFill>
                <a:srgbClr val="00206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4254" y="3322209"/>
            <a:ext cx="8227517" cy="161582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Ví dụ: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Viết lệnh nạp cho timer 0 để định thời được 1ms, tần số thạch anh là 8MHz.</a:t>
            </a:r>
            <a:endParaRPr lang="vi-VN" sz="1800" b="1" kern="120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Chọn bộ chia trước là CT = 8, chọn số lần tràn là n = 10  ST = 231.</a:t>
            </a: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SETUP_TIMER_0(T0_INTERNAL|T0_DIV_8);</a:t>
            </a: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SET_TIMER0(231);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3348000" y="438120"/>
              <a:ext cx="4582080" cy="13291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8640" y="428760"/>
                <a:ext cx="4600800" cy="134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42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23" name="TextBox 22"/>
          <p:cNvSpPr txBox="1"/>
          <p:nvPr/>
        </p:nvSpPr>
        <p:spPr>
          <a:xfrm>
            <a:off x="494526" y="242909"/>
            <a:ext cx="8606971" cy="29546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u="sng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b)  Timer 1 </a:t>
            </a:r>
            <a:r>
              <a:rPr lang="vi-VN" sz="1800" b="1" i="1" u="sng" kern="1200" smtClean="0">
                <a:solidFill>
                  <a:srgbClr val="C00000"/>
                </a:solidFill>
                <a:latin typeface="+mj-lt"/>
                <a:ea typeface="+mn-ea"/>
                <a:cs typeface="+mn-cs"/>
              </a:rPr>
              <a:t>(Ưu tiên dùng để Timer)</a:t>
            </a:r>
            <a:endParaRPr lang="vi-VN" sz="1800" b="1" i="1" u="sng" kern="1200">
              <a:solidFill>
                <a:srgbClr val="C00000"/>
              </a:solidFill>
              <a:latin typeface="+mj-lt"/>
              <a:ea typeface="+mn-ea"/>
              <a:cs typeface="+mn-cs"/>
            </a:endParaRP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+ SETUP_TIMER_1(T1_INTERNAL|BC); 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 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Khởi tạo Timer 1 ở chế độ định thời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i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 BC là bộ chia có thể là 	T1_DIV_BY_1,   T1_DIV_BY_4,   T1_DIV_BY_8,....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SETUP_TIMER_1(T1_INTERNAL; T1_DIV_18);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+ </a:t>
            </a: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SET_TIMER0(ST);  </a:t>
            </a: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Trước và trong while(true) 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Đưa giá trị nạp ban đầu vào Timer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+ SETUP_TIMER_1(T1_DISABLED); </a:t>
            </a:r>
            <a:r>
              <a:rPr lang="vi-VN" sz="1600" b="1" i="1" kern="1200" smtClean="0">
                <a:solidFill>
                  <a:srgbClr val="FF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 Tạm ngưng Timer1, nếu tạm ngưng rồi thì khi hoạt động nhớ SETUP lại cho người ta.</a:t>
            </a:r>
            <a:endParaRPr lang="vi-VN" sz="1600" b="1" i="1" kern="1200" dirty="0">
              <a:solidFill>
                <a:srgbClr val="002060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4254" y="3322209"/>
            <a:ext cx="8227517" cy="161582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Ví dụ: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Viết lệnh nạp cho timer 1 để định thời được 1ms, tần số thạch anh là 20MHz.</a:t>
            </a:r>
            <a:endParaRPr lang="vi-VN" sz="1800" b="1" kern="120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Chọn bộ chia trước là CT = 8, chọn số lần tràn là n = 10  ST = 3036.</a:t>
            </a: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SETUP_TIMER_1(T1_INTERNAL|T1_DIV_BY_8);</a:t>
            </a: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SET_TIMER1(3036);</a:t>
            </a:r>
            <a:endParaRPr lang="vi-VN" sz="18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790560" y="905040"/>
              <a:ext cx="8087040" cy="24768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200" y="895680"/>
                <a:ext cx="8105760" cy="249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497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23" name="TextBox 22"/>
          <p:cNvSpPr txBox="1"/>
          <p:nvPr/>
        </p:nvSpPr>
        <p:spPr>
          <a:xfrm>
            <a:off x="536334" y="1387857"/>
            <a:ext cx="8606971" cy="1477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u="sng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c</a:t>
            </a:r>
            <a:r>
              <a:rPr lang="vi-VN" sz="1800" b="1" u="sng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)  Timer 2 </a:t>
            </a:r>
            <a:r>
              <a:rPr lang="vi-VN" sz="1800" b="1" i="1" u="sng" kern="1200" smtClean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(Đọc thêm)</a:t>
            </a:r>
            <a:endParaRPr lang="vi-VN" sz="1800" b="1" i="1" u="sng" kern="1200">
              <a:solidFill>
                <a:schemeClr val="tx1"/>
              </a:solidFill>
              <a:latin typeface="+mj-lt"/>
              <a:ea typeface="+mn-ea"/>
              <a:cs typeface="+mn-cs"/>
            </a:endParaRP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+ SETUP_TIMER_2(CT, PR2, CS); 			</a:t>
            </a:r>
            <a:r>
              <a:rPr lang="vi-VN" sz="1600" kern="1200" smtClean="0">
                <a:solidFill>
                  <a:srgbClr val="FF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vi-VN" sz="1600" i="1" kern="1200" smtClean="0">
                <a:solidFill>
                  <a:srgbClr val="FF000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Trước while(true)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600" i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CT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là bộ chia có thể là 	T1_DIV_BY_1,   T1_DIV_BY_4,   T1_DIV_BY_8,....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i="1" kern="1200" smtClean="0">
                <a:solidFill>
                  <a:srgbClr val="002060"/>
                </a:solidFill>
              </a:rPr>
              <a:t>		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</a:rPr>
              <a:t>CS là </a:t>
            </a:r>
            <a:r>
              <a:rPr lang="vi-VN" sz="1600" i="1" kern="1200">
                <a:solidFill>
                  <a:srgbClr val="002060"/>
                </a:solidFill>
                <a:latin typeface="+mj-lt"/>
              </a:rPr>
              <a:t>bộ chia có thể là 	</a:t>
            </a:r>
            <a:r>
              <a:rPr lang="vi-VN" sz="1600" i="1" kern="1200" smtClean="0">
                <a:solidFill>
                  <a:srgbClr val="002060"/>
                </a:solidFill>
                <a:latin typeface="+mj-lt"/>
              </a:rPr>
              <a:t>T1_DIV_BY_7,   T1_DIV_BY_3,   T1_DIV_BY_21,....</a:t>
            </a:r>
            <a:endParaRPr lang="vi-VN" sz="1600" i="1" kern="1200" smtClean="0">
              <a:solidFill>
                <a:srgbClr val="002060"/>
              </a:solidFill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54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23" name="TextBox 22"/>
          <p:cNvSpPr txBox="1"/>
          <p:nvPr/>
        </p:nvSpPr>
        <p:spPr>
          <a:xfrm>
            <a:off x="123371" y="-56315"/>
            <a:ext cx="9020629" cy="25853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 1: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Viết chương trình định thời 1s, sử dụng Timer 1.</a:t>
            </a:r>
            <a:r>
              <a:rPr lang="vi-VN" sz="16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Tần số thạch anh là 20MHz.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Giải: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Ta chọn bộ chia 8, số lần tràn là n = 10 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 ST = 3036.</a:t>
            </a:r>
          </a:p>
          <a:p>
            <a:pPr marL="285750" indent="-285750" defTabSz="457200">
              <a:lnSpc>
                <a:spcPct val="150000"/>
              </a:lnSpc>
              <a:buClrTx/>
              <a:buFont typeface="Wingdings" panose="05000000000000000000" pitchFamily="2" charset="2"/>
              <a:buChar char="à"/>
            </a:pPr>
            <a:r>
              <a:rPr lang="vi-VN" sz="1600" i="1" kern="1200" smtClean="0">
                <a:solidFill>
                  <a:srgbClr val="00206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Như vậy, sau mỗi lần Timer tràn ta được 1/10 giây = 0,1 s, tràn đủ 10 lần sẽ được 1 s. Mà nếu Timer tràn thì cờ TMR1IF sẽ lên mức 1  Đếm số lần cờ tràn lên mức 1, nếu lên mức 1 thì gán cờ tràn lại về 0 và đặt lại giá trị cho timer.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 </a:t>
            </a: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</a:t>
            </a:r>
            <a:endParaRPr lang="vi-VN" sz="1800" b="1" kern="1200" smtClean="0">
              <a:solidFill>
                <a:srgbClr val="002060"/>
              </a:solidFill>
              <a:latin typeface="+mj-lt"/>
              <a:ea typeface="+mn-ea"/>
              <a:cs typeface="+mn-cs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924387"/>
              </p:ext>
            </p:extLst>
          </p:nvPr>
        </p:nvGraphicFramePr>
        <p:xfrm>
          <a:off x="6523945" y="4456963"/>
          <a:ext cx="255905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3" imgW="2070000" imgH="507960" progId="Equation.DSMT4">
                  <p:embed/>
                </p:oleObj>
              </mc:Choice>
              <mc:Fallback>
                <p:oleObj name="Equation" r:id="rId3" imgW="2070000" imgH="50796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23945" y="4456963"/>
                        <a:ext cx="2559050" cy="627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20" y="1824061"/>
            <a:ext cx="3177815" cy="333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427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23" name="TextBox 22"/>
          <p:cNvSpPr txBox="1"/>
          <p:nvPr/>
        </p:nvSpPr>
        <p:spPr>
          <a:xfrm>
            <a:off x="123371" y="-56315"/>
            <a:ext cx="9020629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 </a:t>
            </a:r>
            <a:r>
              <a:rPr lang="vi-VN" sz="16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2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Viết chương trình điều khiển 1 LED đơn, 1s sáng, 1 giây tắt. Tần số thạch anh là 20MHz.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Giải: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Ta chọn bộ chia 8, số lần tràn là n = 10 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  <a:sym typeface="Wingdings" panose="05000000000000000000" pitchFamily="2" charset="2"/>
              </a:rPr>
              <a:t> ST = 3036.</a:t>
            </a:r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774682"/>
            <a:ext cx="6571614" cy="431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24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5" name="Rectangle 4"/>
          <p:cNvSpPr/>
          <p:nvPr/>
        </p:nvSpPr>
        <p:spPr>
          <a:xfrm>
            <a:off x="64224" y="-17867"/>
            <a:ext cx="877497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en-US" b="1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Ví dụ </a:t>
            </a:r>
            <a:r>
              <a:rPr lang="vi-VN" altLang="en-US" b="1" smtClean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3: </a:t>
            </a:r>
            <a:r>
              <a:rPr lang="vi-VN" altLang="en-US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Dùng PIC 16F887 tạo xung tại chân RC1, có chu kỳ bằng 100ms, DUTY = 30%.</a:t>
            </a:r>
            <a:endParaRPr lang="en-US" altLang="en-US">
              <a:solidFill>
                <a:srgbClr val="002060"/>
              </a:solidFill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vi-VN" altLang="en-US" b="1" smtClean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lang="vi-VN" altLang="en-US" b="1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Hướng giải quyết: </a:t>
            </a:r>
            <a:r>
              <a:rPr lang="vi-VN" altLang="en-US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DUTY = 30% hay 30ms mức H và 70ms mức L.</a:t>
            </a:r>
            <a:endParaRPr lang="en-US" altLang="en-US">
              <a:solidFill>
                <a:srgbClr val="002060"/>
              </a:solidFill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>
              <a:solidFill>
                <a:srgbClr val="002060"/>
              </a:solidFill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439" y="648185"/>
            <a:ext cx="764177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04850">
              <a:lnSpc>
                <a:spcPct val="107000"/>
              </a:lnSpc>
              <a:spcAft>
                <a:spcPts val="800"/>
              </a:spcAft>
            </a:pPr>
            <a:r>
              <a:rPr lang="vi-VN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vi-VN" smtClean="0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 </a:t>
            </a:r>
            <a:r>
              <a:rPr lang="vi-VN">
                <a:solidFill>
                  <a:srgbClr val="00206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 100ms và tràn 10 lần. Trong 3 lần tràn đầu xuất mức H và còn lại xuất mức L.</a:t>
            </a:r>
            <a:endParaRPr lang="en-US" sz="120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21"/>
          <a:stretch/>
        </p:blipFill>
        <p:spPr>
          <a:xfrm>
            <a:off x="1037771" y="966288"/>
            <a:ext cx="6357259" cy="417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497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30453" y="566284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27456" y="9619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50299" y="320312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11" name="TextBox 10"/>
          <p:cNvSpPr txBox="1"/>
          <p:nvPr/>
        </p:nvSpPr>
        <p:spPr>
          <a:xfrm>
            <a:off x="1981777" y="114816"/>
            <a:ext cx="5078242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ĐẾM XUNG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6334" y="745416"/>
            <a:ext cx="8313886" cy="20313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1. Câu lệnh cho Counter 0 (</a:t>
            </a: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Ít dùng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)  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Ngõ vào RA4</a:t>
            </a:r>
            <a:endParaRPr lang="vi-VN" sz="1800" b="1" kern="1200" smtClean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+ SETUP_TIMER_0(T0_EXT_L_TO_H|T0_DIV_1);		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 Khai báo Timer 0 ở chế độ đếm xung ngoại, tỉ lệ 1:1</a:t>
            </a:r>
            <a:r>
              <a:rPr lang="en-US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thường ở trước while(true) và trong xử lý nút nhấn.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+ SET_TIMER0(BD);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					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Chọn giá trị đếm bắt đầu cho Counter.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GET_TIMER0();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				        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Đọc giá trị đếm hiện tại của Counter</a:t>
            </a:r>
            <a:r>
              <a:rPr lang="vi-VN" sz="1600" i="1" kern="1200" smtClean="0">
                <a:solidFill>
                  <a:srgbClr val="C00000"/>
                </a:solidFill>
                <a:latin typeface="Calibri"/>
                <a:ea typeface="+mn-ea"/>
                <a:cs typeface="+mn-cs"/>
              </a:rPr>
              <a:t>  </a:t>
            </a:r>
            <a:endParaRPr lang="vi-VN" sz="1800" i="1" kern="1200" smtClean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55866" y="3320000"/>
            <a:ext cx="8606971" cy="17543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dụ:  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SETUP_TIMER_0(T0_EXT_H_TO_L|T0_DIV_1);</a:t>
            </a:r>
          </a:p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 </a:t>
            </a:r>
            <a:r>
              <a:rPr lang="vi-VN" sz="18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   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SET_TIMER0(0);</a:t>
            </a: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WHILE(TRUE)</a:t>
            </a: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{</a:t>
            </a:r>
          </a:p>
          <a:p>
            <a:pPr defTabSz="457200">
              <a:buClrTx/>
            </a:pPr>
            <a:r>
              <a:rPr lang="vi-VN" sz="1800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SP = GET_TIMER0();</a:t>
            </a:r>
          </a:p>
          <a:p>
            <a:pPr defTabSz="457200">
              <a:buClrTx/>
            </a:pPr>
            <a:r>
              <a:rPr lang="vi-VN" sz="1800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662040" y="0"/>
              <a:ext cx="7248960" cy="32007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2680" y="-9360"/>
                <a:ext cx="7267680" cy="321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82824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12"/>
          <p:cNvSpPr/>
          <p:nvPr/>
        </p:nvSpPr>
        <p:spPr>
          <a:xfrm>
            <a:off x="8607666" y="-105689"/>
            <a:ext cx="650830" cy="975004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3" name="AutoShape 13"/>
          <p:cNvSpPr/>
          <p:nvPr/>
        </p:nvSpPr>
        <p:spPr>
          <a:xfrm>
            <a:off x="1408682" y="545703"/>
            <a:ext cx="7883480" cy="62707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grpSp>
        <p:nvGrpSpPr>
          <p:cNvPr id="16" name="Group 16"/>
          <p:cNvGrpSpPr/>
          <p:nvPr/>
        </p:nvGrpSpPr>
        <p:grpSpPr>
          <a:xfrm rot="3994440">
            <a:off x="227456" y="96198"/>
            <a:ext cx="537734" cy="537734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04383F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 rot="3994440">
            <a:off x="450299" y="320312"/>
            <a:ext cx="338828" cy="338828"/>
            <a:chOff x="-2540" y="-2540"/>
            <a:chExt cx="6355080" cy="6355080"/>
          </a:xfrm>
        </p:grpSpPr>
        <p:sp>
          <p:nvSpPr>
            <p:cNvPr id="19" name="Freeform 19"/>
            <p:cNvSpPr/>
            <p:nvPr/>
          </p:nvSpPr>
          <p:spPr>
            <a:xfrm>
              <a:off x="-2540" y="-254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318F9A"/>
            </a:solidFill>
          </p:spPr>
        </p:sp>
      </p:grpSp>
      <p:sp>
        <p:nvSpPr>
          <p:cNvPr id="11" name="TextBox 10"/>
          <p:cNvSpPr txBox="1"/>
          <p:nvPr/>
        </p:nvSpPr>
        <p:spPr>
          <a:xfrm>
            <a:off x="1981777" y="114816"/>
            <a:ext cx="5078242" cy="43088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22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lang="vi-VN" sz="2200" b="1" kern="120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+mn-cs"/>
              </a:rPr>
              <a:t>III: DÙNG TIMER ĐỂ ĐẾM XUNG</a:t>
            </a:r>
            <a:endParaRPr lang="en-US" sz="2200" b="1" kern="1200" dirty="0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6334" y="745416"/>
            <a:ext cx="8313886" cy="24468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2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. Câu lệnh cho Counter 1 (</a:t>
            </a: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Ưu tiên dùng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lang="en-US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</a:rPr>
              <a:t>  </a:t>
            </a:r>
            <a:r>
              <a:rPr lang="en-US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Ngõ vào RC0.</a:t>
            </a:r>
            <a:endParaRPr lang="vi-VN" sz="1800" b="1" kern="1200" smtClean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+ SETUP_TIMER_1(T1_EXTERNAL|T1_DIV_BY_1);     </a:t>
            </a: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 Khai báo Timer1  ở chế độ đếm xung ngoại, tỉ lệ 1:1.</a:t>
            </a:r>
            <a:r>
              <a:rPr lang="vi-VN" sz="1800" i="1" kern="1200">
                <a:solidFill>
                  <a:srgbClr val="00206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thường ở trước while(true) và trong xử lý nút nhấn</a:t>
            </a:r>
            <a:r>
              <a:rPr lang="vi-VN" sz="1800" i="1" kern="1200" smtClean="0">
                <a:solidFill>
                  <a:srgbClr val="00206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.</a:t>
            </a:r>
            <a:endParaRPr lang="vi-VN" sz="1800" i="1" kern="1200" smtClean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  <a:sym typeface="Wingdings" panose="05000000000000000000" pitchFamily="2" charset="2"/>
            </a:endParaRP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+ SET_TIMER1(BD);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					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Chọn giá trị đếm bắt đầu cho Counter.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i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GET_TIMER1();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				        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Đọc giá trị đếm hiện tại của Counter</a:t>
            </a:r>
          </a:p>
          <a:p>
            <a:pPr defTabSz="457200">
              <a:lnSpc>
                <a:spcPct val="150000"/>
              </a:lnSpc>
              <a:buClrTx/>
            </a:pPr>
            <a:r>
              <a:rPr lang="vi-VN" sz="1800" b="1" i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+ </a:t>
            </a:r>
            <a:r>
              <a:rPr lang="vi-VN" sz="1800" b="1" kern="120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SETUP_TIMER_1(T1_DISABLED)       </a:t>
            </a:r>
            <a:r>
              <a:rPr lang="vi-VN" sz="1800" b="1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+mn-cs"/>
                <a:sym typeface="Wingdings" panose="05000000000000000000" pitchFamily="2" charset="2"/>
              </a:rPr>
              <a:t>Ngưng Timer để tạm ngưng đếm.</a:t>
            </a:r>
            <a:r>
              <a:rPr lang="vi-VN" sz="1600" i="1" kern="1200" smtClean="0">
                <a:solidFill>
                  <a:srgbClr val="C00000"/>
                </a:solidFill>
                <a:latin typeface="Calibri"/>
                <a:ea typeface="+mn-ea"/>
                <a:cs typeface="+mn-cs"/>
              </a:rPr>
              <a:t>  </a:t>
            </a:r>
            <a:endParaRPr lang="vi-VN" sz="1800" i="1" kern="1200" smtClean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56723" y="3192240"/>
            <a:ext cx="8606971" cy="20313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buClrTx/>
            </a:pPr>
            <a:r>
              <a:rPr lang="vi-VN" sz="18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dụ:  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SETUP_TIMER_1(T1</a:t>
            </a:r>
            <a:r>
              <a:rPr lang="en-US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_EXTERNAL</a:t>
            </a:r>
            <a:r>
              <a:rPr lang="vi-VN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|T</a:t>
            </a:r>
            <a:r>
              <a:rPr lang="en-US" sz="1800" kern="120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_DIV_</a:t>
            </a:r>
            <a:r>
              <a:rPr lang="en-US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BY_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1);</a:t>
            </a:r>
          </a:p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 </a:t>
            </a:r>
            <a:r>
              <a:rPr lang="vi-VN" sz="18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   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SET_TIMER</a:t>
            </a:r>
            <a:r>
              <a:rPr lang="en-US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1</a:t>
            </a: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(0);</a:t>
            </a: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		WHILE(TRUE)</a:t>
            </a: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IF(!INPUT(START)) 	{</a:t>
            </a:r>
            <a:r>
              <a:rPr lang="vi-VN" sz="1800" kern="1200">
                <a:solidFill>
                  <a:srgbClr val="002060"/>
                </a:solidFill>
                <a:latin typeface="+mj-lt"/>
              </a:rPr>
              <a:t>SETUP_TIMER_1(T1</a:t>
            </a:r>
            <a:r>
              <a:rPr lang="en-US" sz="1800" kern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_EXTERNAL</a:t>
            </a:r>
            <a:r>
              <a:rPr lang="vi-VN" sz="1800" kern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|T</a:t>
            </a:r>
            <a:r>
              <a:rPr lang="en-US" sz="1800" kern="1200">
                <a:solidFill>
                  <a:srgbClr val="002060"/>
                </a:solidFill>
                <a:latin typeface="+mj-lt"/>
              </a:rPr>
              <a:t>1</a:t>
            </a:r>
            <a:r>
              <a:rPr lang="vi-VN" sz="1800" kern="1200">
                <a:solidFill>
                  <a:srgbClr val="002060"/>
                </a:solidFill>
                <a:latin typeface="+mj-lt"/>
              </a:rPr>
              <a:t>_DIV_</a:t>
            </a:r>
            <a:r>
              <a:rPr lang="en-US" sz="1800" kern="1200">
                <a:solidFill>
                  <a:srgbClr val="002060"/>
                </a:solidFill>
                <a:latin typeface="+mj-lt"/>
              </a:rPr>
              <a:t>BY_</a:t>
            </a:r>
            <a:r>
              <a:rPr lang="vi-VN" sz="1800" kern="1200">
                <a:solidFill>
                  <a:srgbClr val="002060"/>
                </a:solidFill>
                <a:latin typeface="+mj-lt"/>
              </a:rPr>
              <a:t>1);</a:t>
            </a:r>
          </a:p>
          <a:p>
            <a:pPr defTabSz="457200">
              <a:buClrTx/>
            </a:pPr>
            <a:r>
              <a:rPr lang="vi-VN" sz="1800" b="1" kern="1200">
                <a:solidFill>
                  <a:srgbClr val="002060"/>
                </a:solidFill>
                <a:latin typeface="+mj-lt"/>
              </a:rPr>
              <a:t>	     </a:t>
            </a:r>
            <a:r>
              <a:rPr lang="vi-VN" sz="1800" b="1" kern="1200" smtClean="0">
                <a:solidFill>
                  <a:srgbClr val="002060"/>
                </a:solidFill>
                <a:latin typeface="+mj-lt"/>
              </a:rPr>
              <a:t>				</a:t>
            </a:r>
            <a:endParaRPr lang="vi-VN" sz="1800" kern="1200" smtClean="0">
              <a:solidFill>
                <a:srgbClr val="002060"/>
              </a:solidFill>
              <a:latin typeface="+mj-lt"/>
            </a:endParaRP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</a:rPr>
              <a:t>IF(!INPUT(STOP))       SETUP_TIMER_1(T1_DISABLED);</a:t>
            </a:r>
            <a:endParaRPr lang="vi-VN" sz="1800" kern="1200">
              <a:solidFill>
                <a:srgbClr val="002060"/>
              </a:solidFill>
              <a:latin typeface="+mj-lt"/>
            </a:endParaRPr>
          </a:p>
          <a:p>
            <a:pPr defTabSz="457200">
              <a:buClrTx/>
            </a:pPr>
            <a:r>
              <a:rPr lang="vi-VN" sz="18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 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71440" y="538200"/>
              <a:ext cx="8687160" cy="42627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080" y="528840"/>
                <a:ext cx="8705880" cy="428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227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7" name="TextBox 6"/>
          <p:cNvSpPr txBox="1"/>
          <p:nvPr/>
        </p:nvSpPr>
        <p:spPr>
          <a:xfrm>
            <a:off x="123371" y="-56315"/>
            <a:ext cx="9020629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 4: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Viết chương trình đếm sản phẩm bằng Counter 0, bình thường cảm biến phát hiện sản phẩm ở mức 0, khi có sản phẩm thì lên mức 1,  số sản phẩm hiển thị trên 2 LED 7 đoạn nối port B và port D.</a:t>
            </a:r>
            <a:endParaRPr lang="vi-VN" sz="1600" kern="1200" smtClean="0">
              <a:solidFill>
                <a:srgbClr val="00206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000" y="846904"/>
            <a:ext cx="5997460" cy="36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6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7" name="TextBox 6"/>
          <p:cNvSpPr txBox="1"/>
          <p:nvPr/>
        </p:nvSpPr>
        <p:spPr>
          <a:xfrm>
            <a:off x="123371" y="-56315"/>
            <a:ext cx="9020629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 5: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Viết chương trình đếm sản phẩm bằng Counter </a:t>
            </a:r>
            <a:r>
              <a:rPr lang="vi-VN" sz="1600" kern="120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1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, sản phẩm đi qua băng chuyền liên tục 00 đến 99. Một nút nhấn START nối RE1, một nút nhấn STOP nối RE2, 2 LED 7 đoạn port B và port D. Khi vừa cấp điện, hệ thống bắt đầu đếm số sản phẩm đi qua hiển thị trên LED 7 đoạn, khi nhấn STOP thì mạch tạm dừng đếm. Nhấn START mạch đếm trở lại. </a:t>
            </a:r>
            <a:endParaRPr lang="vi-VN" sz="1600" kern="1200" smtClean="0">
              <a:solidFill>
                <a:srgbClr val="00206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59" y="1513345"/>
            <a:ext cx="4426239" cy="353986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598" y="1340008"/>
            <a:ext cx="3071126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39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7" name="TextBox 6"/>
          <p:cNvSpPr txBox="1"/>
          <p:nvPr/>
        </p:nvSpPr>
        <p:spPr>
          <a:xfrm>
            <a:off x="123371" y="-56315"/>
            <a:ext cx="9020629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 6: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Viết chương trình đếm sản phẩm bằng Counter1, sản phẩm đi qua băng chuyền liên tục, hệ thống cứ đếm đủ 5 sản phẩm sẽ là 1 thùng . Một nút nhấn STARTnối RB1, STOP nối RB2.  2 LED 7 đoạn port B và port D. Khi vừa cấp điện, </a:t>
            </a: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hệ thống chưa đếm,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 khi nhấn nút START hệ thống bắt đầu đếm số sản phẩm đi qua (LED_C) và số thùng tương ứng (LED_D), khi nhấn STOP thì mạch tạm dừng đếm. Nhấn START mạch đếm trở lại. </a:t>
            </a:r>
            <a:endParaRPr lang="vi-VN" sz="1600" kern="1200" smtClean="0">
              <a:solidFill>
                <a:srgbClr val="00206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2099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71" y="130175"/>
            <a:ext cx="8389204" cy="394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18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-105689" y="4274185"/>
            <a:ext cx="642023" cy="992619"/>
          </a:xfrm>
          <a:prstGeom prst="rect">
            <a:avLst/>
          </a:prstGeom>
          <a:solidFill>
            <a:srgbClr val="04383F"/>
          </a:solidFill>
        </p:spPr>
      </p:sp>
      <p:sp>
        <p:nvSpPr>
          <p:cNvPr id="15" name="AutoShape 15"/>
          <p:cNvSpPr/>
          <p:nvPr/>
        </p:nvSpPr>
        <p:spPr>
          <a:xfrm>
            <a:off x="238396" y="1220943"/>
            <a:ext cx="59543" cy="4114800"/>
          </a:xfrm>
          <a:prstGeom prst="rect">
            <a:avLst/>
          </a:prstGeom>
          <a:solidFill>
            <a:srgbClr val="318F9A"/>
          </a:solidFill>
        </p:spPr>
      </p:sp>
      <p:sp>
        <p:nvSpPr>
          <p:cNvPr id="7" name="TextBox 6"/>
          <p:cNvSpPr txBox="1"/>
          <p:nvPr/>
        </p:nvSpPr>
        <p:spPr>
          <a:xfrm>
            <a:off x="0" y="59800"/>
            <a:ext cx="9020629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defTabSz="457200">
              <a:lnSpc>
                <a:spcPct val="150000"/>
              </a:lnSpc>
              <a:buClrTx/>
            </a:pPr>
            <a:r>
              <a:rPr lang="vi-VN" sz="1600" b="1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Ví dụ 7: </a:t>
            </a:r>
            <a:r>
              <a:rPr lang="vi-VN" sz="1600" kern="1200" smtClean="0">
                <a:solidFill>
                  <a:srgbClr val="002060"/>
                </a:solidFill>
                <a:latin typeface="+mj-lt"/>
                <a:ea typeface="+mn-ea"/>
                <a:cs typeface="+mn-cs"/>
              </a:rPr>
              <a:t>Viết chương trình đếm sản phẩm bằng Counter 0, bình thường cảm biến phát hiện sản phẩm ở mức 0, khi có sản phẩm thì lên mức 1,  sản phẩm đi qua băng chuyền liên tục, hệ thống cứ đếm đủ 5 sản phẩm sẽ là 1 thùng . Một nút nhấn START/STOP nối RB1, 2 LED 7 đoạn port C và port D. Khi vừa cấp điện, hệ thống chưa đếm, khi nhấn nút START hệ thống bắt đầu đếm số sản phẩm đi qua (LED_C) và số thùng tương ứng (LED_D), khi nhấn STOP thì mạch tạm dừng đếm. Nhấn START mạch đếm trở lại. </a:t>
            </a:r>
            <a:endParaRPr lang="vi-VN" sz="1600" kern="1200" smtClean="0">
              <a:solidFill>
                <a:srgbClr val="002060"/>
              </a:solidFill>
              <a:latin typeface="+mj-lt"/>
              <a:ea typeface="+mn-ea"/>
              <a:cs typeface="+mn-cs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1232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0" name="Google Shape;1520;p5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50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sz="18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22" name="Google Shape;1522;p50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523" name="Google Shape;1523;p50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524" name="Google Shape;1524;p50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25" name="Google Shape;1525;p50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526" name="Google Shape;1526;p50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527" name="Google Shape;1527;p50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28" name="Google Shape;1528;p50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5928" extrusionOk="0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529" name="Google Shape;1529;p50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530" name="Google Shape;1530;p50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31" name="Google Shape;1531;p50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532" name="Google Shape;1532;p50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533" name="Google Shape;1533;p50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34" name="Google Shape;1534;p50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lthasar template">
  <a:themeElements>
    <a:clrScheme name="Custom 347">
      <a:dk1>
        <a:srgbClr val="EFEFEF"/>
      </a:dk1>
      <a:lt1>
        <a:srgbClr val="004046"/>
      </a:lt1>
      <a:dk2>
        <a:srgbClr val="6AA84F"/>
      </a:dk2>
      <a:lt2>
        <a:srgbClr val="007074"/>
      </a:lt2>
      <a:accent1>
        <a:srgbClr val="00BFC9"/>
      </a:accent1>
      <a:accent2>
        <a:srgbClr val="00FFFF"/>
      </a:accent2>
      <a:accent3>
        <a:srgbClr val="DDFFFF"/>
      </a:accent3>
      <a:accent4>
        <a:srgbClr val="B6D7A8"/>
      </a:accent4>
      <a:accent5>
        <a:srgbClr val="D9D9D9"/>
      </a:accent5>
      <a:accent6>
        <a:srgbClr val="004046"/>
      </a:accent6>
      <a:hlink>
        <a:srgbClr val="00BFC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1770</TotalTime>
  <Words>1555</Words>
  <Application>Microsoft Office PowerPoint</Application>
  <PresentationFormat>On-screen Show (16:9)</PresentationFormat>
  <Paragraphs>128</Paragraphs>
  <Slides>23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Wingdings</vt:lpstr>
      <vt:lpstr>Times New Roman</vt:lpstr>
      <vt:lpstr>Calibri</vt:lpstr>
      <vt:lpstr>Montserrat</vt:lpstr>
      <vt:lpstr>PT Serif</vt:lpstr>
      <vt:lpstr>Arial</vt:lpstr>
      <vt:lpstr>Abril Fatface</vt:lpstr>
      <vt:lpstr>Balthasar template</vt:lpstr>
      <vt:lpstr>Office Theme</vt:lpstr>
      <vt:lpstr>Equation</vt:lpstr>
      <vt:lpstr>CHƯƠNG 6: TIMER &amp; COUNTER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5: GIAO TIẾP LED ĐƠN, LED 7 ĐOẠN, NÚT NHẤN, LCD.</dc:title>
  <cp:lastModifiedBy>PC MY</cp:lastModifiedBy>
  <cp:revision>121</cp:revision>
  <dcterms:modified xsi:type="dcterms:W3CDTF">2023-05-23T14:21:07Z</dcterms:modified>
</cp:coreProperties>
</file>