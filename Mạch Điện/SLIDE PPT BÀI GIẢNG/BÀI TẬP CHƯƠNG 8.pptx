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90" r:id="rId3"/>
    <p:sldId id="460" r:id="rId4"/>
    <p:sldId id="292" r:id="rId5"/>
    <p:sldId id="370" r:id="rId6"/>
    <p:sldId id="420" r:id="rId7"/>
    <p:sldId id="372" r:id="rId8"/>
    <p:sldId id="461" r:id="rId9"/>
    <p:sldId id="462" r:id="rId10"/>
    <p:sldId id="463" r:id="rId11"/>
    <p:sldId id="464" r:id="rId12"/>
    <p:sldId id="465" r:id="rId13"/>
    <p:sldId id="466" r:id="rId14"/>
    <p:sldId id="467" r:id="rId15"/>
    <p:sldId id="468" r:id="rId16"/>
    <p:sldId id="469" r:id="rId17"/>
    <p:sldId id="470" r:id="rId18"/>
    <p:sldId id="47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FF0066"/>
    <a:srgbClr val="FF3399"/>
    <a:srgbClr val="FF33CC"/>
    <a:srgbClr val="3333FF"/>
    <a:srgbClr val="CC0099"/>
    <a:srgbClr val="D60093"/>
    <a:srgbClr val="CC0066"/>
    <a:srgbClr val="1D1D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87" autoAdjust="0"/>
    <p:restoredTop sz="93956" autoAdjust="0"/>
  </p:normalViewPr>
  <p:slideViewPr>
    <p:cSldViewPr snapToGrid="0" showGuides="1">
      <p:cViewPr varScale="1">
        <p:scale>
          <a:sx n="61" d="100"/>
          <a:sy n="61" d="100"/>
        </p:scale>
        <p:origin x="902" y="32"/>
      </p:cViewPr>
      <p:guideLst>
        <p:guide orient="horz" pos="2183"/>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50E8DD-A0C7-419E-AC85-726EB37FF7FF}" type="datetimeFigureOut">
              <a:rPr lang="en-ID" smtClean="0"/>
              <a:t>03/04/2021</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AA71B4-60CD-4D49-B779-926567448A58}" type="slidenum">
              <a:rPr lang="en-ID" smtClean="0"/>
              <a:t>‹#›</a:t>
            </a:fld>
            <a:endParaRPr lang="en-ID"/>
          </a:p>
        </p:txBody>
      </p:sp>
    </p:spTree>
    <p:extLst>
      <p:ext uri="{BB962C8B-B14F-4D97-AF65-F5344CB8AC3E}">
        <p14:creationId xmlns:p14="http://schemas.microsoft.com/office/powerpoint/2010/main" val="2338732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0" y="0"/>
            <a:ext cx="12192000" cy="6858000"/>
          </a:xfrm>
        </p:spPr>
        <p:txBody>
          <a:bodyPr/>
          <a:lstStyle/>
          <a:p>
            <a:endParaRPr lang="en-US" dirty="0"/>
          </a:p>
        </p:txBody>
      </p:sp>
      <p:sp>
        <p:nvSpPr>
          <p:cNvPr id="2" name="Title 1"/>
          <p:cNvSpPr>
            <a:spLocks noGrp="1"/>
          </p:cNvSpPr>
          <p:nvPr>
            <p:ph type="ctrTitle"/>
          </p:nvPr>
        </p:nvSpPr>
        <p:spPr>
          <a:xfrm>
            <a:off x="1524000" y="2001837"/>
            <a:ext cx="9144000" cy="1508125"/>
          </a:xfrm>
        </p:spPr>
        <p:txBody>
          <a:bodyPr anchor="b"/>
          <a:lstStyle>
            <a:lvl1pPr algn="ctr">
              <a:defRPr sz="5400"/>
            </a:lvl1pPr>
          </a:lstStyle>
          <a:p>
            <a:r>
              <a:rPr lang="en-US" dirty="0"/>
              <a:t>Click to edit Master title style</a:t>
            </a:r>
          </a:p>
        </p:txBody>
      </p:sp>
      <p:sp>
        <p:nvSpPr>
          <p:cNvPr id="3" name="Subtitle 2"/>
          <p:cNvSpPr>
            <a:spLocks noGrp="1"/>
          </p:cNvSpPr>
          <p:nvPr>
            <p:ph type="subTitle" idx="1"/>
          </p:nvPr>
        </p:nvSpPr>
        <p:spPr>
          <a:xfrm>
            <a:off x="1524000" y="3516313"/>
            <a:ext cx="9144000" cy="56038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25FFC544-4C5B-40F5-B6BC-7078F14102FE}" type="datetime1">
              <a:rPr lang="en-US" smtClean="0"/>
              <a:t>4/3/2021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endParaRPr lang="en-US" dirty="0"/>
          </a:p>
        </p:txBody>
      </p:sp>
    </p:spTree>
    <p:extLst>
      <p:ext uri="{BB962C8B-B14F-4D97-AF65-F5344CB8AC3E}">
        <p14:creationId xmlns:p14="http://schemas.microsoft.com/office/powerpoint/2010/main" val="1505539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0E9E46-55B4-42E4-A546-AA3F969F8B6D}"/>
              </a:ext>
            </a:extLst>
          </p:cNvPr>
          <p:cNvSpPr/>
          <p:nvPr userDrawn="1"/>
        </p:nvSpPr>
        <p:spPr>
          <a:xfrm>
            <a:off x="144780" y="148590"/>
            <a:ext cx="11902440" cy="6560820"/>
          </a:xfrm>
          <a:prstGeom prst="rect">
            <a:avLst/>
          </a:prstGeom>
          <a:solidFill>
            <a:schemeClr val="bg1"/>
          </a:solidFill>
          <a:ln>
            <a:noFill/>
          </a:ln>
          <a:effectLst>
            <a:outerShdw blurRad="635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7" name="Rectangle 6">
            <a:extLst>
              <a:ext uri="{FF2B5EF4-FFF2-40B4-BE49-F238E27FC236}">
                <a16:creationId xmlns:a16="http://schemas.microsoft.com/office/drawing/2014/main" id="{5CDFB967-0581-4346-9CD3-A561F10F1176}"/>
              </a:ext>
            </a:extLst>
          </p:cNvPr>
          <p:cNvSpPr/>
          <p:nvPr userDrawn="1"/>
        </p:nvSpPr>
        <p:spPr>
          <a:xfrm>
            <a:off x="11327220" y="6458585"/>
            <a:ext cx="720000" cy="26289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rgbClr val="0070C0"/>
              </a:solidFill>
            </a:endParaRPr>
          </a:p>
        </p:txBody>
      </p:sp>
      <p:sp>
        <p:nvSpPr>
          <p:cNvPr id="2" name="Title 1">
            <a:extLst>
              <a:ext uri="{FF2B5EF4-FFF2-40B4-BE49-F238E27FC236}">
                <a16:creationId xmlns:a16="http://schemas.microsoft.com/office/drawing/2014/main" id="{E6E83F84-8924-44E5-846B-EDD367C8A989}"/>
              </a:ext>
            </a:extLst>
          </p:cNvPr>
          <p:cNvSpPr>
            <a:spLocks noGrp="1"/>
          </p:cNvSpPr>
          <p:nvPr>
            <p:ph type="title"/>
          </p:nvPr>
        </p:nvSpPr>
        <p:spPr>
          <a:xfrm>
            <a:off x="695960" y="395724"/>
            <a:ext cx="10054567" cy="986036"/>
          </a:xfrm>
        </p:spPr>
        <p:txBody>
          <a:bodyPr/>
          <a:lstStyle/>
          <a:p>
            <a:r>
              <a:rPr lang="en-US" dirty="0"/>
              <a:t>Click to edit Master title style</a:t>
            </a:r>
            <a:endParaRPr lang="en-ID" dirty="0"/>
          </a:p>
        </p:txBody>
      </p:sp>
      <p:sp>
        <p:nvSpPr>
          <p:cNvPr id="3" name="Date Placeholder 2">
            <a:extLst>
              <a:ext uri="{FF2B5EF4-FFF2-40B4-BE49-F238E27FC236}">
                <a16:creationId xmlns:a16="http://schemas.microsoft.com/office/drawing/2014/main" id="{6C89AC49-6886-417A-B1B4-8D51289EC91D}"/>
              </a:ext>
            </a:extLst>
          </p:cNvPr>
          <p:cNvSpPr>
            <a:spLocks noGrp="1"/>
          </p:cNvSpPr>
          <p:nvPr>
            <p:ph type="dt" sz="half" idx="10"/>
          </p:nvPr>
        </p:nvSpPr>
        <p:spPr/>
        <p:txBody>
          <a:bodyPr/>
          <a:lstStyle/>
          <a:p>
            <a:fld id="{69FC6F37-7851-449C-954A-4648488924EA}" type="datetime1">
              <a:rPr lang="en-US" smtClean="0"/>
              <a:t>4/3/2021</a:t>
            </a:fld>
            <a:endParaRPr lang="en-US"/>
          </a:p>
        </p:txBody>
      </p:sp>
      <p:sp>
        <p:nvSpPr>
          <p:cNvPr id="4" name="Footer Placeholder 3">
            <a:extLst>
              <a:ext uri="{FF2B5EF4-FFF2-40B4-BE49-F238E27FC236}">
                <a16:creationId xmlns:a16="http://schemas.microsoft.com/office/drawing/2014/main" id="{52551B52-2C72-4F1A-95A3-BC28FB990F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14D4D2-A4D4-457B-992F-B71736607E20}"/>
              </a:ext>
            </a:extLst>
          </p:cNvPr>
          <p:cNvSpPr>
            <a:spLocks noGrp="1"/>
          </p:cNvSpPr>
          <p:nvPr>
            <p:ph type="sldNum" sz="quarter" idx="12"/>
          </p:nvPr>
        </p:nvSpPr>
        <p:spPr>
          <a:xfrm>
            <a:off x="11446600" y="6452553"/>
            <a:ext cx="559979" cy="274955"/>
          </a:xfrm>
        </p:spPr>
        <p:txBody>
          <a:bodyPr/>
          <a:lstStyle>
            <a:lvl1pPr algn="r">
              <a:defRPr sz="1000">
                <a:solidFill>
                  <a:schemeClr val="bg2"/>
                </a:solidFill>
              </a:defRPr>
            </a:lvl1pPr>
          </a:lstStyle>
          <a:p>
            <a:fld id="{E3813BF9-5145-4417-B95D-FA8627973885}" type="slidenum">
              <a:rPr lang="en-US" smtClean="0"/>
              <a:pPr/>
              <a:t>‹#›</a:t>
            </a:fld>
            <a:endParaRPr lang="en-US"/>
          </a:p>
        </p:txBody>
      </p:sp>
      <p:sp>
        <p:nvSpPr>
          <p:cNvPr id="8" name="TextBox 7">
            <a:extLst>
              <a:ext uri="{FF2B5EF4-FFF2-40B4-BE49-F238E27FC236}">
                <a16:creationId xmlns:a16="http://schemas.microsoft.com/office/drawing/2014/main" id="{FD3DCCD5-7A27-4A07-81D3-411B661C71A7}"/>
              </a:ext>
            </a:extLst>
          </p:cNvPr>
          <p:cNvSpPr txBox="1"/>
          <p:nvPr userDrawn="1"/>
        </p:nvSpPr>
        <p:spPr>
          <a:xfrm>
            <a:off x="11370471" y="6466920"/>
            <a:ext cx="447558" cy="246221"/>
          </a:xfrm>
          <a:prstGeom prst="rect">
            <a:avLst/>
          </a:prstGeom>
          <a:noFill/>
        </p:spPr>
        <p:txBody>
          <a:bodyPr wrap="none" rtlCol="0">
            <a:spAutoFit/>
          </a:bodyPr>
          <a:lstStyle/>
          <a:p>
            <a:pPr algn="r"/>
            <a:r>
              <a:rPr lang="en-ID" sz="1000" dirty="0">
                <a:solidFill>
                  <a:schemeClr val="bg2"/>
                </a:solidFill>
              </a:rPr>
              <a:t>page</a:t>
            </a:r>
          </a:p>
        </p:txBody>
      </p:sp>
      <p:sp>
        <p:nvSpPr>
          <p:cNvPr id="10" name="Text Placeholder 9">
            <a:extLst>
              <a:ext uri="{FF2B5EF4-FFF2-40B4-BE49-F238E27FC236}">
                <a16:creationId xmlns:a16="http://schemas.microsoft.com/office/drawing/2014/main" id="{B9267AD1-B73F-4851-B3AF-211B535170F4}"/>
              </a:ext>
            </a:extLst>
          </p:cNvPr>
          <p:cNvSpPr>
            <a:spLocks noGrp="1"/>
          </p:cNvSpPr>
          <p:nvPr>
            <p:ph type="body" sz="quarter" idx="13" hasCustomPrompt="1"/>
          </p:nvPr>
        </p:nvSpPr>
        <p:spPr>
          <a:xfrm>
            <a:off x="695960" y="1158875"/>
            <a:ext cx="10054567" cy="365125"/>
          </a:xfrm>
        </p:spPr>
        <p:txBody>
          <a:bodyPr>
            <a:noAutofit/>
          </a:bodyPr>
          <a:lstStyle>
            <a:lvl1pPr marL="0" indent="0">
              <a:buNone/>
              <a:defRPr sz="1800">
                <a:solidFill>
                  <a:srgbClr val="0070C0"/>
                </a:solidFill>
              </a:defRPr>
            </a:lvl1pPr>
            <a:lvl2pPr marL="457200" indent="0">
              <a:buNone/>
              <a:defRPr/>
            </a:lvl2pPr>
          </a:lstStyle>
          <a:p>
            <a:pPr lvl="0"/>
            <a:r>
              <a:rPr lang="en-US" dirty="0"/>
              <a:t>Insert your subtitle here</a:t>
            </a:r>
          </a:p>
        </p:txBody>
      </p:sp>
      <p:pic>
        <p:nvPicPr>
          <p:cNvPr id="11" name="Picture 10">
            <a:extLst>
              <a:ext uri="{FF2B5EF4-FFF2-40B4-BE49-F238E27FC236}">
                <a16:creationId xmlns:a16="http://schemas.microsoft.com/office/drawing/2014/main" id="{D001FEEF-8C03-3540-9178-3FBE72EAAFF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527" y="253484"/>
            <a:ext cx="1188314" cy="588180"/>
          </a:xfrm>
          <a:prstGeom prst="rect">
            <a:avLst/>
          </a:prstGeom>
        </p:spPr>
      </p:pic>
    </p:spTree>
    <p:extLst>
      <p:ext uri="{BB962C8B-B14F-4D97-AF65-F5344CB8AC3E}">
        <p14:creationId xmlns:p14="http://schemas.microsoft.com/office/powerpoint/2010/main" val="3066695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fade">
                                      <p:cBhvr>
                                        <p:cTn id="11"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build="p">
        <p:tmplLst>
          <p:tmpl lvl="1">
            <p:tnLst>
              <p:par>
                <p:cTn presetID="10" presetClass="entr" presetSubtype="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0E9E46-55B4-42E4-A546-AA3F969F8B6D}"/>
              </a:ext>
            </a:extLst>
          </p:cNvPr>
          <p:cNvSpPr/>
          <p:nvPr userDrawn="1"/>
        </p:nvSpPr>
        <p:spPr>
          <a:xfrm>
            <a:off x="144780" y="148590"/>
            <a:ext cx="11902440" cy="6560820"/>
          </a:xfrm>
          <a:prstGeom prst="rect">
            <a:avLst/>
          </a:prstGeom>
          <a:solidFill>
            <a:schemeClr val="bg1"/>
          </a:solidFill>
          <a:ln>
            <a:noFill/>
          </a:ln>
          <a:effectLst>
            <a:outerShdw blurRad="635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12" name="Picture Placeholder 11">
            <a:extLst>
              <a:ext uri="{FF2B5EF4-FFF2-40B4-BE49-F238E27FC236}">
                <a16:creationId xmlns:a16="http://schemas.microsoft.com/office/drawing/2014/main" id="{97264113-4187-4EBB-AD66-68EAE65599BA}"/>
              </a:ext>
            </a:extLst>
          </p:cNvPr>
          <p:cNvSpPr>
            <a:spLocks noGrp="1"/>
          </p:cNvSpPr>
          <p:nvPr>
            <p:ph type="pic" sz="quarter" idx="14"/>
          </p:nvPr>
        </p:nvSpPr>
        <p:spPr>
          <a:xfrm>
            <a:off x="144463" y="5328563"/>
            <a:ext cx="11903075" cy="1380212"/>
          </a:xfrm>
        </p:spPr>
        <p:txBody>
          <a:bodyPr/>
          <a:lstStyle/>
          <a:p>
            <a:endParaRPr lang="en-ID"/>
          </a:p>
        </p:txBody>
      </p:sp>
      <p:sp>
        <p:nvSpPr>
          <p:cNvPr id="7" name="Rectangle 6">
            <a:extLst>
              <a:ext uri="{FF2B5EF4-FFF2-40B4-BE49-F238E27FC236}">
                <a16:creationId xmlns:a16="http://schemas.microsoft.com/office/drawing/2014/main" id="{5CDFB967-0581-4346-9CD3-A561F10F1176}"/>
              </a:ext>
            </a:extLst>
          </p:cNvPr>
          <p:cNvSpPr/>
          <p:nvPr userDrawn="1"/>
        </p:nvSpPr>
        <p:spPr>
          <a:xfrm>
            <a:off x="11343409" y="6446520"/>
            <a:ext cx="720000" cy="26289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Date Placeholder 2">
            <a:extLst>
              <a:ext uri="{FF2B5EF4-FFF2-40B4-BE49-F238E27FC236}">
                <a16:creationId xmlns:a16="http://schemas.microsoft.com/office/drawing/2014/main" id="{6C89AC49-6886-417A-B1B4-8D51289EC91D}"/>
              </a:ext>
            </a:extLst>
          </p:cNvPr>
          <p:cNvSpPr>
            <a:spLocks noGrp="1"/>
          </p:cNvSpPr>
          <p:nvPr>
            <p:ph type="dt" sz="half" idx="10"/>
          </p:nvPr>
        </p:nvSpPr>
        <p:spPr/>
        <p:txBody>
          <a:bodyPr/>
          <a:lstStyle/>
          <a:p>
            <a:fld id="{69FC6F37-7851-449C-954A-4648488924EA}" type="datetime1">
              <a:rPr lang="en-US" smtClean="0"/>
              <a:t>4/3/2021</a:t>
            </a:fld>
            <a:endParaRPr lang="en-US"/>
          </a:p>
        </p:txBody>
      </p:sp>
      <p:sp>
        <p:nvSpPr>
          <p:cNvPr id="4" name="Footer Placeholder 3">
            <a:extLst>
              <a:ext uri="{FF2B5EF4-FFF2-40B4-BE49-F238E27FC236}">
                <a16:creationId xmlns:a16="http://schemas.microsoft.com/office/drawing/2014/main" id="{52551B52-2C72-4F1A-95A3-BC28FB990F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14D4D2-A4D4-457B-992F-B71736607E20}"/>
              </a:ext>
            </a:extLst>
          </p:cNvPr>
          <p:cNvSpPr>
            <a:spLocks noGrp="1"/>
          </p:cNvSpPr>
          <p:nvPr>
            <p:ph type="sldNum" sz="quarter" idx="12"/>
          </p:nvPr>
        </p:nvSpPr>
        <p:spPr>
          <a:xfrm>
            <a:off x="11473180" y="6440488"/>
            <a:ext cx="559979" cy="274955"/>
          </a:xfrm>
        </p:spPr>
        <p:txBody>
          <a:bodyPr/>
          <a:lstStyle>
            <a:lvl1pPr algn="r">
              <a:defRPr sz="1000">
                <a:solidFill>
                  <a:schemeClr val="bg2"/>
                </a:solidFill>
              </a:defRPr>
            </a:lvl1pPr>
          </a:lstStyle>
          <a:p>
            <a:fld id="{E3813BF9-5145-4417-B95D-FA8627973885}" type="slidenum">
              <a:rPr lang="en-US" smtClean="0"/>
              <a:pPr/>
              <a:t>‹#›</a:t>
            </a:fld>
            <a:endParaRPr lang="en-US"/>
          </a:p>
        </p:txBody>
      </p:sp>
      <p:sp>
        <p:nvSpPr>
          <p:cNvPr id="8" name="TextBox 7">
            <a:extLst>
              <a:ext uri="{FF2B5EF4-FFF2-40B4-BE49-F238E27FC236}">
                <a16:creationId xmlns:a16="http://schemas.microsoft.com/office/drawing/2014/main" id="{FD3DCCD5-7A27-4A07-81D3-411B661C71A7}"/>
              </a:ext>
            </a:extLst>
          </p:cNvPr>
          <p:cNvSpPr txBox="1"/>
          <p:nvPr userDrawn="1"/>
        </p:nvSpPr>
        <p:spPr>
          <a:xfrm>
            <a:off x="11397051" y="6454855"/>
            <a:ext cx="447558" cy="246221"/>
          </a:xfrm>
          <a:prstGeom prst="rect">
            <a:avLst/>
          </a:prstGeom>
          <a:noFill/>
        </p:spPr>
        <p:txBody>
          <a:bodyPr wrap="none" rtlCol="0">
            <a:spAutoFit/>
          </a:bodyPr>
          <a:lstStyle/>
          <a:p>
            <a:pPr algn="r"/>
            <a:r>
              <a:rPr lang="en-ID" sz="1000" dirty="0">
                <a:solidFill>
                  <a:schemeClr val="bg2"/>
                </a:solidFill>
              </a:rPr>
              <a:t>page</a:t>
            </a:r>
          </a:p>
        </p:txBody>
      </p:sp>
      <p:sp>
        <p:nvSpPr>
          <p:cNvPr id="13" name="Title 1">
            <a:extLst>
              <a:ext uri="{FF2B5EF4-FFF2-40B4-BE49-F238E27FC236}">
                <a16:creationId xmlns:a16="http://schemas.microsoft.com/office/drawing/2014/main" id="{194CFBD0-B126-4756-BAE9-DFE945863013}"/>
              </a:ext>
            </a:extLst>
          </p:cNvPr>
          <p:cNvSpPr>
            <a:spLocks noGrp="1"/>
          </p:cNvSpPr>
          <p:nvPr>
            <p:ph type="title"/>
          </p:nvPr>
        </p:nvSpPr>
        <p:spPr>
          <a:xfrm>
            <a:off x="695960" y="395724"/>
            <a:ext cx="10027987" cy="986036"/>
          </a:xfrm>
        </p:spPr>
        <p:txBody>
          <a:bodyPr/>
          <a:lstStyle/>
          <a:p>
            <a:r>
              <a:rPr lang="en-US" dirty="0"/>
              <a:t>Click to edit Master title style</a:t>
            </a:r>
            <a:endParaRPr lang="en-ID" dirty="0"/>
          </a:p>
        </p:txBody>
      </p:sp>
      <p:sp>
        <p:nvSpPr>
          <p:cNvPr id="14" name="Text Placeholder 9">
            <a:extLst>
              <a:ext uri="{FF2B5EF4-FFF2-40B4-BE49-F238E27FC236}">
                <a16:creationId xmlns:a16="http://schemas.microsoft.com/office/drawing/2014/main" id="{0F8443F7-284F-443E-9B77-C5CA54ED4FAE}"/>
              </a:ext>
            </a:extLst>
          </p:cNvPr>
          <p:cNvSpPr>
            <a:spLocks noGrp="1"/>
          </p:cNvSpPr>
          <p:nvPr>
            <p:ph type="body" sz="quarter" idx="13" hasCustomPrompt="1"/>
          </p:nvPr>
        </p:nvSpPr>
        <p:spPr>
          <a:xfrm>
            <a:off x="695960" y="1158875"/>
            <a:ext cx="10027987" cy="365125"/>
          </a:xfrm>
        </p:spPr>
        <p:txBody>
          <a:bodyPr>
            <a:noAutofit/>
          </a:bodyPr>
          <a:lstStyle>
            <a:lvl1pPr marL="0" indent="0">
              <a:buNone/>
              <a:defRPr sz="2000">
                <a:solidFill>
                  <a:srgbClr val="0070C0"/>
                </a:solidFill>
              </a:defRPr>
            </a:lvl1pPr>
            <a:lvl2pPr marL="457200" indent="0">
              <a:buNone/>
              <a:defRPr/>
            </a:lvl2pPr>
          </a:lstStyle>
          <a:p>
            <a:pPr lvl="0"/>
            <a:r>
              <a:rPr lang="en-US" dirty="0"/>
              <a:t>Insert your subtitle here</a:t>
            </a:r>
          </a:p>
        </p:txBody>
      </p:sp>
      <p:pic>
        <p:nvPicPr>
          <p:cNvPr id="11" name="Picture 10">
            <a:extLst>
              <a:ext uri="{FF2B5EF4-FFF2-40B4-BE49-F238E27FC236}">
                <a16:creationId xmlns:a16="http://schemas.microsoft.com/office/drawing/2014/main" id="{2FB622DE-BF82-E549-9051-132805BD3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527" y="253484"/>
            <a:ext cx="1188314" cy="588180"/>
          </a:xfrm>
          <a:prstGeom prst="rect">
            <a:avLst/>
          </a:prstGeom>
        </p:spPr>
      </p:pic>
    </p:spTree>
    <p:extLst>
      <p:ext uri="{BB962C8B-B14F-4D97-AF65-F5344CB8AC3E}">
        <p14:creationId xmlns:p14="http://schemas.microsoft.com/office/powerpoint/2010/main" val="2771753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animEffect transition="in" filter="fade">
                                      <p:cBhvr>
                                        <p:cTn id="11"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0E9E46-55B4-42E4-A546-AA3F969F8B6D}"/>
              </a:ext>
            </a:extLst>
          </p:cNvPr>
          <p:cNvSpPr/>
          <p:nvPr userDrawn="1"/>
        </p:nvSpPr>
        <p:spPr>
          <a:xfrm>
            <a:off x="144780" y="148590"/>
            <a:ext cx="11902440" cy="6560820"/>
          </a:xfrm>
          <a:prstGeom prst="rect">
            <a:avLst/>
          </a:prstGeom>
          <a:solidFill>
            <a:schemeClr val="bg1"/>
          </a:solidFill>
          <a:ln>
            <a:noFill/>
          </a:ln>
          <a:effectLst>
            <a:outerShdw blurRad="635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7" name="Rectangle 6">
            <a:extLst>
              <a:ext uri="{FF2B5EF4-FFF2-40B4-BE49-F238E27FC236}">
                <a16:creationId xmlns:a16="http://schemas.microsoft.com/office/drawing/2014/main" id="{5CDFB967-0581-4346-9CD3-A561F10F1176}"/>
              </a:ext>
            </a:extLst>
          </p:cNvPr>
          <p:cNvSpPr/>
          <p:nvPr userDrawn="1"/>
        </p:nvSpPr>
        <p:spPr>
          <a:xfrm>
            <a:off x="11327220" y="6439572"/>
            <a:ext cx="720000" cy="26289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Slide Number Placeholder 4">
            <a:extLst>
              <a:ext uri="{FF2B5EF4-FFF2-40B4-BE49-F238E27FC236}">
                <a16:creationId xmlns:a16="http://schemas.microsoft.com/office/drawing/2014/main" id="{DD14D4D2-A4D4-457B-992F-B71736607E20}"/>
              </a:ext>
            </a:extLst>
          </p:cNvPr>
          <p:cNvSpPr>
            <a:spLocks noGrp="1"/>
          </p:cNvSpPr>
          <p:nvPr>
            <p:ph type="sldNum" sz="quarter" idx="12"/>
          </p:nvPr>
        </p:nvSpPr>
        <p:spPr>
          <a:xfrm>
            <a:off x="11446600" y="6433540"/>
            <a:ext cx="559979" cy="274955"/>
          </a:xfrm>
        </p:spPr>
        <p:txBody>
          <a:bodyPr/>
          <a:lstStyle>
            <a:lvl1pPr algn="r">
              <a:defRPr sz="1000">
                <a:solidFill>
                  <a:schemeClr val="bg2"/>
                </a:solidFill>
              </a:defRPr>
            </a:lvl1pPr>
          </a:lstStyle>
          <a:p>
            <a:fld id="{E3813BF9-5145-4417-B95D-FA8627973885}" type="slidenum">
              <a:rPr lang="en-US" smtClean="0"/>
              <a:pPr/>
              <a:t>‹#›</a:t>
            </a:fld>
            <a:endParaRPr lang="en-US"/>
          </a:p>
        </p:txBody>
      </p:sp>
      <p:sp>
        <p:nvSpPr>
          <p:cNvPr id="8" name="TextBox 7">
            <a:extLst>
              <a:ext uri="{FF2B5EF4-FFF2-40B4-BE49-F238E27FC236}">
                <a16:creationId xmlns:a16="http://schemas.microsoft.com/office/drawing/2014/main" id="{FD3DCCD5-7A27-4A07-81D3-411B661C71A7}"/>
              </a:ext>
            </a:extLst>
          </p:cNvPr>
          <p:cNvSpPr txBox="1"/>
          <p:nvPr userDrawn="1"/>
        </p:nvSpPr>
        <p:spPr>
          <a:xfrm>
            <a:off x="11370471" y="6447907"/>
            <a:ext cx="447558" cy="246221"/>
          </a:xfrm>
          <a:prstGeom prst="rect">
            <a:avLst/>
          </a:prstGeom>
          <a:noFill/>
        </p:spPr>
        <p:txBody>
          <a:bodyPr wrap="none" rtlCol="0">
            <a:spAutoFit/>
          </a:bodyPr>
          <a:lstStyle/>
          <a:p>
            <a:pPr algn="r"/>
            <a:r>
              <a:rPr lang="en-ID" sz="1000" dirty="0">
                <a:solidFill>
                  <a:schemeClr val="bg2"/>
                </a:solidFill>
              </a:rPr>
              <a:t>page</a:t>
            </a:r>
          </a:p>
        </p:txBody>
      </p:sp>
      <p:sp>
        <p:nvSpPr>
          <p:cNvPr id="11" name="Picture Placeholder 10">
            <a:extLst>
              <a:ext uri="{FF2B5EF4-FFF2-40B4-BE49-F238E27FC236}">
                <a16:creationId xmlns:a16="http://schemas.microsoft.com/office/drawing/2014/main" id="{2D19C3E4-9A91-4A56-B588-962A44C1A52A}"/>
              </a:ext>
            </a:extLst>
          </p:cNvPr>
          <p:cNvSpPr>
            <a:spLocks noGrp="1"/>
          </p:cNvSpPr>
          <p:nvPr>
            <p:ph type="pic" sz="quarter" idx="14"/>
          </p:nvPr>
        </p:nvSpPr>
        <p:spPr>
          <a:xfrm>
            <a:off x="144780" y="2641599"/>
            <a:ext cx="4681220" cy="4066897"/>
          </a:xfrm>
        </p:spPr>
        <p:txBody>
          <a:bodyPr/>
          <a:lstStyle/>
          <a:p>
            <a:endParaRPr lang="en-ID"/>
          </a:p>
        </p:txBody>
      </p:sp>
      <p:sp>
        <p:nvSpPr>
          <p:cNvPr id="12" name="Picture Placeholder 10">
            <a:extLst>
              <a:ext uri="{FF2B5EF4-FFF2-40B4-BE49-F238E27FC236}">
                <a16:creationId xmlns:a16="http://schemas.microsoft.com/office/drawing/2014/main" id="{667A9ADB-1E48-4CA0-9DC1-FFB2810A2EA3}"/>
              </a:ext>
            </a:extLst>
          </p:cNvPr>
          <p:cNvSpPr>
            <a:spLocks noGrp="1"/>
          </p:cNvSpPr>
          <p:nvPr>
            <p:ph type="pic" sz="quarter" idx="15"/>
          </p:nvPr>
        </p:nvSpPr>
        <p:spPr>
          <a:xfrm>
            <a:off x="4909820" y="2641599"/>
            <a:ext cx="4305300" cy="2082802"/>
          </a:xfrm>
        </p:spPr>
        <p:txBody>
          <a:bodyPr/>
          <a:lstStyle/>
          <a:p>
            <a:endParaRPr lang="en-ID"/>
          </a:p>
        </p:txBody>
      </p:sp>
      <p:sp>
        <p:nvSpPr>
          <p:cNvPr id="13" name="Picture Placeholder 10">
            <a:extLst>
              <a:ext uri="{FF2B5EF4-FFF2-40B4-BE49-F238E27FC236}">
                <a16:creationId xmlns:a16="http://schemas.microsoft.com/office/drawing/2014/main" id="{8502B214-2686-4349-AEC1-6742DB377311}"/>
              </a:ext>
            </a:extLst>
          </p:cNvPr>
          <p:cNvSpPr>
            <a:spLocks noGrp="1"/>
          </p:cNvSpPr>
          <p:nvPr>
            <p:ph type="pic" sz="quarter" idx="16"/>
          </p:nvPr>
        </p:nvSpPr>
        <p:spPr>
          <a:xfrm>
            <a:off x="4909820" y="4800599"/>
            <a:ext cx="2110740" cy="1907897"/>
          </a:xfrm>
        </p:spPr>
        <p:txBody>
          <a:bodyPr/>
          <a:lstStyle/>
          <a:p>
            <a:endParaRPr lang="en-ID"/>
          </a:p>
        </p:txBody>
      </p:sp>
      <p:sp>
        <p:nvSpPr>
          <p:cNvPr id="14" name="Picture Placeholder 10">
            <a:extLst>
              <a:ext uri="{FF2B5EF4-FFF2-40B4-BE49-F238E27FC236}">
                <a16:creationId xmlns:a16="http://schemas.microsoft.com/office/drawing/2014/main" id="{C3FAE7E5-3173-43D5-BA67-5E8C52D68C4F}"/>
              </a:ext>
            </a:extLst>
          </p:cNvPr>
          <p:cNvSpPr>
            <a:spLocks noGrp="1"/>
          </p:cNvSpPr>
          <p:nvPr>
            <p:ph type="pic" sz="quarter" idx="17"/>
          </p:nvPr>
        </p:nvSpPr>
        <p:spPr>
          <a:xfrm>
            <a:off x="7104380" y="4800599"/>
            <a:ext cx="2110740" cy="1907897"/>
          </a:xfrm>
        </p:spPr>
        <p:txBody>
          <a:bodyPr/>
          <a:lstStyle/>
          <a:p>
            <a:endParaRPr lang="en-ID"/>
          </a:p>
        </p:txBody>
      </p:sp>
      <p:sp>
        <p:nvSpPr>
          <p:cNvPr id="15" name="Picture Placeholder 10">
            <a:extLst>
              <a:ext uri="{FF2B5EF4-FFF2-40B4-BE49-F238E27FC236}">
                <a16:creationId xmlns:a16="http://schemas.microsoft.com/office/drawing/2014/main" id="{A2C4D62D-125F-4BA1-BA36-28807380D456}"/>
              </a:ext>
            </a:extLst>
          </p:cNvPr>
          <p:cNvSpPr>
            <a:spLocks noGrp="1"/>
          </p:cNvSpPr>
          <p:nvPr>
            <p:ph type="pic" sz="quarter" idx="18"/>
          </p:nvPr>
        </p:nvSpPr>
        <p:spPr>
          <a:xfrm>
            <a:off x="9298940" y="2641598"/>
            <a:ext cx="2748280" cy="4052530"/>
          </a:xfrm>
        </p:spPr>
        <p:txBody>
          <a:bodyPr/>
          <a:lstStyle/>
          <a:p>
            <a:endParaRPr lang="en-ID" dirty="0"/>
          </a:p>
        </p:txBody>
      </p:sp>
      <p:sp>
        <p:nvSpPr>
          <p:cNvPr id="16" name="Title 1">
            <a:extLst>
              <a:ext uri="{FF2B5EF4-FFF2-40B4-BE49-F238E27FC236}">
                <a16:creationId xmlns:a16="http://schemas.microsoft.com/office/drawing/2014/main" id="{6C5B2C26-C857-4DD8-8F19-B2E3979C4DA2}"/>
              </a:ext>
            </a:extLst>
          </p:cNvPr>
          <p:cNvSpPr>
            <a:spLocks noGrp="1"/>
          </p:cNvSpPr>
          <p:nvPr>
            <p:ph type="title"/>
          </p:nvPr>
        </p:nvSpPr>
        <p:spPr>
          <a:xfrm>
            <a:off x="695960" y="395724"/>
            <a:ext cx="10054567" cy="986036"/>
          </a:xfrm>
        </p:spPr>
        <p:txBody>
          <a:bodyPr/>
          <a:lstStyle/>
          <a:p>
            <a:r>
              <a:rPr lang="en-US" dirty="0"/>
              <a:t>Click to edit Master title style</a:t>
            </a:r>
            <a:endParaRPr lang="en-ID" dirty="0"/>
          </a:p>
        </p:txBody>
      </p:sp>
      <p:sp>
        <p:nvSpPr>
          <p:cNvPr id="17" name="Text Placeholder 9">
            <a:extLst>
              <a:ext uri="{FF2B5EF4-FFF2-40B4-BE49-F238E27FC236}">
                <a16:creationId xmlns:a16="http://schemas.microsoft.com/office/drawing/2014/main" id="{702D8E62-69AA-4148-9680-07DBAAA296B8}"/>
              </a:ext>
            </a:extLst>
          </p:cNvPr>
          <p:cNvSpPr>
            <a:spLocks noGrp="1"/>
          </p:cNvSpPr>
          <p:nvPr>
            <p:ph type="body" sz="quarter" idx="13" hasCustomPrompt="1"/>
          </p:nvPr>
        </p:nvSpPr>
        <p:spPr>
          <a:xfrm>
            <a:off x="695960" y="1158875"/>
            <a:ext cx="10054567" cy="365125"/>
          </a:xfrm>
        </p:spPr>
        <p:txBody>
          <a:bodyPr>
            <a:noAutofit/>
          </a:bodyPr>
          <a:lstStyle>
            <a:lvl1pPr marL="0" indent="0">
              <a:buNone/>
              <a:defRPr sz="2000">
                <a:solidFill>
                  <a:srgbClr val="0070C0"/>
                </a:solidFill>
              </a:defRPr>
            </a:lvl1pPr>
            <a:lvl2pPr marL="457200" indent="0">
              <a:buNone/>
              <a:defRPr/>
            </a:lvl2pPr>
          </a:lstStyle>
          <a:p>
            <a:pPr lvl="0"/>
            <a:r>
              <a:rPr lang="en-US" dirty="0"/>
              <a:t>Insert your subtitle here</a:t>
            </a:r>
          </a:p>
        </p:txBody>
      </p:sp>
      <p:pic>
        <p:nvPicPr>
          <p:cNvPr id="18" name="Picture 17">
            <a:extLst>
              <a:ext uri="{FF2B5EF4-FFF2-40B4-BE49-F238E27FC236}">
                <a16:creationId xmlns:a16="http://schemas.microsoft.com/office/drawing/2014/main" id="{B571A709-F799-6540-AB36-D103691AF3B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527" y="253484"/>
            <a:ext cx="1188314" cy="588180"/>
          </a:xfrm>
          <a:prstGeom prst="rect">
            <a:avLst/>
          </a:prstGeom>
        </p:spPr>
      </p:pic>
    </p:spTree>
    <p:extLst>
      <p:ext uri="{BB962C8B-B14F-4D97-AF65-F5344CB8AC3E}">
        <p14:creationId xmlns:p14="http://schemas.microsoft.com/office/powerpoint/2010/main" val="4094483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animEffect transition="in" filter="fade">
                                      <p:cBhvr>
                                        <p:cTn id="11" dur="5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build="p">
        <p:tmplLst>
          <p:tmpl lvl="1">
            <p:tnLst>
              <p:par>
                <p:cTn presetID="10" presetClass="entr" presetSubtype="0"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 Portrai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0E9E46-55B4-42E4-A546-AA3F969F8B6D}"/>
              </a:ext>
            </a:extLst>
          </p:cNvPr>
          <p:cNvSpPr/>
          <p:nvPr userDrawn="1"/>
        </p:nvSpPr>
        <p:spPr>
          <a:xfrm>
            <a:off x="144780" y="148590"/>
            <a:ext cx="11902440" cy="6560820"/>
          </a:xfrm>
          <a:prstGeom prst="rect">
            <a:avLst/>
          </a:prstGeom>
          <a:solidFill>
            <a:schemeClr val="bg1"/>
          </a:solidFill>
          <a:ln>
            <a:noFill/>
          </a:ln>
          <a:effectLst>
            <a:outerShdw blurRad="635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7" name="Rectangle 6">
            <a:extLst>
              <a:ext uri="{FF2B5EF4-FFF2-40B4-BE49-F238E27FC236}">
                <a16:creationId xmlns:a16="http://schemas.microsoft.com/office/drawing/2014/main" id="{5CDFB967-0581-4346-9CD3-A561F10F1176}"/>
              </a:ext>
            </a:extLst>
          </p:cNvPr>
          <p:cNvSpPr/>
          <p:nvPr userDrawn="1"/>
        </p:nvSpPr>
        <p:spPr>
          <a:xfrm>
            <a:off x="11327220" y="6446520"/>
            <a:ext cx="720000" cy="26289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Date Placeholder 2">
            <a:extLst>
              <a:ext uri="{FF2B5EF4-FFF2-40B4-BE49-F238E27FC236}">
                <a16:creationId xmlns:a16="http://schemas.microsoft.com/office/drawing/2014/main" id="{6C89AC49-6886-417A-B1B4-8D51289EC91D}"/>
              </a:ext>
            </a:extLst>
          </p:cNvPr>
          <p:cNvSpPr>
            <a:spLocks noGrp="1"/>
          </p:cNvSpPr>
          <p:nvPr>
            <p:ph type="dt" sz="half" idx="10"/>
          </p:nvPr>
        </p:nvSpPr>
        <p:spPr/>
        <p:txBody>
          <a:bodyPr/>
          <a:lstStyle/>
          <a:p>
            <a:fld id="{69FC6F37-7851-449C-954A-4648488924EA}" type="datetime1">
              <a:rPr lang="en-US" smtClean="0"/>
              <a:t>4/3/2021</a:t>
            </a:fld>
            <a:endParaRPr lang="en-US"/>
          </a:p>
        </p:txBody>
      </p:sp>
      <p:sp>
        <p:nvSpPr>
          <p:cNvPr id="4" name="Footer Placeholder 3">
            <a:extLst>
              <a:ext uri="{FF2B5EF4-FFF2-40B4-BE49-F238E27FC236}">
                <a16:creationId xmlns:a16="http://schemas.microsoft.com/office/drawing/2014/main" id="{52551B52-2C72-4F1A-95A3-BC28FB990F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14D4D2-A4D4-457B-992F-B71736607E20}"/>
              </a:ext>
            </a:extLst>
          </p:cNvPr>
          <p:cNvSpPr>
            <a:spLocks noGrp="1"/>
          </p:cNvSpPr>
          <p:nvPr>
            <p:ph type="sldNum" sz="quarter" idx="12"/>
          </p:nvPr>
        </p:nvSpPr>
        <p:spPr>
          <a:xfrm>
            <a:off x="11446600" y="6440488"/>
            <a:ext cx="559979" cy="274955"/>
          </a:xfrm>
        </p:spPr>
        <p:txBody>
          <a:bodyPr/>
          <a:lstStyle>
            <a:lvl1pPr algn="r">
              <a:defRPr sz="1000">
                <a:solidFill>
                  <a:schemeClr val="bg2"/>
                </a:solidFill>
              </a:defRPr>
            </a:lvl1pPr>
          </a:lstStyle>
          <a:p>
            <a:fld id="{E3813BF9-5145-4417-B95D-FA8627973885}" type="slidenum">
              <a:rPr lang="en-US" smtClean="0"/>
              <a:pPr/>
              <a:t>‹#›</a:t>
            </a:fld>
            <a:endParaRPr lang="en-US"/>
          </a:p>
        </p:txBody>
      </p:sp>
      <p:sp>
        <p:nvSpPr>
          <p:cNvPr id="8" name="TextBox 7">
            <a:extLst>
              <a:ext uri="{FF2B5EF4-FFF2-40B4-BE49-F238E27FC236}">
                <a16:creationId xmlns:a16="http://schemas.microsoft.com/office/drawing/2014/main" id="{FD3DCCD5-7A27-4A07-81D3-411B661C71A7}"/>
              </a:ext>
            </a:extLst>
          </p:cNvPr>
          <p:cNvSpPr txBox="1"/>
          <p:nvPr userDrawn="1"/>
        </p:nvSpPr>
        <p:spPr>
          <a:xfrm>
            <a:off x="11370471" y="6454855"/>
            <a:ext cx="447558" cy="246221"/>
          </a:xfrm>
          <a:prstGeom prst="rect">
            <a:avLst/>
          </a:prstGeom>
          <a:noFill/>
        </p:spPr>
        <p:txBody>
          <a:bodyPr wrap="none" rtlCol="0">
            <a:spAutoFit/>
          </a:bodyPr>
          <a:lstStyle/>
          <a:p>
            <a:pPr algn="r"/>
            <a:r>
              <a:rPr lang="en-ID" sz="1000" dirty="0">
                <a:solidFill>
                  <a:schemeClr val="bg2"/>
                </a:solidFill>
              </a:rPr>
              <a:t>page</a:t>
            </a:r>
          </a:p>
        </p:txBody>
      </p:sp>
      <p:sp>
        <p:nvSpPr>
          <p:cNvPr id="11" name="Picture Placeholder 11">
            <a:extLst>
              <a:ext uri="{FF2B5EF4-FFF2-40B4-BE49-F238E27FC236}">
                <a16:creationId xmlns:a16="http://schemas.microsoft.com/office/drawing/2014/main" id="{70B5E51D-FD1F-4C87-93AA-8A326C2485B2}"/>
              </a:ext>
            </a:extLst>
          </p:cNvPr>
          <p:cNvSpPr>
            <a:spLocks noGrp="1"/>
          </p:cNvSpPr>
          <p:nvPr>
            <p:ph type="pic" sz="quarter" idx="14"/>
          </p:nvPr>
        </p:nvSpPr>
        <p:spPr>
          <a:xfrm>
            <a:off x="700899" y="1785851"/>
            <a:ext cx="2520000" cy="3780000"/>
          </a:xfrm>
          <a:prstGeom prst="rect">
            <a:avLst/>
          </a:prstGeom>
        </p:spPr>
        <p:txBody>
          <a:bodyPr/>
          <a:lstStyle/>
          <a:p>
            <a:endParaRPr lang="id-ID"/>
          </a:p>
        </p:txBody>
      </p:sp>
      <p:sp>
        <p:nvSpPr>
          <p:cNvPr id="12" name="Picture Placeholder 11">
            <a:extLst>
              <a:ext uri="{FF2B5EF4-FFF2-40B4-BE49-F238E27FC236}">
                <a16:creationId xmlns:a16="http://schemas.microsoft.com/office/drawing/2014/main" id="{96ADC654-223A-4D00-BE02-70EA40CA51F6}"/>
              </a:ext>
            </a:extLst>
          </p:cNvPr>
          <p:cNvSpPr>
            <a:spLocks noGrp="1"/>
          </p:cNvSpPr>
          <p:nvPr>
            <p:ph type="pic" sz="quarter" idx="15"/>
          </p:nvPr>
        </p:nvSpPr>
        <p:spPr>
          <a:xfrm>
            <a:off x="3398313" y="1785851"/>
            <a:ext cx="2520000" cy="3780000"/>
          </a:xfrm>
          <a:prstGeom prst="rect">
            <a:avLst/>
          </a:prstGeom>
        </p:spPr>
        <p:txBody>
          <a:bodyPr/>
          <a:lstStyle/>
          <a:p>
            <a:endParaRPr lang="id-ID"/>
          </a:p>
        </p:txBody>
      </p:sp>
      <p:sp>
        <p:nvSpPr>
          <p:cNvPr id="13" name="Picture Placeholder 11">
            <a:extLst>
              <a:ext uri="{FF2B5EF4-FFF2-40B4-BE49-F238E27FC236}">
                <a16:creationId xmlns:a16="http://schemas.microsoft.com/office/drawing/2014/main" id="{B95F7005-6F08-46B7-BFA6-60D84DAD9995}"/>
              </a:ext>
            </a:extLst>
          </p:cNvPr>
          <p:cNvSpPr>
            <a:spLocks noGrp="1"/>
          </p:cNvSpPr>
          <p:nvPr>
            <p:ph type="pic" sz="quarter" idx="16"/>
          </p:nvPr>
        </p:nvSpPr>
        <p:spPr>
          <a:xfrm>
            <a:off x="6095727" y="1785851"/>
            <a:ext cx="2520000" cy="3780000"/>
          </a:xfrm>
          <a:prstGeom prst="rect">
            <a:avLst/>
          </a:prstGeom>
        </p:spPr>
        <p:txBody>
          <a:bodyPr/>
          <a:lstStyle/>
          <a:p>
            <a:endParaRPr lang="id-ID"/>
          </a:p>
        </p:txBody>
      </p:sp>
      <p:sp>
        <p:nvSpPr>
          <p:cNvPr id="14" name="Picture Placeholder 11">
            <a:extLst>
              <a:ext uri="{FF2B5EF4-FFF2-40B4-BE49-F238E27FC236}">
                <a16:creationId xmlns:a16="http://schemas.microsoft.com/office/drawing/2014/main" id="{4D823C65-70E5-4B30-81AB-42F2E48BAD4F}"/>
              </a:ext>
            </a:extLst>
          </p:cNvPr>
          <p:cNvSpPr>
            <a:spLocks noGrp="1"/>
          </p:cNvSpPr>
          <p:nvPr>
            <p:ph type="pic" sz="quarter" idx="17"/>
          </p:nvPr>
        </p:nvSpPr>
        <p:spPr>
          <a:xfrm>
            <a:off x="8793159" y="1785851"/>
            <a:ext cx="2520000" cy="3780000"/>
          </a:xfrm>
          <a:prstGeom prst="rect">
            <a:avLst/>
          </a:prstGeom>
        </p:spPr>
        <p:txBody>
          <a:bodyPr/>
          <a:lstStyle/>
          <a:p>
            <a:endParaRPr lang="id-ID"/>
          </a:p>
        </p:txBody>
      </p:sp>
      <p:sp>
        <p:nvSpPr>
          <p:cNvPr id="15" name="Title 1">
            <a:extLst>
              <a:ext uri="{FF2B5EF4-FFF2-40B4-BE49-F238E27FC236}">
                <a16:creationId xmlns:a16="http://schemas.microsoft.com/office/drawing/2014/main" id="{901584CA-9F9A-415F-9A69-45BC12F1449E}"/>
              </a:ext>
            </a:extLst>
          </p:cNvPr>
          <p:cNvSpPr>
            <a:spLocks noGrp="1"/>
          </p:cNvSpPr>
          <p:nvPr>
            <p:ph type="title"/>
          </p:nvPr>
        </p:nvSpPr>
        <p:spPr>
          <a:xfrm>
            <a:off x="695960" y="395724"/>
            <a:ext cx="10054567" cy="986036"/>
          </a:xfrm>
        </p:spPr>
        <p:txBody>
          <a:bodyPr/>
          <a:lstStyle/>
          <a:p>
            <a:r>
              <a:rPr lang="en-US" dirty="0"/>
              <a:t>Click to edit Master title style</a:t>
            </a:r>
            <a:endParaRPr lang="en-ID" dirty="0"/>
          </a:p>
        </p:txBody>
      </p:sp>
      <p:sp>
        <p:nvSpPr>
          <p:cNvPr id="16" name="Text Placeholder 9">
            <a:extLst>
              <a:ext uri="{FF2B5EF4-FFF2-40B4-BE49-F238E27FC236}">
                <a16:creationId xmlns:a16="http://schemas.microsoft.com/office/drawing/2014/main" id="{1AE9D6D3-08AE-4BDE-BCC2-7F7A06524A32}"/>
              </a:ext>
            </a:extLst>
          </p:cNvPr>
          <p:cNvSpPr>
            <a:spLocks noGrp="1"/>
          </p:cNvSpPr>
          <p:nvPr>
            <p:ph type="body" sz="quarter" idx="13" hasCustomPrompt="1"/>
          </p:nvPr>
        </p:nvSpPr>
        <p:spPr>
          <a:xfrm>
            <a:off x="695960" y="1158875"/>
            <a:ext cx="10054567" cy="365125"/>
          </a:xfrm>
        </p:spPr>
        <p:txBody>
          <a:bodyPr>
            <a:noAutofit/>
          </a:bodyPr>
          <a:lstStyle>
            <a:lvl1pPr marL="0" indent="0">
              <a:buNone/>
              <a:defRPr sz="2000">
                <a:solidFill>
                  <a:srgbClr val="0070C0"/>
                </a:solidFill>
              </a:defRPr>
            </a:lvl1pPr>
            <a:lvl2pPr marL="457200" indent="0">
              <a:buNone/>
              <a:defRPr/>
            </a:lvl2pPr>
          </a:lstStyle>
          <a:p>
            <a:pPr lvl="0"/>
            <a:r>
              <a:rPr lang="en-US" dirty="0"/>
              <a:t>Insert your subtitle here</a:t>
            </a:r>
          </a:p>
        </p:txBody>
      </p:sp>
      <p:pic>
        <p:nvPicPr>
          <p:cNvPr id="17" name="Picture 16">
            <a:extLst>
              <a:ext uri="{FF2B5EF4-FFF2-40B4-BE49-F238E27FC236}">
                <a16:creationId xmlns:a16="http://schemas.microsoft.com/office/drawing/2014/main" id="{8A346352-EC24-634E-A07B-8678EFB27CE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527" y="253484"/>
            <a:ext cx="1188314" cy="588180"/>
          </a:xfrm>
          <a:prstGeom prst="rect">
            <a:avLst/>
          </a:prstGeom>
        </p:spPr>
      </p:pic>
    </p:spTree>
    <p:extLst>
      <p:ext uri="{BB962C8B-B14F-4D97-AF65-F5344CB8AC3E}">
        <p14:creationId xmlns:p14="http://schemas.microsoft.com/office/powerpoint/2010/main" val="1295882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6">
                                            <p:txEl>
                                              <p:pRg st="0" end="0"/>
                                            </p:txEl>
                                          </p:spTgt>
                                        </p:tgtEl>
                                        <p:attrNameLst>
                                          <p:attrName>style.visibility</p:attrName>
                                        </p:attrNameLst>
                                      </p:cBhvr>
                                      <p:to>
                                        <p:strVal val="visible"/>
                                      </p:to>
                                    </p:set>
                                    <p:animEffect transition="in" filter="fade">
                                      <p:cBhvr>
                                        <p:cTn id="11" dur="500"/>
                                        <p:tgtEl>
                                          <p:spTgt spid="16">
                                            <p:txEl>
                                              <p:pRg st="0" end="0"/>
                                            </p:txEl>
                                          </p:spTgt>
                                        </p:tgtEl>
                                      </p:cBhvr>
                                    </p:animEffect>
                                  </p:childTnLst>
                                </p:cTn>
                              </p:par>
                            </p:childTnLst>
                          </p:cTn>
                        </p:par>
                        <p:par>
                          <p:cTn id="12" fill="hold">
                            <p:stCondLst>
                              <p:cond delay="1000"/>
                            </p:stCondLst>
                            <p:childTnLst>
                              <p:par>
                                <p:cTn id="13" presetID="47" presetClass="entr" presetSubtype="0" fill="hold" grpId="0" nodeType="afterEffect" nodePh="1">
                                  <p:stCondLst>
                                    <p:cond delay="0"/>
                                  </p:stCondLst>
                                  <p:endCondLst>
                                    <p:cond evt="begin" delay="0">
                                      <p:tn val="13"/>
                                    </p:cond>
                                  </p:endCondLst>
                                  <p:childTnLst>
                                    <p:set>
                                      <p:cBhvr>
                                        <p:cTn id="14" dur="1" fill="hold">
                                          <p:stCondLst>
                                            <p:cond delay="0"/>
                                          </p:stCondLst>
                                        </p:cTn>
                                        <p:tgtEl>
                                          <p:spTgt spid="11"/>
                                        </p:tgtEl>
                                        <p:attrNameLst>
                                          <p:attrName>style.visibility</p:attrName>
                                        </p:attrNameLst>
                                      </p:cBhvr>
                                      <p:to>
                                        <p:strVal val="visible"/>
                                      </p:to>
                                    </p:set>
                                    <p:animEffect transition="in" filter="fade">
                                      <p:cBhvr>
                                        <p:cTn id="15" dur="750"/>
                                        <p:tgtEl>
                                          <p:spTgt spid="11"/>
                                        </p:tgtEl>
                                      </p:cBhvr>
                                    </p:animEffect>
                                    <p:anim calcmode="lin" valueType="num">
                                      <p:cBhvr>
                                        <p:cTn id="16" dur="750" fill="hold"/>
                                        <p:tgtEl>
                                          <p:spTgt spid="11"/>
                                        </p:tgtEl>
                                        <p:attrNameLst>
                                          <p:attrName>ppt_x</p:attrName>
                                        </p:attrNameLst>
                                      </p:cBhvr>
                                      <p:tavLst>
                                        <p:tav tm="0">
                                          <p:val>
                                            <p:strVal val="#ppt_x"/>
                                          </p:val>
                                        </p:tav>
                                        <p:tav tm="100000">
                                          <p:val>
                                            <p:strVal val="#ppt_x"/>
                                          </p:val>
                                        </p:tav>
                                      </p:tavLst>
                                    </p:anim>
                                    <p:anim calcmode="lin" valueType="num">
                                      <p:cBhvr>
                                        <p:cTn id="17" dur="750" fill="hold"/>
                                        <p:tgtEl>
                                          <p:spTgt spid="11"/>
                                        </p:tgtEl>
                                        <p:attrNameLst>
                                          <p:attrName>ppt_y</p:attrName>
                                        </p:attrNameLst>
                                      </p:cBhvr>
                                      <p:tavLst>
                                        <p:tav tm="0">
                                          <p:val>
                                            <p:strVal val="#ppt_y-.1"/>
                                          </p:val>
                                        </p:tav>
                                        <p:tav tm="100000">
                                          <p:val>
                                            <p:strVal val="#ppt_y"/>
                                          </p:val>
                                        </p:tav>
                                      </p:tavLst>
                                    </p:anim>
                                  </p:childTnLst>
                                </p:cTn>
                              </p:par>
                              <p:par>
                                <p:cTn id="18" presetID="47" presetClass="entr" presetSubtype="0" fill="hold" grpId="0" nodeType="withEffect" nodePh="1">
                                  <p:stCondLst>
                                    <p:cond delay="0"/>
                                  </p:stCondLst>
                                  <p:endCondLst>
                                    <p:cond evt="begin" delay="0">
                                      <p:tn val="18"/>
                                    </p:cond>
                                  </p:endCondLst>
                                  <p:childTnLst>
                                    <p:set>
                                      <p:cBhvr>
                                        <p:cTn id="19" dur="1" fill="hold">
                                          <p:stCondLst>
                                            <p:cond delay="0"/>
                                          </p:stCondLst>
                                        </p:cTn>
                                        <p:tgtEl>
                                          <p:spTgt spid="12"/>
                                        </p:tgtEl>
                                        <p:attrNameLst>
                                          <p:attrName>style.visibility</p:attrName>
                                        </p:attrNameLst>
                                      </p:cBhvr>
                                      <p:to>
                                        <p:strVal val="visible"/>
                                      </p:to>
                                    </p:set>
                                    <p:animEffect transition="in" filter="fade">
                                      <p:cBhvr>
                                        <p:cTn id="20" dur="750"/>
                                        <p:tgtEl>
                                          <p:spTgt spid="12"/>
                                        </p:tgtEl>
                                      </p:cBhvr>
                                    </p:animEffect>
                                    <p:anim calcmode="lin" valueType="num">
                                      <p:cBhvr>
                                        <p:cTn id="21" dur="750" fill="hold"/>
                                        <p:tgtEl>
                                          <p:spTgt spid="12"/>
                                        </p:tgtEl>
                                        <p:attrNameLst>
                                          <p:attrName>ppt_x</p:attrName>
                                        </p:attrNameLst>
                                      </p:cBhvr>
                                      <p:tavLst>
                                        <p:tav tm="0">
                                          <p:val>
                                            <p:strVal val="#ppt_x"/>
                                          </p:val>
                                        </p:tav>
                                        <p:tav tm="100000">
                                          <p:val>
                                            <p:strVal val="#ppt_x"/>
                                          </p:val>
                                        </p:tav>
                                      </p:tavLst>
                                    </p:anim>
                                    <p:anim calcmode="lin" valueType="num">
                                      <p:cBhvr>
                                        <p:cTn id="22" dur="750" fill="hold"/>
                                        <p:tgtEl>
                                          <p:spTgt spid="12"/>
                                        </p:tgtEl>
                                        <p:attrNameLst>
                                          <p:attrName>ppt_y</p:attrName>
                                        </p:attrNameLst>
                                      </p:cBhvr>
                                      <p:tavLst>
                                        <p:tav tm="0">
                                          <p:val>
                                            <p:strVal val="#ppt_y-.1"/>
                                          </p:val>
                                        </p:tav>
                                        <p:tav tm="100000">
                                          <p:val>
                                            <p:strVal val="#ppt_y"/>
                                          </p:val>
                                        </p:tav>
                                      </p:tavLst>
                                    </p:anim>
                                  </p:childTnLst>
                                </p:cTn>
                              </p:par>
                              <p:par>
                                <p:cTn id="23" presetID="47" presetClass="entr" presetSubtype="0" fill="hold" grpId="0" nodeType="withEffect" nodePh="1">
                                  <p:stCondLst>
                                    <p:cond delay="0"/>
                                  </p:stCondLst>
                                  <p:endCondLst>
                                    <p:cond evt="begin" delay="0">
                                      <p:tn val="23"/>
                                    </p:cond>
                                  </p:endCondLst>
                                  <p:childTnLst>
                                    <p:set>
                                      <p:cBhvr>
                                        <p:cTn id="24" dur="1" fill="hold">
                                          <p:stCondLst>
                                            <p:cond delay="0"/>
                                          </p:stCondLst>
                                        </p:cTn>
                                        <p:tgtEl>
                                          <p:spTgt spid="13"/>
                                        </p:tgtEl>
                                        <p:attrNameLst>
                                          <p:attrName>style.visibility</p:attrName>
                                        </p:attrNameLst>
                                      </p:cBhvr>
                                      <p:to>
                                        <p:strVal val="visible"/>
                                      </p:to>
                                    </p:set>
                                    <p:animEffect transition="in" filter="fade">
                                      <p:cBhvr>
                                        <p:cTn id="25" dur="750"/>
                                        <p:tgtEl>
                                          <p:spTgt spid="13"/>
                                        </p:tgtEl>
                                      </p:cBhvr>
                                    </p:animEffect>
                                    <p:anim calcmode="lin" valueType="num">
                                      <p:cBhvr>
                                        <p:cTn id="26" dur="750" fill="hold"/>
                                        <p:tgtEl>
                                          <p:spTgt spid="13"/>
                                        </p:tgtEl>
                                        <p:attrNameLst>
                                          <p:attrName>ppt_x</p:attrName>
                                        </p:attrNameLst>
                                      </p:cBhvr>
                                      <p:tavLst>
                                        <p:tav tm="0">
                                          <p:val>
                                            <p:strVal val="#ppt_x"/>
                                          </p:val>
                                        </p:tav>
                                        <p:tav tm="100000">
                                          <p:val>
                                            <p:strVal val="#ppt_x"/>
                                          </p:val>
                                        </p:tav>
                                      </p:tavLst>
                                    </p:anim>
                                    <p:anim calcmode="lin" valueType="num">
                                      <p:cBhvr>
                                        <p:cTn id="27" dur="750" fill="hold"/>
                                        <p:tgtEl>
                                          <p:spTgt spid="13"/>
                                        </p:tgtEl>
                                        <p:attrNameLst>
                                          <p:attrName>ppt_y</p:attrName>
                                        </p:attrNameLst>
                                      </p:cBhvr>
                                      <p:tavLst>
                                        <p:tav tm="0">
                                          <p:val>
                                            <p:strVal val="#ppt_y-.1"/>
                                          </p:val>
                                        </p:tav>
                                        <p:tav tm="100000">
                                          <p:val>
                                            <p:strVal val="#ppt_y"/>
                                          </p:val>
                                        </p:tav>
                                      </p:tavLst>
                                    </p:anim>
                                  </p:childTnLst>
                                </p:cTn>
                              </p:par>
                              <p:par>
                                <p:cTn id="28" presetID="47" presetClass="entr" presetSubtype="0" fill="hold" grpId="0" nodeType="withEffect" nodePh="1">
                                  <p:stCondLst>
                                    <p:cond delay="0"/>
                                  </p:stCondLst>
                                  <p:endCondLst>
                                    <p:cond evt="begin" delay="0">
                                      <p:tn val="28"/>
                                    </p:cond>
                                  </p:endCondLst>
                                  <p:childTnLst>
                                    <p:set>
                                      <p:cBhvr>
                                        <p:cTn id="29" dur="1" fill="hold">
                                          <p:stCondLst>
                                            <p:cond delay="0"/>
                                          </p:stCondLst>
                                        </p:cTn>
                                        <p:tgtEl>
                                          <p:spTgt spid="14"/>
                                        </p:tgtEl>
                                        <p:attrNameLst>
                                          <p:attrName>style.visibility</p:attrName>
                                        </p:attrNameLst>
                                      </p:cBhvr>
                                      <p:to>
                                        <p:strVal val="visible"/>
                                      </p:to>
                                    </p:set>
                                    <p:animEffect transition="in" filter="fade">
                                      <p:cBhvr>
                                        <p:cTn id="30" dur="750"/>
                                        <p:tgtEl>
                                          <p:spTgt spid="14"/>
                                        </p:tgtEl>
                                      </p:cBhvr>
                                    </p:animEffect>
                                    <p:anim calcmode="lin" valueType="num">
                                      <p:cBhvr>
                                        <p:cTn id="31" dur="750" fill="hold"/>
                                        <p:tgtEl>
                                          <p:spTgt spid="14"/>
                                        </p:tgtEl>
                                        <p:attrNameLst>
                                          <p:attrName>ppt_x</p:attrName>
                                        </p:attrNameLst>
                                      </p:cBhvr>
                                      <p:tavLst>
                                        <p:tav tm="0">
                                          <p:val>
                                            <p:strVal val="#ppt_x"/>
                                          </p:val>
                                        </p:tav>
                                        <p:tav tm="100000">
                                          <p:val>
                                            <p:strVal val="#ppt_x"/>
                                          </p:val>
                                        </p:tav>
                                      </p:tavLst>
                                    </p:anim>
                                    <p:anim calcmode="lin" valueType="num">
                                      <p:cBhvr>
                                        <p:cTn id="32" dur="75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build="p">
        <p:tmplLst>
          <p:tmpl lvl="1">
            <p:tnLst>
              <p:par>
                <p:cTn presetID="10" presetClass="entr" presetSubtype="0" fill="hold" nodeType="after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C Mockup">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0E9E46-55B4-42E4-A546-AA3F969F8B6D}"/>
              </a:ext>
            </a:extLst>
          </p:cNvPr>
          <p:cNvSpPr/>
          <p:nvPr userDrawn="1"/>
        </p:nvSpPr>
        <p:spPr>
          <a:xfrm>
            <a:off x="144780" y="148590"/>
            <a:ext cx="11902440" cy="6560820"/>
          </a:xfrm>
          <a:prstGeom prst="rect">
            <a:avLst/>
          </a:prstGeom>
          <a:solidFill>
            <a:schemeClr val="bg1"/>
          </a:solidFill>
          <a:ln>
            <a:noFill/>
          </a:ln>
          <a:effectLst>
            <a:outerShdw blurRad="635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7" name="Rectangle 6">
            <a:extLst>
              <a:ext uri="{FF2B5EF4-FFF2-40B4-BE49-F238E27FC236}">
                <a16:creationId xmlns:a16="http://schemas.microsoft.com/office/drawing/2014/main" id="{5CDFB967-0581-4346-9CD3-A561F10F1176}"/>
              </a:ext>
            </a:extLst>
          </p:cNvPr>
          <p:cNvSpPr/>
          <p:nvPr userDrawn="1"/>
        </p:nvSpPr>
        <p:spPr>
          <a:xfrm>
            <a:off x="11322627" y="6446520"/>
            <a:ext cx="720000" cy="26289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Date Placeholder 2">
            <a:extLst>
              <a:ext uri="{FF2B5EF4-FFF2-40B4-BE49-F238E27FC236}">
                <a16:creationId xmlns:a16="http://schemas.microsoft.com/office/drawing/2014/main" id="{6C89AC49-6886-417A-B1B4-8D51289EC91D}"/>
              </a:ext>
            </a:extLst>
          </p:cNvPr>
          <p:cNvSpPr>
            <a:spLocks noGrp="1"/>
          </p:cNvSpPr>
          <p:nvPr>
            <p:ph type="dt" sz="half" idx="10"/>
          </p:nvPr>
        </p:nvSpPr>
        <p:spPr/>
        <p:txBody>
          <a:bodyPr/>
          <a:lstStyle/>
          <a:p>
            <a:fld id="{69FC6F37-7851-449C-954A-4648488924EA}" type="datetime1">
              <a:rPr lang="en-US" smtClean="0"/>
              <a:t>4/3/2021</a:t>
            </a:fld>
            <a:endParaRPr lang="en-US"/>
          </a:p>
        </p:txBody>
      </p:sp>
      <p:sp>
        <p:nvSpPr>
          <p:cNvPr id="4" name="Footer Placeholder 3">
            <a:extLst>
              <a:ext uri="{FF2B5EF4-FFF2-40B4-BE49-F238E27FC236}">
                <a16:creationId xmlns:a16="http://schemas.microsoft.com/office/drawing/2014/main" id="{52551B52-2C72-4F1A-95A3-BC28FB990F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14D4D2-A4D4-457B-992F-B71736607E20}"/>
              </a:ext>
            </a:extLst>
          </p:cNvPr>
          <p:cNvSpPr>
            <a:spLocks noGrp="1"/>
          </p:cNvSpPr>
          <p:nvPr>
            <p:ph type="sldNum" sz="quarter" idx="12"/>
          </p:nvPr>
        </p:nvSpPr>
        <p:spPr>
          <a:xfrm>
            <a:off x="11473180" y="6440488"/>
            <a:ext cx="559979" cy="274955"/>
          </a:xfrm>
        </p:spPr>
        <p:txBody>
          <a:bodyPr/>
          <a:lstStyle>
            <a:lvl1pPr algn="r">
              <a:defRPr sz="1000">
                <a:solidFill>
                  <a:schemeClr val="bg2"/>
                </a:solidFill>
              </a:defRPr>
            </a:lvl1pPr>
          </a:lstStyle>
          <a:p>
            <a:fld id="{E3813BF9-5145-4417-B95D-FA8627973885}" type="slidenum">
              <a:rPr lang="en-US" smtClean="0"/>
              <a:pPr/>
              <a:t>‹#›</a:t>
            </a:fld>
            <a:endParaRPr lang="en-US"/>
          </a:p>
        </p:txBody>
      </p:sp>
      <p:sp>
        <p:nvSpPr>
          <p:cNvPr id="8" name="TextBox 7">
            <a:extLst>
              <a:ext uri="{FF2B5EF4-FFF2-40B4-BE49-F238E27FC236}">
                <a16:creationId xmlns:a16="http://schemas.microsoft.com/office/drawing/2014/main" id="{FD3DCCD5-7A27-4A07-81D3-411B661C71A7}"/>
              </a:ext>
            </a:extLst>
          </p:cNvPr>
          <p:cNvSpPr txBox="1"/>
          <p:nvPr userDrawn="1"/>
        </p:nvSpPr>
        <p:spPr>
          <a:xfrm>
            <a:off x="11397051" y="6454855"/>
            <a:ext cx="447558" cy="246221"/>
          </a:xfrm>
          <a:prstGeom prst="rect">
            <a:avLst/>
          </a:prstGeom>
          <a:noFill/>
        </p:spPr>
        <p:txBody>
          <a:bodyPr wrap="none" rtlCol="0">
            <a:spAutoFit/>
          </a:bodyPr>
          <a:lstStyle/>
          <a:p>
            <a:pPr algn="r"/>
            <a:r>
              <a:rPr lang="en-ID" sz="1000" dirty="0">
                <a:solidFill>
                  <a:schemeClr val="bg2"/>
                </a:solidFill>
              </a:rPr>
              <a:t>page</a:t>
            </a:r>
          </a:p>
        </p:txBody>
      </p:sp>
      <p:sp>
        <p:nvSpPr>
          <p:cNvPr id="11" name="Picture Placeholder 11">
            <a:extLst>
              <a:ext uri="{FF2B5EF4-FFF2-40B4-BE49-F238E27FC236}">
                <a16:creationId xmlns:a16="http://schemas.microsoft.com/office/drawing/2014/main" id="{70B5E51D-FD1F-4C87-93AA-8A326C2485B2}"/>
              </a:ext>
            </a:extLst>
          </p:cNvPr>
          <p:cNvSpPr>
            <a:spLocks noGrp="1"/>
          </p:cNvSpPr>
          <p:nvPr>
            <p:ph type="pic" sz="quarter" idx="14"/>
          </p:nvPr>
        </p:nvSpPr>
        <p:spPr>
          <a:xfrm>
            <a:off x="765410" y="1992301"/>
            <a:ext cx="4547370" cy="2730170"/>
          </a:xfrm>
          <a:prstGeom prst="rect">
            <a:avLst/>
          </a:prstGeom>
        </p:spPr>
        <p:txBody>
          <a:bodyPr/>
          <a:lstStyle/>
          <a:p>
            <a:endParaRPr lang="id-ID"/>
          </a:p>
        </p:txBody>
      </p:sp>
      <p:sp>
        <p:nvSpPr>
          <p:cNvPr id="12" name="Title 1">
            <a:extLst>
              <a:ext uri="{FF2B5EF4-FFF2-40B4-BE49-F238E27FC236}">
                <a16:creationId xmlns:a16="http://schemas.microsoft.com/office/drawing/2014/main" id="{CDF049B6-04C3-4385-97E7-0C9490C2F2F6}"/>
              </a:ext>
            </a:extLst>
          </p:cNvPr>
          <p:cNvSpPr>
            <a:spLocks noGrp="1"/>
          </p:cNvSpPr>
          <p:nvPr>
            <p:ph type="title"/>
          </p:nvPr>
        </p:nvSpPr>
        <p:spPr>
          <a:xfrm>
            <a:off x="695960" y="395724"/>
            <a:ext cx="10054567" cy="986036"/>
          </a:xfrm>
        </p:spPr>
        <p:txBody>
          <a:bodyPr/>
          <a:lstStyle/>
          <a:p>
            <a:r>
              <a:rPr lang="en-US" dirty="0"/>
              <a:t>Click to edit Master title style</a:t>
            </a:r>
            <a:endParaRPr lang="en-ID" dirty="0"/>
          </a:p>
        </p:txBody>
      </p:sp>
      <p:sp>
        <p:nvSpPr>
          <p:cNvPr id="13" name="Text Placeholder 9">
            <a:extLst>
              <a:ext uri="{FF2B5EF4-FFF2-40B4-BE49-F238E27FC236}">
                <a16:creationId xmlns:a16="http://schemas.microsoft.com/office/drawing/2014/main" id="{3E44C51A-9A91-41EE-9C68-F5035AB14A66}"/>
              </a:ext>
            </a:extLst>
          </p:cNvPr>
          <p:cNvSpPr>
            <a:spLocks noGrp="1"/>
          </p:cNvSpPr>
          <p:nvPr>
            <p:ph type="body" sz="quarter" idx="13" hasCustomPrompt="1"/>
          </p:nvPr>
        </p:nvSpPr>
        <p:spPr>
          <a:xfrm>
            <a:off x="695960" y="1158875"/>
            <a:ext cx="10054567" cy="365125"/>
          </a:xfrm>
        </p:spPr>
        <p:txBody>
          <a:bodyPr>
            <a:noAutofit/>
          </a:bodyPr>
          <a:lstStyle>
            <a:lvl1pPr marL="0" indent="0">
              <a:buNone/>
              <a:defRPr sz="2000">
                <a:solidFill>
                  <a:srgbClr val="0070C0"/>
                </a:solidFill>
              </a:defRPr>
            </a:lvl1pPr>
            <a:lvl2pPr marL="457200" indent="0">
              <a:buNone/>
              <a:defRPr/>
            </a:lvl2pPr>
          </a:lstStyle>
          <a:p>
            <a:pPr lvl="0"/>
            <a:r>
              <a:rPr lang="en-US" dirty="0"/>
              <a:t>Insert your subtitle here</a:t>
            </a:r>
          </a:p>
        </p:txBody>
      </p:sp>
      <p:pic>
        <p:nvPicPr>
          <p:cNvPr id="14" name="Picture 13">
            <a:extLst>
              <a:ext uri="{FF2B5EF4-FFF2-40B4-BE49-F238E27FC236}">
                <a16:creationId xmlns:a16="http://schemas.microsoft.com/office/drawing/2014/main" id="{B306E97E-4841-244B-8C0F-AC84D5BB80B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527" y="253484"/>
            <a:ext cx="1188314" cy="588180"/>
          </a:xfrm>
          <a:prstGeom prst="rect">
            <a:avLst/>
          </a:prstGeom>
        </p:spPr>
      </p:pic>
    </p:spTree>
    <p:extLst>
      <p:ext uri="{BB962C8B-B14F-4D97-AF65-F5344CB8AC3E}">
        <p14:creationId xmlns:p14="http://schemas.microsoft.com/office/powerpoint/2010/main" val="3804402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fade">
                                      <p:cBhvr>
                                        <p:cTn id="11"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build="p">
        <p:tmplLst>
          <p:tmpl lvl="1">
            <p:tnLst>
              <p:par>
                <p:cTn presetID="10" presetClass="entr" presetSubtype="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t Mockup">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0E9E46-55B4-42E4-A546-AA3F969F8B6D}"/>
              </a:ext>
            </a:extLst>
          </p:cNvPr>
          <p:cNvSpPr/>
          <p:nvPr userDrawn="1"/>
        </p:nvSpPr>
        <p:spPr>
          <a:xfrm>
            <a:off x="144780" y="148590"/>
            <a:ext cx="11902440" cy="6560820"/>
          </a:xfrm>
          <a:prstGeom prst="rect">
            <a:avLst/>
          </a:prstGeom>
          <a:solidFill>
            <a:schemeClr val="bg1"/>
          </a:solidFill>
          <a:ln>
            <a:noFill/>
          </a:ln>
          <a:effectLst>
            <a:outerShdw blurRad="635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7" name="Rectangle 6">
            <a:extLst>
              <a:ext uri="{FF2B5EF4-FFF2-40B4-BE49-F238E27FC236}">
                <a16:creationId xmlns:a16="http://schemas.microsoft.com/office/drawing/2014/main" id="{5CDFB967-0581-4346-9CD3-A561F10F1176}"/>
              </a:ext>
            </a:extLst>
          </p:cNvPr>
          <p:cNvSpPr/>
          <p:nvPr userDrawn="1"/>
        </p:nvSpPr>
        <p:spPr>
          <a:xfrm>
            <a:off x="11322627" y="6448194"/>
            <a:ext cx="720000" cy="26289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Date Placeholder 2">
            <a:extLst>
              <a:ext uri="{FF2B5EF4-FFF2-40B4-BE49-F238E27FC236}">
                <a16:creationId xmlns:a16="http://schemas.microsoft.com/office/drawing/2014/main" id="{6C89AC49-6886-417A-B1B4-8D51289EC91D}"/>
              </a:ext>
            </a:extLst>
          </p:cNvPr>
          <p:cNvSpPr>
            <a:spLocks noGrp="1"/>
          </p:cNvSpPr>
          <p:nvPr>
            <p:ph type="dt" sz="half" idx="10"/>
          </p:nvPr>
        </p:nvSpPr>
        <p:spPr/>
        <p:txBody>
          <a:bodyPr/>
          <a:lstStyle/>
          <a:p>
            <a:fld id="{69FC6F37-7851-449C-954A-4648488924EA}" type="datetime1">
              <a:rPr lang="en-US" smtClean="0"/>
              <a:t>4/3/2021</a:t>
            </a:fld>
            <a:endParaRPr lang="en-US"/>
          </a:p>
        </p:txBody>
      </p:sp>
      <p:sp>
        <p:nvSpPr>
          <p:cNvPr id="4" name="Footer Placeholder 3">
            <a:extLst>
              <a:ext uri="{FF2B5EF4-FFF2-40B4-BE49-F238E27FC236}">
                <a16:creationId xmlns:a16="http://schemas.microsoft.com/office/drawing/2014/main" id="{52551B52-2C72-4F1A-95A3-BC28FB990F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14D4D2-A4D4-457B-992F-B71736607E20}"/>
              </a:ext>
            </a:extLst>
          </p:cNvPr>
          <p:cNvSpPr>
            <a:spLocks noGrp="1"/>
          </p:cNvSpPr>
          <p:nvPr>
            <p:ph type="sldNum" sz="quarter" idx="12"/>
          </p:nvPr>
        </p:nvSpPr>
        <p:spPr>
          <a:xfrm>
            <a:off x="11473180" y="6452553"/>
            <a:ext cx="559979" cy="274955"/>
          </a:xfrm>
        </p:spPr>
        <p:txBody>
          <a:bodyPr/>
          <a:lstStyle>
            <a:lvl1pPr algn="r">
              <a:defRPr sz="1000">
                <a:solidFill>
                  <a:schemeClr val="bg2"/>
                </a:solidFill>
              </a:defRPr>
            </a:lvl1pPr>
          </a:lstStyle>
          <a:p>
            <a:fld id="{E3813BF9-5145-4417-B95D-FA8627973885}" type="slidenum">
              <a:rPr lang="en-US" smtClean="0"/>
              <a:pPr/>
              <a:t>‹#›</a:t>
            </a:fld>
            <a:endParaRPr lang="en-US" dirty="0"/>
          </a:p>
        </p:txBody>
      </p:sp>
      <p:sp>
        <p:nvSpPr>
          <p:cNvPr id="8" name="TextBox 7">
            <a:extLst>
              <a:ext uri="{FF2B5EF4-FFF2-40B4-BE49-F238E27FC236}">
                <a16:creationId xmlns:a16="http://schemas.microsoft.com/office/drawing/2014/main" id="{FD3DCCD5-7A27-4A07-81D3-411B661C71A7}"/>
              </a:ext>
            </a:extLst>
          </p:cNvPr>
          <p:cNvSpPr txBox="1"/>
          <p:nvPr userDrawn="1"/>
        </p:nvSpPr>
        <p:spPr>
          <a:xfrm>
            <a:off x="11397051" y="6466920"/>
            <a:ext cx="447558" cy="246221"/>
          </a:xfrm>
          <a:prstGeom prst="rect">
            <a:avLst/>
          </a:prstGeom>
          <a:noFill/>
        </p:spPr>
        <p:txBody>
          <a:bodyPr wrap="none" rtlCol="0">
            <a:spAutoFit/>
          </a:bodyPr>
          <a:lstStyle/>
          <a:p>
            <a:pPr algn="r"/>
            <a:r>
              <a:rPr lang="en-ID" sz="1000" dirty="0">
                <a:solidFill>
                  <a:schemeClr val="bg2"/>
                </a:solidFill>
              </a:rPr>
              <a:t>page</a:t>
            </a:r>
          </a:p>
        </p:txBody>
      </p:sp>
      <p:sp>
        <p:nvSpPr>
          <p:cNvPr id="11" name="Picture Placeholder 11">
            <a:extLst>
              <a:ext uri="{FF2B5EF4-FFF2-40B4-BE49-F238E27FC236}">
                <a16:creationId xmlns:a16="http://schemas.microsoft.com/office/drawing/2014/main" id="{70B5E51D-FD1F-4C87-93AA-8A326C2485B2}"/>
              </a:ext>
            </a:extLst>
          </p:cNvPr>
          <p:cNvSpPr>
            <a:spLocks noGrp="1"/>
          </p:cNvSpPr>
          <p:nvPr>
            <p:ph type="pic" sz="quarter" idx="14"/>
          </p:nvPr>
        </p:nvSpPr>
        <p:spPr>
          <a:xfrm>
            <a:off x="8426549" y="1629886"/>
            <a:ext cx="3168000" cy="4248000"/>
          </a:xfrm>
          <a:prstGeom prst="rect">
            <a:avLst/>
          </a:prstGeom>
        </p:spPr>
        <p:txBody>
          <a:bodyPr/>
          <a:lstStyle/>
          <a:p>
            <a:endParaRPr lang="id-ID"/>
          </a:p>
        </p:txBody>
      </p:sp>
      <p:sp>
        <p:nvSpPr>
          <p:cNvPr id="12" name="Title 1">
            <a:extLst>
              <a:ext uri="{FF2B5EF4-FFF2-40B4-BE49-F238E27FC236}">
                <a16:creationId xmlns:a16="http://schemas.microsoft.com/office/drawing/2014/main" id="{01230088-3DCC-4EB2-AFF1-DA21BF1DFF08}"/>
              </a:ext>
            </a:extLst>
          </p:cNvPr>
          <p:cNvSpPr>
            <a:spLocks noGrp="1"/>
          </p:cNvSpPr>
          <p:nvPr>
            <p:ph type="title"/>
          </p:nvPr>
        </p:nvSpPr>
        <p:spPr>
          <a:xfrm>
            <a:off x="695960" y="395724"/>
            <a:ext cx="10054567" cy="986036"/>
          </a:xfrm>
        </p:spPr>
        <p:txBody>
          <a:bodyPr/>
          <a:lstStyle/>
          <a:p>
            <a:r>
              <a:rPr lang="en-US" dirty="0"/>
              <a:t>Click to edit Master title style</a:t>
            </a:r>
            <a:endParaRPr lang="en-ID" dirty="0"/>
          </a:p>
        </p:txBody>
      </p:sp>
      <p:sp>
        <p:nvSpPr>
          <p:cNvPr id="13" name="Text Placeholder 9">
            <a:extLst>
              <a:ext uri="{FF2B5EF4-FFF2-40B4-BE49-F238E27FC236}">
                <a16:creationId xmlns:a16="http://schemas.microsoft.com/office/drawing/2014/main" id="{6F748112-F6C0-47FB-B576-1C132DE4BCB9}"/>
              </a:ext>
            </a:extLst>
          </p:cNvPr>
          <p:cNvSpPr>
            <a:spLocks noGrp="1"/>
          </p:cNvSpPr>
          <p:nvPr>
            <p:ph type="body" sz="quarter" idx="13" hasCustomPrompt="1"/>
          </p:nvPr>
        </p:nvSpPr>
        <p:spPr>
          <a:xfrm>
            <a:off x="695960" y="1158875"/>
            <a:ext cx="10054567" cy="365125"/>
          </a:xfrm>
        </p:spPr>
        <p:txBody>
          <a:bodyPr>
            <a:noAutofit/>
          </a:bodyPr>
          <a:lstStyle>
            <a:lvl1pPr marL="0" indent="0">
              <a:buNone/>
              <a:defRPr sz="2000">
                <a:solidFill>
                  <a:srgbClr val="0070C0"/>
                </a:solidFill>
              </a:defRPr>
            </a:lvl1pPr>
            <a:lvl2pPr marL="457200" indent="0">
              <a:buNone/>
              <a:defRPr/>
            </a:lvl2pPr>
          </a:lstStyle>
          <a:p>
            <a:pPr lvl="0"/>
            <a:r>
              <a:rPr lang="en-US" dirty="0"/>
              <a:t>Insert your subtitle here</a:t>
            </a:r>
          </a:p>
        </p:txBody>
      </p:sp>
      <p:pic>
        <p:nvPicPr>
          <p:cNvPr id="14" name="Picture 13">
            <a:extLst>
              <a:ext uri="{FF2B5EF4-FFF2-40B4-BE49-F238E27FC236}">
                <a16:creationId xmlns:a16="http://schemas.microsoft.com/office/drawing/2014/main" id="{BDA36BCC-1883-674C-BBD1-FF3C56ED864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527" y="253484"/>
            <a:ext cx="1188314" cy="588180"/>
          </a:xfrm>
          <a:prstGeom prst="rect">
            <a:avLst/>
          </a:prstGeom>
        </p:spPr>
      </p:pic>
    </p:spTree>
    <p:extLst>
      <p:ext uri="{BB962C8B-B14F-4D97-AF65-F5344CB8AC3E}">
        <p14:creationId xmlns:p14="http://schemas.microsoft.com/office/powerpoint/2010/main" val="65321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fade">
                                      <p:cBhvr>
                                        <p:cTn id="11"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build="p">
        <p:tmplLst>
          <p:tmpl lvl="1">
            <p:tnLst>
              <p:par>
                <p:cTn presetID="10" presetClass="entr" presetSubtype="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ablet Mockup">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0E9E46-55B4-42E4-A546-AA3F969F8B6D}"/>
              </a:ext>
            </a:extLst>
          </p:cNvPr>
          <p:cNvSpPr/>
          <p:nvPr userDrawn="1"/>
        </p:nvSpPr>
        <p:spPr>
          <a:xfrm>
            <a:off x="144780" y="148590"/>
            <a:ext cx="11902440" cy="6560820"/>
          </a:xfrm>
          <a:prstGeom prst="rect">
            <a:avLst/>
          </a:prstGeom>
          <a:solidFill>
            <a:schemeClr val="bg1"/>
          </a:solidFill>
          <a:ln>
            <a:noFill/>
          </a:ln>
          <a:effectLst>
            <a:outerShdw blurRad="635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7" name="Rectangle 6">
            <a:extLst>
              <a:ext uri="{FF2B5EF4-FFF2-40B4-BE49-F238E27FC236}">
                <a16:creationId xmlns:a16="http://schemas.microsoft.com/office/drawing/2014/main" id="{5CDFB967-0581-4346-9CD3-A561F10F1176}"/>
              </a:ext>
            </a:extLst>
          </p:cNvPr>
          <p:cNvSpPr/>
          <p:nvPr userDrawn="1"/>
        </p:nvSpPr>
        <p:spPr>
          <a:xfrm>
            <a:off x="11322627" y="6446520"/>
            <a:ext cx="720000" cy="26289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Date Placeholder 2">
            <a:extLst>
              <a:ext uri="{FF2B5EF4-FFF2-40B4-BE49-F238E27FC236}">
                <a16:creationId xmlns:a16="http://schemas.microsoft.com/office/drawing/2014/main" id="{6C89AC49-6886-417A-B1B4-8D51289EC91D}"/>
              </a:ext>
            </a:extLst>
          </p:cNvPr>
          <p:cNvSpPr>
            <a:spLocks noGrp="1"/>
          </p:cNvSpPr>
          <p:nvPr>
            <p:ph type="dt" sz="half" idx="10"/>
          </p:nvPr>
        </p:nvSpPr>
        <p:spPr/>
        <p:txBody>
          <a:bodyPr/>
          <a:lstStyle/>
          <a:p>
            <a:fld id="{69FC6F37-7851-449C-954A-4648488924EA}" type="datetime1">
              <a:rPr lang="en-US" smtClean="0"/>
              <a:t>4/3/2021</a:t>
            </a:fld>
            <a:endParaRPr lang="en-US"/>
          </a:p>
        </p:txBody>
      </p:sp>
      <p:sp>
        <p:nvSpPr>
          <p:cNvPr id="4" name="Footer Placeholder 3">
            <a:extLst>
              <a:ext uri="{FF2B5EF4-FFF2-40B4-BE49-F238E27FC236}">
                <a16:creationId xmlns:a16="http://schemas.microsoft.com/office/drawing/2014/main" id="{52551B52-2C72-4F1A-95A3-BC28FB990F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14D4D2-A4D4-457B-992F-B71736607E20}"/>
              </a:ext>
            </a:extLst>
          </p:cNvPr>
          <p:cNvSpPr>
            <a:spLocks noGrp="1"/>
          </p:cNvSpPr>
          <p:nvPr>
            <p:ph type="sldNum" sz="quarter" idx="12"/>
          </p:nvPr>
        </p:nvSpPr>
        <p:spPr>
          <a:xfrm>
            <a:off x="11473180" y="6440488"/>
            <a:ext cx="559979" cy="274955"/>
          </a:xfrm>
        </p:spPr>
        <p:txBody>
          <a:bodyPr/>
          <a:lstStyle>
            <a:lvl1pPr algn="r">
              <a:defRPr sz="1000">
                <a:solidFill>
                  <a:schemeClr val="bg2"/>
                </a:solidFill>
              </a:defRPr>
            </a:lvl1pPr>
          </a:lstStyle>
          <a:p>
            <a:fld id="{E3813BF9-5145-4417-B95D-FA8627973885}" type="slidenum">
              <a:rPr lang="en-US" smtClean="0"/>
              <a:pPr/>
              <a:t>‹#›</a:t>
            </a:fld>
            <a:endParaRPr lang="en-US"/>
          </a:p>
        </p:txBody>
      </p:sp>
      <p:sp>
        <p:nvSpPr>
          <p:cNvPr id="8" name="TextBox 7">
            <a:extLst>
              <a:ext uri="{FF2B5EF4-FFF2-40B4-BE49-F238E27FC236}">
                <a16:creationId xmlns:a16="http://schemas.microsoft.com/office/drawing/2014/main" id="{FD3DCCD5-7A27-4A07-81D3-411B661C71A7}"/>
              </a:ext>
            </a:extLst>
          </p:cNvPr>
          <p:cNvSpPr txBox="1"/>
          <p:nvPr userDrawn="1"/>
        </p:nvSpPr>
        <p:spPr>
          <a:xfrm>
            <a:off x="11397051" y="6454855"/>
            <a:ext cx="447558" cy="246221"/>
          </a:xfrm>
          <a:prstGeom prst="rect">
            <a:avLst/>
          </a:prstGeom>
          <a:noFill/>
        </p:spPr>
        <p:txBody>
          <a:bodyPr wrap="none" rtlCol="0">
            <a:spAutoFit/>
          </a:bodyPr>
          <a:lstStyle/>
          <a:p>
            <a:pPr algn="r"/>
            <a:r>
              <a:rPr lang="en-ID" sz="1000" dirty="0">
                <a:solidFill>
                  <a:schemeClr val="bg2"/>
                </a:solidFill>
              </a:rPr>
              <a:t>page</a:t>
            </a:r>
          </a:p>
        </p:txBody>
      </p:sp>
      <p:sp>
        <p:nvSpPr>
          <p:cNvPr id="12" name="Picture Placeholder 6">
            <a:extLst>
              <a:ext uri="{FF2B5EF4-FFF2-40B4-BE49-F238E27FC236}">
                <a16:creationId xmlns:a16="http://schemas.microsoft.com/office/drawing/2014/main" id="{49E94143-FE7E-4405-B3B0-6F6A3B33E647}"/>
              </a:ext>
            </a:extLst>
          </p:cNvPr>
          <p:cNvSpPr>
            <a:spLocks noGrp="1"/>
          </p:cNvSpPr>
          <p:nvPr>
            <p:ph type="pic" sz="quarter" idx="14"/>
          </p:nvPr>
        </p:nvSpPr>
        <p:spPr>
          <a:xfrm>
            <a:off x="695960" y="2039936"/>
            <a:ext cx="1260000" cy="1260000"/>
          </a:xfrm>
          <a:prstGeom prst="rect">
            <a:avLst/>
          </a:prstGeom>
        </p:spPr>
        <p:txBody>
          <a:bodyPr/>
          <a:lstStyle>
            <a:lvl1pPr>
              <a:defRPr sz="1200"/>
            </a:lvl1pPr>
          </a:lstStyle>
          <a:p>
            <a:endParaRPr lang="id-ID"/>
          </a:p>
        </p:txBody>
      </p:sp>
      <p:sp>
        <p:nvSpPr>
          <p:cNvPr id="13" name="Picture Placeholder 6">
            <a:extLst>
              <a:ext uri="{FF2B5EF4-FFF2-40B4-BE49-F238E27FC236}">
                <a16:creationId xmlns:a16="http://schemas.microsoft.com/office/drawing/2014/main" id="{7F39CC5B-CD77-41B3-A9F8-0BC5279C8B61}"/>
              </a:ext>
            </a:extLst>
          </p:cNvPr>
          <p:cNvSpPr>
            <a:spLocks noGrp="1"/>
          </p:cNvSpPr>
          <p:nvPr>
            <p:ph type="pic" sz="quarter" idx="15"/>
          </p:nvPr>
        </p:nvSpPr>
        <p:spPr>
          <a:xfrm>
            <a:off x="8402320" y="2039936"/>
            <a:ext cx="1260000" cy="1260000"/>
          </a:xfrm>
          <a:prstGeom prst="rect">
            <a:avLst/>
          </a:prstGeom>
        </p:spPr>
        <p:txBody>
          <a:bodyPr/>
          <a:lstStyle>
            <a:lvl1pPr>
              <a:defRPr sz="1200"/>
            </a:lvl1pPr>
          </a:lstStyle>
          <a:p>
            <a:endParaRPr lang="id-ID"/>
          </a:p>
        </p:txBody>
      </p:sp>
      <p:sp>
        <p:nvSpPr>
          <p:cNvPr id="14" name="Picture Placeholder 6">
            <a:extLst>
              <a:ext uri="{FF2B5EF4-FFF2-40B4-BE49-F238E27FC236}">
                <a16:creationId xmlns:a16="http://schemas.microsoft.com/office/drawing/2014/main" id="{A9DC35DC-2D52-4786-87F7-0622512D0AC8}"/>
              </a:ext>
            </a:extLst>
          </p:cNvPr>
          <p:cNvSpPr>
            <a:spLocks noGrp="1"/>
          </p:cNvSpPr>
          <p:nvPr>
            <p:ph type="pic" sz="quarter" idx="16"/>
          </p:nvPr>
        </p:nvSpPr>
        <p:spPr>
          <a:xfrm>
            <a:off x="4549140" y="2039936"/>
            <a:ext cx="1260000" cy="1260000"/>
          </a:xfrm>
          <a:prstGeom prst="rect">
            <a:avLst/>
          </a:prstGeom>
        </p:spPr>
        <p:txBody>
          <a:bodyPr/>
          <a:lstStyle>
            <a:lvl1pPr>
              <a:defRPr sz="1200"/>
            </a:lvl1pPr>
          </a:lstStyle>
          <a:p>
            <a:endParaRPr lang="id-ID"/>
          </a:p>
        </p:txBody>
      </p:sp>
      <p:sp>
        <p:nvSpPr>
          <p:cNvPr id="16" name="Title 1">
            <a:extLst>
              <a:ext uri="{FF2B5EF4-FFF2-40B4-BE49-F238E27FC236}">
                <a16:creationId xmlns:a16="http://schemas.microsoft.com/office/drawing/2014/main" id="{39524047-19EA-426B-9978-B7002DC7634A}"/>
              </a:ext>
            </a:extLst>
          </p:cNvPr>
          <p:cNvSpPr>
            <a:spLocks noGrp="1"/>
          </p:cNvSpPr>
          <p:nvPr>
            <p:ph type="title"/>
          </p:nvPr>
        </p:nvSpPr>
        <p:spPr>
          <a:xfrm>
            <a:off x="695960" y="395724"/>
            <a:ext cx="10054567" cy="986036"/>
          </a:xfrm>
        </p:spPr>
        <p:txBody>
          <a:bodyPr/>
          <a:lstStyle/>
          <a:p>
            <a:r>
              <a:rPr lang="en-US" dirty="0"/>
              <a:t>Click to edit Master title style</a:t>
            </a:r>
            <a:endParaRPr lang="en-ID" dirty="0"/>
          </a:p>
        </p:txBody>
      </p:sp>
      <p:sp>
        <p:nvSpPr>
          <p:cNvPr id="17" name="Text Placeholder 9">
            <a:extLst>
              <a:ext uri="{FF2B5EF4-FFF2-40B4-BE49-F238E27FC236}">
                <a16:creationId xmlns:a16="http://schemas.microsoft.com/office/drawing/2014/main" id="{D4356494-8784-4D7C-802E-FC8E96D4E25F}"/>
              </a:ext>
            </a:extLst>
          </p:cNvPr>
          <p:cNvSpPr>
            <a:spLocks noGrp="1"/>
          </p:cNvSpPr>
          <p:nvPr>
            <p:ph type="body" sz="quarter" idx="13" hasCustomPrompt="1"/>
          </p:nvPr>
        </p:nvSpPr>
        <p:spPr>
          <a:xfrm>
            <a:off x="695960" y="1158875"/>
            <a:ext cx="10054567" cy="365125"/>
          </a:xfrm>
        </p:spPr>
        <p:txBody>
          <a:bodyPr>
            <a:noAutofit/>
          </a:bodyPr>
          <a:lstStyle>
            <a:lvl1pPr marL="0" indent="0">
              <a:buNone/>
              <a:defRPr sz="2000">
                <a:solidFill>
                  <a:srgbClr val="0070C0"/>
                </a:solidFill>
              </a:defRPr>
            </a:lvl1pPr>
            <a:lvl2pPr marL="457200" indent="0">
              <a:buNone/>
              <a:defRPr/>
            </a:lvl2pPr>
          </a:lstStyle>
          <a:p>
            <a:pPr lvl="0"/>
            <a:r>
              <a:rPr lang="en-US" dirty="0"/>
              <a:t>Insert your subtitle here</a:t>
            </a:r>
          </a:p>
        </p:txBody>
      </p:sp>
      <p:pic>
        <p:nvPicPr>
          <p:cNvPr id="15" name="Picture 14">
            <a:extLst>
              <a:ext uri="{FF2B5EF4-FFF2-40B4-BE49-F238E27FC236}">
                <a16:creationId xmlns:a16="http://schemas.microsoft.com/office/drawing/2014/main" id="{860EC3C3-3F8A-5044-9BBC-3DACD06B996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527" y="253484"/>
            <a:ext cx="1188314" cy="588180"/>
          </a:xfrm>
          <a:prstGeom prst="rect">
            <a:avLst/>
          </a:prstGeom>
        </p:spPr>
      </p:pic>
    </p:spTree>
    <p:extLst>
      <p:ext uri="{BB962C8B-B14F-4D97-AF65-F5344CB8AC3E}">
        <p14:creationId xmlns:p14="http://schemas.microsoft.com/office/powerpoint/2010/main" val="411379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animEffect transition="in" filter="fade">
                                      <p:cBhvr>
                                        <p:cTn id="11" dur="500"/>
                                        <p:tgtEl>
                                          <p:spTgt spid="17">
                                            <p:txEl>
                                              <p:pRg st="0" end="0"/>
                                            </p:txEl>
                                          </p:spTgt>
                                        </p:tgtEl>
                                      </p:cBhvr>
                                    </p:animEffect>
                                  </p:childTnLst>
                                </p:cTn>
                              </p:par>
                            </p:childTnLst>
                          </p:cTn>
                        </p:par>
                        <p:par>
                          <p:cTn id="12" fill="hold">
                            <p:stCondLst>
                              <p:cond delay="1000"/>
                            </p:stCondLst>
                            <p:childTnLst>
                              <p:par>
                                <p:cTn id="13" presetID="53" presetClass="entr" presetSubtype="16" fill="hold" grpId="0" nodeType="afterEffect" nodePh="1">
                                  <p:stCondLst>
                                    <p:cond delay="0"/>
                                  </p:stCondLst>
                                  <p:endCondLst>
                                    <p:cond evt="begin" delay="0">
                                      <p:tn val="13"/>
                                    </p:cond>
                                  </p:endCondLst>
                                  <p:childTnLst>
                                    <p:set>
                                      <p:cBhvr>
                                        <p:cTn id="14" dur="1" fill="hold">
                                          <p:stCondLst>
                                            <p:cond delay="0"/>
                                          </p:stCondLst>
                                        </p:cTn>
                                        <p:tgtEl>
                                          <p:spTgt spid="12"/>
                                        </p:tgtEl>
                                        <p:attrNameLst>
                                          <p:attrName>style.visibility</p:attrName>
                                        </p:attrNameLst>
                                      </p:cBhvr>
                                      <p:to>
                                        <p:strVal val="visible"/>
                                      </p:to>
                                    </p:set>
                                    <p:anim calcmode="lin" valueType="num">
                                      <p:cBhvr>
                                        <p:cTn id="15" dur="500" fill="hold"/>
                                        <p:tgtEl>
                                          <p:spTgt spid="12"/>
                                        </p:tgtEl>
                                        <p:attrNameLst>
                                          <p:attrName>ppt_w</p:attrName>
                                        </p:attrNameLst>
                                      </p:cBhvr>
                                      <p:tavLst>
                                        <p:tav tm="0">
                                          <p:val>
                                            <p:fltVal val="0"/>
                                          </p:val>
                                        </p:tav>
                                        <p:tav tm="100000">
                                          <p:val>
                                            <p:strVal val="#ppt_w"/>
                                          </p:val>
                                        </p:tav>
                                      </p:tavLst>
                                    </p:anim>
                                    <p:anim calcmode="lin" valueType="num">
                                      <p:cBhvr>
                                        <p:cTn id="16" dur="500" fill="hold"/>
                                        <p:tgtEl>
                                          <p:spTgt spid="12"/>
                                        </p:tgtEl>
                                        <p:attrNameLst>
                                          <p:attrName>ppt_h</p:attrName>
                                        </p:attrNameLst>
                                      </p:cBhvr>
                                      <p:tavLst>
                                        <p:tav tm="0">
                                          <p:val>
                                            <p:fltVal val="0"/>
                                          </p:val>
                                        </p:tav>
                                        <p:tav tm="100000">
                                          <p:val>
                                            <p:strVal val="#ppt_h"/>
                                          </p:val>
                                        </p:tav>
                                      </p:tavLst>
                                    </p:anim>
                                    <p:animEffect transition="in" filter="fade">
                                      <p:cBhvr>
                                        <p:cTn id="17" dur="500"/>
                                        <p:tgtEl>
                                          <p:spTgt spid="12"/>
                                        </p:tgtEl>
                                      </p:cBhvr>
                                    </p:animEffect>
                                  </p:childTnLst>
                                </p:cTn>
                              </p:par>
                              <p:par>
                                <p:cTn id="18" presetID="53" presetClass="entr" presetSubtype="16" fill="hold" grpId="0" nodeType="withEffect" nodePh="1">
                                  <p:stCondLst>
                                    <p:cond delay="0"/>
                                  </p:stCondLst>
                                  <p:endCondLst>
                                    <p:cond evt="begin" delay="0">
                                      <p:tn val="18"/>
                                    </p:cond>
                                  </p:end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par>
                                <p:cTn id="23" presetID="53" presetClass="entr" presetSubtype="16" fill="hold" grpId="0" nodeType="withEffect" nodePh="1">
                                  <p:stCondLst>
                                    <p:cond delay="0"/>
                                  </p:stCondLst>
                                  <p:endCondLst>
                                    <p:cond evt="begin" delay="0">
                                      <p:tn val="23"/>
                                    </p:cond>
                                  </p:endCondLst>
                                  <p:childTnLst>
                                    <p:set>
                                      <p:cBhvr>
                                        <p:cTn id="24" dur="1" fill="hold">
                                          <p:stCondLst>
                                            <p:cond delay="0"/>
                                          </p:stCondLst>
                                        </p:cTn>
                                        <p:tgtEl>
                                          <p:spTgt spid="13"/>
                                        </p:tgtEl>
                                        <p:attrNameLst>
                                          <p:attrName>style.visibility</p:attrName>
                                        </p:attrNameLst>
                                      </p:cBhvr>
                                      <p:to>
                                        <p:strVal val="visible"/>
                                      </p:to>
                                    </p:set>
                                    <p:anim calcmode="lin" valueType="num">
                                      <p:cBhvr>
                                        <p:cTn id="25" dur="500" fill="hold"/>
                                        <p:tgtEl>
                                          <p:spTgt spid="13"/>
                                        </p:tgtEl>
                                        <p:attrNameLst>
                                          <p:attrName>ppt_w</p:attrName>
                                        </p:attrNameLst>
                                      </p:cBhvr>
                                      <p:tavLst>
                                        <p:tav tm="0">
                                          <p:val>
                                            <p:fltVal val="0"/>
                                          </p:val>
                                        </p:tav>
                                        <p:tav tm="100000">
                                          <p:val>
                                            <p:strVal val="#ppt_w"/>
                                          </p:val>
                                        </p:tav>
                                      </p:tavLst>
                                    </p:anim>
                                    <p:anim calcmode="lin" valueType="num">
                                      <p:cBhvr>
                                        <p:cTn id="26" dur="500" fill="hold"/>
                                        <p:tgtEl>
                                          <p:spTgt spid="13"/>
                                        </p:tgtEl>
                                        <p:attrNameLst>
                                          <p:attrName>ppt_h</p:attrName>
                                        </p:attrNameLst>
                                      </p:cBhvr>
                                      <p:tavLst>
                                        <p:tav tm="0">
                                          <p:val>
                                            <p:fltVal val="0"/>
                                          </p:val>
                                        </p:tav>
                                        <p:tav tm="100000">
                                          <p:val>
                                            <p:strVal val="#ppt_h"/>
                                          </p:val>
                                        </p:tav>
                                      </p:tavLst>
                                    </p:anim>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6" grpId="0"/>
      <p:bldP spid="17" grpId="0" build="p">
        <p:tmplLst>
          <p:tmpl lvl="1">
            <p:tnLst>
              <p:par>
                <p:cTn presetID="10" presetClass="entr" presetSubtype="0"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0E9E46-55B4-42E4-A546-AA3F969F8B6D}"/>
              </a:ext>
            </a:extLst>
          </p:cNvPr>
          <p:cNvSpPr/>
          <p:nvPr userDrawn="1"/>
        </p:nvSpPr>
        <p:spPr>
          <a:xfrm>
            <a:off x="144780" y="148590"/>
            <a:ext cx="11902440" cy="6560820"/>
          </a:xfrm>
          <a:prstGeom prst="rect">
            <a:avLst/>
          </a:prstGeom>
          <a:solidFill>
            <a:schemeClr val="bg1"/>
          </a:solidFill>
          <a:ln>
            <a:noFill/>
          </a:ln>
          <a:effectLst>
            <a:outerShdw blurRad="635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11" name="Picture Placeholder 10">
            <a:extLst>
              <a:ext uri="{FF2B5EF4-FFF2-40B4-BE49-F238E27FC236}">
                <a16:creationId xmlns:a16="http://schemas.microsoft.com/office/drawing/2014/main" id="{A187870D-C780-4128-ABA3-7BF0D5FF930E}"/>
              </a:ext>
            </a:extLst>
          </p:cNvPr>
          <p:cNvSpPr>
            <a:spLocks noGrp="1"/>
          </p:cNvSpPr>
          <p:nvPr>
            <p:ph type="pic" sz="quarter" idx="10"/>
          </p:nvPr>
        </p:nvSpPr>
        <p:spPr>
          <a:xfrm>
            <a:off x="144463" y="149225"/>
            <a:ext cx="11903075" cy="6559550"/>
          </a:xfrm>
        </p:spPr>
        <p:txBody>
          <a:bodyPr/>
          <a:lstStyle/>
          <a:p>
            <a:endParaRPr lang="en-ID"/>
          </a:p>
        </p:txBody>
      </p:sp>
      <p:pic>
        <p:nvPicPr>
          <p:cNvPr id="4" name="Picture 3">
            <a:extLst>
              <a:ext uri="{FF2B5EF4-FFF2-40B4-BE49-F238E27FC236}">
                <a16:creationId xmlns:a16="http://schemas.microsoft.com/office/drawing/2014/main" id="{5D9363C9-4316-3940-AD93-83F81B9AE7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527" y="253484"/>
            <a:ext cx="1188314" cy="588180"/>
          </a:xfrm>
          <a:prstGeom prst="rect">
            <a:avLst/>
          </a:prstGeom>
        </p:spPr>
      </p:pic>
    </p:spTree>
    <p:extLst>
      <p:ext uri="{BB962C8B-B14F-4D97-AF65-F5344CB8AC3E}">
        <p14:creationId xmlns:p14="http://schemas.microsoft.com/office/powerpoint/2010/main" val="333924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ndscap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0E9E46-55B4-42E4-A546-AA3F969F8B6D}"/>
              </a:ext>
            </a:extLst>
          </p:cNvPr>
          <p:cNvSpPr/>
          <p:nvPr userDrawn="1"/>
        </p:nvSpPr>
        <p:spPr>
          <a:xfrm>
            <a:off x="144780" y="148590"/>
            <a:ext cx="11902440" cy="6560820"/>
          </a:xfrm>
          <a:prstGeom prst="rect">
            <a:avLst/>
          </a:prstGeom>
          <a:solidFill>
            <a:schemeClr val="bg1"/>
          </a:solidFill>
          <a:ln>
            <a:noFill/>
          </a:ln>
          <a:effectLst>
            <a:outerShdw blurRad="635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7" name="Rectangle 6">
            <a:extLst>
              <a:ext uri="{FF2B5EF4-FFF2-40B4-BE49-F238E27FC236}">
                <a16:creationId xmlns:a16="http://schemas.microsoft.com/office/drawing/2014/main" id="{5CDFB967-0581-4346-9CD3-A561F10F1176}"/>
              </a:ext>
            </a:extLst>
          </p:cNvPr>
          <p:cNvSpPr/>
          <p:nvPr userDrawn="1"/>
        </p:nvSpPr>
        <p:spPr>
          <a:xfrm>
            <a:off x="11322627" y="6450878"/>
            <a:ext cx="720000" cy="26289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Date Placeholder 2">
            <a:extLst>
              <a:ext uri="{FF2B5EF4-FFF2-40B4-BE49-F238E27FC236}">
                <a16:creationId xmlns:a16="http://schemas.microsoft.com/office/drawing/2014/main" id="{6C89AC49-6886-417A-B1B4-8D51289EC91D}"/>
              </a:ext>
            </a:extLst>
          </p:cNvPr>
          <p:cNvSpPr>
            <a:spLocks noGrp="1"/>
          </p:cNvSpPr>
          <p:nvPr>
            <p:ph type="dt" sz="half" idx="10"/>
          </p:nvPr>
        </p:nvSpPr>
        <p:spPr/>
        <p:txBody>
          <a:bodyPr/>
          <a:lstStyle/>
          <a:p>
            <a:fld id="{69FC6F37-7851-449C-954A-4648488924EA}" type="datetime1">
              <a:rPr lang="en-US" smtClean="0"/>
              <a:t>4/3/2021</a:t>
            </a:fld>
            <a:endParaRPr lang="en-US"/>
          </a:p>
        </p:txBody>
      </p:sp>
      <p:sp>
        <p:nvSpPr>
          <p:cNvPr id="4" name="Footer Placeholder 3">
            <a:extLst>
              <a:ext uri="{FF2B5EF4-FFF2-40B4-BE49-F238E27FC236}">
                <a16:creationId xmlns:a16="http://schemas.microsoft.com/office/drawing/2014/main" id="{52551B52-2C72-4F1A-95A3-BC28FB990F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14D4D2-A4D4-457B-992F-B71736607E20}"/>
              </a:ext>
            </a:extLst>
          </p:cNvPr>
          <p:cNvSpPr>
            <a:spLocks noGrp="1"/>
          </p:cNvSpPr>
          <p:nvPr>
            <p:ph type="sldNum" sz="quarter" idx="12"/>
          </p:nvPr>
        </p:nvSpPr>
        <p:spPr>
          <a:xfrm>
            <a:off x="11473180" y="6434455"/>
            <a:ext cx="559979" cy="274955"/>
          </a:xfrm>
        </p:spPr>
        <p:txBody>
          <a:bodyPr/>
          <a:lstStyle>
            <a:lvl1pPr algn="r">
              <a:defRPr sz="1000">
                <a:solidFill>
                  <a:schemeClr val="bg2"/>
                </a:solidFill>
              </a:defRPr>
            </a:lvl1pPr>
          </a:lstStyle>
          <a:p>
            <a:fld id="{E3813BF9-5145-4417-B95D-FA8627973885}" type="slidenum">
              <a:rPr lang="en-US" smtClean="0"/>
              <a:pPr/>
              <a:t>‹#›</a:t>
            </a:fld>
            <a:endParaRPr lang="en-US"/>
          </a:p>
        </p:txBody>
      </p:sp>
      <p:sp>
        <p:nvSpPr>
          <p:cNvPr id="8" name="TextBox 7">
            <a:extLst>
              <a:ext uri="{FF2B5EF4-FFF2-40B4-BE49-F238E27FC236}">
                <a16:creationId xmlns:a16="http://schemas.microsoft.com/office/drawing/2014/main" id="{FD3DCCD5-7A27-4A07-81D3-411B661C71A7}"/>
              </a:ext>
            </a:extLst>
          </p:cNvPr>
          <p:cNvSpPr txBox="1"/>
          <p:nvPr userDrawn="1"/>
        </p:nvSpPr>
        <p:spPr>
          <a:xfrm>
            <a:off x="11397051" y="6448822"/>
            <a:ext cx="447558" cy="246221"/>
          </a:xfrm>
          <a:prstGeom prst="rect">
            <a:avLst/>
          </a:prstGeom>
          <a:noFill/>
        </p:spPr>
        <p:txBody>
          <a:bodyPr wrap="none" rtlCol="0">
            <a:spAutoFit/>
          </a:bodyPr>
          <a:lstStyle/>
          <a:p>
            <a:pPr algn="r"/>
            <a:r>
              <a:rPr lang="en-ID" sz="1000" dirty="0">
                <a:solidFill>
                  <a:schemeClr val="bg2"/>
                </a:solidFill>
              </a:rPr>
              <a:t>page</a:t>
            </a:r>
          </a:p>
        </p:txBody>
      </p:sp>
      <p:sp>
        <p:nvSpPr>
          <p:cNvPr id="11" name="Picture Placeholder 10">
            <a:extLst>
              <a:ext uri="{FF2B5EF4-FFF2-40B4-BE49-F238E27FC236}">
                <a16:creationId xmlns:a16="http://schemas.microsoft.com/office/drawing/2014/main" id="{AA9143A3-85A2-4DD6-8002-6900D831269C}"/>
              </a:ext>
            </a:extLst>
          </p:cNvPr>
          <p:cNvSpPr>
            <a:spLocks noGrp="1"/>
          </p:cNvSpPr>
          <p:nvPr>
            <p:ph type="pic" sz="quarter" idx="14"/>
          </p:nvPr>
        </p:nvSpPr>
        <p:spPr>
          <a:xfrm>
            <a:off x="700405" y="1658938"/>
            <a:ext cx="10791190" cy="2455862"/>
          </a:xfrm>
        </p:spPr>
        <p:txBody>
          <a:bodyPr/>
          <a:lstStyle/>
          <a:p>
            <a:endParaRPr lang="en-ID"/>
          </a:p>
        </p:txBody>
      </p:sp>
      <p:sp>
        <p:nvSpPr>
          <p:cNvPr id="12" name="Title 1">
            <a:extLst>
              <a:ext uri="{FF2B5EF4-FFF2-40B4-BE49-F238E27FC236}">
                <a16:creationId xmlns:a16="http://schemas.microsoft.com/office/drawing/2014/main" id="{A5F51C49-0036-4204-9B57-95AAC2F16559}"/>
              </a:ext>
            </a:extLst>
          </p:cNvPr>
          <p:cNvSpPr>
            <a:spLocks noGrp="1"/>
          </p:cNvSpPr>
          <p:nvPr>
            <p:ph type="title"/>
          </p:nvPr>
        </p:nvSpPr>
        <p:spPr>
          <a:xfrm>
            <a:off x="695960" y="395724"/>
            <a:ext cx="10054567" cy="986036"/>
          </a:xfrm>
        </p:spPr>
        <p:txBody>
          <a:bodyPr/>
          <a:lstStyle/>
          <a:p>
            <a:r>
              <a:rPr lang="en-US" dirty="0"/>
              <a:t>Click to edit Master title style</a:t>
            </a:r>
            <a:endParaRPr lang="en-ID" dirty="0"/>
          </a:p>
        </p:txBody>
      </p:sp>
      <p:sp>
        <p:nvSpPr>
          <p:cNvPr id="13" name="Text Placeholder 9">
            <a:extLst>
              <a:ext uri="{FF2B5EF4-FFF2-40B4-BE49-F238E27FC236}">
                <a16:creationId xmlns:a16="http://schemas.microsoft.com/office/drawing/2014/main" id="{91A47D85-81C8-43FF-9C42-3F48D6FDA76C}"/>
              </a:ext>
            </a:extLst>
          </p:cNvPr>
          <p:cNvSpPr>
            <a:spLocks noGrp="1"/>
          </p:cNvSpPr>
          <p:nvPr>
            <p:ph type="body" sz="quarter" idx="13" hasCustomPrompt="1"/>
          </p:nvPr>
        </p:nvSpPr>
        <p:spPr>
          <a:xfrm>
            <a:off x="695960" y="1158875"/>
            <a:ext cx="10054567" cy="365125"/>
          </a:xfrm>
        </p:spPr>
        <p:txBody>
          <a:bodyPr>
            <a:noAutofit/>
          </a:bodyPr>
          <a:lstStyle>
            <a:lvl1pPr marL="0" indent="0">
              <a:buNone/>
              <a:defRPr sz="2000">
                <a:solidFill>
                  <a:srgbClr val="0070C0"/>
                </a:solidFill>
              </a:defRPr>
            </a:lvl1pPr>
            <a:lvl2pPr marL="457200" indent="0">
              <a:buNone/>
              <a:defRPr/>
            </a:lvl2pPr>
          </a:lstStyle>
          <a:p>
            <a:pPr lvl="0"/>
            <a:r>
              <a:rPr lang="en-US" dirty="0"/>
              <a:t>Insert your subtitle here</a:t>
            </a:r>
          </a:p>
        </p:txBody>
      </p:sp>
      <p:pic>
        <p:nvPicPr>
          <p:cNvPr id="9" name="Picture 8">
            <a:extLst>
              <a:ext uri="{FF2B5EF4-FFF2-40B4-BE49-F238E27FC236}">
                <a16:creationId xmlns:a16="http://schemas.microsoft.com/office/drawing/2014/main" id="{E0F2F2BB-1219-E64A-8D58-AF2C8A6ADCF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527" y="253484"/>
            <a:ext cx="1188314" cy="588180"/>
          </a:xfrm>
          <a:prstGeom prst="rect">
            <a:avLst/>
          </a:prstGeom>
        </p:spPr>
      </p:pic>
    </p:spTree>
    <p:extLst>
      <p:ext uri="{BB962C8B-B14F-4D97-AF65-F5344CB8AC3E}">
        <p14:creationId xmlns:p14="http://schemas.microsoft.com/office/powerpoint/2010/main" val="1151560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fade">
                                      <p:cBhvr>
                                        <p:cTn id="11"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build="p">
        <p:tmplLst>
          <p:tmpl lvl="1">
            <p:tnLst>
              <p:par>
                <p:cTn presetID="10" presetClass="entr" presetSubtype="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andscap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0E9E46-55B4-42E4-A546-AA3F969F8B6D}"/>
              </a:ext>
            </a:extLst>
          </p:cNvPr>
          <p:cNvSpPr/>
          <p:nvPr userDrawn="1"/>
        </p:nvSpPr>
        <p:spPr>
          <a:xfrm>
            <a:off x="144780" y="148590"/>
            <a:ext cx="11902440" cy="6560820"/>
          </a:xfrm>
          <a:prstGeom prst="rect">
            <a:avLst/>
          </a:prstGeom>
          <a:solidFill>
            <a:schemeClr val="bg1"/>
          </a:solidFill>
          <a:ln>
            <a:noFill/>
          </a:ln>
          <a:effectLst>
            <a:outerShdw blurRad="635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7" name="Rectangle 6">
            <a:extLst>
              <a:ext uri="{FF2B5EF4-FFF2-40B4-BE49-F238E27FC236}">
                <a16:creationId xmlns:a16="http://schemas.microsoft.com/office/drawing/2014/main" id="{5CDFB967-0581-4346-9CD3-A561F10F1176}"/>
              </a:ext>
            </a:extLst>
          </p:cNvPr>
          <p:cNvSpPr/>
          <p:nvPr userDrawn="1"/>
        </p:nvSpPr>
        <p:spPr>
          <a:xfrm>
            <a:off x="11322627" y="6448194"/>
            <a:ext cx="720000" cy="26289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Date Placeholder 2">
            <a:extLst>
              <a:ext uri="{FF2B5EF4-FFF2-40B4-BE49-F238E27FC236}">
                <a16:creationId xmlns:a16="http://schemas.microsoft.com/office/drawing/2014/main" id="{6C89AC49-6886-417A-B1B4-8D51289EC91D}"/>
              </a:ext>
            </a:extLst>
          </p:cNvPr>
          <p:cNvSpPr>
            <a:spLocks noGrp="1"/>
          </p:cNvSpPr>
          <p:nvPr>
            <p:ph type="dt" sz="half" idx="10"/>
          </p:nvPr>
        </p:nvSpPr>
        <p:spPr/>
        <p:txBody>
          <a:bodyPr/>
          <a:lstStyle/>
          <a:p>
            <a:fld id="{69FC6F37-7851-449C-954A-4648488924EA}" type="datetime1">
              <a:rPr lang="en-US" smtClean="0"/>
              <a:t>4/3/2021</a:t>
            </a:fld>
            <a:endParaRPr lang="en-US"/>
          </a:p>
        </p:txBody>
      </p:sp>
      <p:sp>
        <p:nvSpPr>
          <p:cNvPr id="4" name="Footer Placeholder 3">
            <a:extLst>
              <a:ext uri="{FF2B5EF4-FFF2-40B4-BE49-F238E27FC236}">
                <a16:creationId xmlns:a16="http://schemas.microsoft.com/office/drawing/2014/main" id="{52551B52-2C72-4F1A-95A3-BC28FB990F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14D4D2-A4D4-457B-992F-B71736607E20}"/>
              </a:ext>
            </a:extLst>
          </p:cNvPr>
          <p:cNvSpPr>
            <a:spLocks noGrp="1"/>
          </p:cNvSpPr>
          <p:nvPr>
            <p:ph type="sldNum" sz="quarter" idx="12"/>
          </p:nvPr>
        </p:nvSpPr>
        <p:spPr>
          <a:xfrm>
            <a:off x="11473180" y="6452553"/>
            <a:ext cx="559979" cy="274955"/>
          </a:xfrm>
        </p:spPr>
        <p:txBody>
          <a:bodyPr/>
          <a:lstStyle>
            <a:lvl1pPr algn="r">
              <a:defRPr sz="1000">
                <a:solidFill>
                  <a:schemeClr val="bg2"/>
                </a:solidFill>
              </a:defRPr>
            </a:lvl1pPr>
          </a:lstStyle>
          <a:p>
            <a:fld id="{E3813BF9-5145-4417-B95D-FA8627973885}" type="slidenum">
              <a:rPr lang="en-US" smtClean="0"/>
              <a:pPr/>
              <a:t>‹#›</a:t>
            </a:fld>
            <a:endParaRPr lang="en-US"/>
          </a:p>
        </p:txBody>
      </p:sp>
      <p:sp>
        <p:nvSpPr>
          <p:cNvPr id="8" name="TextBox 7">
            <a:extLst>
              <a:ext uri="{FF2B5EF4-FFF2-40B4-BE49-F238E27FC236}">
                <a16:creationId xmlns:a16="http://schemas.microsoft.com/office/drawing/2014/main" id="{FD3DCCD5-7A27-4A07-81D3-411B661C71A7}"/>
              </a:ext>
            </a:extLst>
          </p:cNvPr>
          <p:cNvSpPr txBox="1"/>
          <p:nvPr userDrawn="1"/>
        </p:nvSpPr>
        <p:spPr>
          <a:xfrm>
            <a:off x="11397051" y="6466920"/>
            <a:ext cx="447558" cy="246221"/>
          </a:xfrm>
          <a:prstGeom prst="rect">
            <a:avLst/>
          </a:prstGeom>
          <a:noFill/>
        </p:spPr>
        <p:txBody>
          <a:bodyPr wrap="none" rtlCol="0">
            <a:spAutoFit/>
          </a:bodyPr>
          <a:lstStyle/>
          <a:p>
            <a:pPr algn="r"/>
            <a:r>
              <a:rPr lang="en-ID" sz="1000" dirty="0">
                <a:solidFill>
                  <a:schemeClr val="bg2"/>
                </a:solidFill>
              </a:rPr>
              <a:t>page</a:t>
            </a:r>
          </a:p>
        </p:txBody>
      </p:sp>
      <p:sp>
        <p:nvSpPr>
          <p:cNvPr id="12" name="Picture Placeholder 35">
            <a:extLst>
              <a:ext uri="{FF2B5EF4-FFF2-40B4-BE49-F238E27FC236}">
                <a16:creationId xmlns:a16="http://schemas.microsoft.com/office/drawing/2014/main" id="{C31BD89A-8F52-4756-B027-614D46D10F32}"/>
              </a:ext>
            </a:extLst>
          </p:cNvPr>
          <p:cNvSpPr>
            <a:spLocks noGrp="1"/>
          </p:cNvSpPr>
          <p:nvPr>
            <p:ph type="pic" sz="quarter" idx="14"/>
          </p:nvPr>
        </p:nvSpPr>
        <p:spPr>
          <a:xfrm>
            <a:off x="144780" y="2082800"/>
            <a:ext cx="7150100" cy="3525519"/>
          </a:xfrm>
        </p:spPr>
      </p:sp>
      <p:sp>
        <p:nvSpPr>
          <p:cNvPr id="13" name="Title 1">
            <a:extLst>
              <a:ext uri="{FF2B5EF4-FFF2-40B4-BE49-F238E27FC236}">
                <a16:creationId xmlns:a16="http://schemas.microsoft.com/office/drawing/2014/main" id="{62D7031D-1453-4A60-AEE6-26465607786E}"/>
              </a:ext>
            </a:extLst>
          </p:cNvPr>
          <p:cNvSpPr>
            <a:spLocks noGrp="1"/>
          </p:cNvSpPr>
          <p:nvPr>
            <p:ph type="title"/>
          </p:nvPr>
        </p:nvSpPr>
        <p:spPr>
          <a:xfrm>
            <a:off x="695960" y="395724"/>
            <a:ext cx="10054567" cy="986036"/>
          </a:xfrm>
        </p:spPr>
        <p:txBody>
          <a:bodyPr/>
          <a:lstStyle/>
          <a:p>
            <a:r>
              <a:rPr lang="en-US" dirty="0"/>
              <a:t>Click to edit Master title style</a:t>
            </a:r>
            <a:endParaRPr lang="en-ID" dirty="0"/>
          </a:p>
        </p:txBody>
      </p:sp>
      <p:sp>
        <p:nvSpPr>
          <p:cNvPr id="14" name="Text Placeholder 9">
            <a:extLst>
              <a:ext uri="{FF2B5EF4-FFF2-40B4-BE49-F238E27FC236}">
                <a16:creationId xmlns:a16="http://schemas.microsoft.com/office/drawing/2014/main" id="{96E80B69-A5C3-4D3B-8165-F7E3BB40FDEE}"/>
              </a:ext>
            </a:extLst>
          </p:cNvPr>
          <p:cNvSpPr>
            <a:spLocks noGrp="1"/>
          </p:cNvSpPr>
          <p:nvPr>
            <p:ph type="body" sz="quarter" idx="13" hasCustomPrompt="1"/>
          </p:nvPr>
        </p:nvSpPr>
        <p:spPr>
          <a:xfrm>
            <a:off x="695960" y="1158875"/>
            <a:ext cx="10054567" cy="365125"/>
          </a:xfrm>
        </p:spPr>
        <p:txBody>
          <a:bodyPr>
            <a:noAutofit/>
          </a:bodyPr>
          <a:lstStyle>
            <a:lvl1pPr marL="0" indent="0">
              <a:buNone/>
              <a:defRPr sz="2000">
                <a:solidFill>
                  <a:srgbClr val="0070C0"/>
                </a:solidFill>
              </a:defRPr>
            </a:lvl1pPr>
            <a:lvl2pPr marL="457200" indent="0">
              <a:buNone/>
              <a:defRPr/>
            </a:lvl2pPr>
          </a:lstStyle>
          <a:p>
            <a:pPr lvl="0"/>
            <a:r>
              <a:rPr lang="en-US" dirty="0"/>
              <a:t>Insert your subtitle here</a:t>
            </a:r>
          </a:p>
        </p:txBody>
      </p:sp>
      <p:pic>
        <p:nvPicPr>
          <p:cNvPr id="11" name="Picture 10">
            <a:extLst>
              <a:ext uri="{FF2B5EF4-FFF2-40B4-BE49-F238E27FC236}">
                <a16:creationId xmlns:a16="http://schemas.microsoft.com/office/drawing/2014/main" id="{01E8B86D-E59D-F044-9C6A-CE55AC3877B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527" y="253484"/>
            <a:ext cx="1188314" cy="588180"/>
          </a:xfrm>
          <a:prstGeom prst="rect">
            <a:avLst/>
          </a:prstGeom>
        </p:spPr>
      </p:pic>
    </p:spTree>
    <p:extLst>
      <p:ext uri="{BB962C8B-B14F-4D97-AF65-F5344CB8AC3E}">
        <p14:creationId xmlns:p14="http://schemas.microsoft.com/office/powerpoint/2010/main" val="3521004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animEffect transition="in" filter="fade">
                                      <p:cBhvr>
                                        <p:cTn id="11"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0E9E46-55B4-42E4-A546-AA3F969F8B6D}"/>
              </a:ext>
            </a:extLst>
          </p:cNvPr>
          <p:cNvSpPr/>
          <p:nvPr userDrawn="1"/>
        </p:nvSpPr>
        <p:spPr>
          <a:xfrm>
            <a:off x="144780" y="148590"/>
            <a:ext cx="11902440" cy="6560820"/>
          </a:xfrm>
          <a:prstGeom prst="rect">
            <a:avLst/>
          </a:prstGeom>
          <a:solidFill>
            <a:schemeClr val="bg1"/>
          </a:solidFill>
          <a:ln>
            <a:noFill/>
          </a:ln>
          <a:effectLst>
            <a:outerShdw blurRad="635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3" name="Date Placeholder 2">
            <a:extLst>
              <a:ext uri="{FF2B5EF4-FFF2-40B4-BE49-F238E27FC236}">
                <a16:creationId xmlns:a16="http://schemas.microsoft.com/office/drawing/2014/main" id="{6C89AC49-6886-417A-B1B4-8D51289EC91D}"/>
              </a:ext>
            </a:extLst>
          </p:cNvPr>
          <p:cNvSpPr>
            <a:spLocks noGrp="1"/>
          </p:cNvSpPr>
          <p:nvPr>
            <p:ph type="dt" sz="half" idx="10"/>
          </p:nvPr>
        </p:nvSpPr>
        <p:spPr/>
        <p:txBody>
          <a:bodyPr/>
          <a:lstStyle/>
          <a:p>
            <a:fld id="{69FC6F37-7851-449C-954A-4648488924EA}" type="datetime1">
              <a:rPr lang="en-US" smtClean="0"/>
              <a:t>4/3/2021</a:t>
            </a:fld>
            <a:endParaRPr lang="en-US"/>
          </a:p>
        </p:txBody>
      </p:sp>
      <p:sp>
        <p:nvSpPr>
          <p:cNvPr id="4" name="Footer Placeholder 3">
            <a:extLst>
              <a:ext uri="{FF2B5EF4-FFF2-40B4-BE49-F238E27FC236}">
                <a16:creationId xmlns:a16="http://schemas.microsoft.com/office/drawing/2014/main" id="{52551B52-2C72-4F1A-95A3-BC28FB990FCA}"/>
              </a:ext>
            </a:extLst>
          </p:cNvPr>
          <p:cNvSpPr>
            <a:spLocks noGrp="1"/>
          </p:cNvSpPr>
          <p:nvPr>
            <p:ph type="ftr" sz="quarter" idx="11"/>
          </p:nvPr>
        </p:nvSpPr>
        <p:spPr/>
        <p:txBody>
          <a:bodyPr/>
          <a:lstStyle/>
          <a:p>
            <a:endParaRPr lang="en-US"/>
          </a:p>
        </p:txBody>
      </p:sp>
      <p:sp>
        <p:nvSpPr>
          <p:cNvPr id="11" name="Picture Placeholder 10">
            <a:extLst>
              <a:ext uri="{FF2B5EF4-FFF2-40B4-BE49-F238E27FC236}">
                <a16:creationId xmlns:a16="http://schemas.microsoft.com/office/drawing/2014/main" id="{AA9143A3-85A2-4DD6-8002-6900D831269C}"/>
              </a:ext>
            </a:extLst>
          </p:cNvPr>
          <p:cNvSpPr>
            <a:spLocks noGrp="1"/>
          </p:cNvSpPr>
          <p:nvPr>
            <p:ph type="pic" sz="quarter" idx="14"/>
          </p:nvPr>
        </p:nvSpPr>
        <p:spPr>
          <a:xfrm>
            <a:off x="144780" y="153829"/>
            <a:ext cx="11902440" cy="4776312"/>
          </a:xfrm>
        </p:spPr>
        <p:txBody>
          <a:bodyPr/>
          <a:lstStyle/>
          <a:p>
            <a:endParaRPr lang="en-ID"/>
          </a:p>
        </p:txBody>
      </p:sp>
      <p:sp>
        <p:nvSpPr>
          <p:cNvPr id="12" name="Rectangle 11">
            <a:extLst>
              <a:ext uri="{FF2B5EF4-FFF2-40B4-BE49-F238E27FC236}">
                <a16:creationId xmlns:a16="http://schemas.microsoft.com/office/drawing/2014/main" id="{B6FC7C2A-F4D5-4A2F-93B1-9C764A4E9794}"/>
              </a:ext>
            </a:extLst>
          </p:cNvPr>
          <p:cNvSpPr/>
          <p:nvPr userDrawn="1"/>
        </p:nvSpPr>
        <p:spPr>
          <a:xfrm>
            <a:off x="11320940" y="6466919"/>
            <a:ext cx="720000" cy="26289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Slide Number Placeholder 4">
            <a:extLst>
              <a:ext uri="{FF2B5EF4-FFF2-40B4-BE49-F238E27FC236}">
                <a16:creationId xmlns:a16="http://schemas.microsoft.com/office/drawing/2014/main" id="{91A05DB3-42C8-46AC-A554-0663D9B52EFE}"/>
              </a:ext>
            </a:extLst>
          </p:cNvPr>
          <p:cNvSpPr>
            <a:spLocks noGrp="1"/>
          </p:cNvSpPr>
          <p:nvPr>
            <p:ph type="sldNum" sz="quarter" idx="15"/>
          </p:nvPr>
        </p:nvSpPr>
        <p:spPr>
          <a:xfrm>
            <a:off x="11429929" y="6460887"/>
            <a:ext cx="559979" cy="274955"/>
          </a:xfrm>
        </p:spPr>
        <p:txBody>
          <a:bodyPr/>
          <a:lstStyle>
            <a:lvl1pPr algn="r">
              <a:defRPr sz="1000">
                <a:solidFill>
                  <a:schemeClr val="bg2"/>
                </a:solidFill>
              </a:defRPr>
            </a:lvl1pPr>
          </a:lstStyle>
          <a:p>
            <a:fld id="{E3813BF9-5145-4417-B95D-FA8627973885}" type="slidenum">
              <a:rPr lang="en-US" smtClean="0"/>
              <a:pPr/>
              <a:t>‹#›</a:t>
            </a:fld>
            <a:endParaRPr lang="en-US"/>
          </a:p>
        </p:txBody>
      </p:sp>
      <p:sp>
        <p:nvSpPr>
          <p:cNvPr id="14" name="TextBox 13">
            <a:extLst>
              <a:ext uri="{FF2B5EF4-FFF2-40B4-BE49-F238E27FC236}">
                <a16:creationId xmlns:a16="http://schemas.microsoft.com/office/drawing/2014/main" id="{7D57F1C2-3136-4035-B358-1AA921A2894A}"/>
              </a:ext>
            </a:extLst>
          </p:cNvPr>
          <p:cNvSpPr txBox="1"/>
          <p:nvPr userDrawn="1"/>
        </p:nvSpPr>
        <p:spPr>
          <a:xfrm>
            <a:off x="11353800" y="6475254"/>
            <a:ext cx="447558" cy="246221"/>
          </a:xfrm>
          <a:prstGeom prst="rect">
            <a:avLst/>
          </a:prstGeom>
          <a:noFill/>
        </p:spPr>
        <p:txBody>
          <a:bodyPr wrap="none" rtlCol="0">
            <a:spAutoFit/>
          </a:bodyPr>
          <a:lstStyle/>
          <a:p>
            <a:pPr algn="r"/>
            <a:r>
              <a:rPr lang="en-ID" sz="1000" dirty="0">
                <a:solidFill>
                  <a:schemeClr val="bg2"/>
                </a:solidFill>
              </a:rPr>
              <a:t>page</a:t>
            </a:r>
          </a:p>
        </p:txBody>
      </p:sp>
      <p:pic>
        <p:nvPicPr>
          <p:cNvPr id="10" name="Picture 9">
            <a:extLst>
              <a:ext uri="{FF2B5EF4-FFF2-40B4-BE49-F238E27FC236}">
                <a16:creationId xmlns:a16="http://schemas.microsoft.com/office/drawing/2014/main" id="{5692FC83-02D9-0044-8504-A38A8B91111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527" y="253484"/>
            <a:ext cx="1188314" cy="588180"/>
          </a:xfrm>
          <a:prstGeom prst="rect">
            <a:avLst/>
          </a:prstGeom>
        </p:spPr>
      </p:pic>
    </p:spTree>
    <p:extLst>
      <p:ext uri="{BB962C8B-B14F-4D97-AF65-F5344CB8AC3E}">
        <p14:creationId xmlns:p14="http://schemas.microsoft.com/office/powerpoint/2010/main" val="42315470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iddle Landscap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0E9E46-55B4-42E4-A546-AA3F969F8B6D}"/>
              </a:ext>
            </a:extLst>
          </p:cNvPr>
          <p:cNvSpPr/>
          <p:nvPr userDrawn="1"/>
        </p:nvSpPr>
        <p:spPr>
          <a:xfrm>
            <a:off x="144780" y="148590"/>
            <a:ext cx="11902440" cy="6560820"/>
          </a:xfrm>
          <a:prstGeom prst="rect">
            <a:avLst/>
          </a:prstGeom>
          <a:solidFill>
            <a:schemeClr val="bg1"/>
          </a:solidFill>
          <a:ln>
            <a:noFill/>
          </a:ln>
          <a:effectLst>
            <a:outerShdw blurRad="635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7" name="Rectangle 6">
            <a:extLst>
              <a:ext uri="{FF2B5EF4-FFF2-40B4-BE49-F238E27FC236}">
                <a16:creationId xmlns:a16="http://schemas.microsoft.com/office/drawing/2014/main" id="{5CDFB967-0581-4346-9CD3-A561F10F1176}"/>
              </a:ext>
            </a:extLst>
          </p:cNvPr>
          <p:cNvSpPr/>
          <p:nvPr userDrawn="1"/>
        </p:nvSpPr>
        <p:spPr>
          <a:xfrm>
            <a:off x="11322627" y="6450878"/>
            <a:ext cx="720000" cy="26289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Date Placeholder 2">
            <a:extLst>
              <a:ext uri="{FF2B5EF4-FFF2-40B4-BE49-F238E27FC236}">
                <a16:creationId xmlns:a16="http://schemas.microsoft.com/office/drawing/2014/main" id="{6C89AC49-6886-417A-B1B4-8D51289EC91D}"/>
              </a:ext>
            </a:extLst>
          </p:cNvPr>
          <p:cNvSpPr>
            <a:spLocks noGrp="1"/>
          </p:cNvSpPr>
          <p:nvPr>
            <p:ph type="dt" sz="half" idx="10"/>
          </p:nvPr>
        </p:nvSpPr>
        <p:spPr/>
        <p:txBody>
          <a:bodyPr/>
          <a:lstStyle/>
          <a:p>
            <a:fld id="{69FC6F37-7851-449C-954A-4648488924EA}" type="datetime1">
              <a:rPr lang="en-US" smtClean="0"/>
              <a:t>4/3/2021</a:t>
            </a:fld>
            <a:endParaRPr lang="en-US"/>
          </a:p>
        </p:txBody>
      </p:sp>
      <p:sp>
        <p:nvSpPr>
          <p:cNvPr id="4" name="Footer Placeholder 3">
            <a:extLst>
              <a:ext uri="{FF2B5EF4-FFF2-40B4-BE49-F238E27FC236}">
                <a16:creationId xmlns:a16="http://schemas.microsoft.com/office/drawing/2014/main" id="{52551B52-2C72-4F1A-95A3-BC28FB990F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14D4D2-A4D4-457B-992F-B71736607E20}"/>
              </a:ext>
            </a:extLst>
          </p:cNvPr>
          <p:cNvSpPr>
            <a:spLocks noGrp="1"/>
          </p:cNvSpPr>
          <p:nvPr>
            <p:ph type="sldNum" sz="quarter" idx="12"/>
          </p:nvPr>
        </p:nvSpPr>
        <p:spPr>
          <a:xfrm>
            <a:off x="11473180" y="6434455"/>
            <a:ext cx="559979" cy="274955"/>
          </a:xfrm>
        </p:spPr>
        <p:txBody>
          <a:bodyPr/>
          <a:lstStyle>
            <a:lvl1pPr algn="r">
              <a:defRPr sz="1000">
                <a:solidFill>
                  <a:schemeClr val="bg2"/>
                </a:solidFill>
              </a:defRPr>
            </a:lvl1pPr>
          </a:lstStyle>
          <a:p>
            <a:fld id="{E3813BF9-5145-4417-B95D-FA8627973885}" type="slidenum">
              <a:rPr lang="en-US" smtClean="0"/>
              <a:pPr/>
              <a:t>‹#›</a:t>
            </a:fld>
            <a:endParaRPr lang="en-US"/>
          </a:p>
        </p:txBody>
      </p:sp>
      <p:sp>
        <p:nvSpPr>
          <p:cNvPr id="8" name="TextBox 7">
            <a:extLst>
              <a:ext uri="{FF2B5EF4-FFF2-40B4-BE49-F238E27FC236}">
                <a16:creationId xmlns:a16="http://schemas.microsoft.com/office/drawing/2014/main" id="{FD3DCCD5-7A27-4A07-81D3-411B661C71A7}"/>
              </a:ext>
            </a:extLst>
          </p:cNvPr>
          <p:cNvSpPr txBox="1"/>
          <p:nvPr userDrawn="1"/>
        </p:nvSpPr>
        <p:spPr>
          <a:xfrm>
            <a:off x="11397051" y="6448822"/>
            <a:ext cx="447558" cy="246221"/>
          </a:xfrm>
          <a:prstGeom prst="rect">
            <a:avLst/>
          </a:prstGeom>
          <a:noFill/>
        </p:spPr>
        <p:txBody>
          <a:bodyPr wrap="none" rtlCol="0">
            <a:spAutoFit/>
          </a:bodyPr>
          <a:lstStyle/>
          <a:p>
            <a:pPr algn="r"/>
            <a:r>
              <a:rPr lang="en-ID" sz="1000" dirty="0">
                <a:solidFill>
                  <a:schemeClr val="bg2"/>
                </a:solidFill>
              </a:rPr>
              <a:t>page</a:t>
            </a:r>
          </a:p>
        </p:txBody>
      </p:sp>
      <p:sp>
        <p:nvSpPr>
          <p:cNvPr id="11" name="Picture Placeholder 10">
            <a:extLst>
              <a:ext uri="{FF2B5EF4-FFF2-40B4-BE49-F238E27FC236}">
                <a16:creationId xmlns:a16="http://schemas.microsoft.com/office/drawing/2014/main" id="{AA9143A3-85A2-4DD6-8002-6900D831269C}"/>
              </a:ext>
            </a:extLst>
          </p:cNvPr>
          <p:cNvSpPr>
            <a:spLocks noGrp="1"/>
          </p:cNvSpPr>
          <p:nvPr>
            <p:ph type="pic" sz="quarter" idx="14"/>
          </p:nvPr>
        </p:nvSpPr>
        <p:spPr>
          <a:xfrm>
            <a:off x="144780" y="2667000"/>
            <a:ext cx="11902440" cy="2250440"/>
          </a:xfrm>
        </p:spPr>
        <p:txBody>
          <a:bodyPr/>
          <a:lstStyle/>
          <a:p>
            <a:endParaRPr lang="en-ID"/>
          </a:p>
        </p:txBody>
      </p:sp>
      <p:sp>
        <p:nvSpPr>
          <p:cNvPr id="12" name="Title 1">
            <a:extLst>
              <a:ext uri="{FF2B5EF4-FFF2-40B4-BE49-F238E27FC236}">
                <a16:creationId xmlns:a16="http://schemas.microsoft.com/office/drawing/2014/main" id="{42324406-7016-4738-B8E3-058CADCD8B9C}"/>
              </a:ext>
            </a:extLst>
          </p:cNvPr>
          <p:cNvSpPr>
            <a:spLocks noGrp="1"/>
          </p:cNvSpPr>
          <p:nvPr>
            <p:ph type="title"/>
          </p:nvPr>
        </p:nvSpPr>
        <p:spPr>
          <a:xfrm>
            <a:off x="695960" y="395724"/>
            <a:ext cx="10054567" cy="986036"/>
          </a:xfrm>
        </p:spPr>
        <p:txBody>
          <a:bodyPr/>
          <a:lstStyle/>
          <a:p>
            <a:r>
              <a:rPr lang="en-US" dirty="0"/>
              <a:t>Click to edit Master title style</a:t>
            </a:r>
            <a:endParaRPr lang="en-ID" dirty="0"/>
          </a:p>
        </p:txBody>
      </p:sp>
      <p:sp>
        <p:nvSpPr>
          <p:cNvPr id="13" name="Text Placeholder 9">
            <a:extLst>
              <a:ext uri="{FF2B5EF4-FFF2-40B4-BE49-F238E27FC236}">
                <a16:creationId xmlns:a16="http://schemas.microsoft.com/office/drawing/2014/main" id="{F5D83137-F185-44B2-96D7-C40DC8EE3A30}"/>
              </a:ext>
            </a:extLst>
          </p:cNvPr>
          <p:cNvSpPr>
            <a:spLocks noGrp="1"/>
          </p:cNvSpPr>
          <p:nvPr>
            <p:ph type="body" sz="quarter" idx="13" hasCustomPrompt="1"/>
          </p:nvPr>
        </p:nvSpPr>
        <p:spPr>
          <a:xfrm>
            <a:off x="695960" y="1158875"/>
            <a:ext cx="10054567" cy="365125"/>
          </a:xfrm>
        </p:spPr>
        <p:txBody>
          <a:bodyPr>
            <a:noAutofit/>
          </a:bodyPr>
          <a:lstStyle>
            <a:lvl1pPr marL="0" indent="0">
              <a:buNone/>
              <a:defRPr sz="2000">
                <a:solidFill>
                  <a:srgbClr val="0070C0"/>
                </a:solidFill>
              </a:defRPr>
            </a:lvl1pPr>
            <a:lvl2pPr marL="457200" indent="0">
              <a:buNone/>
              <a:defRPr/>
            </a:lvl2pPr>
          </a:lstStyle>
          <a:p>
            <a:pPr lvl="0"/>
            <a:r>
              <a:rPr lang="en-US" dirty="0"/>
              <a:t>Insert your subtitle here</a:t>
            </a:r>
          </a:p>
        </p:txBody>
      </p:sp>
      <p:pic>
        <p:nvPicPr>
          <p:cNvPr id="14" name="Picture 13">
            <a:extLst>
              <a:ext uri="{FF2B5EF4-FFF2-40B4-BE49-F238E27FC236}">
                <a16:creationId xmlns:a16="http://schemas.microsoft.com/office/drawing/2014/main" id="{82FF52D1-EFC6-C44A-B994-D42346839BE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527" y="253484"/>
            <a:ext cx="1188314" cy="588180"/>
          </a:xfrm>
          <a:prstGeom prst="rect">
            <a:avLst/>
          </a:prstGeom>
        </p:spPr>
      </p:pic>
    </p:spTree>
    <p:extLst>
      <p:ext uri="{BB962C8B-B14F-4D97-AF65-F5344CB8AC3E}">
        <p14:creationId xmlns:p14="http://schemas.microsoft.com/office/powerpoint/2010/main" val="1303454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fade">
                                      <p:cBhvr>
                                        <p:cTn id="11"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build="p">
        <p:tmplLst>
          <p:tmpl lvl="1">
            <p:tnLst>
              <p:par>
                <p:cTn presetID="10" presetClass="entr" presetSubtype="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Middle Landscap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0E9E46-55B4-42E4-A546-AA3F969F8B6D}"/>
              </a:ext>
            </a:extLst>
          </p:cNvPr>
          <p:cNvSpPr/>
          <p:nvPr userDrawn="1"/>
        </p:nvSpPr>
        <p:spPr>
          <a:xfrm>
            <a:off x="144780" y="148590"/>
            <a:ext cx="11902440" cy="6560820"/>
          </a:xfrm>
          <a:prstGeom prst="rect">
            <a:avLst/>
          </a:prstGeom>
          <a:solidFill>
            <a:schemeClr val="bg1"/>
          </a:solidFill>
          <a:ln>
            <a:noFill/>
          </a:ln>
          <a:effectLst>
            <a:outerShdw blurRad="635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11" name="Picture Placeholder 10">
            <a:extLst>
              <a:ext uri="{FF2B5EF4-FFF2-40B4-BE49-F238E27FC236}">
                <a16:creationId xmlns:a16="http://schemas.microsoft.com/office/drawing/2014/main" id="{AA9143A3-85A2-4DD6-8002-6900D831269C}"/>
              </a:ext>
            </a:extLst>
          </p:cNvPr>
          <p:cNvSpPr>
            <a:spLocks noGrp="1"/>
          </p:cNvSpPr>
          <p:nvPr>
            <p:ph type="pic" sz="quarter" idx="14"/>
          </p:nvPr>
        </p:nvSpPr>
        <p:spPr>
          <a:xfrm>
            <a:off x="144780" y="148589"/>
            <a:ext cx="11902440" cy="6559907"/>
          </a:xfrm>
        </p:spPr>
        <p:txBody>
          <a:bodyPr/>
          <a:lstStyle/>
          <a:p>
            <a:endParaRPr lang="en-ID"/>
          </a:p>
        </p:txBody>
      </p:sp>
      <p:sp>
        <p:nvSpPr>
          <p:cNvPr id="7" name="Rectangle 6">
            <a:extLst>
              <a:ext uri="{FF2B5EF4-FFF2-40B4-BE49-F238E27FC236}">
                <a16:creationId xmlns:a16="http://schemas.microsoft.com/office/drawing/2014/main" id="{5CDFB967-0581-4346-9CD3-A561F10F1176}"/>
              </a:ext>
            </a:extLst>
          </p:cNvPr>
          <p:cNvSpPr/>
          <p:nvPr userDrawn="1"/>
        </p:nvSpPr>
        <p:spPr>
          <a:xfrm>
            <a:off x="11327220" y="6458585"/>
            <a:ext cx="720000" cy="26289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E6E83F84-8924-44E5-846B-EDD367C8A989}"/>
              </a:ext>
            </a:extLst>
          </p:cNvPr>
          <p:cNvSpPr>
            <a:spLocks noGrp="1"/>
          </p:cNvSpPr>
          <p:nvPr>
            <p:ph type="title"/>
          </p:nvPr>
        </p:nvSpPr>
        <p:spPr>
          <a:xfrm>
            <a:off x="695960" y="395724"/>
            <a:ext cx="10054567" cy="986036"/>
          </a:xfrm>
        </p:spPr>
        <p:txBody>
          <a:bodyPr/>
          <a:lstStyle>
            <a:lvl1pPr>
              <a:defRPr>
                <a:solidFill>
                  <a:schemeClr val="bg2"/>
                </a:solidFill>
              </a:defRPr>
            </a:lvl1pPr>
          </a:lstStyle>
          <a:p>
            <a:r>
              <a:rPr lang="en-US"/>
              <a:t>Click to edit Master title style</a:t>
            </a:r>
            <a:endParaRPr lang="en-ID"/>
          </a:p>
        </p:txBody>
      </p:sp>
      <p:sp>
        <p:nvSpPr>
          <p:cNvPr id="3" name="Date Placeholder 2">
            <a:extLst>
              <a:ext uri="{FF2B5EF4-FFF2-40B4-BE49-F238E27FC236}">
                <a16:creationId xmlns:a16="http://schemas.microsoft.com/office/drawing/2014/main" id="{6C89AC49-6886-417A-B1B4-8D51289EC91D}"/>
              </a:ext>
            </a:extLst>
          </p:cNvPr>
          <p:cNvSpPr>
            <a:spLocks noGrp="1"/>
          </p:cNvSpPr>
          <p:nvPr>
            <p:ph type="dt" sz="half" idx="10"/>
          </p:nvPr>
        </p:nvSpPr>
        <p:spPr/>
        <p:txBody>
          <a:bodyPr/>
          <a:lstStyle/>
          <a:p>
            <a:fld id="{69FC6F37-7851-449C-954A-4648488924EA}" type="datetime1">
              <a:rPr lang="en-US" smtClean="0"/>
              <a:t>4/3/2021</a:t>
            </a:fld>
            <a:endParaRPr lang="en-US"/>
          </a:p>
        </p:txBody>
      </p:sp>
      <p:sp>
        <p:nvSpPr>
          <p:cNvPr id="4" name="Footer Placeholder 3">
            <a:extLst>
              <a:ext uri="{FF2B5EF4-FFF2-40B4-BE49-F238E27FC236}">
                <a16:creationId xmlns:a16="http://schemas.microsoft.com/office/drawing/2014/main" id="{52551B52-2C72-4F1A-95A3-BC28FB990F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14D4D2-A4D4-457B-992F-B71736607E20}"/>
              </a:ext>
            </a:extLst>
          </p:cNvPr>
          <p:cNvSpPr>
            <a:spLocks noGrp="1"/>
          </p:cNvSpPr>
          <p:nvPr>
            <p:ph type="sldNum" sz="quarter" idx="12"/>
          </p:nvPr>
        </p:nvSpPr>
        <p:spPr>
          <a:xfrm>
            <a:off x="11446600" y="6452553"/>
            <a:ext cx="559979" cy="274955"/>
          </a:xfrm>
        </p:spPr>
        <p:txBody>
          <a:bodyPr/>
          <a:lstStyle>
            <a:lvl1pPr algn="r">
              <a:defRPr sz="1000">
                <a:solidFill>
                  <a:schemeClr val="bg2"/>
                </a:solidFill>
              </a:defRPr>
            </a:lvl1pPr>
          </a:lstStyle>
          <a:p>
            <a:fld id="{E3813BF9-5145-4417-B95D-FA8627973885}" type="slidenum">
              <a:rPr lang="en-US" smtClean="0"/>
              <a:pPr/>
              <a:t>‹#›</a:t>
            </a:fld>
            <a:endParaRPr lang="en-US" dirty="0"/>
          </a:p>
        </p:txBody>
      </p:sp>
      <p:sp>
        <p:nvSpPr>
          <p:cNvPr id="8" name="TextBox 7">
            <a:extLst>
              <a:ext uri="{FF2B5EF4-FFF2-40B4-BE49-F238E27FC236}">
                <a16:creationId xmlns:a16="http://schemas.microsoft.com/office/drawing/2014/main" id="{FD3DCCD5-7A27-4A07-81D3-411B661C71A7}"/>
              </a:ext>
            </a:extLst>
          </p:cNvPr>
          <p:cNvSpPr txBox="1"/>
          <p:nvPr userDrawn="1"/>
        </p:nvSpPr>
        <p:spPr>
          <a:xfrm>
            <a:off x="11370471" y="6466920"/>
            <a:ext cx="447558" cy="246221"/>
          </a:xfrm>
          <a:prstGeom prst="rect">
            <a:avLst/>
          </a:prstGeom>
          <a:noFill/>
        </p:spPr>
        <p:txBody>
          <a:bodyPr wrap="none" rtlCol="0">
            <a:spAutoFit/>
          </a:bodyPr>
          <a:lstStyle/>
          <a:p>
            <a:pPr algn="r"/>
            <a:r>
              <a:rPr lang="en-ID" sz="1000" dirty="0">
                <a:solidFill>
                  <a:schemeClr val="bg2"/>
                </a:solidFill>
              </a:rPr>
              <a:t>page</a:t>
            </a:r>
          </a:p>
        </p:txBody>
      </p:sp>
      <p:sp>
        <p:nvSpPr>
          <p:cNvPr id="10" name="Text Placeholder 9">
            <a:extLst>
              <a:ext uri="{FF2B5EF4-FFF2-40B4-BE49-F238E27FC236}">
                <a16:creationId xmlns:a16="http://schemas.microsoft.com/office/drawing/2014/main" id="{B9267AD1-B73F-4851-B3AF-211B535170F4}"/>
              </a:ext>
            </a:extLst>
          </p:cNvPr>
          <p:cNvSpPr>
            <a:spLocks noGrp="1"/>
          </p:cNvSpPr>
          <p:nvPr>
            <p:ph type="body" sz="quarter" idx="13" hasCustomPrompt="1"/>
          </p:nvPr>
        </p:nvSpPr>
        <p:spPr>
          <a:xfrm>
            <a:off x="695960" y="1158875"/>
            <a:ext cx="10054567" cy="365125"/>
          </a:xfrm>
        </p:spPr>
        <p:txBody>
          <a:bodyPr>
            <a:noAutofit/>
          </a:bodyPr>
          <a:lstStyle>
            <a:lvl1pPr marL="0" indent="0">
              <a:buNone/>
              <a:defRPr sz="1400">
                <a:solidFill>
                  <a:schemeClr val="bg2"/>
                </a:solidFill>
              </a:defRPr>
            </a:lvl1pPr>
            <a:lvl2pPr marL="457200" indent="0">
              <a:buNone/>
              <a:defRPr/>
            </a:lvl2pPr>
          </a:lstStyle>
          <a:p>
            <a:pPr lvl="0"/>
            <a:r>
              <a:rPr lang="en-US" dirty="0"/>
              <a:t>Insert your subtitle here</a:t>
            </a:r>
          </a:p>
        </p:txBody>
      </p:sp>
      <p:pic>
        <p:nvPicPr>
          <p:cNvPr id="12" name="Picture 11">
            <a:extLst>
              <a:ext uri="{FF2B5EF4-FFF2-40B4-BE49-F238E27FC236}">
                <a16:creationId xmlns:a16="http://schemas.microsoft.com/office/drawing/2014/main" id="{04A3DAFE-860B-6F45-8784-31E154F972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527" y="253484"/>
            <a:ext cx="1188314" cy="588180"/>
          </a:xfrm>
          <a:prstGeom prst="rect">
            <a:avLst/>
          </a:prstGeom>
        </p:spPr>
      </p:pic>
    </p:spTree>
    <p:extLst>
      <p:ext uri="{BB962C8B-B14F-4D97-AF65-F5344CB8AC3E}">
        <p14:creationId xmlns:p14="http://schemas.microsoft.com/office/powerpoint/2010/main" val="1391489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0E9E46-55B4-42E4-A546-AA3F969F8B6D}"/>
              </a:ext>
            </a:extLst>
          </p:cNvPr>
          <p:cNvSpPr/>
          <p:nvPr userDrawn="1"/>
        </p:nvSpPr>
        <p:spPr>
          <a:xfrm>
            <a:off x="144780" y="148590"/>
            <a:ext cx="11902440" cy="6560820"/>
          </a:xfrm>
          <a:prstGeom prst="rect">
            <a:avLst/>
          </a:prstGeom>
          <a:solidFill>
            <a:schemeClr val="bg1"/>
          </a:solidFill>
          <a:ln>
            <a:noFill/>
          </a:ln>
          <a:effectLst>
            <a:outerShdw blurRad="635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7" name="Rectangle 6">
            <a:extLst>
              <a:ext uri="{FF2B5EF4-FFF2-40B4-BE49-F238E27FC236}">
                <a16:creationId xmlns:a16="http://schemas.microsoft.com/office/drawing/2014/main" id="{5CDFB967-0581-4346-9CD3-A561F10F1176}"/>
              </a:ext>
            </a:extLst>
          </p:cNvPr>
          <p:cNvSpPr/>
          <p:nvPr userDrawn="1"/>
        </p:nvSpPr>
        <p:spPr>
          <a:xfrm>
            <a:off x="11327220" y="6466919"/>
            <a:ext cx="720000" cy="26289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Date Placeholder 2">
            <a:extLst>
              <a:ext uri="{FF2B5EF4-FFF2-40B4-BE49-F238E27FC236}">
                <a16:creationId xmlns:a16="http://schemas.microsoft.com/office/drawing/2014/main" id="{6C89AC49-6886-417A-B1B4-8D51289EC91D}"/>
              </a:ext>
            </a:extLst>
          </p:cNvPr>
          <p:cNvSpPr>
            <a:spLocks noGrp="1"/>
          </p:cNvSpPr>
          <p:nvPr>
            <p:ph type="dt" sz="half" idx="10"/>
          </p:nvPr>
        </p:nvSpPr>
        <p:spPr/>
        <p:txBody>
          <a:bodyPr/>
          <a:lstStyle/>
          <a:p>
            <a:fld id="{69FC6F37-7851-449C-954A-4648488924EA}" type="datetime1">
              <a:rPr lang="en-US" smtClean="0"/>
              <a:t>4/3/2021</a:t>
            </a:fld>
            <a:endParaRPr lang="en-US"/>
          </a:p>
        </p:txBody>
      </p:sp>
      <p:sp>
        <p:nvSpPr>
          <p:cNvPr id="4" name="Footer Placeholder 3">
            <a:extLst>
              <a:ext uri="{FF2B5EF4-FFF2-40B4-BE49-F238E27FC236}">
                <a16:creationId xmlns:a16="http://schemas.microsoft.com/office/drawing/2014/main" id="{52551B52-2C72-4F1A-95A3-BC28FB990F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14D4D2-A4D4-457B-992F-B71736607E20}"/>
              </a:ext>
            </a:extLst>
          </p:cNvPr>
          <p:cNvSpPr>
            <a:spLocks noGrp="1"/>
          </p:cNvSpPr>
          <p:nvPr>
            <p:ph type="sldNum" sz="quarter" idx="12"/>
          </p:nvPr>
        </p:nvSpPr>
        <p:spPr>
          <a:xfrm>
            <a:off x="11446600" y="6460887"/>
            <a:ext cx="559979" cy="274955"/>
          </a:xfrm>
        </p:spPr>
        <p:txBody>
          <a:bodyPr/>
          <a:lstStyle>
            <a:lvl1pPr algn="r">
              <a:defRPr sz="1000">
                <a:solidFill>
                  <a:schemeClr val="bg2"/>
                </a:solidFill>
              </a:defRPr>
            </a:lvl1pPr>
          </a:lstStyle>
          <a:p>
            <a:fld id="{E3813BF9-5145-4417-B95D-FA8627973885}" type="slidenum">
              <a:rPr lang="en-US" smtClean="0"/>
              <a:pPr/>
              <a:t>‹#›</a:t>
            </a:fld>
            <a:endParaRPr lang="en-US"/>
          </a:p>
        </p:txBody>
      </p:sp>
      <p:sp>
        <p:nvSpPr>
          <p:cNvPr id="8" name="TextBox 7">
            <a:extLst>
              <a:ext uri="{FF2B5EF4-FFF2-40B4-BE49-F238E27FC236}">
                <a16:creationId xmlns:a16="http://schemas.microsoft.com/office/drawing/2014/main" id="{FD3DCCD5-7A27-4A07-81D3-411B661C71A7}"/>
              </a:ext>
            </a:extLst>
          </p:cNvPr>
          <p:cNvSpPr txBox="1"/>
          <p:nvPr userDrawn="1"/>
        </p:nvSpPr>
        <p:spPr>
          <a:xfrm>
            <a:off x="11370471" y="6475254"/>
            <a:ext cx="447558" cy="246221"/>
          </a:xfrm>
          <a:prstGeom prst="rect">
            <a:avLst/>
          </a:prstGeom>
          <a:noFill/>
        </p:spPr>
        <p:txBody>
          <a:bodyPr wrap="none" rtlCol="0">
            <a:spAutoFit/>
          </a:bodyPr>
          <a:lstStyle/>
          <a:p>
            <a:pPr algn="r"/>
            <a:r>
              <a:rPr lang="en-ID" sz="1000" dirty="0">
                <a:solidFill>
                  <a:schemeClr val="bg2"/>
                </a:solidFill>
              </a:rPr>
              <a:t>page</a:t>
            </a:r>
          </a:p>
        </p:txBody>
      </p:sp>
      <p:sp>
        <p:nvSpPr>
          <p:cNvPr id="11" name="Picture Placeholder 10">
            <a:extLst>
              <a:ext uri="{FF2B5EF4-FFF2-40B4-BE49-F238E27FC236}">
                <a16:creationId xmlns:a16="http://schemas.microsoft.com/office/drawing/2014/main" id="{AA9143A3-85A2-4DD6-8002-6900D831269C}"/>
              </a:ext>
            </a:extLst>
          </p:cNvPr>
          <p:cNvSpPr>
            <a:spLocks noGrp="1"/>
          </p:cNvSpPr>
          <p:nvPr>
            <p:ph type="pic" sz="quarter" idx="14"/>
          </p:nvPr>
        </p:nvSpPr>
        <p:spPr>
          <a:xfrm>
            <a:off x="144780" y="1849120"/>
            <a:ext cx="11902440" cy="4114800"/>
          </a:xfrm>
        </p:spPr>
        <p:txBody>
          <a:bodyPr/>
          <a:lstStyle/>
          <a:p>
            <a:endParaRPr lang="en-ID"/>
          </a:p>
        </p:txBody>
      </p:sp>
      <p:sp>
        <p:nvSpPr>
          <p:cNvPr id="12" name="Title 1">
            <a:extLst>
              <a:ext uri="{FF2B5EF4-FFF2-40B4-BE49-F238E27FC236}">
                <a16:creationId xmlns:a16="http://schemas.microsoft.com/office/drawing/2014/main" id="{A2236BFD-99FD-4F1C-80FD-F953B1E33AC8}"/>
              </a:ext>
            </a:extLst>
          </p:cNvPr>
          <p:cNvSpPr>
            <a:spLocks noGrp="1"/>
          </p:cNvSpPr>
          <p:nvPr>
            <p:ph type="title"/>
          </p:nvPr>
        </p:nvSpPr>
        <p:spPr>
          <a:xfrm>
            <a:off x="695960" y="395724"/>
            <a:ext cx="10054567" cy="986036"/>
          </a:xfrm>
        </p:spPr>
        <p:txBody>
          <a:bodyPr/>
          <a:lstStyle/>
          <a:p>
            <a:r>
              <a:rPr lang="en-US" dirty="0"/>
              <a:t>Click to edit Master title style</a:t>
            </a:r>
            <a:endParaRPr lang="en-ID" dirty="0"/>
          </a:p>
        </p:txBody>
      </p:sp>
      <p:sp>
        <p:nvSpPr>
          <p:cNvPr id="13" name="Text Placeholder 9">
            <a:extLst>
              <a:ext uri="{FF2B5EF4-FFF2-40B4-BE49-F238E27FC236}">
                <a16:creationId xmlns:a16="http://schemas.microsoft.com/office/drawing/2014/main" id="{6C7F29D1-4A66-4CBA-A9A1-D069F0F0D6D7}"/>
              </a:ext>
            </a:extLst>
          </p:cNvPr>
          <p:cNvSpPr>
            <a:spLocks noGrp="1"/>
          </p:cNvSpPr>
          <p:nvPr>
            <p:ph type="body" sz="quarter" idx="13" hasCustomPrompt="1"/>
          </p:nvPr>
        </p:nvSpPr>
        <p:spPr>
          <a:xfrm>
            <a:off x="695960" y="1158875"/>
            <a:ext cx="10054567" cy="365125"/>
          </a:xfrm>
        </p:spPr>
        <p:txBody>
          <a:bodyPr>
            <a:noAutofit/>
          </a:bodyPr>
          <a:lstStyle>
            <a:lvl1pPr marL="0" indent="0">
              <a:buNone/>
              <a:defRPr sz="2000">
                <a:solidFill>
                  <a:srgbClr val="0070C0"/>
                </a:solidFill>
              </a:defRPr>
            </a:lvl1pPr>
            <a:lvl2pPr marL="457200" indent="0">
              <a:buNone/>
              <a:defRPr/>
            </a:lvl2pPr>
          </a:lstStyle>
          <a:p>
            <a:pPr lvl="0"/>
            <a:r>
              <a:rPr lang="en-US" dirty="0"/>
              <a:t>Insert your subtitle here</a:t>
            </a:r>
          </a:p>
        </p:txBody>
      </p:sp>
      <p:pic>
        <p:nvPicPr>
          <p:cNvPr id="14" name="Picture 13">
            <a:extLst>
              <a:ext uri="{FF2B5EF4-FFF2-40B4-BE49-F238E27FC236}">
                <a16:creationId xmlns:a16="http://schemas.microsoft.com/office/drawing/2014/main" id="{D522EEAB-C4D0-4040-B9CF-5EFAE08F06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527" y="253484"/>
            <a:ext cx="1188314" cy="588180"/>
          </a:xfrm>
          <a:prstGeom prst="rect">
            <a:avLst/>
          </a:prstGeom>
        </p:spPr>
      </p:pic>
    </p:spTree>
    <p:extLst>
      <p:ext uri="{BB962C8B-B14F-4D97-AF65-F5344CB8AC3E}">
        <p14:creationId xmlns:p14="http://schemas.microsoft.com/office/powerpoint/2010/main" val="4178253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fade">
                                      <p:cBhvr>
                                        <p:cTn id="11"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build="p">
        <p:tmplLst>
          <p:tmpl lvl="1">
            <p:tnLst>
              <p:par>
                <p:cTn presetID="10" presetClass="entr" presetSubtype="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on Lef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0E9E46-55B4-42E4-A546-AA3F969F8B6D}"/>
              </a:ext>
            </a:extLst>
          </p:cNvPr>
          <p:cNvSpPr/>
          <p:nvPr userDrawn="1"/>
        </p:nvSpPr>
        <p:spPr>
          <a:xfrm>
            <a:off x="144780" y="148590"/>
            <a:ext cx="11902440" cy="6560820"/>
          </a:xfrm>
          <a:prstGeom prst="rect">
            <a:avLst/>
          </a:prstGeom>
          <a:solidFill>
            <a:schemeClr val="bg1"/>
          </a:solidFill>
          <a:ln>
            <a:noFill/>
          </a:ln>
          <a:effectLst>
            <a:outerShdw blurRad="635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7" name="Rectangle 6">
            <a:extLst>
              <a:ext uri="{FF2B5EF4-FFF2-40B4-BE49-F238E27FC236}">
                <a16:creationId xmlns:a16="http://schemas.microsoft.com/office/drawing/2014/main" id="{5CDFB967-0581-4346-9CD3-A561F10F1176}"/>
              </a:ext>
            </a:extLst>
          </p:cNvPr>
          <p:cNvSpPr/>
          <p:nvPr userDrawn="1"/>
        </p:nvSpPr>
        <p:spPr>
          <a:xfrm>
            <a:off x="11327220" y="6452552"/>
            <a:ext cx="720000" cy="26289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Date Placeholder 2">
            <a:extLst>
              <a:ext uri="{FF2B5EF4-FFF2-40B4-BE49-F238E27FC236}">
                <a16:creationId xmlns:a16="http://schemas.microsoft.com/office/drawing/2014/main" id="{6C89AC49-6886-417A-B1B4-8D51289EC91D}"/>
              </a:ext>
            </a:extLst>
          </p:cNvPr>
          <p:cNvSpPr>
            <a:spLocks noGrp="1"/>
          </p:cNvSpPr>
          <p:nvPr>
            <p:ph type="dt" sz="half" idx="10"/>
          </p:nvPr>
        </p:nvSpPr>
        <p:spPr/>
        <p:txBody>
          <a:bodyPr/>
          <a:lstStyle/>
          <a:p>
            <a:fld id="{69FC6F37-7851-449C-954A-4648488924EA}" type="datetime1">
              <a:rPr lang="en-US" smtClean="0"/>
              <a:t>4/3/2021</a:t>
            </a:fld>
            <a:endParaRPr lang="en-US"/>
          </a:p>
        </p:txBody>
      </p:sp>
      <p:sp>
        <p:nvSpPr>
          <p:cNvPr id="4" name="Footer Placeholder 3">
            <a:extLst>
              <a:ext uri="{FF2B5EF4-FFF2-40B4-BE49-F238E27FC236}">
                <a16:creationId xmlns:a16="http://schemas.microsoft.com/office/drawing/2014/main" id="{52551B52-2C72-4F1A-95A3-BC28FB990F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14D4D2-A4D4-457B-992F-B71736607E20}"/>
              </a:ext>
            </a:extLst>
          </p:cNvPr>
          <p:cNvSpPr>
            <a:spLocks noGrp="1"/>
          </p:cNvSpPr>
          <p:nvPr>
            <p:ph type="sldNum" sz="quarter" idx="12"/>
          </p:nvPr>
        </p:nvSpPr>
        <p:spPr>
          <a:xfrm>
            <a:off x="11446600" y="6446520"/>
            <a:ext cx="559979" cy="274955"/>
          </a:xfrm>
        </p:spPr>
        <p:txBody>
          <a:bodyPr/>
          <a:lstStyle>
            <a:lvl1pPr algn="r">
              <a:defRPr sz="1000">
                <a:solidFill>
                  <a:schemeClr val="bg2"/>
                </a:solidFill>
              </a:defRPr>
            </a:lvl1pPr>
          </a:lstStyle>
          <a:p>
            <a:fld id="{E3813BF9-5145-4417-B95D-FA8627973885}" type="slidenum">
              <a:rPr lang="en-US" smtClean="0"/>
              <a:pPr/>
              <a:t>‹#›</a:t>
            </a:fld>
            <a:endParaRPr lang="en-US" dirty="0"/>
          </a:p>
        </p:txBody>
      </p:sp>
      <p:sp>
        <p:nvSpPr>
          <p:cNvPr id="8" name="TextBox 7">
            <a:extLst>
              <a:ext uri="{FF2B5EF4-FFF2-40B4-BE49-F238E27FC236}">
                <a16:creationId xmlns:a16="http://schemas.microsoft.com/office/drawing/2014/main" id="{FD3DCCD5-7A27-4A07-81D3-411B661C71A7}"/>
              </a:ext>
            </a:extLst>
          </p:cNvPr>
          <p:cNvSpPr txBox="1"/>
          <p:nvPr userDrawn="1"/>
        </p:nvSpPr>
        <p:spPr>
          <a:xfrm>
            <a:off x="11370471" y="6460887"/>
            <a:ext cx="447558" cy="246221"/>
          </a:xfrm>
          <a:prstGeom prst="rect">
            <a:avLst/>
          </a:prstGeom>
          <a:noFill/>
        </p:spPr>
        <p:txBody>
          <a:bodyPr wrap="none" rtlCol="0">
            <a:spAutoFit/>
          </a:bodyPr>
          <a:lstStyle/>
          <a:p>
            <a:pPr algn="r"/>
            <a:r>
              <a:rPr lang="en-ID" sz="1000" dirty="0">
                <a:solidFill>
                  <a:schemeClr val="bg2"/>
                </a:solidFill>
              </a:rPr>
              <a:t>page</a:t>
            </a:r>
          </a:p>
        </p:txBody>
      </p:sp>
      <p:sp>
        <p:nvSpPr>
          <p:cNvPr id="11" name="Picture Placeholder 10">
            <a:extLst>
              <a:ext uri="{FF2B5EF4-FFF2-40B4-BE49-F238E27FC236}">
                <a16:creationId xmlns:a16="http://schemas.microsoft.com/office/drawing/2014/main" id="{685C8B7E-6CA2-4463-87CA-F86E92FC22C1}"/>
              </a:ext>
            </a:extLst>
          </p:cNvPr>
          <p:cNvSpPr>
            <a:spLocks noGrp="1"/>
          </p:cNvSpPr>
          <p:nvPr>
            <p:ph type="pic" sz="quarter" idx="14"/>
          </p:nvPr>
        </p:nvSpPr>
        <p:spPr>
          <a:xfrm>
            <a:off x="695326" y="1658938"/>
            <a:ext cx="5400674" cy="4481470"/>
          </a:xfrm>
        </p:spPr>
        <p:txBody>
          <a:bodyPr/>
          <a:lstStyle/>
          <a:p>
            <a:endParaRPr lang="en-ID"/>
          </a:p>
        </p:txBody>
      </p:sp>
      <p:sp>
        <p:nvSpPr>
          <p:cNvPr id="12" name="Title 1">
            <a:extLst>
              <a:ext uri="{FF2B5EF4-FFF2-40B4-BE49-F238E27FC236}">
                <a16:creationId xmlns:a16="http://schemas.microsoft.com/office/drawing/2014/main" id="{AB8159B0-B246-4992-B682-E76BEB9A0B6D}"/>
              </a:ext>
            </a:extLst>
          </p:cNvPr>
          <p:cNvSpPr>
            <a:spLocks noGrp="1"/>
          </p:cNvSpPr>
          <p:nvPr>
            <p:ph type="title"/>
          </p:nvPr>
        </p:nvSpPr>
        <p:spPr>
          <a:xfrm>
            <a:off x="695960" y="395724"/>
            <a:ext cx="10054567" cy="986036"/>
          </a:xfrm>
        </p:spPr>
        <p:txBody>
          <a:bodyPr/>
          <a:lstStyle/>
          <a:p>
            <a:r>
              <a:rPr lang="en-US" dirty="0"/>
              <a:t>Click to edit Master title style</a:t>
            </a:r>
            <a:endParaRPr lang="en-ID" dirty="0"/>
          </a:p>
        </p:txBody>
      </p:sp>
      <p:sp>
        <p:nvSpPr>
          <p:cNvPr id="13" name="Text Placeholder 9">
            <a:extLst>
              <a:ext uri="{FF2B5EF4-FFF2-40B4-BE49-F238E27FC236}">
                <a16:creationId xmlns:a16="http://schemas.microsoft.com/office/drawing/2014/main" id="{56507238-16C6-423B-A2C2-7A1ECA40C1E8}"/>
              </a:ext>
            </a:extLst>
          </p:cNvPr>
          <p:cNvSpPr>
            <a:spLocks noGrp="1"/>
          </p:cNvSpPr>
          <p:nvPr>
            <p:ph type="body" sz="quarter" idx="13" hasCustomPrompt="1"/>
          </p:nvPr>
        </p:nvSpPr>
        <p:spPr>
          <a:xfrm>
            <a:off x="695960" y="1158875"/>
            <a:ext cx="10054567" cy="365125"/>
          </a:xfrm>
        </p:spPr>
        <p:txBody>
          <a:bodyPr>
            <a:noAutofit/>
          </a:bodyPr>
          <a:lstStyle>
            <a:lvl1pPr marL="0" indent="0">
              <a:buNone/>
              <a:defRPr sz="2000">
                <a:solidFill>
                  <a:srgbClr val="0070C0"/>
                </a:solidFill>
              </a:defRPr>
            </a:lvl1pPr>
            <a:lvl2pPr marL="457200" indent="0">
              <a:buNone/>
              <a:defRPr/>
            </a:lvl2pPr>
          </a:lstStyle>
          <a:p>
            <a:pPr lvl="0"/>
            <a:r>
              <a:rPr lang="en-US" dirty="0"/>
              <a:t>Insert your subtitle here</a:t>
            </a:r>
          </a:p>
        </p:txBody>
      </p:sp>
      <p:pic>
        <p:nvPicPr>
          <p:cNvPr id="14" name="Picture 13">
            <a:extLst>
              <a:ext uri="{FF2B5EF4-FFF2-40B4-BE49-F238E27FC236}">
                <a16:creationId xmlns:a16="http://schemas.microsoft.com/office/drawing/2014/main" id="{1C9D4C4F-1CDC-FE40-AB90-9027A80017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527" y="253484"/>
            <a:ext cx="1188314" cy="588180"/>
          </a:xfrm>
          <a:prstGeom prst="rect">
            <a:avLst/>
          </a:prstGeom>
        </p:spPr>
      </p:pic>
    </p:spTree>
    <p:extLst>
      <p:ext uri="{BB962C8B-B14F-4D97-AF65-F5344CB8AC3E}">
        <p14:creationId xmlns:p14="http://schemas.microsoft.com/office/powerpoint/2010/main" val="2789346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fade">
                                      <p:cBhvr>
                                        <p:cTn id="11"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build="p">
        <p:tmplLst>
          <p:tmpl lvl="1">
            <p:tnLst>
              <p:par>
                <p:cTn presetID="10" presetClass="entr" presetSubtype="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ortrait on Lef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0E9E46-55B4-42E4-A546-AA3F969F8B6D}"/>
              </a:ext>
            </a:extLst>
          </p:cNvPr>
          <p:cNvSpPr/>
          <p:nvPr userDrawn="1"/>
        </p:nvSpPr>
        <p:spPr>
          <a:xfrm>
            <a:off x="144780" y="148590"/>
            <a:ext cx="11902440" cy="6560820"/>
          </a:xfrm>
          <a:prstGeom prst="rect">
            <a:avLst/>
          </a:prstGeom>
          <a:solidFill>
            <a:schemeClr val="bg1"/>
          </a:solidFill>
          <a:ln>
            <a:noFill/>
          </a:ln>
          <a:effectLst>
            <a:outerShdw blurRad="635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7" name="Rectangle 6">
            <a:extLst>
              <a:ext uri="{FF2B5EF4-FFF2-40B4-BE49-F238E27FC236}">
                <a16:creationId xmlns:a16="http://schemas.microsoft.com/office/drawing/2014/main" id="{5CDFB967-0581-4346-9CD3-A561F10F1176}"/>
              </a:ext>
            </a:extLst>
          </p:cNvPr>
          <p:cNvSpPr/>
          <p:nvPr userDrawn="1"/>
        </p:nvSpPr>
        <p:spPr>
          <a:xfrm>
            <a:off x="11327220" y="6452552"/>
            <a:ext cx="720000" cy="26289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Date Placeholder 2">
            <a:extLst>
              <a:ext uri="{FF2B5EF4-FFF2-40B4-BE49-F238E27FC236}">
                <a16:creationId xmlns:a16="http://schemas.microsoft.com/office/drawing/2014/main" id="{6C89AC49-6886-417A-B1B4-8D51289EC91D}"/>
              </a:ext>
            </a:extLst>
          </p:cNvPr>
          <p:cNvSpPr>
            <a:spLocks noGrp="1"/>
          </p:cNvSpPr>
          <p:nvPr>
            <p:ph type="dt" sz="half" idx="10"/>
          </p:nvPr>
        </p:nvSpPr>
        <p:spPr/>
        <p:txBody>
          <a:bodyPr/>
          <a:lstStyle/>
          <a:p>
            <a:fld id="{69FC6F37-7851-449C-954A-4648488924EA}" type="datetime1">
              <a:rPr lang="en-US" smtClean="0"/>
              <a:t>4/3/2021</a:t>
            </a:fld>
            <a:endParaRPr lang="en-US"/>
          </a:p>
        </p:txBody>
      </p:sp>
      <p:sp>
        <p:nvSpPr>
          <p:cNvPr id="4" name="Footer Placeholder 3">
            <a:extLst>
              <a:ext uri="{FF2B5EF4-FFF2-40B4-BE49-F238E27FC236}">
                <a16:creationId xmlns:a16="http://schemas.microsoft.com/office/drawing/2014/main" id="{52551B52-2C72-4F1A-95A3-BC28FB990F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14D4D2-A4D4-457B-992F-B71736607E20}"/>
              </a:ext>
            </a:extLst>
          </p:cNvPr>
          <p:cNvSpPr>
            <a:spLocks noGrp="1"/>
          </p:cNvSpPr>
          <p:nvPr>
            <p:ph type="sldNum" sz="quarter" idx="12"/>
          </p:nvPr>
        </p:nvSpPr>
        <p:spPr>
          <a:xfrm>
            <a:off x="11446600" y="6446520"/>
            <a:ext cx="559979" cy="274955"/>
          </a:xfrm>
        </p:spPr>
        <p:txBody>
          <a:bodyPr/>
          <a:lstStyle>
            <a:lvl1pPr algn="r">
              <a:defRPr sz="1000">
                <a:solidFill>
                  <a:schemeClr val="bg2"/>
                </a:solidFill>
              </a:defRPr>
            </a:lvl1pPr>
          </a:lstStyle>
          <a:p>
            <a:fld id="{E3813BF9-5145-4417-B95D-FA8627973885}" type="slidenum">
              <a:rPr lang="en-US" smtClean="0"/>
              <a:pPr/>
              <a:t>‹#›</a:t>
            </a:fld>
            <a:endParaRPr lang="en-US"/>
          </a:p>
        </p:txBody>
      </p:sp>
      <p:sp>
        <p:nvSpPr>
          <p:cNvPr id="8" name="TextBox 7">
            <a:extLst>
              <a:ext uri="{FF2B5EF4-FFF2-40B4-BE49-F238E27FC236}">
                <a16:creationId xmlns:a16="http://schemas.microsoft.com/office/drawing/2014/main" id="{FD3DCCD5-7A27-4A07-81D3-411B661C71A7}"/>
              </a:ext>
            </a:extLst>
          </p:cNvPr>
          <p:cNvSpPr txBox="1"/>
          <p:nvPr userDrawn="1"/>
        </p:nvSpPr>
        <p:spPr>
          <a:xfrm>
            <a:off x="11370471" y="6460887"/>
            <a:ext cx="447558" cy="246221"/>
          </a:xfrm>
          <a:prstGeom prst="rect">
            <a:avLst/>
          </a:prstGeom>
          <a:noFill/>
        </p:spPr>
        <p:txBody>
          <a:bodyPr wrap="none" rtlCol="0">
            <a:spAutoFit/>
          </a:bodyPr>
          <a:lstStyle/>
          <a:p>
            <a:pPr algn="r"/>
            <a:r>
              <a:rPr lang="en-ID" sz="1000" dirty="0">
                <a:solidFill>
                  <a:schemeClr val="bg2"/>
                </a:solidFill>
              </a:rPr>
              <a:t>page</a:t>
            </a:r>
          </a:p>
        </p:txBody>
      </p:sp>
      <p:sp>
        <p:nvSpPr>
          <p:cNvPr id="11" name="Picture Placeholder 10">
            <a:extLst>
              <a:ext uri="{FF2B5EF4-FFF2-40B4-BE49-F238E27FC236}">
                <a16:creationId xmlns:a16="http://schemas.microsoft.com/office/drawing/2014/main" id="{685C8B7E-6CA2-4463-87CA-F86E92FC22C1}"/>
              </a:ext>
            </a:extLst>
          </p:cNvPr>
          <p:cNvSpPr>
            <a:spLocks noGrp="1"/>
          </p:cNvSpPr>
          <p:nvPr>
            <p:ph type="pic" sz="quarter" idx="14"/>
          </p:nvPr>
        </p:nvSpPr>
        <p:spPr>
          <a:xfrm>
            <a:off x="144780" y="135136"/>
            <a:ext cx="5400674" cy="6560820"/>
          </a:xfrm>
        </p:spPr>
        <p:txBody>
          <a:bodyPr/>
          <a:lstStyle/>
          <a:p>
            <a:endParaRPr lang="en-ID"/>
          </a:p>
        </p:txBody>
      </p:sp>
      <p:pic>
        <p:nvPicPr>
          <p:cNvPr id="9" name="Picture 8">
            <a:extLst>
              <a:ext uri="{FF2B5EF4-FFF2-40B4-BE49-F238E27FC236}">
                <a16:creationId xmlns:a16="http://schemas.microsoft.com/office/drawing/2014/main" id="{5971F0DE-8E43-3F44-A379-F7763A3AE53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527" y="253484"/>
            <a:ext cx="1188314" cy="588180"/>
          </a:xfrm>
          <a:prstGeom prst="rect">
            <a:avLst/>
          </a:prstGeom>
        </p:spPr>
      </p:pic>
    </p:spTree>
    <p:extLst>
      <p:ext uri="{BB962C8B-B14F-4D97-AF65-F5344CB8AC3E}">
        <p14:creationId xmlns:p14="http://schemas.microsoft.com/office/powerpoint/2010/main" val="41576441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on R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0E9E46-55B4-42E4-A546-AA3F969F8B6D}"/>
              </a:ext>
            </a:extLst>
          </p:cNvPr>
          <p:cNvSpPr/>
          <p:nvPr userDrawn="1"/>
        </p:nvSpPr>
        <p:spPr>
          <a:xfrm>
            <a:off x="144780" y="148590"/>
            <a:ext cx="11902440" cy="6560820"/>
          </a:xfrm>
          <a:prstGeom prst="rect">
            <a:avLst/>
          </a:prstGeom>
          <a:solidFill>
            <a:schemeClr val="bg1"/>
          </a:solidFill>
          <a:ln>
            <a:noFill/>
          </a:ln>
          <a:effectLst>
            <a:outerShdw blurRad="635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7" name="Rectangle 6">
            <a:extLst>
              <a:ext uri="{FF2B5EF4-FFF2-40B4-BE49-F238E27FC236}">
                <a16:creationId xmlns:a16="http://schemas.microsoft.com/office/drawing/2014/main" id="{5CDFB967-0581-4346-9CD3-A561F10F1176}"/>
              </a:ext>
            </a:extLst>
          </p:cNvPr>
          <p:cNvSpPr/>
          <p:nvPr userDrawn="1"/>
        </p:nvSpPr>
        <p:spPr>
          <a:xfrm>
            <a:off x="11327220" y="6446520"/>
            <a:ext cx="720000" cy="26289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Date Placeholder 2">
            <a:extLst>
              <a:ext uri="{FF2B5EF4-FFF2-40B4-BE49-F238E27FC236}">
                <a16:creationId xmlns:a16="http://schemas.microsoft.com/office/drawing/2014/main" id="{6C89AC49-6886-417A-B1B4-8D51289EC91D}"/>
              </a:ext>
            </a:extLst>
          </p:cNvPr>
          <p:cNvSpPr>
            <a:spLocks noGrp="1"/>
          </p:cNvSpPr>
          <p:nvPr>
            <p:ph type="dt" sz="half" idx="10"/>
          </p:nvPr>
        </p:nvSpPr>
        <p:spPr/>
        <p:txBody>
          <a:bodyPr/>
          <a:lstStyle/>
          <a:p>
            <a:fld id="{69FC6F37-7851-449C-954A-4648488924EA}" type="datetime1">
              <a:rPr lang="en-US" smtClean="0"/>
              <a:t>4/3/2021</a:t>
            </a:fld>
            <a:endParaRPr lang="en-US"/>
          </a:p>
        </p:txBody>
      </p:sp>
      <p:sp>
        <p:nvSpPr>
          <p:cNvPr id="4" name="Footer Placeholder 3">
            <a:extLst>
              <a:ext uri="{FF2B5EF4-FFF2-40B4-BE49-F238E27FC236}">
                <a16:creationId xmlns:a16="http://schemas.microsoft.com/office/drawing/2014/main" id="{52551B52-2C72-4F1A-95A3-BC28FB990F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14D4D2-A4D4-457B-992F-B71736607E20}"/>
              </a:ext>
            </a:extLst>
          </p:cNvPr>
          <p:cNvSpPr>
            <a:spLocks noGrp="1"/>
          </p:cNvSpPr>
          <p:nvPr>
            <p:ph type="sldNum" sz="quarter" idx="12"/>
          </p:nvPr>
        </p:nvSpPr>
        <p:spPr>
          <a:xfrm>
            <a:off x="11446600" y="6440488"/>
            <a:ext cx="559979" cy="274955"/>
          </a:xfrm>
        </p:spPr>
        <p:txBody>
          <a:bodyPr/>
          <a:lstStyle>
            <a:lvl1pPr algn="r">
              <a:defRPr sz="1000">
                <a:solidFill>
                  <a:schemeClr val="bg2"/>
                </a:solidFill>
              </a:defRPr>
            </a:lvl1pPr>
          </a:lstStyle>
          <a:p>
            <a:fld id="{E3813BF9-5145-4417-B95D-FA8627973885}" type="slidenum">
              <a:rPr lang="en-US" smtClean="0"/>
              <a:pPr/>
              <a:t>‹#›</a:t>
            </a:fld>
            <a:endParaRPr lang="en-US"/>
          </a:p>
        </p:txBody>
      </p:sp>
      <p:sp>
        <p:nvSpPr>
          <p:cNvPr id="8" name="TextBox 7">
            <a:extLst>
              <a:ext uri="{FF2B5EF4-FFF2-40B4-BE49-F238E27FC236}">
                <a16:creationId xmlns:a16="http://schemas.microsoft.com/office/drawing/2014/main" id="{FD3DCCD5-7A27-4A07-81D3-411B661C71A7}"/>
              </a:ext>
            </a:extLst>
          </p:cNvPr>
          <p:cNvSpPr txBox="1"/>
          <p:nvPr userDrawn="1"/>
        </p:nvSpPr>
        <p:spPr>
          <a:xfrm>
            <a:off x="11370471" y="6454855"/>
            <a:ext cx="447558" cy="246221"/>
          </a:xfrm>
          <a:prstGeom prst="rect">
            <a:avLst/>
          </a:prstGeom>
          <a:noFill/>
        </p:spPr>
        <p:txBody>
          <a:bodyPr wrap="none" rtlCol="0">
            <a:spAutoFit/>
          </a:bodyPr>
          <a:lstStyle/>
          <a:p>
            <a:pPr algn="r"/>
            <a:r>
              <a:rPr lang="en-ID" sz="1000" dirty="0">
                <a:solidFill>
                  <a:schemeClr val="bg2"/>
                </a:solidFill>
              </a:rPr>
              <a:t>page</a:t>
            </a:r>
          </a:p>
        </p:txBody>
      </p:sp>
      <p:sp>
        <p:nvSpPr>
          <p:cNvPr id="11" name="Picture Placeholder 10">
            <a:extLst>
              <a:ext uri="{FF2B5EF4-FFF2-40B4-BE49-F238E27FC236}">
                <a16:creationId xmlns:a16="http://schemas.microsoft.com/office/drawing/2014/main" id="{685C8B7E-6CA2-4463-87CA-F86E92FC22C1}"/>
              </a:ext>
            </a:extLst>
          </p:cNvPr>
          <p:cNvSpPr>
            <a:spLocks noGrp="1"/>
          </p:cNvSpPr>
          <p:nvPr>
            <p:ph type="pic" sz="quarter" idx="14"/>
          </p:nvPr>
        </p:nvSpPr>
        <p:spPr>
          <a:xfrm>
            <a:off x="6721973" y="1628894"/>
            <a:ext cx="5161914" cy="4524772"/>
          </a:xfrm>
        </p:spPr>
        <p:txBody>
          <a:bodyPr/>
          <a:lstStyle/>
          <a:p>
            <a:endParaRPr lang="en-ID" dirty="0"/>
          </a:p>
        </p:txBody>
      </p:sp>
      <p:sp>
        <p:nvSpPr>
          <p:cNvPr id="13" name="Title 1">
            <a:extLst>
              <a:ext uri="{FF2B5EF4-FFF2-40B4-BE49-F238E27FC236}">
                <a16:creationId xmlns:a16="http://schemas.microsoft.com/office/drawing/2014/main" id="{E6E58B73-29F9-4789-BF35-AB485895426B}"/>
              </a:ext>
            </a:extLst>
          </p:cNvPr>
          <p:cNvSpPr>
            <a:spLocks noGrp="1"/>
          </p:cNvSpPr>
          <p:nvPr>
            <p:ph type="title"/>
          </p:nvPr>
        </p:nvSpPr>
        <p:spPr>
          <a:xfrm>
            <a:off x="695960" y="395724"/>
            <a:ext cx="10054567" cy="986036"/>
          </a:xfrm>
        </p:spPr>
        <p:txBody>
          <a:bodyPr/>
          <a:lstStyle/>
          <a:p>
            <a:r>
              <a:rPr lang="en-US" dirty="0"/>
              <a:t>Click to edit Master title style</a:t>
            </a:r>
            <a:endParaRPr lang="en-ID" dirty="0"/>
          </a:p>
        </p:txBody>
      </p:sp>
      <p:sp>
        <p:nvSpPr>
          <p:cNvPr id="14" name="Text Placeholder 9">
            <a:extLst>
              <a:ext uri="{FF2B5EF4-FFF2-40B4-BE49-F238E27FC236}">
                <a16:creationId xmlns:a16="http://schemas.microsoft.com/office/drawing/2014/main" id="{446D5EA9-AAF6-4488-B583-7DA55424AD13}"/>
              </a:ext>
            </a:extLst>
          </p:cNvPr>
          <p:cNvSpPr>
            <a:spLocks noGrp="1"/>
          </p:cNvSpPr>
          <p:nvPr>
            <p:ph type="body" sz="quarter" idx="13" hasCustomPrompt="1"/>
          </p:nvPr>
        </p:nvSpPr>
        <p:spPr>
          <a:xfrm>
            <a:off x="695960" y="1158875"/>
            <a:ext cx="10054567" cy="365125"/>
          </a:xfrm>
        </p:spPr>
        <p:txBody>
          <a:bodyPr>
            <a:noAutofit/>
          </a:bodyPr>
          <a:lstStyle>
            <a:lvl1pPr marL="0" indent="0">
              <a:buNone/>
              <a:defRPr sz="2000">
                <a:solidFill>
                  <a:srgbClr val="0070C0"/>
                </a:solidFill>
              </a:defRPr>
            </a:lvl1pPr>
            <a:lvl2pPr marL="457200" indent="0">
              <a:buNone/>
              <a:defRPr/>
            </a:lvl2pPr>
          </a:lstStyle>
          <a:p>
            <a:pPr lvl="0"/>
            <a:r>
              <a:rPr lang="en-US" dirty="0"/>
              <a:t>Insert your subtitle here</a:t>
            </a:r>
          </a:p>
        </p:txBody>
      </p:sp>
      <p:pic>
        <p:nvPicPr>
          <p:cNvPr id="12" name="Picture 11">
            <a:extLst>
              <a:ext uri="{FF2B5EF4-FFF2-40B4-BE49-F238E27FC236}">
                <a16:creationId xmlns:a16="http://schemas.microsoft.com/office/drawing/2014/main" id="{65D8DFB7-D816-3949-AE6B-76FB988F86C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527" y="253484"/>
            <a:ext cx="1188314" cy="588180"/>
          </a:xfrm>
          <a:prstGeom prst="rect">
            <a:avLst/>
          </a:prstGeom>
        </p:spPr>
      </p:pic>
    </p:spTree>
    <p:extLst>
      <p:ext uri="{BB962C8B-B14F-4D97-AF65-F5344CB8AC3E}">
        <p14:creationId xmlns:p14="http://schemas.microsoft.com/office/powerpoint/2010/main" val="3343551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animEffect transition="in" filter="fade">
                                      <p:cBhvr>
                                        <p:cTn id="11"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0E9E46-55B4-42E4-A546-AA3F969F8B6D}"/>
              </a:ext>
            </a:extLst>
          </p:cNvPr>
          <p:cNvSpPr/>
          <p:nvPr userDrawn="1"/>
        </p:nvSpPr>
        <p:spPr>
          <a:xfrm>
            <a:off x="144780" y="148590"/>
            <a:ext cx="11902440" cy="6560820"/>
          </a:xfrm>
          <a:prstGeom prst="rect">
            <a:avLst/>
          </a:prstGeom>
          <a:solidFill>
            <a:schemeClr val="bg1"/>
          </a:solidFill>
          <a:ln>
            <a:noFill/>
          </a:ln>
          <a:effectLst>
            <a:outerShdw blurRad="635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7" name="Rectangle 6">
            <a:extLst>
              <a:ext uri="{FF2B5EF4-FFF2-40B4-BE49-F238E27FC236}">
                <a16:creationId xmlns:a16="http://schemas.microsoft.com/office/drawing/2014/main" id="{5CDFB967-0581-4346-9CD3-A561F10F1176}"/>
              </a:ext>
            </a:extLst>
          </p:cNvPr>
          <p:cNvSpPr/>
          <p:nvPr userDrawn="1"/>
        </p:nvSpPr>
        <p:spPr>
          <a:xfrm>
            <a:off x="11327220" y="6446520"/>
            <a:ext cx="720000" cy="26289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Date Placeholder 2">
            <a:extLst>
              <a:ext uri="{FF2B5EF4-FFF2-40B4-BE49-F238E27FC236}">
                <a16:creationId xmlns:a16="http://schemas.microsoft.com/office/drawing/2014/main" id="{6C89AC49-6886-417A-B1B4-8D51289EC91D}"/>
              </a:ext>
            </a:extLst>
          </p:cNvPr>
          <p:cNvSpPr>
            <a:spLocks noGrp="1"/>
          </p:cNvSpPr>
          <p:nvPr>
            <p:ph type="dt" sz="half" idx="10"/>
          </p:nvPr>
        </p:nvSpPr>
        <p:spPr/>
        <p:txBody>
          <a:bodyPr/>
          <a:lstStyle/>
          <a:p>
            <a:fld id="{69FC6F37-7851-449C-954A-4648488924EA}" type="datetime1">
              <a:rPr lang="en-US" smtClean="0"/>
              <a:t>4/3/2021</a:t>
            </a:fld>
            <a:endParaRPr lang="en-US"/>
          </a:p>
        </p:txBody>
      </p:sp>
      <p:sp>
        <p:nvSpPr>
          <p:cNvPr id="4" name="Footer Placeholder 3">
            <a:extLst>
              <a:ext uri="{FF2B5EF4-FFF2-40B4-BE49-F238E27FC236}">
                <a16:creationId xmlns:a16="http://schemas.microsoft.com/office/drawing/2014/main" id="{52551B52-2C72-4F1A-95A3-BC28FB990F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14D4D2-A4D4-457B-992F-B71736607E20}"/>
              </a:ext>
            </a:extLst>
          </p:cNvPr>
          <p:cNvSpPr>
            <a:spLocks noGrp="1"/>
          </p:cNvSpPr>
          <p:nvPr>
            <p:ph type="sldNum" sz="quarter" idx="12"/>
          </p:nvPr>
        </p:nvSpPr>
        <p:spPr>
          <a:xfrm>
            <a:off x="11446600" y="6440488"/>
            <a:ext cx="559979" cy="274955"/>
          </a:xfrm>
        </p:spPr>
        <p:txBody>
          <a:bodyPr/>
          <a:lstStyle>
            <a:lvl1pPr algn="r">
              <a:defRPr sz="1000">
                <a:solidFill>
                  <a:schemeClr val="bg2"/>
                </a:solidFill>
              </a:defRPr>
            </a:lvl1pPr>
          </a:lstStyle>
          <a:p>
            <a:fld id="{E3813BF9-5145-4417-B95D-FA8627973885}" type="slidenum">
              <a:rPr lang="en-US" smtClean="0"/>
              <a:pPr/>
              <a:t>‹#›</a:t>
            </a:fld>
            <a:endParaRPr lang="en-US"/>
          </a:p>
        </p:txBody>
      </p:sp>
      <p:sp>
        <p:nvSpPr>
          <p:cNvPr id="8" name="TextBox 7">
            <a:extLst>
              <a:ext uri="{FF2B5EF4-FFF2-40B4-BE49-F238E27FC236}">
                <a16:creationId xmlns:a16="http://schemas.microsoft.com/office/drawing/2014/main" id="{FD3DCCD5-7A27-4A07-81D3-411B661C71A7}"/>
              </a:ext>
            </a:extLst>
          </p:cNvPr>
          <p:cNvSpPr txBox="1"/>
          <p:nvPr userDrawn="1"/>
        </p:nvSpPr>
        <p:spPr>
          <a:xfrm>
            <a:off x="11370471" y="6454855"/>
            <a:ext cx="447558" cy="246221"/>
          </a:xfrm>
          <a:prstGeom prst="rect">
            <a:avLst/>
          </a:prstGeom>
          <a:noFill/>
        </p:spPr>
        <p:txBody>
          <a:bodyPr wrap="none" rtlCol="0">
            <a:spAutoFit/>
          </a:bodyPr>
          <a:lstStyle/>
          <a:p>
            <a:pPr algn="r"/>
            <a:r>
              <a:rPr lang="en-ID" sz="1000" dirty="0">
                <a:solidFill>
                  <a:schemeClr val="bg2"/>
                </a:solidFill>
              </a:rPr>
              <a:t>page</a:t>
            </a:r>
          </a:p>
        </p:txBody>
      </p:sp>
      <p:sp>
        <p:nvSpPr>
          <p:cNvPr id="13" name="Picture Placeholder 9">
            <a:extLst>
              <a:ext uri="{FF2B5EF4-FFF2-40B4-BE49-F238E27FC236}">
                <a16:creationId xmlns:a16="http://schemas.microsoft.com/office/drawing/2014/main" id="{149D4E7D-F51D-4CEF-AC74-A691AA6AE2A8}"/>
              </a:ext>
            </a:extLst>
          </p:cNvPr>
          <p:cNvSpPr>
            <a:spLocks noGrp="1"/>
          </p:cNvSpPr>
          <p:nvPr>
            <p:ph type="pic" sz="quarter" idx="14"/>
          </p:nvPr>
        </p:nvSpPr>
        <p:spPr>
          <a:xfrm>
            <a:off x="695960" y="1801184"/>
            <a:ext cx="1800225" cy="1908000"/>
          </a:xfrm>
          <a:prstGeom prst="rect">
            <a:avLst/>
          </a:prstGeom>
        </p:spPr>
        <p:txBody>
          <a:bodyPr/>
          <a:lstStyle>
            <a:lvl1pPr>
              <a:defRPr sz="1600"/>
            </a:lvl1pPr>
          </a:lstStyle>
          <a:p>
            <a:endParaRPr lang="id-ID"/>
          </a:p>
        </p:txBody>
      </p:sp>
      <p:sp>
        <p:nvSpPr>
          <p:cNvPr id="14" name="Picture Placeholder 9">
            <a:extLst>
              <a:ext uri="{FF2B5EF4-FFF2-40B4-BE49-F238E27FC236}">
                <a16:creationId xmlns:a16="http://schemas.microsoft.com/office/drawing/2014/main" id="{1424BD47-36D8-4D1A-BE14-9782F1FD74D4}"/>
              </a:ext>
            </a:extLst>
          </p:cNvPr>
          <p:cNvSpPr>
            <a:spLocks noGrp="1"/>
          </p:cNvSpPr>
          <p:nvPr>
            <p:ph type="pic" sz="quarter" idx="15"/>
          </p:nvPr>
        </p:nvSpPr>
        <p:spPr>
          <a:xfrm>
            <a:off x="695960" y="4214819"/>
            <a:ext cx="1800225" cy="1908000"/>
          </a:xfrm>
          <a:prstGeom prst="rect">
            <a:avLst/>
          </a:prstGeom>
        </p:spPr>
        <p:txBody>
          <a:bodyPr/>
          <a:lstStyle>
            <a:lvl1pPr>
              <a:defRPr sz="1600"/>
            </a:lvl1pPr>
          </a:lstStyle>
          <a:p>
            <a:endParaRPr lang="id-ID"/>
          </a:p>
        </p:txBody>
      </p:sp>
      <p:sp>
        <p:nvSpPr>
          <p:cNvPr id="15" name="Picture Placeholder 9">
            <a:extLst>
              <a:ext uri="{FF2B5EF4-FFF2-40B4-BE49-F238E27FC236}">
                <a16:creationId xmlns:a16="http://schemas.microsoft.com/office/drawing/2014/main" id="{87D7A4D8-88B4-4DB1-99A7-519C7BE9418F}"/>
              </a:ext>
            </a:extLst>
          </p:cNvPr>
          <p:cNvSpPr>
            <a:spLocks noGrp="1"/>
          </p:cNvSpPr>
          <p:nvPr>
            <p:ph type="pic" sz="quarter" idx="16"/>
          </p:nvPr>
        </p:nvSpPr>
        <p:spPr>
          <a:xfrm>
            <a:off x="6182360" y="1801184"/>
            <a:ext cx="1800225" cy="1908000"/>
          </a:xfrm>
          <a:prstGeom prst="rect">
            <a:avLst/>
          </a:prstGeom>
        </p:spPr>
        <p:txBody>
          <a:bodyPr/>
          <a:lstStyle>
            <a:lvl1pPr>
              <a:defRPr sz="1600"/>
            </a:lvl1pPr>
          </a:lstStyle>
          <a:p>
            <a:endParaRPr lang="id-ID"/>
          </a:p>
        </p:txBody>
      </p:sp>
      <p:sp>
        <p:nvSpPr>
          <p:cNvPr id="16" name="Picture Placeholder 9">
            <a:extLst>
              <a:ext uri="{FF2B5EF4-FFF2-40B4-BE49-F238E27FC236}">
                <a16:creationId xmlns:a16="http://schemas.microsoft.com/office/drawing/2014/main" id="{5D95C81D-9B10-4FF8-8C90-E648F3A19651}"/>
              </a:ext>
            </a:extLst>
          </p:cNvPr>
          <p:cNvSpPr>
            <a:spLocks noGrp="1"/>
          </p:cNvSpPr>
          <p:nvPr>
            <p:ph type="pic" sz="quarter" idx="17"/>
          </p:nvPr>
        </p:nvSpPr>
        <p:spPr>
          <a:xfrm>
            <a:off x="6182360" y="4214819"/>
            <a:ext cx="1800225" cy="1908000"/>
          </a:xfrm>
          <a:prstGeom prst="rect">
            <a:avLst/>
          </a:prstGeom>
        </p:spPr>
        <p:txBody>
          <a:bodyPr/>
          <a:lstStyle>
            <a:lvl1pPr>
              <a:defRPr sz="1600"/>
            </a:lvl1pPr>
          </a:lstStyle>
          <a:p>
            <a:endParaRPr lang="id-ID"/>
          </a:p>
        </p:txBody>
      </p:sp>
      <p:sp>
        <p:nvSpPr>
          <p:cNvPr id="17" name="Title 1">
            <a:extLst>
              <a:ext uri="{FF2B5EF4-FFF2-40B4-BE49-F238E27FC236}">
                <a16:creationId xmlns:a16="http://schemas.microsoft.com/office/drawing/2014/main" id="{ED4080F6-33B2-488F-B0BB-E156334FEDC6}"/>
              </a:ext>
            </a:extLst>
          </p:cNvPr>
          <p:cNvSpPr>
            <a:spLocks noGrp="1"/>
          </p:cNvSpPr>
          <p:nvPr>
            <p:ph type="title"/>
          </p:nvPr>
        </p:nvSpPr>
        <p:spPr>
          <a:xfrm>
            <a:off x="695960" y="395724"/>
            <a:ext cx="10054567" cy="986036"/>
          </a:xfrm>
        </p:spPr>
        <p:txBody>
          <a:bodyPr/>
          <a:lstStyle/>
          <a:p>
            <a:r>
              <a:rPr lang="en-US" dirty="0"/>
              <a:t>Click to edit Master title style</a:t>
            </a:r>
            <a:endParaRPr lang="en-ID" dirty="0"/>
          </a:p>
        </p:txBody>
      </p:sp>
      <p:sp>
        <p:nvSpPr>
          <p:cNvPr id="18" name="Text Placeholder 9">
            <a:extLst>
              <a:ext uri="{FF2B5EF4-FFF2-40B4-BE49-F238E27FC236}">
                <a16:creationId xmlns:a16="http://schemas.microsoft.com/office/drawing/2014/main" id="{516E3F69-D1AB-4A8A-BCE1-81157536CE68}"/>
              </a:ext>
            </a:extLst>
          </p:cNvPr>
          <p:cNvSpPr>
            <a:spLocks noGrp="1"/>
          </p:cNvSpPr>
          <p:nvPr>
            <p:ph type="body" sz="quarter" idx="13" hasCustomPrompt="1"/>
          </p:nvPr>
        </p:nvSpPr>
        <p:spPr>
          <a:xfrm>
            <a:off x="695960" y="1158875"/>
            <a:ext cx="10054567" cy="365125"/>
          </a:xfrm>
        </p:spPr>
        <p:txBody>
          <a:bodyPr>
            <a:noAutofit/>
          </a:bodyPr>
          <a:lstStyle>
            <a:lvl1pPr marL="0" indent="0">
              <a:buNone/>
              <a:defRPr sz="2000">
                <a:solidFill>
                  <a:srgbClr val="0070C0"/>
                </a:solidFill>
              </a:defRPr>
            </a:lvl1pPr>
            <a:lvl2pPr marL="457200" indent="0">
              <a:buNone/>
              <a:defRPr/>
            </a:lvl2pPr>
          </a:lstStyle>
          <a:p>
            <a:pPr lvl="0"/>
            <a:r>
              <a:rPr lang="en-US" dirty="0"/>
              <a:t>Insert your subtitle here</a:t>
            </a:r>
          </a:p>
        </p:txBody>
      </p:sp>
      <p:pic>
        <p:nvPicPr>
          <p:cNvPr id="19" name="Picture 18">
            <a:extLst>
              <a:ext uri="{FF2B5EF4-FFF2-40B4-BE49-F238E27FC236}">
                <a16:creationId xmlns:a16="http://schemas.microsoft.com/office/drawing/2014/main" id="{361D4CD7-697F-6D43-A07E-57DD939B72A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527" y="253484"/>
            <a:ext cx="1188314" cy="588180"/>
          </a:xfrm>
          <a:prstGeom prst="rect">
            <a:avLst/>
          </a:prstGeom>
        </p:spPr>
      </p:pic>
    </p:spTree>
    <p:extLst>
      <p:ext uri="{BB962C8B-B14F-4D97-AF65-F5344CB8AC3E}">
        <p14:creationId xmlns:p14="http://schemas.microsoft.com/office/powerpoint/2010/main" val="1419201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fade">
                                      <p:cBhvr>
                                        <p:cTn id="1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build="p">
        <p:tmplLst>
          <p:tmpl lvl="1">
            <p:tnLst>
              <p:par>
                <p:cTn presetID="10" presetClass="entr" presetSubtype="0"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fade">
                      <p:cBhvr>
                        <p:cTn dur="500"/>
                        <p:tgtEl>
                          <p:spTgt spid="18"/>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0E9E46-55B4-42E4-A546-AA3F969F8B6D}"/>
              </a:ext>
            </a:extLst>
          </p:cNvPr>
          <p:cNvSpPr/>
          <p:nvPr userDrawn="1"/>
        </p:nvSpPr>
        <p:spPr>
          <a:xfrm>
            <a:off x="144780" y="148590"/>
            <a:ext cx="11902440" cy="6560820"/>
          </a:xfrm>
          <a:prstGeom prst="rect">
            <a:avLst/>
          </a:prstGeom>
          <a:solidFill>
            <a:schemeClr val="bg1"/>
          </a:solidFill>
          <a:ln>
            <a:noFill/>
          </a:ln>
          <a:effectLst>
            <a:outerShdw blurRad="635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7" name="Rectangle 6">
            <a:extLst>
              <a:ext uri="{FF2B5EF4-FFF2-40B4-BE49-F238E27FC236}">
                <a16:creationId xmlns:a16="http://schemas.microsoft.com/office/drawing/2014/main" id="{5CDFB967-0581-4346-9CD3-A561F10F1176}"/>
              </a:ext>
            </a:extLst>
          </p:cNvPr>
          <p:cNvSpPr/>
          <p:nvPr userDrawn="1"/>
        </p:nvSpPr>
        <p:spPr>
          <a:xfrm>
            <a:off x="11322627" y="6446520"/>
            <a:ext cx="720000" cy="26289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Date Placeholder 2">
            <a:extLst>
              <a:ext uri="{FF2B5EF4-FFF2-40B4-BE49-F238E27FC236}">
                <a16:creationId xmlns:a16="http://schemas.microsoft.com/office/drawing/2014/main" id="{6C89AC49-6886-417A-B1B4-8D51289EC91D}"/>
              </a:ext>
            </a:extLst>
          </p:cNvPr>
          <p:cNvSpPr>
            <a:spLocks noGrp="1"/>
          </p:cNvSpPr>
          <p:nvPr>
            <p:ph type="dt" sz="half" idx="10"/>
          </p:nvPr>
        </p:nvSpPr>
        <p:spPr/>
        <p:txBody>
          <a:bodyPr/>
          <a:lstStyle/>
          <a:p>
            <a:fld id="{69FC6F37-7851-449C-954A-4648488924EA}" type="datetime1">
              <a:rPr lang="en-US" smtClean="0"/>
              <a:t>4/3/2021</a:t>
            </a:fld>
            <a:endParaRPr lang="en-US"/>
          </a:p>
        </p:txBody>
      </p:sp>
      <p:sp>
        <p:nvSpPr>
          <p:cNvPr id="4" name="Footer Placeholder 3">
            <a:extLst>
              <a:ext uri="{FF2B5EF4-FFF2-40B4-BE49-F238E27FC236}">
                <a16:creationId xmlns:a16="http://schemas.microsoft.com/office/drawing/2014/main" id="{52551B52-2C72-4F1A-95A3-BC28FB990F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14D4D2-A4D4-457B-992F-B71736607E20}"/>
              </a:ext>
            </a:extLst>
          </p:cNvPr>
          <p:cNvSpPr>
            <a:spLocks noGrp="1"/>
          </p:cNvSpPr>
          <p:nvPr>
            <p:ph type="sldNum" sz="quarter" idx="12"/>
          </p:nvPr>
        </p:nvSpPr>
        <p:spPr>
          <a:xfrm>
            <a:off x="11473180" y="6440488"/>
            <a:ext cx="559979" cy="274955"/>
          </a:xfrm>
        </p:spPr>
        <p:txBody>
          <a:bodyPr/>
          <a:lstStyle>
            <a:lvl1pPr algn="r">
              <a:defRPr sz="1000">
                <a:solidFill>
                  <a:schemeClr val="bg2"/>
                </a:solidFill>
              </a:defRPr>
            </a:lvl1pPr>
          </a:lstStyle>
          <a:p>
            <a:fld id="{E3813BF9-5145-4417-B95D-FA8627973885}" type="slidenum">
              <a:rPr lang="en-US" smtClean="0"/>
              <a:pPr/>
              <a:t>‹#›</a:t>
            </a:fld>
            <a:endParaRPr lang="en-US"/>
          </a:p>
        </p:txBody>
      </p:sp>
      <p:sp>
        <p:nvSpPr>
          <p:cNvPr id="8" name="TextBox 7">
            <a:extLst>
              <a:ext uri="{FF2B5EF4-FFF2-40B4-BE49-F238E27FC236}">
                <a16:creationId xmlns:a16="http://schemas.microsoft.com/office/drawing/2014/main" id="{FD3DCCD5-7A27-4A07-81D3-411B661C71A7}"/>
              </a:ext>
            </a:extLst>
          </p:cNvPr>
          <p:cNvSpPr txBox="1"/>
          <p:nvPr userDrawn="1"/>
        </p:nvSpPr>
        <p:spPr>
          <a:xfrm>
            <a:off x="11397051" y="6454855"/>
            <a:ext cx="447558" cy="246221"/>
          </a:xfrm>
          <a:prstGeom prst="rect">
            <a:avLst/>
          </a:prstGeom>
          <a:noFill/>
        </p:spPr>
        <p:txBody>
          <a:bodyPr wrap="none" rtlCol="0">
            <a:spAutoFit/>
          </a:bodyPr>
          <a:lstStyle/>
          <a:p>
            <a:pPr algn="r"/>
            <a:r>
              <a:rPr lang="en-ID" sz="1000" dirty="0">
                <a:solidFill>
                  <a:schemeClr val="bg2"/>
                </a:solidFill>
              </a:rPr>
              <a:t>page</a:t>
            </a:r>
          </a:p>
        </p:txBody>
      </p:sp>
      <p:sp>
        <p:nvSpPr>
          <p:cNvPr id="14" name="Picture Placeholder 9">
            <a:extLst>
              <a:ext uri="{FF2B5EF4-FFF2-40B4-BE49-F238E27FC236}">
                <a16:creationId xmlns:a16="http://schemas.microsoft.com/office/drawing/2014/main" id="{1424BD47-36D8-4D1A-BE14-9782F1FD74D4}"/>
              </a:ext>
            </a:extLst>
          </p:cNvPr>
          <p:cNvSpPr>
            <a:spLocks noGrp="1"/>
          </p:cNvSpPr>
          <p:nvPr>
            <p:ph type="pic" sz="quarter" idx="15"/>
          </p:nvPr>
        </p:nvSpPr>
        <p:spPr>
          <a:xfrm>
            <a:off x="695960" y="1760544"/>
            <a:ext cx="3438525" cy="2618416"/>
          </a:xfrm>
          <a:prstGeom prst="rect">
            <a:avLst/>
          </a:prstGeom>
        </p:spPr>
        <p:txBody>
          <a:bodyPr/>
          <a:lstStyle>
            <a:lvl1pPr>
              <a:defRPr sz="1600"/>
            </a:lvl1pPr>
          </a:lstStyle>
          <a:p>
            <a:endParaRPr lang="id-ID"/>
          </a:p>
        </p:txBody>
      </p:sp>
      <p:sp>
        <p:nvSpPr>
          <p:cNvPr id="23" name="Picture Placeholder 9">
            <a:extLst>
              <a:ext uri="{FF2B5EF4-FFF2-40B4-BE49-F238E27FC236}">
                <a16:creationId xmlns:a16="http://schemas.microsoft.com/office/drawing/2014/main" id="{91D35E9C-5092-45CB-A44E-ECEC5C354EDC}"/>
              </a:ext>
            </a:extLst>
          </p:cNvPr>
          <p:cNvSpPr>
            <a:spLocks noGrp="1"/>
          </p:cNvSpPr>
          <p:nvPr>
            <p:ph type="pic" sz="quarter" idx="18"/>
          </p:nvPr>
        </p:nvSpPr>
        <p:spPr>
          <a:xfrm>
            <a:off x="4382135" y="1760544"/>
            <a:ext cx="3438525" cy="2618416"/>
          </a:xfrm>
          <a:prstGeom prst="rect">
            <a:avLst/>
          </a:prstGeom>
        </p:spPr>
        <p:txBody>
          <a:bodyPr/>
          <a:lstStyle>
            <a:lvl1pPr>
              <a:defRPr sz="1600"/>
            </a:lvl1pPr>
          </a:lstStyle>
          <a:p>
            <a:endParaRPr lang="id-ID"/>
          </a:p>
        </p:txBody>
      </p:sp>
      <p:sp>
        <p:nvSpPr>
          <p:cNvPr id="24" name="Picture Placeholder 9">
            <a:extLst>
              <a:ext uri="{FF2B5EF4-FFF2-40B4-BE49-F238E27FC236}">
                <a16:creationId xmlns:a16="http://schemas.microsoft.com/office/drawing/2014/main" id="{9AE37AB8-671B-4D62-B300-4E818F9AAF86}"/>
              </a:ext>
            </a:extLst>
          </p:cNvPr>
          <p:cNvSpPr>
            <a:spLocks noGrp="1"/>
          </p:cNvSpPr>
          <p:nvPr>
            <p:ph type="pic" sz="quarter" idx="19"/>
          </p:nvPr>
        </p:nvSpPr>
        <p:spPr>
          <a:xfrm>
            <a:off x="8074342" y="1760544"/>
            <a:ext cx="3438525" cy="2618416"/>
          </a:xfrm>
          <a:prstGeom prst="rect">
            <a:avLst/>
          </a:prstGeom>
        </p:spPr>
        <p:txBody>
          <a:bodyPr/>
          <a:lstStyle>
            <a:lvl1pPr>
              <a:defRPr sz="1600"/>
            </a:lvl1pPr>
          </a:lstStyle>
          <a:p>
            <a:endParaRPr lang="id-ID"/>
          </a:p>
        </p:txBody>
      </p:sp>
      <p:sp>
        <p:nvSpPr>
          <p:cNvPr id="13" name="Title 1">
            <a:extLst>
              <a:ext uri="{FF2B5EF4-FFF2-40B4-BE49-F238E27FC236}">
                <a16:creationId xmlns:a16="http://schemas.microsoft.com/office/drawing/2014/main" id="{03235931-13F3-445C-A864-257369C49C5B}"/>
              </a:ext>
            </a:extLst>
          </p:cNvPr>
          <p:cNvSpPr>
            <a:spLocks noGrp="1"/>
          </p:cNvSpPr>
          <p:nvPr>
            <p:ph type="title"/>
          </p:nvPr>
        </p:nvSpPr>
        <p:spPr>
          <a:xfrm>
            <a:off x="695960" y="395724"/>
            <a:ext cx="10054567" cy="986036"/>
          </a:xfrm>
        </p:spPr>
        <p:txBody>
          <a:bodyPr/>
          <a:lstStyle/>
          <a:p>
            <a:r>
              <a:rPr lang="en-US" dirty="0"/>
              <a:t>Click to edit Master title style</a:t>
            </a:r>
            <a:endParaRPr lang="en-ID" dirty="0"/>
          </a:p>
        </p:txBody>
      </p:sp>
      <p:sp>
        <p:nvSpPr>
          <p:cNvPr id="15" name="Text Placeholder 9">
            <a:extLst>
              <a:ext uri="{FF2B5EF4-FFF2-40B4-BE49-F238E27FC236}">
                <a16:creationId xmlns:a16="http://schemas.microsoft.com/office/drawing/2014/main" id="{540FCDF2-BE5D-4439-B3DA-53B1E34F0CAD}"/>
              </a:ext>
            </a:extLst>
          </p:cNvPr>
          <p:cNvSpPr>
            <a:spLocks noGrp="1"/>
          </p:cNvSpPr>
          <p:nvPr>
            <p:ph type="body" sz="quarter" idx="13" hasCustomPrompt="1"/>
          </p:nvPr>
        </p:nvSpPr>
        <p:spPr>
          <a:xfrm>
            <a:off x="695960" y="1158875"/>
            <a:ext cx="10054567" cy="365125"/>
          </a:xfrm>
        </p:spPr>
        <p:txBody>
          <a:bodyPr>
            <a:noAutofit/>
          </a:bodyPr>
          <a:lstStyle>
            <a:lvl1pPr marL="0" indent="0">
              <a:buNone/>
              <a:defRPr sz="2000">
                <a:solidFill>
                  <a:srgbClr val="0070C0"/>
                </a:solidFill>
              </a:defRPr>
            </a:lvl1pPr>
            <a:lvl2pPr marL="457200" indent="0">
              <a:buNone/>
              <a:defRPr/>
            </a:lvl2pPr>
          </a:lstStyle>
          <a:p>
            <a:pPr lvl="0"/>
            <a:r>
              <a:rPr lang="en-US" dirty="0"/>
              <a:t>Insert your subtitle here</a:t>
            </a:r>
          </a:p>
        </p:txBody>
      </p:sp>
      <p:pic>
        <p:nvPicPr>
          <p:cNvPr id="16" name="Picture 15">
            <a:extLst>
              <a:ext uri="{FF2B5EF4-FFF2-40B4-BE49-F238E27FC236}">
                <a16:creationId xmlns:a16="http://schemas.microsoft.com/office/drawing/2014/main" id="{3B77FE6C-918F-DD4F-877B-B804CF2C9B7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527" y="253484"/>
            <a:ext cx="1188314" cy="588180"/>
          </a:xfrm>
          <a:prstGeom prst="rect">
            <a:avLst/>
          </a:prstGeom>
        </p:spPr>
      </p:pic>
    </p:spTree>
    <p:extLst>
      <p:ext uri="{BB962C8B-B14F-4D97-AF65-F5344CB8AC3E}">
        <p14:creationId xmlns:p14="http://schemas.microsoft.com/office/powerpoint/2010/main" val="568184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animEffect transition="in" filter="fade">
                                      <p:cBhvr>
                                        <p:cTn id="11"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build="p">
        <p:tmplLst>
          <p:tmpl lvl="1">
            <p:tnLst>
              <p:par>
                <p:cTn presetID="10" presetClass="entr" presetSubtype="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0E9E46-55B4-42E4-A546-AA3F969F8B6D}"/>
              </a:ext>
            </a:extLst>
          </p:cNvPr>
          <p:cNvSpPr/>
          <p:nvPr userDrawn="1"/>
        </p:nvSpPr>
        <p:spPr>
          <a:xfrm>
            <a:off x="144780" y="148590"/>
            <a:ext cx="11902440" cy="6560820"/>
          </a:xfrm>
          <a:prstGeom prst="rect">
            <a:avLst/>
          </a:prstGeom>
          <a:solidFill>
            <a:schemeClr val="bg1"/>
          </a:solidFill>
          <a:ln>
            <a:noFill/>
          </a:ln>
          <a:effectLst>
            <a:outerShdw blurRad="635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7" name="Rectangle 6">
            <a:extLst>
              <a:ext uri="{FF2B5EF4-FFF2-40B4-BE49-F238E27FC236}">
                <a16:creationId xmlns:a16="http://schemas.microsoft.com/office/drawing/2014/main" id="{5CDFB967-0581-4346-9CD3-A561F10F1176}"/>
              </a:ext>
            </a:extLst>
          </p:cNvPr>
          <p:cNvSpPr/>
          <p:nvPr userDrawn="1"/>
        </p:nvSpPr>
        <p:spPr>
          <a:xfrm>
            <a:off x="11327220" y="6458585"/>
            <a:ext cx="720000" cy="26289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Date Placeholder 2">
            <a:extLst>
              <a:ext uri="{FF2B5EF4-FFF2-40B4-BE49-F238E27FC236}">
                <a16:creationId xmlns:a16="http://schemas.microsoft.com/office/drawing/2014/main" id="{6C89AC49-6886-417A-B1B4-8D51289EC91D}"/>
              </a:ext>
            </a:extLst>
          </p:cNvPr>
          <p:cNvSpPr>
            <a:spLocks noGrp="1"/>
          </p:cNvSpPr>
          <p:nvPr>
            <p:ph type="dt" sz="half" idx="10"/>
          </p:nvPr>
        </p:nvSpPr>
        <p:spPr/>
        <p:txBody>
          <a:bodyPr/>
          <a:lstStyle/>
          <a:p>
            <a:fld id="{69FC6F37-7851-449C-954A-4648488924EA}" type="datetime1">
              <a:rPr lang="en-US" smtClean="0"/>
              <a:t>4/3/2021</a:t>
            </a:fld>
            <a:endParaRPr lang="en-US"/>
          </a:p>
        </p:txBody>
      </p:sp>
      <p:sp>
        <p:nvSpPr>
          <p:cNvPr id="4" name="Footer Placeholder 3">
            <a:extLst>
              <a:ext uri="{FF2B5EF4-FFF2-40B4-BE49-F238E27FC236}">
                <a16:creationId xmlns:a16="http://schemas.microsoft.com/office/drawing/2014/main" id="{52551B52-2C72-4F1A-95A3-BC28FB990F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14D4D2-A4D4-457B-992F-B71736607E20}"/>
              </a:ext>
            </a:extLst>
          </p:cNvPr>
          <p:cNvSpPr>
            <a:spLocks noGrp="1"/>
          </p:cNvSpPr>
          <p:nvPr>
            <p:ph type="sldNum" sz="quarter" idx="12"/>
          </p:nvPr>
        </p:nvSpPr>
        <p:spPr>
          <a:xfrm>
            <a:off x="11446600" y="6452553"/>
            <a:ext cx="559979" cy="274955"/>
          </a:xfrm>
        </p:spPr>
        <p:txBody>
          <a:bodyPr/>
          <a:lstStyle>
            <a:lvl1pPr algn="r">
              <a:defRPr sz="1000">
                <a:solidFill>
                  <a:schemeClr val="bg2"/>
                </a:solidFill>
              </a:defRPr>
            </a:lvl1pPr>
          </a:lstStyle>
          <a:p>
            <a:fld id="{E3813BF9-5145-4417-B95D-FA8627973885}" type="slidenum">
              <a:rPr lang="en-US" smtClean="0"/>
              <a:pPr/>
              <a:t>‹#›</a:t>
            </a:fld>
            <a:endParaRPr lang="en-US"/>
          </a:p>
        </p:txBody>
      </p:sp>
      <p:sp>
        <p:nvSpPr>
          <p:cNvPr id="8" name="TextBox 7">
            <a:extLst>
              <a:ext uri="{FF2B5EF4-FFF2-40B4-BE49-F238E27FC236}">
                <a16:creationId xmlns:a16="http://schemas.microsoft.com/office/drawing/2014/main" id="{FD3DCCD5-7A27-4A07-81D3-411B661C71A7}"/>
              </a:ext>
            </a:extLst>
          </p:cNvPr>
          <p:cNvSpPr txBox="1"/>
          <p:nvPr userDrawn="1"/>
        </p:nvSpPr>
        <p:spPr>
          <a:xfrm>
            <a:off x="11370471" y="6466920"/>
            <a:ext cx="447558" cy="246221"/>
          </a:xfrm>
          <a:prstGeom prst="rect">
            <a:avLst/>
          </a:prstGeom>
          <a:noFill/>
        </p:spPr>
        <p:txBody>
          <a:bodyPr wrap="none" rtlCol="0">
            <a:spAutoFit/>
          </a:bodyPr>
          <a:lstStyle/>
          <a:p>
            <a:pPr algn="r"/>
            <a:r>
              <a:rPr lang="en-ID" sz="1000" dirty="0">
                <a:solidFill>
                  <a:schemeClr val="bg2"/>
                </a:solidFill>
              </a:rPr>
              <a:t>page</a:t>
            </a:r>
          </a:p>
        </p:txBody>
      </p:sp>
      <p:sp>
        <p:nvSpPr>
          <p:cNvPr id="12" name="Picture Placeholder 10">
            <a:extLst>
              <a:ext uri="{FF2B5EF4-FFF2-40B4-BE49-F238E27FC236}">
                <a16:creationId xmlns:a16="http://schemas.microsoft.com/office/drawing/2014/main" id="{238A09F8-496A-4644-B820-D6251E2963D8}"/>
              </a:ext>
            </a:extLst>
          </p:cNvPr>
          <p:cNvSpPr>
            <a:spLocks noGrp="1"/>
          </p:cNvSpPr>
          <p:nvPr>
            <p:ph type="pic" sz="quarter" idx="14"/>
          </p:nvPr>
        </p:nvSpPr>
        <p:spPr>
          <a:xfrm>
            <a:off x="144463" y="3428722"/>
            <a:ext cx="11902440" cy="3279775"/>
          </a:xfrm>
        </p:spPr>
        <p:txBody>
          <a:bodyPr/>
          <a:lstStyle/>
          <a:p>
            <a:endParaRPr lang="en-ID" dirty="0"/>
          </a:p>
        </p:txBody>
      </p:sp>
      <p:sp>
        <p:nvSpPr>
          <p:cNvPr id="11" name="Title 1">
            <a:extLst>
              <a:ext uri="{FF2B5EF4-FFF2-40B4-BE49-F238E27FC236}">
                <a16:creationId xmlns:a16="http://schemas.microsoft.com/office/drawing/2014/main" id="{84F18353-28B7-4477-95E9-3562CE247274}"/>
              </a:ext>
            </a:extLst>
          </p:cNvPr>
          <p:cNvSpPr>
            <a:spLocks noGrp="1"/>
          </p:cNvSpPr>
          <p:nvPr>
            <p:ph type="title"/>
          </p:nvPr>
        </p:nvSpPr>
        <p:spPr>
          <a:xfrm>
            <a:off x="695960" y="395724"/>
            <a:ext cx="10054567" cy="986036"/>
          </a:xfrm>
        </p:spPr>
        <p:txBody>
          <a:bodyPr/>
          <a:lstStyle/>
          <a:p>
            <a:r>
              <a:rPr lang="en-US" dirty="0"/>
              <a:t>Click to edit Master title style</a:t>
            </a:r>
            <a:endParaRPr lang="en-ID" dirty="0"/>
          </a:p>
        </p:txBody>
      </p:sp>
      <p:sp>
        <p:nvSpPr>
          <p:cNvPr id="13" name="Text Placeholder 9">
            <a:extLst>
              <a:ext uri="{FF2B5EF4-FFF2-40B4-BE49-F238E27FC236}">
                <a16:creationId xmlns:a16="http://schemas.microsoft.com/office/drawing/2014/main" id="{C3B43E75-A765-4118-A3B7-CF2952D7F8FE}"/>
              </a:ext>
            </a:extLst>
          </p:cNvPr>
          <p:cNvSpPr>
            <a:spLocks noGrp="1"/>
          </p:cNvSpPr>
          <p:nvPr>
            <p:ph type="body" sz="quarter" idx="13" hasCustomPrompt="1"/>
          </p:nvPr>
        </p:nvSpPr>
        <p:spPr>
          <a:xfrm>
            <a:off x="695960" y="1158875"/>
            <a:ext cx="10054567" cy="365125"/>
          </a:xfrm>
        </p:spPr>
        <p:txBody>
          <a:bodyPr>
            <a:noAutofit/>
          </a:bodyPr>
          <a:lstStyle>
            <a:lvl1pPr marL="0" indent="0">
              <a:buNone/>
              <a:defRPr sz="2000">
                <a:solidFill>
                  <a:srgbClr val="0070C0"/>
                </a:solidFill>
              </a:defRPr>
            </a:lvl1pPr>
            <a:lvl2pPr marL="457200" indent="0">
              <a:buNone/>
              <a:defRPr/>
            </a:lvl2pPr>
          </a:lstStyle>
          <a:p>
            <a:pPr lvl="0"/>
            <a:r>
              <a:rPr lang="en-US" dirty="0"/>
              <a:t>Insert your subtitle here</a:t>
            </a:r>
          </a:p>
        </p:txBody>
      </p:sp>
      <p:pic>
        <p:nvPicPr>
          <p:cNvPr id="14" name="Picture 13">
            <a:extLst>
              <a:ext uri="{FF2B5EF4-FFF2-40B4-BE49-F238E27FC236}">
                <a16:creationId xmlns:a16="http://schemas.microsoft.com/office/drawing/2014/main" id="{1C973BB8-D672-9349-A510-597412AF8D8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527" y="253484"/>
            <a:ext cx="1188314" cy="588180"/>
          </a:xfrm>
          <a:prstGeom prst="rect">
            <a:avLst/>
          </a:prstGeom>
        </p:spPr>
      </p:pic>
    </p:spTree>
    <p:extLst>
      <p:ext uri="{BB962C8B-B14F-4D97-AF65-F5344CB8AC3E}">
        <p14:creationId xmlns:p14="http://schemas.microsoft.com/office/powerpoint/2010/main" val="2438774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fade">
                                      <p:cBhvr>
                                        <p:cTn id="11"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build="p">
        <p:tmplLst>
          <p:tmpl lvl="1">
            <p:tnLst>
              <p:par>
                <p:cTn presetID="10" presetClass="entr" presetSubtype="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0E9E46-55B4-42E4-A546-AA3F969F8B6D}"/>
              </a:ext>
            </a:extLst>
          </p:cNvPr>
          <p:cNvSpPr/>
          <p:nvPr userDrawn="1"/>
        </p:nvSpPr>
        <p:spPr>
          <a:xfrm>
            <a:off x="144780" y="148590"/>
            <a:ext cx="11902440" cy="6560820"/>
          </a:xfrm>
          <a:prstGeom prst="rect">
            <a:avLst/>
          </a:prstGeom>
          <a:solidFill>
            <a:schemeClr val="bg1"/>
          </a:solidFill>
          <a:ln>
            <a:noFill/>
          </a:ln>
          <a:effectLst>
            <a:outerShdw blurRad="635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3" name="Date Placeholder 2">
            <a:extLst>
              <a:ext uri="{FF2B5EF4-FFF2-40B4-BE49-F238E27FC236}">
                <a16:creationId xmlns:a16="http://schemas.microsoft.com/office/drawing/2014/main" id="{6C89AC49-6886-417A-B1B4-8D51289EC91D}"/>
              </a:ext>
            </a:extLst>
          </p:cNvPr>
          <p:cNvSpPr>
            <a:spLocks noGrp="1"/>
          </p:cNvSpPr>
          <p:nvPr>
            <p:ph type="dt" sz="half" idx="10"/>
          </p:nvPr>
        </p:nvSpPr>
        <p:spPr/>
        <p:txBody>
          <a:bodyPr/>
          <a:lstStyle/>
          <a:p>
            <a:fld id="{69FC6F37-7851-449C-954A-4648488924EA}" type="datetime1">
              <a:rPr lang="en-US" smtClean="0"/>
              <a:t>4/3/2021</a:t>
            </a:fld>
            <a:endParaRPr lang="en-US"/>
          </a:p>
        </p:txBody>
      </p:sp>
      <p:sp>
        <p:nvSpPr>
          <p:cNvPr id="4" name="Footer Placeholder 3">
            <a:extLst>
              <a:ext uri="{FF2B5EF4-FFF2-40B4-BE49-F238E27FC236}">
                <a16:creationId xmlns:a16="http://schemas.microsoft.com/office/drawing/2014/main" id="{52551B52-2C72-4F1A-95A3-BC28FB990FCA}"/>
              </a:ext>
            </a:extLst>
          </p:cNvPr>
          <p:cNvSpPr>
            <a:spLocks noGrp="1"/>
          </p:cNvSpPr>
          <p:nvPr>
            <p:ph type="ftr" sz="quarter" idx="11"/>
          </p:nvPr>
        </p:nvSpPr>
        <p:spPr/>
        <p:txBody>
          <a:bodyPr/>
          <a:lstStyle/>
          <a:p>
            <a:endParaRPr lang="en-US"/>
          </a:p>
        </p:txBody>
      </p:sp>
      <p:sp>
        <p:nvSpPr>
          <p:cNvPr id="11" name="Picture Placeholder 10">
            <a:extLst>
              <a:ext uri="{FF2B5EF4-FFF2-40B4-BE49-F238E27FC236}">
                <a16:creationId xmlns:a16="http://schemas.microsoft.com/office/drawing/2014/main" id="{FFFF7217-FCD0-4A8A-B377-29B7E8F398EE}"/>
              </a:ext>
            </a:extLst>
          </p:cNvPr>
          <p:cNvSpPr>
            <a:spLocks noGrp="1"/>
          </p:cNvSpPr>
          <p:nvPr>
            <p:ph type="pic" sz="quarter" idx="12"/>
          </p:nvPr>
        </p:nvSpPr>
        <p:spPr>
          <a:xfrm>
            <a:off x="144463" y="149225"/>
            <a:ext cx="11903075" cy="3279775"/>
          </a:xfrm>
        </p:spPr>
        <p:txBody>
          <a:bodyPr/>
          <a:lstStyle/>
          <a:p>
            <a:endParaRPr lang="en-ID" dirty="0"/>
          </a:p>
        </p:txBody>
      </p:sp>
      <p:sp>
        <p:nvSpPr>
          <p:cNvPr id="7" name="Title 1">
            <a:extLst>
              <a:ext uri="{FF2B5EF4-FFF2-40B4-BE49-F238E27FC236}">
                <a16:creationId xmlns:a16="http://schemas.microsoft.com/office/drawing/2014/main" id="{8B278207-40F1-4CC1-B990-0006B8D40CA2}"/>
              </a:ext>
            </a:extLst>
          </p:cNvPr>
          <p:cNvSpPr>
            <a:spLocks noGrp="1"/>
          </p:cNvSpPr>
          <p:nvPr>
            <p:ph type="title"/>
          </p:nvPr>
        </p:nvSpPr>
        <p:spPr>
          <a:xfrm>
            <a:off x="838200" y="395724"/>
            <a:ext cx="9912009" cy="986036"/>
          </a:xfrm>
        </p:spPr>
        <p:txBody>
          <a:bodyPr/>
          <a:lstStyle>
            <a:lvl1pPr algn="ctr">
              <a:defRPr/>
            </a:lvl1pPr>
          </a:lstStyle>
          <a:p>
            <a:r>
              <a:rPr lang="en-US"/>
              <a:t>Click to edit Master title style</a:t>
            </a:r>
            <a:endParaRPr lang="en-ID"/>
          </a:p>
        </p:txBody>
      </p:sp>
      <p:sp>
        <p:nvSpPr>
          <p:cNvPr id="8" name="Text Placeholder 9">
            <a:extLst>
              <a:ext uri="{FF2B5EF4-FFF2-40B4-BE49-F238E27FC236}">
                <a16:creationId xmlns:a16="http://schemas.microsoft.com/office/drawing/2014/main" id="{6E72771F-C44F-4A27-AB45-B4A1254562C5}"/>
              </a:ext>
            </a:extLst>
          </p:cNvPr>
          <p:cNvSpPr>
            <a:spLocks noGrp="1"/>
          </p:cNvSpPr>
          <p:nvPr>
            <p:ph type="body" sz="quarter" idx="13" hasCustomPrompt="1"/>
          </p:nvPr>
        </p:nvSpPr>
        <p:spPr>
          <a:xfrm>
            <a:off x="838200" y="1158875"/>
            <a:ext cx="9912327" cy="365125"/>
          </a:xfrm>
        </p:spPr>
        <p:txBody>
          <a:bodyPr>
            <a:noAutofit/>
          </a:bodyPr>
          <a:lstStyle>
            <a:lvl1pPr marL="0" indent="0" algn="ctr">
              <a:buNone/>
              <a:defRPr sz="2000">
                <a:solidFill>
                  <a:srgbClr val="0070C0"/>
                </a:solidFill>
              </a:defRPr>
            </a:lvl1pPr>
            <a:lvl2pPr marL="457200" indent="0">
              <a:buNone/>
              <a:defRPr/>
            </a:lvl2pPr>
          </a:lstStyle>
          <a:p>
            <a:pPr lvl="0"/>
            <a:r>
              <a:rPr lang="en-US" dirty="0"/>
              <a:t>Insert your subtitle here</a:t>
            </a:r>
          </a:p>
        </p:txBody>
      </p:sp>
      <p:sp>
        <p:nvSpPr>
          <p:cNvPr id="13" name="Picture Placeholder 12">
            <a:extLst>
              <a:ext uri="{FF2B5EF4-FFF2-40B4-BE49-F238E27FC236}">
                <a16:creationId xmlns:a16="http://schemas.microsoft.com/office/drawing/2014/main" id="{D9185968-EB6A-4B69-8C1D-3E33CEC7D13F}"/>
              </a:ext>
            </a:extLst>
          </p:cNvPr>
          <p:cNvSpPr>
            <a:spLocks noGrp="1"/>
          </p:cNvSpPr>
          <p:nvPr>
            <p:ph type="pic" sz="quarter" idx="14"/>
          </p:nvPr>
        </p:nvSpPr>
        <p:spPr>
          <a:xfrm>
            <a:off x="5093494" y="2061687"/>
            <a:ext cx="2005012" cy="2005012"/>
          </a:xfrm>
        </p:spPr>
        <p:txBody>
          <a:bodyPr/>
          <a:lstStyle/>
          <a:p>
            <a:endParaRPr lang="en-ID"/>
          </a:p>
        </p:txBody>
      </p:sp>
      <p:sp>
        <p:nvSpPr>
          <p:cNvPr id="14" name="Rectangle 13">
            <a:extLst>
              <a:ext uri="{FF2B5EF4-FFF2-40B4-BE49-F238E27FC236}">
                <a16:creationId xmlns:a16="http://schemas.microsoft.com/office/drawing/2014/main" id="{CF6633F8-1B31-49A7-BF63-C9B0313AA221}"/>
              </a:ext>
            </a:extLst>
          </p:cNvPr>
          <p:cNvSpPr/>
          <p:nvPr userDrawn="1"/>
        </p:nvSpPr>
        <p:spPr>
          <a:xfrm>
            <a:off x="11318471" y="6451885"/>
            <a:ext cx="720000" cy="26289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 name="Slide Number Placeholder 4">
            <a:extLst>
              <a:ext uri="{FF2B5EF4-FFF2-40B4-BE49-F238E27FC236}">
                <a16:creationId xmlns:a16="http://schemas.microsoft.com/office/drawing/2014/main" id="{31946B16-90EF-47BB-A0D1-2DC28366250F}"/>
              </a:ext>
            </a:extLst>
          </p:cNvPr>
          <p:cNvSpPr>
            <a:spLocks noGrp="1"/>
          </p:cNvSpPr>
          <p:nvPr>
            <p:ph type="sldNum" sz="quarter" idx="15"/>
          </p:nvPr>
        </p:nvSpPr>
        <p:spPr>
          <a:xfrm>
            <a:off x="11406678" y="6456244"/>
            <a:ext cx="559979" cy="274955"/>
          </a:xfrm>
        </p:spPr>
        <p:txBody>
          <a:bodyPr/>
          <a:lstStyle>
            <a:lvl1pPr algn="r">
              <a:defRPr sz="1000">
                <a:solidFill>
                  <a:schemeClr val="bg2"/>
                </a:solidFill>
              </a:defRPr>
            </a:lvl1pPr>
          </a:lstStyle>
          <a:p>
            <a:fld id="{E3813BF9-5145-4417-B95D-FA8627973885}" type="slidenum">
              <a:rPr lang="en-US" smtClean="0"/>
              <a:pPr/>
              <a:t>‹#›</a:t>
            </a:fld>
            <a:endParaRPr lang="en-US" dirty="0"/>
          </a:p>
        </p:txBody>
      </p:sp>
      <p:sp>
        <p:nvSpPr>
          <p:cNvPr id="16" name="TextBox 15">
            <a:extLst>
              <a:ext uri="{FF2B5EF4-FFF2-40B4-BE49-F238E27FC236}">
                <a16:creationId xmlns:a16="http://schemas.microsoft.com/office/drawing/2014/main" id="{2EDD8459-35C2-44CC-B56E-55CEFA2AECF1}"/>
              </a:ext>
            </a:extLst>
          </p:cNvPr>
          <p:cNvSpPr txBox="1"/>
          <p:nvPr userDrawn="1"/>
        </p:nvSpPr>
        <p:spPr>
          <a:xfrm>
            <a:off x="11308514" y="6469221"/>
            <a:ext cx="447558" cy="246221"/>
          </a:xfrm>
          <a:prstGeom prst="rect">
            <a:avLst/>
          </a:prstGeom>
          <a:noFill/>
        </p:spPr>
        <p:txBody>
          <a:bodyPr wrap="none" rtlCol="0">
            <a:spAutoFit/>
          </a:bodyPr>
          <a:lstStyle/>
          <a:p>
            <a:pPr algn="r"/>
            <a:r>
              <a:rPr lang="en-ID" sz="1000" dirty="0">
                <a:solidFill>
                  <a:schemeClr val="bg2"/>
                </a:solidFill>
              </a:rPr>
              <a:t>page</a:t>
            </a:r>
          </a:p>
        </p:txBody>
      </p:sp>
      <p:pic>
        <p:nvPicPr>
          <p:cNvPr id="12" name="Picture 11">
            <a:extLst>
              <a:ext uri="{FF2B5EF4-FFF2-40B4-BE49-F238E27FC236}">
                <a16:creationId xmlns:a16="http://schemas.microsoft.com/office/drawing/2014/main" id="{E9BCE90E-A60C-7949-8B71-68AE28547B1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0527" y="253484"/>
            <a:ext cx="1188314" cy="588180"/>
          </a:xfrm>
          <a:prstGeom prst="rect">
            <a:avLst/>
          </a:prstGeom>
        </p:spPr>
      </p:pic>
    </p:spTree>
    <p:extLst>
      <p:ext uri="{BB962C8B-B14F-4D97-AF65-F5344CB8AC3E}">
        <p14:creationId xmlns:p14="http://schemas.microsoft.com/office/powerpoint/2010/main" val="712793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9822873"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BE05A6-6893-4CAA-8D5F-2957D0B1D971}" type="datetime1">
              <a:rPr lang="en-US" smtClean="0"/>
              <a:t>4/3/2021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813BF9-5145-4417-B95D-FA8627973885}" type="slidenum">
              <a:rPr lang="en-US" smtClean="0"/>
              <a:t>‹#›</a:t>
            </a:fld>
            <a:endParaRPr lang="en-US"/>
          </a:p>
        </p:txBody>
      </p:sp>
      <p:pic>
        <p:nvPicPr>
          <p:cNvPr id="7" name="Picture 6">
            <a:extLst>
              <a:ext uri="{FF2B5EF4-FFF2-40B4-BE49-F238E27FC236}">
                <a16:creationId xmlns:a16="http://schemas.microsoft.com/office/drawing/2014/main" id="{D7AA3BEB-79BF-654F-8A73-71411B77825B}"/>
              </a:ext>
            </a:extLst>
          </p:cNvPr>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10750527" y="253484"/>
            <a:ext cx="1188314" cy="588180"/>
          </a:xfrm>
          <a:prstGeom prst="rect">
            <a:avLst/>
          </a:prstGeom>
        </p:spPr>
      </p:pic>
    </p:spTree>
    <p:extLst>
      <p:ext uri="{BB962C8B-B14F-4D97-AF65-F5344CB8AC3E}">
        <p14:creationId xmlns:p14="http://schemas.microsoft.com/office/powerpoint/2010/main" val="12387102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0" r:id="rId3"/>
    <p:sldLayoutId id="2147483664" r:id="rId4"/>
    <p:sldLayoutId id="2147483663" r:id="rId5"/>
    <p:sldLayoutId id="2147483665" r:id="rId6"/>
    <p:sldLayoutId id="2147483666" r:id="rId7"/>
    <p:sldLayoutId id="2147483668" r:id="rId8"/>
    <p:sldLayoutId id="2147483661" r:id="rId9"/>
    <p:sldLayoutId id="2147483653" r:id="rId10"/>
    <p:sldLayoutId id="2147483669" r:id="rId11"/>
    <p:sldLayoutId id="2147483662" r:id="rId12"/>
    <p:sldLayoutId id="2147483655" r:id="rId13"/>
    <p:sldLayoutId id="2147483667" r:id="rId14"/>
    <p:sldLayoutId id="2147483656" r:id="rId15"/>
    <p:sldLayoutId id="2147483652" r:id="rId16"/>
    <p:sldLayoutId id="2147483657" r:id="rId17"/>
    <p:sldLayoutId id="2147483658" r:id="rId18"/>
    <p:sldLayoutId id="2147483659" r:id="rId19"/>
    <p:sldLayoutId id="2147483660" r:id="rId20"/>
    <p:sldLayoutId id="2147483654" r:id="rId21"/>
    <p:sldLayoutId id="2147483651" r:id="rId22"/>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16.xml"/><Relationship Id="rId5" Type="http://schemas.openxmlformats.org/officeDocument/2006/relationships/image" Target="../media/image5.e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3.bin"/><Relationship Id="rId1" Type="http://schemas.openxmlformats.org/officeDocument/2006/relationships/slideLayout" Target="../slideLayouts/slideLayout16.xml"/><Relationship Id="rId5" Type="http://schemas.openxmlformats.org/officeDocument/2006/relationships/image" Target="../media/image5.emf"/><Relationship Id="rId4"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5.bin"/><Relationship Id="rId1" Type="http://schemas.openxmlformats.org/officeDocument/2006/relationships/slideLayout" Target="../slideLayouts/slideLayout16.xml"/><Relationship Id="rId5" Type="http://schemas.openxmlformats.org/officeDocument/2006/relationships/image" Target="../media/image5.emf"/><Relationship Id="rId4"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7.bin"/><Relationship Id="rId1" Type="http://schemas.openxmlformats.org/officeDocument/2006/relationships/slideLayout" Target="../slideLayouts/slideLayout16.xml"/><Relationship Id="rId5" Type="http://schemas.openxmlformats.org/officeDocument/2006/relationships/image" Target="../media/image9.emf"/><Relationship Id="rId4"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9.bin"/><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0.bin"/><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1.bin"/><Relationship Id="rId1" Type="http://schemas.openxmlformats.org/officeDocument/2006/relationships/slideLayout" Target="../slideLayouts/slideLayout16.xml"/><Relationship Id="rId5" Type="http://schemas.openxmlformats.org/officeDocument/2006/relationships/image" Target="../media/image13.emf"/><Relationship Id="rId4" Type="http://schemas.openxmlformats.org/officeDocument/2006/relationships/oleObject" Target="../embeddings/oleObject12.bin"/></Relationships>
</file>

<file path=ppt/slides/_rels/slide14.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3.bin"/><Relationship Id="rId1" Type="http://schemas.openxmlformats.org/officeDocument/2006/relationships/slideLayout" Target="../slideLayouts/slideLayout16.xml"/><Relationship Id="rId5" Type="http://schemas.openxmlformats.org/officeDocument/2006/relationships/image" Target="../media/image15.emf"/><Relationship Id="rId4" Type="http://schemas.openxmlformats.org/officeDocument/2006/relationships/oleObject" Target="../embeddings/oleObject14.bin"/></Relationships>
</file>

<file path=ppt/slides/_rels/slide15.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5.bin"/><Relationship Id="rId1" Type="http://schemas.openxmlformats.org/officeDocument/2006/relationships/slideLayout" Target="../slideLayouts/slideLayout16.xml"/><Relationship Id="rId5" Type="http://schemas.openxmlformats.org/officeDocument/2006/relationships/image" Target="../media/image17.emf"/><Relationship Id="rId4" Type="http://schemas.openxmlformats.org/officeDocument/2006/relationships/oleObject" Target="../embeddings/oleObject16.bin"/></Relationships>
</file>

<file path=ppt/slides/_rels/slide1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17.bin"/><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8.bin"/><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19.bin"/><Relationship Id="rId1" Type="http://schemas.openxmlformats.org/officeDocument/2006/relationships/slideLayout" Target="../slideLayouts/slideLayout16.xml"/><Relationship Id="rId5" Type="http://schemas.openxmlformats.org/officeDocument/2006/relationships/image" Target="../media/image21.emf"/><Relationship Id="rId4" Type="http://schemas.openxmlformats.org/officeDocument/2006/relationships/oleObject" Target="../embeddings/oleObject20.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19E74059-9CB0-4FC5-A877-21160B4AF43E}"/>
              </a:ext>
            </a:extLst>
          </p:cNvPr>
          <p:cNvSpPr>
            <a:spLocks noGrp="1"/>
          </p:cNvSpPr>
          <p:nvPr>
            <p:ph type="sldNum" sz="quarter" idx="12"/>
          </p:nvPr>
        </p:nvSpPr>
        <p:spPr/>
        <p:txBody>
          <a:bodyPr/>
          <a:lstStyle/>
          <a:p>
            <a:fld id="{E3813BF9-5145-4417-B95D-FA8627973885}" type="slidenum">
              <a:rPr lang="en-US" smtClean="0"/>
              <a:t>1</a:t>
            </a:fld>
            <a:endParaRPr lang="en-US"/>
          </a:p>
        </p:txBody>
      </p:sp>
      <p:pic>
        <p:nvPicPr>
          <p:cNvPr id="14" name="Picture 13">
            <a:extLst>
              <a:ext uri="{FF2B5EF4-FFF2-40B4-BE49-F238E27FC236}">
                <a16:creationId xmlns:a16="http://schemas.microsoft.com/office/drawing/2014/main" id="{128D8D56-9593-2647-8786-62A1E697095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37324" y="2127141"/>
            <a:ext cx="4517351" cy="2235954"/>
          </a:xfrm>
          <a:prstGeom prst="rect">
            <a:avLst/>
          </a:prstGeom>
        </p:spPr>
      </p:pic>
      <p:sp>
        <p:nvSpPr>
          <p:cNvPr id="15" name="Rectangle 14">
            <a:extLst>
              <a:ext uri="{FF2B5EF4-FFF2-40B4-BE49-F238E27FC236}">
                <a16:creationId xmlns:a16="http://schemas.microsoft.com/office/drawing/2014/main" id="{9712D5E5-5D16-8B42-B5E3-B478B482F1E0}"/>
              </a:ext>
            </a:extLst>
          </p:cNvPr>
          <p:cNvSpPr/>
          <p:nvPr/>
        </p:nvSpPr>
        <p:spPr>
          <a:xfrm>
            <a:off x="10649415" y="133815"/>
            <a:ext cx="1360448" cy="7917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5333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C222E37-8949-44E5-AA7F-73B0BA2860AD}"/>
              </a:ext>
            </a:extLst>
          </p:cNvPr>
          <p:cNvSpPr>
            <a:spLocks noGrp="1"/>
          </p:cNvSpPr>
          <p:nvPr>
            <p:ph type="subTitle" idx="1"/>
          </p:nvPr>
        </p:nvSpPr>
        <p:spPr>
          <a:xfrm>
            <a:off x="1524000" y="3985775"/>
            <a:ext cx="9144000" cy="365125"/>
          </a:xfrm>
        </p:spPr>
        <p:txBody>
          <a:bodyPr anchor="ctr">
            <a:normAutofit lnSpcReduction="10000"/>
          </a:bodyPr>
          <a:lstStyle/>
          <a:p>
            <a:r>
              <a:rPr lang="en-ID" sz="2000" dirty="0" err="1">
                <a:solidFill>
                  <a:srgbClr val="0070C0"/>
                </a:solidFill>
              </a:rPr>
              <a:t>Hệ</a:t>
            </a:r>
            <a:r>
              <a:rPr lang="en-ID" sz="2000" dirty="0">
                <a:solidFill>
                  <a:srgbClr val="0070C0"/>
                </a:solidFill>
              </a:rPr>
              <a:t> </a:t>
            </a:r>
            <a:r>
              <a:rPr lang="en-ID" sz="2000" dirty="0" err="1">
                <a:solidFill>
                  <a:srgbClr val="0070C0"/>
                </a:solidFill>
              </a:rPr>
              <a:t>sinh</a:t>
            </a:r>
            <a:r>
              <a:rPr lang="en-ID" sz="2000" dirty="0">
                <a:solidFill>
                  <a:srgbClr val="0070C0"/>
                </a:solidFill>
              </a:rPr>
              <a:t> </a:t>
            </a:r>
            <a:r>
              <a:rPr lang="en-ID" sz="2000" dirty="0" err="1">
                <a:solidFill>
                  <a:srgbClr val="0070C0"/>
                </a:solidFill>
              </a:rPr>
              <a:t>thái</a:t>
            </a:r>
            <a:r>
              <a:rPr lang="en-ID" sz="2000" dirty="0">
                <a:solidFill>
                  <a:srgbClr val="0070C0"/>
                </a:solidFill>
              </a:rPr>
              <a:t> </a:t>
            </a:r>
            <a:r>
              <a:rPr lang="en-ID" sz="2000" dirty="0" err="1">
                <a:solidFill>
                  <a:srgbClr val="0070C0"/>
                </a:solidFill>
              </a:rPr>
              <a:t>giáo</a:t>
            </a:r>
            <a:r>
              <a:rPr lang="en-ID" sz="2000" dirty="0">
                <a:solidFill>
                  <a:srgbClr val="0070C0"/>
                </a:solidFill>
              </a:rPr>
              <a:t> </a:t>
            </a:r>
            <a:r>
              <a:rPr lang="en-ID" sz="2000" dirty="0" err="1">
                <a:solidFill>
                  <a:srgbClr val="0070C0"/>
                </a:solidFill>
              </a:rPr>
              <a:t>dục</a:t>
            </a:r>
            <a:r>
              <a:rPr lang="en-ID" sz="2000" dirty="0">
                <a:solidFill>
                  <a:srgbClr val="0070C0"/>
                </a:solidFill>
              </a:rPr>
              <a:t> UTE 4.0 </a:t>
            </a:r>
            <a:r>
              <a:rPr lang="en-ID" sz="2000" dirty="0" err="1">
                <a:solidFill>
                  <a:srgbClr val="0070C0"/>
                </a:solidFill>
              </a:rPr>
              <a:t>của</a:t>
            </a:r>
            <a:r>
              <a:rPr lang="en-ID" sz="2000" dirty="0">
                <a:solidFill>
                  <a:srgbClr val="0070C0"/>
                </a:solidFill>
              </a:rPr>
              <a:t> </a:t>
            </a:r>
            <a:r>
              <a:rPr lang="en-ID" sz="2000" dirty="0" err="1">
                <a:solidFill>
                  <a:srgbClr val="0070C0"/>
                </a:solidFill>
              </a:rPr>
              <a:t>trường</a:t>
            </a:r>
            <a:r>
              <a:rPr lang="en-ID" sz="2000" dirty="0">
                <a:solidFill>
                  <a:srgbClr val="0070C0"/>
                </a:solidFill>
              </a:rPr>
              <a:t> </a:t>
            </a:r>
            <a:r>
              <a:rPr lang="en-ID" sz="2000" dirty="0" err="1">
                <a:solidFill>
                  <a:srgbClr val="0070C0"/>
                </a:solidFill>
              </a:rPr>
              <a:t>đại</a:t>
            </a:r>
            <a:r>
              <a:rPr lang="en-ID" sz="2000" dirty="0">
                <a:solidFill>
                  <a:srgbClr val="0070C0"/>
                </a:solidFill>
              </a:rPr>
              <a:t> </a:t>
            </a:r>
            <a:r>
              <a:rPr lang="en-ID" sz="2000" dirty="0" err="1">
                <a:solidFill>
                  <a:srgbClr val="0070C0"/>
                </a:solidFill>
              </a:rPr>
              <a:t>học</a:t>
            </a:r>
            <a:r>
              <a:rPr lang="en-ID" sz="2000" dirty="0">
                <a:solidFill>
                  <a:srgbClr val="0070C0"/>
                </a:solidFill>
              </a:rPr>
              <a:t> </a:t>
            </a:r>
            <a:r>
              <a:rPr lang="en-ID" sz="2000" dirty="0" err="1">
                <a:solidFill>
                  <a:srgbClr val="0070C0"/>
                </a:solidFill>
              </a:rPr>
              <a:t>Sư</a:t>
            </a:r>
            <a:r>
              <a:rPr lang="en-ID" sz="2000" dirty="0">
                <a:solidFill>
                  <a:srgbClr val="0070C0"/>
                </a:solidFill>
              </a:rPr>
              <a:t> </a:t>
            </a:r>
            <a:r>
              <a:rPr lang="en-ID" sz="2000" dirty="0" err="1">
                <a:solidFill>
                  <a:srgbClr val="0070C0"/>
                </a:solidFill>
              </a:rPr>
              <a:t>phạm</a:t>
            </a:r>
            <a:r>
              <a:rPr lang="en-ID" sz="2000" dirty="0">
                <a:solidFill>
                  <a:srgbClr val="0070C0"/>
                </a:solidFill>
              </a:rPr>
              <a:t> </a:t>
            </a:r>
            <a:r>
              <a:rPr lang="en-ID" sz="2000" dirty="0" err="1">
                <a:solidFill>
                  <a:srgbClr val="0070C0"/>
                </a:solidFill>
              </a:rPr>
              <a:t>Kỹ</a:t>
            </a:r>
            <a:r>
              <a:rPr lang="en-ID" sz="2000" dirty="0">
                <a:solidFill>
                  <a:srgbClr val="0070C0"/>
                </a:solidFill>
              </a:rPr>
              <a:t> </a:t>
            </a:r>
            <a:r>
              <a:rPr lang="en-ID" sz="2000" dirty="0" err="1">
                <a:solidFill>
                  <a:srgbClr val="0070C0"/>
                </a:solidFill>
              </a:rPr>
              <a:t>thuật</a:t>
            </a:r>
            <a:r>
              <a:rPr lang="en-ID" sz="2000" dirty="0">
                <a:solidFill>
                  <a:srgbClr val="0070C0"/>
                </a:solidFill>
              </a:rPr>
              <a:t> TPHCM</a:t>
            </a:r>
          </a:p>
        </p:txBody>
      </p:sp>
      <p:sp>
        <p:nvSpPr>
          <p:cNvPr id="12" name="Slide Number Placeholder 11">
            <a:extLst>
              <a:ext uri="{FF2B5EF4-FFF2-40B4-BE49-F238E27FC236}">
                <a16:creationId xmlns:a16="http://schemas.microsoft.com/office/drawing/2014/main" id="{19E74059-9CB0-4FC5-A877-21160B4AF43E}"/>
              </a:ext>
            </a:extLst>
          </p:cNvPr>
          <p:cNvSpPr>
            <a:spLocks noGrp="1"/>
          </p:cNvSpPr>
          <p:nvPr>
            <p:ph type="sldNum" sz="quarter" idx="12"/>
          </p:nvPr>
        </p:nvSpPr>
        <p:spPr/>
        <p:txBody>
          <a:bodyPr/>
          <a:lstStyle/>
          <a:p>
            <a:fld id="{E3813BF9-5145-4417-B95D-FA8627973885}" type="slidenum">
              <a:rPr lang="en-US" smtClean="0"/>
              <a:t>2</a:t>
            </a:fld>
            <a:endParaRPr lang="en-US"/>
          </a:p>
        </p:txBody>
      </p:sp>
      <p:sp>
        <p:nvSpPr>
          <p:cNvPr id="6" name="Title 5">
            <a:extLst>
              <a:ext uri="{FF2B5EF4-FFF2-40B4-BE49-F238E27FC236}">
                <a16:creationId xmlns:a16="http://schemas.microsoft.com/office/drawing/2014/main" id="{18C2E572-B5D8-F643-93DF-89E8F90D63F5}"/>
              </a:ext>
            </a:extLst>
          </p:cNvPr>
          <p:cNvSpPr>
            <a:spLocks noGrp="1"/>
          </p:cNvSpPr>
          <p:nvPr>
            <p:ph type="ctrTitle"/>
          </p:nvPr>
        </p:nvSpPr>
        <p:spPr>
          <a:xfrm>
            <a:off x="1524000" y="2274476"/>
            <a:ext cx="9144000" cy="1508125"/>
          </a:xfrm>
        </p:spPr>
        <p:txBody>
          <a:bodyPr>
            <a:normAutofit fontScale="90000"/>
          </a:bodyPr>
          <a:lstStyle/>
          <a:p>
            <a:r>
              <a:rPr lang="en-US" dirty="0">
                <a:solidFill>
                  <a:srgbClr val="0070C0"/>
                </a:solidFill>
              </a:rPr>
              <a:t>HỆ THỐNG ĐÀO TẠO </a:t>
            </a:r>
            <a:br>
              <a:rPr lang="en-US" dirty="0">
                <a:solidFill>
                  <a:srgbClr val="0070C0"/>
                </a:solidFill>
              </a:rPr>
            </a:br>
            <a:r>
              <a:rPr lang="en-US" dirty="0">
                <a:solidFill>
                  <a:srgbClr val="0070C0"/>
                </a:solidFill>
              </a:rPr>
              <a:t>TRỰC TUYẾN</a:t>
            </a:r>
          </a:p>
        </p:txBody>
      </p:sp>
    </p:spTree>
    <p:extLst>
      <p:ext uri="{BB962C8B-B14F-4D97-AF65-F5344CB8AC3E}">
        <p14:creationId xmlns:p14="http://schemas.microsoft.com/office/powerpoint/2010/main" val="4059919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EA140C9-44E1-4B89-ADEF-D513FDBBE0B6}"/>
              </a:ext>
            </a:extLst>
          </p:cNvPr>
          <p:cNvSpPr>
            <a:spLocks noGrp="1"/>
          </p:cNvSpPr>
          <p:nvPr>
            <p:ph type="sldNum" sz="quarter" idx="12"/>
          </p:nvPr>
        </p:nvSpPr>
        <p:spPr/>
        <p:txBody>
          <a:bodyPr/>
          <a:lstStyle/>
          <a:p>
            <a:fld id="{E3813BF9-5145-4417-B95D-FA8627973885}" type="slidenum">
              <a:rPr lang="en-US" smtClean="0"/>
              <a:pPr/>
              <a:t>3</a:t>
            </a:fld>
            <a:endParaRPr lang="en-US"/>
          </a:p>
        </p:txBody>
      </p:sp>
      <p:pic>
        <p:nvPicPr>
          <p:cNvPr id="6" name="Picture 5">
            <a:extLst>
              <a:ext uri="{FF2B5EF4-FFF2-40B4-BE49-F238E27FC236}">
                <a16:creationId xmlns:a16="http://schemas.microsoft.com/office/drawing/2014/main" id="{BE3A103D-A01F-4610-84B5-FF67A5E74C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9063" y="715062"/>
            <a:ext cx="7072202" cy="5965419"/>
          </a:xfrm>
          <a:prstGeom prst="rect">
            <a:avLst/>
          </a:prstGeom>
        </p:spPr>
      </p:pic>
      <p:sp>
        <p:nvSpPr>
          <p:cNvPr id="7" name="Subtitle 4">
            <a:extLst>
              <a:ext uri="{FF2B5EF4-FFF2-40B4-BE49-F238E27FC236}">
                <a16:creationId xmlns:a16="http://schemas.microsoft.com/office/drawing/2014/main" id="{4778B378-3CB3-42D5-8E84-1C83458F2B4C}"/>
              </a:ext>
            </a:extLst>
          </p:cNvPr>
          <p:cNvSpPr txBox="1">
            <a:spLocks/>
          </p:cNvSpPr>
          <p:nvPr/>
        </p:nvSpPr>
        <p:spPr>
          <a:xfrm>
            <a:off x="4512658" y="140981"/>
            <a:ext cx="5545520" cy="559758"/>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D" sz="2800" b="1" dirty="0" err="1">
                <a:solidFill>
                  <a:srgbClr val="FF3399"/>
                </a:solidFill>
                <a:latin typeface="+mj-lt"/>
              </a:rPr>
              <a:t>GVC.Ths</a:t>
            </a:r>
            <a:r>
              <a:rPr lang="en-ID" sz="2800" b="1" dirty="0">
                <a:solidFill>
                  <a:srgbClr val="FF3399"/>
                </a:solidFill>
                <a:latin typeface="+mj-lt"/>
              </a:rPr>
              <a:t>. </a:t>
            </a:r>
            <a:r>
              <a:rPr lang="en-ID" sz="2800" b="1" dirty="0" err="1">
                <a:solidFill>
                  <a:srgbClr val="FF3399"/>
                </a:solidFill>
                <a:latin typeface="+mj-lt"/>
              </a:rPr>
              <a:t>Lê</a:t>
            </a:r>
            <a:r>
              <a:rPr lang="en-ID" sz="2800" b="1" dirty="0">
                <a:solidFill>
                  <a:srgbClr val="FF3399"/>
                </a:solidFill>
                <a:latin typeface="+mj-lt"/>
              </a:rPr>
              <a:t> </a:t>
            </a:r>
            <a:r>
              <a:rPr lang="en-ID" sz="2800" b="1" dirty="0" err="1">
                <a:solidFill>
                  <a:srgbClr val="FF3399"/>
                </a:solidFill>
                <a:latin typeface="+mj-lt"/>
              </a:rPr>
              <a:t>Thị</a:t>
            </a:r>
            <a:r>
              <a:rPr lang="en-ID" sz="2800" b="1" dirty="0">
                <a:solidFill>
                  <a:srgbClr val="FF3399"/>
                </a:solidFill>
                <a:latin typeface="+mj-lt"/>
              </a:rPr>
              <a:t> Thanh </a:t>
            </a:r>
            <a:r>
              <a:rPr lang="en-ID" sz="2800" b="1" dirty="0" err="1">
                <a:solidFill>
                  <a:srgbClr val="FF3399"/>
                </a:solidFill>
                <a:latin typeface="+mj-lt"/>
              </a:rPr>
              <a:t>Hoàng</a:t>
            </a:r>
            <a:endParaRPr lang="id-ID" sz="2800" b="1" dirty="0">
              <a:solidFill>
                <a:srgbClr val="FF3399"/>
              </a:solidFill>
              <a:latin typeface="+mj-lt"/>
            </a:endParaRPr>
          </a:p>
        </p:txBody>
      </p:sp>
      <p:sp>
        <p:nvSpPr>
          <p:cNvPr id="8" name="TextBox 7">
            <a:extLst>
              <a:ext uri="{FF2B5EF4-FFF2-40B4-BE49-F238E27FC236}">
                <a16:creationId xmlns:a16="http://schemas.microsoft.com/office/drawing/2014/main" id="{1A781F93-8EA3-4217-A2DC-744A1339E16F}"/>
              </a:ext>
            </a:extLst>
          </p:cNvPr>
          <p:cNvSpPr txBox="1"/>
          <p:nvPr/>
        </p:nvSpPr>
        <p:spPr>
          <a:xfrm>
            <a:off x="451815" y="177519"/>
            <a:ext cx="3895618" cy="523220"/>
          </a:xfrm>
          <a:prstGeom prst="rect">
            <a:avLst/>
          </a:prstGeom>
          <a:noFill/>
        </p:spPr>
        <p:txBody>
          <a:bodyPr wrap="none" rtlCol="0">
            <a:spAutoFit/>
          </a:bodyPr>
          <a:lstStyle/>
          <a:p>
            <a:pPr algn="ctr"/>
            <a:r>
              <a:rPr lang="en-ID" sz="2800" b="1" dirty="0">
                <a:solidFill>
                  <a:srgbClr val="FF3399"/>
                </a:solidFill>
              </a:rPr>
              <a:t>Môn </a:t>
            </a:r>
            <a:r>
              <a:rPr lang="en-ID" sz="2800" b="1" dirty="0" err="1">
                <a:solidFill>
                  <a:srgbClr val="FF3399"/>
                </a:solidFill>
              </a:rPr>
              <a:t>học</a:t>
            </a:r>
            <a:r>
              <a:rPr lang="en-ID" sz="2800" b="1" dirty="0">
                <a:solidFill>
                  <a:srgbClr val="FF3399"/>
                </a:solidFill>
              </a:rPr>
              <a:t>: </a:t>
            </a:r>
            <a:r>
              <a:rPr lang="en-ID" sz="2800" b="1" dirty="0" err="1">
                <a:solidFill>
                  <a:srgbClr val="FF3399"/>
                </a:solidFill>
              </a:rPr>
              <a:t>Mạch</a:t>
            </a:r>
            <a:r>
              <a:rPr lang="en-ID" sz="2800" b="1" dirty="0">
                <a:solidFill>
                  <a:srgbClr val="FF3399"/>
                </a:solidFill>
              </a:rPr>
              <a:t> </a:t>
            </a:r>
            <a:r>
              <a:rPr lang="en-ID" sz="2800" b="1" dirty="0" err="1">
                <a:solidFill>
                  <a:srgbClr val="FF3399"/>
                </a:solidFill>
              </a:rPr>
              <a:t>Điện</a:t>
            </a:r>
            <a:r>
              <a:rPr lang="en-ID" sz="2800" b="1" dirty="0">
                <a:solidFill>
                  <a:srgbClr val="FF3399"/>
                </a:solidFill>
              </a:rPr>
              <a:t> </a:t>
            </a:r>
            <a:endParaRPr lang="id-ID" sz="2800" b="1" dirty="0">
              <a:solidFill>
                <a:srgbClr val="FF3399"/>
              </a:solidFill>
            </a:endParaRPr>
          </a:p>
        </p:txBody>
      </p:sp>
    </p:spTree>
    <p:extLst>
      <p:ext uri="{BB962C8B-B14F-4D97-AF65-F5344CB8AC3E}">
        <p14:creationId xmlns:p14="http://schemas.microsoft.com/office/powerpoint/2010/main" val="2821271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
          <p:cNvSpPr>
            <a:spLocks noGrp="1"/>
          </p:cNvSpPr>
          <p:nvPr>
            <p:ph type="title" idx="4294967295"/>
          </p:nvPr>
        </p:nvSpPr>
        <p:spPr>
          <a:xfrm>
            <a:off x="1918835" y="859971"/>
            <a:ext cx="3712708" cy="852714"/>
          </a:xfrm>
        </p:spPr>
        <p:txBody>
          <a:bodyPr lIns="90488" tIns="44450" rIns="90488" bIns="44450" anchor="ctr">
            <a:normAutofit/>
          </a:bodyPr>
          <a:lstStyle/>
          <a:p>
            <a:pPr algn="just" eaLnBrk="1" hangingPunct="1">
              <a:spcBef>
                <a:spcPct val="50000"/>
              </a:spcBef>
            </a:pPr>
            <a:r>
              <a:rPr lang="en-US" altLang="en-US" b="1" dirty="0">
                <a:solidFill>
                  <a:srgbClr val="FF3399"/>
                </a:solidFill>
                <a:latin typeface="Tahoma" panose="020B0604030504040204" pitchFamily="34" charset="0"/>
                <a:ea typeface="Tahoma" panose="020B0604030504040204" pitchFamily="34" charset="0"/>
                <a:cs typeface="Tahoma" panose="020B0604030504040204" pitchFamily="34" charset="0"/>
              </a:rPr>
              <a:t>CHƯƠNG 8</a:t>
            </a:r>
          </a:p>
        </p:txBody>
      </p:sp>
      <p:sp>
        <p:nvSpPr>
          <p:cNvPr id="6" name="Rectangle 7"/>
          <p:cNvSpPr>
            <a:spLocks noChangeArrowheads="1"/>
          </p:cNvSpPr>
          <p:nvPr/>
        </p:nvSpPr>
        <p:spPr bwMode="auto">
          <a:xfrm>
            <a:off x="2095500" y="2813803"/>
            <a:ext cx="79629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defRPr sz="3200">
                <a:solidFill>
                  <a:schemeClr val="tx2"/>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en-US" altLang="en-US" sz="5400" b="1" dirty="0">
                <a:solidFill>
                  <a:srgbClr val="3333FF"/>
                </a:solidFill>
                <a:ea typeface="Tahoma" panose="020B0604030504040204" pitchFamily="34" charset="0"/>
                <a:cs typeface="Tahoma" panose="020B0604030504040204" pitchFamily="34" charset="0"/>
              </a:rPr>
              <a:t>MẠCH PHI TUYẾN</a:t>
            </a:r>
          </a:p>
        </p:txBody>
      </p:sp>
    </p:spTree>
    <p:extLst>
      <p:ext uri="{BB962C8B-B14F-4D97-AF65-F5344CB8AC3E}">
        <p14:creationId xmlns:p14="http://schemas.microsoft.com/office/powerpoint/2010/main" val="3309587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DB430C9-AE33-4847-9239-DC1981E59458}"/>
              </a:ext>
            </a:extLst>
          </p:cNvPr>
          <p:cNvSpPr>
            <a:spLocks noGrp="1"/>
          </p:cNvSpPr>
          <p:nvPr>
            <p:ph type="sldNum" sz="quarter" idx="12"/>
          </p:nvPr>
        </p:nvSpPr>
        <p:spPr/>
        <p:txBody>
          <a:bodyPr/>
          <a:lstStyle/>
          <a:p>
            <a:fld id="{E3813BF9-5145-4417-B95D-FA8627973885}" type="slidenum">
              <a:rPr lang="en-US" smtClean="0"/>
              <a:pPr/>
              <a:t>5</a:t>
            </a:fld>
            <a:endParaRPr lang="en-US"/>
          </a:p>
        </p:txBody>
      </p:sp>
      <p:sp>
        <p:nvSpPr>
          <p:cNvPr id="36" name="Rectangle 2"/>
          <p:cNvSpPr>
            <a:spLocks noGrp="1" noChangeArrowheads="1"/>
          </p:cNvSpPr>
          <p:nvPr>
            <p:ph type="title"/>
          </p:nvPr>
        </p:nvSpPr>
        <p:spPr>
          <a:xfrm>
            <a:off x="1207637" y="553698"/>
            <a:ext cx="3411537" cy="536972"/>
          </a:xfrm>
        </p:spPr>
        <p:txBody>
          <a:bodyPr>
            <a:noAutofit/>
          </a:bodyPr>
          <a:lstStyle/>
          <a:p>
            <a:pPr algn="just" eaLnBrk="1" hangingPunct="1"/>
            <a:r>
              <a:rPr lang="en-US" b="1" dirty="0">
                <a:solidFill>
                  <a:srgbClr val="FF3399"/>
                </a:solidFill>
                <a:latin typeface="Tahoma" panose="020B0604030504040204" pitchFamily="34" charset="0"/>
                <a:ea typeface="Tahoma" panose="020B0604030504040204" pitchFamily="34" charset="0"/>
                <a:cs typeface="Tahoma" panose="020B0604030504040204" pitchFamily="34" charset="0"/>
              </a:rPr>
              <a:t>NỘI DUNG</a:t>
            </a:r>
          </a:p>
        </p:txBody>
      </p:sp>
      <p:grpSp>
        <p:nvGrpSpPr>
          <p:cNvPr id="69" name="Group 68">
            <a:extLst>
              <a:ext uri="{FF2B5EF4-FFF2-40B4-BE49-F238E27FC236}">
                <a16:creationId xmlns:a16="http://schemas.microsoft.com/office/drawing/2014/main" id="{F2048C05-7030-7144-9042-4CA42FF5E978}"/>
              </a:ext>
            </a:extLst>
          </p:cNvPr>
          <p:cNvGrpSpPr/>
          <p:nvPr/>
        </p:nvGrpSpPr>
        <p:grpSpPr>
          <a:xfrm>
            <a:off x="1565726" y="1443630"/>
            <a:ext cx="560161" cy="4695916"/>
            <a:chOff x="1374507" y="1213680"/>
            <a:chExt cx="274587" cy="5887961"/>
          </a:xfrm>
        </p:grpSpPr>
        <p:sp>
          <p:nvSpPr>
            <p:cNvPr id="70" name="Pentagon 69">
              <a:extLst>
                <a:ext uri="{FF2B5EF4-FFF2-40B4-BE49-F238E27FC236}">
                  <a16:creationId xmlns:a16="http://schemas.microsoft.com/office/drawing/2014/main" id="{787BE5AA-9F8B-E648-834C-66D11A332F30}"/>
                </a:ext>
              </a:extLst>
            </p:cNvPr>
            <p:cNvSpPr/>
            <p:nvPr/>
          </p:nvSpPr>
          <p:spPr>
            <a:xfrm rot="5400000">
              <a:off x="1103487" y="6557795"/>
              <a:ext cx="814866" cy="272825"/>
            </a:xfrm>
            <a:prstGeom prst="homePlate">
              <a:avLst>
                <a:gd name="adj" fmla="val 281623"/>
              </a:avLst>
            </a:prstGeom>
            <a:gradFill flip="none" rotWithShape="1">
              <a:gsLst>
                <a:gs pos="100000">
                  <a:srgbClr val="B88954"/>
                </a:gs>
                <a:gs pos="0">
                  <a:srgbClr val="E1C9AF"/>
                </a:gs>
              </a:gsLst>
              <a:lin ang="540000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1" name="Rectangle 5">
              <a:extLst>
                <a:ext uri="{FF2B5EF4-FFF2-40B4-BE49-F238E27FC236}">
                  <a16:creationId xmlns:a16="http://schemas.microsoft.com/office/drawing/2014/main" id="{EBD6B83E-60F5-CA45-8EDD-99A525F1DB4A}"/>
                </a:ext>
              </a:extLst>
            </p:cNvPr>
            <p:cNvSpPr/>
            <p:nvPr/>
          </p:nvSpPr>
          <p:spPr>
            <a:xfrm>
              <a:off x="1374774" y="2007666"/>
              <a:ext cx="273845" cy="4461223"/>
            </a:xfrm>
            <a:custGeom>
              <a:avLst/>
              <a:gdLst>
                <a:gd name="connsiteX0" fmla="*/ 0 w 272825"/>
                <a:gd name="connsiteY0" fmla="*/ 0 h 3776662"/>
                <a:gd name="connsiteX1" fmla="*/ 272825 w 272825"/>
                <a:gd name="connsiteY1" fmla="*/ 0 h 3776662"/>
                <a:gd name="connsiteX2" fmla="*/ 272825 w 272825"/>
                <a:gd name="connsiteY2" fmla="*/ 3776662 h 3776662"/>
                <a:gd name="connsiteX3" fmla="*/ 0 w 272825"/>
                <a:gd name="connsiteY3" fmla="*/ 3776662 h 3776662"/>
                <a:gd name="connsiteX4" fmla="*/ 0 w 272825"/>
                <a:gd name="connsiteY4" fmla="*/ 0 h 3776662"/>
                <a:gd name="connsiteX0" fmla="*/ 0 w 272825"/>
                <a:gd name="connsiteY0" fmla="*/ 0 h 3776662"/>
                <a:gd name="connsiteX1" fmla="*/ 272825 w 272825"/>
                <a:gd name="connsiteY1" fmla="*/ 0 h 3776662"/>
                <a:gd name="connsiteX2" fmla="*/ 272825 w 272825"/>
                <a:gd name="connsiteY2" fmla="*/ 3776662 h 3776662"/>
                <a:gd name="connsiteX3" fmla="*/ 0 w 272825"/>
                <a:gd name="connsiteY3" fmla="*/ 3776662 h 3776662"/>
                <a:gd name="connsiteX4" fmla="*/ 1 w 272825"/>
                <a:gd name="connsiteY4" fmla="*/ 3609974 h 3776662"/>
                <a:gd name="connsiteX5" fmla="*/ 0 w 272825"/>
                <a:gd name="connsiteY5" fmla="*/ 0 h 3776662"/>
                <a:gd name="connsiteX0" fmla="*/ 0 w 272825"/>
                <a:gd name="connsiteY0" fmla="*/ 0 h 3776662"/>
                <a:gd name="connsiteX1" fmla="*/ 272825 w 272825"/>
                <a:gd name="connsiteY1" fmla="*/ 0 h 3776662"/>
                <a:gd name="connsiteX2" fmla="*/ 272825 w 272825"/>
                <a:gd name="connsiteY2" fmla="*/ 3776662 h 3776662"/>
                <a:gd name="connsiteX3" fmla="*/ 57151 w 272825"/>
                <a:gd name="connsiteY3" fmla="*/ 3776661 h 3776662"/>
                <a:gd name="connsiteX4" fmla="*/ 0 w 272825"/>
                <a:gd name="connsiteY4" fmla="*/ 3776662 h 3776662"/>
                <a:gd name="connsiteX5" fmla="*/ 1 w 272825"/>
                <a:gd name="connsiteY5" fmla="*/ 3609974 h 3776662"/>
                <a:gd name="connsiteX6" fmla="*/ 0 w 272825"/>
                <a:gd name="connsiteY6" fmla="*/ 0 h 3776662"/>
                <a:gd name="connsiteX0" fmla="*/ 0 w 272825"/>
                <a:gd name="connsiteY0" fmla="*/ 0 h 3776662"/>
                <a:gd name="connsiteX1" fmla="*/ 272825 w 272825"/>
                <a:gd name="connsiteY1" fmla="*/ 0 h 3776662"/>
                <a:gd name="connsiteX2" fmla="*/ 272825 w 272825"/>
                <a:gd name="connsiteY2" fmla="*/ 3776662 h 3776662"/>
                <a:gd name="connsiteX3" fmla="*/ 166689 w 272825"/>
                <a:gd name="connsiteY3" fmla="*/ 3776661 h 3776662"/>
                <a:gd name="connsiteX4" fmla="*/ 57151 w 272825"/>
                <a:gd name="connsiteY4" fmla="*/ 3776661 h 3776662"/>
                <a:gd name="connsiteX5" fmla="*/ 0 w 272825"/>
                <a:gd name="connsiteY5" fmla="*/ 3776662 h 3776662"/>
                <a:gd name="connsiteX6" fmla="*/ 1 w 272825"/>
                <a:gd name="connsiteY6" fmla="*/ 3609974 h 3776662"/>
                <a:gd name="connsiteX7" fmla="*/ 0 w 272825"/>
                <a:gd name="connsiteY7" fmla="*/ 0 h 3776662"/>
                <a:gd name="connsiteX0" fmla="*/ 0 w 272825"/>
                <a:gd name="connsiteY0" fmla="*/ 0 h 3776662"/>
                <a:gd name="connsiteX1" fmla="*/ 272825 w 272825"/>
                <a:gd name="connsiteY1" fmla="*/ 0 h 3776662"/>
                <a:gd name="connsiteX2" fmla="*/ 272825 w 272825"/>
                <a:gd name="connsiteY2" fmla="*/ 3776662 h 3776662"/>
                <a:gd name="connsiteX3" fmla="*/ 166689 w 272825"/>
                <a:gd name="connsiteY3" fmla="*/ 3776661 h 3776662"/>
                <a:gd name="connsiteX4" fmla="*/ 107157 w 272825"/>
                <a:gd name="connsiteY4" fmla="*/ 3774280 h 3776662"/>
                <a:gd name="connsiteX5" fmla="*/ 57151 w 272825"/>
                <a:gd name="connsiteY5" fmla="*/ 3776661 h 3776662"/>
                <a:gd name="connsiteX6" fmla="*/ 0 w 272825"/>
                <a:gd name="connsiteY6" fmla="*/ 3776662 h 3776662"/>
                <a:gd name="connsiteX7" fmla="*/ 1 w 272825"/>
                <a:gd name="connsiteY7" fmla="*/ 3609974 h 3776662"/>
                <a:gd name="connsiteX8" fmla="*/ 0 w 272825"/>
                <a:gd name="connsiteY8" fmla="*/ 0 h 3776662"/>
                <a:gd name="connsiteX0" fmla="*/ 0 w 272825"/>
                <a:gd name="connsiteY0" fmla="*/ 0 h 3776662"/>
                <a:gd name="connsiteX1" fmla="*/ 272825 w 272825"/>
                <a:gd name="connsiteY1" fmla="*/ 0 h 3776662"/>
                <a:gd name="connsiteX2" fmla="*/ 272825 w 272825"/>
                <a:gd name="connsiteY2" fmla="*/ 3776662 h 3776662"/>
                <a:gd name="connsiteX3" fmla="*/ 221457 w 272825"/>
                <a:gd name="connsiteY3" fmla="*/ 3774280 h 3776662"/>
                <a:gd name="connsiteX4" fmla="*/ 166689 w 272825"/>
                <a:gd name="connsiteY4" fmla="*/ 3776661 h 3776662"/>
                <a:gd name="connsiteX5" fmla="*/ 107157 w 272825"/>
                <a:gd name="connsiteY5" fmla="*/ 3774280 h 3776662"/>
                <a:gd name="connsiteX6" fmla="*/ 57151 w 272825"/>
                <a:gd name="connsiteY6" fmla="*/ 3776661 h 3776662"/>
                <a:gd name="connsiteX7" fmla="*/ 0 w 272825"/>
                <a:gd name="connsiteY7" fmla="*/ 3776662 h 3776662"/>
                <a:gd name="connsiteX8" fmla="*/ 1 w 272825"/>
                <a:gd name="connsiteY8" fmla="*/ 3609974 h 3776662"/>
                <a:gd name="connsiteX9" fmla="*/ 0 w 272825"/>
                <a:gd name="connsiteY9" fmla="*/ 0 h 3776662"/>
                <a:gd name="connsiteX0" fmla="*/ 0 w 272825"/>
                <a:gd name="connsiteY0" fmla="*/ 0 h 3776662"/>
                <a:gd name="connsiteX1" fmla="*/ 272825 w 272825"/>
                <a:gd name="connsiteY1" fmla="*/ 0 h 3776662"/>
                <a:gd name="connsiteX2" fmla="*/ 272825 w 272825"/>
                <a:gd name="connsiteY2" fmla="*/ 3776662 h 3776662"/>
                <a:gd name="connsiteX3" fmla="*/ 252414 w 272825"/>
                <a:gd name="connsiteY3" fmla="*/ 3776661 h 3776662"/>
                <a:gd name="connsiteX4" fmla="*/ 221457 w 272825"/>
                <a:gd name="connsiteY4" fmla="*/ 3774280 h 3776662"/>
                <a:gd name="connsiteX5" fmla="*/ 166689 w 272825"/>
                <a:gd name="connsiteY5" fmla="*/ 3776661 h 3776662"/>
                <a:gd name="connsiteX6" fmla="*/ 107157 w 272825"/>
                <a:gd name="connsiteY6" fmla="*/ 3774280 h 3776662"/>
                <a:gd name="connsiteX7" fmla="*/ 57151 w 272825"/>
                <a:gd name="connsiteY7" fmla="*/ 3776661 h 3776662"/>
                <a:gd name="connsiteX8" fmla="*/ 0 w 272825"/>
                <a:gd name="connsiteY8" fmla="*/ 3776662 h 3776662"/>
                <a:gd name="connsiteX9" fmla="*/ 1 w 272825"/>
                <a:gd name="connsiteY9" fmla="*/ 3609974 h 3776662"/>
                <a:gd name="connsiteX10" fmla="*/ 0 w 272825"/>
                <a:gd name="connsiteY10" fmla="*/ 0 h 3776662"/>
                <a:gd name="connsiteX0" fmla="*/ 0 w 273845"/>
                <a:gd name="connsiteY0" fmla="*/ 0 h 3776662"/>
                <a:gd name="connsiteX1" fmla="*/ 272825 w 273845"/>
                <a:gd name="connsiteY1" fmla="*/ 0 h 3776662"/>
                <a:gd name="connsiteX2" fmla="*/ 273845 w 273845"/>
                <a:gd name="connsiteY2" fmla="*/ 3581399 h 3776662"/>
                <a:gd name="connsiteX3" fmla="*/ 272825 w 273845"/>
                <a:gd name="connsiteY3" fmla="*/ 3776662 h 3776662"/>
                <a:gd name="connsiteX4" fmla="*/ 252414 w 273845"/>
                <a:gd name="connsiteY4" fmla="*/ 3776661 h 3776662"/>
                <a:gd name="connsiteX5" fmla="*/ 221457 w 273845"/>
                <a:gd name="connsiteY5" fmla="*/ 3774280 h 3776662"/>
                <a:gd name="connsiteX6" fmla="*/ 166689 w 273845"/>
                <a:gd name="connsiteY6" fmla="*/ 3776661 h 3776662"/>
                <a:gd name="connsiteX7" fmla="*/ 107157 w 273845"/>
                <a:gd name="connsiteY7" fmla="*/ 3774280 h 3776662"/>
                <a:gd name="connsiteX8" fmla="*/ 57151 w 273845"/>
                <a:gd name="connsiteY8" fmla="*/ 3776661 h 3776662"/>
                <a:gd name="connsiteX9" fmla="*/ 0 w 273845"/>
                <a:gd name="connsiteY9" fmla="*/ 3776662 h 3776662"/>
                <a:gd name="connsiteX10" fmla="*/ 1 w 273845"/>
                <a:gd name="connsiteY10" fmla="*/ 3609974 h 3776662"/>
                <a:gd name="connsiteX11" fmla="*/ 0 w 273845"/>
                <a:gd name="connsiteY11" fmla="*/ 0 h 3776662"/>
                <a:gd name="connsiteX0" fmla="*/ 0 w 273845"/>
                <a:gd name="connsiteY0" fmla="*/ 0 h 3776662"/>
                <a:gd name="connsiteX1" fmla="*/ 272825 w 273845"/>
                <a:gd name="connsiteY1" fmla="*/ 0 h 3776662"/>
                <a:gd name="connsiteX2" fmla="*/ 273845 w 273845"/>
                <a:gd name="connsiteY2" fmla="*/ 3581399 h 3776662"/>
                <a:gd name="connsiteX3" fmla="*/ 252414 w 273845"/>
                <a:gd name="connsiteY3" fmla="*/ 3776661 h 3776662"/>
                <a:gd name="connsiteX4" fmla="*/ 221457 w 273845"/>
                <a:gd name="connsiteY4" fmla="*/ 3774280 h 3776662"/>
                <a:gd name="connsiteX5" fmla="*/ 166689 w 273845"/>
                <a:gd name="connsiteY5" fmla="*/ 3776661 h 3776662"/>
                <a:gd name="connsiteX6" fmla="*/ 107157 w 273845"/>
                <a:gd name="connsiteY6" fmla="*/ 3774280 h 3776662"/>
                <a:gd name="connsiteX7" fmla="*/ 57151 w 273845"/>
                <a:gd name="connsiteY7" fmla="*/ 3776661 h 3776662"/>
                <a:gd name="connsiteX8" fmla="*/ 0 w 273845"/>
                <a:gd name="connsiteY8" fmla="*/ 3776662 h 3776662"/>
                <a:gd name="connsiteX9" fmla="*/ 1 w 273845"/>
                <a:gd name="connsiteY9" fmla="*/ 3609974 h 3776662"/>
                <a:gd name="connsiteX10" fmla="*/ 0 w 273845"/>
                <a:gd name="connsiteY10" fmla="*/ 0 h 3776662"/>
                <a:gd name="connsiteX0" fmla="*/ 0 w 273845"/>
                <a:gd name="connsiteY0" fmla="*/ 0 h 3776661"/>
                <a:gd name="connsiteX1" fmla="*/ 272825 w 273845"/>
                <a:gd name="connsiteY1" fmla="*/ 0 h 3776661"/>
                <a:gd name="connsiteX2" fmla="*/ 273845 w 273845"/>
                <a:gd name="connsiteY2" fmla="*/ 3581399 h 3776661"/>
                <a:gd name="connsiteX3" fmla="*/ 252414 w 273845"/>
                <a:gd name="connsiteY3" fmla="*/ 3776661 h 3776661"/>
                <a:gd name="connsiteX4" fmla="*/ 221457 w 273845"/>
                <a:gd name="connsiteY4" fmla="*/ 3774280 h 3776661"/>
                <a:gd name="connsiteX5" fmla="*/ 166689 w 273845"/>
                <a:gd name="connsiteY5" fmla="*/ 3776661 h 3776661"/>
                <a:gd name="connsiteX6" fmla="*/ 107157 w 273845"/>
                <a:gd name="connsiteY6" fmla="*/ 3774280 h 3776661"/>
                <a:gd name="connsiteX7" fmla="*/ 57151 w 273845"/>
                <a:gd name="connsiteY7" fmla="*/ 3776661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52414 w 273845"/>
                <a:gd name="connsiteY3" fmla="*/ 3776661 h 3776661"/>
                <a:gd name="connsiteX4" fmla="*/ 221457 w 273845"/>
                <a:gd name="connsiteY4" fmla="*/ 3774280 h 3776661"/>
                <a:gd name="connsiteX5" fmla="*/ 166689 w 273845"/>
                <a:gd name="connsiteY5" fmla="*/ 3776661 h 3776661"/>
                <a:gd name="connsiteX6" fmla="*/ 104776 w 273845"/>
                <a:gd name="connsiteY6" fmla="*/ 3664743 h 3776661"/>
                <a:gd name="connsiteX7" fmla="*/ 57151 w 273845"/>
                <a:gd name="connsiteY7" fmla="*/ 3776661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52414 w 273845"/>
                <a:gd name="connsiteY3" fmla="*/ 3776661 h 3776661"/>
                <a:gd name="connsiteX4" fmla="*/ 221457 w 273845"/>
                <a:gd name="connsiteY4" fmla="*/ 3774280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52414 w 273845"/>
                <a:gd name="connsiteY3" fmla="*/ 3776661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50032 w 273845"/>
                <a:gd name="connsiteY3" fmla="*/ 3695699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47651 w 273845"/>
                <a:gd name="connsiteY3" fmla="*/ 3702843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47651 w 273845"/>
                <a:gd name="connsiteY3" fmla="*/ 3702843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47651 w 273845"/>
                <a:gd name="connsiteY3" fmla="*/ 3702843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47651 w 273845"/>
                <a:gd name="connsiteY3" fmla="*/ 3702843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47651 w 273845"/>
                <a:gd name="connsiteY3" fmla="*/ 3702843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47651 w 273845"/>
                <a:gd name="connsiteY3" fmla="*/ 3702843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887"/>
                <a:gd name="connsiteX1" fmla="*/ 272825 w 273845"/>
                <a:gd name="connsiteY1" fmla="*/ 0 h 3776887"/>
                <a:gd name="connsiteX2" fmla="*/ 273845 w 273845"/>
                <a:gd name="connsiteY2" fmla="*/ 3581399 h 3776887"/>
                <a:gd name="connsiteX3" fmla="*/ 247651 w 273845"/>
                <a:gd name="connsiteY3" fmla="*/ 3702843 h 3776887"/>
                <a:gd name="connsiteX4" fmla="*/ 228601 w 273845"/>
                <a:gd name="connsiteY4" fmla="*/ 3629023 h 3776887"/>
                <a:gd name="connsiteX5" fmla="*/ 166689 w 273845"/>
                <a:gd name="connsiteY5" fmla="*/ 3776661 h 3776887"/>
                <a:gd name="connsiteX6" fmla="*/ 104776 w 273845"/>
                <a:gd name="connsiteY6" fmla="*/ 3664743 h 3776887"/>
                <a:gd name="connsiteX7" fmla="*/ 57151 w 273845"/>
                <a:gd name="connsiteY7" fmla="*/ 3750467 h 3776887"/>
                <a:gd name="connsiteX8" fmla="*/ 1 w 273845"/>
                <a:gd name="connsiteY8" fmla="*/ 3609974 h 3776887"/>
                <a:gd name="connsiteX9" fmla="*/ 0 w 273845"/>
                <a:gd name="connsiteY9" fmla="*/ 0 h 3776887"/>
                <a:gd name="connsiteX0" fmla="*/ 0 w 273845"/>
                <a:gd name="connsiteY0" fmla="*/ 0 h 3776887"/>
                <a:gd name="connsiteX1" fmla="*/ 272825 w 273845"/>
                <a:gd name="connsiteY1" fmla="*/ 0 h 3776887"/>
                <a:gd name="connsiteX2" fmla="*/ 273845 w 273845"/>
                <a:gd name="connsiteY2" fmla="*/ 3581399 h 3776887"/>
                <a:gd name="connsiteX3" fmla="*/ 247651 w 273845"/>
                <a:gd name="connsiteY3" fmla="*/ 3702843 h 3776887"/>
                <a:gd name="connsiteX4" fmla="*/ 228601 w 273845"/>
                <a:gd name="connsiteY4" fmla="*/ 3629023 h 3776887"/>
                <a:gd name="connsiteX5" fmla="*/ 166689 w 273845"/>
                <a:gd name="connsiteY5" fmla="*/ 3776661 h 3776887"/>
                <a:gd name="connsiteX6" fmla="*/ 104776 w 273845"/>
                <a:gd name="connsiteY6" fmla="*/ 3664743 h 3776887"/>
                <a:gd name="connsiteX7" fmla="*/ 57151 w 273845"/>
                <a:gd name="connsiteY7" fmla="*/ 3750467 h 3776887"/>
                <a:gd name="connsiteX8" fmla="*/ 1 w 273845"/>
                <a:gd name="connsiteY8" fmla="*/ 3609974 h 3776887"/>
                <a:gd name="connsiteX9" fmla="*/ 0 w 273845"/>
                <a:gd name="connsiteY9" fmla="*/ 0 h 3776887"/>
                <a:gd name="connsiteX0" fmla="*/ 0 w 273845"/>
                <a:gd name="connsiteY0" fmla="*/ 0 h 3776887"/>
                <a:gd name="connsiteX1" fmla="*/ 272825 w 273845"/>
                <a:gd name="connsiteY1" fmla="*/ 0 h 3776887"/>
                <a:gd name="connsiteX2" fmla="*/ 273845 w 273845"/>
                <a:gd name="connsiteY2" fmla="*/ 3581399 h 3776887"/>
                <a:gd name="connsiteX3" fmla="*/ 247651 w 273845"/>
                <a:gd name="connsiteY3" fmla="*/ 3702843 h 3776887"/>
                <a:gd name="connsiteX4" fmla="*/ 228601 w 273845"/>
                <a:gd name="connsiteY4" fmla="*/ 3629023 h 3776887"/>
                <a:gd name="connsiteX5" fmla="*/ 166689 w 273845"/>
                <a:gd name="connsiteY5" fmla="*/ 3776661 h 3776887"/>
                <a:gd name="connsiteX6" fmla="*/ 104776 w 273845"/>
                <a:gd name="connsiteY6" fmla="*/ 3664743 h 3776887"/>
                <a:gd name="connsiteX7" fmla="*/ 57151 w 273845"/>
                <a:gd name="connsiteY7" fmla="*/ 3750467 h 3776887"/>
                <a:gd name="connsiteX8" fmla="*/ 1 w 273845"/>
                <a:gd name="connsiteY8" fmla="*/ 3609974 h 3776887"/>
                <a:gd name="connsiteX9" fmla="*/ 0 w 273845"/>
                <a:gd name="connsiteY9" fmla="*/ 0 h 3776887"/>
                <a:gd name="connsiteX0" fmla="*/ 0 w 273845"/>
                <a:gd name="connsiteY0" fmla="*/ 0 h 3776859"/>
                <a:gd name="connsiteX1" fmla="*/ 272825 w 273845"/>
                <a:gd name="connsiteY1" fmla="*/ 0 h 3776859"/>
                <a:gd name="connsiteX2" fmla="*/ 273845 w 273845"/>
                <a:gd name="connsiteY2" fmla="*/ 3581399 h 3776859"/>
                <a:gd name="connsiteX3" fmla="*/ 247651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7651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94"/>
                <a:gd name="connsiteY0" fmla="*/ 0 h 3776859"/>
                <a:gd name="connsiteX1" fmla="*/ 272825 w 273894"/>
                <a:gd name="connsiteY1" fmla="*/ 0 h 3776859"/>
                <a:gd name="connsiteX2" fmla="*/ 273845 w 273894"/>
                <a:gd name="connsiteY2" fmla="*/ 3581399 h 3776859"/>
                <a:gd name="connsiteX3" fmla="*/ 247651 w 273894"/>
                <a:gd name="connsiteY3" fmla="*/ 3702843 h 3776859"/>
                <a:gd name="connsiteX4" fmla="*/ 223839 w 273894"/>
                <a:gd name="connsiteY4" fmla="*/ 3631404 h 3776859"/>
                <a:gd name="connsiteX5" fmla="*/ 166689 w 273894"/>
                <a:gd name="connsiteY5" fmla="*/ 3776661 h 3776859"/>
                <a:gd name="connsiteX6" fmla="*/ 104776 w 273894"/>
                <a:gd name="connsiteY6" fmla="*/ 3664743 h 3776859"/>
                <a:gd name="connsiteX7" fmla="*/ 57151 w 273894"/>
                <a:gd name="connsiteY7" fmla="*/ 3750467 h 3776859"/>
                <a:gd name="connsiteX8" fmla="*/ 1 w 273894"/>
                <a:gd name="connsiteY8" fmla="*/ 3609974 h 3776859"/>
                <a:gd name="connsiteX9" fmla="*/ 0 w 273894"/>
                <a:gd name="connsiteY9" fmla="*/ 0 h 3776859"/>
                <a:gd name="connsiteX0" fmla="*/ 0 w 273894"/>
                <a:gd name="connsiteY0" fmla="*/ 0 h 3776859"/>
                <a:gd name="connsiteX1" fmla="*/ 272825 w 273894"/>
                <a:gd name="connsiteY1" fmla="*/ 0 h 3776859"/>
                <a:gd name="connsiteX2" fmla="*/ 273845 w 273894"/>
                <a:gd name="connsiteY2" fmla="*/ 3581399 h 3776859"/>
                <a:gd name="connsiteX3" fmla="*/ 247651 w 273894"/>
                <a:gd name="connsiteY3" fmla="*/ 3702843 h 3776859"/>
                <a:gd name="connsiteX4" fmla="*/ 223839 w 273894"/>
                <a:gd name="connsiteY4" fmla="*/ 3631404 h 3776859"/>
                <a:gd name="connsiteX5" fmla="*/ 166689 w 273894"/>
                <a:gd name="connsiteY5" fmla="*/ 3776661 h 3776859"/>
                <a:gd name="connsiteX6" fmla="*/ 104776 w 273894"/>
                <a:gd name="connsiteY6" fmla="*/ 3664743 h 3776859"/>
                <a:gd name="connsiteX7" fmla="*/ 57151 w 273894"/>
                <a:gd name="connsiteY7" fmla="*/ 3750467 h 3776859"/>
                <a:gd name="connsiteX8" fmla="*/ 1 w 273894"/>
                <a:gd name="connsiteY8" fmla="*/ 3609974 h 3776859"/>
                <a:gd name="connsiteX9" fmla="*/ 0 w 273894"/>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7651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52414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52414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3845" h="3776859">
                  <a:moveTo>
                    <a:pt x="0" y="0"/>
                  </a:moveTo>
                  <a:lnTo>
                    <a:pt x="272825" y="0"/>
                  </a:lnTo>
                  <a:lnTo>
                    <a:pt x="273845" y="3581399"/>
                  </a:lnTo>
                  <a:cubicBezTo>
                    <a:pt x="269876" y="3659980"/>
                    <a:pt x="258763" y="3688555"/>
                    <a:pt x="245270" y="3702843"/>
                  </a:cubicBezTo>
                  <a:cubicBezTo>
                    <a:pt x="228204" y="3675061"/>
                    <a:pt x="236936" y="3619101"/>
                    <a:pt x="223839" y="3631404"/>
                  </a:cubicBezTo>
                  <a:cubicBezTo>
                    <a:pt x="210742" y="3643707"/>
                    <a:pt x="186533" y="3771105"/>
                    <a:pt x="166689" y="3776661"/>
                  </a:cubicBezTo>
                  <a:cubicBezTo>
                    <a:pt x="146845" y="3782217"/>
                    <a:pt x="123032" y="3669109"/>
                    <a:pt x="104776" y="3664743"/>
                  </a:cubicBezTo>
                  <a:cubicBezTo>
                    <a:pt x="86520" y="3660377"/>
                    <a:pt x="74614" y="3759595"/>
                    <a:pt x="57151" y="3750467"/>
                  </a:cubicBezTo>
                  <a:cubicBezTo>
                    <a:pt x="28576" y="3725068"/>
                    <a:pt x="9527" y="3661568"/>
                    <a:pt x="1" y="3609974"/>
                  </a:cubicBezTo>
                  <a:cubicBezTo>
                    <a:pt x="1" y="2406649"/>
                    <a:pt x="0" y="1203325"/>
                    <a:pt x="0" y="0"/>
                  </a:cubicBezTo>
                  <a:close/>
                </a:path>
              </a:pathLst>
            </a:custGeom>
            <a:gradFill flip="none" rotWithShape="1">
              <a:gsLst>
                <a:gs pos="83000">
                  <a:srgbClr val="C87B14"/>
                </a:gs>
                <a:gs pos="82000">
                  <a:srgbClr val="FF9F0B">
                    <a:lumMod val="90000"/>
                  </a:srgbClr>
                </a:gs>
                <a:gs pos="34000">
                  <a:srgbClr val="FEA30A">
                    <a:lumMod val="90000"/>
                  </a:srgbClr>
                </a:gs>
                <a:gs pos="0">
                  <a:srgbClr val="B87B00">
                    <a:lumMod val="90000"/>
                    <a:lumOff val="10000"/>
                  </a:srgbClr>
                </a:gs>
                <a:gs pos="33000">
                  <a:srgbClr val="BD7C04">
                    <a:lumMod val="100000"/>
                  </a:srgbClr>
                </a:gs>
                <a:gs pos="100000">
                  <a:srgbClr val="BC7908"/>
                </a:gs>
              </a:gsLst>
              <a:lin ang="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2" name="Rectangle 71">
              <a:extLst>
                <a:ext uri="{FF2B5EF4-FFF2-40B4-BE49-F238E27FC236}">
                  <a16:creationId xmlns:a16="http://schemas.microsoft.com/office/drawing/2014/main" id="{11804A3E-E473-F145-BA37-0480A780AEF3}"/>
                </a:ext>
              </a:extLst>
            </p:cNvPr>
            <p:cNvSpPr/>
            <p:nvPr/>
          </p:nvSpPr>
          <p:spPr>
            <a:xfrm>
              <a:off x="1374774" y="1417118"/>
              <a:ext cx="272825" cy="590550"/>
            </a:xfrm>
            <a:prstGeom prst="rect">
              <a:avLst/>
            </a:prstGeom>
            <a:gradFill flip="none" rotWithShape="1">
              <a:gsLst>
                <a:gs pos="0">
                  <a:schemeClr val="bg1">
                    <a:lumMod val="75000"/>
                  </a:schemeClr>
                </a:gs>
                <a:gs pos="27000">
                  <a:srgbClr val="F2F2F2">
                    <a:lumMod val="0"/>
                    <a:lumOff val="100000"/>
                  </a:srgbClr>
                </a:gs>
                <a:gs pos="100000">
                  <a:schemeClr val="bg1">
                    <a:lumMod val="50000"/>
                  </a:schemeClr>
                </a:gs>
              </a:gsLst>
              <a:lin ang="1080000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3" name="Rectangle 72">
              <a:extLst>
                <a:ext uri="{FF2B5EF4-FFF2-40B4-BE49-F238E27FC236}">
                  <a16:creationId xmlns:a16="http://schemas.microsoft.com/office/drawing/2014/main" id="{29AF2DF9-B42D-ED43-A26C-F5431C33EE7A}"/>
                </a:ext>
              </a:extLst>
            </p:cNvPr>
            <p:cNvSpPr/>
            <p:nvPr/>
          </p:nvSpPr>
          <p:spPr>
            <a:xfrm>
              <a:off x="1404710" y="1213680"/>
              <a:ext cx="212954" cy="203438"/>
            </a:xfrm>
            <a:prstGeom prst="rect">
              <a:avLst/>
            </a:prstGeom>
            <a:gradFill flip="none" rotWithShape="1">
              <a:gsLst>
                <a:gs pos="16000">
                  <a:srgbClr val="B24349"/>
                </a:gs>
                <a:gs pos="52000">
                  <a:srgbClr val="FFB3C7">
                    <a:lumMod val="84000"/>
                  </a:srgbClr>
                </a:gs>
                <a:gs pos="100000">
                  <a:srgbClr val="CC7190">
                    <a:lumMod val="84000"/>
                  </a:srgbClr>
                </a:gs>
              </a:gsLst>
              <a:lin ang="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4" name="Freeform 73">
              <a:extLst>
                <a:ext uri="{FF2B5EF4-FFF2-40B4-BE49-F238E27FC236}">
                  <a16:creationId xmlns:a16="http://schemas.microsoft.com/office/drawing/2014/main" id="{C6609CBD-EF9A-5B4D-AB88-F8CE23AA1233}"/>
                </a:ext>
              </a:extLst>
            </p:cNvPr>
            <p:cNvSpPr/>
            <p:nvPr/>
          </p:nvSpPr>
          <p:spPr>
            <a:xfrm rot="5400000">
              <a:off x="1396620" y="6927451"/>
              <a:ext cx="228600" cy="73152"/>
            </a:xfrm>
            <a:custGeom>
              <a:avLst/>
              <a:gdLst>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544" h="70612">
                  <a:moveTo>
                    <a:pt x="0" y="35306"/>
                  </a:moveTo>
                  <a:cubicBezTo>
                    <a:pt x="1521" y="15316"/>
                    <a:pt x="12805" y="4576"/>
                    <a:pt x="27685" y="0"/>
                  </a:cubicBezTo>
                  <a:lnTo>
                    <a:pt x="226544" y="35306"/>
                  </a:lnTo>
                  <a:lnTo>
                    <a:pt x="27685" y="70612"/>
                  </a:lnTo>
                  <a:cubicBezTo>
                    <a:pt x="11264" y="65009"/>
                    <a:pt x="1007" y="52726"/>
                    <a:pt x="0" y="35306"/>
                  </a:cubicBezTo>
                  <a:close/>
                </a:path>
              </a:pathLst>
            </a:custGeom>
            <a:solidFill>
              <a:srgbClr val="4C504C"/>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75" name="Straight Connector 74">
              <a:extLst>
                <a:ext uri="{FF2B5EF4-FFF2-40B4-BE49-F238E27FC236}">
                  <a16:creationId xmlns:a16="http://schemas.microsoft.com/office/drawing/2014/main" id="{051A2A17-38EA-5E49-9678-17318B088840}"/>
                </a:ext>
              </a:extLst>
            </p:cNvPr>
            <p:cNvCxnSpPr/>
            <p:nvPr/>
          </p:nvCxnSpPr>
          <p:spPr>
            <a:xfrm>
              <a:off x="1374774" y="1486648"/>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7580351B-ACBB-534A-86BC-338E34BE3B53}"/>
                </a:ext>
              </a:extLst>
            </p:cNvPr>
            <p:cNvCxnSpPr/>
            <p:nvPr/>
          </p:nvCxnSpPr>
          <p:spPr>
            <a:xfrm>
              <a:off x="1374774" y="1562425"/>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4C4D35FF-D4C2-074A-A36D-D623311B2218}"/>
                </a:ext>
              </a:extLst>
            </p:cNvPr>
            <p:cNvCxnSpPr/>
            <p:nvPr/>
          </p:nvCxnSpPr>
          <p:spPr>
            <a:xfrm>
              <a:off x="1374774" y="1638202"/>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45FC40F-1750-F749-B9C5-A5CA66D2D005}"/>
                </a:ext>
              </a:extLst>
            </p:cNvPr>
            <p:cNvCxnSpPr/>
            <p:nvPr/>
          </p:nvCxnSpPr>
          <p:spPr>
            <a:xfrm>
              <a:off x="1374774" y="1713979"/>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D9C7EA5-A66E-2341-A2C5-53CB03FDA01A}"/>
                </a:ext>
              </a:extLst>
            </p:cNvPr>
            <p:cNvCxnSpPr/>
            <p:nvPr/>
          </p:nvCxnSpPr>
          <p:spPr>
            <a:xfrm>
              <a:off x="1374774" y="1789756"/>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6D65E115-EF96-1E4E-99D8-DE5FA0BE3DBA}"/>
                </a:ext>
              </a:extLst>
            </p:cNvPr>
            <p:cNvCxnSpPr/>
            <p:nvPr/>
          </p:nvCxnSpPr>
          <p:spPr>
            <a:xfrm>
              <a:off x="1374774" y="1865533"/>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9B7B2FD-4111-1D46-AE89-BC5D974CC251}"/>
                </a:ext>
              </a:extLst>
            </p:cNvPr>
            <p:cNvCxnSpPr/>
            <p:nvPr/>
          </p:nvCxnSpPr>
          <p:spPr>
            <a:xfrm>
              <a:off x="1374774" y="1941308"/>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grpSp>
      <p:sp>
        <p:nvSpPr>
          <p:cNvPr id="83" name="Pentagon 82">
            <a:extLst>
              <a:ext uri="{FF2B5EF4-FFF2-40B4-BE49-F238E27FC236}">
                <a16:creationId xmlns:a16="http://schemas.microsoft.com/office/drawing/2014/main" id="{4B9E23A6-944A-9743-9A07-FB3DB785DC4F}"/>
              </a:ext>
            </a:extLst>
          </p:cNvPr>
          <p:cNvSpPr/>
          <p:nvPr/>
        </p:nvSpPr>
        <p:spPr>
          <a:xfrm>
            <a:off x="1753353" y="2069756"/>
            <a:ext cx="9108839" cy="1235419"/>
          </a:xfrm>
          <a:prstGeom prst="homePlate">
            <a:avLst>
              <a:gd name="adj" fmla="val 36274"/>
            </a:avLst>
          </a:prstGeom>
          <a:solidFill>
            <a:schemeClr val="accent6">
              <a:lumMod val="60000"/>
              <a:lumOff val="40000"/>
            </a:schemeClr>
          </a:solidFill>
          <a:ln w="317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800">
              <a:latin typeface="Tahoma" panose="020B0604030504040204" pitchFamily="34" charset="0"/>
              <a:ea typeface="Tahoma" panose="020B0604030504040204" pitchFamily="34" charset="0"/>
              <a:cs typeface="Tahoma" panose="020B0604030504040204" pitchFamily="34" charset="0"/>
            </a:endParaRPr>
          </a:p>
        </p:txBody>
      </p:sp>
      <p:sp>
        <p:nvSpPr>
          <p:cNvPr id="87" name="TextBox 86">
            <a:extLst>
              <a:ext uri="{FF2B5EF4-FFF2-40B4-BE49-F238E27FC236}">
                <a16:creationId xmlns:a16="http://schemas.microsoft.com/office/drawing/2014/main" id="{015D007F-AD5A-F344-9947-3B56A4663A9B}"/>
              </a:ext>
            </a:extLst>
          </p:cNvPr>
          <p:cNvSpPr txBox="1"/>
          <p:nvPr/>
        </p:nvSpPr>
        <p:spPr>
          <a:xfrm>
            <a:off x="1810212" y="2409553"/>
            <a:ext cx="520497" cy="523220"/>
          </a:xfrm>
          <a:prstGeom prst="rect">
            <a:avLst/>
          </a:prstGeom>
          <a:solidFill>
            <a:schemeClr val="accent6">
              <a:lumMod val="60000"/>
              <a:lumOff val="40000"/>
            </a:schemeClr>
          </a:solidFill>
          <a:effectLst/>
        </p:spPr>
        <p:txBody>
          <a:bodyPr wrap="square">
            <a:spAutoFit/>
          </a:bodyPr>
          <a:lstStyle/>
          <a:p>
            <a:pPr eaLnBrk="1" fontAlgn="auto" hangingPunct="1">
              <a:spcBef>
                <a:spcPts val="0"/>
              </a:spcBef>
              <a:spcAft>
                <a:spcPts val="0"/>
              </a:spcAft>
              <a:defRPr/>
            </a:pPr>
            <a:r>
              <a:rPr lang="en-US" sz="2800" b="1" dirty="0">
                <a:solidFill>
                  <a:schemeClr val="bg1"/>
                </a:solidFill>
                <a:latin typeface="Tahoma" panose="020B0604030504040204" pitchFamily="34" charset="0"/>
                <a:ea typeface="Tahoma" panose="020B0604030504040204" pitchFamily="34" charset="0"/>
                <a:cs typeface="Tahoma" panose="020B0604030504040204" pitchFamily="34" charset="0"/>
              </a:rPr>
              <a:t>1</a:t>
            </a:r>
          </a:p>
        </p:txBody>
      </p:sp>
      <p:sp>
        <p:nvSpPr>
          <p:cNvPr id="91" name="TextBox 90">
            <a:extLst>
              <a:ext uri="{FF2B5EF4-FFF2-40B4-BE49-F238E27FC236}">
                <a16:creationId xmlns:a16="http://schemas.microsoft.com/office/drawing/2014/main" id="{26609BFC-7635-6141-8381-476FE58BC53B}"/>
              </a:ext>
            </a:extLst>
          </p:cNvPr>
          <p:cNvSpPr txBox="1"/>
          <p:nvPr/>
        </p:nvSpPr>
        <p:spPr>
          <a:xfrm>
            <a:off x="2234866" y="2225393"/>
            <a:ext cx="8082766" cy="1077218"/>
          </a:xfrm>
          <a:prstGeom prst="rect">
            <a:avLst/>
          </a:prstGeom>
          <a:solidFill>
            <a:schemeClr val="accent6">
              <a:lumMod val="60000"/>
              <a:lumOff val="40000"/>
            </a:schemeClr>
          </a:solidFill>
          <a:effectLst/>
        </p:spPr>
        <p:txBody>
          <a:bodyPr wrap="square">
            <a:spAutoFit/>
          </a:bodyPr>
          <a:lstStyle/>
          <a:p>
            <a:pPr algn="just"/>
            <a:r>
              <a:rPr lang="de-DE" sz="3200" dirty="0">
                <a:solidFill>
                  <a:schemeClr val="bg1"/>
                </a:solidFill>
                <a:latin typeface="Tahoma" panose="020B0604030504040204" pitchFamily="34" charset="0"/>
                <a:ea typeface="Tahoma" panose="020B0604030504040204" pitchFamily="34" charset="0"/>
                <a:cs typeface="Tahoma" panose="020B0604030504040204" pitchFamily="34" charset="0"/>
              </a:rPr>
              <a:t>Khái niệm về mạch phi tuyến tính và các phần tử phi tuyến</a:t>
            </a:r>
            <a:endParaRPr lang="en-US" sz="32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100" name="Chỗ dành sẵn cho Chân trang 4">
            <a:extLst>
              <a:ext uri="{FF2B5EF4-FFF2-40B4-BE49-F238E27FC236}">
                <a16:creationId xmlns:a16="http://schemas.microsoft.com/office/drawing/2014/main" id="{B479A406-5C82-B049-B266-03F798B66F00}"/>
              </a:ext>
            </a:extLst>
          </p:cNvPr>
          <p:cNvSpPr txBox="1">
            <a:spLocks/>
          </p:cNvSpPr>
          <p:nvPr/>
        </p:nvSpPr>
        <p:spPr bwMode="auto">
          <a:xfrm>
            <a:off x="7620000" y="6034446"/>
            <a:ext cx="3178629" cy="58760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tx2"/>
              </a:buClr>
              <a:buSzPct val="115000"/>
              <a:buFont typeface="Wingdings" pitchFamily="2" charset="2"/>
              <a:buChar char="§"/>
              <a:defRPr sz="2100" kern="1200">
                <a:solidFill>
                  <a:schemeClr val="tx2"/>
                </a:solidFill>
                <a:latin typeface="Arial" panose="020B0604020202020204" pitchFamily="34" charset="0"/>
                <a:ea typeface="+mn-ea"/>
                <a:cs typeface="Arial" panose="020B0604020202020204" pitchFamily="34" charset="0"/>
              </a:defRPr>
            </a:lvl1pPr>
            <a:lvl2pPr marL="557213" indent="-214313" algn="l" rtl="0" eaLnBrk="0" fontAlgn="base" hangingPunct="0">
              <a:spcBef>
                <a:spcPct val="20000"/>
              </a:spcBef>
              <a:spcAft>
                <a:spcPct val="0"/>
              </a:spcAft>
              <a:buClr>
                <a:schemeClr val="accent1"/>
              </a:buClr>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rtl="0" eaLnBrk="0" fontAlgn="base" hangingPunct="0">
              <a:spcBef>
                <a:spcPct val="20000"/>
              </a:spcBef>
              <a:spcAft>
                <a:spcPct val="0"/>
              </a:spcAft>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rtl="0" eaLnBrk="0" fontAlgn="base" hangingPunct="0">
              <a:spcBef>
                <a:spcPct val="20000"/>
              </a:spcBef>
              <a:spcAft>
                <a:spcPct val="0"/>
              </a:spcAft>
              <a:buChar char="–"/>
              <a:defRPr sz="1500" kern="1200">
                <a:solidFill>
                  <a:schemeClr val="tx1"/>
                </a:solidFill>
                <a:latin typeface="Arial" panose="020B0604020202020204" pitchFamily="34" charset="0"/>
                <a:ea typeface="+mn-ea"/>
                <a:cs typeface="Arial" panose="020B0604020202020204" pitchFamily="34" charset="0"/>
              </a:defRPr>
            </a:lvl4pPr>
            <a:lvl5pPr marL="1543050" indent="-171450" algn="l" rtl="0" eaLnBrk="0" fontAlgn="base" hangingPunct="0">
              <a:spcBef>
                <a:spcPct val="20000"/>
              </a:spcBef>
              <a:spcAft>
                <a:spcPct val="0"/>
              </a:spcAft>
              <a:buChar char="»"/>
              <a:defRPr sz="1500" kern="1200">
                <a:solidFill>
                  <a:schemeClr val="tx1"/>
                </a:solidFill>
                <a:latin typeface="Arial" panose="020B0604020202020204" pitchFamily="34" charset="0"/>
                <a:ea typeface="+mn-ea"/>
                <a:cs typeface="Arial" panose="020B0604020202020204" pitchFamily="34" charset="0"/>
              </a:defRPr>
            </a:lvl5pPr>
            <a:lvl6pPr marL="1885950" indent="-171450" algn="l" defTabSz="914400" rtl="0" eaLnBrk="0" fontAlgn="base" latinLnBrk="0" hangingPunct="0">
              <a:spcBef>
                <a:spcPct val="20000"/>
              </a:spcBef>
              <a:spcAft>
                <a:spcPct val="0"/>
              </a:spcAft>
              <a:buChar char="»"/>
              <a:defRPr sz="1500" kern="1200">
                <a:solidFill>
                  <a:schemeClr val="tx1"/>
                </a:solidFill>
                <a:latin typeface="Arial" panose="020B0604020202020204" pitchFamily="34" charset="0"/>
                <a:ea typeface="+mn-ea"/>
                <a:cs typeface="Arial" panose="020B0604020202020204" pitchFamily="34" charset="0"/>
              </a:defRPr>
            </a:lvl6pPr>
            <a:lvl7pPr marL="2228850" indent="-171450" algn="l" defTabSz="914400" rtl="0" eaLnBrk="0" fontAlgn="base" latinLnBrk="0" hangingPunct="0">
              <a:spcBef>
                <a:spcPct val="20000"/>
              </a:spcBef>
              <a:spcAft>
                <a:spcPct val="0"/>
              </a:spcAft>
              <a:buChar char="»"/>
              <a:defRPr sz="1500" kern="1200">
                <a:solidFill>
                  <a:schemeClr val="tx1"/>
                </a:solidFill>
                <a:latin typeface="Arial" panose="020B0604020202020204" pitchFamily="34" charset="0"/>
                <a:ea typeface="+mn-ea"/>
                <a:cs typeface="Arial" panose="020B0604020202020204" pitchFamily="34" charset="0"/>
              </a:defRPr>
            </a:lvl7pPr>
            <a:lvl8pPr marL="2571750" indent="-171450" algn="l" defTabSz="914400" rtl="0" eaLnBrk="0" fontAlgn="base" latinLnBrk="0" hangingPunct="0">
              <a:spcBef>
                <a:spcPct val="20000"/>
              </a:spcBef>
              <a:spcAft>
                <a:spcPct val="0"/>
              </a:spcAft>
              <a:buChar char="»"/>
              <a:defRPr sz="1500" kern="1200">
                <a:solidFill>
                  <a:schemeClr val="tx1"/>
                </a:solidFill>
                <a:latin typeface="Arial" panose="020B0604020202020204" pitchFamily="34" charset="0"/>
                <a:ea typeface="+mn-ea"/>
                <a:cs typeface="Arial" panose="020B0604020202020204" pitchFamily="34" charset="0"/>
              </a:defRPr>
            </a:lvl8pPr>
            <a:lvl9pPr marL="2914650" indent="-171450" algn="l" defTabSz="914400" rtl="0" eaLnBrk="0" fontAlgn="base" latinLnBrk="0" hangingPunct="0">
              <a:spcBef>
                <a:spcPct val="20000"/>
              </a:spcBef>
              <a:spcAft>
                <a:spcPct val="0"/>
              </a:spcAft>
              <a:buChar char="»"/>
              <a:defRPr sz="1500" kern="1200">
                <a:solidFill>
                  <a:schemeClr val="tx1"/>
                </a:solidFill>
                <a:latin typeface="Arial" panose="020B0604020202020204" pitchFamily="34" charset="0"/>
                <a:ea typeface="+mn-ea"/>
                <a:cs typeface="Arial" panose="020B0604020202020204" pitchFamily="34" charset="0"/>
              </a:defRPr>
            </a:lvl9pPr>
          </a:lstStyle>
          <a:p>
            <a:pPr algn="r" eaLnBrk="1" hangingPunct="1">
              <a:spcBef>
                <a:spcPct val="0"/>
              </a:spcBef>
              <a:buClrTx/>
              <a:buSzTx/>
              <a:buFontTx/>
              <a:buNone/>
            </a:pPr>
            <a:r>
              <a:rPr lang="en-US" altLang="en-US" sz="1800" dirty="0">
                <a:solidFill>
                  <a:srgbClr val="002060"/>
                </a:solidFill>
                <a:latin typeface="Tahoma" panose="020B0604030504040204" pitchFamily="34" charset="0"/>
                <a:ea typeface="Tahoma" panose="020B0604030504040204" pitchFamily="34" charset="0"/>
                <a:cs typeface="Tahoma" panose="020B0604030504040204" pitchFamily="34" charset="0"/>
              </a:rPr>
              <a:t>www.hcmute.edu.vn</a:t>
            </a:r>
          </a:p>
        </p:txBody>
      </p:sp>
      <p:sp>
        <p:nvSpPr>
          <p:cNvPr id="31" name="Pentagon 30">
            <a:extLst>
              <a:ext uri="{FF2B5EF4-FFF2-40B4-BE49-F238E27FC236}">
                <a16:creationId xmlns:a16="http://schemas.microsoft.com/office/drawing/2014/main" id="{4B9E23A6-944A-9743-9A07-FB3DB785DC4F}"/>
              </a:ext>
            </a:extLst>
          </p:cNvPr>
          <p:cNvSpPr/>
          <p:nvPr/>
        </p:nvSpPr>
        <p:spPr>
          <a:xfrm>
            <a:off x="1724925" y="3916460"/>
            <a:ext cx="9137267" cy="1235419"/>
          </a:xfrm>
          <a:prstGeom prst="homePlate">
            <a:avLst>
              <a:gd name="adj" fmla="val 36274"/>
            </a:avLst>
          </a:prstGeom>
          <a:solidFill>
            <a:schemeClr val="accent6">
              <a:lumMod val="60000"/>
              <a:lumOff val="40000"/>
            </a:schemeClr>
          </a:solidFill>
          <a:ln w="317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800">
              <a:latin typeface="Tahoma" panose="020B0604030504040204" pitchFamily="34" charset="0"/>
              <a:ea typeface="Tahoma" panose="020B0604030504040204" pitchFamily="34" charset="0"/>
              <a:cs typeface="Tahoma" panose="020B0604030504040204" pitchFamily="34" charset="0"/>
            </a:endParaRPr>
          </a:p>
        </p:txBody>
      </p:sp>
      <p:sp>
        <p:nvSpPr>
          <p:cNvPr id="32" name="TextBox 31">
            <a:extLst>
              <a:ext uri="{FF2B5EF4-FFF2-40B4-BE49-F238E27FC236}">
                <a16:creationId xmlns:a16="http://schemas.microsoft.com/office/drawing/2014/main" id="{015D007F-AD5A-F344-9947-3B56A4663A9B}"/>
              </a:ext>
            </a:extLst>
          </p:cNvPr>
          <p:cNvSpPr txBox="1"/>
          <p:nvPr/>
        </p:nvSpPr>
        <p:spPr>
          <a:xfrm>
            <a:off x="1781784" y="4192089"/>
            <a:ext cx="522121" cy="523220"/>
          </a:xfrm>
          <a:prstGeom prst="rect">
            <a:avLst/>
          </a:prstGeom>
          <a:solidFill>
            <a:schemeClr val="accent6">
              <a:lumMod val="60000"/>
              <a:lumOff val="40000"/>
            </a:schemeClr>
          </a:solidFill>
          <a:effectLst/>
        </p:spPr>
        <p:txBody>
          <a:bodyPr wrap="square">
            <a:spAutoFit/>
          </a:bodyPr>
          <a:lstStyle/>
          <a:p>
            <a:pPr eaLnBrk="1" fontAlgn="auto" hangingPunct="1">
              <a:spcBef>
                <a:spcPts val="0"/>
              </a:spcBef>
              <a:spcAft>
                <a:spcPts val="0"/>
              </a:spcAft>
              <a:defRPr/>
            </a:pPr>
            <a:r>
              <a:rPr lang="en-US" sz="2800" b="1" dirty="0">
                <a:solidFill>
                  <a:schemeClr val="bg1"/>
                </a:solidFill>
                <a:latin typeface="Tahoma" panose="020B0604030504040204" pitchFamily="34" charset="0"/>
                <a:ea typeface="Tahoma" panose="020B0604030504040204" pitchFamily="34" charset="0"/>
                <a:cs typeface="Tahoma" panose="020B0604030504040204" pitchFamily="34" charset="0"/>
              </a:rPr>
              <a:t>2</a:t>
            </a:r>
          </a:p>
        </p:txBody>
      </p:sp>
      <p:sp>
        <p:nvSpPr>
          <p:cNvPr id="33" name="TextBox 32">
            <a:extLst>
              <a:ext uri="{FF2B5EF4-FFF2-40B4-BE49-F238E27FC236}">
                <a16:creationId xmlns:a16="http://schemas.microsoft.com/office/drawing/2014/main" id="{26609BFC-7635-6141-8381-476FE58BC53B}"/>
              </a:ext>
            </a:extLst>
          </p:cNvPr>
          <p:cNvSpPr txBox="1"/>
          <p:nvPr/>
        </p:nvSpPr>
        <p:spPr>
          <a:xfrm>
            <a:off x="2206438" y="4072097"/>
            <a:ext cx="8107991" cy="584775"/>
          </a:xfrm>
          <a:prstGeom prst="rect">
            <a:avLst/>
          </a:prstGeom>
          <a:solidFill>
            <a:schemeClr val="accent6">
              <a:lumMod val="60000"/>
              <a:lumOff val="40000"/>
            </a:schemeClr>
          </a:solidFill>
          <a:effectLst/>
        </p:spPr>
        <p:txBody>
          <a:bodyPr wrap="square">
            <a:spAutoFit/>
          </a:bodyPr>
          <a:lstStyle/>
          <a:p>
            <a:pPr algn="just"/>
            <a:r>
              <a:rPr lang="nl-NL" sz="3200" dirty="0">
                <a:solidFill>
                  <a:schemeClr val="bg1"/>
                </a:solidFill>
                <a:latin typeface="Tahoma" panose="020B0604030504040204" pitchFamily="34" charset="0"/>
                <a:ea typeface="Tahoma" panose="020B0604030504040204" pitchFamily="34" charset="0"/>
                <a:cs typeface="Tahoma" panose="020B0604030504040204" pitchFamily="34" charset="0"/>
              </a:rPr>
              <a:t>Các phương pháp phân tích mạch phi tuyến</a:t>
            </a:r>
            <a:endParaRPr lang="en-US" sz="32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511340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 calcmode="lin" valueType="num">
                                      <p:cBhvr additive="base">
                                        <p:cTn id="7" dur="500" fill="hold"/>
                                        <p:tgtEl>
                                          <p:spTgt spid="91"/>
                                        </p:tgtEl>
                                        <p:attrNameLst>
                                          <p:attrName>ppt_x</p:attrName>
                                        </p:attrNameLst>
                                      </p:cBhvr>
                                      <p:tavLst>
                                        <p:tav tm="0">
                                          <p:val>
                                            <p:strVal val="0-#ppt_w/2"/>
                                          </p:val>
                                        </p:tav>
                                        <p:tav tm="100000">
                                          <p:val>
                                            <p:strVal val="#ppt_x"/>
                                          </p:val>
                                        </p:tav>
                                      </p:tavLst>
                                    </p:anim>
                                    <p:anim calcmode="lin" valueType="num">
                                      <p:cBhvr additive="base">
                                        <p:cTn id="8" dur="500" fill="hold"/>
                                        <p:tgtEl>
                                          <p:spTgt spid="91"/>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3"/>
                                        </p:tgtEl>
                                        <p:attrNameLst>
                                          <p:attrName>style.visibility</p:attrName>
                                        </p:attrNameLst>
                                      </p:cBhvr>
                                      <p:to>
                                        <p:strVal val="visible"/>
                                      </p:to>
                                    </p:set>
                                    <p:anim calcmode="lin" valueType="num">
                                      <p:cBhvr additive="base">
                                        <p:cTn id="11" dur="500" fill="hold"/>
                                        <p:tgtEl>
                                          <p:spTgt spid="83"/>
                                        </p:tgtEl>
                                        <p:attrNameLst>
                                          <p:attrName>ppt_x</p:attrName>
                                        </p:attrNameLst>
                                      </p:cBhvr>
                                      <p:tavLst>
                                        <p:tav tm="0">
                                          <p:val>
                                            <p:strVal val="0-#ppt_w/2"/>
                                          </p:val>
                                        </p:tav>
                                        <p:tav tm="100000">
                                          <p:val>
                                            <p:strVal val="#ppt_x"/>
                                          </p:val>
                                        </p:tav>
                                      </p:tavLst>
                                    </p:anim>
                                    <p:anim calcmode="lin" valueType="num">
                                      <p:cBhvr additive="base">
                                        <p:cTn id="12" dur="500" fill="hold"/>
                                        <p:tgtEl>
                                          <p:spTgt spid="83"/>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7"/>
                                        </p:tgtEl>
                                        <p:attrNameLst>
                                          <p:attrName>style.visibility</p:attrName>
                                        </p:attrNameLst>
                                      </p:cBhvr>
                                      <p:to>
                                        <p:strVal val="visible"/>
                                      </p:to>
                                    </p:set>
                                    <p:anim calcmode="lin" valueType="num">
                                      <p:cBhvr additive="base">
                                        <p:cTn id="15" dur="500" fill="hold"/>
                                        <p:tgtEl>
                                          <p:spTgt spid="87"/>
                                        </p:tgtEl>
                                        <p:attrNameLst>
                                          <p:attrName>ppt_x</p:attrName>
                                        </p:attrNameLst>
                                      </p:cBhvr>
                                      <p:tavLst>
                                        <p:tav tm="0">
                                          <p:val>
                                            <p:strVal val="0-#ppt_w/2"/>
                                          </p:val>
                                        </p:tav>
                                        <p:tav tm="100000">
                                          <p:val>
                                            <p:strVal val="#ppt_x"/>
                                          </p:val>
                                        </p:tav>
                                      </p:tavLst>
                                    </p:anim>
                                    <p:anim calcmode="lin" valueType="num">
                                      <p:cBhvr additive="base">
                                        <p:cTn id="16" dur="500" fill="hold"/>
                                        <p:tgtEl>
                                          <p:spTgt spid="87"/>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33"/>
                                        </p:tgtEl>
                                        <p:attrNameLst>
                                          <p:attrName>style.visibility</p:attrName>
                                        </p:attrNameLst>
                                      </p:cBhvr>
                                      <p:to>
                                        <p:strVal val="visible"/>
                                      </p:to>
                                    </p:set>
                                    <p:anim calcmode="lin" valueType="num">
                                      <p:cBhvr additive="base">
                                        <p:cTn id="21" dur="500" fill="hold"/>
                                        <p:tgtEl>
                                          <p:spTgt spid="33"/>
                                        </p:tgtEl>
                                        <p:attrNameLst>
                                          <p:attrName>ppt_x</p:attrName>
                                        </p:attrNameLst>
                                      </p:cBhvr>
                                      <p:tavLst>
                                        <p:tav tm="0">
                                          <p:val>
                                            <p:strVal val="0-#ppt_w/2"/>
                                          </p:val>
                                        </p:tav>
                                        <p:tav tm="100000">
                                          <p:val>
                                            <p:strVal val="#ppt_x"/>
                                          </p:val>
                                        </p:tav>
                                      </p:tavLst>
                                    </p:anim>
                                    <p:anim calcmode="lin" valueType="num">
                                      <p:cBhvr additive="base">
                                        <p:cTn id="22" dur="500" fill="hold"/>
                                        <p:tgtEl>
                                          <p:spTgt spid="33"/>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 calcmode="lin" valueType="num">
                                      <p:cBhvr additive="base">
                                        <p:cTn id="25" dur="500" fill="hold"/>
                                        <p:tgtEl>
                                          <p:spTgt spid="31"/>
                                        </p:tgtEl>
                                        <p:attrNameLst>
                                          <p:attrName>ppt_x</p:attrName>
                                        </p:attrNameLst>
                                      </p:cBhvr>
                                      <p:tavLst>
                                        <p:tav tm="0">
                                          <p:val>
                                            <p:strVal val="0-#ppt_w/2"/>
                                          </p:val>
                                        </p:tav>
                                        <p:tav tm="100000">
                                          <p:val>
                                            <p:strVal val="#ppt_x"/>
                                          </p:val>
                                        </p:tav>
                                      </p:tavLst>
                                    </p:anim>
                                    <p:anim calcmode="lin" valueType="num">
                                      <p:cBhvr additive="base">
                                        <p:cTn id="26" dur="500" fill="hold"/>
                                        <p:tgtEl>
                                          <p:spTgt spid="31"/>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anim calcmode="lin" valueType="num">
                                      <p:cBhvr additive="base">
                                        <p:cTn id="29" dur="500" fill="hold"/>
                                        <p:tgtEl>
                                          <p:spTgt spid="32"/>
                                        </p:tgtEl>
                                        <p:attrNameLst>
                                          <p:attrName>ppt_x</p:attrName>
                                        </p:attrNameLst>
                                      </p:cBhvr>
                                      <p:tavLst>
                                        <p:tav tm="0">
                                          <p:val>
                                            <p:strVal val="0-#ppt_w/2"/>
                                          </p:val>
                                        </p:tav>
                                        <p:tav tm="100000">
                                          <p:val>
                                            <p:strVal val="#ppt_x"/>
                                          </p:val>
                                        </p:tav>
                                      </p:tavLst>
                                    </p:anim>
                                    <p:anim calcmode="lin" valueType="num">
                                      <p:cBhvr additive="base">
                                        <p:cTn id="30" dur="5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87" grpId="0" animBg="1"/>
      <p:bldP spid="91" grpId="0" animBg="1"/>
      <p:bldP spid="31" grpId="0" animBg="1"/>
      <p:bldP spid="32" grpId="0" animBg="1"/>
      <p:bldP spid="3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DB430C9-AE33-4847-9239-DC1981E59458}"/>
              </a:ext>
            </a:extLst>
          </p:cNvPr>
          <p:cNvSpPr>
            <a:spLocks noGrp="1"/>
          </p:cNvSpPr>
          <p:nvPr>
            <p:ph type="sldNum" sz="quarter" idx="12"/>
          </p:nvPr>
        </p:nvSpPr>
        <p:spPr/>
        <p:txBody>
          <a:bodyPr/>
          <a:lstStyle/>
          <a:p>
            <a:fld id="{E3813BF9-5145-4417-B95D-FA8627973885}" type="slidenum">
              <a:rPr lang="en-US" smtClean="0"/>
              <a:pPr/>
              <a:t>6</a:t>
            </a:fld>
            <a:endParaRPr lang="en-US"/>
          </a:p>
        </p:txBody>
      </p:sp>
      <p:grpSp>
        <p:nvGrpSpPr>
          <p:cNvPr id="69" name="Group 68">
            <a:extLst>
              <a:ext uri="{FF2B5EF4-FFF2-40B4-BE49-F238E27FC236}">
                <a16:creationId xmlns:a16="http://schemas.microsoft.com/office/drawing/2014/main" id="{F2048C05-7030-7144-9042-4CA42FF5E978}"/>
              </a:ext>
            </a:extLst>
          </p:cNvPr>
          <p:cNvGrpSpPr/>
          <p:nvPr/>
        </p:nvGrpSpPr>
        <p:grpSpPr>
          <a:xfrm>
            <a:off x="1826992" y="1443630"/>
            <a:ext cx="560161" cy="4695916"/>
            <a:chOff x="1374507" y="1213680"/>
            <a:chExt cx="274587" cy="5887961"/>
          </a:xfrm>
        </p:grpSpPr>
        <p:sp>
          <p:nvSpPr>
            <p:cNvPr id="70" name="Pentagon 69">
              <a:extLst>
                <a:ext uri="{FF2B5EF4-FFF2-40B4-BE49-F238E27FC236}">
                  <a16:creationId xmlns:a16="http://schemas.microsoft.com/office/drawing/2014/main" id="{787BE5AA-9F8B-E648-834C-66D11A332F30}"/>
                </a:ext>
              </a:extLst>
            </p:cNvPr>
            <p:cNvSpPr/>
            <p:nvPr/>
          </p:nvSpPr>
          <p:spPr>
            <a:xfrm rot="5400000">
              <a:off x="1103487" y="6557795"/>
              <a:ext cx="814866" cy="272825"/>
            </a:xfrm>
            <a:prstGeom prst="homePlate">
              <a:avLst>
                <a:gd name="adj" fmla="val 281623"/>
              </a:avLst>
            </a:prstGeom>
            <a:gradFill flip="none" rotWithShape="1">
              <a:gsLst>
                <a:gs pos="100000">
                  <a:srgbClr val="B88954"/>
                </a:gs>
                <a:gs pos="0">
                  <a:srgbClr val="E1C9AF"/>
                </a:gs>
              </a:gsLst>
              <a:lin ang="540000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1" name="Rectangle 5">
              <a:extLst>
                <a:ext uri="{FF2B5EF4-FFF2-40B4-BE49-F238E27FC236}">
                  <a16:creationId xmlns:a16="http://schemas.microsoft.com/office/drawing/2014/main" id="{EBD6B83E-60F5-CA45-8EDD-99A525F1DB4A}"/>
                </a:ext>
              </a:extLst>
            </p:cNvPr>
            <p:cNvSpPr/>
            <p:nvPr/>
          </p:nvSpPr>
          <p:spPr>
            <a:xfrm>
              <a:off x="1374774" y="2007666"/>
              <a:ext cx="273845" cy="4461223"/>
            </a:xfrm>
            <a:custGeom>
              <a:avLst/>
              <a:gdLst>
                <a:gd name="connsiteX0" fmla="*/ 0 w 272825"/>
                <a:gd name="connsiteY0" fmla="*/ 0 h 3776662"/>
                <a:gd name="connsiteX1" fmla="*/ 272825 w 272825"/>
                <a:gd name="connsiteY1" fmla="*/ 0 h 3776662"/>
                <a:gd name="connsiteX2" fmla="*/ 272825 w 272825"/>
                <a:gd name="connsiteY2" fmla="*/ 3776662 h 3776662"/>
                <a:gd name="connsiteX3" fmla="*/ 0 w 272825"/>
                <a:gd name="connsiteY3" fmla="*/ 3776662 h 3776662"/>
                <a:gd name="connsiteX4" fmla="*/ 0 w 272825"/>
                <a:gd name="connsiteY4" fmla="*/ 0 h 3776662"/>
                <a:gd name="connsiteX0" fmla="*/ 0 w 272825"/>
                <a:gd name="connsiteY0" fmla="*/ 0 h 3776662"/>
                <a:gd name="connsiteX1" fmla="*/ 272825 w 272825"/>
                <a:gd name="connsiteY1" fmla="*/ 0 h 3776662"/>
                <a:gd name="connsiteX2" fmla="*/ 272825 w 272825"/>
                <a:gd name="connsiteY2" fmla="*/ 3776662 h 3776662"/>
                <a:gd name="connsiteX3" fmla="*/ 0 w 272825"/>
                <a:gd name="connsiteY3" fmla="*/ 3776662 h 3776662"/>
                <a:gd name="connsiteX4" fmla="*/ 1 w 272825"/>
                <a:gd name="connsiteY4" fmla="*/ 3609974 h 3776662"/>
                <a:gd name="connsiteX5" fmla="*/ 0 w 272825"/>
                <a:gd name="connsiteY5" fmla="*/ 0 h 3776662"/>
                <a:gd name="connsiteX0" fmla="*/ 0 w 272825"/>
                <a:gd name="connsiteY0" fmla="*/ 0 h 3776662"/>
                <a:gd name="connsiteX1" fmla="*/ 272825 w 272825"/>
                <a:gd name="connsiteY1" fmla="*/ 0 h 3776662"/>
                <a:gd name="connsiteX2" fmla="*/ 272825 w 272825"/>
                <a:gd name="connsiteY2" fmla="*/ 3776662 h 3776662"/>
                <a:gd name="connsiteX3" fmla="*/ 57151 w 272825"/>
                <a:gd name="connsiteY3" fmla="*/ 3776661 h 3776662"/>
                <a:gd name="connsiteX4" fmla="*/ 0 w 272825"/>
                <a:gd name="connsiteY4" fmla="*/ 3776662 h 3776662"/>
                <a:gd name="connsiteX5" fmla="*/ 1 w 272825"/>
                <a:gd name="connsiteY5" fmla="*/ 3609974 h 3776662"/>
                <a:gd name="connsiteX6" fmla="*/ 0 w 272825"/>
                <a:gd name="connsiteY6" fmla="*/ 0 h 3776662"/>
                <a:gd name="connsiteX0" fmla="*/ 0 w 272825"/>
                <a:gd name="connsiteY0" fmla="*/ 0 h 3776662"/>
                <a:gd name="connsiteX1" fmla="*/ 272825 w 272825"/>
                <a:gd name="connsiteY1" fmla="*/ 0 h 3776662"/>
                <a:gd name="connsiteX2" fmla="*/ 272825 w 272825"/>
                <a:gd name="connsiteY2" fmla="*/ 3776662 h 3776662"/>
                <a:gd name="connsiteX3" fmla="*/ 166689 w 272825"/>
                <a:gd name="connsiteY3" fmla="*/ 3776661 h 3776662"/>
                <a:gd name="connsiteX4" fmla="*/ 57151 w 272825"/>
                <a:gd name="connsiteY4" fmla="*/ 3776661 h 3776662"/>
                <a:gd name="connsiteX5" fmla="*/ 0 w 272825"/>
                <a:gd name="connsiteY5" fmla="*/ 3776662 h 3776662"/>
                <a:gd name="connsiteX6" fmla="*/ 1 w 272825"/>
                <a:gd name="connsiteY6" fmla="*/ 3609974 h 3776662"/>
                <a:gd name="connsiteX7" fmla="*/ 0 w 272825"/>
                <a:gd name="connsiteY7" fmla="*/ 0 h 3776662"/>
                <a:gd name="connsiteX0" fmla="*/ 0 w 272825"/>
                <a:gd name="connsiteY0" fmla="*/ 0 h 3776662"/>
                <a:gd name="connsiteX1" fmla="*/ 272825 w 272825"/>
                <a:gd name="connsiteY1" fmla="*/ 0 h 3776662"/>
                <a:gd name="connsiteX2" fmla="*/ 272825 w 272825"/>
                <a:gd name="connsiteY2" fmla="*/ 3776662 h 3776662"/>
                <a:gd name="connsiteX3" fmla="*/ 166689 w 272825"/>
                <a:gd name="connsiteY3" fmla="*/ 3776661 h 3776662"/>
                <a:gd name="connsiteX4" fmla="*/ 107157 w 272825"/>
                <a:gd name="connsiteY4" fmla="*/ 3774280 h 3776662"/>
                <a:gd name="connsiteX5" fmla="*/ 57151 w 272825"/>
                <a:gd name="connsiteY5" fmla="*/ 3776661 h 3776662"/>
                <a:gd name="connsiteX6" fmla="*/ 0 w 272825"/>
                <a:gd name="connsiteY6" fmla="*/ 3776662 h 3776662"/>
                <a:gd name="connsiteX7" fmla="*/ 1 w 272825"/>
                <a:gd name="connsiteY7" fmla="*/ 3609974 h 3776662"/>
                <a:gd name="connsiteX8" fmla="*/ 0 w 272825"/>
                <a:gd name="connsiteY8" fmla="*/ 0 h 3776662"/>
                <a:gd name="connsiteX0" fmla="*/ 0 w 272825"/>
                <a:gd name="connsiteY0" fmla="*/ 0 h 3776662"/>
                <a:gd name="connsiteX1" fmla="*/ 272825 w 272825"/>
                <a:gd name="connsiteY1" fmla="*/ 0 h 3776662"/>
                <a:gd name="connsiteX2" fmla="*/ 272825 w 272825"/>
                <a:gd name="connsiteY2" fmla="*/ 3776662 h 3776662"/>
                <a:gd name="connsiteX3" fmla="*/ 221457 w 272825"/>
                <a:gd name="connsiteY3" fmla="*/ 3774280 h 3776662"/>
                <a:gd name="connsiteX4" fmla="*/ 166689 w 272825"/>
                <a:gd name="connsiteY4" fmla="*/ 3776661 h 3776662"/>
                <a:gd name="connsiteX5" fmla="*/ 107157 w 272825"/>
                <a:gd name="connsiteY5" fmla="*/ 3774280 h 3776662"/>
                <a:gd name="connsiteX6" fmla="*/ 57151 w 272825"/>
                <a:gd name="connsiteY6" fmla="*/ 3776661 h 3776662"/>
                <a:gd name="connsiteX7" fmla="*/ 0 w 272825"/>
                <a:gd name="connsiteY7" fmla="*/ 3776662 h 3776662"/>
                <a:gd name="connsiteX8" fmla="*/ 1 w 272825"/>
                <a:gd name="connsiteY8" fmla="*/ 3609974 h 3776662"/>
                <a:gd name="connsiteX9" fmla="*/ 0 w 272825"/>
                <a:gd name="connsiteY9" fmla="*/ 0 h 3776662"/>
                <a:gd name="connsiteX0" fmla="*/ 0 w 272825"/>
                <a:gd name="connsiteY0" fmla="*/ 0 h 3776662"/>
                <a:gd name="connsiteX1" fmla="*/ 272825 w 272825"/>
                <a:gd name="connsiteY1" fmla="*/ 0 h 3776662"/>
                <a:gd name="connsiteX2" fmla="*/ 272825 w 272825"/>
                <a:gd name="connsiteY2" fmla="*/ 3776662 h 3776662"/>
                <a:gd name="connsiteX3" fmla="*/ 252414 w 272825"/>
                <a:gd name="connsiteY3" fmla="*/ 3776661 h 3776662"/>
                <a:gd name="connsiteX4" fmla="*/ 221457 w 272825"/>
                <a:gd name="connsiteY4" fmla="*/ 3774280 h 3776662"/>
                <a:gd name="connsiteX5" fmla="*/ 166689 w 272825"/>
                <a:gd name="connsiteY5" fmla="*/ 3776661 h 3776662"/>
                <a:gd name="connsiteX6" fmla="*/ 107157 w 272825"/>
                <a:gd name="connsiteY6" fmla="*/ 3774280 h 3776662"/>
                <a:gd name="connsiteX7" fmla="*/ 57151 w 272825"/>
                <a:gd name="connsiteY7" fmla="*/ 3776661 h 3776662"/>
                <a:gd name="connsiteX8" fmla="*/ 0 w 272825"/>
                <a:gd name="connsiteY8" fmla="*/ 3776662 h 3776662"/>
                <a:gd name="connsiteX9" fmla="*/ 1 w 272825"/>
                <a:gd name="connsiteY9" fmla="*/ 3609974 h 3776662"/>
                <a:gd name="connsiteX10" fmla="*/ 0 w 272825"/>
                <a:gd name="connsiteY10" fmla="*/ 0 h 3776662"/>
                <a:gd name="connsiteX0" fmla="*/ 0 w 273845"/>
                <a:gd name="connsiteY0" fmla="*/ 0 h 3776662"/>
                <a:gd name="connsiteX1" fmla="*/ 272825 w 273845"/>
                <a:gd name="connsiteY1" fmla="*/ 0 h 3776662"/>
                <a:gd name="connsiteX2" fmla="*/ 273845 w 273845"/>
                <a:gd name="connsiteY2" fmla="*/ 3581399 h 3776662"/>
                <a:gd name="connsiteX3" fmla="*/ 272825 w 273845"/>
                <a:gd name="connsiteY3" fmla="*/ 3776662 h 3776662"/>
                <a:gd name="connsiteX4" fmla="*/ 252414 w 273845"/>
                <a:gd name="connsiteY4" fmla="*/ 3776661 h 3776662"/>
                <a:gd name="connsiteX5" fmla="*/ 221457 w 273845"/>
                <a:gd name="connsiteY5" fmla="*/ 3774280 h 3776662"/>
                <a:gd name="connsiteX6" fmla="*/ 166689 w 273845"/>
                <a:gd name="connsiteY6" fmla="*/ 3776661 h 3776662"/>
                <a:gd name="connsiteX7" fmla="*/ 107157 w 273845"/>
                <a:gd name="connsiteY7" fmla="*/ 3774280 h 3776662"/>
                <a:gd name="connsiteX8" fmla="*/ 57151 w 273845"/>
                <a:gd name="connsiteY8" fmla="*/ 3776661 h 3776662"/>
                <a:gd name="connsiteX9" fmla="*/ 0 w 273845"/>
                <a:gd name="connsiteY9" fmla="*/ 3776662 h 3776662"/>
                <a:gd name="connsiteX10" fmla="*/ 1 w 273845"/>
                <a:gd name="connsiteY10" fmla="*/ 3609974 h 3776662"/>
                <a:gd name="connsiteX11" fmla="*/ 0 w 273845"/>
                <a:gd name="connsiteY11" fmla="*/ 0 h 3776662"/>
                <a:gd name="connsiteX0" fmla="*/ 0 w 273845"/>
                <a:gd name="connsiteY0" fmla="*/ 0 h 3776662"/>
                <a:gd name="connsiteX1" fmla="*/ 272825 w 273845"/>
                <a:gd name="connsiteY1" fmla="*/ 0 h 3776662"/>
                <a:gd name="connsiteX2" fmla="*/ 273845 w 273845"/>
                <a:gd name="connsiteY2" fmla="*/ 3581399 h 3776662"/>
                <a:gd name="connsiteX3" fmla="*/ 252414 w 273845"/>
                <a:gd name="connsiteY3" fmla="*/ 3776661 h 3776662"/>
                <a:gd name="connsiteX4" fmla="*/ 221457 w 273845"/>
                <a:gd name="connsiteY4" fmla="*/ 3774280 h 3776662"/>
                <a:gd name="connsiteX5" fmla="*/ 166689 w 273845"/>
                <a:gd name="connsiteY5" fmla="*/ 3776661 h 3776662"/>
                <a:gd name="connsiteX6" fmla="*/ 107157 w 273845"/>
                <a:gd name="connsiteY6" fmla="*/ 3774280 h 3776662"/>
                <a:gd name="connsiteX7" fmla="*/ 57151 w 273845"/>
                <a:gd name="connsiteY7" fmla="*/ 3776661 h 3776662"/>
                <a:gd name="connsiteX8" fmla="*/ 0 w 273845"/>
                <a:gd name="connsiteY8" fmla="*/ 3776662 h 3776662"/>
                <a:gd name="connsiteX9" fmla="*/ 1 w 273845"/>
                <a:gd name="connsiteY9" fmla="*/ 3609974 h 3776662"/>
                <a:gd name="connsiteX10" fmla="*/ 0 w 273845"/>
                <a:gd name="connsiteY10" fmla="*/ 0 h 3776662"/>
                <a:gd name="connsiteX0" fmla="*/ 0 w 273845"/>
                <a:gd name="connsiteY0" fmla="*/ 0 h 3776661"/>
                <a:gd name="connsiteX1" fmla="*/ 272825 w 273845"/>
                <a:gd name="connsiteY1" fmla="*/ 0 h 3776661"/>
                <a:gd name="connsiteX2" fmla="*/ 273845 w 273845"/>
                <a:gd name="connsiteY2" fmla="*/ 3581399 h 3776661"/>
                <a:gd name="connsiteX3" fmla="*/ 252414 w 273845"/>
                <a:gd name="connsiteY3" fmla="*/ 3776661 h 3776661"/>
                <a:gd name="connsiteX4" fmla="*/ 221457 w 273845"/>
                <a:gd name="connsiteY4" fmla="*/ 3774280 h 3776661"/>
                <a:gd name="connsiteX5" fmla="*/ 166689 w 273845"/>
                <a:gd name="connsiteY5" fmla="*/ 3776661 h 3776661"/>
                <a:gd name="connsiteX6" fmla="*/ 107157 w 273845"/>
                <a:gd name="connsiteY6" fmla="*/ 3774280 h 3776661"/>
                <a:gd name="connsiteX7" fmla="*/ 57151 w 273845"/>
                <a:gd name="connsiteY7" fmla="*/ 3776661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52414 w 273845"/>
                <a:gd name="connsiteY3" fmla="*/ 3776661 h 3776661"/>
                <a:gd name="connsiteX4" fmla="*/ 221457 w 273845"/>
                <a:gd name="connsiteY4" fmla="*/ 3774280 h 3776661"/>
                <a:gd name="connsiteX5" fmla="*/ 166689 w 273845"/>
                <a:gd name="connsiteY5" fmla="*/ 3776661 h 3776661"/>
                <a:gd name="connsiteX6" fmla="*/ 104776 w 273845"/>
                <a:gd name="connsiteY6" fmla="*/ 3664743 h 3776661"/>
                <a:gd name="connsiteX7" fmla="*/ 57151 w 273845"/>
                <a:gd name="connsiteY7" fmla="*/ 3776661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52414 w 273845"/>
                <a:gd name="connsiteY3" fmla="*/ 3776661 h 3776661"/>
                <a:gd name="connsiteX4" fmla="*/ 221457 w 273845"/>
                <a:gd name="connsiteY4" fmla="*/ 3774280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52414 w 273845"/>
                <a:gd name="connsiteY3" fmla="*/ 3776661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50032 w 273845"/>
                <a:gd name="connsiteY3" fmla="*/ 3695699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47651 w 273845"/>
                <a:gd name="connsiteY3" fmla="*/ 3702843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47651 w 273845"/>
                <a:gd name="connsiteY3" fmla="*/ 3702843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47651 w 273845"/>
                <a:gd name="connsiteY3" fmla="*/ 3702843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47651 w 273845"/>
                <a:gd name="connsiteY3" fmla="*/ 3702843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47651 w 273845"/>
                <a:gd name="connsiteY3" fmla="*/ 3702843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661"/>
                <a:gd name="connsiteX1" fmla="*/ 272825 w 273845"/>
                <a:gd name="connsiteY1" fmla="*/ 0 h 3776661"/>
                <a:gd name="connsiteX2" fmla="*/ 273845 w 273845"/>
                <a:gd name="connsiteY2" fmla="*/ 3581399 h 3776661"/>
                <a:gd name="connsiteX3" fmla="*/ 247651 w 273845"/>
                <a:gd name="connsiteY3" fmla="*/ 3702843 h 3776661"/>
                <a:gd name="connsiteX4" fmla="*/ 228601 w 273845"/>
                <a:gd name="connsiteY4" fmla="*/ 3629023 h 3776661"/>
                <a:gd name="connsiteX5" fmla="*/ 166689 w 273845"/>
                <a:gd name="connsiteY5" fmla="*/ 3776661 h 3776661"/>
                <a:gd name="connsiteX6" fmla="*/ 104776 w 273845"/>
                <a:gd name="connsiteY6" fmla="*/ 3664743 h 3776661"/>
                <a:gd name="connsiteX7" fmla="*/ 57151 w 273845"/>
                <a:gd name="connsiteY7" fmla="*/ 3750467 h 3776661"/>
                <a:gd name="connsiteX8" fmla="*/ 1 w 273845"/>
                <a:gd name="connsiteY8" fmla="*/ 3609974 h 3776661"/>
                <a:gd name="connsiteX9" fmla="*/ 0 w 273845"/>
                <a:gd name="connsiteY9" fmla="*/ 0 h 3776661"/>
                <a:gd name="connsiteX0" fmla="*/ 0 w 273845"/>
                <a:gd name="connsiteY0" fmla="*/ 0 h 3776887"/>
                <a:gd name="connsiteX1" fmla="*/ 272825 w 273845"/>
                <a:gd name="connsiteY1" fmla="*/ 0 h 3776887"/>
                <a:gd name="connsiteX2" fmla="*/ 273845 w 273845"/>
                <a:gd name="connsiteY2" fmla="*/ 3581399 h 3776887"/>
                <a:gd name="connsiteX3" fmla="*/ 247651 w 273845"/>
                <a:gd name="connsiteY3" fmla="*/ 3702843 h 3776887"/>
                <a:gd name="connsiteX4" fmla="*/ 228601 w 273845"/>
                <a:gd name="connsiteY4" fmla="*/ 3629023 h 3776887"/>
                <a:gd name="connsiteX5" fmla="*/ 166689 w 273845"/>
                <a:gd name="connsiteY5" fmla="*/ 3776661 h 3776887"/>
                <a:gd name="connsiteX6" fmla="*/ 104776 w 273845"/>
                <a:gd name="connsiteY6" fmla="*/ 3664743 h 3776887"/>
                <a:gd name="connsiteX7" fmla="*/ 57151 w 273845"/>
                <a:gd name="connsiteY7" fmla="*/ 3750467 h 3776887"/>
                <a:gd name="connsiteX8" fmla="*/ 1 w 273845"/>
                <a:gd name="connsiteY8" fmla="*/ 3609974 h 3776887"/>
                <a:gd name="connsiteX9" fmla="*/ 0 w 273845"/>
                <a:gd name="connsiteY9" fmla="*/ 0 h 3776887"/>
                <a:gd name="connsiteX0" fmla="*/ 0 w 273845"/>
                <a:gd name="connsiteY0" fmla="*/ 0 h 3776887"/>
                <a:gd name="connsiteX1" fmla="*/ 272825 w 273845"/>
                <a:gd name="connsiteY1" fmla="*/ 0 h 3776887"/>
                <a:gd name="connsiteX2" fmla="*/ 273845 w 273845"/>
                <a:gd name="connsiteY2" fmla="*/ 3581399 h 3776887"/>
                <a:gd name="connsiteX3" fmla="*/ 247651 w 273845"/>
                <a:gd name="connsiteY3" fmla="*/ 3702843 h 3776887"/>
                <a:gd name="connsiteX4" fmla="*/ 228601 w 273845"/>
                <a:gd name="connsiteY4" fmla="*/ 3629023 h 3776887"/>
                <a:gd name="connsiteX5" fmla="*/ 166689 w 273845"/>
                <a:gd name="connsiteY5" fmla="*/ 3776661 h 3776887"/>
                <a:gd name="connsiteX6" fmla="*/ 104776 w 273845"/>
                <a:gd name="connsiteY6" fmla="*/ 3664743 h 3776887"/>
                <a:gd name="connsiteX7" fmla="*/ 57151 w 273845"/>
                <a:gd name="connsiteY7" fmla="*/ 3750467 h 3776887"/>
                <a:gd name="connsiteX8" fmla="*/ 1 w 273845"/>
                <a:gd name="connsiteY8" fmla="*/ 3609974 h 3776887"/>
                <a:gd name="connsiteX9" fmla="*/ 0 w 273845"/>
                <a:gd name="connsiteY9" fmla="*/ 0 h 3776887"/>
                <a:gd name="connsiteX0" fmla="*/ 0 w 273845"/>
                <a:gd name="connsiteY0" fmla="*/ 0 h 3776887"/>
                <a:gd name="connsiteX1" fmla="*/ 272825 w 273845"/>
                <a:gd name="connsiteY1" fmla="*/ 0 h 3776887"/>
                <a:gd name="connsiteX2" fmla="*/ 273845 w 273845"/>
                <a:gd name="connsiteY2" fmla="*/ 3581399 h 3776887"/>
                <a:gd name="connsiteX3" fmla="*/ 247651 w 273845"/>
                <a:gd name="connsiteY3" fmla="*/ 3702843 h 3776887"/>
                <a:gd name="connsiteX4" fmla="*/ 228601 w 273845"/>
                <a:gd name="connsiteY4" fmla="*/ 3629023 h 3776887"/>
                <a:gd name="connsiteX5" fmla="*/ 166689 w 273845"/>
                <a:gd name="connsiteY5" fmla="*/ 3776661 h 3776887"/>
                <a:gd name="connsiteX6" fmla="*/ 104776 w 273845"/>
                <a:gd name="connsiteY6" fmla="*/ 3664743 h 3776887"/>
                <a:gd name="connsiteX7" fmla="*/ 57151 w 273845"/>
                <a:gd name="connsiteY7" fmla="*/ 3750467 h 3776887"/>
                <a:gd name="connsiteX8" fmla="*/ 1 w 273845"/>
                <a:gd name="connsiteY8" fmla="*/ 3609974 h 3776887"/>
                <a:gd name="connsiteX9" fmla="*/ 0 w 273845"/>
                <a:gd name="connsiteY9" fmla="*/ 0 h 3776887"/>
                <a:gd name="connsiteX0" fmla="*/ 0 w 273845"/>
                <a:gd name="connsiteY0" fmla="*/ 0 h 3776859"/>
                <a:gd name="connsiteX1" fmla="*/ 272825 w 273845"/>
                <a:gd name="connsiteY1" fmla="*/ 0 h 3776859"/>
                <a:gd name="connsiteX2" fmla="*/ 273845 w 273845"/>
                <a:gd name="connsiteY2" fmla="*/ 3581399 h 3776859"/>
                <a:gd name="connsiteX3" fmla="*/ 247651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7651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94"/>
                <a:gd name="connsiteY0" fmla="*/ 0 h 3776859"/>
                <a:gd name="connsiteX1" fmla="*/ 272825 w 273894"/>
                <a:gd name="connsiteY1" fmla="*/ 0 h 3776859"/>
                <a:gd name="connsiteX2" fmla="*/ 273845 w 273894"/>
                <a:gd name="connsiteY2" fmla="*/ 3581399 h 3776859"/>
                <a:gd name="connsiteX3" fmla="*/ 247651 w 273894"/>
                <a:gd name="connsiteY3" fmla="*/ 3702843 h 3776859"/>
                <a:gd name="connsiteX4" fmla="*/ 223839 w 273894"/>
                <a:gd name="connsiteY4" fmla="*/ 3631404 h 3776859"/>
                <a:gd name="connsiteX5" fmla="*/ 166689 w 273894"/>
                <a:gd name="connsiteY5" fmla="*/ 3776661 h 3776859"/>
                <a:gd name="connsiteX6" fmla="*/ 104776 w 273894"/>
                <a:gd name="connsiteY6" fmla="*/ 3664743 h 3776859"/>
                <a:gd name="connsiteX7" fmla="*/ 57151 w 273894"/>
                <a:gd name="connsiteY7" fmla="*/ 3750467 h 3776859"/>
                <a:gd name="connsiteX8" fmla="*/ 1 w 273894"/>
                <a:gd name="connsiteY8" fmla="*/ 3609974 h 3776859"/>
                <a:gd name="connsiteX9" fmla="*/ 0 w 273894"/>
                <a:gd name="connsiteY9" fmla="*/ 0 h 3776859"/>
                <a:gd name="connsiteX0" fmla="*/ 0 w 273894"/>
                <a:gd name="connsiteY0" fmla="*/ 0 h 3776859"/>
                <a:gd name="connsiteX1" fmla="*/ 272825 w 273894"/>
                <a:gd name="connsiteY1" fmla="*/ 0 h 3776859"/>
                <a:gd name="connsiteX2" fmla="*/ 273845 w 273894"/>
                <a:gd name="connsiteY2" fmla="*/ 3581399 h 3776859"/>
                <a:gd name="connsiteX3" fmla="*/ 247651 w 273894"/>
                <a:gd name="connsiteY3" fmla="*/ 3702843 h 3776859"/>
                <a:gd name="connsiteX4" fmla="*/ 223839 w 273894"/>
                <a:gd name="connsiteY4" fmla="*/ 3631404 h 3776859"/>
                <a:gd name="connsiteX5" fmla="*/ 166689 w 273894"/>
                <a:gd name="connsiteY5" fmla="*/ 3776661 h 3776859"/>
                <a:gd name="connsiteX6" fmla="*/ 104776 w 273894"/>
                <a:gd name="connsiteY6" fmla="*/ 3664743 h 3776859"/>
                <a:gd name="connsiteX7" fmla="*/ 57151 w 273894"/>
                <a:gd name="connsiteY7" fmla="*/ 3750467 h 3776859"/>
                <a:gd name="connsiteX8" fmla="*/ 1 w 273894"/>
                <a:gd name="connsiteY8" fmla="*/ 3609974 h 3776859"/>
                <a:gd name="connsiteX9" fmla="*/ 0 w 273894"/>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7651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52414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52414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 name="connsiteX0" fmla="*/ 0 w 273845"/>
                <a:gd name="connsiteY0" fmla="*/ 0 h 3776859"/>
                <a:gd name="connsiteX1" fmla="*/ 272825 w 273845"/>
                <a:gd name="connsiteY1" fmla="*/ 0 h 3776859"/>
                <a:gd name="connsiteX2" fmla="*/ 273845 w 273845"/>
                <a:gd name="connsiteY2" fmla="*/ 3581399 h 3776859"/>
                <a:gd name="connsiteX3" fmla="*/ 245270 w 273845"/>
                <a:gd name="connsiteY3" fmla="*/ 3702843 h 3776859"/>
                <a:gd name="connsiteX4" fmla="*/ 223839 w 273845"/>
                <a:gd name="connsiteY4" fmla="*/ 3631404 h 3776859"/>
                <a:gd name="connsiteX5" fmla="*/ 166689 w 273845"/>
                <a:gd name="connsiteY5" fmla="*/ 3776661 h 3776859"/>
                <a:gd name="connsiteX6" fmla="*/ 104776 w 273845"/>
                <a:gd name="connsiteY6" fmla="*/ 3664743 h 3776859"/>
                <a:gd name="connsiteX7" fmla="*/ 57151 w 273845"/>
                <a:gd name="connsiteY7" fmla="*/ 3750467 h 3776859"/>
                <a:gd name="connsiteX8" fmla="*/ 1 w 273845"/>
                <a:gd name="connsiteY8" fmla="*/ 3609974 h 3776859"/>
                <a:gd name="connsiteX9" fmla="*/ 0 w 273845"/>
                <a:gd name="connsiteY9" fmla="*/ 0 h 377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3845" h="3776859">
                  <a:moveTo>
                    <a:pt x="0" y="0"/>
                  </a:moveTo>
                  <a:lnTo>
                    <a:pt x="272825" y="0"/>
                  </a:lnTo>
                  <a:lnTo>
                    <a:pt x="273845" y="3581399"/>
                  </a:lnTo>
                  <a:cubicBezTo>
                    <a:pt x="269876" y="3659980"/>
                    <a:pt x="258763" y="3688555"/>
                    <a:pt x="245270" y="3702843"/>
                  </a:cubicBezTo>
                  <a:cubicBezTo>
                    <a:pt x="228204" y="3675061"/>
                    <a:pt x="236936" y="3619101"/>
                    <a:pt x="223839" y="3631404"/>
                  </a:cubicBezTo>
                  <a:cubicBezTo>
                    <a:pt x="210742" y="3643707"/>
                    <a:pt x="186533" y="3771105"/>
                    <a:pt x="166689" y="3776661"/>
                  </a:cubicBezTo>
                  <a:cubicBezTo>
                    <a:pt x="146845" y="3782217"/>
                    <a:pt x="123032" y="3669109"/>
                    <a:pt x="104776" y="3664743"/>
                  </a:cubicBezTo>
                  <a:cubicBezTo>
                    <a:pt x="86520" y="3660377"/>
                    <a:pt x="74614" y="3759595"/>
                    <a:pt x="57151" y="3750467"/>
                  </a:cubicBezTo>
                  <a:cubicBezTo>
                    <a:pt x="28576" y="3725068"/>
                    <a:pt x="9527" y="3661568"/>
                    <a:pt x="1" y="3609974"/>
                  </a:cubicBezTo>
                  <a:cubicBezTo>
                    <a:pt x="1" y="2406649"/>
                    <a:pt x="0" y="1203325"/>
                    <a:pt x="0" y="0"/>
                  </a:cubicBezTo>
                  <a:close/>
                </a:path>
              </a:pathLst>
            </a:custGeom>
            <a:gradFill flip="none" rotWithShape="1">
              <a:gsLst>
                <a:gs pos="83000">
                  <a:srgbClr val="C87B14"/>
                </a:gs>
                <a:gs pos="82000">
                  <a:srgbClr val="FF9F0B">
                    <a:lumMod val="90000"/>
                  </a:srgbClr>
                </a:gs>
                <a:gs pos="34000">
                  <a:srgbClr val="FEA30A">
                    <a:lumMod val="90000"/>
                  </a:srgbClr>
                </a:gs>
                <a:gs pos="0">
                  <a:srgbClr val="B87B00">
                    <a:lumMod val="90000"/>
                    <a:lumOff val="10000"/>
                  </a:srgbClr>
                </a:gs>
                <a:gs pos="33000">
                  <a:srgbClr val="BD7C04">
                    <a:lumMod val="100000"/>
                  </a:srgbClr>
                </a:gs>
                <a:gs pos="100000">
                  <a:srgbClr val="BC7908"/>
                </a:gs>
              </a:gsLst>
              <a:lin ang="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2" name="Rectangle 71">
              <a:extLst>
                <a:ext uri="{FF2B5EF4-FFF2-40B4-BE49-F238E27FC236}">
                  <a16:creationId xmlns:a16="http://schemas.microsoft.com/office/drawing/2014/main" id="{11804A3E-E473-F145-BA37-0480A780AEF3}"/>
                </a:ext>
              </a:extLst>
            </p:cNvPr>
            <p:cNvSpPr/>
            <p:nvPr/>
          </p:nvSpPr>
          <p:spPr>
            <a:xfrm>
              <a:off x="1374774" y="1417118"/>
              <a:ext cx="272825" cy="590550"/>
            </a:xfrm>
            <a:prstGeom prst="rect">
              <a:avLst/>
            </a:prstGeom>
            <a:gradFill flip="none" rotWithShape="1">
              <a:gsLst>
                <a:gs pos="0">
                  <a:schemeClr val="bg1">
                    <a:lumMod val="75000"/>
                  </a:schemeClr>
                </a:gs>
                <a:gs pos="27000">
                  <a:srgbClr val="F2F2F2">
                    <a:lumMod val="0"/>
                    <a:lumOff val="100000"/>
                  </a:srgbClr>
                </a:gs>
                <a:gs pos="100000">
                  <a:schemeClr val="bg1">
                    <a:lumMod val="50000"/>
                  </a:schemeClr>
                </a:gs>
              </a:gsLst>
              <a:lin ang="1080000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3" name="Rectangle 72">
              <a:extLst>
                <a:ext uri="{FF2B5EF4-FFF2-40B4-BE49-F238E27FC236}">
                  <a16:creationId xmlns:a16="http://schemas.microsoft.com/office/drawing/2014/main" id="{29AF2DF9-B42D-ED43-A26C-F5431C33EE7A}"/>
                </a:ext>
              </a:extLst>
            </p:cNvPr>
            <p:cNvSpPr/>
            <p:nvPr/>
          </p:nvSpPr>
          <p:spPr>
            <a:xfrm>
              <a:off x="1404710" y="1213680"/>
              <a:ext cx="212954" cy="203438"/>
            </a:xfrm>
            <a:prstGeom prst="rect">
              <a:avLst/>
            </a:prstGeom>
            <a:gradFill flip="none" rotWithShape="1">
              <a:gsLst>
                <a:gs pos="16000">
                  <a:srgbClr val="B24349"/>
                </a:gs>
                <a:gs pos="52000">
                  <a:srgbClr val="FFB3C7">
                    <a:lumMod val="84000"/>
                  </a:srgbClr>
                </a:gs>
                <a:gs pos="100000">
                  <a:srgbClr val="CC7190">
                    <a:lumMod val="84000"/>
                  </a:srgbClr>
                </a:gs>
              </a:gsLst>
              <a:lin ang="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4" name="Freeform 73">
              <a:extLst>
                <a:ext uri="{FF2B5EF4-FFF2-40B4-BE49-F238E27FC236}">
                  <a16:creationId xmlns:a16="http://schemas.microsoft.com/office/drawing/2014/main" id="{C6609CBD-EF9A-5B4D-AB88-F8CE23AA1233}"/>
                </a:ext>
              </a:extLst>
            </p:cNvPr>
            <p:cNvSpPr/>
            <p:nvPr/>
          </p:nvSpPr>
          <p:spPr>
            <a:xfrm rot="5400000">
              <a:off x="1396620" y="6927451"/>
              <a:ext cx="228600" cy="73152"/>
            </a:xfrm>
            <a:custGeom>
              <a:avLst/>
              <a:gdLst>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 name="connsiteX0" fmla="*/ 0 w 226544"/>
                <a:gd name="connsiteY0" fmla="*/ 35306 h 70612"/>
                <a:gd name="connsiteX1" fmla="*/ 27685 w 226544"/>
                <a:gd name="connsiteY1" fmla="*/ 0 h 70612"/>
                <a:gd name="connsiteX2" fmla="*/ 226544 w 226544"/>
                <a:gd name="connsiteY2" fmla="*/ 35306 h 70612"/>
                <a:gd name="connsiteX3" fmla="*/ 27685 w 226544"/>
                <a:gd name="connsiteY3" fmla="*/ 70612 h 70612"/>
                <a:gd name="connsiteX4" fmla="*/ 0 w 226544"/>
                <a:gd name="connsiteY4" fmla="*/ 35306 h 70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544" h="70612">
                  <a:moveTo>
                    <a:pt x="0" y="35306"/>
                  </a:moveTo>
                  <a:cubicBezTo>
                    <a:pt x="1521" y="15316"/>
                    <a:pt x="12805" y="4576"/>
                    <a:pt x="27685" y="0"/>
                  </a:cubicBezTo>
                  <a:lnTo>
                    <a:pt x="226544" y="35306"/>
                  </a:lnTo>
                  <a:lnTo>
                    <a:pt x="27685" y="70612"/>
                  </a:lnTo>
                  <a:cubicBezTo>
                    <a:pt x="11264" y="65009"/>
                    <a:pt x="1007" y="52726"/>
                    <a:pt x="0" y="35306"/>
                  </a:cubicBezTo>
                  <a:close/>
                </a:path>
              </a:pathLst>
            </a:custGeom>
            <a:solidFill>
              <a:srgbClr val="4C504C"/>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75" name="Straight Connector 74">
              <a:extLst>
                <a:ext uri="{FF2B5EF4-FFF2-40B4-BE49-F238E27FC236}">
                  <a16:creationId xmlns:a16="http://schemas.microsoft.com/office/drawing/2014/main" id="{051A2A17-38EA-5E49-9678-17318B088840}"/>
                </a:ext>
              </a:extLst>
            </p:cNvPr>
            <p:cNvCxnSpPr/>
            <p:nvPr/>
          </p:nvCxnSpPr>
          <p:spPr>
            <a:xfrm>
              <a:off x="1374774" y="1486648"/>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7580351B-ACBB-534A-86BC-338E34BE3B53}"/>
                </a:ext>
              </a:extLst>
            </p:cNvPr>
            <p:cNvCxnSpPr/>
            <p:nvPr/>
          </p:nvCxnSpPr>
          <p:spPr>
            <a:xfrm>
              <a:off x="1374774" y="1562425"/>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4C4D35FF-D4C2-074A-A36D-D623311B2218}"/>
                </a:ext>
              </a:extLst>
            </p:cNvPr>
            <p:cNvCxnSpPr/>
            <p:nvPr/>
          </p:nvCxnSpPr>
          <p:spPr>
            <a:xfrm>
              <a:off x="1374774" y="1638202"/>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45FC40F-1750-F749-B9C5-A5CA66D2D005}"/>
                </a:ext>
              </a:extLst>
            </p:cNvPr>
            <p:cNvCxnSpPr/>
            <p:nvPr/>
          </p:nvCxnSpPr>
          <p:spPr>
            <a:xfrm>
              <a:off x="1374774" y="1713979"/>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D9C7EA5-A66E-2341-A2C5-53CB03FDA01A}"/>
                </a:ext>
              </a:extLst>
            </p:cNvPr>
            <p:cNvCxnSpPr/>
            <p:nvPr/>
          </p:nvCxnSpPr>
          <p:spPr>
            <a:xfrm>
              <a:off x="1374774" y="1789756"/>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6D65E115-EF96-1E4E-99D8-DE5FA0BE3DBA}"/>
                </a:ext>
              </a:extLst>
            </p:cNvPr>
            <p:cNvCxnSpPr/>
            <p:nvPr/>
          </p:nvCxnSpPr>
          <p:spPr>
            <a:xfrm>
              <a:off x="1374774" y="1865533"/>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9B7B2FD-4111-1D46-AE89-BC5D974CC251}"/>
                </a:ext>
              </a:extLst>
            </p:cNvPr>
            <p:cNvCxnSpPr/>
            <p:nvPr/>
          </p:nvCxnSpPr>
          <p:spPr>
            <a:xfrm>
              <a:off x="1374774" y="1941308"/>
              <a:ext cx="274320" cy="0"/>
            </a:xfrm>
            <a:prstGeom prst="line">
              <a:avLst/>
            </a:prstGeom>
            <a:ln>
              <a:solidFill>
                <a:schemeClr val="bg1">
                  <a:lumMod val="65000"/>
                </a:schemeClr>
              </a:solidFill>
            </a:ln>
            <a:effectLst/>
          </p:spPr>
          <p:style>
            <a:lnRef idx="1">
              <a:schemeClr val="accent1"/>
            </a:lnRef>
            <a:fillRef idx="0">
              <a:schemeClr val="accent1"/>
            </a:fillRef>
            <a:effectRef idx="0">
              <a:schemeClr val="accent1"/>
            </a:effectRef>
            <a:fontRef idx="minor">
              <a:schemeClr val="tx1"/>
            </a:fontRef>
          </p:style>
        </p:cxnSp>
      </p:grpSp>
      <p:sp>
        <p:nvSpPr>
          <p:cNvPr id="83" name="Pentagon 82">
            <a:extLst>
              <a:ext uri="{FF2B5EF4-FFF2-40B4-BE49-F238E27FC236}">
                <a16:creationId xmlns:a16="http://schemas.microsoft.com/office/drawing/2014/main" id="{4B9E23A6-944A-9743-9A07-FB3DB785DC4F}"/>
              </a:ext>
            </a:extLst>
          </p:cNvPr>
          <p:cNvSpPr/>
          <p:nvPr/>
        </p:nvSpPr>
        <p:spPr>
          <a:xfrm>
            <a:off x="1986191" y="1765982"/>
            <a:ext cx="8812438" cy="1777403"/>
          </a:xfrm>
          <a:prstGeom prst="homePlate">
            <a:avLst>
              <a:gd name="adj" fmla="val 36274"/>
            </a:avLst>
          </a:prstGeom>
          <a:solidFill>
            <a:schemeClr val="accent6">
              <a:lumMod val="60000"/>
              <a:lumOff val="40000"/>
            </a:schemeClr>
          </a:solidFill>
          <a:ln w="317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800">
              <a:latin typeface="Tahoma" panose="020B0604030504040204" pitchFamily="34" charset="0"/>
              <a:ea typeface="Tahoma" panose="020B0604030504040204" pitchFamily="34" charset="0"/>
              <a:cs typeface="Tahoma" panose="020B0604030504040204" pitchFamily="34" charset="0"/>
            </a:endParaRPr>
          </a:p>
        </p:txBody>
      </p:sp>
      <p:sp>
        <p:nvSpPr>
          <p:cNvPr id="87" name="TextBox 86">
            <a:extLst>
              <a:ext uri="{FF2B5EF4-FFF2-40B4-BE49-F238E27FC236}">
                <a16:creationId xmlns:a16="http://schemas.microsoft.com/office/drawing/2014/main" id="{015D007F-AD5A-F344-9947-3B56A4663A9B}"/>
              </a:ext>
            </a:extLst>
          </p:cNvPr>
          <p:cNvSpPr txBox="1"/>
          <p:nvPr/>
        </p:nvSpPr>
        <p:spPr>
          <a:xfrm>
            <a:off x="2043050" y="2121822"/>
            <a:ext cx="503559" cy="584775"/>
          </a:xfrm>
          <a:prstGeom prst="rect">
            <a:avLst/>
          </a:prstGeom>
          <a:solidFill>
            <a:schemeClr val="accent6">
              <a:lumMod val="60000"/>
              <a:lumOff val="40000"/>
            </a:schemeClr>
          </a:solidFill>
          <a:effectLst/>
        </p:spPr>
        <p:txBody>
          <a:bodyPr wrap="square">
            <a:spAutoFit/>
          </a:bodyPr>
          <a:lstStyle/>
          <a:p>
            <a:pPr algn="just" eaLnBrk="1" fontAlgn="auto" hangingPunct="1">
              <a:spcBef>
                <a:spcPts val="0"/>
              </a:spcBef>
              <a:spcAft>
                <a:spcPts val="0"/>
              </a:spcAft>
              <a:defRPr/>
            </a:pPr>
            <a:r>
              <a:rPr lang="en-US" sz="3200" b="1" dirty="0">
                <a:solidFill>
                  <a:schemeClr val="bg1"/>
                </a:solidFill>
                <a:latin typeface="Tahoma" panose="020B0604030504040204" pitchFamily="34" charset="0"/>
                <a:ea typeface="Tahoma" panose="020B0604030504040204" pitchFamily="34" charset="0"/>
                <a:cs typeface="Tahoma" panose="020B0604030504040204" pitchFamily="34" charset="0"/>
              </a:rPr>
              <a:t>1</a:t>
            </a:r>
          </a:p>
        </p:txBody>
      </p:sp>
      <p:sp>
        <p:nvSpPr>
          <p:cNvPr id="91" name="TextBox 90">
            <a:extLst>
              <a:ext uri="{FF2B5EF4-FFF2-40B4-BE49-F238E27FC236}">
                <a16:creationId xmlns:a16="http://schemas.microsoft.com/office/drawing/2014/main" id="{26609BFC-7635-6141-8381-476FE58BC53B}"/>
              </a:ext>
            </a:extLst>
          </p:cNvPr>
          <p:cNvSpPr txBox="1"/>
          <p:nvPr/>
        </p:nvSpPr>
        <p:spPr>
          <a:xfrm>
            <a:off x="2497661" y="2103070"/>
            <a:ext cx="7620428" cy="1077218"/>
          </a:xfrm>
          <a:prstGeom prst="rect">
            <a:avLst/>
          </a:prstGeom>
          <a:solidFill>
            <a:schemeClr val="accent6">
              <a:lumMod val="60000"/>
              <a:lumOff val="40000"/>
            </a:schemeClr>
          </a:solidFill>
          <a:effectLst/>
        </p:spPr>
        <p:txBody>
          <a:bodyPr wrap="square">
            <a:spAutoFit/>
          </a:bodyPr>
          <a:lstStyle/>
          <a:p>
            <a:pPr marR="0" lvl="0" algn="just">
              <a:spcBef>
                <a:spcPts val="600"/>
              </a:spcBef>
              <a:spcAft>
                <a:spcPts val="0"/>
              </a:spcAft>
              <a:tabLst>
                <a:tab pos="360045" algn="l"/>
              </a:tabLst>
            </a:pPr>
            <a:r>
              <a:rPr lang="vi-VN" sz="3200" dirty="0">
                <a:solidFill>
                  <a:schemeClr val="bg1"/>
                </a:solidFill>
                <a:latin typeface="Tahoma" panose="020B0604030504040204" pitchFamily="34" charset="0"/>
                <a:ea typeface="Tahoma" panose="020B0604030504040204" pitchFamily="34" charset="0"/>
                <a:cs typeface="Tahoma" panose="020B0604030504040204" pitchFamily="34" charset="0"/>
              </a:rPr>
              <a:t>Có khả năng phân biệt được các phần tử tuyến tính và không tuyến tính.</a:t>
            </a:r>
            <a:endParaRPr lang="en-US" sz="32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100" name="Chỗ dành sẵn cho Chân trang 4">
            <a:extLst>
              <a:ext uri="{FF2B5EF4-FFF2-40B4-BE49-F238E27FC236}">
                <a16:creationId xmlns:a16="http://schemas.microsoft.com/office/drawing/2014/main" id="{B479A406-5C82-B049-B266-03F798B66F00}"/>
              </a:ext>
            </a:extLst>
          </p:cNvPr>
          <p:cNvSpPr txBox="1">
            <a:spLocks/>
          </p:cNvSpPr>
          <p:nvPr/>
        </p:nvSpPr>
        <p:spPr bwMode="auto">
          <a:xfrm>
            <a:off x="7620000" y="6034446"/>
            <a:ext cx="3178629" cy="58760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20000"/>
              </a:spcBef>
              <a:spcAft>
                <a:spcPct val="0"/>
              </a:spcAft>
              <a:buClr>
                <a:schemeClr val="tx2"/>
              </a:buClr>
              <a:buSzPct val="115000"/>
              <a:buFont typeface="Wingdings" pitchFamily="2" charset="2"/>
              <a:buChar char="§"/>
              <a:defRPr sz="2100" kern="1200">
                <a:solidFill>
                  <a:schemeClr val="tx2"/>
                </a:solidFill>
                <a:latin typeface="Arial" panose="020B0604020202020204" pitchFamily="34" charset="0"/>
                <a:ea typeface="+mn-ea"/>
                <a:cs typeface="Arial" panose="020B0604020202020204" pitchFamily="34" charset="0"/>
              </a:defRPr>
            </a:lvl1pPr>
            <a:lvl2pPr marL="557213" indent="-214313" algn="l" rtl="0" eaLnBrk="0" fontAlgn="base" hangingPunct="0">
              <a:spcBef>
                <a:spcPct val="20000"/>
              </a:spcBef>
              <a:spcAft>
                <a:spcPct val="0"/>
              </a:spcAft>
              <a:buClr>
                <a:schemeClr val="accent1"/>
              </a:buClr>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rtl="0" eaLnBrk="0" fontAlgn="base" hangingPunct="0">
              <a:spcBef>
                <a:spcPct val="20000"/>
              </a:spcBef>
              <a:spcAft>
                <a:spcPct val="0"/>
              </a:spcAft>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rtl="0" eaLnBrk="0" fontAlgn="base" hangingPunct="0">
              <a:spcBef>
                <a:spcPct val="20000"/>
              </a:spcBef>
              <a:spcAft>
                <a:spcPct val="0"/>
              </a:spcAft>
              <a:buChar char="–"/>
              <a:defRPr sz="1500" kern="1200">
                <a:solidFill>
                  <a:schemeClr val="tx1"/>
                </a:solidFill>
                <a:latin typeface="Arial" panose="020B0604020202020204" pitchFamily="34" charset="0"/>
                <a:ea typeface="+mn-ea"/>
                <a:cs typeface="Arial" panose="020B0604020202020204" pitchFamily="34" charset="0"/>
              </a:defRPr>
            </a:lvl4pPr>
            <a:lvl5pPr marL="1543050" indent="-171450" algn="l" rtl="0" eaLnBrk="0" fontAlgn="base" hangingPunct="0">
              <a:spcBef>
                <a:spcPct val="20000"/>
              </a:spcBef>
              <a:spcAft>
                <a:spcPct val="0"/>
              </a:spcAft>
              <a:buChar char="»"/>
              <a:defRPr sz="1500" kern="1200">
                <a:solidFill>
                  <a:schemeClr val="tx1"/>
                </a:solidFill>
                <a:latin typeface="Arial" panose="020B0604020202020204" pitchFamily="34" charset="0"/>
                <a:ea typeface="+mn-ea"/>
                <a:cs typeface="Arial" panose="020B0604020202020204" pitchFamily="34" charset="0"/>
              </a:defRPr>
            </a:lvl5pPr>
            <a:lvl6pPr marL="1885950" indent="-171450" algn="l" defTabSz="914400" rtl="0" eaLnBrk="0" fontAlgn="base" latinLnBrk="0" hangingPunct="0">
              <a:spcBef>
                <a:spcPct val="20000"/>
              </a:spcBef>
              <a:spcAft>
                <a:spcPct val="0"/>
              </a:spcAft>
              <a:buChar char="»"/>
              <a:defRPr sz="1500" kern="1200">
                <a:solidFill>
                  <a:schemeClr val="tx1"/>
                </a:solidFill>
                <a:latin typeface="Arial" panose="020B0604020202020204" pitchFamily="34" charset="0"/>
                <a:ea typeface="+mn-ea"/>
                <a:cs typeface="Arial" panose="020B0604020202020204" pitchFamily="34" charset="0"/>
              </a:defRPr>
            </a:lvl6pPr>
            <a:lvl7pPr marL="2228850" indent="-171450" algn="l" defTabSz="914400" rtl="0" eaLnBrk="0" fontAlgn="base" latinLnBrk="0" hangingPunct="0">
              <a:spcBef>
                <a:spcPct val="20000"/>
              </a:spcBef>
              <a:spcAft>
                <a:spcPct val="0"/>
              </a:spcAft>
              <a:buChar char="»"/>
              <a:defRPr sz="1500" kern="1200">
                <a:solidFill>
                  <a:schemeClr val="tx1"/>
                </a:solidFill>
                <a:latin typeface="Arial" panose="020B0604020202020204" pitchFamily="34" charset="0"/>
                <a:ea typeface="+mn-ea"/>
                <a:cs typeface="Arial" panose="020B0604020202020204" pitchFamily="34" charset="0"/>
              </a:defRPr>
            </a:lvl7pPr>
            <a:lvl8pPr marL="2571750" indent="-171450" algn="l" defTabSz="914400" rtl="0" eaLnBrk="0" fontAlgn="base" latinLnBrk="0" hangingPunct="0">
              <a:spcBef>
                <a:spcPct val="20000"/>
              </a:spcBef>
              <a:spcAft>
                <a:spcPct val="0"/>
              </a:spcAft>
              <a:buChar char="»"/>
              <a:defRPr sz="1500" kern="1200">
                <a:solidFill>
                  <a:schemeClr val="tx1"/>
                </a:solidFill>
                <a:latin typeface="Arial" panose="020B0604020202020204" pitchFamily="34" charset="0"/>
                <a:ea typeface="+mn-ea"/>
                <a:cs typeface="Arial" panose="020B0604020202020204" pitchFamily="34" charset="0"/>
              </a:defRPr>
            </a:lvl8pPr>
            <a:lvl9pPr marL="2914650" indent="-171450" algn="l" defTabSz="914400" rtl="0" eaLnBrk="0" fontAlgn="base" latinLnBrk="0" hangingPunct="0">
              <a:spcBef>
                <a:spcPct val="20000"/>
              </a:spcBef>
              <a:spcAft>
                <a:spcPct val="0"/>
              </a:spcAft>
              <a:buChar char="»"/>
              <a:defRPr sz="1500" kern="1200">
                <a:solidFill>
                  <a:schemeClr val="tx1"/>
                </a:solidFill>
                <a:latin typeface="Arial" panose="020B0604020202020204" pitchFamily="34" charset="0"/>
                <a:ea typeface="+mn-ea"/>
                <a:cs typeface="Arial" panose="020B0604020202020204" pitchFamily="34" charset="0"/>
              </a:defRPr>
            </a:lvl9pPr>
          </a:lstStyle>
          <a:p>
            <a:pPr algn="r" eaLnBrk="1" hangingPunct="1">
              <a:spcBef>
                <a:spcPct val="0"/>
              </a:spcBef>
              <a:buClrTx/>
              <a:buSzTx/>
              <a:buFontTx/>
              <a:buNone/>
            </a:pPr>
            <a:r>
              <a:rPr lang="en-US" altLang="en-US" sz="1800" dirty="0">
                <a:solidFill>
                  <a:srgbClr val="002060"/>
                </a:solidFill>
                <a:latin typeface="Tahoma" panose="020B0604030504040204" pitchFamily="34" charset="0"/>
                <a:ea typeface="Tahoma" panose="020B0604030504040204" pitchFamily="34" charset="0"/>
                <a:cs typeface="Tahoma" panose="020B0604030504040204" pitchFamily="34" charset="0"/>
              </a:rPr>
              <a:t>www.hcmute.edu.vn</a:t>
            </a:r>
          </a:p>
        </p:txBody>
      </p:sp>
      <p:sp>
        <p:nvSpPr>
          <p:cNvPr id="31" name="Rectangle 2"/>
          <p:cNvSpPr>
            <a:spLocks noGrp="1" noChangeArrowheads="1"/>
          </p:cNvSpPr>
          <p:nvPr>
            <p:ph type="title"/>
          </p:nvPr>
        </p:nvSpPr>
        <p:spPr>
          <a:xfrm>
            <a:off x="1161139" y="340885"/>
            <a:ext cx="9158514" cy="920002"/>
          </a:xfrm>
        </p:spPr>
        <p:txBody>
          <a:bodyPr>
            <a:noAutofit/>
          </a:bodyPr>
          <a:lstStyle/>
          <a:p>
            <a:pPr algn="just">
              <a:lnSpc>
                <a:spcPct val="100000"/>
              </a:lnSpc>
            </a:pPr>
            <a:r>
              <a:rPr lang="en-US" altLang="en-US" b="1" dirty="0">
                <a:solidFill>
                  <a:srgbClr val="FF3399"/>
                </a:solidFill>
                <a:latin typeface="Tahoma" panose="020B0604030504040204" pitchFamily="34" charset="0"/>
                <a:ea typeface="Tahoma" panose="020B0604030504040204" pitchFamily="34" charset="0"/>
                <a:cs typeface="Tahoma" panose="020B0604030504040204" pitchFamily="34" charset="0"/>
              </a:rPr>
              <a:t>CHUẨN ĐẦU RA CỦA HỌC PHẦN</a:t>
            </a:r>
            <a:endParaRPr lang="en-US" b="1" dirty="0">
              <a:solidFill>
                <a:srgbClr val="FF3399"/>
              </a:solidFill>
              <a:latin typeface="Tahoma" panose="020B0604030504040204" pitchFamily="34" charset="0"/>
              <a:ea typeface="Tahoma" panose="020B0604030504040204" pitchFamily="34" charset="0"/>
              <a:cs typeface="Tahoma" panose="020B0604030504040204" pitchFamily="34" charset="0"/>
            </a:endParaRPr>
          </a:p>
        </p:txBody>
      </p:sp>
      <p:sp>
        <p:nvSpPr>
          <p:cNvPr id="32" name="Pentagon 31">
            <a:extLst>
              <a:ext uri="{FF2B5EF4-FFF2-40B4-BE49-F238E27FC236}">
                <a16:creationId xmlns:a16="http://schemas.microsoft.com/office/drawing/2014/main" id="{4B9E23A6-944A-9743-9A07-FB3DB785DC4F}"/>
              </a:ext>
            </a:extLst>
          </p:cNvPr>
          <p:cNvSpPr/>
          <p:nvPr/>
        </p:nvSpPr>
        <p:spPr>
          <a:xfrm>
            <a:off x="2016147" y="3731912"/>
            <a:ext cx="8782482" cy="1785026"/>
          </a:xfrm>
          <a:prstGeom prst="homePlate">
            <a:avLst>
              <a:gd name="adj" fmla="val 36274"/>
            </a:avLst>
          </a:prstGeom>
          <a:solidFill>
            <a:schemeClr val="accent6">
              <a:lumMod val="60000"/>
              <a:lumOff val="40000"/>
            </a:schemeClr>
          </a:solidFill>
          <a:ln w="317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800">
              <a:latin typeface="Tahoma" panose="020B0604030504040204" pitchFamily="34" charset="0"/>
              <a:ea typeface="Tahoma" panose="020B0604030504040204" pitchFamily="34" charset="0"/>
              <a:cs typeface="Tahoma" panose="020B0604030504040204" pitchFamily="34" charset="0"/>
            </a:endParaRPr>
          </a:p>
        </p:txBody>
      </p:sp>
      <p:sp>
        <p:nvSpPr>
          <p:cNvPr id="33" name="TextBox 32">
            <a:extLst>
              <a:ext uri="{FF2B5EF4-FFF2-40B4-BE49-F238E27FC236}">
                <a16:creationId xmlns:a16="http://schemas.microsoft.com/office/drawing/2014/main" id="{015D007F-AD5A-F344-9947-3B56A4663A9B}"/>
              </a:ext>
            </a:extLst>
          </p:cNvPr>
          <p:cNvSpPr txBox="1"/>
          <p:nvPr/>
        </p:nvSpPr>
        <p:spPr>
          <a:xfrm>
            <a:off x="2073006" y="3847121"/>
            <a:ext cx="501848" cy="523220"/>
          </a:xfrm>
          <a:prstGeom prst="rect">
            <a:avLst/>
          </a:prstGeom>
          <a:solidFill>
            <a:schemeClr val="accent6">
              <a:lumMod val="60000"/>
              <a:lumOff val="40000"/>
            </a:schemeClr>
          </a:solidFill>
          <a:effectLst/>
        </p:spPr>
        <p:txBody>
          <a:bodyPr wrap="square">
            <a:spAutoFit/>
          </a:bodyPr>
          <a:lstStyle/>
          <a:p>
            <a:pPr eaLnBrk="1" fontAlgn="auto" hangingPunct="1">
              <a:spcBef>
                <a:spcPts val="0"/>
              </a:spcBef>
              <a:spcAft>
                <a:spcPts val="0"/>
              </a:spcAft>
              <a:defRPr/>
            </a:pPr>
            <a:r>
              <a:rPr lang="en-US" sz="2800" b="1" dirty="0">
                <a:solidFill>
                  <a:schemeClr val="bg1"/>
                </a:solidFill>
                <a:latin typeface="Tahoma" panose="020B0604030504040204" pitchFamily="34" charset="0"/>
                <a:ea typeface="Tahoma" panose="020B0604030504040204" pitchFamily="34" charset="0"/>
                <a:cs typeface="Tahoma" panose="020B0604030504040204" pitchFamily="34" charset="0"/>
              </a:rPr>
              <a:t>2</a:t>
            </a:r>
          </a:p>
        </p:txBody>
      </p:sp>
      <p:sp>
        <p:nvSpPr>
          <p:cNvPr id="34" name="TextBox 33">
            <a:extLst>
              <a:ext uri="{FF2B5EF4-FFF2-40B4-BE49-F238E27FC236}">
                <a16:creationId xmlns:a16="http://schemas.microsoft.com/office/drawing/2014/main" id="{26609BFC-7635-6141-8381-476FE58BC53B}"/>
              </a:ext>
            </a:extLst>
          </p:cNvPr>
          <p:cNvSpPr txBox="1"/>
          <p:nvPr/>
        </p:nvSpPr>
        <p:spPr>
          <a:xfrm>
            <a:off x="2497660" y="3887549"/>
            <a:ext cx="7630445" cy="1077218"/>
          </a:xfrm>
          <a:prstGeom prst="rect">
            <a:avLst/>
          </a:prstGeom>
          <a:solidFill>
            <a:schemeClr val="accent6">
              <a:lumMod val="60000"/>
              <a:lumOff val="40000"/>
            </a:schemeClr>
          </a:solidFill>
          <a:effectLst/>
        </p:spPr>
        <p:txBody>
          <a:bodyPr wrap="square">
            <a:spAutoFit/>
          </a:bodyPr>
          <a:lstStyle/>
          <a:p>
            <a:pPr algn="just"/>
            <a:r>
              <a:rPr lang="vi-VN" sz="3200" dirty="0">
                <a:solidFill>
                  <a:schemeClr val="bg1"/>
                </a:solidFill>
                <a:latin typeface="Tahoma" panose="020B0604030504040204" pitchFamily="34" charset="0"/>
                <a:ea typeface="Tahoma" panose="020B0604030504040204" pitchFamily="34" charset="0"/>
                <a:cs typeface="Tahoma" panose="020B0604030504040204" pitchFamily="34" charset="0"/>
              </a:rPr>
              <a:t>Có khả năng phân tích và tính toán dòng điện, điện áp mạch không tuyến tính</a:t>
            </a:r>
            <a:endParaRPr lang="en-US" sz="32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384127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 calcmode="lin" valueType="num">
                                      <p:cBhvr additive="base">
                                        <p:cTn id="7" dur="500" fill="hold"/>
                                        <p:tgtEl>
                                          <p:spTgt spid="91"/>
                                        </p:tgtEl>
                                        <p:attrNameLst>
                                          <p:attrName>ppt_x</p:attrName>
                                        </p:attrNameLst>
                                      </p:cBhvr>
                                      <p:tavLst>
                                        <p:tav tm="0">
                                          <p:val>
                                            <p:strVal val="0-#ppt_w/2"/>
                                          </p:val>
                                        </p:tav>
                                        <p:tav tm="100000">
                                          <p:val>
                                            <p:strVal val="#ppt_x"/>
                                          </p:val>
                                        </p:tav>
                                      </p:tavLst>
                                    </p:anim>
                                    <p:anim calcmode="lin" valueType="num">
                                      <p:cBhvr additive="base">
                                        <p:cTn id="8" dur="500" fill="hold"/>
                                        <p:tgtEl>
                                          <p:spTgt spid="91"/>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3"/>
                                        </p:tgtEl>
                                        <p:attrNameLst>
                                          <p:attrName>style.visibility</p:attrName>
                                        </p:attrNameLst>
                                      </p:cBhvr>
                                      <p:to>
                                        <p:strVal val="visible"/>
                                      </p:to>
                                    </p:set>
                                    <p:anim calcmode="lin" valueType="num">
                                      <p:cBhvr additive="base">
                                        <p:cTn id="11" dur="500" fill="hold"/>
                                        <p:tgtEl>
                                          <p:spTgt spid="83"/>
                                        </p:tgtEl>
                                        <p:attrNameLst>
                                          <p:attrName>ppt_x</p:attrName>
                                        </p:attrNameLst>
                                      </p:cBhvr>
                                      <p:tavLst>
                                        <p:tav tm="0">
                                          <p:val>
                                            <p:strVal val="0-#ppt_w/2"/>
                                          </p:val>
                                        </p:tav>
                                        <p:tav tm="100000">
                                          <p:val>
                                            <p:strVal val="#ppt_x"/>
                                          </p:val>
                                        </p:tav>
                                      </p:tavLst>
                                    </p:anim>
                                    <p:anim calcmode="lin" valueType="num">
                                      <p:cBhvr additive="base">
                                        <p:cTn id="12" dur="500" fill="hold"/>
                                        <p:tgtEl>
                                          <p:spTgt spid="83"/>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7"/>
                                        </p:tgtEl>
                                        <p:attrNameLst>
                                          <p:attrName>style.visibility</p:attrName>
                                        </p:attrNameLst>
                                      </p:cBhvr>
                                      <p:to>
                                        <p:strVal val="visible"/>
                                      </p:to>
                                    </p:set>
                                    <p:anim calcmode="lin" valueType="num">
                                      <p:cBhvr additive="base">
                                        <p:cTn id="15" dur="500" fill="hold"/>
                                        <p:tgtEl>
                                          <p:spTgt spid="87"/>
                                        </p:tgtEl>
                                        <p:attrNameLst>
                                          <p:attrName>ppt_x</p:attrName>
                                        </p:attrNameLst>
                                      </p:cBhvr>
                                      <p:tavLst>
                                        <p:tav tm="0">
                                          <p:val>
                                            <p:strVal val="0-#ppt_w/2"/>
                                          </p:val>
                                        </p:tav>
                                        <p:tav tm="100000">
                                          <p:val>
                                            <p:strVal val="#ppt_x"/>
                                          </p:val>
                                        </p:tav>
                                      </p:tavLst>
                                    </p:anim>
                                    <p:anim calcmode="lin" valueType="num">
                                      <p:cBhvr additive="base">
                                        <p:cTn id="16" dur="500" fill="hold"/>
                                        <p:tgtEl>
                                          <p:spTgt spid="87"/>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anim calcmode="lin" valueType="num">
                                      <p:cBhvr additive="base">
                                        <p:cTn id="21" dur="500" fill="hold"/>
                                        <p:tgtEl>
                                          <p:spTgt spid="34"/>
                                        </p:tgtEl>
                                        <p:attrNameLst>
                                          <p:attrName>ppt_x</p:attrName>
                                        </p:attrNameLst>
                                      </p:cBhvr>
                                      <p:tavLst>
                                        <p:tav tm="0">
                                          <p:val>
                                            <p:strVal val="0-#ppt_w/2"/>
                                          </p:val>
                                        </p:tav>
                                        <p:tav tm="100000">
                                          <p:val>
                                            <p:strVal val="#ppt_x"/>
                                          </p:val>
                                        </p:tav>
                                      </p:tavLst>
                                    </p:anim>
                                    <p:anim calcmode="lin" valueType="num">
                                      <p:cBhvr additive="base">
                                        <p:cTn id="22" dur="500" fill="hold"/>
                                        <p:tgtEl>
                                          <p:spTgt spid="34"/>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0-#ppt_w/2"/>
                                          </p:val>
                                        </p:tav>
                                        <p:tav tm="100000">
                                          <p:val>
                                            <p:strVal val="#ppt_x"/>
                                          </p:val>
                                        </p:tav>
                                      </p:tavLst>
                                    </p:anim>
                                    <p:anim calcmode="lin" valueType="num">
                                      <p:cBhvr additive="base">
                                        <p:cTn id="26" dur="500" fill="hold"/>
                                        <p:tgtEl>
                                          <p:spTgt spid="32"/>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anim calcmode="lin" valueType="num">
                                      <p:cBhvr additive="base">
                                        <p:cTn id="29" dur="500" fill="hold"/>
                                        <p:tgtEl>
                                          <p:spTgt spid="33"/>
                                        </p:tgtEl>
                                        <p:attrNameLst>
                                          <p:attrName>ppt_x</p:attrName>
                                        </p:attrNameLst>
                                      </p:cBhvr>
                                      <p:tavLst>
                                        <p:tav tm="0">
                                          <p:val>
                                            <p:strVal val="0-#ppt_w/2"/>
                                          </p:val>
                                        </p:tav>
                                        <p:tav tm="100000">
                                          <p:val>
                                            <p:strVal val="#ppt_x"/>
                                          </p:val>
                                        </p:tav>
                                      </p:tavLst>
                                    </p:anim>
                                    <p:anim calcmode="lin" valueType="num">
                                      <p:cBhvr additive="base">
                                        <p:cTn id="30"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87" grpId="0" animBg="1"/>
      <p:bldP spid="91" grpId="0" animBg="1"/>
      <p:bldP spid="32" grpId="0" animBg="1"/>
      <p:bldP spid="33" grpId="0" animBg="1"/>
      <p:bldP spid="3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813BF9-5145-4417-B95D-FA8627973885}" type="slidenum">
              <a:rPr lang="en-US" smtClean="0"/>
              <a:pPr/>
              <a:t>7</a:t>
            </a:fld>
            <a:endParaRPr lang="en-US" dirty="0"/>
          </a:p>
        </p:txBody>
      </p:sp>
      <p:sp>
        <p:nvSpPr>
          <p:cNvPr id="7" name="TextBox 6">
            <a:extLst>
              <a:ext uri="{FF2B5EF4-FFF2-40B4-BE49-F238E27FC236}">
                <a16:creationId xmlns:a16="http://schemas.microsoft.com/office/drawing/2014/main" id="{67519246-82F7-46CB-AC9A-3C64DB421AF7}"/>
              </a:ext>
            </a:extLst>
          </p:cNvPr>
          <p:cNvSpPr txBox="1"/>
          <p:nvPr/>
        </p:nvSpPr>
        <p:spPr>
          <a:xfrm>
            <a:off x="403642" y="337749"/>
            <a:ext cx="10177272" cy="1384995"/>
          </a:xfrm>
          <a:prstGeom prst="rect">
            <a:avLst/>
          </a:prstGeom>
          <a:noFill/>
        </p:spPr>
        <p:txBody>
          <a:bodyPr wrap="square">
            <a:spAutoFit/>
          </a:bodyPr>
          <a:lstStyle/>
          <a:p>
            <a:pPr algn="just"/>
            <a:r>
              <a:rPr lang="en-US" sz="2800" dirty="0" err="1">
                <a:solidFill>
                  <a:srgbClr val="FF0066"/>
                </a:solidFill>
                <a:effectLst/>
                <a:latin typeface="Tahoma" panose="020B0604030504040204" pitchFamily="34" charset="0"/>
                <a:ea typeface="Tahoma" panose="020B0604030504040204" pitchFamily="34" charset="0"/>
                <a:cs typeface="Tahoma" panose="020B0604030504040204" pitchFamily="34" charset="0"/>
              </a:rPr>
              <a:t>Bài</a:t>
            </a:r>
            <a:r>
              <a:rPr lang="en-US"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 8</a:t>
            </a:r>
            <a:r>
              <a:rPr lang="de-DE" sz="2800" dirty="0">
                <a:solidFill>
                  <a:srgbClr val="FF0066"/>
                </a:solidFill>
                <a:latin typeface="Tahoma" panose="020B0604030504040204" pitchFamily="34" charset="0"/>
                <a:ea typeface="Tahoma" panose="020B0604030504040204" pitchFamily="34" charset="0"/>
                <a:cs typeface="Tahoma" panose="020B0604030504040204" pitchFamily="34" charset="0"/>
              </a:rPr>
              <a:t>-1</a:t>
            </a:r>
            <a:r>
              <a:rPr lang="de-DE"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  </a:t>
            </a:r>
            <a:r>
              <a:rPr lang="de-DE"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Cho mạch điện phi tuyến và đặc tuyến của điện trở phi tuyến là một diode zener như</a:t>
            </a:r>
            <a:r>
              <a:rPr lang="en-US" sz="2800" dirty="0">
                <a:solidFill>
                  <a:srgbClr val="0066FF"/>
                </a:solidFill>
                <a:latin typeface="Tahoma" panose="020B0604030504040204" pitchFamily="34" charset="0"/>
                <a:ea typeface="Tahoma" panose="020B0604030504040204" pitchFamily="34" charset="0"/>
                <a:cs typeface="Tahoma" panose="020B0604030504040204" pitchFamily="34" charset="0"/>
              </a:rPr>
              <a:t> </a:t>
            </a:r>
            <a:r>
              <a:rPr lang="de-DE"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hình 8.1. Tính i,u , công suất trên diode zener và các điện trở.</a:t>
            </a:r>
            <a:endPar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endParaRPr>
          </a:p>
        </p:txBody>
      </p:sp>
      <p:graphicFrame>
        <p:nvGraphicFramePr>
          <p:cNvPr id="6" name="Object 5">
            <a:extLst>
              <a:ext uri="{FF2B5EF4-FFF2-40B4-BE49-F238E27FC236}">
                <a16:creationId xmlns:a16="http://schemas.microsoft.com/office/drawing/2014/main" id="{E8E8551C-7502-4FF6-9182-69889C84B83D}"/>
              </a:ext>
            </a:extLst>
          </p:cNvPr>
          <p:cNvGraphicFramePr>
            <a:graphicFrameLocks noChangeAspect="1"/>
          </p:cNvGraphicFramePr>
          <p:nvPr>
            <p:extLst>
              <p:ext uri="{D42A27DB-BD31-4B8C-83A1-F6EECF244321}">
                <p14:modId xmlns:p14="http://schemas.microsoft.com/office/powerpoint/2010/main" val="4196491443"/>
              </p:ext>
            </p:extLst>
          </p:nvPr>
        </p:nvGraphicFramePr>
        <p:xfrm>
          <a:off x="1024128" y="2212104"/>
          <a:ext cx="4669620" cy="2433792"/>
        </p:xfrm>
        <a:graphic>
          <a:graphicData uri="http://schemas.openxmlformats.org/presentationml/2006/ole">
            <mc:AlternateContent xmlns:mc="http://schemas.openxmlformats.org/markup-compatibility/2006">
              <mc:Choice xmlns:v="urn:schemas-microsoft-com:vml" Requires="v">
                <p:oleObj name="Visio" r:id="rId2" imgW="2547642" imgH="1326745" progId="Visio.Drawing.11">
                  <p:embed/>
                </p:oleObj>
              </mc:Choice>
              <mc:Fallback>
                <p:oleObj name="Visio" r:id="rId2" imgW="2547642" imgH="1326745"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4128" y="2212104"/>
                        <a:ext cx="4669620" cy="2433792"/>
                      </a:xfrm>
                      <a:prstGeom prst="rect">
                        <a:avLst/>
                      </a:prstGeom>
                      <a:noFill/>
                    </p:spPr>
                  </p:pic>
                </p:oleObj>
              </mc:Fallback>
            </mc:AlternateContent>
          </a:graphicData>
        </a:graphic>
      </p:graphicFrame>
      <p:graphicFrame>
        <p:nvGraphicFramePr>
          <p:cNvPr id="9" name="Object 8">
            <a:extLst>
              <a:ext uri="{FF2B5EF4-FFF2-40B4-BE49-F238E27FC236}">
                <a16:creationId xmlns:a16="http://schemas.microsoft.com/office/drawing/2014/main" id="{9DE1000C-691E-4128-9919-AEA24B132877}"/>
              </a:ext>
            </a:extLst>
          </p:cNvPr>
          <p:cNvGraphicFramePr>
            <a:graphicFrameLocks noChangeAspect="1"/>
          </p:cNvGraphicFramePr>
          <p:nvPr>
            <p:extLst>
              <p:ext uri="{D42A27DB-BD31-4B8C-83A1-F6EECF244321}">
                <p14:modId xmlns:p14="http://schemas.microsoft.com/office/powerpoint/2010/main" val="584859250"/>
              </p:ext>
            </p:extLst>
          </p:nvPr>
        </p:nvGraphicFramePr>
        <p:xfrm>
          <a:off x="7069617" y="2157982"/>
          <a:ext cx="3311436" cy="2377441"/>
        </p:xfrm>
        <a:graphic>
          <a:graphicData uri="http://schemas.openxmlformats.org/presentationml/2006/ole">
            <mc:AlternateContent xmlns:mc="http://schemas.openxmlformats.org/markup-compatibility/2006">
              <mc:Choice xmlns:v="urn:schemas-microsoft-com:vml" Requires="v">
                <p:oleObj name="Visio" r:id="rId4" imgW="3041796" imgH="2393815" progId="Visio.Drawing.11">
                  <p:embed/>
                </p:oleObj>
              </mc:Choice>
              <mc:Fallback>
                <p:oleObj name="Visio" r:id="rId4" imgW="3041796" imgH="2393815" progId="Visio.Drawing.11">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2922" t="3067" b="8488"/>
                      <a:stretch>
                        <a:fillRect/>
                      </a:stretch>
                    </p:blipFill>
                    <p:spPr bwMode="auto">
                      <a:xfrm>
                        <a:off x="7069617" y="2157982"/>
                        <a:ext cx="3311436" cy="2377441"/>
                      </a:xfrm>
                      <a:prstGeom prst="rect">
                        <a:avLst/>
                      </a:prstGeom>
                      <a:noFill/>
                    </p:spPr>
                  </p:pic>
                </p:oleObj>
              </mc:Fallback>
            </mc:AlternateContent>
          </a:graphicData>
        </a:graphic>
      </p:graphicFrame>
    </p:spTree>
    <p:extLst>
      <p:ext uri="{BB962C8B-B14F-4D97-AF65-F5344CB8AC3E}">
        <p14:creationId xmlns:p14="http://schemas.microsoft.com/office/powerpoint/2010/main" val="1321889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813BF9-5145-4417-B95D-FA8627973885}" type="slidenum">
              <a:rPr lang="en-US" smtClean="0"/>
              <a:pPr/>
              <a:t>8</a:t>
            </a:fld>
            <a:endParaRPr lang="en-US" dirty="0"/>
          </a:p>
        </p:txBody>
      </p:sp>
      <p:sp>
        <p:nvSpPr>
          <p:cNvPr id="7" name="TextBox 6">
            <a:extLst>
              <a:ext uri="{FF2B5EF4-FFF2-40B4-BE49-F238E27FC236}">
                <a16:creationId xmlns:a16="http://schemas.microsoft.com/office/drawing/2014/main" id="{67519246-82F7-46CB-AC9A-3C64DB421AF7}"/>
              </a:ext>
            </a:extLst>
          </p:cNvPr>
          <p:cNvSpPr txBox="1"/>
          <p:nvPr/>
        </p:nvSpPr>
        <p:spPr>
          <a:xfrm>
            <a:off x="403642" y="337749"/>
            <a:ext cx="10177272" cy="1384995"/>
          </a:xfrm>
          <a:prstGeom prst="rect">
            <a:avLst/>
          </a:prstGeom>
          <a:noFill/>
        </p:spPr>
        <p:txBody>
          <a:bodyPr wrap="square">
            <a:spAutoFit/>
          </a:bodyPr>
          <a:lstStyle/>
          <a:p>
            <a:pPr marL="0" lvl="1" algn="just">
              <a:tabLst>
                <a:tab pos="285750" algn="l"/>
              </a:tabLst>
            </a:pPr>
            <a:r>
              <a:rPr lang="en-US" sz="2800" dirty="0" err="1">
                <a:solidFill>
                  <a:srgbClr val="FF0066"/>
                </a:solidFill>
                <a:effectLst/>
                <a:latin typeface="Tahoma" panose="020B0604030504040204" pitchFamily="34" charset="0"/>
                <a:ea typeface="Tahoma" panose="020B0604030504040204" pitchFamily="34" charset="0"/>
                <a:cs typeface="Tahoma" panose="020B0604030504040204" pitchFamily="34" charset="0"/>
              </a:rPr>
              <a:t>Bài</a:t>
            </a:r>
            <a:r>
              <a:rPr lang="en-US"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 8</a:t>
            </a:r>
            <a:r>
              <a:rPr lang="de-DE"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-2: </a:t>
            </a:r>
            <a:r>
              <a:rPr lang="de-DE"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Cho mạch điện phi tuyến và đặc tuyến của điện trở phi tuyến là một diode zener như hình 8.2. Tinh i,u và công suất trên diode zener và các điện trở.</a:t>
            </a:r>
            <a:endPar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endParaRPr>
          </a:p>
        </p:txBody>
      </p:sp>
      <p:graphicFrame>
        <p:nvGraphicFramePr>
          <p:cNvPr id="5" name="Object 4">
            <a:extLst>
              <a:ext uri="{FF2B5EF4-FFF2-40B4-BE49-F238E27FC236}">
                <a16:creationId xmlns:a16="http://schemas.microsoft.com/office/drawing/2014/main" id="{0F7F5672-C40B-4C9D-AE57-32A4151902EE}"/>
              </a:ext>
            </a:extLst>
          </p:cNvPr>
          <p:cNvGraphicFramePr>
            <a:graphicFrameLocks noChangeAspect="1"/>
          </p:cNvGraphicFramePr>
          <p:nvPr>
            <p:extLst>
              <p:ext uri="{D42A27DB-BD31-4B8C-83A1-F6EECF244321}">
                <p14:modId xmlns:p14="http://schemas.microsoft.com/office/powerpoint/2010/main" val="975108320"/>
              </p:ext>
            </p:extLst>
          </p:nvPr>
        </p:nvGraphicFramePr>
        <p:xfrm>
          <a:off x="735198" y="2235092"/>
          <a:ext cx="6060216" cy="2255747"/>
        </p:xfrm>
        <a:graphic>
          <a:graphicData uri="http://schemas.openxmlformats.org/presentationml/2006/ole">
            <mc:AlternateContent xmlns:mc="http://schemas.openxmlformats.org/markup-compatibility/2006">
              <mc:Choice xmlns:v="urn:schemas-microsoft-com:vml" Requires="v">
                <p:oleObj name="Visio" r:id="rId2" imgW="3291840" imgH="1287294" progId="Visio.Drawing.11">
                  <p:embed/>
                </p:oleObj>
              </mc:Choice>
              <mc:Fallback>
                <p:oleObj name="Visio" r:id="rId2" imgW="3291840" imgH="1287294"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b="4286"/>
                      <a:stretch>
                        <a:fillRect/>
                      </a:stretch>
                    </p:blipFill>
                    <p:spPr bwMode="auto">
                      <a:xfrm>
                        <a:off x="735198" y="2235092"/>
                        <a:ext cx="6060216" cy="2255747"/>
                      </a:xfrm>
                      <a:prstGeom prst="rect">
                        <a:avLst/>
                      </a:prstGeom>
                      <a:noFill/>
                    </p:spPr>
                  </p:pic>
                </p:oleObj>
              </mc:Fallback>
            </mc:AlternateContent>
          </a:graphicData>
        </a:graphic>
      </p:graphicFrame>
      <p:graphicFrame>
        <p:nvGraphicFramePr>
          <p:cNvPr id="10" name="Object 9">
            <a:extLst>
              <a:ext uri="{FF2B5EF4-FFF2-40B4-BE49-F238E27FC236}">
                <a16:creationId xmlns:a16="http://schemas.microsoft.com/office/drawing/2014/main" id="{59C7951A-0CC3-42D6-90C9-BB5EA0C78B29}"/>
              </a:ext>
            </a:extLst>
          </p:cNvPr>
          <p:cNvGraphicFramePr>
            <a:graphicFrameLocks noChangeAspect="1"/>
          </p:cNvGraphicFramePr>
          <p:nvPr>
            <p:extLst>
              <p:ext uri="{D42A27DB-BD31-4B8C-83A1-F6EECF244321}">
                <p14:modId xmlns:p14="http://schemas.microsoft.com/office/powerpoint/2010/main" val="3753248572"/>
              </p:ext>
            </p:extLst>
          </p:nvPr>
        </p:nvGraphicFramePr>
        <p:xfrm>
          <a:off x="7495854" y="2391407"/>
          <a:ext cx="3029241" cy="2175546"/>
        </p:xfrm>
        <a:graphic>
          <a:graphicData uri="http://schemas.openxmlformats.org/presentationml/2006/ole">
            <mc:AlternateContent xmlns:mc="http://schemas.openxmlformats.org/markup-compatibility/2006">
              <mc:Choice xmlns:v="urn:schemas-microsoft-com:vml" Requires="v">
                <p:oleObj name="Visio" r:id="rId4" imgW="3041796" imgH="2393815" progId="Visio.Drawing.11">
                  <p:embed/>
                </p:oleObj>
              </mc:Choice>
              <mc:Fallback>
                <p:oleObj name="Visio" r:id="rId4" imgW="3041796" imgH="2393815" progId="Visio.Drawing.11">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2922" t="3067" b="8488"/>
                      <a:stretch>
                        <a:fillRect/>
                      </a:stretch>
                    </p:blipFill>
                    <p:spPr bwMode="auto">
                      <a:xfrm>
                        <a:off x="7495854" y="2391407"/>
                        <a:ext cx="3029241" cy="2175546"/>
                      </a:xfrm>
                      <a:prstGeom prst="rect">
                        <a:avLst/>
                      </a:prstGeom>
                      <a:noFill/>
                    </p:spPr>
                  </p:pic>
                </p:oleObj>
              </mc:Fallback>
            </mc:AlternateContent>
          </a:graphicData>
        </a:graphic>
      </p:graphicFrame>
    </p:spTree>
    <p:extLst>
      <p:ext uri="{BB962C8B-B14F-4D97-AF65-F5344CB8AC3E}">
        <p14:creationId xmlns:p14="http://schemas.microsoft.com/office/powerpoint/2010/main" val="430511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813BF9-5145-4417-B95D-FA8627973885}" type="slidenum">
              <a:rPr lang="en-US" smtClean="0"/>
              <a:pPr/>
              <a:t>9</a:t>
            </a:fld>
            <a:endParaRPr lang="en-US" dirty="0"/>
          </a:p>
        </p:txBody>
      </p:sp>
      <p:sp>
        <p:nvSpPr>
          <p:cNvPr id="7" name="TextBox 6">
            <a:extLst>
              <a:ext uri="{FF2B5EF4-FFF2-40B4-BE49-F238E27FC236}">
                <a16:creationId xmlns:a16="http://schemas.microsoft.com/office/drawing/2014/main" id="{67519246-82F7-46CB-AC9A-3C64DB421AF7}"/>
              </a:ext>
            </a:extLst>
          </p:cNvPr>
          <p:cNvSpPr txBox="1"/>
          <p:nvPr/>
        </p:nvSpPr>
        <p:spPr>
          <a:xfrm>
            <a:off x="403642" y="337749"/>
            <a:ext cx="10177272" cy="1384995"/>
          </a:xfrm>
          <a:prstGeom prst="rect">
            <a:avLst/>
          </a:prstGeom>
          <a:noFill/>
        </p:spPr>
        <p:txBody>
          <a:bodyPr wrap="square">
            <a:spAutoFit/>
          </a:bodyPr>
          <a:lstStyle/>
          <a:p>
            <a:pPr marL="0" lvl="1" algn="just">
              <a:tabLst>
                <a:tab pos="285750" algn="l"/>
              </a:tabLst>
            </a:pPr>
            <a:r>
              <a:rPr lang="en-US" sz="2800" dirty="0" err="1">
                <a:solidFill>
                  <a:srgbClr val="FF0066"/>
                </a:solidFill>
                <a:effectLst/>
                <a:latin typeface="Tahoma" panose="020B0604030504040204" pitchFamily="34" charset="0"/>
                <a:ea typeface="Tahoma" panose="020B0604030504040204" pitchFamily="34" charset="0"/>
                <a:cs typeface="Tahoma" panose="020B0604030504040204" pitchFamily="34" charset="0"/>
              </a:rPr>
              <a:t>Bài</a:t>
            </a:r>
            <a:r>
              <a:rPr lang="en-US"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 8</a:t>
            </a:r>
            <a:r>
              <a:rPr lang="de-DE"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-3: </a:t>
            </a:r>
            <a:r>
              <a:rPr lang="de-DE"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Cho mạch điện phi tuyến và đặc tuyến của điện trở phi tuyến là một diode zener như  hình 8.3. Tinh i,u và công suất trên diode zener. </a:t>
            </a:r>
            <a:endPar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endParaRPr>
          </a:p>
        </p:txBody>
      </p:sp>
      <p:graphicFrame>
        <p:nvGraphicFramePr>
          <p:cNvPr id="6" name="Object 5">
            <a:extLst>
              <a:ext uri="{FF2B5EF4-FFF2-40B4-BE49-F238E27FC236}">
                <a16:creationId xmlns:a16="http://schemas.microsoft.com/office/drawing/2014/main" id="{0BECF947-D156-4684-BE69-A5004BF1B9A4}"/>
              </a:ext>
            </a:extLst>
          </p:cNvPr>
          <p:cNvGraphicFramePr>
            <a:graphicFrameLocks noChangeAspect="1"/>
          </p:cNvGraphicFramePr>
          <p:nvPr>
            <p:extLst>
              <p:ext uri="{D42A27DB-BD31-4B8C-83A1-F6EECF244321}">
                <p14:modId xmlns:p14="http://schemas.microsoft.com/office/powerpoint/2010/main" val="2169686889"/>
              </p:ext>
            </p:extLst>
          </p:nvPr>
        </p:nvGraphicFramePr>
        <p:xfrm>
          <a:off x="1159982" y="2236362"/>
          <a:ext cx="4467398" cy="2638697"/>
        </p:xfrm>
        <a:graphic>
          <a:graphicData uri="http://schemas.openxmlformats.org/presentationml/2006/ole">
            <mc:AlternateContent xmlns:mc="http://schemas.openxmlformats.org/markup-compatibility/2006">
              <mc:Choice xmlns:v="urn:schemas-microsoft-com:vml" Requires="v">
                <p:oleObj name="Visio" r:id="rId2" imgW="2352355" imgH="1389974" progId="Visio.Drawing.11">
                  <p:embed/>
                </p:oleObj>
              </mc:Choice>
              <mc:Fallback>
                <p:oleObj name="Visio" r:id="rId2" imgW="2352355" imgH="1389974"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9982" y="2236362"/>
                        <a:ext cx="4467398" cy="2638697"/>
                      </a:xfrm>
                      <a:prstGeom prst="rect">
                        <a:avLst/>
                      </a:prstGeom>
                      <a:noFill/>
                    </p:spPr>
                  </p:pic>
                </p:oleObj>
              </mc:Fallback>
            </mc:AlternateContent>
          </a:graphicData>
        </a:graphic>
      </p:graphicFrame>
      <p:graphicFrame>
        <p:nvGraphicFramePr>
          <p:cNvPr id="11" name="Object 10">
            <a:extLst>
              <a:ext uri="{FF2B5EF4-FFF2-40B4-BE49-F238E27FC236}">
                <a16:creationId xmlns:a16="http://schemas.microsoft.com/office/drawing/2014/main" id="{DAB53060-DB8E-4A23-A1F1-58C103365541}"/>
              </a:ext>
            </a:extLst>
          </p:cNvPr>
          <p:cNvGraphicFramePr>
            <a:graphicFrameLocks noChangeAspect="1"/>
          </p:cNvGraphicFramePr>
          <p:nvPr>
            <p:extLst>
              <p:ext uri="{D42A27DB-BD31-4B8C-83A1-F6EECF244321}">
                <p14:modId xmlns:p14="http://schemas.microsoft.com/office/powerpoint/2010/main" val="539600230"/>
              </p:ext>
            </p:extLst>
          </p:nvPr>
        </p:nvGraphicFramePr>
        <p:xfrm>
          <a:off x="6719535" y="2344921"/>
          <a:ext cx="3311986" cy="2378608"/>
        </p:xfrm>
        <a:graphic>
          <a:graphicData uri="http://schemas.openxmlformats.org/presentationml/2006/ole">
            <mc:AlternateContent xmlns:mc="http://schemas.openxmlformats.org/markup-compatibility/2006">
              <mc:Choice xmlns:v="urn:schemas-microsoft-com:vml" Requires="v">
                <p:oleObj name="Visio" r:id="rId4" imgW="3041796" imgH="2393815" progId="Visio.Drawing.11">
                  <p:embed/>
                </p:oleObj>
              </mc:Choice>
              <mc:Fallback>
                <p:oleObj name="Visio" r:id="rId4" imgW="3041796" imgH="2393815" progId="Visio.Drawing.11">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2922" t="3067" b="8488"/>
                      <a:stretch>
                        <a:fillRect/>
                      </a:stretch>
                    </p:blipFill>
                    <p:spPr bwMode="auto">
                      <a:xfrm>
                        <a:off x="6719535" y="2344921"/>
                        <a:ext cx="3311986" cy="2378608"/>
                      </a:xfrm>
                      <a:prstGeom prst="rect">
                        <a:avLst/>
                      </a:prstGeom>
                      <a:noFill/>
                    </p:spPr>
                  </p:pic>
                </p:oleObj>
              </mc:Fallback>
            </mc:AlternateContent>
          </a:graphicData>
        </a:graphic>
      </p:graphicFrame>
    </p:spTree>
    <p:extLst>
      <p:ext uri="{BB962C8B-B14F-4D97-AF65-F5344CB8AC3E}">
        <p14:creationId xmlns:p14="http://schemas.microsoft.com/office/powerpoint/2010/main" val="3576430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813BF9-5145-4417-B95D-FA8627973885}" type="slidenum">
              <a:rPr lang="en-US" smtClean="0"/>
              <a:pPr/>
              <a:t>10</a:t>
            </a:fld>
            <a:endParaRPr lang="en-US" dirty="0"/>
          </a:p>
        </p:txBody>
      </p:sp>
      <p:sp>
        <p:nvSpPr>
          <p:cNvPr id="7" name="TextBox 6">
            <a:extLst>
              <a:ext uri="{FF2B5EF4-FFF2-40B4-BE49-F238E27FC236}">
                <a16:creationId xmlns:a16="http://schemas.microsoft.com/office/drawing/2014/main" id="{67519246-82F7-46CB-AC9A-3C64DB421AF7}"/>
              </a:ext>
            </a:extLst>
          </p:cNvPr>
          <p:cNvSpPr txBox="1"/>
          <p:nvPr/>
        </p:nvSpPr>
        <p:spPr>
          <a:xfrm>
            <a:off x="403642" y="337749"/>
            <a:ext cx="10177272" cy="954107"/>
          </a:xfrm>
          <a:prstGeom prst="rect">
            <a:avLst/>
          </a:prstGeom>
          <a:noFill/>
        </p:spPr>
        <p:txBody>
          <a:bodyPr wrap="square">
            <a:spAutoFit/>
          </a:bodyPr>
          <a:lstStyle/>
          <a:p>
            <a:pPr algn="just"/>
            <a:r>
              <a:rPr lang="en-US" sz="2800" dirty="0" err="1">
                <a:solidFill>
                  <a:srgbClr val="FF0066"/>
                </a:solidFill>
                <a:effectLst/>
                <a:latin typeface="Tahoma" panose="020B0604030504040204" pitchFamily="34" charset="0"/>
                <a:ea typeface="Tahoma" panose="020B0604030504040204" pitchFamily="34" charset="0"/>
                <a:cs typeface="Tahoma" panose="020B0604030504040204" pitchFamily="34" charset="0"/>
              </a:rPr>
              <a:t>Bài</a:t>
            </a:r>
            <a:r>
              <a:rPr lang="en-US"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 8</a:t>
            </a:r>
            <a:r>
              <a:rPr lang="de-DE"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-4: </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Cho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mạch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điện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phi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tuyến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và</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đặc</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tuyến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của</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điện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trở</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phi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tuyến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như</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hình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8.4.Tính i</a:t>
            </a:r>
            <a:r>
              <a:rPr lang="fr-FR" sz="2800" baseline="-25000" dirty="0">
                <a:solidFill>
                  <a:srgbClr val="0066FF"/>
                </a:solidFill>
                <a:effectLst/>
                <a:latin typeface="Tahoma" panose="020B0604030504040204" pitchFamily="34" charset="0"/>
                <a:ea typeface="Tahoma" panose="020B0604030504040204" pitchFamily="34" charset="0"/>
                <a:cs typeface="Tahoma" panose="020B0604030504040204" pitchFamily="34" charset="0"/>
              </a:rPr>
              <a:t>1</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i</a:t>
            </a:r>
            <a:r>
              <a:rPr lang="fr-FR" sz="2800" baseline="-25000" dirty="0">
                <a:solidFill>
                  <a:srgbClr val="0066FF"/>
                </a:solidFill>
                <a:effectLst/>
                <a:latin typeface="Tahoma" panose="020B0604030504040204" pitchFamily="34" charset="0"/>
                <a:ea typeface="Tahoma" panose="020B0604030504040204" pitchFamily="34" charset="0"/>
                <a:cs typeface="Tahoma" panose="020B0604030504040204" pitchFamily="34" charset="0"/>
              </a:rPr>
              <a:t>2</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,i,u.</a:t>
            </a:r>
            <a:endPar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endParaRPr>
          </a:p>
        </p:txBody>
      </p:sp>
      <p:graphicFrame>
        <p:nvGraphicFramePr>
          <p:cNvPr id="8" name="Object 7">
            <a:extLst>
              <a:ext uri="{FF2B5EF4-FFF2-40B4-BE49-F238E27FC236}">
                <a16:creationId xmlns:a16="http://schemas.microsoft.com/office/drawing/2014/main" id="{42FFCCEB-7D9F-4676-B50E-B787DD7858B5}"/>
              </a:ext>
            </a:extLst>
          </p:cNvPr>
          <p:cNvGraphicFramePr>
            <a:graphicFrameLocks noChangeAspect="1"/>
          </p:cNvGraphicFramePr>
          <p:nvPr>
            <p:extLst>
              <p:ext uri="{D42A27DB-BD31-4B8C-83A1-F6EECF244321}">
                <p14:modId xmlns:p14="http://schemas.microsoft.com/office/powerpoint/2010/main" val="1412545192"/>
              </p:ext>
            </p:extLst>
          </p:nvPr>
        </p:nvGraphicFramePr>
        <p:xfrm>
          <a:off x="611341" y="1871120"/>
          <a:ext cx="5610105" cy="2983556"/>
        </p:xfrm>
        <a:graphic>
          <a:graphicData uri="http://schemas.openxmlformats.org/presentationml/2006/ole">
            <mc:AlternateContent xmlns:mc="http://schemas.openxmlformats.org/markup-compatibility/2006">
              <mc:Choice xmlns:v="urn:schemas-microsoft-com:vml" Requires="v">
                <p:oleObj name="Visio" r:id="rId2" imgW="2547642" imgH="1348091" progId="Visio.Drawing.11">
                  <p:embed/>
                </p:oleObj>
              </mc:Choice>
              <mc:Fallback>
                <p:oleObj name="Visio" r:id="rId2" imgW="2547642" imgH="1348091"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341" y="1871120"/>
                        <a:ext cx="5610105" cy="2983556"/>
                      </a:xfrm>
                      <a:prstGeom prst="rect">
                        <a:avLst/>
                      </a:prstGeom>
                      <a:noFill/>
                    </p:spPr>
                  </p:pic>
                </p:oleObj>
              </mc:Fallback>
            </mc:AlternateContent>
          </a:graphicData>
        </a:graphic>
      </p:graphicFrame>
      <p:graphicFrame>
        <p:nvGraphicFramePr>
          <p:cNvPr id="12" name="Object 11">
            <a:extLst>
              <a:ext uri="{FF2B5EF4-FFF2-40B4-BE49-F238E27FC236}">
                <a16:creationId xmlns:a16="http://schemas.microsoft.com/office/drawing/2014/main" id="{69FF4B5D-8F0C-4958-812C-A89F1B3185C6}"/>
              </a:ext>
            </a:extLst>
          </p:cNvPr>
          <p:cNvGraphicFramePr>
            <a:graphicFrameLocks noChangeAspect="1"/>
          </p:cNvGraphicFramePr>
          <p:nvPr>
            <p:extLst>
              <p:ext uri="{D42A27DB-BD31-4B8C-83A1-F6EECF244321}">
                <p14:modId xmlns:p14="http://schemas.microsoft.com/office/powerpoint/2010/main" val="2195634427"/>
              </p:ext>
            </p:extLst>
          </p:nvPr>
        </p:nvGraphicFramePr>
        <p:xfrm>
          <a:off x="6860613" y="2037805"/>
          <a:ext cx="3456853" cy="2575996"/>
        </p:xfrm>
        <a:graphic>
          <a:graphicData uri="http://schemas.openxmlformats.org/presentationml/2006/ole">
            <mc:AlternateContent xmlns:mc="http://schemas.openxmlformats.org/markup-compatibility/2006">
              <mc:Choice xmlns:v="urn:schemas-microsoft-com:vml" Requires="v">
                <p:oleObj name="Visio" r:id="rId4" imgW="3041796" imgH="2393815" progId="Visio.Drawing.11">
                  <p:embed/>
                </p:oleObj>
              </mc:Choice>
              <mc:Fallback>
                <p:oleObj name="Visio" r:id="rId4" imgW="3041796" imgH="2393815" progId="Visio.Drawing.11">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2922" b="8488"/>
                      <a:stretch>
                        <a:fillRect/>
                      </a:stretch>
                    </p:blipFill>
                    <p:spPr bwMode="auto">
                      <a:xfrm>
                        <a:off x="6860613" y="2037805"/>
                        <a:ext cx="3456853" cy="2575996"/>
                      </a:xfrm>
                      <a:prstGeom prst="rect">
                        <a:avLst/>
                      </a:prstGeom>
                      <a:noFill/>
                    </p:spPr>
                  </p:pic>
                </p:oleObj>
              </mc:Fallback>
            </mc:AlternateContent>
          </a:graphicData>
        </a:graphic>
      </p:graphicFrame>
    </p:spTree>
    <p:extLst>
      <p:ext uri="{BB962C8B-B14F-4D97-AF65-F5344CB8AC3E}">
        <p14:creationId xmlns:p14="http://schemas.microsoft.com/office/powerpoint/2010/main" val="3824609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813BF9-5145-4417-B95D-FA8627973885}" type="slidenum">
              <a:rPr lang="en-US" smtClean="0"/>
              <a:pPr/>
              <a:t>11</a:t>
            </a:fld>
            <a:endParaRPr lang="en-US" dirty="0"/>
          </a:p>
        </p:txBody>
      </p:sp>
      <p:sp>
        <p:nvSpPr>
          <p:cNvPr id="7" name="TextBox 6">
            <a:extLst>
              <a:ext uri="{FF2B5EF4-FFF2-40B4-BE49-F238E27FC236}">
                <a16:creationId xmlns:a16="http://schemas.microsoft.com/office/drawing/2014/main" id="{67519246-82F7-46CB-AC9A-3C64DB421AF7}"/>
              </a:ext>
            </a:extLst>
          </p:cNvPr>
          <p:cNvSpPr txBox="1"/>
          <p:nvPr/>
        </p:nvSpPr>
        <p:spPr>
          <a:xfrm>
            <a:off x="403642" y="337749"/>
            <a:ext cx="10177272" cy="954107"/>
          </a:xfrm>
          <a:prstGeom prst="rect">
            <a:avLst/>
          </a:prstGeom>
          <a:noFill/>
        </p:spPr>
        <p:txBody>
          <a:bodyPr wrap="square">
            <a:spAutoFit/>
          </a:bodyPr>
          <a:lstStyle/>
          <a:p>
            <a:pPr algn="just"/>
            <a:r>
              <a:rPr lang="en-US" sz="2800" dirty="0" err="1">
                <a:solidFill>
                  <a:srgbClr val="FF0066"/>
                </a:solidFill>
                <a:effectLst/>
                <a:latin typeface="Tahoma" panose="020B0604030504040204" pitchFamily="34" charset="0"/>
                <a:ea typeface="Tahoma" panose="020B0604030504040204" pitchFamily="34" charset="0"/>
                <a:cs typeface="Tahoma" panose="020B0604030504040204" pitchFamily="34" charset="0"/>
              </a:rPr>
              <a:t>Bài</a:t>
            </a:r>
            <a:r>
              <a:rPr lang="en-US"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 8</a:t>
            </a:r>
            <a:r>
              <a:rPr lang="de-DE"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-5: </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Cho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mạch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điện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phi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tuyến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như</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hình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8.5,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điện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trở</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phi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tuyến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có</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mối</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quan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hệ</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u =3i</a:t>
            </a:r>
            <a:r>
              <a:rPr lang="fr-FR" sz="2800" baseline="30000" dirty="0">
                <a:solidFill>
                  <a:srgbClr val="0066FF"/>
                </a:solidFill>
                <a:effectLst/>
                <a:latin typeface="Tahoma" panose="020B0604030504040204" pitchFamily="34" charset="0"/>
                <a:ea typeface="Tahoma" panose="020B0604030504040204" pitchFamily="34" charset="0"/>
                <a:cs typeface="Tahoma" panose="020B0604030504040204" pitchFamily="34" charset="0"/>
              </a:rPr>
              <a:t>2.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Tính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i.</a:t>
            </a:r>
            <a:endPar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endParaRPr>
          </a:p>
        </p:txBody>
      </p:sp>
      <p:graphicFrame>
        <p:nvGraphicFramePr>
          <p:cNvPr id="5" name="Object 4">
            <a:extLst>
              <a:ext uri="{FF2B5EF4-FFF2-40B4-BE49-F238E27FC236}">
                <a16:creationId xmlns:a16="http://schemas.microsoft.com/office/drawing/2014/main" id="{427B23A5-711D-48EC-BF49-E8091168B7B2}"/>
              </a:ext>
            </a:extLst>
          </p:cNvPr>
          <p:cNvGraphicFramePr>
            <a:graphicFrameLocks noChangeAspect="1"/>
          </p:cNvGraphicFramePr>
          <p:nvPr>
            <p:extLst>
              <p:ext uri="{D42A27DB-BD31-4B8C-83A1-F6EECF244321}">
                <p14:modId xmlns:p14="http://schemas.microsoft.com/office/powerpoint/2010/main" val="196945135"/>
              </p:ext>
            </p:extLst>
          </p:nvPr>
        </p:nvGraphicFramePr>
        <p:xfrm>
          <a:off x="1238358" y="2157985"/>
          <a:ext cx="8442087" cy="2737974"/>
        </p:xfrm>
        <a:graphic>
          <a:graphicData uri="http://schemas.openxmlformats.org/presentationml/2006/ole">
            <mc:AlternateContent xmlns:mc="http://schemas.openxmlformats.org/markup-compatibility/2006">
              <mc:Choice xmlns:v="urn:schemas-microsoft-com:vml" Requires="v">
                <p:oleObj name="Visio" r:id="rId2" imgW="3726113" imgH="1292428" progId="Visio.Drawing.11">
                  <p:embed/>
                </p:oleObj>
              </mc:Choice>
              <mc:Fallback>
                <p:oleObj name="Visio" r:id="rId2" imgW="3726113" imgH="1292428"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b="6761"/>
                      <a:stretch>
                        <a:fillRect/>
                      </a:stretch>
                    </p:blipFill>
                    <p:spPr bwMode="auto">
                      <a:xfrm>
                        <a:off x="1238358" y="2157985"/>
                        <a:ext cx="8442087" cy="2737974"/>
                      </a:xfrm>
                      <a:prstGeom prst="rect">
                        <a:avLst/>
                      </a:prstGeom>
                      <a:noFill/>
                    </p:spPr>
                  </p:pic>
                </p:oleObj>
              </mc:Fallback>
            </mc:AlternateContent>
          </a:graphicData>
        </a:graphic>
      </p:graphicFrame>
    </p:spTree>
    <p:extLst>
      <p:ext uri="{BB962C8B-B14F-4D97-AF65-F5344CB8AC3E}">
        <p14:creationId xmlns:p14="http://schemas.microsoft.com/office/powerpoint/2010/main" val="2123474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813BF9-5145-4417-B95D-FA8627973885}" type="slidenum">
              <a:rPr lang="en-US" smtClean="0"/>
              <a:pPr/>
              <a:t>12</a:t>
            </a:fld>
            <a:endParaRPr lang="en-US" dirty="0"/>
          </a:p>
        </p:txBody>
      </p:sp>
      <p:sp>
        <p:nvSpPr>
          <p:cNvPr id="7" name="TextBox 6">
            <a:extLst>
              <a:ext uri="{FF2B5EF4-FFF2-40B4-BE49-F238E27FC236}">
                <a16:creationId xmlns:a16="http://schemas.microsoft.com/office/drawing/2014/main" id="{67519246-82F7-46CB-AC9A-3C64DB421AF7}"/>
              </a:ext>
            </a:extLst>
          </p:cNvPr>
          <p:cNvSpPr txBox="1"/>
          <p:nvPr/>
        </p:nvSpPr>
        <p:spPr>
          <a:xfrm>
            <a:off x="403642" y="337749"/>
            <a:ext cx="10177272" cy="954107"/>
          </a:xfrm>
          <a:prstGeom prst="rect">
            <a:avLst/>
          </a:prstGeom>
          <a:noFill/>
        </p:spPr>
        <p:txBody>
          <a:bodyPr wrap="square">
            <a:spAutoFit/>
          </a:bodyPr>
          <a:lstStyle/>
          <a:p>
            <a:pPr algn="just"/>
            <a:r>
              <a:rPr lang="en-US" sz="2800" dirty="0" err="1">
                <a:solidFill>
                  <a:srgbClr val="FF0066"/>
                </a:solidFill>
                <a:effectLst/>
                <a:latin typeface="Tahoma" panose="020B0604030504040204" pitchFamily="34" charset="0"/>
                <a:ea typeface="Tahoma" panose="020B0604030504040204" pitchFamily="34" charset="0"/>
                <a:cs typeface="Tahoma" panose="020B0604030504040204" pitchFamily="34" charset="0"/>
              </a:rPr>
              <a:t>Bài</a:t>
            </a:r>
            <a:r>
              <a:rPr lang="en-US"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 8</a:t>
            </a:r>
            <a:r>
              <a:rPr lang="de-DE"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-6: </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Cho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mạch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điện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phi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tuyến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như</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hình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8.6 ,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điện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trở</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phi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tuyến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có</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mối</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quan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hệ</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u =8i</a:t>
            </a:r>
            <a:r>
              <a:rPr lang="fr-FR" sz="2800" baseline="30000" dirty="0">
                <a:solidFill>
                  <a:srgbClr val="0066FF"/>
                </a:solidFill>
                <a:effectLst/>
                <a:latin typeface="Tahoma" panose="020B0604030504040204" pitchFamily="34" charset="0"/>
                <a:ea typeface="Tahoma" panose="020B0604030504040204" pitchFamily="34" charset="0"/>
                <a:cs typeface="Tahoma" panose="020B0604030504040204" pitchFamily="34" charset="0"/>
              </a:rPr>
              <a:t>2.</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+16i.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Tính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i.</a:t>
            </a:r>
            <a:endPar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endParaRPr>
          </a:p>
        </p:txBody>
      </p:sp>
      <p:graphicFrame>
        <p:nvGraphicFramePr>
          <p:cNvPr id="8" name="Object 7">
            <a:extLst>
              <a:ext uri="{FF2B5EF4-FFF2-40B4-BE49-F238E27FC236}">
                <a16:creationId xmlns:a16="http://schemas.microsoft.com/office/drawing/2014/main" id="{00294E6E-BDAB-4015-BB8B-DE11F362E314}"/>
              </a:ext>
            </a:extLst>
          </p:cNvPr>
          <p:cNvGraphicFramePr>
            <a:graphicFrameLocks noChangeAspect="1"/>
          </p:cNvGraphicFramePr>
          <p:nvPr>
            <p:extLst>
              <p:ext uri="{D42A27DB-BD31-4B8C-83A1-F6EECF244321}">
                <p14:modId xmlns:p14="http://schemas.microsoft.com/office/powerpoint/2010/main" val="1490198965"/>
              </p:ext>
            </p:extLst>
          </p:nvPr>
        </p:nvGraphicFramePr>
        <p:xfrm>
          <a:off x="2361764" y="2012550"/>
          <a:ext cx="6821008" cy="2695303"/>
        </p:xfrm>
        <a:graphic>
          <a:graphicData uri="http://schemas.openxmlformats.org/presentationml/2006/ole">
            <mc:AlternateContent xmlns:mc="http://schemas.openxmlformats.org/markup-compatibility/2006">
              <mc:Choice xmlns:v="urn:schemas-microsoft-com:vml" Requires="v">
                <p:oleObj name="Visio" r:id="rId2" imgW="3227913" imgH="1535619" progId="Visio.Drawing.11">
                  <p:embed/>
                </p:oleObj>
              </mc:Choice>
              <mc:Fallback>
                <p:oleObj name="Visio" r:id="rId2" imgW="3227913" imgH="1535619"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t="11476" b="5675"/>
                      <a:stretch>
                        <a:fillRect/>
                      </a:stretch>
                    </p:blipFill>
                    <p:spPr bwMode="auto">
                      <a:xfrm>
                        <a:off x="2361764" y="2012550"/>
                        <a:ext cx="6821008" cy="2695303"/>
                      </a:xfrm>
                      <a:prstGeom prst="rect">
                        <a:avLst/>
                      </a:prstGeom>
                      <a:noFill/>
                    </p:spPr>
                  </p:pic>
                </p:oleObj>
              </mc:Fallback>
            </mc:AlternateContent>
          </a:graphicData>
        </a:graphic>
      </p:graphicFrame>
    </p:spTree>
    <p:extLst>
      <p:ext uri="{BB962C8B-B14F-4D97-AF65-F5344CB8AC3E}">
        <p14:creationId xmlns:p14="http://schemas.microsoft.com/office/powerpoint/2010/main" val="605597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813BF9-5145-4417-B95D-FA8627973885}" type="slidenum">
              <a:rPr lang="en-US" smtClean="0"/>
              <a:pPr/>
              <a:t>13</a:t>
            </a:fld>
            <a:endParaRPr lang="en-US" dirty="0"/>
          </a:p>
        </p:txBody>
      </p:sp>
      <p:sp>
        <p:nvSpPr>
          <p:cNvPr id="7" name="TextBox 6">
            <a:extLst>
              <a:ext uri="{FF2B5EF4-FFF2-40B4-BE49-F238E27FC236}">
                <a16:creationId xmlns:a16="http://schemas.microsoft.com/office/drawing/2014/main" id="{67519246-82F7-46CB-AC9A-3C64DB421AF7}"/>
              </a:ext>
            </a:extLst>
          </p:cNvPr>
          <p:cNvSpPr txBox="1"/>
          <p:nvPr/>
        </p:nvSpPr>
        <p:spPr>
          <a:xfrm>
            <a:off x="403642" y="337749"/>
            <a:ext cx="10177272" cy="954107"/>
          </a:xfrm>
          <a:prstGeom prst="rect">
            <a:avLst/>
          </a:prstGeom>
          <a:noFill/>
        </p:spPr>
        <p:txBody>
          <a:bodyPr wrap="square">
            <a:spAutoFit/>
          </a:bodyPr>
          <a:lstStyle/>
          <a:p>
            <a:pPr algn="just"/>
            <a:r>
              <a:rPr lang="en-US" sz="2800" dirty="0" err="1">
                <a:solidFill>
                  <a:srgbClr val="FF0066"/>
                </a:solidFill>
                <a:effectLst/>
                <a:latin typeface="Tahoma" panose="020B0604030504040204" pitchFamily="34" charset="0"/>
                <a:ea typeface="Tahoma" panose="020B0604030504040204" pitchFamily="34" charset="0"/>
                <a:cs typeface="Tahoma" panose="020B0604030504040204" pitchFamily="34" charset="0"/>
              </a:rPr>
              <a:t>Bài</a:t>
            </a:r>
            <a:r>
              <a:rPr lang="en-US"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 8</a:t>
            </a:r>
            <a:r>
              <a:rPr lang="de-DE"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-7: </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Cho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mạch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điện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phi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tuyến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như</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hình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8.7, </a:t>
            </a:r>
          </a:p>
          <a:p>
            <a:pPr algn="just"/>
            <a:r>
              <a:rPr lang="fr-FR" sz="2800" dirty="0" err="1">
                <a:solidFill>
                  <a:srgbClr val="0066FF"/>
                </a:solidFill>
                <a:latin typeface="Tahoma" panose="020B0604030504040204" pitchFamily="34" charset="0"/>
                <a:ea typeface="Tahoma" panose="020B0604030504040204" pitchFamily="34" charset="0"/>
                <a:cs typeface="Tahoma" panose="020B0604030504040204" pitchFamily="34" charset="0"/>
              </a:rPr>
              <a:t>V</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ới</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e(t) = 0,1cos314t V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và</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điện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trở</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phi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tuyến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có</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mối</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quan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hệ</a:t>
            </a:r>
            <a:endPar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endParaRPr>
          </a:p>
        </p:txBody>
      </p:sp>
      <p:graphicFrame>
        <p:nvGraphicFramePr>
          <p:cNvPr id="10" name="Object 9">
            <a:extLst>
              <a:ext uri="{FF2B5EF4-FFF2-40B4-BE49-F238E27FC236}">
                <a16:creationId xmlns:a16="http://schemas.microsoft.com/office/drawing/2014/main" id="{A50E1CFB-BCB8-45FB-844D-6734FB924034}"/>
              </a:ext>
            </a:extLst>
          </p:cNvPr>
          <p:cNvGraphicFramePr>
            <a:graphicFrameLocks noChangeAspect="1"/>
          </p:cNvGraphicFramePr>
          <p:nvPr>
            <p:extLst>
              <p:ext uri="{D42A27DB-BD31-4B8C-83A1-F6EECF244321}">
                <p14:modId xmlns:p14="http://schemas.microsoft.com/office/powerpoint/2010/main" val="1226571998"/>
              </p:ext>
            </p:extLst>
          </p:nvPr>
        </p:nvGraphicFramePr>
        <p:xfrm>
          <a:off x="1152525" y="1479550"/>
          <a:ext cx="4025900" cy="863600"/>
        </p:xfrm>
        <a:graphic>
          <a:graphicData uri="http://schemas.openxmlformats.org/presentationml/2006/ole">
            <mc:AlternateContent xmlns:mc="http://schemas.openxmlformats.org/markup-compatibility/2006">
              <mc:Choice xmlns:v="urn:schemas-microsoft-com:vml" Requires="v">
                <p:oleObj name="Equation" r:id="rId2" imgW="4025880" imgH="863280" progId="Equation.DSMT4">
                  <p:embed/>
                </p:oleObj>
              </mc:Choice>
              <mc:Fallback>
                <p:oleObj name="Equation" r:id="rId2" imgW="4025880" imgH="863280" progId="Equation.DSMT4">
                  <p:embed/>
                  <p:pic>
                    <p:nvPicPr>
                      <p:cNvPr id="0" name=""/>
                      <p:cNvPicPr/>
                      <p:nvPr/>
                    </p:nvPicPr>
                    <p:blipFill>
                      <a:blip r:embed="rId3"/>
                      <a:stretch>
                        <a:fillRect/>
                      </a:stretch>
                    </p:blipFill>
                    <p:spPr>
                      <a:xfrm>
                        <a:off x="1152525" y="1479550"/>
                        <a:ext cx="4025900" cy="863600"/>
                      </a:xfrm>
                      <a:prstGeom prst="rect">
                        <a:avLst/>
                      </a:prstGeom>
                    </p:spPr>
                  </p:pic>
                </p:oleObj>
              </mc:Fallback>
            </mc:AlternateContent>
          </a:graphicData>
        </a:graphic>
      </p:graphicFrame>
      <p:sp>
        <p:nvSpPr>
          <p:cNvPr id="13" name="TextBox 12">
            <a:extLst>
              <a:ext uri="{FF2B5EF4-FFF2-40B4-BE49-F238E27FC236}">
                <a16:creationId xmlns:a16="http://schemas.microsoft.com/office/drawing/2014/main" id="{38EC79BD-BC87-403A-9C5E-74489EE5E08F}"/>
              </a:ext>
            </a:extLst>
          </p:cNvPr>
          <p:cNvSpPr txBox="1"/>
          <p:nvPr/>
        </p:nvSpPr>
        <p:spPr>
          <a:xfrm>
            <a:off x="5445906" y="1552694"/>
            <a:ext cx="1775242" cy="523220"/>
          </a:xfrm>
          <a:prstGeom prst="rect">
            <a:avLst/>
          </a:prstGeom>
          <a:noFill/>
        </p:spPr>
        <p:txBody>
          <a:bodyPr wrap="square">
            <a:spAutoFit/>
          </a:bodyPr>
          <a:lstStyle/>
          <a:p>
            <a:pPr marL="571500" indent="-571500" algn="just"/>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Tính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i,u</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endPar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endParaRPr>
          </a:p>
        </p:txBody>
      </p:sp>
      <p:graphicFrame>
        <p:nvGraphicFramePr>
          <p:cNvPr id="16" name="Object 15">
            <a:extLst>
              <a:ext uri="{FF2B5EF4-FFF2-40B4-BE49-F238E27FC236}">
                <a16:creationId xmlns:a16="http://schemas.microsoft.com/office/drawing/2014/main" id="{0E2BEC04-5125-4534-BEBC-B8EC5ADD2DBF}"/>
              </a:ext>
            </a:extLst>
          </p:cNvPr>
          <p:cNvGraphicFramePr>
            <a:graphicFrameLocks noChangeAspect="1"/>
          </p:cNvGraphicFramePr>
          <p:nvPr>
            <p:extLst>
              <p:ext uri="{D42A27DB-BD31-4B8C-83A1-F6EECF244321}">
                <p14:modId xmlns:p14="http://schemas.microsoft.com/office/powerpoint/2010/main" val="3152033509"/>
              </p:ext>
            </p:extLst>
          </p:nvPr>
        </p:nvGraphicFramePr>
        <p:xfrm>
          <a:off x="2654373" y="2967880"/>
          <a:ext cx="4862518" cy="2701399"/>
        </p:xfrm>
        <a:graphic>
          <a:graphicData uri="http://schemas.openxmlformats.org/presentationml/2006/ole">
            <mc:AlternateContent xmlns:mc="http://schemas.openxmlformats.org/markup-compatibility/2006">
              <mc:Choice xmlns:v="urn:schemas-microsoft-com:vml" Requires="v">
                <p:oleObj name="Visio" r:id="rId4" imgW="2591609" imgH="1713419" progId="Visio.Drawing.11">
                  <p:embed/>
                </p:oleObj>
              </mc:Choice>
              <mc:Fallback>
                <p:oleObj name="Visio" r:id="rId4" imgW="2591609" imgH="1713419" progId="Visio.Drawing.11">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t="10167" b="6026"/>
                      <a:stretch>
                        <a:fillRect/>
                      </a:stretch>
                    </p:blipFill>
                    <p:spPr bwMode="auto">
                      <a:xfrm>
                        <a:off x="2654373" y="2967880"/>
                        <a:ext cx="4862518" cy="2701399"/>
                      </a:xfrm>
                      <a:prstGeom prst="rect">
                        <a:avLst/>
                      </a:prstGeom>
                      <a:noFill/>
                    </p:spPr>
                  </p:pic>
                </p:oleObj>
              </mc:Fallback>
            </mc:AlternateContent>
          </a:graphicData>
        </a:graphic>
      </p:graphicFrame>
    </p:spTree>
    <p:extLst>
      <p:ext uri="{BB962C8B-B14F-4D97-AF65-F5344CB8AC3E}">
        <p14:creationId xmlns:p14="http://schemas.microsoft.com/office/powerpoint/2010/main" val="414005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813BF9-5145-4417-B95D-FA8627973885}" type="slidenum">
              <a:rPr lang="en-US" smtClean="0"/>
              <a:pPr/>
              <a:t>14</a:t>
            </a:fld>
            <a:endParaRPr lang="en-US" dirty="0"/>
          </a:p>
        </p:txBody>
      </p:sp>
      <p:sp>
        <p:nvSpPr>
          <p:cNvPr id="7" name="TextBox 6">
            <a:extLst>
              <a:ext uri="{FF2B5EF4-FFF2-40B4-BE49-F238E27FC236}">
                <a16:creationId xmlns:a16="http://schemas.microsoft.com/office/drawing/2014/main" id="{67519246-82F7-46CB-AC9A-3C64DB421AF7}"/>
              </a:ext>
            </a:extLst>
          </p:cNvPr>
          <p:cNvSpPr txBox="1"/>
          <p:nvPr/>
        </p:nvSpPr>
        <p:spPr>
          <a:xfrm>
            <a:off x="403642" y="337749"/>
            <a:ext cx="10177272" cy="954107"/>
          </a:xfrm>
          <a:prstGeom prst="rect">
            <a:avLst/>
          </a:prstGeom>
          <a:noFill/>
        </p:spPr>
        <p:txBody>
          <a:bodyPr wrap="square">
            <a:spAutoFit/>
          </a:bodyPr>
          <a:lstStyle/>
          <a:p>
            <a:pPr algn="just"/>
            <a:r>
              <a:rPr lang="en-US" sz="2800" dirty="0" err="1">
                <a:solidFill>
                  <a:srgbClr val="FF0066"/>
                </a:solidFill>
                <a:effectLst/>
                <a:latin typeface="Tahoma" panose="020B0604030504040204" pitchFamily="34" charset="0"/>
                <a:ea typeface="Tahoma" panose="020B0604030504040204" pitchFamily="34" charset="0"/>
                <a:cs typeface="Tahoma" panose="020B0604030504040204" pitchFamily="34" charset="0"/>
              </a:rPr>
              <a:t>Bài</a:t>
            </a:r>
            <a:r>
              <a:rPr lang="en-US"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 8</a:t>
            </a:r>
            <a:r>
              <a:rPr lang="de-DE"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-8: </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Cho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mạch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điện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phi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tuyến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như</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hình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8.8,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điện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trở</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phi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tuyến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có</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mối</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quan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hệ</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endPar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13" name="TextBox 12">
            <a:extLst>
              <a:ext uri="{FF2B5EF4-FFF2-40B4-BE49-F238E27FC236}">
                <a16:creationId xmlns:a16="http://schemas.microsoft.com/office/drawing/2014/main" id="{38EC79BD-BC87-403A-9C5E-74489EE5E08F}"/>
              </a:ext>
            </a:extLst>
          </p:cNvPr>
          <p:cNvSpPr txBox="1"/>
          <p:nvPr/>
        </p:nvSpPr>
        <p:spPr>
          <a:xfrm>
            <a:off x="5984095" y="1159530"/>
            <a:ext cx="1775242" cy="523220"/>
          </a:xfrm>
          <a:prstGeom prst="rect">
            <a:avLst/>
          </a:prstGeom>
          <a:noFill/>
        </p:spPr>
        <p:txBody>
          <a:bodyPr wrap="square">
            <a:spAutoFit/>
          </a:bodyPr>
          <a:lstStyle/>
          <a:p>
            <a:pPr marL="571500" indent="-571500" algn="just"/>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Tính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i,u</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endPar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endParaRPr>
          </a:p>
        </p:txBody>
      </p:sp>
      <p:graphicFrame>
        <p:nvGraphicFramePr>
          <p:cNvPr id="4" name="Object 3">
            <a:extLst>
              <a:ext uri="{FF2B5EF4-FFF2-40B4-BE49-F238E27FC236}">
                <a16:creationId xmlns:a16="http://schemas.microsoft.com/office/drawing/2014/main" id="{49CC7CBA-B533-40DF-B535-353DF5F4AD1F}"/>
              </a:ext>
            </a:extLst>
          </p:cNvPr>
          <p:cNvGraphicFramePr>
            <a:graphicFrameLocks noChangeAspect="1"/>
          </p:cNvGraphicFramePr>
          <p:nvPr>
            <p:extLst>
              <p:ext uri="{D42A27DB-BD31-4B8C-83A1-F6EECF244321}">
                <p14:modId xmlns:p14="http://schemas.microsoft.com/office/powerpoint/2010/main" val="3537460393"/>
              </p:ext>
            </p:extLst>
          </p:nvPr>
        </p:nvGraphicFramePr>
        <p:xfrm>
          <a:off x="4335870" y="1060450"/>
          <a:ext cx="1054100" cy="622300"/>
        </p:xfrm>
        <a:graphic>
          <a:graphicData uri="http://schemas.openxmlformats.org/presentationml/2006/ole">
            <mc:AlternateContent xmlns:mc="http://schemas.openxmlformats.org/markup-compatibility/2006">
              <mc:Choice xmlns:v="urn:schemas-microsoft-com:vml" Requires="v">
                <p:oleObj name="Equation" r:id="rId2" imgW="1054080" imgH="622080" progId="Equation.DSMT4">
                  <p:embed/>
                </p:oleObj>
              </mc:Choice>
              <mc:Fallback>
                <p:oleObj name="Equation" r:id="rId2" imgW="1054080" imgH="622080" progId="Equation.DSMT4">
                  <p:embed/>
                  <p:pic>
                    <p:nvPicPr>
                      <p:cNvPr id="0" name=""/>
                      <p:cNvPicPr/>
                      <p:nvPr/>
                    </p:nvPicPr>
                    <p:blipFill>
                      <a:blip r:embed="rId3"/>
                      <a:stretch>
                        <a:fillRect/>
                      </a:stretch>
                    </p:blipFill>
                    <p:spPr>
                      <a:xfrm>
                        <a:off x="4335870" y="1060450"/>
                        <a:ext cx="1054100" cy="6223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024B653C-810A-46B2-AA4D-F06DD9349282}"/>
              </a:ext>
            </a:extLst>
          </p:cNvPr>
          <p:cNvGraphicFramePr>
            <a:graphicFrameLocks noChangeAspect="1"/>
          </p:cNvGraphicFramePr>
          <p:nvPr>
            <p:extLst>
              <p:ext uri="{D42A27DB-BD31-4B8C-83A1-F6EECF244321}">
                <p14:modId xmlns:p14="http://schemas.microsoft.com/office/powerpoint/2010/main" val="3492405196"/>
              </p:ext>
            </p:extLst>
          </p:nvPr>
        </p:nvGraphicFramePr>
        <p:xfrm>
          <a:off x="3147634" y="2113637"/>
          <a:ext cx="4611703" cy="3509135"/>
        </p:xfrm>
        <a:graphic>
          <a:graphicData uri="http://schemas.openxmlformats.org/presentationml/2006/ole">
            <mc:AlternateContent xmlns:mc="http://schemas.openxmlformats.org/markup-compatibility/2006">
              <mc:Choice xmlns:v="urn:schemas-microsoft-com:vml" Requires="v">
                <p:oleObj name="Visio" r:id="rId4" imgW="2921495" imgH="2221419" progId="Visio.Drawing.11">
                  <p:embed/>
                </p:oleObj>
              </mc:Choice>
              <mc:Fallback>
                <p:oleObj name="Visio" r:id="rId4" imgW="2921495" imgH="2221419"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47634" y="2113637"/>
                        <a:ext cx="4611703" cy="3509135"/>
                      </a:xfrm>
                      <a:prstGeom prst="rect">
                        <a:avLst/>
                      </a:prstGeom>
                      <a:noFill/>
                    </p:spPr>
                  </p:pic>
                </p:oleObj>
              </mc:Fallback>
            </mc:AlternateContent>
          </a:graphicData>
        </a:graphic>
      </p:graphicFrame>
    </p:spTree>
    <p:extLst>
      <p:ext uri="{BB962C8B-B14F-4D97-AF65-F5344CB8AC3E}">
        <p14:creationId xmlns:p14="http://schemas.microsoft.com/office/powerpoint/2010/main" val="34341611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813BF9-5145-4417-B95D-FA8627973885}" type="slidenum">
              <a:rPr lang="en-US" smtClean="0"/>
              <a:pPr/>
              <a:t>15</a:t>
            </a:fld>
            <a:endParaRPr lang="en-US" dirty="0"/>
          </a:p>
        </p:txBody>
      </p:sp>
      <p:sp>
        <p:nvSpPr>
          <p:cNvPr id="7" name="TextBox 6">
            <a:extLst>
              <a:ext uri="{FF2B5EF4-FFF2-40B4-BE49-F238E27FC236}">
                <a16:creationId xmlns:a16="http://schemas.microsoft.com/office/drawing/2014/main" id="{67519246-82F7-46CB-AC9A-3C64DB421AF7}"/>
              </a:ext>
            </a:extLst>
          </p:cNvPr>
          <p:cNvSpPr txBox="1"/>
          <p:nvPr/>
        </p:nvSpPr>
        <p:spPr>
          <a:xfrm>
            <a:off x="403642" y="337749"/>
            <a:ext cx="10177272" cy="954107"/>
          </a:xfrm>
          <a:prstGeom prst="rect">
            <a:avLst/>
          </a:prstGeom>
          <a:noFill/>
        </p:spPr>
        <p:txBody>
          <a:bodyPr wrap="square">
            <a:spAutoFit/>
          </a:bodyPr>
          <a:lstStyle/>
          <a:p>
            <a:pPr algn="just"/>
            <a:r>
              <a:rPr lang="en-US" sz="2800" dirty="0" err="1">
                <a:solidFill>
                  <a:srgbClr val="FF0066"/>
                </a:solidFill>
                <a:effectLst/>
                <a:latin typeface="Tahoma" panose="020B0604030504040204" pitchFamily="34" charset="0"/>
                <a:ea typeface="Tahoma" panose="020B0604030504040204" pitchFamily="34" charset="0"/>
                <a:cs typeface="Tahoma" panose="020B0604030504040204" pitchFamily="34" charset="0"/>
              </a:rPr>
              <a:t>Bài</a:t>
            </a:r>
            <a:r>
              <a:rPr lang="en-US"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 8</a:t>
            </a:r>
            <a:r>
              <a:rPr lang="de-DE"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-9: </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Cho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mạch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điện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phi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tuyến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như</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hình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8.9,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điện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trở</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phi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tuyến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có</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mối</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quan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hệ</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endPar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13" name="TextBox 12">
            <a:extLst>
              <a:ext uri="{FF2B5EF4-FFF2-40B4-BE49-F238E27FC236}">
                <a16:creationId xmlns:a16="http://schemas.microsoft.com/office/drawing/2014/main" id="{38EC79BD-BC87-403A-9C5E-74489EE5E08F}"/>
              </a:ext>
            </a:extLst>
          </p:cNvPr>
          <p:cNvSpPr txBox="1"/>
          <p:nvPr/>
        </p:nvSpPr>
        <p:spPr>
          <a:xfrm>
            <a:off x="5247349" y="917916"/>
            <a:ext cx="1775242" cy="523220"/>
          </a:xfrm>
          <a:prstGeom prst="rect">
            <a:avLst/>
          </a:prstGeom>
          <a:noFill/>
        </p:spPr>
        <p:txBody>
          <a:bodyPr wrap="square">
            <a:spAutoFit/>
          </a:bodyPr>
          <a:lstStyle/>
          <a:p>
            <a:pPr marL="571500" indent="-571500" algn="just"/>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Tính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i,u</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endPar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endParaRPr>
          </a:p>
        </p:txBody>
      </p:sp>
      <p:graphicFrame>
        <p:nvGraphicFramePr>
          <p:cNvPr id="11" name="Object 10">
            <a:extLst>
              <a:ext uri="{FF2B5EF4-FFF2-40B4-BE49-F238E27FC236}">
                <a16:creationId xmlns:a16="http://schemas.microsoft.com/office/drawing/2014/main" id="{66A52032-E2BB-4655-916A-8D93E48B6D96}"/>
              </a:ext>
            </a:extLst>
          </p:cNvPr>
          <p:cNvGraphicFramePr>
            <a:graphicFrameLocks noChangeAspect="1"/>
          </p:cNvGraphicFramePr>
          <p:nvPr>
            <p:extLst>
              <p:ext uri="{D42A27DB-BD31-4B8C-83A1-F6EECF244321}">
                <p14:modId xmlns:p14="http://schemas.microsoft.com/office/powerpoint/2010/main" val="601996121"/>
              </p:ext>
            </p:extLst>
          </p:nvPr>
        </p:nvGraphicFramePr>
        <p:xfrm>
          <a:off x="4232275" y="981075"/>
          <a:ext cx="863600" cy="381000"/>
        </p:xfrm>
        <a:graphic>
          <a:graphicData uri="http://schemas.openxmlformats.org/presentationml/2006/ole">
            <mc:AlternateContent xmlns:mc="http://schemas.openxmlformats.org/markup-compatibility/2006">
              <mc:Choice xmlns:v="urn:schemas-microsoft-com:vml" Requires="v">
                <p:oleObj name="Equation" r:id="rId2" imgW="863280" imgH="380880" progId="Equation.DSMT4">
                  <p:embed/>
                </p:oleObj>
              </mc:Choice>
              <mc:Fallback>
                <p:oleObj name="Equation" r:id="rId2" imgW="863280" imgH="380880" progId="Equation.DSMT4">
                  <p:embed/>
                  <p:pic>
                    <p:nvPicPr>
                      <p:cNvPr id="0" name=""/>
                      <p:cNvPicPr/>
                      <p:nvPr/>
                    </p:nvPicPr>
                    <p:blipFill>
                      <a:blip r:embed="rId3"/>
                      <a:stretch>
                        <a:fillRect/>
                      </a:stretch>
                    </p:blipFill>
                    <p:spPr>
                      <a:xfrm>
                        <a:off x="4232275" y="981075"/>
                        <a:ext cx="863600" cy="38100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BE2923D6-B885-49F3-84A8-1B3FA979CDF9}"/>
              </a:ext>
            </a:extLst>
          </p:cNvPr>
          <p:cNvGraphicFramePr>
            <a:graphicFrameLocks noChangeAspect="1"/>
          </p:cNvGraphicFramePr>
          <p:nvPr>
            <p:extLst>
              <p:ext uri="{D42A27DB-BD31-4B8C-83A1-F6EECF244321}">
                <p14:modId xmlns:p14="http://schemas.microsoft.com/office/powerpoint/2010/main" val="1291004759"/>
              </p:ext>
            </p:extLst>
          </p:nvPr>
        </p:nvGraphicFramePr>
        <p:xfrm>
          <a:off x="3218687" y="1842380"/>
          <a:ext cx="4856685" cy="3542647"/>
        </p:xfrm>
        <a:graphic>
          <a:graphicData uri="http://schemas.openxmlformats.org/presentationml/2006/ole">
            <mc:AlternateContent xmlns:mc="http://schemas.openxmlformats.org/markup-compatibility/2006">
              <mc:Choice xmlns:v="urn:schemas-microsoft-com:vml" Requires="v">
                <p:oleObj name="Visio" r:id="rId4" imgW="2921495" imgH="2221419" progId="Visio.Drawing.11">
                  <p:embed/>
                </p:oleObj>
              </mc:Choice>
              <mc:Fallback>
                <p:oleObj name="Visio" r:id="rId4" imgW="2921495" imgH="2221419" progId="Visio.Drawing.11">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b="4091"/>
                      <a:stretch>
                        <a:fillRect/>
                      </a:stretch>
                    </p:blipFill>
                    <p:spPr bwMode="auto">
                      <a:xfrm>
                        <a:off x="3218687" y="1842380"/>
                        <a:ext cx="4856685" cy="3542647"/>
                      </a:xfrm>
                      <a:prstGeom prst="rect">
                        <a:avLst/>
                      </a:prstGeom>
                      <a:noFill/>
                    </p:spPr>
                  </p:pic>
                </p:oleObj>
              </mc:Fallback>
            </mc:AlternateContent>
          </a:graphicData>
        </a:graphic>
      </p:graphicFrame>
    </p:spTree>
    <p:extLst>
      <p:ext uri="{BB962C8B-B14F-4D97-AF65-F5344CB8AC3E}">
        <p14:creationId xmlns:p14="http://schemas.microsoft.com/office/powerpoint/2010/main" val="23295196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813BF9-5145-4417-B95D-FA8627973885}" type="slidenum">
              <a:rPr lang="en-US" smtClean="0"/>
              <a:pPr/>
              <a:t>16</a:t>
            </a:fld>
            <a:endParaRPr lang="en-US" dirty="0"/>
          </a:p>
        </p:txBody>
      </p:sp>
      <p:sp>
        <p:nvSpPr>
          <p:cNvPr id="7" name="TextBox 6">
            <a:extLst>
              <a:ext uri="{FF2B5EF4-FFF2-40B4-BE49-F238E27FC236}">
                <a16:creationId xmlns:a16="http://schemas.microsoft.com/office/drawing/2014/main" id="{67519246-82F7-46CB-AC9A-3C64DB421AF7}"/>
              </a:ext>
            </a:extLst>
          </p:cNvPr>
          <p:cNvSpPr txBox="1"/>
          <p:nvPr/>
        </p:nvSpPr>
        <p:spPr>
          <a:xfrm>
            <a:off x="403642" y="337749"/>
            <a:ext cx="10177272" cy="1384995"/>
          </a:xfrm>
          <a:prstGeom prst="rect">
            <a:avLst/>
          </a:prstGeom>
          <a:noFill/>
        </p:spPr>
        <p:txBody>
          <a:bodyPr wrap="square">
            <a:spAutoFit/>
          </a:bodyPr>
          <a:lstStyle/>
          <a:p>
            <a:pPr algn="just"/>
            <a:r>
              <a:rPr lang="en-US" sz="2800" dirty="0" err="1">
                <a:solidFill>
                  <a:srgbClr val="FF0066"/>
                </a:solidFill>
                <a:effectLst/>
                <a:latin typeface="Tahoma" panose="020B0604030504040204" pitchFamily="34" charset="0"/>
                <a:ea typeface="Tahoma" panose="020B0604030504040204" pitchFamily="34" charset="0"/>
                <a:cs typeface="Tahoma" panose="020B0604030504040204" pitchFamily="34" charset="0"/>
              </a:rPr>
              <a:t>Bài</a:t>
            </a:r>
            <a:r>
              <a:rPr lang="en-US"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 8</a:t>
            </a:r>
            <a:r>
              <a:rPr lang="de-DE"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-10: </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Cho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mạch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điện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phi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tuyến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như</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hình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8.10,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điện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trở</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phi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tuyến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có</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mối</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quan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hệ</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u =4i.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Tính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i,u</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và</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công</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suất</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trên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các</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điện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trở</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a:t>
            </a:r>
            <a:endPar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endParaRPr>
          </a:p>
        </p:txBody>
      </p:sp>
      <p:graphicFrame>
        <p:nvGraphicFramePr>
          <p:cNvPr id="14" name="Object 13">
            <a:extLst>
              <a:ext uri="{FF2B5EF4-FFF2-40B4-BE49-F238E27FC236}">
                <a16:creationId xmlns:a16="http://schemas.microsoft.com/office/drawing/2014/main" id="{BD9262EC-A065-4DBC-9DCC-1C4B472D3681}"/>
              </a:ext>
            </a:extLst>
          </p:cNvPr>
          <p:cNvGraphicFramePr>
            <a:graphicFrameLocks noChangeAspect="1"/>
          </p:cNvGraphicFramePr>
          <p:nvPr>
            <p:extLst>
              <p:ext uri="{D42A27DB-BD31-4B8C-83A1-F6EECF244321}">
                <p14:modId xmlns:p14="http://schemas.microsoft.com/office/powerpoint/2010/main" val="3125454044"/>
              </p:ext>
            </p:extLst>
          </p:nvPr>
        </p:nvGraphicFramePr>
        <p:xfrm>
          <a:off x="3234363" y="1896726"/>
          <a:ext cx="5885203" cy="3479946"/>
        </p:xfrm>
        <a:graphic>
          <a:graphicData uri="http://schemas.openxmlformats.org/presentationml/2006/ole">
            <mc:AlternateContent xmlns:mc="http://schemas.openxmlformats.org/markup-compatibility/2006">
              <mc:Choice xmlns:v="urn:schemas-microsoft-com:vml" Requires="v">
                <p:oleObj name="Visio" r:id="rId2" imgW="3279702" imgH="1930670" progId="Visio.Drawing.11">
                  <p:embed/>
                </p:oleObj>
              </mc:Choice>
              <mc:Fallback>
                <p:oleObj name="Visio" r:id="rId2" imgW="3279702" imgH="1930670"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4363" y="1896726"/>
                        <a:ext cx="5885203" cy="3479946"/>
                      </a:xfrm>
                      <a:prstGeom prst="rect">
                        <a:avLst/>
                      </a:prstGeom>
                      <a:noFill/>
                    </p:spPr>
                  </p:pic>
                </p:oleObj>
              </mc:Fallback>
            </mc:AlternateContent>
          </a:graphicData>
        </a:graphic>
      </p:graphicFrame>
    </p:spTree>
    <p:extLst>
      <p:ext uri="{BB962C8B-B14F-4D97-AF65-F5344CB8AC3E}">
        <p14:creationId xmlns:p14="http://schemas.microsoft.com/office/powerpoint/2010/main" val="3157638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813BF9-5145-4417-B95D-FA8627973885}" type="slidenum">
              <a:rPr lang="en-US" smtClean="0"/>
              <a:pPr/>
              <a:t>17</a:t>
            </a:fld>
            <a:endParaRPr lang="en-US" dirty="0"/>
          </a:p>
        </p:txBody>
      </p:sp>
      <p:sp>
        <p:nvSpPr>
          <p:cNvPr id="7" name="TextBox 6">
            <a:extLst>
              <a:ext uri="{FF2B5EF4-FFF2-40B4-BE49-F238E27FC236}">
                <a16:creationId xmlns:a16="http://schemas.microsoft.com/office/drawing/2014/main" id="{67519246-82F7-46CB-AC9A-3C64DB421AF7}"/>
              </a:ext>
            </a:extLst>
          </p:cNvPr>
          <p:cNvSpPr txBox="1"/>
          <p:nvPr/>
        </p:nvSpPr>
        <p:spPr>
          <a:xfrm>
            <a:off x="403642" y="337749"/>
            <a:ext cx="10177272" cy="1384995"/>
          </a:xfrm>
          <a:prstGeom prst="rect">
            <a:avLst/>
          </a:prstGeom>
          <a:noFill/>
        </p:spPr>
        <p:txBody>
          <a:bodyPr wrap="square">
            <a:spAutoFit/>
          </a:bodyPr>
          <a:lstStyle/>
          <a:p>
            <a:pPr marL="0" lvl="1" algn="just">
              <a:tabLst>
                <a:tab pos="266700" algn="l"/>
              </a:tabLst>
            </a:pPr>
            <a:r>
              <a:rPr lang="en-US" sz="2800" dirty="0" err="1">
                <a:solidFill>
                  <a:srgbClr val="FF0066"/>
                </a:solidFill>
                <a:effectLst/>
                <a:latin typeface="Tahoma" panose="020B0604030504040204" pitchFamily="34" charset="0"/>
                <a:ea typeface="Tahoma" panose="020B0604030504040204" pitchFamily="34" charset="0"/>
                <a:cs typeface="Tahoma" panose="020B0604030504040204" pitchFamily="34" charset="0"/>
              </a:rPr>
              <a:t>Bài</a:t>
            </a:r>
            <a:r>
              <a:rPr lang="en-US"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 8</a:t>
            </a:r>
            <a:r>
              <a:rPr lang="de-DE"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-11: </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Cho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mạch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điện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phi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tuyến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như</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hình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8.11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và</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điện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trở</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phi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tuyến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có</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đặc</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trưng</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u=5i</a:t>
            </a:r>
            <a:r>
              <a:rPr lang="fr-FR" sz="2800" baseline="30000" dirty="0">
                <a:solidFill>
                  <a:srgbClr val="0066FF"/>
                </a:solidFill>
                <a:effectLst/>
                <a:latin typeface="Tahoma" panose="020B0604030504040204" pitchFamily="34" charset="0"/>
                <a:ea typeface="Tahoma" panose="020B0604030504040204" pitchFamily="34" charset="0"/>
                <a:cs typeface="Tahoma" panose="020B0604030504040204" pitchFamily="34" charset="0"/>
              </a:rPr>
              <a:t>2 </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với</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i&gt;0). </a:t>
            </a:r>
            <a:endPar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endParaRPr>
          </a:p>
          <a:p>
            <a:pPr algn="just"/>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Tính</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i,u</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và</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công</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suất</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trên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điện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trở</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phi </a:t>
            </a:r>
            <a:r>
              <a:rPr lang="fr-FR"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tuyến</a:t>
            </a:r>
            <a:r>
              <a:rPr lang="fr-FR"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a:t>
            </a:r>
            <a:endPar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endParaRPr>
          </a:p>
        </p:txBody>
      </p:sp>
      <p:graphicFrame>
        <p:nvGraphicFramePr>
          <p:cNvPr id="6" name="Object 5">
            <a:extLst>
              <a:ext uri="{FF2B5EF4-FFF2-40B4-BE49-F238E27FC236}">
                <a16:creationId xmlns:a16="http://schemas.microsoft.com/office/drawing/2014/main" id="{64F7471B-AA0D-400F-84C2-B67B3B307BF7}"/>
              </a:ext>
            </a:extLst>
          </p:cNvPr>
          <p:cNvGraphicFramePr>
            <a:graphicFrameLocks noChangeAspect="1"/>
          </p:cNvGraphicFramePr>
          <p:nvPr>
            <p:extLst>
              <p:ext uri="{D42A27DB-BD31-4B8C-83A1-F6EECF244321}">
                <p14:modId xmlns:p14="http://schemas.microsoft.com/office/powerpoint/2010/main" val="3901795341"/>
              </p:ext>
            </p:extLst>
          </p:nvPr>
        </p:nvGraphicFramePr>
        <p:xfrm>
          <a:off x="3203012" y="2110957"/>
          <a:ext cx="4692406" cy="3197788"/>
        </p:xfrm>
        <a:graphic>
          <a:graphicData uri="http://schemas.openxmlformats.org/presentationml/2006/ole">
            <mc:AlternateContent xmlns:mc="http://schemas.openxmlformats.org/markup-compatibility/2006">
              <mc:Choice xmlns:v="urn:schemas-microsoft-com:vml" Requires="v">
                <p:oleObj name="Visio" r:id="rId2" imgW="2617504" imgH="2033621" progId="Visio.Drawing.11">
                  <p:embed/>
                </p:oleObj>
              </mc:Choice>
              <mc:Fallback>
                <p:oleObj name="Visio" r:id="rId2" imgW="2617504" imgH="2033621"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b="11378"/>
                      <a:stretch>
                        <a:fillRect/>
                      </a:stretch>
                    </p:blipFill>
                    <p:spPr bwMode="auto">
                      <a:xfrm>
                        <a:off x="3203012" y="2110957"/>
                        <a:ext cx="4692406" cy="3197788"/>
                      </a:xfrm>
                      <a:prstGeom prst="rect">
                        <a:avLst/>
                      </a:prstGeom>
                      <a:noFill/>
                    </p:spPr>
                  </p:pic>
                </p:oleObj>
              </mc:Fallback>
            </mc:AlternateContent>
          </a:graphicData>
        </a:graphic>
      </p:graphicFrame>
    </p:spTree>
    <p:extLst>
      <p:ext uri="{BB962C8B-B14F-4D97-AF65-F5344CB8AC3E}">
        <p14:creationId xmlns:p14="http://schemas.microsoft.com/office/powerpoint/2010/main" val="2995879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3813BF9-5145-4417-B95D-FA8627973885}" type="slidenum">
              <a:rPr lang="en-US" smtClean="0"/>
              <a:pPr/>
              <a:t>18</a:t>
            </a:fld>
            <a:endParaRPr lang="en-US" dirty="0"/>
          </a:p>
        </p:txBody>
      </p:sp>
      <p:sp>
        <p:nvSpPr>
          <p:cNvPr id="7" name="TextBox 6">
            <a:extLst>
              <a:ext uri="{FF2B5EF4-FFF2-40B4-BE49-F238E27FC236}">
                <a16:creationId xmlns:a16="http://schemas.microsoft.com/office/drawing/2014/main" id="{67519246-82F7-46CB-AC9A-3C64DB421AF7}"/>
              </a:ext>
            </a:extLst>
          </p:cNvPr>
          <p:cNvSpPr txBox="1"/>
          <p:nvPr/>
        </p:nvSpPr>
        <p:spPr>
          <a:xfrm>
            <a:off x="403642" y="337749"/>
            <a:ext cx="10177272" cy="1384995"/>
          </a:xfrm>
          <a:prstGeom prst="rect">
            <a:avLst/>
          </a:prstGeom>
          <a:noFill/>
        </p:spPr>
        <p:txBody>
          <a:bodyPr wrap="square">
            <a:spAutoFit/>
          </a:bodyPr>
          <a:lstStyle/>
          <a:p>
            <a:pPr marL="0" lvl="1" algn="just">
              <a:tabLst>
                <a:tab pos="266700" algn="l"/>
              </a:tabLst>
            </a:pPr>
            <a:r>
              <a:rPr lang="en-US" sz="2800" dirty="0" err="1">
                <a:solidFill>
                  <a:srgbClr val="FF0066"/>
                </a:solidFill>
                <a:effectLst/>
                <a:latin typeface="Tahoma" panose="020B0604030504040204" pitchFamily="34" charset="0"/>
                <a:ea typeface="Tahoma" panose="020B0604030504040204" pitchFamily="34" charset="0"/>
                <a:cs typeface="Tahoma" panose="020B0604030504040204" pitchFamily="34" charset="0"/>
              </a:rPr>
              <a:t>Bài</a:t>
            </a:r>
            <a:r>
              <a:rPr lang="en-US"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 8</a:t>
            </a:r>
            <a:r>
              <a:rPr lang="de-DE" sz="2800" dirty="0">
                <a:solidFill>
                  <a:srgbClr val="FF0066"/>
                </a:solidFill>
                <a:effectLst/>
                <a:latin typeface="Tahoma" panose="020B0604030504040204" pitchFamily="34" charset="0"/>
                <a:ea typeface="Tahoma" panose="020B0604030504040204" pitchFamily="34" charset="0"/>
                <a:cs typeface="Tahoma" panose="020B0604030504040204" pitchFamily="34" charset="0"/>
              </a:rPr>
              <a:t>-12: </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Cho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mạch</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điện</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phi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tuyến</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và</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đặc</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tuyến</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của</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điện</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trở</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phi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tuyến</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là</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một</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diode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zener</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như</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hình</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8.12.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Tinh</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i,u</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và</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công</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suất</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trên</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diode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zener</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và</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các</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điện</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 </a:t>
            </a:r>
            <a:r>
              <a:rPr lang="en-US" sz="2800" dirty="0" err="1">
                <a:solidFill>
                  <a:srgbClr val="0066FF"/>
                </a:solidFill>
                <a:effectLst/>
                <a:latin typeface="Tahoma" panose="020B0604030504040204" pitchFamily="34" charset="0"/>
                <a:ea typeface="Tahoma" panose="020B0604030504040204" pitchFamily="34" charset="0"/>
                <a:cs typeface="Tahoma" panose="020B0604030504040204" pitchFamily="34" charset="0"/>
              </a:rPr>
              <a:t>trở</a:t>
            </a:r>
            <a:r>
              <a:rPr lang="en-US" sz="2800" dirty="0">
                <a:solidFill>
                  <a:srgbClr val="0066FF"/>
                </a:solidFill>
                <a:effectLst/>
                <a:latin typeface="Tahoma" panose="020B0604030504040204" pitchFamily="34" charset="0"/>
                <a:ea typeface="Tahoma" panose="020B0604030504040204" pitchFamily="34" charset="0"/>
                <a:cs typeface="Tahoma" panose="020B0604030504040204" pitchFamily="34" charset="0"/>
              </a:rPr>
              <a:t>.</a:t>
            </a:r>
          </a:p>
        </p:txBody>
      </p:sp>
      <p:graphicFrame>
        <p:nvGraphicFramePr>
          <p:cNvPr id="8" name="Object 7">
            <a:extLst>
              <a:ext uri="{FF2B5EF4-FFF2-40B4-BE49-F238E27FC236}">
                <a16:creationId xmlns:a16="http://schemas.microsoft.com/office/drawing/2014/main" id="{F36E6FC5-F6B2-442A-9257-7C37A9C290D8}"/>
              </a:ext>
            </a:extLst>
          </p:cNvPr>
          <p:cNvGraphicFramePr>
            <a:graphicFrameLocks noChangeAspect="1"/>
          </p:cNvGraphicFramePr>
          <p:nvPr>
            <p:extLst>
              <p:ext uri="{D42A27DB-BD31-4B8C-83A1-F6EECF244321}">
                <p14:modId xmlns:p14="http://schemas.microsoft.com/office/powerpoint/2010/main" val="2025336054"/>
              </p:ext>
            </p:extLst>
          </p:nvPr>
        </p:nvGraphicFramePr>
        <p:xfrm>
          <a:off x="403642" y="2215459"/>
          <a:ext cx="6881356" cy="2215461"/>
        </p:xfrm>
        <a:graphic>
          <a:graphicData uri="http://schemas.openxmlformats.org/presentationml/2006/ole">
            <mc:AlternateContent xmlns:mc="http://schemas.openxmlformats.org/markup-compatibility/2006">
              <mc:Choice xmlns:v="urn:schemas-microsoft-com:vml" Requires="v">
                <p:oleObj name="Visio" r:id="rId2" imgW="3499536" imgH="1423751" progId="Visio.Drawing.11">
                  <p:embed/>
                </p:oleObj>
              </mc:Choice>
              <mc:Fallback>
                <p:oleObj name="Visio" r:id="rId2" imgW="3499536" imgH="1423751"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t="7785" b="13173"/>
                      <a:stretch>
                        <a:fillRect/>
                      </a:stretch>
                    </p:blipFill>
                    <p:spPr bwMode="auto">
                      <a:xfrm>
                        <a:off x="403642" y="2215459"/>
                        <a:ext cx="6881356" cy="2215461"/>
                      </a:xfrm>
                      <a:prstGeom prst="rect">
                        <a:avLst/>
                      </a:prstGeom>
                      <a:noFill/>
                    </p:spPr>
                  </p:pic>
                </p:oleObj>
              </mc:Fallback>
            </mc:AlternateContent>
          </a:graphicData>
        </a:graphic>
      </p:graphicFrame>
      <p:graphicFrame>
        <p:nvGraphicFramePr>
          <p:cNvPr id="11" name="Object 10">
            <a:extLst>
              <a:ext uri="{FF2B5EF4-FFF2-40B4-BE49-F238E27FC236}">
                <a16:creationId xmlns:a16="http://schemas.microsoft.com/office/drawing/2014/main" id="{E9547603-32C0-44D4-8A7C-3544839F50BB}"/>
              </a:ext>
            </a:extLst>
          </p:cNvPr>
          <p:cNvGraphicFramePr>
            <a:graphicFrameLocks noChangeAspect="1"/>
          </p:cNvGraphicFramePr>
          <p:nvPr>
            <p:extLst>
              <p:ext uri="{D42A27DB-BD31-4B8C-83A1-F6EECF244321}">
                <p14:modId xmlns:p14="http://schemas.microsoft.com/office/powerpoint/2010/main" val="1046698950"/>
              </p:ext>
            </p:extLst>
          </p:nvPr>
        </p:nvGraphicFramePr>
        <p:xfrm>
          <a:off x="7435376" y="1915318"/>
          <a:ext cx="3291747" cy="2364073"/>
        </p:xfrm>
        <a:graphic>
          <a:graphicData uri="http://schemas.openxmlformats.org/presentationml/2006/ole">
            <mc:AlternateContent xmlns:mc="http://schemas.openxmlformats.org/markup-compatibility/2006">
              <mc:Choice xmlns:v="urn:schemas-microsoft-com:vml" Requires="v">
                <p:oleObj name="Visio" r:id="rId4" imgW="3041796" imgH="2393815" progId="Visio.Drawing.11">
                  <p:embed/>
                </p:oleObj>
              </mc:Choice>
              <mc:Fallback>
                <p:oleObj name="Visio" r:id="rId4" imgW="3041796" imgH="2393815" progId="Visio.Drawing.11">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2922" t="3067" b="8488"/>
                      <a:stretch>
                        <a:fillRect/>
                      </a:stretch>
                    </p:blipFill>
                    <p:spPr bwMode="auto">
                      <a:xfrm>
                        <a:off x="7435376" y="1915318"/>
                        <a:ext cx="3291747" cy="2364073"/>
                      </a:xfrm>
                      <a:prstGeom prst="rect">
                        <a:avLst/>
                      </a:prstGeom>
                      <a:noFill/>
                    </p:spPr>
                  </p:pic>
                </p:oleObj>
              </mc:Fallback>
            </mc:AlternateContent>
          </a:graphicData>
        </a:graphic>
      </p:graphicFrame>
    </p:spTree>
    <p:extLst>
      <p:ext uri="{BB962C8B-B14F-4D97-AF65-F5344CB8AC3E}">
        <p14:creationId xmlns:p14="http://schemas.microsoft.com/office/powerpoint/2010/main" val="3668836786"/>
      </p:ext>
    </p:extLst>
  </p:cSld>
  <p:clrMapOvr>
    <a:masterClrMapping/>
  </p:clrMapOvr>
</p:sld>
</file>

<file path=ppt/theme/theme1.xml><?xml version="1.0" encoding="utf-8"?>
<a:theme xmlns:a="http://schemas.openxmlformats.org/drawingml/2006/main" name="Office Theme">
  <a:themeElements>
    <a:clrScheme name="Maxpoint">
      <a:dk1>
        <a:srgbClr val="3F3F3F"/>
      </a:dk1>
      <a:lt1>
        <a:srgbClr val="FFFFFF"/>
      </a:lt1>
      <a:dk2>
        <a:srgbClr val="313C41"/>
      </a:dk2>
      <a:lt2>
        <a:srgbClr val="FFFFFF"/>
      </a:lt2>
      <a:accent1>
        <a:srgbClr val="FFAB03"/>
      </a:accent1>
      <a:accent2>
        <a:srgbClr val="FC7F03"/>
      </a:accent2>
      <a:accent3>
        <a:srgbClr val="FC3903"/>
      </a:accent3>
      <a:accent4>
        <a:srgbClr val="D1024E"/>
      </a:accent4>
      <a:accent5>
        <a:srgbClr val="A6026C"/>
      </a:accent5>
      <a:accent6>
        <a:srgbClr val="0F6193"/>
      </a:accent6>
      <a:hlink>
        <a:srgbClr val="0563C1"/>
      </a:hlink>
      <a:folHlink>
        <a:srgbClr val="954F72"/>
      </a:folHlink>
    </a:clrScheme>
    <a:fontScheme name="Custom 41">
      <a:majorFont>
        <a:latin typeface="Roboto"/>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5958</TotalTime>
  <Words>549</Words>
  <Application>Microsoft Office PowerPoint</Application>
  <PresentationFormat>Widescreen</PresentationFormat>
  <Paragraphs>52</Paragraphs>
  <Slides>18</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18</vt:i4>
      </vt:variant>
    </vt:vector>
  </HeadingPairs>
  <TitlesOfParts>
    <vt:vector size="26" baseType="lpstr">
      <vt:lpstr>Arial</vt:lpstr>
      <vt:lpstr>Calibri</vt:lpstr>
      <vt:lpstr>Open Sans</vt:lpstr>
      <vt:lpstr>Roboto</vt:lpstr>
      <vt:lpstr>Tahoma</vt:lpstr>
      <vt:lpstr>Office Theme</vt:lpstr>
      <vt:lpstr>Microsoft Visio Drawing</vt:lpstr>
      <vt:lpstr>MathType 7.0 Equation</vt:lpstr>
      <vt:lpstr>PowerPoint Presentation</vt:lpstr>
      <vt:lpstr>HỆ THỐNG ĐÀO TẠO  TRỰC TUYẾN</vt:lpstr>
      <vt:lpstr>PowerPoint Presentation</vt:lpstr>
      <vt:lpstr>CHƯƠNG 8</vt:lpstr>
      <vt:lpstr>NỘI DUNG</vt:lpstr>
      <vt:lpstr>CHUẨN ĐẦU RA CỦA HỌC PHẦN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ICONIC</dc:title>
  <dc:creator>Musedsmh</dc:creator>
  <cp:lastModifiedBy>Thanh Hoang</cp:lastModifiedBy>
  <cp:revision>817</cp:revision>
  <dcterms:created xsi:type="dcterms:W3CDTF">2017-01-10T11:09:36Z</dcterms:created>
  <dcterms:modified xsi:type="dcterms:W3CDTF">2021-04-03T03:53:26Z</dcterms:modified>
</cp:coreProperties>
</file>