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738" r:id="rId3"/>
  </p:sldMasterIdLst>
  <p:notesMasterIdLst>
    <p:notesMasterId r:id="rId32"/>
  </p:notesMasterIdLst>
  <p:sldIdLst>
    <p:sldId id="306" r:id="rId4"/>
    <p:sldId id="307" r:id="rId5"/>
    <p:sldId id="309" r:id="rId6"/>
    <p:sldId id="310" r:id="rId7"/>
    <p:sldId id="311" r:id="rId8"/>
    <p:sldId id="312" r:id="rId9"/>
    <p:sldId id="313" r:id="rId10"/>
    <p:sldId id="314" r:id="rId11"/>
    <p:sldId id="315" r:id="rId12"/>
    <p:sldId id="317" r:id="rId13"/>
    <p:sldId id="318" r:id="rId14"/>
    <p:sldId id="319" r:id="rId15"/>
    <p:sldId id="323" r:id="rId16"/>
    <p:sldId id="316" r:id="rId17"/>
    <p:sldId id="320" r:id="rId18"/>
    <p:sldId id="327" r:id="rId19"/>
    <p:sldId id="321" r:id="rId20"/>
    <p:sldId id="322" r:id="rId21"/>
    <p:sldId id="324" r:id="rId22"/>
    <p:sldId id="325" r:id="rId23"/>
    <p:sldId id="326" r:id="rId24"/>
    <p:sldId id="328" r:id="rId25"/>
    <p:sldId id="329" r:id="rId26"/>
    <p:sldId id="330" r:id="rId27"/>
    <p:sldId id="331" r:id="rId28"/>
    <p:sldId id="332" r:id="rId29"/>
    <p:sldId id="333" r:id="rId30"/>
    <p:sldId id="285" r:id="rId31"/>
  </p:sldIdLst>
  <p:sldSz cx="18288000" cy="10287000"/>
  <p:notesSz cx="6858000" cy="9144000"/>
  <p:embeddedFontLst>
    <p:embeddedFont>
      <p:font typeface="Calibri" panose="020F0502020204030204" pitchFamily="34" charset="0"/>
      <p:regular r:id="rId33"/>
      <p:bold r:id="rId34"/>
      <p:italic r:id="rId35"/>
      <p:boldItalic r:id="rId36"/>
    </p:embeddedFont>
    <p:embeddedFont>
      <p:font typeface="Constantia" panose="02030602050306030303" pitchFamily="18"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269A"/>
    <a:srgbClr val="BD03A7"/>
    <a:srgbClr val="3471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6"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7.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6.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03-26T13:10:17.813"/>
    </inkml:context>
    <inkml:brush xml:id="br0">
      <inkml:brushProperty name="width" value="0.05292" units="cm"/>
      <inkml:brushProperty name="height" value="0.05292" units="cm"/>
      <inkml:brushProperty name="color" value="#FF0000"/>
    </inkml:brush>
  </inkml:definitions>
  <inkml:trace contextRef="#ctx0" brushRef="#br0">13996 10081 0,'27'0'15,"132"0"-15,105 0 16,133 0-16,53 0 16,26 0-16,0 0 15,-52 0-15,-27 0 16,-27 0-16,318-27 15,-318-26 17,-290 53-32,-1 0 15,-26-26-15,-212 26 78</inkml:trace>
  <inkml:trace contextRef="#ctx0" brushRef="#br0" timeOffset="756.2673">6324 10160 0,'158'53'47,"1"-27"-47,53 1 15,370-27 1,-265 0 0,-26 0-16,-26 0 15,-27 0-15,-53 0 16,-26 0-16,26 0 15,-79 0 1,-27 0 0,1 0-16</inkml:trace>
  <inkml:trace contextRef="#ctx0" brushRef="#br0" timeOffset="24940.4602">23230 11245 0,'27'0'94,"105"0"-78,53-53-1,-52 53-15,131 0 16,-26 0-16,53-27 15,-52 1-15,-1-1 16,159-25 0,105 52-1,-26 0 1,1 0 0,-213 0-16,-78 0 15,-1 0-15,-53 0 0,0 0 16,-26-27-1,-53 27 1,26-26-16,-52 26 16,-1 0-16,1 0 15,-1 0-15,27 0 16,-26-27 0,-1 27-16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95C921-875A-4154-845D-B0B382A073F9}" type="datetimeFigureOut">
              <a:rPr lang="en-US" smtClean="0"/>
              <a:t>5/24/2023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5AFEA-0F06-4765-A1D2-202098EEAF4A}" type="slidenum">
              <a:rPr lang="en-US" smtClean="0"/>
              <a:t>‹#›</a:t>
            </a:fld>
            <a:endParaRPr lang="en-US"/>
          </a:p>
        </p:txBody>
      </p:sp>
    </p:spTree>
    <p:extLst>
      <p:ext uri="{BB962C8B-B14F-4D97-AF65-F5344CB8AC3E}">
        <p14:creationId xmlns:p14="http://schemas.microsoft.com/office/powerpoint/2010/main" val="3103598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9686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928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0319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7117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8017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9005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0442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819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990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6548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0107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0426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8376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2238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7922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6560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271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7919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325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793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938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49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8485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398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6975396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p:nvPr>
        </p:nvSpPr>
        <p:spPr>
          <a:xfrm>
            <a:off x="0" y="3279913"/>
            <a:ext cx="8627166" cy="5426765"/>
          </a:xfrm>
        </p:spPr>
        <p:txBody>
          <a:bodyPr/>
          <a:lstStyle/>
          <a:p>
            <a:endParaRPr lang="id-ID"/>
          </a:p>
        </p:txBody>
      </p:sp>
    </p:spTree>
    <p:extLst>
      <p:ext uri="{BB962C8B-B14F-4D97-AF65-F5344CB8AC3E}">
        <p14:creationId xmlns:p14="http://schemas.microsoft.com/office/powerpoint/2010/main" val="149166078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hasCustomPrompt="1"/>
          </p:nvPr>
        </p:nvSpPr>
        <p:spPr>
          <a:xfrm>
            <a:off x="1"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7" name="Picture Placeholder 2"/>
          <p:cNvSpPr>
            <a:spLocks noGrp="1"/>
          </p:cNvSpPr>
          <p:nvPr>
            <p:ph type="pic" sz="quarter" idx="12" hasCustomPrompt="1"/>
          </p:nvPr>
        </p:nvSpPr>
        <p:spPr>
          <a:xfrm>
            <a:off x="12326816"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8" name="Rectangle 7"/>
          <p:cNvSpPr/>
          <p:nvPr userDrawn="1"/>
        </p:nvSpPr>
        <p:spPr>
          <a:xfrm>
            <a:off x="5961185" y="3876031"/>
            <a:ext cx="6365631" cy="41394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dirty="0">
              <a:ln>
                <a:noFill/>
              </a:ln>
              <a:solidFill>
                <a:prstClr val="white"/>
              </a:solidFill>
              <a:effectLst/>
              <a:uLnTx/>
              <a:uFillTx/>
              <a:latin typeface="Roboto Thin" charset="0"/>
              <a:ea typeface="+mn-ea"/>
              <a:cs typeface="+mn-cs"/>
            </a:endParaRPr>
          </a:p>
        </p:txBody>
      </p:sp>
    </p:spTree>
    <p:extLst>
      <p:ext uri="{BB962C8B-B14F-4D97-AF65-F5344CB8AC3E}">
        <p14:creationId xmlns:p14="http://schemas.microsoft.com/office/powerpoint/2010/main" val="376697931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10287000"/>
          </a:xfrm>
        </p:spPr>
        <p:txBody>
          <a:bodyPr/>
          <a:lstStyle/>
          <a:p>
            <a:endParaRPr lang="id-ID"/>
          </a:p>
        </p:txBody>
      </p:sp>
      <p:sp>
        <p:nvSpPr>
          <p:cNvPr id="9" name="Title 1"/>
          <p:cNvSpPr>
            <a:spLocks noGrp="1"/>
          </p:cNvSpPr>
          <p:nvPr>
            <p:ph type="title" hasCustomPrompt="1"/>
          </p:nvPr>
        </p:nvSpPr>
        <p:spPr>
          <a:xfrm>
            <a:off x="705683" y="687110"/>
            <a:ext cx="17035668" cy="843791"/>
          </a:xfrm>
        </p:spPr>
        <p:txBody>
          <a:bodyPr>
            <a:noAutofit/>
          </a:bodyPr>
          <a:lstStyle>
            <a:lvl1pPr algn="l">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353657"/>
            <a:ext cx="17035668" cy="655362"/>
          </a:xfrm>
        </p:spPr>
        <p:txBody>
          <a:bodyPr>
            <a:normAutofit/>
          </a:bodyPr>
          <a:lstStyle>
            <a:lvl1pPr marL="0" indent="0" algn="l">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0953405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5227983"/>
          </a:xfrm>
        </p:spPr>
        <p:txBody>
          <a:bodyPr/>
          <a:lstStyle/>
          <a:p>
            <a:endParaRPr lang="id-ID"/>
          </a:p>
        </p:txBody>
      </p:sp>
      <p:sp>
        <p:nvSpPr>
          <p:cNvPr id="7" name="Picture Placeholder 2"/>
          <p:cNvSpPr>
            <a:spLocks noGrp="1"/>
          </p:cNvSpPr>
          <p:nvPr>
            <p:ph type="pic" sz="quarter" idx="12"/>
          </p:nvPr>
        </p:nvSpPr>
        <p:spPr>
          <a:xfrm>
            <a:off x="13735878" y="5247861"/>
            <a:ext cx="4552122" cy="5039139"/>
          </a:xfrm>
        </p:spPr>
        <p:txBody>
          <a:bodyPr/>
          <a:lstStyle/>
          <a:p>
            <a:endParaRPr lang="id-ID"/>
          </a:p>
        </p:txBody>
      </p:sp>
      <p:sp>
        <p:nvSpPr>
          <p:cNvPr id="8" name="Title 1"/>
          <p:cNvSpPr>
            <a:spLocks noGrp="1"/>
          </p:cNvSpPr>
          <p:nvPr>
            <p:ph type="title" hasCustomPrompt="1"/>
          </p:nvPr>
        </p:nvSpPr>
        <p:spPr>
          <a:xfrm>
            <a:off x="705683" y="687110"/>
            <a:ext cx="17035668" cy="843791"/>
          </a:xfrm>
        </p:spPr>
        <p:txBody>
          <a:bodyPr>
            <a:normAutofit/>
          </a:bodyPr>
          <a:lstStyle>
            <a:lvl1pPr algn="l">
              <a:defRPr sz="48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313901"/>
            <a:ext cx="17035668" cy="655362"/>
          </a:xfrm>
        </p:spPr>
        <p:txBody>
          <a:bodyPr>
            <a:normAutofit/>
          </a:bodyPr>
          <a:lstStyle>
            <a:lvl1pPr marL="0" indent="0" algn="l">
              <a:buNone/>
              <a:defRPr sz="24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5531791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lumMod val="50000"/>
                    <a:lumOff val="50000"/>
                  </a:schemeClr>
                </a:solidFill>
                <a:latin typeface="+mn-lt"/>
              </a:defRPr>
            </a:lvl1pPr>
          </a:lstStyle>
          <a:p>
            <a:pPr lvl="0"/>
            <a:r>
              <a:rPr lang="en-US" smtClean="0"/>
              <a:t>Click to edit Master text styles</a:t>
            </a:r>
          </a:p>
        </p:txBody>
      </p:sp>
      <p:sp>
        <p:nvSpPr>
          <p:cNvPr id="6" name="Picture Placeholder 27"/>
          <p:cNvSpPr>
            <a:spLocks noGrp="1"/>
          </p:cNvSpPr>
          <p:nvPr>
            <p:ph type="pic" sz="quarter" idx="65"/>
          </p:nvPr>
        </p:nvSpPr>
        <p:spPr>
          <a:xfrm>
            <a:off x="290147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600629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911111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12215942"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290147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600629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911111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12215942"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89678097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3498574"/>
            <a:ext cx="18288000" cy="5453609"/>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04338790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6312033" y="1315009"/>
            <a:ext cx="4050000" cy="405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86330851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107373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Tree>
    <p:extLst>
      <p:ext uri="{BB962C8B-B14F-4D97-AF65-F5344CB8AC3E}">
        <p14:creationId xmlns:p14="http://schemas.microsoft.com/office/powerpoint/2010/main" val="142576593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57046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723324"/>
            <a:ext cx="18288000" cy="7563678"/>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43117657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10778256"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9362912"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6542399"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3721887"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5137232"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7957743"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34199012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41072"/>
            <a:ext cx="18288000" cy="10286999"/>
          </a:xfrm>
        </p:spPr>
        <p:txBody>
          <a:bodyPr>
            <a:normAutofit/>
          </a:bodyPr>
          <a:lstStyle>
            <a:lvl1pPr algn="ctr">
              <a:defRPr sz="2400"/>
            </a:lvl1pPr>
          </a:lstStyle>
          <a:p>
            <a:endParaRPr lang="id-ID"/>
          </a:p>
        </p:txBody>
      </p:sp>
      <p:sp>
        <p:nvSpPr>
          <p:cNvPr id="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62688154"/>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
        <p:nvSpPr>
          <p:cNvPr id="4" name="Picture Placeholder 3"/>
          <p:cNvSpPr>
            <a:spLocks noGrp="1" noChangeAspect="1"/>
          </p:cNvSpPr>
          <p:nvPr>
            <p:ph type="pic" sz="quarter" idx="11"/>
          </p:nvPr>
        </p:nvSpPr>
        <p:spPr>
          <a:xfrm>
            <a:off x="3650045"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854297"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2058550" y="3359426"/>
            <a:ext cx="3240000" cy="324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902493094"/>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7835594" y="3845238"/>
            <a:ext cx="2700000" cy="27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33" name="TextBox 32"/>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34" name="TextBox 33"/>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35" name="Straight Connector 34"/>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94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27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151890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2293184"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293184"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5245727"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5231722"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4150406" y="6317319"/>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4134678" y="3111675"/>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5781335" y="2896893"/>
            <a:ext cx="1350000" cy="135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959567" y="2975784"/>
            <a:ext cx="1350000" cy="135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1032507" y="5714403"/>
            <a:ext cx="1350000" cy="135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3475406" y="6775502"/>
            <a:ext cx="1350000" cy="135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5759280" y="5743280"/>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6989566" y="2797386"/>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7491776" y="1804182"/>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7059967" y="3946692"/>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7573520" y="3975569"/>
            <a:ext cx="1350000" cy="135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3475406" y="1836636"/>
            <a:ext cx="1350000" cy="135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2720894" y="3617319"/>
            <a:ext cx="2700000" cy="27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03263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7494107" y="3617636"/>
            <a:ext cx="3230217" cy="2564505"/>
          </a:xfrm>
          <a:prstGeom prst="rect">
            <a:avLst/>
          </a:prstGeom>
        </p:spPr>
        <p:txBody>
          <a:bodyPr/>
          <a:lstStyle/>
          <a:p>
            <a:endParaRPr lang="id-ID"/>
          </a:p>
        </p:txBody>
      </p:sp>
      <p:sp>
        <p:nvSpPr>
          <p:cNvPr id="22" name="Picture Placeholder 2"/>
          <p:cNvSpPr>
            <a:spLocks noGrp="1"/>
          </p:cNvSpPr>
          <p:nvPr>
            <p:ph type="pic" sz="quarter" idx="21"/>
          </p:nvPr>
        </p:nvSpPr>
        <p:spPr>
          <a:xfrm>
            <a:off x="11062250" y="3617636"/>
            <a:ext cx="3230217" cy="2564505"/>
          </a:xfrm>
          <a:prstGeom prst="rect">
            <a:avLst/>
          </a:prstGeom>
        </p:spPr>
        <p:txBody>
          <a:bodyPr/>
          <a:lstStyle/>
          <a:p>
            <a:endParaRPr lang="id-ID"/>
          </a:p>
        </p:txBody>
      </p:sp>
      <p:sp>
        <p:nvSpPr>
          <p:cNvPr id="23" name="Picture Placeholder 2"/>
          <p:cNvSpPr>
            <a:spLocks noGrp="1"/>
          </p:cNvSpPr>
          <p:nvPr>
            <p:ph type="pic" sz="quarter" idx="22"/>
          </p:nvPr>
        </p:nvSpPr>
        <p:spPr>
          <a:xfrm>
            <a:off x="14610522" y="3617636"/>
            <a:ext cx="3230217" cy="2564505"/>
          </a:xfrm>
          <a:prstGeom prst="rect">
            <a:avLst/>
          </a:prstGeom>
        </p:spPr>
        <p:txBody>
          <a:bodyPr/>
          <a:lstStyle/>
          <a:p>
            <a:endParaRPr lang="id-ID"/>
          </a:p>
        </p:txBody>
      </p:sp>
      <p:sp>
        <p:nvSpPr>
          <p:cNvPr id="8" name="TextBox 7"/>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9" name="TextBox 8"/>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12" name="Straight Connector 11"/>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11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804257524"/>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820990" y="5147726"/>
            <a:ext cx="4077599" cy="4421721"/>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13293270" y="5147726"/>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57894956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3030486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4432814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6" name="Picture Placeholder 2"/>
          <p:cNvSpPr>
            <a:spLocks noGrp="1"/>
          </p:cNvSpPr>
          <p:nvPr>
            <p:ph type="pic" sz="quarter" idx="12" hasCustomPrompt="1"/>
          </p:nvPr>
        </p:nvSpPr>
        <p:spPr>
          <a:xfrm>
            <a:off x="2207381"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7" name="Picture Placeholder 2"/>
          <p:cNvSpPr>
            <a:spLocks noGrp="1"/>
          </p:cNvSpPr>
          <p:nvPr>
            <p:ph type="pic" sz="quarter" idx="13" hasCustomPrompt="1"/>
          </p:nvPr>
        </p:nvSpPr>
        <p:spPr>
          <a:xfrm>
            <a:off x="7363903"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8" name="Picture Placeholder 2"/>
          <p:cNvSpPr>
            <a:spLocks noGrp="1"/>
          </p:cNvSpPr>
          <p:nvPr>
            <p:ph type="pic" sz="quarter" idx="14" hasCustomPrompt="1"/>
          </p:nvPr>
        </p:nvSpPr>
        <p:spPr>
          <a:xfrm>
            <a:off x="12520424"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Tree>
    <p:extLst>
      <p:ext uri="{BB962C8B-B14F-4D97-AF65-F5344CB8AC3E}">
        <p14:creationId xmlns:p14="http://schemas.microsoft.com/office/powerpoint/2010/main" val="2195470154"/>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5645423" y="1947058"/>
            <a:ext cx="2782956" cy="2744213"/>
          </a:xfrm>
          <a:solidFill>
            <a:schemeClr val="bg1">
              <a:lumMod val="95000"/>
            </a:schemeClr>
          </a:solidFill>
        </p:spPr>
        <p:txBody>
          <a:bodyPr>
            <a:normAutofit/>
          </a:bodyPr>
          <a:lstStyle>
            <a:lvl1pPr>
              <a:defRPr sz="4200"/>
            </a:lvl1pPr>
          </a:lstStyle>
          <a:p>
            <a:endParaRPr lang="en-US" dirty="0"/>
          </a:p>
        </p:txBody>
      </p:sp>
      <p:sp>
        <p:nvSpPr>
          <p:cNvPr id="13" name="Picture Placeholder 2"/>
          <p:cNvSpPr>
            <a:spLocks noGrp="1"/>
          </p:cNvSpPr>
          <p:nvPr>
            <p:ph type="pic" sz="quarter" idx="26"/>
          </p:nvPr>
        </p:nvSpPr>
        <p:spPr>
          <a:xfrm>
            <a:off x="8676857" y="1947056"/>
            <a:ext cx="2782956" cy="2744213"/>
          </a:xfrm>
          <a:solidFill>
            <a:schemeClr val="bg1">
              <a:lumMod val="95000"/>
            </a:schemeClr>
          </a:solidFill>
        </p:spPr>
        <p:txBody>
          <a:bodyPr>
            <a:normAutofit/>
          </a:bodyPr>
          <a:lstStyle>
            <a:lvl1pPr>
              <a:defRPr sz="4200"/>
            </a:lvl1pPr>
          </a:lstStyle>
          <a:p>
            <a:endParaRPr lang="en-US" dirty="0"/>
          </a:p>
        </p:txBody>
      </p:sp>
      <p:sp>
        <p:nvSpPr>
          <p:cNvPr id="14" name="Picture Placeholder 2"/>
          <p:cNvSpPr>
            <a:spLocks noGrp="1"/>
          </p:cNvSpPr>
          <p:nvPr>
            <p:ph type="pic" sz="quarter" idx="27"/>
          </p:nvPr>
        </p:nvSpPr>
        <p:spPr>
          <a:xfrm>
            <a:off x="11708291" y="1947056"/>
            <a:ext cx="2782956" cy="2744213"/>
          </a:xfrm>
          <a:solidFill>
            <a:schemeClr val="bg1">
              <a:lumMod val="95000"/>
            </a:schemeClr>
          </a:solidFill>
        </p:spPr>
        <p:txBody>
          <a:bodyPr>
            <a:normAutofit/>
          </a:bodyPr>
          <a:lstStyle>
            <a:lvl1pPr>
              <a:defRPr sz="4200"/>
            </a:lvl1pPr>
          </a:lstStyle>
          <a:p>
            <a:endParaRPr lang="en-US" dirty="0"/>
          </a:p>
        </p:txBody>
      </p:sp>
      <p:sp>
        <p:nvSpPr>
          <p:cNvPr id="15" name="Picture Placeholder 2"/>
          <p:cNvSpPr>
            <a:spLocks noGrp="1"/>
          </p:cNvSpPr>
          <p:nvPr>
            <p:ph type="pic" sz="quarter" idx="28"/>
          </p:nvPr>
        </p:nvSpPr>
        <p:spPr>
          <a:xfrm>
            <a:off x="14739725" y="19664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173094960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1103249" y="3140558"/>
            <a:ext cx="3806682" cy="1988034"/>
          </a:xfrm>
          <a:prstGeom prst="rect">
            <a:avLst/>
          </a:prstGeom>
        </p:spPr>
        <p:txBody>
          <a:bodyPr/>
          <a:lstStyle/>
          <a:p>
            <a:endParaRPr lang="id-ID"/>
          </a:p>
        </p:txBody>
      </p:sp>
      <p:sp>
        <p:nvSpPr>
          <p:cNvPr id="16" name="Picture Placeholder 2"/>
          <p:cNvSpPr>
            <a:spLocks noGrp="1"/>
          </p:cNvSpPr>
          <p:nvPr>
            <p:ph type="pic" sz="quarter" idx="20"/>
          </p:nvPr>
        </p:nvSpPr>
        <p:spPr>
          <a:xfrm>
            <a:off x="5227988" y="3140558"/>
            <a:ext cx="3806682" cy="1988034"/>
          </a:xfrm>
          <a:prstGeom prst="rect">
            <a:avLst/>
          </a:prstGeom>
        </p:spPr>
        <p:txBody>
          <a:bodyPr/>
          <a:lstStyle/>
          <a:p>
            <a:endParaRPr lang="id-ID"/>
          </a:p>
        </p:txBody>
      </p:sp>
      <p:sp>
        <p:nvSpPr>
          <p:cNvPr id="17" name="Picture Placeholder 2"/>
          <p:cNvSpPr>
            <a:spLocks noGrp="1"/>
          </p:cNvSpPr>
          <p:nvPr>
            <p:ph type="pic" sz="quarter" idx="21"/>
          </p:nvPr>
        </p:nvSpPr>
        <p:spPr>
          <a:xfrm>
            <a:off x="9352727" y="3140558"/>
            <a:ext cx="3806682" cy="1988034"/>
          </a:xfrm>
          <a:prstGeom prst="rect">
            <a:avLst/>
          </a:prstGeom>
        </p:spPr>
        <p:txBody>
          <a:bodyPr/>
          <a:lstStyle/>
          <a:p>
            <a:endParaRPr lang="id-ID"/>
          </a:p>
        </p:txBody>
      </p:sp>
      <p:sp>
        <p:nvSpPr>
          <p:cNvPr id="18" name="Picture Placeholder 2"/>
          <p:cNvSpPr>
            <a:spLocks noGrp="1"/>
          </p:cNvSpPr>
          <p:nvPr>
            <p:ph type="pic" sz="quarter" idx="22"/>
          </p:nvPr>
        </p:nvSpPr>
        <p:spPr>
          <a:xfrm>
            <a:off x="13477466" y="3140558"/>
            <a:ext cx="3806682" cy="1988034"/>
          </a:xfrm>
          <a:prstGeom prst="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9312894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0" name="Picture Placeholder 2"/>
          <p:cNvSpPr>
            <a:spLocks noGrp="1"/>
          </p:cNvSpPr>
          <p:nvPr>
            <p:ph type="pic" sz="quarter" idx="11" hasCustomPrompt="1"/>
          </p:nvPr>
        </p:nvSpPr>
        <p:spPr>
          <a:xfrm>
            <a:off x="1783648" y="2687925"/>
            <a:ext cx="6857999" cy="6214476"/>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1" name="Picture Placeholder 2"/>
          <p:cNvSpPr>
            <a:spLocks noGrp="1"/>
          </p:cNvSpPr>
          <p:nvPr>
            <p:ph type="pic" sz="quarter" idx="12" hasCustomPrompt="1"/>
          </p:nvPr>
        </p:nvSpPr>
        <p:spPr>
          <a:xfrm>
            <a:off x="8763403" y="2687926"/>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3" name="Picture Placeholder 2"/>
          <p:cNvSpPr>
            <a:spLocks noGrp="1"/>
          </p:cNvSpPr>
          <p:nvPr>
            <p:ph type="pic" sz="quarter" idx="15" hasCustomPrompt="1"/>
          </p:nvPr>
        </p:nvSpPr>
        <p:spPr>
          <a:xfrm>
            <a:off x="12428120" y="5853155"/>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4" name="Picture Placeholder 2"/>
          <p:cNvSpPr>
            <a:spLocks noGrp="1"/>
          </p:cNvSpPr>
          <p:nvPr>
            <p:ph type="pic" sz="quarter" idx="16" hasCustomPrompt="1"/>
          </p:nvPr>
        </p:nvSpPr>
        <p:spPr>
          <a:xfrm>
            <a:off x="8763402" y="5853155"/>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2" name="Picture Placeholder 2"/>
          <p:cNvSpPr>
            <a:spLocks noGrp="1"/>
          </p:cNvSpPr>
          <p:nvPr>
            <p:ph type="pic" sz="quarter" idx="13" hasCustomPrompt="1"/>
          </p:nvPr>
        </p:nvSpPr>
        <p:spPr>
          <a:xfrm>
            <a:off x="13329837" y="2687926"/>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id-ID" smtClean="0"/>
              <a:t>Images</a:t>
            </a:r>
            <a:endParaRPr lang="en-US" dirty="0"/>
          </a:p>
        </p:txBody>
      </p:sp>
    </p:spTree>
    <p:extLst>
      <p:ext uri="{BB962C8B-B14F-4D97-AF65-F5344CB8AC3E}">
        <p14:creationId xmlns:p14="http://schemas.microsoft.com/office/powerpoint/2010/main" val="3356655268"/>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4555536" cy="5227983"/>
          </a:xfrm>
          <a:prstGeom prst="rect">
            <a:avLst/>
          </a:prstGeom>
        </p:spPr>
        <p:txBody>
          <a:bodyPr/>
          <a:lstStyle/>
          <a:p>
            <a:endParaRPr lang="id-ID"/>
          </a:p>
        </p:txBody>
      </p:sp>
      <p:sp>
        <p:nvSpPr>
          <p:cNvPr id="5" name="Picture Placeholder 2"/>
          <p:cNvSpPr>
            <a:spLocks noGrp="1"/>
          </p:cNvSpPr>
          <p:nvPr>
            <p:ph type="pic" sz="quarter" idx="20"/>
          </p:nvPr>
        </p:nvSpPr>
        <p:spPr>
          <a:xfrm>
            <a:off x="4571378" y="0"/>
            <a:ext cx="4487829" cy="5227983"/>
          </a:xfrm>
          <a:prstGeom prst="rect">
            <a:avLst/>
          </a:prstGeom>
        </p:spPr>
        <p:txBody>
          <a:bodyPr/>
          <a:lstStyle/>
          <a:p>
            <a:endParaRPr lang="id-ID"/>
          </a:p>
        </p:txBody>
      </p:sp>
      <p:sp>
        <p:nvSpPr>
          <p:cNvPr id="6" name="Picture Placeholder 2"/>
          <p:cNvSpPr>
            <a:spLocks noGrp="1"/>
          </p:cNvSpPr>
          <p:nvPr>
            <p:ph type="pic" sz="quarter" idx="21"/>
          </p:nvPr>
        </p:nvSpPr>
        <p:spPr>
          <a:xfrm>
            <a:off x="9094926" y="0"/>
            <a:ext cx="4650891" cy="5227983"/>
          </a:xfrm>
          <a:prstGeom prst="rect">
            <a:avLst/>
          </a:prstGeom>
        </p:spPr>
        <p:txBody>
          <a:bodyPr/>
          <a:lstStyle/>
          <a:p>
            <a:endParaRPr lang="id-ID"/>
          </a:p>
        </p:txBody>
      </p:sp>
      <p:sp>
        <p:nvSpPr>
          <p:cNvPr id="7" name="Picture Placeholder 2"/>
          <p:cNvSpPr>
            <a:spLocks noGrp="1"/>
          </p:cNvSpPr>
          <p:nvPr>
            <p:ph type="pic" sz="quarter" idx="22"/>
          </p:nvPr>
        </p:nvSpPr>
        <p:spPr>
          <a:xfrm>
            <a:off x="13745817" y="0"/>
            <a:ext cx="4542183" cy="5227983"/>
          </a:xfrm>
          <a:prstGeom prst="rect">
            <a:avLst/>
          </a:prstGeom>
        </p:spPr>
        <p:txBody>
          <a:bodyPr/>
          <a:lstStyle/>
          <a:p>
            <a:endParaRPr lang="id-ID"/>
          </a:p>
        </p:txBody>
      </p:sp>
    </p:spTree>
    <p:extLst>
      <p:ext uri="{BB962C8B-B14F-4D97-AF65-F5344CB8AC3E}">
        <p14:creationId xmlns:p14="http://schemas.microsoft.com/office/powerpoint/2010/main" val="2190262481"/>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3033821"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38073"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1442326"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61180198"/>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705683" y="687110"/>
            <a:ext cx="17035668" cy="843791"/>
          </a:xfrm>
        </p:spPr>
        <p:txBody>
          <a:bodyPr>
            <a:normAutofit/>
          </a:bodyPr>
          <a:lstStyle>
            <a:lvl1pPr algn="ctr">
              <a:defRPr sz="48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393413"/>
            <a:ext cx="17035668" cy="655362"/>
          </a:xfrm>
        </p:spPr>
        <p:txBody>
          <a:bodyPr>
            <a:normAutofit/>
          </a:bodyPr>
          <a:lstStyle>
            <a:lvl1pPr marL="0" indent="0" algn="ctr">
              <a:buNone/>
              <a:defRPr sz="2400">
                <a:solidFill>
                  <a:schemeClr val="tx1">
                    <a:lumMod val="50000"/>
                    <a:lumOff val="50000"/>
                  </a:schemeClr>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54781519"/>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76024422"/>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396331" y="2820776"/>
            <a:ext cx="7891670" cy="449248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066620895"/>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6539948" cy="10287000"/>
          </a:xfrm>
        </p:spPr>
        <p:txBody>
          <a:bodyPr/>
          <a:lstStyle/>
          <a:p>
            <a:endParaRPr lang="id-ID"/>
          </a:p>
        </p:txBody>
      </p:sp>
    </p:spTree>
    <p:extLst>
      <p:ext uri="{BB962C8B-B14F-4D97-AF65-F5344CB8AC3E}">
        <p14:creationId xmlns:p14="http://schemas.microsoft.com/office/powerpoint/2010/main" val="2700315409"/>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Tree>
    <p:extLst>
      <p:ext uri="{BB962C8B-B14F-4D97-AF65-F5344CB8AC3E}">
        <p14:creationId xmlns:p14="http://schemas.microsoft.com/office/powerpoint/2010/main" val="104556967"/>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
        <p:nvSpPr>
          <p:cNvPr id="6" name="Picture Placeholder 2"/>
          <p:cNvSpPr>
            <a:spLocks noGrp="1"/>
          </p:cNvSpPr>
          <p:nvPr>
            <p:ph type="pic" sz="quarter" idx="11"/>
          </p:nvPr>
        </p:nvSpPr>
        <p:spPr>
          <a:xfrm>
            <a:off x="6122507" y="0"/>
            <a:ext cx="6122505" cy="10287000"/>
          </a:xfrm>
        </p:spPr>
        <p:txBody>
          <a:bodyPr/>
          <a:lstStyle/>
          <a:p>
            <a:endParaRPr lang="id-ID"/>
          </a:p>
        </p:txBody>
      </p:sp>
      <p:sp>
        <p:nvSpPr>
          <p:cNvPr id="9" name="Picture Placeholder 2"/>
          <p:cNvSpPr>
            <a:spLocks noGrp="1"/>
          </p:cNvSpPr>
          <p:nvPr>
            <p:ph type="pic" sz="quarter" idx="12"/>
          </p:nvPr>
        </p:nvSpPr>
        <p:spPr>
          <a:xfrm>
            <a:off x="12165495" y="0"/>
            <a:ext cx="6122505" cy="10287000"/>
          </a:xfrm>
        </p:spPr>
        <p:txBody>
          <a:bodyPr/>
          <a:lstStyle/>
          <a:p>
            <a:endParaRPr lang="id-ID"/>
          </a:p>
        </p:txBody>
      </p:sp>
    </p:spTree>
    <p:extLst>
      <p:ext uri="{BB962C8B-B14F-4D97-AF65-F5344CB8AC3E}">
        <p14:creationId xmlns:p14="http://schemas.microsoft.com/office/powerpoint/2010/main" val="103773501"/>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0157792" cy="10287000"/>
          </a:xfrm>
        </p:spPr>
        <p:txBody>
          <a:bodyPr/>
          <a:lstStyle/>
          <a:p>
            <a:endParaRPr lang="id-ID"/>
          </a:p>
        </p:txBody>
      </p:sp>
    </p:spTree>
    <p:extLst>
      <p:ext uri="{BB962C8B-B14F-4D97-AF65-F5344CB8AC3E}">
        <p14:creationId xmlns:p14="http://schemas.microsoft.com/office/powerpoint/2010/main" val="1888168902"/>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660121" y="2683565"/>
            <a:ext cx="8026679" cy="7186820"/>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602751299"/>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481930" y="3101010"/>
            <a:ext cx="7866941" cy="681474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982447469"/>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572411" y="-646410"/>
            <a:ext cx="8569559" cy="6828549"/>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2400" baseline="0"/>
            </a:lvl1pPr>
          </a:lstStyle>
          <a:p>
            <a:r>
              <a:rPr lang="en-US" dirty="0" smtClean="0"/>
              <a:t>Insert Image</a:t>
            </a:r>
            <a:endParaRPr lang="en-US" dirty="0"/>
          </a:p>
        </p:txBody>
      </p:sp>
    </p:spTree>
    <p:extLst>
      <p:ext uri="{BB962C8B-B14F-4D97-AF65-F5344CB8AC3E}">
        <p14:creationId xmlns:p14="http://schemas.microsoft.com/office/powerpoint/2010/main" val="1711143528"/>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 y="2"/>
            <a:ext cx="4949687" cy="10286999"/>
          </a:xfrm>
        </p:spPr>
        <p:txBody>
          <a:bodyPr/>
          <a:lstStyle/>
          <a:p>
            <a:endParaRPr lang="id-ID"/>
          </a:p>
        </p:txBody>
      </p:sp>
      <p:sp>
        <p:nvSpPr>
          <p:cNvPr id="6" name="Picture Placeholder 4"/>
          <p:cNvSpPr>
            <a:spLocks noGrp="1"/>
          </p:cNvSpPr>
          <p:nvPr>
            <p:ph type="pic" sz="quarter" idx="11"/>
          </p:nvPr>
        </p:nvSpPr>
        <p:spPr>
          <a:xfrm>
            <a:off x="13576852" y="2"/>
            <a:ext cx="4711148" cy="10286999"/>
          </a:xfrm>
        </p:spPr>
        <p:txBody>
          <a:bodyPr/>
          <a:lstStyle/>
          <a:p>
            <a:endParaRPr lang="id-ID"/>
          </a:p>
        </p:txBody>
      </p:sp>
    </p:spTree>
    <p:extLst>
      <p:ext uri="{BB962C8B-B14F-4D97-AF65-F5344CB8AC3E}">
        <p14:creationId xmlns:p14="http://schemas.microsoft.com/office/powerpoint/2010/main" val="28721972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2"/>
            <a:ext cx="6122505" cy="9362661"/>
          </a:xfrm>
        </p:spPr>
        <p:txBody>
          <a:bodyPr/>
          <a:lstStyle/>
          <a:p>
            <a:endParaRPr lang="id-ID"/>
          </a:p>
        </p:txBody>
      </p:sp>
      <p:sp>
        <p:nvSpPr>
          <p:cNvPr id="5" name="Picture Placeholder 2"/>
          <p:cNvSpPr>
            <a:spLocks noGrp="1"/>
          </p:cNvSpPr>
          <p:nvPr>
            <p:ph type="pic" sz="quarter" idx="11"/>
          </p:nvPr>
        </p:nvSpPr>
        <p:spPr>
          <a:xfrm>
            <a:off x="6380923" y="5029200"/>
            <a:ext cx="11907077" cy="4333461"/>
          </a:xfrm>
        </p:spPr>
        <p:txBody>
          <a:bodyPr/>
          <a:lstStyle/>
          <a:p>
            <a:endParaRPr lang="id-ID"/>
          </a:p>
        </p:txBody>
      </p:sp>
      <p:sp>
        <p:nvSpPr>
          <p:cNvPr id="6" name="Picture Placeholder 2"/>
          <p:cNvSpPr>
            <a:spLocks noGrp="1"/>
          </p:cNvSpPr>
          <p:nvPr>
            <p:ph type="pic" sz="quarter" idx="12"/>
          </p:nvPr>
        </p:nvSpPr>
        <p:spPr>
          <a:xfrm>
            <a:off x="6380925" y="2"/>
            <a:ext cx="6023112" cy="4742900"/>
          </a:xfrm>
        </p:spPr>
        <p:txBody>
          <a:bodyPr/>
          <a:lstStyle/>
          <a:p>
            <a:endParaRPr lang="id-ID"/>
          </a:p>
        </p:txBody>
      </p:sp>
      <p:sp>
        <p:nvSpPr>
          <p:cNvPr id="9" name="Picture Placeholder 2"/>
          <p:cNvSpPr>
            <a:spLocks noGrp="1"/>
          </p:cNvSpPr>
          <p:nvPr>
            <p:ph type="pic" sz="quarter" idx="13"/>
          </p:nvPr>
        </p:nvSpPr>
        <p:spPr>
          <a:xfrm>
            <a:off x="12662456" y="19880"/>
            <a:ext cx="5625543" cy="4723022"/>
          </a:xfrm>
        </p:spPr>
        <p:txBody>
          <a:bodyPr/>
          <a:lstStyle/>
          <a:p>
            <a:endParaRPr lang="id-ID"/>
          </a:p>
        </p:txBody>
      </p:sp>
    </p:spTree>
    <p:extLst>
      <p:ext uri="{BB962C8B-B14F-4D97-AF65-F5344CB8AC3E}">
        <p14:creationId xmlns:p14="http://schemas.microsoft.com/office/powerpoint/2010/main" val="3924907794"/>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0"/>
            <a:ext cx="5665305" cy="10287000"/>
          </a:xfrm>
        </p:spPr>
        <p:txBody>
          <a:bodyPr/>
          <a:lstStyle/>
          <a:p>
            <a:endParaRPr lang="id-ID"/>
          </a:p>
        </p:txBody>
      </p:sp>
    </p:spTree>
    <p:extLst>
      <p:ext uri="{BB962C8B-B14F-4D97-AF65-F5344CB8AC3E}">
        <p14:creationId xmlns:p14="http://schemas.microsoft.com/office/powerpoint/2010/main" val="3441720467"/>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732644" y="0"/>
            <a:ext cx="10555356" cy="10287000"/>
          </a:xfrm>
        </p:spPr>
        <p:txBody>
          <a:bodyPr/>
          <a:lstStyle/>
          <a:p>
            <a:endParaRPr lang="id-ID"/>
          </a:p>
        </p:txBody>
      </p:sp>
    </p:spTree>
    <p:extLst>
      <p:ext uri="{BB962C8B-B14F-4D97-AF65-F5344CB8AC3E}">
        <p14:creationId xmlns:p14="http://schemas.microsoft.com/office/powerpoint/2010/main" val="3750223236"/>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2853" y="0"/>
            <a:ext cx="13855148" cy="10287000"/>
          </a:xfrm>
        </p:spPr>
        <p:txBody>
          <a:bodyPr/>
          <a:lstStyle/>
          <a:p>
            <a:endParaRPr lang="id-ID"/>
          </a:p>
        </p:txBody>
      </p:sp>
    </p:spTree>
    <p:extLst>
      <p:ext uri="{BB962C8B-B14F-4D97-AF65-F5344CB8AC3E}">
        <p14:creationId xmlns:p14="http://schemas.microsoft.com/office/powerpoint/2010/main" val="3913697879"/>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400797" y="1"/>
            <a:ext cx="11887203" cy="7156175"/>
          </a:xfrm>
        </p:spPr>
        <p:txBody>
          <a:bodyPr/>
          <a:lstStyle/>
          <a:p>
            <a:endParaRPr lang="id-ID"/>
          </a:p>
        </p:txBody>
      </p:sp>
      <p:sp>
        <p:nvSpPr>
          <p:cNvPr id="8" name="Picture Placeholder 2"/>
          <p:cNvSpPr>
            <a:spLocks noGrp="1"/>
          </p:cNvSpPr>
          <p:nvPr>
            <p:ph type="pic" sz="quarter" idx="25"/>
          </p:nvPr>
        </p:nvSpPr>
        <p:spPr>
          <a:xfrm>
            <a:off x="6400797" y="7373824"/>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4255479421"/>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8" name="Picture Placeholder 2"/>
          <p:cNvSpPr>
            <a:spLocks noGrp="1"/>
          </p:cNvSpPr>
          <p:nvPr>
            <p:ph type="pic" sz="quarter" idx="25"/>
          </p:nvPr>
        </p:nvSpPr>
        <p:spPr>
          <a:xfrm>
            <a:off x="6311346" y="7373824"/>
            <a:ext cx="2872407"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
        <p:nvSpPr>
          <p:cNvPr id="12" name="Picture Placeholder 2"/>
          <p:cNvSpPr>
            <a:spLocks noGrp="1"/>
          </p:cNvSpPr>
          <p:nvPr>
            <p:ph type="pic" sz="quarter" idx="30"/>
          </p:nvPr>
        </p:nvSpPr>
        <p:spPr>
          <a:xfrm>
            <a:off x="0" y="7373819"/>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618899234"/>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430641576"/>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503426" y="2961861"/>
            <a:ext cx="5784575" cy="7325139"/>
          </a:xfrm>
        </p:spPr>
        <p:txBody>
          <a:bodyPr/>
          <a:lstStyle/>
          <a:p>
            <a:endParaRPr lang="id-ID"/>
          </a:p>
        </p:txBody>
      </p:sp>
      <p:sp>
        <p:nvSpPr>
          <p:cNvPr id="4" name="Picture Placeholder 2"/>
          <p:cNvSpPr>
            <a:spLocks noGrp="1"/>
          </p:cNvSpPr>
          <p:nvPr>
            <p:ph type="pic" sz="quarter" idx="11"/>
          </p:nvPr>
        </p:nvSpPr>
        <p:spPr>
          <a:xfrm>
            <a:off x="0" y="2961861"/>
            <a:ext cx="5903844" cy="7325139"/>
          </a:xfrm>
        </p:spPr>
        <p:txBody>
          <a:bodyPr/>
          <a:lstStyle/>
          <a:p>
            <a:endParaRPr lang="id-ID"/>
          </a:p>
        </p:txBody>
      </p:sp>
      <p:sp>
        <p:nvSpPr>
          <p:cNvPr id="5" name="Picture Placeholder 2"/>
          <p:cNvSpPr>
            <a:spLocks noGrp="1"/>
          </p:cNvSpPr>
          <p:nvPr>
            <p:ph type="pic" sz="quarter" idx="12"/>
          </p:nvPr>
        </p:nvSpPr>
        <p:spPr>
          <a:xfrm>
            <a:off x="6162262" y="2961861"/>
            <a:ext cx="6082748" cy="7325139"/>
          </a:xfrm>
        </p:spPr>
        <p:txBody>
          <a:bodyPr/>
          <a:lstStyle/>
          <a:p>
            <a:endParaRPr lang="id-ID"/>
          </a:p>
        </p:txBody>
      </p:sp>
    </p:spTree>
    <p:extLst>
      <p:ext uri="{BB962C8B-B14F-4D97-AF65-F5344CB8AC3E}">
        <p14:creationId xmlns:p14="http://schemas.microsoft.com/office/powerpoint/2010/main" val="3667476403"/>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1"/>
            <a:ext cx="5665305" cy="5088836"/>
          </a:xfrm>
        </p:spPr>
        <p:txBody>
          <a:bodyPr/>
          <a:lstStyle/>
          <a:p>
            <a:endParaRPr lang="id-ID"/>
          </a:p>
        </p:txBody>
      </p:sp>
      <p:sp>
        <p:nvSpPr>
          <p:cNvPr id="4" name="Picture Placeholder 2"/>
          <p:cNvSpPr>
            <a:spLocks noGrp="1"/>
          </p:cNvSpPr>
          <p:nvPr>
            <p:ph type="pic" sz="quarter" idx="11"/>
          </p:nvPr>
        </p:nvSpPr>
        <p:spPr>
          <a:xfrm>
            <a:off x="12622695" y="5088836"/>
            <a:ext cx="5665305" cy="5198165"/>
          </a:xfrm>
        </p:spPr>
        <p:txBody>
          <a:bodyPr/>
          <a:lstStyle/>
          <a:p>
            <a:endParaRPr lang="id-ID"/>
          </a:p>
        </p:txBody>
      </p:sp>
      <p:sp>
        <p:nvSpPr>
          <p:cNvPr id="5" name="Picture Placeholder 2"/>
          <p:cNvSpPr>
            <a:spLocks noGrp="1"/>
          </p:cNvSpPr>
          <p:nvPr>
            <p:ph type="pic" sz="quarter" idx="12"/>
          </p:nvPr>
        </p:nvSpPr>
        <p:spPr>
          <a:xfrm>
            <a:off x="6957390" y="1"/>
            <a:ext cx="5665305" cy="5088836"/>
          </a:xfrm>
        </p:spPr>
        <p:txBody>
          <a:bodyPr/>
          <a:lstStyle/>
          <a:p>
            <a:endParaRPr lang="id-ID"/>
          </a:p>
        </p:txBody>
      </p:sp>
      <p:sp>
        <p:nvSpPr>
          <p:cNvPr id="6" name="Picture Placeholder 2"/>
          <p:cNvSpPr>
            <a:spLocks noGrp="1"/>
          </p:cNvSpPr>
          <p:nvPr>
            <p:ph type="pic" sz="quarter" idx="13"/>
          </p:nvPr>
        </p:nvSpPr>
        <p:spPr>
          <a:xfrm>
            <a:off x="6957390" y="5088836"/>
            <a:ext cx="5665305" cy="5198165"/>
          </a:xfrm>
        </p:spPr>
        <p:txBody>
          <a:bodyPr/>
          <a:lstStyle/>
          <a:p>
            <a:endParaRPr lang="id-ID"/>
          </a:p>
        </p:txBody>
      </p:sp>
    </p:spTree>
    <p:extLst>
      <p:ext uri="{BB962C8B-B14F-4D97-AF65-F5344CB8AC3E}">
        <p14:creationId xmlns:p14="http://schemas.microsoft.com/office/powerpoint/2010/main" val="2531243498"/>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182141" y="0"/>
            <a:ext cx="5645424" cy="10287000"/>
          </a:xfrm>
        </p:spPr>
        <p:txBody>
          <a:bodyPr/>
          <a:lstStyle/>
          <a:p>
            <a:endParaRPr lang="id-ID"/>
          </a:p>
        </p:txBody>
      </p:sp>
    </p:spTree>
    <p:extLst>
      <p:ext uri="{BB962C8B-B14F-4D97-AF65-F5344CB8AC3E}">
        <p14:creationId xmlns:p14="http://schemas.microsoft.com/office/powerpoint/2010/main" val="2479284726"/>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27432"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9119616"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4546092" y="5157216"/>
            <a:ext cx="4594860" cy="5157216"/>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13693140" y="5157216"/>
            <a:ext cx="4594860" cy="5157216"/>
          </a:xfrm>
          <a:prstGeom prst="rect">
            <a:avLst/>
          </a:prstGeom>
        </p:spPr>
        <p:txBody>
          <a:bodyPr lIns="182880" tIns="91440" rIns="182880" bIns="91440"/>
          <a:lstStyle>
            <a:lvl1pPr marL="0" indent="0">
              <a:buFontTx/>
              <a:buNone/>
              <a:defRPr/>
            </a:lvl1pPr>
          </a:lstStyle>
          <a:p>
            <a:endParaRPr lang="en-US" dirty="0"/>
          </a:p>
        </p:txBody>
      </p:sp>
    </p:spTree>
    <p:extLst>
      <p:ext uri="{BB962C8B-B14F-4D97-AF65-F5344CB8AC3E}">
        <p14:creationId xmlns:p14="http://schemas.microsoft.com/office/powerpoint/2010/main" val="1803361114"/>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0768" y="0"/>
            <a:ext cx="5656373" cy="10287000"/>
          </a:xfrm>
        </p:spPr>
        <p:txBody>
          <a:bodyPr/>
          <a:lstStyle/>
          <a:p>
            <a:endParaRPr lang="id-ID"/>
          </a:p>
        </p:txBody>
      </p:sp>
      <p:sp>
        <p:nvSpPr>
          <p:cNvPr id="5" name="Picture Placeholder 2"/>
          <p:cNvSpPr>
            <a:spLocks noGrp="1"/>
          </p:cNvSpPr>
          <p:nvPr>
            <p:ph type="pic" sz="quarter" idx="25"/>
          </p:nvPr>
        </p:nvSpPr>
        <p:spPr>
          <a:xfrm>
            <a:off x="5864083" y="1032658"/>
            <a:ext cx="2782956" cy="2744213"/>
          </a:xfrm>
          <a:solidFill>
            <a:schemeClr val="bg1">
              <a:lumMod val="95000"/>
            </a:schemeClr>
          </a:solidFill>
        </p:spPr>
        <p:txBody>
          <a:bodyPr>
            <a:normAutofit/>
          </a:bodyPr>
          <a:lstStyle>
            <a:lvl1pPr>
              <a:defRPr sz="4200"/>
            </a:lvl1pPr>
          </a:lstStyle>
          <a:p>
            <a:endParaRPr lang="en-US" dirty="0"/>
          </a:p>
        </p:txBody>
      </p:sp>
      <p:sp>
        <p:nvSpPr>
          <p:cNvPr id="6" name="Picture Placeholder 2"/>
          <p:cNvSpPr>
            <a:spLocks noGrp="1"/>
          </p:cNvSpPr>
          <p:nvPr>
            <p:ph type="pic" sz="quarter" idx="26"/>
          </p:nvPr>
        </p:nvSpPr>
        <p:spPr>
          <a:xfrm>
            <a:off x="8895518" y="1032656"/>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7"/>
          </p:nvPr>
        </p:nvSpPr>
        <p:spPr>
          <a:xfrm>
            <a:off x="11926952" y="1032656"/>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8"/>
          </p:nvPr>
        </p:nvSpPr>
        <p:spPr>
          <a:xfrm>
            <a:off x="14958386" y="10520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3294285042"/>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995532" y="0"/>
            <a:ext cx="3677478" cy="10287000"/>
          </a:xfrm>
        </p:spPr>
        <p:txBody>
          <a:bodyPr/>
          <a:lstStyle/>
          <a:p>
            <a:endParaRPr lang="id-ID"/>
          </a:p>
        </p:txBody>
      </p:sp>
    </p:spTree>
    <p:extLst>
      <p:ext uri="{BB962C8B-B14F-4D97-AF65-F5344CB8AC3E}">
        <p14:creationId xmlns:p14="http://schemas.microsoft.com/office/powerpoint/2010/main" val="3230136586"/>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6351102"/>
            <a:ext cx="18288000" cy="3935898"/>
          </a:xfrm>
        </p:spPr>
        <p:txBody>
          <a:bodyPr/>
          <a:lstStyle/>
          <a:p>
            <a:endParaRPr lang="id-ID"/>
          </a:p>
        </p:txBody>
      </p:sp>
    </p:spTree>
    <p:extLst>
      <p:ext uri="{BB962C8B-B14F-4D97-AF65-F5344CB8AC3E}">
        <p14:creationId xmlns:p14="http://schemas.microsoft.com/office/powerpoint/2010/main" val="3038209425"/>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8288000" cy="3935898"/>
          </a:xfrm>
        </p:spPr>
        <p:txBody>
          <a:bodyPr/>
          <a:lstStyle/>
          <a:p>
            <a:endParaRPr lang="id-ID"/>
          </a:p>
        </p:txBody>
      </p:sp>
    </p:spTree>
    <p:extLst>
      <p:ext uri="{BB962C8B-B14F-4D97-AF65-F5344CB8AC3E}">
        <p14:creationId xmlns:p14="http://schemas.microsoft.com/office/powerpoint/2010/main" val="3525425383"/>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8288000" cy="7931426"/>
          </a:xfrm>
        </p:spPr>
        <p:txBody>
          <a:bodyPr/>
          <a:lstStyle/>
          <a:p>
            <a:endParaRPr lang="id-ID"/>
          </a:p>
        </p:txBody>
      </p:sp>
    </p:spTree>
    <p:extLst>
      <p:ext uri="{BB962C8B-B14F-4D97-AF65-F5344CB8AC3E}">
        <p14:creationId xmlns:p14="http://schemas.microsoft.com/office/powerpoint/2010/main" val="2955006856"/>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2912163"/>
            <a:ext cx="18288000" cy="393589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2641001"/>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1113185" y="2902228"/>
            <a:ext cx="16247121" cy="4959626"/>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645693741"/>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3617844"/>
            <a:ext cx="4555536" cy="2762871"/>
          </a:xfrm>
          <a:prstGeom prst="rect">
            <a:avLst/>
          </a:prstGeom>
        </p:spPr>
        <p:txBody>
          <a:bodyPr/>
          <a:lstStyle/>
          <a:p>
            <a:endParaRPr lang="id-ID"/>
          </a:p>
        </p:txBody>
      </p:sp>
      <p:sp>
        <p:nvSpPr>
          <p:cNvPr id="9" name="Picture Placeholder 2"/>
          <p:cNvSpPr>
            <a:spLocks noGrp="1"/>
          </p:cNvSpPr>
          <p:nvPr>
            <p:ph type="pic" sz="quarter" idx="20"/>
          </p:nvPr>
        </p:nvSpPr>
        <p:spPr>
          <a:xfrm>
            <a:off x="4571378" y="3617844"/>
            <a:ext cx="4487829" cy="2762871"/>
          </a:xfrm>
          <a:prstGeom prst="rect">
            <a:avLst/>
          </a:prstGeom>
        </p:spPr>
        <p:txBody>
          <a:bodyPr/>
          <a:lstStyle/>
          <a:p>
            <a:endParaRPr lang="id-ID"/>
          </a:p>
        </p:txBody>
      </p:sp>
      <p:sp>
        <p:nvSpPr>
          <p:cNvPr id="10" name="Picture Placeholder 2"/>
          <p:cNvSpPr>
            <a:spLocks noGrp="1"/>
          </p:cNvSpPr>
          <p:nvPr>
            <p:ph type="pic" sz="quarter" idx="21"/>
          </p:nvPr>
        </p:nvSpPr>
        <p:spPr>
          <a:xfrm>
            <a:off x="9094926" y="3617844"/>
            <a:ext cx="4650891" cy="2762871"/>
          </a:xfrm>
          <a:prstGeom prst="rect">
            <a:avLst/>
          </a:prstGeom>
        </p:spPr>
        <p:txBody>
          <a:bodyPr/>
          <a:lstStyle/>
          <a:p>
            <a:endParaRPr lang="id-ID"/>
          </a:p>
        </p:txBody>
      </p:sp>
      <p:sp>
        <p:nvSpPr>
          <p:cNvPr id="11" name="Picture Placeholder 2"/>
          <p:cNvSpPr>
            <a:spLocks noGrp="1"/>
          </p:cNvSpPr>
          <p:nvPr>
            <p:ph type="pic" sz="quarter" idx="22"/>
          </p:nvPr>
        </p:nvSpPr>
        <p:spPr>
          <a:xfrm>
            <a:off x="13745817" y="3617844"/>
            <a:ext cx="4542183" cy="2762871"/>
          </a:xfrm>
          <a:prstGeom prst="rect">
            <a:avLst/>
          </a:prstGeom>
        </p:spPr>
        <p:txBody>
          <a:bodyPr/>
          <a:lstStyle/>
          <a:p>
            <a:endParaRPr lang="id-ID"/>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870834718"/>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p:nvPr>
        </p:nvSpPr>
        <p:spPr>
          <a:xfrm>
            <a:off x="15225525" y="0"/>
            <a:ext cx="3062475"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4" name="Picture Placeholder 13"/>
          <p:cNvSpPr>
            <a:spLocks noGrp="1"/>
          </p:cNvSpPr>
          <p:nvPr>
            <p:ph type="pic" sz="quarter" idx="58"/>
          </p:nvPr>
        </p:nvSpPr>
        <p:spPr>
          <a:xfrm>
            <a:off x="121797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5" name="Picture Placeholder 13"/>
          <p:cNvSpPr>
            <a:spLocks noGrp="1"/>
          </p:cNvSpPr>
          <p:nvPr>
            <p:ph type="pic" sz="quarter" idx="59"/>
          </p:nvPr>
        </p:nvSpPr>
        <p:spPr>
          <a:xfrm>
            <a:off x="30389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6" name="Picture Placeholder 13"/>
          <p:cNvSpPr>
            <a:spLocks noGrp="1"/>
          </p:cNvSpPr>
          <p:nvPr>
            <p:ph type="pic" sz="quarter" idx="60"/>
          </p:nvPr>
        </p:nvSpPr>
        <p:spPr>
          <a:xfrm>
            <a:off x="-6764"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7" name="Picture Placeholder 13"/>
          <p:cNvSpPr>
            <a:spLocks noGrp="1"/>
          </p:cNvSpPr>
          <p:nvPr>
            <p:ph type="pic" sz="quarter" idx="61"/>
          </p:nvPr>
        </p:nvSpPr>
        <p:spPr>
          <a:xfrm>
            <a:off x="9130470"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8" name="Picture Placeholder 13"/>
          <p:cNvSpPr>
            <a:spLocks noGrp="1"/>
          </p:cNvSpPr>
          <p:nvPr>
            <p:ph type="pic" sz="quarter" idx="62"/>
          </p:nvPr>
        </p:nvSpPr>
        <p:spPr>
          <a:xfrm>
            <a:off x="6084726"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45608465"/>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8" name="Rounded Rectangle 7"/>
          <p:cNvSpPr/>
          <p:nvPr userDrawn="1"/>
        </p:nvSpPr>
        <p:spPr>
          <a:xfrm>
            <a:off x="73152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2" name="Rounded Rectangle 11"/>
          <p:cNvSpPr/>
          <p:nvPr userDrawn="1"/>
        </p:nvSpPr>
        <p:spPr>
          <a:xfrm>
            <a:off x="146304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3" name="Rounded Rectangle 12"/>
          <p:cNvSpPr/>
          <p:nvPr userDrawn="1"/>
        </p:nvSpPr>
        <p:spPr>
          <a:xfrm>
            <a:off x="36576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4" name="Rounded Rectangle 13"/>
          <p:cNvSpPr/>
          <p:nvPr userDrawn="1"/>
        </p:nvSpPr>
        <p:spPr>
          <a:xfrm>
            <a:off x="109728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5" name="Rounded Rectangle 14"/>
          <p:cNvSpPr/>
          <p:nvPr userDrawn="1"/>
        </p:nvSpPr>
        <p:spPr>
          <a:xfrm>
            <a:off x="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6" name="Rounded Rectangle 15"/>
          <p:cNvSpPr/>
          <p:nvPr userDrawn="1"/>
        </p:nvSpPr>
        <p:spPr>
          <a:xfrm>
            <a:off x="73152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7" name="Rounded Rectangle 16"/>
          <p:cNvSpPr/>
          <p:nvPr userDrawn="1"/>
        </p:nvSpPr>
        <p:spPr>
          <a:xfrm>
            <a:off x="146304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8" name="Picture Placeholder 2"/>
          <p:cNvSpPr>
            <a:spLocks noGrp="1"/>
          </p:cNvSpPr>
          <p:nvPr>
            <p:ph type="pic" sz="quarter" idx="17"/>
          </p:nvPr>
        </p:nvSpPr>
        <p:spPr>
          <a:xfrm>
            <a:off x="36575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109727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731532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1463039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3657599"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10979964"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Tree>
    <p:extLst>
      <p:ext uri="{BB962C8B-B14F-4D97-AF65-F5344CB8AC3E}">
        <p14:creationId xmlns:p14="http://schemas.microsoft.com/office/powerpoint/2010/main" val="30280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12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18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21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24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29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34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9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44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49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54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55536"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72002"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42183"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Tree>
    <p:extLst>
      <p:ext uri="{BB962C8B-B14F-4D97-AF65-F5344CB8AC3E}">
        <p14:creationId xmlns:p14="http://schemas.microsoft.com/office/powerpoint/2010/main" val="3261688628"/>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220523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394865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220523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394865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10926448"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12676402"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14419820"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10926448"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12676402"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14419820"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5689657"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743960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918302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5689657"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743960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918302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207836269"/>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1124154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12984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1124154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12984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11235010"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1298496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1472838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11235010"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1298496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1472838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14725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14725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4227564852"/>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10546104" y="3332650"/>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6918321" y="3332651"/>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14173887" y="3183565"/>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1982482100"/>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83799"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85355"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70446"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
        <p:nvSpPr>
          <p:cNvPr id="12" name="Picture Placeholder 2"/>
          <p:cNvSpPr>
            <a:spLocks noGrp="1"/>
          </p:cNvSpPr>
          <p:nvPr>
            <p:ph type="pic" sz="quarter" idx="23"/>
          </p:nvPr>
        </p:nvSpPr>
        <p:spPr>
          <a:xfrm>
            <a:off x="9147110" y="7891669"/>
            <a:ext cx="4598706" cy="2415209"/>
          </a:xfrm>
          <a:prstGeom prst="rect">
            <a:avLst/>
          </a:prstGeom>
        </p:spPr>
        <p:txBody>
          <a:bodyPr/>
          <a:lstStyle/>
          <a:p>
            <a:endParaRPr lang="id-ID"/>
          </a:p>
        </p:txBody>
      </p:sp>
      <p:sp>
        <p:nvSpPr>
          <p:cNvPr id="13" name="Picture Placeholder 2"/>
          <p:cNvSpPr>
            <a:spLocks noGrp="1"/>
          </p:cNvSpPr>
          <p:nvPr>
            <p:ph type="pic" sz="quarter" idx="24"/>
          </p:nvPr>
        </p:nvSpPr>
        <p:spPr>
          <a:xfrm>
            <a:off x="9157051" y="5348952"/>
            <a:ext cx="4552121" cy="2542716"/>
          </a:xfrm>
          <a:prstGeom prst="rect">
            <a:avLst/>
          </a:prstGeom>
        </p:spPr>
        <p:txBody>
          <a:bodyPr/>
          <a:lstStyle/>
          <a:p>
            <a:endParaRPr lang="id-ID"/>
          </a:p>
        </p:txBody>
      </p:sp>
      <p:sp>
        <p:nvSpPr>
          <p:cNvPr id="14" name="Picture Placeholder 2"/>
          <p:cNvSpPr>
            <a:spLocks noGrp="1"/>
          </p:cNvSpPr>
          <p:nvPr>
            <p:ph type="pic" sz="quarter" idx="25"/>
          </p:nvPr>
        </p:nvSpPr>
        <p:spPr>
          <a:xfrm>
            <a:off x="9132199" y="2782956"/>
            <a:ext cx="4613618" cy="2565996"/>
          </a:xfrm>
          <a:prstGeom prst="rect">
            <a:avLst/>
          </a:prstGeom>
        </p:spPr>
        <p:txBody>
          <a:bodyPr/>
          <a:lstStyle/>
          <a:p>
            <a:endParaRPr lang="id-ID"/>
          </a:p>
        </p:txBody>
      </p:sp>
      <p:sp>
        <p:nvSpPr>
          <p:cNvPr id="15" name="Picture Placeholder 2"/>
          <p:cNvSpPr>
            <a:spLocks noGrp="1"/>
          </p:cNvSpPr>
          <p:nvPr>
            <p:ph type="pic" sz="quarter" idx="26"/>
          </p:nvPr>
        </p:nvSpPr>
        <p:spPr>
          <a:xfrm>
            <a:off x="9147110" y="0"/>
            <a:ext cx="4598706" cy="2763078"/>
          </a:xfrm>
          <a:prstGeom prst="rect">
            <a:avLst/>
          </a:prstGeom>
        </p:spPr>
        <p:txBody>
          <a:bodyPr/>
          <a:lstStyle/>
          <a:p>
            <a:endParaRPr lang="id-ID"/>
          </a:p>
        </p:txBody>
      </p:sp>
      <p:sp>
        <p:nvSpPr>
          <p:cNvPr id="16" name="Picture Placeholder 2"/>
          <p:cNvSpPr>
            <a:spLocks noGrp="1"/>
          </p:cNvSpPr>
          <p:nvPr>
            <p:ph type="pic" sz="quarter" idx="27"/>
          </p:nvPr>
        </p:nvSpPr>
        <p:spPr>
          <a:xfrm>
            <a:off x="4591574" y="7891669"/>
            <a:ext cx="4555536" cy="2415209"/>
          </a:xfrm>
          <a:prstGeom prst="rect">
            <a:avLst/>
          </a:prstGeom>
        </p:spPr>
        <p:txBody>
          <a:bodyPr/>
          <a:lstStyle/>
          <a:p>
            <a:endParaRPr lang="id-ID"/>
          </a:p>
        </p:txBody>
      </p:sp>
      <p:sp>
        <p:nvSpPr>
          <p:cNvPr id="17" name="Picture Placeholder 2"/>
          <p:cNvSpPr>
            <a:spLocks noGrp="1"/>
          </p:cNvSpPr>
          <p:nvPr>
            <p:ph type="pic" sz="quarter" idx="28"/>
          </p:nvPr>
        </p:nvSpPr>
        <p:spPr>
          <a:xfrm>
            <a:off x="4576662" y="5348952"/>
            <a:ext cx="4576974" cy="2542716"/>
          </a:xfrm>
          <a:prstGeom prst="rect">
            <a:avLst/>
          </a:prstGeom>
        </p:spPr>
        <p:txBody>
          <a:bodyPr/>
          <a:lstStyle/>
          <a:p>
            <a:endParaRPr lang="id-ID"/>
          </a:p>
        </p:txBody>
      </p:sp>
      <p:sp>
        <p:nvSpPr>
          <p:cNvPr id="18" name="Picture Placeholder 2"/>
          <p:cNvSpPr>
            <a:spLocks noGrp="1"/>
          </p:cNvSpPr>
          <p:nvPr>
            <p:ph type="pic" sz="quarter" idx="29"/>
          </p:nvPr>
        </p:nvSpPr>
        <p:spPr>
          <a:xfrm>
            <a:off x="4576664" y="2782956"/>
            <a:ext cx="4542183" cy="2546118"/>
          </a:xfrm>
          <a:prstGeom prst="rect">
            <a:avLst/>
          </a:prstGeom>
        </p:spPr>
        <p:txBody>
          <a:bodyPr/>
          <a:lstStyle/>
          <a:p>
            <a:endParaRPr lang="id-ID"/>
          </a:p>
        </p:txBody>
      </p:sp>
      <p:sp>
        <p:nvSpPr>
          <p:cNvPr id="19" name="Picture Placeholder 2"/>
          <p:cNvSpPr>
            <a:spLocks noGrp="1"/>
          </p:cNvSpPr>
          <p:nvPr>
            <p:ph type="pic" sz="quarter" idx="30"/>
          </p:nvPr>
        </p:nvSpPr>
        <p:spPr>
          <a:xfrm>
            <a:off x="4591574" y="19878"/>
            <a:ext cx="4542183" cy="2743200"/>
          </a:xfrm>
          <a:prstGeom prst="rect">
            <a:avLst/>
          </a:prstGeom>
        </p:spPr>
        <p:txBody>
          <a:bodyPr/>
          <a:lstStyle/>
          <a:p>
            <a:endParaRPr lang="id-ID"/>
          </a:p>
        </p:txBody>
      </p:sp>
    </p:spTree>
    <p:extLst>
      <p:ext uri="{BB962C8B-B14F-4D97-AF65-F5344CB8AC3E}">
        <p14:creationId xmlns:p14="http://schemas.microsoft.com/office/powerpoint/2010/main" val="1354889706"/>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331844"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Picture Placeholder 3"/>
          <p:cNvSpPr>
            <a:spLocks noGrp="1"/>
          </p:cNvSpPr>
          <p:nvPr>
            <p:ph type="pic" sz="quarter" idx="24"/>
          </p:nvPr>
        </p:nvSpPr>
        <p:spPr>
          <a:xfrm>
            <a:off x="6607932"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8" name="Picture Placeholder 3"/>
          <p:cNvSpPr>
            <a:spLocks noGrp="1"/>
          </p:cNvSpPr>
          <p:nvPr>
            <p:ph type="pic" sz="quarter" idx="25"/>
          </p:nvPr>
        </p:nvSpPr>
        <p:spPr>
          <a:xfrm>
            <a:off x="11884020"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95294730"/>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1302037"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1302035"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3855156"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3855154" y="6132132"/>
            <a:ext cx="2782958" cy="2564295"/>
          </a:xfrm>
          <a:prstGeom prst="round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572353403"/>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85810"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685808"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4769557"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4769556" y="6132132"/>
            <a:ext cx="2782958" cy="2564295"/>
          </a:xfrm>
          <a:prstGeom prst="roundRect">
            <a:avLst/>
          </a:prstGeom>
        </p:spPr>
        <p:txBody>
          <a:bodyPr/>
          <a:lstStyle/>
          <a:p>
            <a:endParaRPr lang="id-ID"/>
          </a:p>
        </p:txBody>
      </p:sp>
      <p:sp>
        <p:nvSpPr>
          <p:cNvPr id="8" name="Picture Placeholder 2"/>
          <p:cNvSpPr>
            <a:spLocks noGrp="1"/>
          </p:cNvSpPr>
          <p:nvPr>
            <p:ph type="pic" sz="quarter" idx="15"/>
          </p:nvPr>
        </p:nvSpPr>
        <p:spPr>
          <a:xfrm>
            <a:off x="7727683" y="3021185"/>
            <a:ext cx="2782958" cy="2564295"/>
          </a:xfrm>
          <a:prstGeom prst="roundRect">
            <a:avLst/>
          </a:prstGeom>
        </p:spPr>
        <p:txBody>
          <a:bodyPr/>
          <a:lstStyle/>
          <a:p>
            <a:endParaRPr lang="id-ID"/>
          </a:p>
        </p:txBody>
      </p:sp>
      <p:sp>
        <p:nvSpPr>
          <p:cNvPr id="10" name="Picture Placeholder 2"/>
          <p:cNvSpPr>
            <a:spLocks noGrp="1"/>
          </p:cNvSpPr>
          <p:nvPr>
            <p:ph type="pic" sz="quarter" idx="16"/>
          </p:nvPr>
        </p:nvSpPr>
        <p:spPr>
          <a:xfrm>
            <a:off x="7727681" y="6132132"/>
            <a:ext cx="2782958" cy="2564295"/>
          </a:xfrm>
          <a:prstGeom prst="roundRect">
            <a:avLst/>
          </a:prstGeom>
        </p:spPr>
        <p:txBody>
          <a:bodyPr/>
          <a:lstStyle/>
          <a:p>
            <a:endParaRPr lang="id-ID"/>
          </a:p>
        </p:txBody>
      </p:sp>
      <p:sp>
        <p:nvSpPr>
          <p:cNvPr id="1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120135152"/>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072821" y="3021185"/>
            <a:ext cx="2782958" cy="2564295"/>
          </a:xfrm>
        </p:spPr>
        <p:txBody>
          <a:bodyPr/>
          <a:lstStyle/>
          <a:p>
            <a:endParaRPr lang="id-ID"/>
          </a:p>
        </p:txBody>
      </p:sp>
      <p:sp>
        <p:nvSpPr>
          <p:cNvPr id="11" name="Picture Placeholder 2"/>
          <p:cNvSpPr>
            <a:spLocks noGrp="1"/>
          </p:cNvSpPr>
          <p:nvPr>
            <p:ph type="pic" sz="quarter" idx="12"/>
          </p:nvPr>
        </p:nvSpPr>
        <p:spPr>
          <a:xfrm>
            <a:off x="6072820" y="6132132"/>
            <a:ext cx="2782958" cy="2564295"/>
          </a:xfrm>
        </p:spPr>
        <p:txBody>
          <a:bodyPr/>
          <a:lstStyle/>
          <a:p>
            <a:endParaRPr lang="id-ID"/>
          </a:p>
        </p:txBody>
      </p:sp>
      <p:sp>
        <p:nvSpPr>
          <p:cNvPr id="12" name="Picture Placeholder 2"/>
          <p:cNvSpPr>
            <a:spLocks noGrp="1"/>
          </p:cNvSpPr>
          <p:nvPr>
            <p:ph type="pic" sz="quarter" idx="13"/>
          </p:nvPr>
        </p:nvSpPr>
        <p:spPr>
          <a:xfrm>
            <a:off x="9382541" y="3021185"/>
            <a:ext cx="2782958" cy="2564295"/>
          </a:xfrm>
        </p:spPr>
        <p:txBody>
          <a:bodyPr/>
          <a:lstStyle/>
          <a:p>
            <a:endParaRPr lang="id-ID"/>
          </a:p>
        </p:txBody>
      </p:sp>
      <p:sp>
        <p:nvSpPr>
          <p:cNvPr id="13" name="Picture Placeholder 2"/>
          <p:cNvSpPr>
            <a:spLocks noGrp="1"/>
          </p:cNvSpPr>
          <p:nvPr>
            <p:ph type="pic" sz="quarter" idx="14"/>
          </p:nvPr>
        </p:nvSpPr>
        <p:spPr>
          <a:xfrm>
            <a:off x="9382540" y="6132132"/>
            <a:ext cx="2782958" cy="2564295"/>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16049619"/>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2164308"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7098926"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12033543"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48209571"/>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634922"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465087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7666830"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1068278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13698741"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634922"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465087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7666830"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1068278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13698741"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5"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69119284"/>
      </p:ext>
    </p:extLst>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1284086"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5268258"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9252429"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13236600"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706954365"/>
      </p:ext>
    </p:extLst>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774073"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4790027"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7805981"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10821936"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13837892"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2"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026166318"/>
      </p:ext>
    </p:extLst>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3264694"/>
            <a:ext cx="6400800" cy="6284876"/>
          </a:xfrm>
        </p:spPr>
        <p:txBody>
          <a:bodyPr/>
          <a:lstStyle/>
          <a:p>
            <a:endParaRPr lang="id-ID"/>
          </a:p>
        </p:txBody>
      </p:sp>
      <p:sp>
        <p:nvSpPr>
          <p:cNvPr id="11" name="Picture Placeholder 2"/>
          <p:cNvSpPr>
            <a:spLocks noGrp="1"/>
          </p:cNvSpPr>
          <p:nvPr>
            <p:ph type="pic" sz="quarter" idx="12"/>
          </p:nvPr>
        </p:nvSpPr>
        <p:spPr>
          <a:xfrm>
            <a:off x="6609523" y="3264695"/>
            <a:ext cx="3766931" cy="2445027"/>
          </a:xfrm>
        </p:spPr>
        <p:txBody>
          <a:bodyPr/>
          <a:lstStyle/>
          <a:p>
            <a:endParaRPr lang="id-ID"/>
          </a:p>
        </p:txBody>
      </p:sp>
      <p:sp>
        <p:nvSpPr>
          <p:cNvPr id="12" name="Picture Placeholder 2"/>
          <p:cNvSpPr>
            <a:spLocks noGrp="1"/>
          </p:cNvSpPr>
          <p:nvPr>
            <p:ph type="pic" sz="quarter" idx="13"/>
          </p:nvPr>
        </p:nvSpPr>
        <p:spPr>
          <a:xfrm>
            <a:off x="10565297" y="3264695"/>
            <a:ext cx="3766931" cy="2445027"/>
          </a:xfrm>
        </p:spPr>
        <p:txBody>
          <a:bodyPr/>
          <a:lstStyle/>
          <a:p>
            <a:endParaRPr lang="id-ID"/>
          </a:p>
        </p:txBody>
      </p:sp>
      <p:sp>
        <p:nvSpPr>
          <p:cNvPr id="13" name="Picture Placeholder 2"/>
          <p:cNvSpPr>
            <a:spLocks noGrp="1"/>
          </p:cNvSpPr>
          <p:nvPr>
            <p:ph type="pic" sz="quarter" idx="14"/>
          </p:nvPr>
        </p:nvSpPr>
        <p:spPr>
          <a:xfrm>
            <a:off x="14521070" y="3264693"/>
            <a:ext cx="3766931" cy="2445027"/>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499987126"/>
      </p:ext>
    </p:extLst>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3673337"/>
            <a:ext cx="18287999" cy="3323810"/>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341052729"/>
      </p:ext>
    </p:extLst>
  </p:cSld>
  <p:clrMapOvr>
    <a:masterClrMapping/>
  </p:clrMapOvr>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6182140"/>
            <a:ext cx="18287999" cy="4104861"/>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7757812"/>
      </p:ext>
    </p:extLst>
  </p:cSld>
  <p:clrMapOvr>
    <a:masterClrMapping/>
  </p:clrMapOvr>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57797965"/>
      </p:ext>
    </p:extLst>
  </p:cSld>
  <p:clrMapOvr>
    <a:masterClrMapping/>
  </p:clrMapOvr>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p:nvPr>
        </p:nvSpPr>
        <p:spPr>
          <a:xfrm>
            <a:off x="0" y="3279913"/>
            <a:ext cx="8627166" cy="5426765"/>
          </a:xfrm>
        </p:spPr>
        <p:txBody>
          <a:bodyPr/>
          <a:lstStyle/>
          <a:p>
            <a:endParaRPr lang="id-ID"/>
          </a:p>
        </p:txBody>
      </p:sp>
    </p:spTree>
    <p:extLst>
      <p:ext uri="{BB962C8B-B14F-4D97-AF65-F5344CB8AC3E}">
        <p14:creationId xmlns:p14="http://schemas.microsoft.com/office/powerpoint/2010/main" val="3661456445"/>
      </p:ext>
    </p:extLst>
  </p:cSld>
  <p:clrMapOvr>
    <a:masterClrMapping/>
  </p:clrMapOvr>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hasCustomPrompt="1"/>
          </p:nvPr>
        </p:nvSpPr>
        <p:spPr>
          <a:xfrm>
            <a:off x="1"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7" name="Picture Placeholder 2"/>
          <p:cNvSpPr>
            <a:spLocks noGrp="1"/>
          </p:cNvSpPr>
          <p:nvPr>
            <p:ph type="pic" sz="quarter" idx="12" hasCustomPrompt="1"/>
          </p:nvPr>
        </p:nvSpPr>
        <p:spPr>
          <a:xfrm>
            <a:off x="12326816"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8" name="Rectangle 7"/>
          <p:cNvSpPr/>
          <p:nvPr userDrawn="1"/>
        </p:nvSpPr>
        <p:spPr>
          <a:xfrm>
            <a:off x="5961185" y="3876031"/>
            <a:ext cx="6365631" cy="41394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dirty="0">
              <a:ln>
                <a:noFill/>
              </a:ln>
              <a:solidFill>
                <a:prstClr val="white"/>
              </a:solidFill>
              <a:effectLst/>
              <a:uLnTx/>
              <a:uFillTx/>
              <a:latin typeface="Roboto Thin" charset="0"/>
              <a:ea typeface="+mn-ea"/>
              <a:cs typeface="+mn-cs"/>
            </a:endParaRPr>
          </a:p>
        </p:txBody>
      </p:sp>
    </p:spTree>
    <p:extLst>
      <p:ext uri="{BB962C8B-B14F-4D97-AF65-F5344CB8AC3E}">
        <p14:creationId xmlns:p14="http://schemas.microsoft.com/office/powerpoint/2010/main" val="720998949"/>
      </p:ext>
    </p:extLst>
  </p:cSld>
  <p:clrMapOvr>
    <a:masterClrMapping/>
  </p:clrMapOvr>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10287000"/>
          </a:xfrm>
        </p:spPr>
        <p:txBody>
          <a:bodyPr/>
          <a:lstStyle/>
          <a:p>
            <a:endParaRPr lang="id-ID"/>
          </a:p>
        </p:txBody>
      </p:sp>
      <p:sp>
        <p:nvSpPr>
          <p:cNvPr id="9" name="Title 1"/>
          <p:cNvSpPr>
            <a:spLocks noGrp="1"/>
          </p:cNvSpPr>
          <p:nvPr>
            <p:ph type="title" hasCustomPrompt="1"/>
          </p:nvPr>
        </p:nvSpPr>
        <p:spPr>
          <a:xfrm>
            <a:off x="705683" y="687110"/>
            <a:ext cx="17035668" cy="843791"/>
          </a:xfrm>
        </p:spPr>
        <p:txBody>
          <a:bodyPr>
            <a:noAutofit/>
          </a:bodyPr>
          <a:lstStyle>
            <a:lvl1pPr algn="l">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353657"/>
            <a:ext cx="17035668" cy="655362"/>
          </a:xfrm>
        </p:spPr>
        <p:txBody>
          <a:bodyPr>
            <a:normAutofit/>
          </a:bodyPr>
          <a:lstStyle>
            <a:lvl1pPr marL="0" indent="0" algn="l">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3481566"/>
      </p:ext>
    </p:extLst>
  </p:cSld>
  <p:clrMapOvr>
    <a:masterClrMapping/>
  </p:clrMapOvr>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5227983"/>
          </a:xfrm>
        </p:spPr>
        <p:txBody>
          <a:bodyPr/>
          <a:lstStyle/>
          <a:p>
            <a:endParaRPr lang="id-ID"/>
          </a:p>
        </p:txBody>
      </p:sp>
      <p:sp>
        <p:nvSpPr>
          <p:cNvPr id="7" name="Picture Placeholder 2"/>
          <p:cNvSpPr>
            <a:spLocks noGrp="1"/>
          </p:cNvSpPr>
          <p:nvPr>
            <p:ph type="pic" sz="quarter" idx="12"/>
          </p:nvPr>
        </p:nvSpPr>
        <p:spPr>
          <a:xfrm>
            <a:off x="13735878" y="5247861"/>
            <a:ext cx="4552122" cy="5039139"/>
          </a:xfrm>
        </p:spPr>
        <p:txBody>
          <a:bodyPr/>
          <a:lstStyle/>
          <a:p>
            <a:endParaRPr lang="id-ID"/>
          </a:p>
        </p:txBody>
      </p:sp>
      <p:sp>
        <p:nvSpPr>
          <p:cNvPr id="8" name="Title 1"/>
          <p:cNvSpPr>
            <a:spLocks noGrp="1"/>
          </p:cNvSpPr>
          <p:nvPr>
            <p:ph type="title" hasCustomPrompt="1"/>
          </p:nvPr>
        </p:nvSpPr>
        <p:spPr>
          <a:xfrm>
            <a:off x="705683" y="687110"/>
            <a:ext cx="17035668" cy="843791"/>
          </a:xfrm>
        </p:spPr>
        <p:txBody>
          <a:bodyPr>
            <a:normAutofit/>
          </a:bodyPr>
          <a:lstStyle>
            <a:lvl1pPr algn="l">
              <a:defRPr sz="48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313901"/>
            <a:ext cx="17035668" cy="655362"/>
          </a:xfrm>
        </p:spPr>
        <p:txBody>
          <a:bodyPr>
            <a:normAutofit/>
          </a:bodyPr>
          <a:lstStyle>
            <a:lvl1pPr marL="0" indent="0" algn="l">
              <a:buNone/>
              <a:defRPr sz="24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533322567"/>
      </p:ext>
    </p:extLst>
  </p:cSld>
  <p:clrMapOvr>
    <a:masterClrMapping/>
  </p:clrMapOvr>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lumMod val="50000"/>
                    <a:lumOff val="50000"/>
                  </a:schemeClr>
                </a:solidFill>
                <a:latin typeface="+mn-lt"/>
              </a:defRPr>
            </a:lvl1pPr>
          </a:lstStyle>
          <a:p>
            <a:pPr lvl="0"/>
            <a:r>
              <a:rPr lang="en-US" smtClean="0"/>
              <a:t>Click to edit Master text styles</a:t>
            </a:r>
          </a:p>
        </p:txBody>
      </p:sp>
      <p:sp>
        <p:nvSpPr>
          <p:cNvPr id="6" name="Picture Placeholder 27"/>
          <p:cNvSpPr>
            <a:spLocks noGrp="1"/>
          </p:cNvSpPr>
          <p:nvPr>
            <p:ph type="pic" sz="quarter" idx="65"/>
          </p:nvPr>
        </p:nvSpPr>
        <p:spPr>
          <a:xfrm>
            <a:off x="290147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600629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911111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12215942"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290147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600629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911111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12215942"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371792963"/>
      </p:ext>
    </p:extLst>
  </p:cSld>
  <p:clrMapOvr>
    <a:masterClrMapping/>
  </p:clrMapOvr>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3498574"/>
            <a:ext cx="18288000" cy="5453609"/>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48340318"/>
      </p:ext>
    </p:extLst>
  </p:cSld>
  <p:clrMapOvr>
    <a:masterClrMapping/>
  </p:clrMapOvr>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6312033" y="1315009"/>
            <a:ext cx="4050000" cy="405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4228082231"/>
      </p:ext>
    </p:extLst>
  </p:cSld>
  <p:clrMapOvr>
    <a:masterClrMapping/>
  </p:clrMapOvr>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663186"/>
      </p:ext>
    </p:extLst>
  </p:cSld>
  <p:clrMapOvr>
    <a:masterClrMapping/>
  </p:clrMapOvr>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Tree>
    <p:extLst>
      <p:ext uri="{BB962C8B-B14F-4D97-AF65-F5344CB8AC3E}">
        <p14:creationId xmlns:p14="http://schemas.microsoft.com/office/powerpoint/2010/main" val="334356223"/>
      </p:ext>
    </p:extLst>
  </p:cSld>
  <p:clrMapOvr>
    <a:masterClrMapping/>
  </p:clrMapOvr>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468979"/>
      </p:ext>
    </p:extLst>
  </p:cSld>
  <p:clrMapOvr>
    <a:masterClrMapping/>
  </p:clrMapOvr>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723324"/>
            <a:ext cx="18288000" cy="7563678"/>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62839786"/>
      </p:ext>
    </p:extLst>
  </p:cSld>
  <p:clrMapOvr>
    <a:masterClrMapping/>
  </p:clrMapOvr>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10778256"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9362912"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6542399"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3721887"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5137232"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7957743"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47312954"/>
      </p:ext>
    </p:extLst>
  </p:cSld>
  <p:clrMapOvr>
    <a:masterClrMapping/>
  </p:clrMapOvr>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41072"/>
            <a:ext cx="18288000" cy="10286999"/>
          </a:xfrm>
        </p:spPr>
        <p:txBody>
          <a:bodyPr>
            <a:normAutofit/>
          </a:bodyPr>
          <a:lstStyle>
            <a:lvl1pPr algn="ctr">
              <a:defRPr sz="2400"/>
            </a:lvl1pPr>
          </a:lstStyle>
          <a:p>
            <a:endParaRPr lang="id-ID"/>
          </a:p>
        </p:txBody>
      </p:sp>
      <p:sp>
        <p:nvSpPr>
          <p:cNvPr id="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87921126"/>
      </p:ext>
    </p:extLst>
  </p:cSld>
  <p:clrMapOvr>
    <a:masterClrMapping/>
  </p:clrMapOvr>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
        <p:nvSpPr>
          <p:cNvPr id="4" name="Picture Placeholder 3"/>
          <p:cNvSpPr>
            <a:spLocks noGrp="1" noChangeAspect="1"/>
          </p:cNvSpPr>
          <p:nvPr>
            <p:ph type="pic" sz="quarter" idx="11"/>
          </p:nvPr>
        </p:nvSpPr>
        <p:spPr>
          <a:xfrm>
            <a:off x="3650045"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854297"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2058550" y="3359426"/>
            <a:ext cx="3240000" cy="324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734736472"/>
      </p:ext>
    </p:extLst>
  </p:cSld>
  <p:clrMapOvr>
    <a:masterClrMapping/>
  </p:clrMapOvr>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7835594" y="3845238"/>
            <a:ext cx="2700000" cy="27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33" name="TextBox 32"/>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34" name="TextBox 33"/>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35" name="Straight Connector 34"/>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98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27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45912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2293184"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293184"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5245727"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5231722"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4150406" y="6317319"/>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4134678" y="3111675"/>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5781335" y="2896893"/>
            <a:ext cx="1350000" cy="135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959567" y="2975784"/>
            <a:ext cx="1350000" cy="135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1032507" y="5714403"/>
            <a:ext cx="1350000" cy="135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3475406" y="6775502"/>
            <a:ext cx="1350000" cy="135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5759280" y="5743280"/>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6989566" y="2797386"/>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7491776" y="1804182"/>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7059967" y="3946692"/>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7573520" y="3975569"/>
            <a:ext cx="1350000" cy="135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3475406" y="1836636"/>
            <a:ext cx="1350000" cy="135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2720894" y="3617319"/>
            <a:ext cx="2700000" cy="27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222836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7494107" y="3617636"/>
            <a:ext cx="3230217" cy="2564505"/>
          </a:xfrm>
          <a:prstGeom prst="rect">
            <a:avLst/>
          </a:prstGeom>
        </p:spPr>
        <p:txBody>
          <a:bodyPr/>
          <a:lstStyle/>
          <a:p>
            <a:endParaRPr lang="id-ID"/>
          </a:p>
        </p:txBody>
      </p:sp>
      <p:sp>
        <p:nvSpPr>
          <p:cNvPr id="22" name="Picture Placeholder 2"/>
          <p:cNvSpPr>
            <a:spLocks noGrp="1"/>
          </p:cNvSpPr>
          <p:nvPr>
            <p:ph type="pic" sz="quarter" idx="21"/>
          </p:nvPr>
        </p:nvSpPr>
        <p:spPr>
          <a:xfrm>
            <a:off x="11062250" y="3617636"/>
            <a:ext cx="3230217" cy="2564505"/>
          </a:xfrm>
          <a:prstGeom prst="rect">
            <a:avLst/>
          </a:prstGeom>
        </p:spPr>
        <p:txBody>
          <a:bodyPr/>
          <a:lstStyle/>
          <a:p>
            <a:endParaRPr lang="id-ID"/>
          </a:p>
        </p:txBody>
      </p:sp>
      <p:sp>
        <p:nvSpPr>
          <p:cNvPr id="23" name="Picture Placeholder 2"/>
          <p:cNvSpPr>
            <a:spLocks noGrp="1"/>
          </p:cNvSpPr>
          <p:nvPr>
            <p:ph type="pic" sz="quarter" idx="22"/>
          </p:nvPr>
        </p:nvSpPr>
        <p:spPr>
          <a:xfrm>
            <a:off x="14610522" y="3617636"/>
            <a:ext cx="3230217" cy="2564505"/>
          </a:xfrm>
          <a:prstGeom prst="rect">
            <a:avLst/>
          </a:prstGeom>
        </p:spPr>
        <p:txBody>
          <a:bodyPr/>
          <a:lstStyle/>
          <a:p>
            <a:endParaRPr lang="id-ID"/>
          </a:p>
        </p:txBody>
      </p:sp>
      <p:sp>
        <p:nvSpPr>
          <p:cNvPr id="8" name="TextBox 7"/>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9" name="TextBox 8"/>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12" name="Straight Connector 11"/>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71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2971811280"/>
      </p:ext>
    </p:extLst>
  </p:cSld>
  <p:clrMapOvr>
    <a:masterClrMapping/>
  </p:clrMapOvr>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820990" y="5147726"/>
            <a:ext cx="4077599" cy="4421721"/>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13293270" y="5147726"/>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1429998762"/>
      </p:ext>
    </p:extLst>
  </p:cSld>
  <p:clrMapOvr>
    <a:masterClrMapping/>
  </p:clrMapOvr>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25201447"/>
      </p:ext>
    </p:extLst>
  </p:cSld>
  <p:clrMapOvr>
    <a:masterClrMapping/>
  </p:clrMapOvr>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7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52016735"/>
      </p:ext>
    </p:extLst>
  </p:cSld>
  <p:clrMapOvr>
    <a:masterClrMapping/>
  </p:clrMapOvr>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6" name="Picture Placeholder 2"/>
          <p:cNvSpPr>
            <a:spLocks noGrp="1"/>
          </p:cNvSpPr>
          <p:nvPr>
            <p:ph type="pic" sz="quarter" idx="12" hasCustomPrompt="1"/>
          </p:nvPr>
        </p:nvSpPr>
        <p:spPr>
          <a:xfrm>
            <a:off x="2207381"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7" name="Picture Placeholder 2"/>
          <p:cNvSpPr>
            <a:spLocks noGrp="1"/>
          </p:cNvSpPr>
          <p:nvPr>
            <p:ph type="pic" sz="quarter" idx="13" hasCustomPrompt="1"/>
          </p:nvPr>
        </p:nvSpPr>
        <p:spPr>
          <a:xfrm>
            <a:off x="7363903"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8" name="Picture Placeholder 2"/>
          <p:cNvSpPr>
            <a:spLocks noGrp="1"/>
          </p:cNvSpPr>
          <p:nvPr>
            <p:ph type="pic" sz="quarter" idx="14" hasCustomPrompt="1"/>
          </p:nvPr>
        </p:nvSpPr>
        <p:spPr>
          <a:xfrm>
            <a:off x="12520424"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Tree>
    <p:extLst>
      <p:ext uri="{BB962C8B-B14F-4D97-AF65-F5344CB8AC3E}">
        <p14:creationId xmlns:p14="http://schemas.microsoft.com/office/powerpoint/2010/main" val="74993582"/>
      </p:ext>
    </p:extLst>
  </p:cSld>
  <p:clrMapOvr>
    <a:masterClrMapping/>
  </p:clrMapOvr>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5645423" y="1947058"/>
            <a:ext cx="2782956" cy="2744213"/>
          </a:xfrm>
          <a:solidFill>
            <a:schemeClr val="bg1">
              <a:lumMod val="95000"/>
            </a:schemeClr>
          </a:solidFill>
        </p:spPr>
        <p:txBody>
          <a:bodyPr>
            <a:normAutofit/>
          </a:bodyPr>
          <a:lstStyle>
            <a:lvl1pPr>
              <a:defRPr sz="4200"/>
            </a:lvl1pPr>
          </a:lstStyle>
          <a:p>
            <a:endParaRPr lang="en-US" dirty="0"/>
          </a:p>
        </p:txBody>
      </p:sp>
      <p:sp>
        <p:nvSpPr>
          <p:cNvPr id="13" name="Picture Placeholder 2"/>
          <p:cNvSpPr>
            <a:spLocks noGrp="1"/>
          </p:cNvSpPr>
          <p:nvPr>
            <p:ph type="pic" sz="quarter" idx="26"/>
          </p:nvPr>
        </p:nvSpPr>
        <p:spPr>
          <a:xfrm>
            <a:off x="8676857" y="1947056"/>
            <a:ext cx="2782956" cy="2744213"/>
          </a:xfrm>
          <a:solidFill>
            <a:schemeClr val="bg1">
              <a:lumMod val="95000"/>
            </a:schemeClr>
          </a:solidFill>
        </p:spPr>
        <p:txBody>
          <a:bodyPr>
            <a:normAutofit/>
          </a:bodyPr>
          <a:lstStyle>
            <a:lvl1pPr>
              <a:defRPr sz="4200"/>
            </a:lvl1pPr>
          </a:lstStyle>
          <a:p>
            <a:endParaRPr lang="en-US" dirty="0"/>
          </a:p>
        </p:txBody>
      </p:sp>
      <p:sp>
        <p:nvSpPr>
          <p:cNvPr id="14" name="Picture Placeholder 2"/>
          <p:cNvSpPr>
            <a:spLocks noGrp="1"/>
          </p:cNvSpPr>
          <p:nvPr>
            <p:ph type="pic" sz="quarter" idx="27"/>
          </p:nvPr>
        </p:nvSpPr>
        <p:spPr>
          <a:xfrm>
            <a:off x="11708291" y="1947056"/>
            <a:ext cx="2782956" cy="2744213"/>
          </a:xfrm>
          <a:solidFill>
            <a:schemeClr val="bg1">
              <a:lumMod val="95000"/>
            </a:schemeClr>
          </a:solidFill>
        </p:spPr>
        <p:txBody>
          <a:bodyPr>
            <a:normAutofit/>
          </a:bodyPr>
          <a:lstStyle>
            <a:lvl1pPr>
              <a:defRPr sz="4200"/>
            </a:lvl1pPr>
          </a:lstStyle>
          <a:p>
            <a:endParaRPr lang="en-US" dirty="0"/>
          </a:p>
        </p:txBody>
      </p:sp>
      <p:sp>
        <p:nvSpPr>
          <p:cNvPr id="15" name="Picture Placeholder 2"/>
          <p:cNvSpPr>
            <a:spLocks noGrp="1"/>
          </p:cNvSpPr>
          <p:nvPr>
            <p:ph type="pic" sz="quarter" idx="28"/>
          </p:nvPr>
        </p:nvSpPr>
        <p:spPr>
          <a:xfrm>
            <a:off x="14739725" y="19664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808004981"/>
      </p:ext>
    </p:extLst>
  </p:cSld>
  <p:clrMapOvr>
    <a:masterClrMapping/>
  </p:clrMapOvr>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1103249" y="3140558"/>
            <a:ext cx="3806682" cy="1988034"/>
          </a:xfrm>
          <a:prstGeom prst="rect">
            <a:avLst/>
          </a:prstGeom>
        </p:spPr>
        <p:txBody>
          <a:bodyPr/>
          <a:lstStyle/>
          <a:p>
            <a:endParaRPr lang="id-ID"/>
          </a:p>
        </p:txBody>
      </p:sp>
      <p:sp>
        <p:nvSpPr>
          <p:cNvPr id="16" name="Picture Placeholder 2"/>
          <p:cNvSpPr>
            <a:spLocks noGrp="1"/>
          </p:cNvSpPr>
          <p:nvPr>
            <p:ph type="pic" sz="quarter" idx="20"/>
          </p:nvPr>
        </p:nvSpPr>
        <p:spPr>
          <a:xfrm>
            <a:off x="5227988" y="3140558"/>
            <a:ext cx="3806682" cy="1988034"/>
          </a:xfrm>
          <a:prstGeom prst="rect">
            <a:avLst/>
          </a:prstGeom>
        </p:spPr>
        <p:txBody>
          <a:bodyPr/>
          <a:lstStyle/>
          <a:p>
            <a:endParaRPr lang="id-ID"/>
          </a:p>
        </p:txBody>
      </p:sp>
      <p:sp>
        <p:nvSpPr>
          <p:cNvPr id="17" name="Picture Placeholder 2"/>
          <p:cNvSpPr>
            <a:spLocks noGrp="1"/>
          </p:cNvSpPr>
          <p:nvPr>
            <p:ph type="pic" sz="quarter" idx="21"/>
          </p:nvPr>
        </p:nvSpPr>
        <p:spPr>
          <a:xfrm>
            <a:off x="9352727" y="3140558"/>
            <a:ext cx="3806682" cy="1988034"/>
          </a:xfrm>
          <a:prstGeom prst="rect">
            <a:avLst/>
          </a:prstGeom>
        </p:spPr>
        <p:txBody>
          <a:bodyPr/>
          <a:lstStyle/>
          <a:p>
            <a:endParaRPr lang="id-ID"/>
          </a:p>
        </p:txBody>
      </p:sp>
      <p:sp>
        <p:nvSpPr>
          <p:cNvPr id="18" name="Picture Placeholder 2"/>
          <p:cNvSpPr>
            <a:spLocks noGrp="1"/>
          </p:cNvSpPr>
          <p:nvPr>
            <p:ph type="pic" sz="quarter" idx="22"/>
          </p:nvPr>
        </p:nvSpPr>
        <p:spPr>
          <a:xfrm>
            <a:off x="13477466" y="3140558"/>
            <a:ext cx="3806682" cy="1988034"/>
          </a:xfrm>
          <a:prstGeom prst="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153760704"/>
      </p:ext>
    </p:extLst>
  </p:cSld>
  <p:clrMapOvr>
    <a:masterClrMapping/>
  </p:clrMapOvr>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0" name="Picture Placeholder 2"/>
          <p:cNvSpPr>
            <a:spLocks noGrp="1"/>
          </p:cNvSpPr>
          <p:nvPr>
            <p:ph type="pic" sz="quarter" idx="11" hasCustomPrompt="1"/>
          </p:nvPr>
        </p:nvSpPr>
        <p:spPr>
          <a:xfrm>
            <a:off x="1783648" y="2687925"/>
            <a:ext cx="6857999" cy="6214476"/>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1" name="Picture Placeholder 2"/>
          <p:cNvSpPr>
            <a:spLocks noGrp="1"/>
          </p:cNvSpPr>
          <p:nvPr>
            <p:ph type="pic" sz="quarter" idx="12" hasCustomPrompt="1"/>
          </p:nvPr>
        </p:nvSpPr>
        <p:spPr>
          <a:xfrm>
            <a:off x="8763403" y="2687926"/>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3" name="Picture Placeholder 2"/>
          <p:cNvSpPr>
            <a:spLocks noGrp="1"/>
          </p:cNvSpPr>
          <p:nvPr>
            <p:ph type="pic" sz="quarter" idx="15" hasCustomPrompt="1"/>
          </p:nvPr>
        </p:nvSpPr>
        <p:spPr>
          <a:xfrm>
            <a:off x="12428120" y="5853155"/>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4" name="Picture Placeholder 2"/>
          <p:cNvSpPr>
            <a:spLocks noGrp="1"/>
          </p:cNvSpPr>
          <p:nvPr>
            <p:ph type="pic" sz="quarter" idx="16" hasCustomPrompt="1"/>
          </p:nvPr>
        </p:nvSpPr>
        <p:spPr>
          <a:xfrm>
            <a:off x="8763402" y="5853155"/>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2" name="Picture Placeholder 2"/>
          <p:cNvSpPr>
            <a:spLocks noGrp="1"/>
          </p:cNvSpPr>
          <p:nvPr>
            <p:ph type="pic" sz="quarter" idx="13" hasCustomPrompt="1"/>
          </p:nvPr>
        </p:nvSpPr>
        <p:spPr>
          <a:xfrm>
            <a:off x="13329837" y="2687926"/>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id-ID" smtClean="0"/>
              <a:t>Images</a:t>
            </a:r>
            <a:endParaRPr lang="en-US" dirty="0"/>
          </a:p>
        </p:txBody>
      </p:sp>
    </p:spTree>
    <p:extLst>
      <p:ext uri="{BB962C8B-B14F-4D97-AF65-F5344CB8AC3E}">
        <p14:creationId xmlns:p14="http://schemas.microsoft.com/office/powerpoint/2010/main" val="4260615814"/>
      </p:ext>
    </p:extLst>
  </p:cSld>
  <p:clrMapOvr>
    <a:masterClrMapping/>
  </p:clrMapOvr>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4555536" cy="5227983"/>
          </a:xfrm>
          <a:prstGeom prst="rect">
            <a:avLst/>
          </a:prstGeom>
        </p:spPr>
        <p:txBody>
          <a:bodyPr/>
          <a:lstStyle/>
          <a:p>
            <a:endParaRPr lang="id-ID"/>
          </a:p>
        </p:txBody>
      </p:sp>
      <p:sp>
        <p:nvSpPr>
          <p:cNvPr id="5" name="Picture Placeholder 2"/>
          <p:cNvSpPr>
            <a:spLocks noGrp="1"/>
          </p:cNvSpPr>
          <p:nvPr>
            <p:ph type="pic" sz="quarter" idx="20"/>
          </p:nvPr>
        </p:nvSpPr>
        <p:spPr>
          <a:xfrm>
            <a:off x="4571378" y="0"/>
            <a:ext cx="4487829" cy="5227983"/>
          </a:xfrm>
          <a:prstGeom prst="rect">
            <a:avLst/>
          </a:prstGeom>
        </p:spPr>
        <p:txBody>
          <a:bodyPr/>
          <a:lstStyle/>
          <a:p>
            <a:endParaRPr lang="id-ID"/>
          </a:p>
        </p:txBody>
      </p:sp>
      <p:sp>
        <p:nvSpPr>
          <p:cNvPr id="6" name="Picture Placeholder 2"/>
          <p:cNvSpPr>
            <a:spLocks noGrp="1"/>
          </p:cNvSpPr>
          <p:nvPr>
            <p:ph type="pic" sz="quarter" idx="21"/>
          </p:nvPr>
        </p:nvSpPr>
        <p:spPr>
          <a:xfrm>
            <a:off x="9094926" y="0"/>
            <a:ext cx="4650891" cy="5227983"/>
          </a:xfrm>
          <a:prstGeom prst="rect">
            <a:avLst/>
          </a:prstGeom>
        </p:spPr>
        <p:txBody>
          <a:bodyPr/>
          <a:lstStyle/>
          <a:p>
            <a:endParaRPr lang="id-ID"/>
          </a:p>
        </p:txBody>
      </p:sp>
      <p:sp>
        <p:nvSpPr>
          <p:cNvPr id="7" name="Picture Placeholder 2"/>
          <p:cNvSpPr>
            <a:spLocks noGrp="1"/>
          </p:cNvSpPr>
          <p:nvPr>
            <p:ph type="pic" sz="quarter" idx="22"/>
          </p:nvPr>
        </p:nvSpPr>
        <p:spPr>
          <a:xfrm>
            <a:off x="13745817" y="0"/>
            <a:ext cx="4542183" cy="5227983"/>
          </a:xfrm>
          <a:prstGeom prst="rect">
            <a:avLst/>
          </a:prstGeom>
        </p:spPr>
        <p:txBody>
          <a:bodyPr/>
          <a:lstStyle/>
          <a:p>
            <a:endParaRPr lang="id-ID"/>
          </a:p>
        </p:txBody>
      </p:sp>
    </p:spTree>
    <p:extLst>
      <p:ext uri="{BB962C8B-B14F-4D97-AF65-F5344CB8AC3E}">
        <p14:creationId xmlns:p14="http://schemas.microsoft.com/office/powerpoint/2010/main" val="1699856369"/>
      </p:ext>
    </p:extLst>
  </p:cSld>
  <p:clrMapOvr>
    <a:masterClrMapping/>
  </p:clrMapOvr>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3033821"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38073"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1442326"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41880711"/>
      </p:ext>
    </p:extLst>
  </p:cSld>
  <p:clrMapOvr>
    <a:masterClrMapping/>
  </p:clrMapOvr>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705683" y="687110"/>
            <a:ext cx="17035668" cy="843791"/>
          </a:xfrm>
        </p:spPr>
        <p:txBody>
          <a:bodyPr>
            <a:normAutofit/>
          </a:bodyPr>
          <a:lstStyle>
            <a:lvl1pPr algn="ctr">
              <a:defRPr sz="48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393413"/>
            <a:ext cx="17035668" cy="655362"/>
          </a:xfrm>
        </p:spPr>
        <p:txBody>
          <a:bodyPr>
            <a:normAutofit/>
          </a:bodyPr>
          <a:lstStyle>
            <a:lvl1pPr marL="0" indent="0" algn="ctr">
              <a:buNone/>
              <a:defRPr sz="2400">
                <a:solidFill>
                  <a:schemeClr val="tx1">
                    <a:lumMod val="50000"/>
                    <a:lumOff val="50000"/>
                  </a:schemeClr>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215355032"/>
      </p:ext>
    </p:extLst>
  </p:cSld>
  <p:clrMapOvr>
    <a:masterClrMapping/>
  </p:clrMapOvr>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032423690"/>
      </p:ext>
    </p:extLst>
  </p:cSld>
  <p:clrMapOvr>
    <a:masterClrMapping/>
  </p:clrMapOvr>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396331" y="2820776"/>
            <a:ext cx="7891670" cy="449248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63515871"/>
      </p:ext>
    </p:extLst>
  </p:cSld>
  <p:clrMapOvr>
    <a:masterClrMapping/>
  </p:clrMapOvr>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6539948" cy="10287000"/>
          </a:xfrm>
        </p:spPr>
        <p:txBody>
          <a:bodyPr/>
          <a:lstStyle/>
          <a:p>
            <a:endParaRPr lang="id-ID"/>
          </a:p>
        </p:txBody>
      </p:sp>
    </p:spTree>
    <p:extLst>
      <p:ext uri="{BB962C8B-B14F-4D97-AF65-F5344CB8AC3E}">
        <p14:creationId xmlns:p14="http://schemas.microsoft.com/office/powerpoint/2010/main" val="1360254476"/>
      </p:ext>
    </p:extLst>
  </p:cSld>
  <p:clrMapOvr>
    <a:masterClrMapping/>
  </p:clrMapOvr>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Tree>
    <p:extLst>
      <p:ext uri="{BB962C8B-B14F-4D97-AF65-F5344CB8AC3E}">
        <p14:creationId xmlns:p14="http://schemas.microsoft.com/office/powerpoint/2010/main" val="1422492605"/>
      </p:ext>
    </p:extLst>
  </p:cSld>
  <p:clrMapOvr>
    <a:masterClrMapping/>
  </p:clrMapOvr>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
        <p:nvSpPr>
          <p:cNvPr id="6" name="Picture Placeholder 2"/>
          <p:cNvSpPr>
            <a:spLocks noGrp="1"/>
          </p:cNvSpPr>
          <p:nvPr>
            <p:ph type="pic" sz="quarter" idx="11"/>
          </p:nvPr>
        </p:nvSpPr>
        <p:spPr>
          <a:xfrm>
            <a:off x="6122507" y="0"/>
            <a:ext cx="6122505" cy="10287000"/>
          </a:xfrm>
        </p:spPr>
        <p:txBody>
          <a:bodyPr/>
          <a:lstStyle/>
          <a:p>
            <a:endParaRPr lang="id-ID"/>
          </a:p>
        </p:txBody>
      </p:sp>
      <p:sp>
        <p:nvSpPr>
          <p:cNvPr id="9" name="Picture Placeholder 2"/>
          <p:cNvSpPr>
            <a:spLocks noGrp="1"/>
          </p:cNvSpPr>
          <p:nvPr>
            <p:ph type="pic" sz="quarter" idx="12"/>
          </p:nvPr>
        </p:nvSpPr>
        <p:spPr>
          <a:xfrm>
            <a:off x="12165495" y="0"/>
            <a:ext cx="6122505" cy="10287000"/>
          </a:xfrm>
        </p:spPr>
        <p:txBody>
          <a:bodyPr/>
          <a:lstStyle/>
          <a:p>
            <a:endParaRPr lang="id-ID"/>
          </a:p>
        </p:txBody>
      </p:sp>
    </p:spTree>
    <p:extLst>
      <p:ext uri="{BB962C8B-B14F-4D97-AF65-F5344CB8AC3E}">
        <p14:creationId xmlns:p14="http://schemas.microsoft.com/office/powerpoint/2010/main" val="1958911905"/>
      </p:ext>
    </p:extLst>
  </p:cSld>
  <p:clrMapOvr>
    <a:masterClrMapping/>
  </p:clrMapOvr>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0157792" cy="10287000"/>
          </a:xfrm>
        </p:spPr>
        <p:txBody>
          <a:bodyPr/>
          <a:lstStyle/>
          <a:p>
            <a:endParaRPr lang="id-ID"/>
          </a:p>
        </p:txBody>
      </p:sp>
    </p:spTree>
    <p:extLst>
      <p:ext uri="{BB962C8B-B14F-4D97-AF65-F5344CB8AC3E}">
        <p14:creationId xmlns:p14="http://schemas.microsoft.com/office/powerpoint/2010/main" val="2043521316"/>
      </p:ext>
    </p:extLst>
  </p:cSld>
  <p:clrMapOvr>
    <a:masterClrMapping/>
  </p:clrMapOvr>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660121" y="2683565"/>
            <a:ext cx="8026679" cy="7186820"/>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95350584"/>
      </p:ext>
    </p:extLst>
  </p:cSld>
  <p:clrMapOvr>
    <a:masterClrMapping/>
  </p:clrMapOvr>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481930" y="3101010"/>
            <a:ext cx="7866941" cy="681474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61044354"/>
      </p:ext>
    </p:extLst>
  </p:cSld>
  <p:clrMapOvr>
    <a:masterClrMapping/>
  </p:clrMapOvr>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572411" y="-646410"/>
            <a:ext cx="8569559" cy="6828549"/>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2400" baseline="0"/>
            </a:lvl1pPr>
          </a:lstStyle>
          <a:p>
            <a:r>
              <a:rPr lang="en-US" dirty="0" smtClean="0"/>
              <a:t>Insert Image</a:t>
            </a:r>
            <a:endParaRPr lang="en-US" dirty="0"/>
          </a:p>
        </p:txBody>
      </p:sp>
    </p:spTree>
    <p:extLst>
      <p:ext uri="{BB962C8B-B14F-4D97-AF65-F5344CB8AC3E}">
        <p14:creationId xmlns:p14="http://schemas.microsoft.com/office/powerpoint/2010/main" val="3850799457"/>
      </p:ext>
    </p:extLst>
  </p:cSld>
  <p:clrMapOvr>
    <a:masterClrMapping/>
  </p:clrMapOvr>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 y="2"/>
            <a:ext cx="4949687" cy="10286999"/>
          </a:xfrm>
        </p:spPr>
        <p:txBody>
          <a:bodyPr/>
          <a:lstStyle/>
          <a:p>
            <a:endParaRPr lang="id-ID"/>
          </a:p>
        </p:txBody>
      </p:sp>
      <p:sp>
        <p:nvSpPr>
          <p:cNvPr id="6" name="Picture Placeholder 4"/>
          <p:cNvSpPr>
            <a:spLocks noGrp="1"/>
          </p:cNvSpPr>
          <p:nvPr>
            <p:ph type="pic" sz="quarter" idx="11"/>
          </p:nvPr>
        </p:nvSpPr>
        <p:spPr>
          <a:xfrm>
            <a:off x="13576852" y="2"/>
            <a:ext cx="4711148" cy="10286999"/>
          </a:xfrm>
        </p:spPr>
        <p:txBody>
          <a:bodyPr/>
          <a:lstStyle/>
          <a:p>
            <a:endParaRPr lang="id-ID"/>
          </a:p>
        </p:txBody>
      </p:sp>
    </p:spTree>
    <p:extLst>
      <p:ext uri="{BB962C8B-B14F-4D97-AF65-F5344CB8AC3E}">
        <p14:creationId xmlns:p14="http://schemas.microsoft.com/office/powerpoint/2010/main" val="3314352165"/>
      </p:ext>
    </p:extLst>
  </p:cSld>
  <p:clrMapOvr>
    <a:masterClrMapping/>
  </p:clrMapOvr>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2"/>
            <a:ext cx="6122505" cy="9362661"/>
          </a:xfrm>
        </p:spPr>
        <p:txBody>
          <a:bodyPr/>
          <a:lstStyle/>
          <a:p>
            <a:endParaRPr lang="id-ID"/>
          </a:p>
        </p:txBody>
      </p:sp>
      <p:sp>
        <p:nvSpPr>
          <p:cNvPr id="5" name="Picture Placeholder 2"/>
          <p:cNvSpPr>
            <a:spLocks noGrp="1"/>
          </p:cNvSpPr>
          <p:nvPr>
            <p:ph type="pic" sz="quarter" idx="11"/>
          </p:nvPr>
        </p:nvSpPr>
        <p:spPr>
          <a:xfrm>
            <a:off x="6380923" y="5029200"/>
            <a:ext cx="11907077" cy="4333461"/>
          </a:xfrm>
        </p:spPr>
        <p:txBody>
          <a:bodyPr/>
          <a:lstStyle/>
          <a:p>
            <a:endParaRPr lang="id-ID"/>
          </a:p>
        </p:txBody>
      </p:sp>
      <p:sp>
        <p:nvSpPr>
          <p:cNvPr id="6" name="Picture Placeholder 2"/>
          <p:cNvSpPr>
            <a:spLocks noGrp="1"/>
          </p:cNvSpPr>
          <p:nvPr>
            <p:ph type="pic" sz="quarter" idx="12"/>
          </p:nvPr>
        </p:nvSpPr>
        <p:spPr>
          <a:xfrm>
            <a:off x="6380925" y="2"/>
            <a:ext cx="6023112" cy="4742900"/>
          </a:xfrm>
        </p:spPr>
        <p:txBody>
          <a:bodyPr/>
          <a:lstStyle/>
          <a:p>
            <a:endParaRPr lang="id-ID"/>
          </a:p>
        </p:txBody>
      </p:sp>
      <p:sp>
        <p:nvSpPr>
          <p:cNvPr id="9" name="Picture Placeholder 2"/>
          <p:cNvSpPr>
            <a:spLocks noGrp="1"/>
          </p:cNvSpPr>
          <p:nvPr>
            <p:ph type="pic" sz="quarter" idx="13"/>
          </p:nvPr>
        </p:nvSpPr>
        <p:spPr>
          <a:xfrm>
            <a:off x="12662456" y="19880"/>
            <a:ext cx="5625543" cy="4723022"/>
          </a:xfrm>
        </p:spPr>
        <p:txBody>
          <a:bodyPr/>
          <a:lstStyle/>
          <a:p>
            <a:endParaRPr lang="id-ID"/>
          </a:p>
        </p:txBody>
      </p:sp>
    </p:spTree>
    <p:extLst>
      <p:ext uri="{BB962C8B-B14F-4D97-AF65-F5344CB8AC3E}">
        <p14:creationId xmlns:p14="http://schemas.microsoft.com/office/powerpoint/2010/main" val="3021155712"/>
      </p:ext>
    </p:extLst>
  </p:cSld>
  <p:clrMapOvr>
    <a:masterClrMapping/>
  </p:clrMapOvr>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0"/>
            <a:ext cx="5665305" cy="10287000"/>
          </a:xfrm>
        </p:spPr>
        <p:txBody>
          <a:bodyPr/>
          <a:lstStyle/>
          <a:p>
            <a:endParaRPr lang="id-ID"/>
          </a:p>
        </p:txBody>
      </p:sp>
    </p:spTree>
    <p:extLst>
      <p:ext uri="{BB962C8B-B14F-4D97-AF65-F5344CB8AC3E}">
        <p14:creationId xmlns:p14="http://schemas.microsoft.com/office/powerpoint/2010/main" val="1879730614"/>
      </p:ext>
    </p:extLst>
  </p:cSld>
  <p:clrMapOvr>
    <a:masterClrMapping/>
  </p:clrMapOvr>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732644" y="0"/>
            <a:ext cx="10555356" cy="10287000"/>
          </a:xfrm>
        </p:spPr>
        <p:txBody>
          <a:bodyPr/>
          <a:lstStyle/>
          <a:p>
            <a:endParaRPr lang="id-ID"/>
          </a:p>
        </p:txBody>
      </p:sp>
    </p:spTree>
    <p:extLst>
      <p:ext uri="{BB962C8B-B14F-4D97-AF65-F5344CB8AC3E}">
        <p14:creationId xmlns:p14="http://schemas.microsoft.com/office/powerpoint/2010/main" val="1733055264"/>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2853" y="0"/>
            <a:ext cx="13855148" cy="10287000"/>
          </a:xfrm>
        </p:spPr>
        <p:txBody>
          <a:bodyPr/>
          <a:lstStyle/>
          <a:p>
            <a:endParaRPr lang="id-ID"/>
          </a:p>
        </p:txBody>
      </p:sp>
    </p:spTree>
    <p:extLst>
      <p:ext uri="{BB962C8B-B14F-4D97-AF65-F5344CB8AC3E}">
        <p14:creationId xmlns:p14="http://schemas.microsoft.com/office/powerpoint/2010/main" val="2284594951"/>
      </p:ext>
    </p:extLst>
  </p:cSld>
  <p:clrMapOvr>
    <a:masterClrMapping/>
  </p:clrMapOvr>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400797" y="1"/>
            <a:ext cx="11887203" cy="7156175"/>
          </a:xfrm>
        </p:spPr>
        <p:txBody>
          <a:bodyPr/>
          <a:lstStyle/>
          <a:p>
            <a:endParaRPr lang="id-ID"/>
          </a:p>
        </p:txBody>
      </p:sp>
      <p:sp>
        <p:nvSpPr>
          <p:cNvPr id="8" name="Picture Placeholder 2"/>
          <p:cNvSpPr>
            <a:spLocks noGrp="1"/>
          </p:cNvSpPr>
          <p:nvPr>
            <p:ph type="pic" sz="quarter" idx="25"/>
          </p:nvPr>
        </p:nvSpPr>
        <p:spPr>
          <a:xfrm>
            <a:off x="6400797" y="7373824"/>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2707625014"/>
      </p:ext>
    </p:extLst>
  </p:cSld>
  <p:clrMapOvr>
    <a:masterClrMapping/>
  </p:clrMapOvr>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8" name="Picture Placeholder 2"/>
          <p:cNvSpPr>
            <a:spLocks noGrp="1"/>
          </p:cNvSpPr>
          <p:nvPr>
            <p:ph type="pic" sz="quarter" idx="25"/>
          </p:nvPr>
        </p:nvSpPr>
        <p:spPr>
          <a:xfrm>
            <a:off x="6311346" y="7373824"/>
            <a:ext cx="2872407"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
        <p:nvSpPr>
          <p:cNvPr id="12" name="Picture Placeholder 2"/>
          <p:cNvSpPr>
            <a:spLocks noGrp="1"/>
          </p:cNvSpPr>
          <p:nvPr>
            <p:ph type="pic" sz="quarter" idx="30"/>
          </p:nvPr>
        </p:nvSpPr>
        <p:spPr>
          <a:xfrm>
            <a:off x="0" y="7373819"/>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674786631"/>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1418959741"/>
      </p:ext>
    </p:extLst>
  </p:cSld>
  <p:clrMapOvr>
    <a:masterClrMapping/>
  </p:clrMapOvr>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503426" y="2961861"/>
            <a:ext cx="5784575" cy="7325139"/>
          </a:xfrm>
        </p:spPr>
        <p:txBody>
          <a:bodyPr/>
          <a:lstStyle/>
          <a:p>
            <a:endParaRPr lang="id-ID"/>
          </a:p>
        </p:txBody>
      </p:sp>
      <p:sp>
        <p:nvSpPr>
          <p:cNvPr id="4" name="Picture Placeholder 2"/>
          <p:cNvSpPr>
            <a:spLocks noGrp="1"/>
          </p:cNvSpPr>
          <p:nvPr>
            <p:ph type="pic" sz="quarter" idx="11"/>
          </p:nvPr>
        </p:nvSpPr>
        <p:spPr>
          <a:xfrm>
            <a:off x="0" y="2961861"/>
            <a:ext cx="5903844" cy="7325139"/>
          </a:xfrm>
        </p:spPr>
        <p:txBody>
          <a:bodyPr/>
          <a:lstStyle/>
          <a:p>
            <a:endParaRPr lang="id-ID"/>
          </a:p>
        </p:txBody>
      </p:sp>
      <p:sp>
        <p:nvSpPr>
          <p:cNvPr id="5" name="Picture Placeholder 2"/>
          <p:cNvSpPr>
            <a:spLocks noGrp="1"/>
          </p:cNvSpPr>
          <p:nvPr>
            <p:ph type="pic" sz="quarter" idx="12"/>
          </p:nvPr>
        </p:nvSpPr>
        <p:spPr>
          <a:xfrm>
            <a:off x="6162262" y="2961861"/>
            <a:ext cx="6082748" cy="7325139"/>
          </a:xfrm>
        </p:spPr>
        <p:txBody>
          <a:bodyPr/>
          <a:lstStyle/>
          <a:p>
            <a:endParaRPr lang="id-ID"/>
          </a:p>
        </p:txBody>
      </p:sp>
    </p:spTree>
    <p:extLst>
      <p:ext uri="{BB962C8B-B14F-4D97-AF65-F5344CB8AC3E}">
        <p14:creationId xmlns:p14="http://schemas.microsoft.com/office/powerpoint/2010/main" val="47530140"/>
      </p:ext>
    </p:extLst>
  </p:cSld>
  <p:clrMapOvr>
    <a:masterClrMapping/>
  </p:clrMapOvr>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1"/>
            <a:ext cx="5665305" cy="5088836"/>
          </a:xfrm>
        </p:spPr>
        <p:txBody>
          <a:bodyPr/>
          <a:lstStyle/>
          <a:p>
            <a:endParaRPr lang="id-ID"/>
          </a:p>
        </p:txBody>
      </p:sp>
      <p:sp>
        <p:nvSpPr>
          <p:cNvPr id="4" name="Picture Placeholder 2"/>
          <p:cNvSpPr>
            <a:spLocks noGrp="1"/>
          </p:cNvSpPr>
          <p:nvPr>
            <p:ph type="pic" sz="quarter" idx="11"/>
          </p:nvPr>
        </p:nvSpPr>
        <p:spPr>
          <a:xfrm>
            <a:off x="12622695" y="5088836"/>
            <a:ext cx="5665305" cy="5198165"/>
          </a:xfrm>
        </p:spPr>
        <p:txBody>
          <a:bodyPr/>
          <a:lstStyle/>
          <a:p>
            <a:endParaRPr lang="id-ID"/>
          </a:p>
        </p:txBody>
      </p:sp>
      <p:sp>
        <p:nvSpPr>
          <p:cNvPr id="5" name="Picture Placeholder 2"/>
          <p:cNvSpPr>
            <a:spLocks noGrp="1"/>
          </p:cNvSpPr>
          <p:nvPr>
            <p:ph type="pic" sz="quarter" idx="12"/>
          </p:nvPr>
        </p:nvSpPr>
        <p:spPr>
          <a:xfrm>
            <a:off x="6957390" y="1"/>
            <a:ext cx="5665305" cy="5088836"/>
          </a:xfrm>
        </p:spPr>
        <p:txBody>
          <a:bodyPr/>
          <a:lstStyle/>
          <a:p>
            <a:endParaRPr lang="id-ID"/>
          </a:p>
        </p:txBody>
      </p:sp>
      <p:sp>
        <p:nvSpPr>
          <p:cNvPr id="6" name="Picture Placeholder 2"/>
          <p:cNvSpPr>
            <a:spLocks noGrp="1"/>
          </p:cNvSpPr>
          <p:nvPr>
            <p:ph type="pic" sz="quarter" idx="13"/>
          </p:nvPr>
        </p:nvSpPr>
        <p:spPr>
          <a:xfrm>
            <a:off x="6957390" y="5088836"/>
            <a:ext cx="5665305" cy="5198165"/>
          </a:xfrm>
        </p:spPr>
        <p:txBody>
          <a:bodyPr/>
          <a:lstStyle/>
          <a:p>
            <a:endParaRPr lang="id-ID"/>
          </a:p>
        </p:txBody>
      </p:sp>
    </p:spTree>
    <p:extLst>
      <p:ext uri="{BB962C8B-B14F-4D97-AF65-F5344CB8AC3E}">
        <p14:creationId xmlns:p14="http://schemas.microsoft.com/office/powerpoint/2010/main" val="1507388244"/>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182141" y="0"/>
            <a:ext cx="5645424" cy="10287000"/>
          </a:xfrm>
        </p:spPr>
        <p:txBody>
          <a:bodyPr/>
          <a:lstStyle/>
          <a:p>
            <a:endParaRPr lang="id-ID"/>
          </a:p>
        </p:txBody>
      </p:sp>
    </p:spTree>
    <p:extLst>
      <p:ext uri="{BB962C8B-B14F-4D97-AF65-F5344CB8AC3E}">
        <p14:creationId xmlns:p14="http://schemas.microsoft.com/office/powerpoint/2010/main" val="1639057789"/>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27432"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9119616"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4546092" y="5157216"/>
            <a:ext cx="4594860" cy="5157216"/>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13693140" y="5157216"/>
            <a:ext cx="4594860" cy="5157216"/>
          </a:xfrm>
          <a:prstGeom prst="rect">
            <a:avLst/>
          </a:prstGeom>
        </p:spPr>
        <p:txBody>
          <a:bodyPr lIns="182880" tIns="91440" rIns="182880" bIns="91440"/>
          <a:lstStyle>
            <a:lvl1pPr marL="0" indent="0">
              <a:buFontTx/>
              <a:buNone/>
              <a:defRPr/>
            </a:lvl1pPr>
          </a:lstStyle>
          <a:p>
            <a:endParaRPr lang="en-US" dirty="0"/>
          </a:p>
        </p:txBody>
      </p:sp>
    </p:spTree>
    <p:extLst>
      <p:ext uri="{BB962C8B-B14F-4D97-AF65-F5344CB8AC3E}">
        <p14:creationId xmlns:p14="http://schemas.microsoft.com/office/powerpoint/2010/main" val="1525733172"/>
      </p:ext>
    </p:extLst>
  </p:cSld>
  <p:clrMapOvr>
    <a:masterClrMapping/>
  </p:clrMapOvr>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0768" y="0"/>
            <a:ext cx="5656373" cy="10287000"/>
          </a:xfrm>
        </p:spPr>
        <p:txBody>
          <a:bodyPr/>
          <a:lstStyle/>
          <a:p>
            <a:endParaRPr lang="id-ID"/>
          </a:p>
        </p:txBody>
      </p:sp>
      <p:sp>
        <p:nvSpPr>
          <p:cNvPr id="5" name="Picture Placeholder 2"/>
          <p:cNvSpPr>
            <a:spLocks noGrp="1"/>
          </p:cNvSpPr>
          <p:nvPr>
            <p:ph type="pic" sz="quarter" idx="25"/>
          </p:nvPr>
        </p:nvSpPr>
        <p:spPr>
          <a:xfrm>
            <a:off x="5864083" y="1032658"/>
            <a:ext cx="2782956" cy="2744213"/>
          </a:xfrm>
          <a:solidFill>
            <a:schemeClr val="bg1">
              <a:lumMod val="95000"/>
            </a:schemeClr>
          </a:solidFill>
        </p:spPr>
        <p:txBody>
          <a:bodyPr>
            <a:normAutofit/>
          </a:bodyPr>
          <a:lstStyle>
            <a:lvl1pPr>
              <a:defRPr sz="4200"/>
            </a:lvl1pPr>
          </a:lstStyle>
          <a:p>
            <a:endParaRPr lang="en-US" dirty="0"/>
          </a:p>
        </p:txBody>
      </p:sp>
      <p:sp>
        <p:nvSpPr>
          <p:cNvPr id="6" name="Picture Placeholder 2"/>
          <p:cNvSpPr>
            <a:spLocks noGrp="1"/>
          </p:cNvSpPr>
          <p:nvPr>
            <p:ph type="pic" sz="quarter" idx="26"/>
          </p:nvPr>
        </p:nvSpPr>
        <p:spPr>
          <a:xfrm>
            <a:off x="8895518" y="1032656"/>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7"/>
          </p:nvPr>
        </p:nvSpPr>
        <p:spPr>
          <a:xfrm>
            <a:off x="11926952" y="1032656"/>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8"/>
          </p:nvPr>
        </p:nvSpPr>
        <p:spPr>
          <a:xfrm>
            <a:off x="14958386" y="10520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3205685879"/>
      </p:ext>
    </p:extLst>
  </p:cSld>
  <p:clrMapOvr>
    <a:masterClrMapping/>
  </p:clrMapOvr>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995532" y="0"/>
            <a:ext cx="3677478" cy="10287000"/>
          </a:xfrm>
        </p:spPr>
        <p:txBody>
          <a:bodyPr/>
          <a:lstStyle/>
          <a:p>
            <a:endParaRPr lang="id-ID"/>
          </a:p>
        </p:txBody>
      </p:sp>
    </p:spTree>
    <p:extLst>
      <p:ext uri="{BB962C8B-B14F-4D97-AF65-F5344CB8AC3E}">
        <p14:creationId xmlns:p14="http://schemas.microsoft.com/office/powerpoint/2010/main" val="790868666"/>
      </p:ext>
    </p:extLst>
  </p:cSld>
  <p:clrMapOvr>
    <a:masterClrMapping/>
  </p:clrMapOvr>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6351102"/>
            <a:ext cx="18288000" cy="3935898"/>
          </a:xfrm>
        </p:spPr>
        <p:txBody>
          <a:bodyPr/>
          <a:lstStyle/>
          <a:p>
            <a:endParaRPr lang="id-ID"/>
          </a:p>
        </p:txBody>
      </p:sp>
    </p:spTree>
    <p:extLst>
      <p:ext uri="{BB962C8B-B14F-4D97-AF65-F5344CB8AC3E}">
        <p14:creationId xmlns:p14="http://schemas.microsoft.com/office/powerpoint/2010/main" val="2349201643"/>
      </p:ext>
    </p:extLst>
  </p:cSld>
  <p:clrMapOvr>
    <a:masterClrMapping/>
  </p:clrMapOvr>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8288000" cy="3935898"/>
          </a:xfrm>
        </p:spPr>
        <p:txBody>
          <a:bodyPr/>
          <a:lstStyle/>
          <a:p>
            <a:endParaRPr lang="id-ID"/>
          </a:p>
        </p:txBody>
      </p:sp>
    </p:spTree>
    <p:extLst>
      <p:ext uri="{BB962C8B-B14F-4D97-AF65-F5344CB8AC3E}">
        <p14:creationId xmlns:p14="http://schemas.microsoft.com/office/powerpoint/2010/main" val="1799460400"/>
      </p:ext>
    </p:extLst>
  </p:cSld>
  <p:clrMapOvr>
    <a:masterClrMapping/>
  </p:clrMapOvr>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8288000" cy="7931426"/>
          </a:xfrm>
        </p:spPr>
        <p:txBody>
          <a:bodyPr/>
          <a:lstStyle/>
          <a:p>
            <a:endParaRPr lang="id-ID"/>
          </a:p>
        </p:txBody>
      </p:sp>
    </p:spTree>
    <p:extLst>
      <p:ext uri="{BB962C8B-B14F-4D97-AF65-F5344CB8AC3E}">
        <p14:creationId xmlns:p14="http://schemas.microsoft.com/office/powerpoint/2010/main" val="1223349971"/>
      </p:ext>
    </p:extLst>
  </p:cSld>
  <p:clrMapOvr>
    <a:masterClrMapping/>
  </p:clrMapOvr>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2912163"/>
            <a:ext cx="18288000" cy="393589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529024297"/>
      </p:ext>
    </p:extLst>
  </p:cSld>
  <p:clrMapOvr>
    <a:masterClrMapping/>
  </p:clrMapOvr>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1113185" y="2902228"/>
            <a:ext cx="16247121" cy="4959626"/>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723312556"/>
      </p:ext>
    </p:extLst>
  </p:cSld>
  <p:clrMapOvr>
    <a:masterClrMapping/>
  </p:clrMapOvr>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3617844"/>
            <a:ext cx="4555536" cy="2762871"/>
          </a:xfrm>
          <a:prstGeom prst="rect">
            <a:avLst/>
          </a:prstGeom>
        </p:spPr>
        <p:txBody>
          <a:bodyPr/>
          <a:lstStyle/>
          <a:p>
            <a:endParaRPr lang="id-ID"/>
          </a:p>
        </p:txBody>
      </p:sp>
      <p:sp>
        <p:nvSpPr>
          <p:cNvPr id="9" name="Picture Placeholder 2"/>
          <p:cNvSpPr>
            <a:spLocks noGrp="1"/>
          </p:cNvSpPr>
          <p:nvPr>
            <p:ph type="pic" sz="quarter" idx="20"/>
          </p:nvPr>
        </p:nvSpPr>
        <p:spPr>
          <a:xfrm>
            <a:off x="4571378" y="3617844"/>
            <a:ext cx="4487829" cy="2762871"/>
          </a:xfrm>
          <a:prstGeom prst="rect">
            <a:avLst/>
          </a:prstGeom>
        </p:spPr>
        <p:txBody>
          <a:bodyPr/>
          <a:lstStyle/>
          <a:p>
            <a:endParaRPr lang="id-ID"/>
          </a:p>
        </p:txBody>
      </p:sp>
      <p:sp>
        <p:nvSpPr>
          <p:cNvPr id="10" name="Picture Placeholder 2"/>
          <p:cNvSpPr>
            <a:spLocks noGrp="1"/>
          </p:cNvSpPr>
          <p:nvPr>
            <p:ph type="pic" sz="quarter" idx="21"/>
          </p:nvPr>
        </p:nvSpPr>
        <p:spPr>
          <a:xfrm>
            <a:off x="9094926" y="3617844"/>
            <a:ext cx="4650891" cy="2762871"/>
          </a:xfrm>
          <a:prstGeom prst="rect">
            <a:avLst/>
          </a:prstGeom>
        </p:spPr>
        <p:txBody>
          <a:bodyPr/>
          <a:lstStyle/>
          <a:p>
            <a:endParaRPr lang="id-ID"/>
          </a:p>
        </p:txBody>
      </p:sp>
      <p:sp>
        <p:nvSpPr>
          <p:cNvPr id="11" name="Picture Placeholder 2"/>
          <p:cNvSpPr>
            <a:spLocks noGrp="1"/>
          </p:cNvSpPr>
          <p:nvPr>
            <p:ph type="pic" sz="quarter" idx="22"/>
          </p:nvPr>
        </p:nvSpPr>
        <p:spPr>
          <a:xfrm>
            <a:off x="13745817" y="3617844"/>
            <a:ext cx="4542183" cy="2762871"/>
          </a:xfrm>
          <a:prstGeom prst="rect">
            <a:avLst/>
          </a:prstGeom>
        </p:spPr>
        <p:txBody>
          <a:bodyPr/>
          <a:lstStyle/>
          <a:p>
            <a:endParaRPr lang="id-ID"/>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83580774"/>
      </p:ext>
    </p:extLst>
  </p:cSld>
  <p:clrMapOvr>
    <a:masterClrMapping/>
  </p:clrMapOvr>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p:nvPr>
        </p:nvSpPr>
        <p:spPr>
          <a:xfrm>
            <a:off x="15225525" y="0"/>
            <a:ext cx="3062475"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4" name="Picture Placeholder 13"/>
          <p:cNvSpPr>
            <a:spLocks noGrp="1"/>
          </p:cNvSpPr>
          <p:nvPr>
            <p:ph type="pic" sz="quarter" idx="58"/>
          </p:nvPr>
        </p:nvSpPr>
        <p:spPr>
          <a:xfrm>
            <a:off x="121797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5" name="Picture Placeholder 13"/>
          <p:cNvSpPr>
            <a:spLocks noGrp="1"/>
          </p:cNvSpPr>
          <p:nvPr>
            <p:ph type="pic" sz="quarter" idx="59"/>
          </p:nvPr>
        </p:nvSpPr>
        <p:spPr>
          <a:xfrm>
            <a:off x="30389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6" name="Picture Placeholder 13"/>
          <p:cNvSpPr>
            <a:spLocks noGrp="1"/>
          </p:cNvSpPr>
          <p:nvPr>
            <p:ph type="pic" sz="quarter" idx="60"/>
          </p:nvPr>
        </p:nvSpPr>
        <p:spPr>
          <a:xfrm>
            <a:off x="-6764"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7" name="Picture Placeholder 13"/>
          <p:cNvSpPr>
            <a:spLocks noGrp="1"/>
          </p:cNvSpPr>
          <p:nvPr>
            <p:ph type="pic" sz="quarter" idx="61"/>
          </p:nvPr>
        </p:nvSpPr>
        <p:spPr>
          <a:xfrm>
            <a:off x="9130470"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8" name="Picture Placeholder 13"/>
          <p:cNvSpPr>
            <a:spLocks noGrp="1"/>
          </p:cNvSpPr>
          <p:nvPr>
            <p:ph type="pic" sz="quarter" idx="62"/>
          </p:nvPr>
        </p:nvSpPr>
        <p:spPr>
          <a:xfrm>
            <a:off x="6084726"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1834619959"/>
      </p:ext>
    </p:extLst>
  </p:cSld>
  <p:clrMapOvr>
    <a:masterClrMapping/>
  </p:clrMapOvr>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8" name="Rounded Rectangle 7"/>
          <p:cNvSpPr/>
          <p:nvPr userDrawn="1"/>
        </p:nvSpPr>
        <p:spPr>
          <a:xfrm>
            <a:off x="73152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2" name="Rounded Rectangle 11"/>
          <p:cNvSpPr/>
          <p:nvPr userDrawn="1"/>
        </p:nvSpPr>
        <p:spPr>
          <a:xfrm>
            <a:off x="146304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3" name="Rounded Rectangle 12"/>
          <p:cNvSpPr/>
          <p:nvPr userDrawn="1"/>
        </p:nvSpPr>
        <p:spPr>
          <a:xfrm>
            <a:off x="36576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4" name="Rounded Rectangle 13"/>
          <p:cNvSpPr/>
          <p:nvPr userDrawn="1"/>
        </p:nvSpPr>
        <p:spPr>
          <a:xfrm>
            <a:off x="109728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5" name="Rounded Rectangle 14"/>
          <p:cNvSpPr/>
          <p:nvPr userDrawn="1"/>
        </p:nvSpPr>
        <p:spPr>
          <a:xfrm>
            <a:off x="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6" name="Rounded Rectangle 15"/>
          <p:cNvSpPr/>
          <p:nvPr userDrawn="1"/>
        </p:nvSpPr>
        <p:spPr>
          <a:xfrm>
            <a:off x="73152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7" name="Rounded Rectangle 16"/>
          <p:cNvSpPr/>
          <p:nvPr userDrawn="1"/>
        </p:nvSpPr>
        <p:spPr>
          <a:xfrm>
            <a:off x="146304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8" name="Picture Placeholder 2"/>
          <p:cNvSpPr>
            <a:spLocks noGrp="1"/>
          </p:cNvSpPr>
          <p:nvPr>
            <p:ph type="pic" sz="quarter" idx="17"/>
          </p:nvPr>
        </p:nvSpPr>
        <p:spPr>
          <a:xfrm>
            <a:off x="36575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109727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731532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1463039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3657599"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10979964"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Tree>
    <p:extLst>
      <p:ext uri="{BB962C8B-B14F-4D97-AF65-F5344CB8AC3E}">
        <p14:creationId xmlns:p14="http://schemas.microsoft.com/office/powerpoint/2010/main" val="376005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12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18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21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24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29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34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9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44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49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54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55536"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72002"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42183"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Tree>
    <p:extLst>
      <p:ext uri="{BB962C8B-B14F-4D97-AF65-F5344CB8AC3E}">
        <p14:creationId xmlns:p14="http://schemas.microsoft.com/office/powerpoint/2010/main" val="3503258572"/>
      </p:ext>
    </p:extLst>
  </p:cSld>
  <p:clrMapOvr>
    <a:masterClrMapping/>
  </p:clrMapOvr>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220523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394865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220523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394865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10926448"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12676402"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14419820"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10926448"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12676402"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14419820"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5689657"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743960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918302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5689657"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743960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918302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1419618841"/>
      </p:ext>
    </p:extLst>
  </p:cSld>
  <p:clrMapOvr>
    <a:masterClrMapping/>
  </p:clrMapOvr>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1124154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12984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1124154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12984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11235010"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1298496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1472838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11235010"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1298496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1472838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14725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14725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1850492421"/>
      </p:ext>
    </p:extLst>
  </p:cSld>
  <p:clrMapOvr>
    <a:masterClrMapping/>
  </p:clrMapOvr>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10546104" y="3332650"/>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6918321" y="3332651"/>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14173887" y="3183565"/>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463937776"/>
      </p:ext>
    </p:extLst>
  </p:cSld>
  <p:clrMapOvr>
    <a:masterClrMapping/>
  </p:clrMapOvr>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83799"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85355"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70446"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
        <p:nvSpPr>
          <p:cNvPr id="12" name="Picture Placeholder 2"/>
          <p:cNvSpPr>
            <a:spLocks noGrp="1"/>
          </p:cNvSpPr>
          <p:nvPr>
            <p:ph type="pic" sz="quarter" idx="23"/>
          </p:nvPr>
        </p:nvSpPr>
        <p:spPr>
          <a:xfrm>
            <a:off x="9147110" y="7891669"/>
            <a:ext cx="4598706" cy="2415209"/>
          </a:xfrm>
          <a:prstGeom prst="rect">
            <a:avLst/>
          </a:prstGeom>
        </p:spPr>
        <p:txBody>
          <a:bodyPr/>
          <a:lstStyle/>
          <a:p>
            <a:endParaRPr lang="id-ID"/>
          </a:p>
        </p:txBody>
      </p:sp>
      <p:sp>
        <p:nvSpPr>
          <p:cNvPr id="13" name="Picture Placeholder 2"/>
          <p:cNvSpPr>
            <a:spLocks noGrp="1"/>
          </p:cNvSpPr>
          <p:nvPr>
            <p:ph type="pic" sz="quarter" idx="24"/>
          </p:nvPr>
        </p:nvSpPr>
        <p:spPr>
          <a:xfrm>
            <a:off x="9157051" y="5348952"/>
            <a:ext cx="4552121" cy="2542716"/>
          </a:xfrm>
          <a:prstGeom prst="rect">
            <a:avLst/>
          </a:prstGeom>
        </p:spPr>
        <p:txBody>
          <a:bodyPr/>
          <a:lstStyle/>
          <a:p>
            <a:endParaRPr lang="id-ID"/>
          </a:p>
        </p:txBody>
      </p:sp>
      <p:sp>
        <p:nvSpPr>
          <p:cNvPr id="14" name="Picture Placeholder 2"/>
          <p:cNvSpPr>
            <a:spLocks noGrp="1"/>
          </p:cNvSpPr>
          <p:nvPr>
            <p:ph type="pic" sz="quarter" idx="25"/>
          </p:nvPr>
        </p:nvSpPr>
        <p:spPr>
          <a:xfrm>
            <a:off x="9132199" y="2782956"/>
            <a:ext cx="4613618" cy="2565996"/>
          </a:xfrm>
          <a:prstGeom prst="rect">
            <a:avLst/>
          </a:prstGeom>
        </p:spPr>
        <p:txBody>
          <a:bodyPr/>
          <a:lstStyle/>
          <a:p>
            <a:endParaRPr lang="id-ID"/>
          </a:p>
        </p:txBody>
      </p:sp>
      <p:sp>
        <p:nvSpPr>
          <p:cNvPr id="15" name="Picture Placeholder 2"/>
          <p:cNvSpPr>
            <a:spLocks noGrp="1"/>
          </p:cNvSpPr>
          <p:nvPr>
            <p:ph type="pic" sz="quarter" idx="26"/>
          </p:nvPr>
        </p:nvSpPr>
        <p:spPr>
          <a:xfrm>
            <a:off x="9147110" y="0"/>
            <a:ext cx="4598706" cy="2763078"/>
          </a:xfrm>
          <a:prstGeom prst="rect">
            <a:avLst/>
          </a:prstGeom>
        </p:spPr>
        <p:txBody>
          <a:bodyPr/>
          <a:lstStyle/>
          <a:p>
            <a:endParaRPr lang="id-ID"/>
          </a:p>
        </p:txBody>
      </p:sp>
      <p:sp>
        <p:nvSpPr>
          <p:cNvPr id="16" name="Picture Placeholder 2"/>
          <p:cNvSpPr>
            <a:spLocks noGrp="1"/>
          </p:cNvSpPr>
          <p:nvPr>
            <p:ph type="pic" sz="quarter" idx="27"/>
          </p:nvPr>
        </p:nvSpPr>
        <p:spPr>
          <a:xfrm>
            <a:off x="4591574" y="7891669"/>
            <a:ext cx="4555536" cy="2415209"/>
          </a:xfrm>
          <a:prstGeom prst="rect">
            <a:avLst/>
          </a:prstGeom>
        </p:spPr>
        <p:txBody>
          <a:bodyPr/>
          <a:lstStyle/>
          <a:p>
            <a:endParaRPr lang="id-ID"/>
          </a:p>
        </p:txBody>
      </p:sp>
      <p:sp>
        <p:nvSpPr>
          <p:cNvPr id="17" name="Picture Placeholder 2"/>
          <p:cNvSpPr>
            <a:spLocks noGrp="1"/>
          </p:cNvSpPr>
          <p:nvPr>
            <p:ph type="pic" sz="quarter" idx="28"/>
          </p:nvPr>
        </p:nvSpPr>
        <p:spPr>
          <a:xfrm>
            <a:off x="4576662" y="5348952"/>
            <a:ext cx="4576974" cy="2542716"/>
          </a:xfrm>
          <a:prstGeom prst="rect">
            <a:avLst/>
          </a:prstGeom>
        </p:spPr>
        <p:txBody>
          <a:bodyPr/>
          <a:lstStyle/>
          <a:p>
            <a:endParaRPr lang="id-ID"/>
          </a:p>
        </p:txBody>
      </p:sp>
      <p:sp>
        <p:nvSpPr>
          <p:cNvPr id="18" name="Picture Placeholder 2"/>
          <p:cNvSpPr>
            <a:spLocks noGrp="1"/>
          </p:cNvSpPr>
          <p:nvPr>
            <p:ph type="pic" sz="quarter" idx="29"/>
          </p:nvPr>
        </p:nvSpPr>
        <p:spPr>
          <a:xfrm>
            <a:off x="4576664" y="2782956"/>
            <a:ext cx="4542183" cy="2546118"/>
          </a:xfrm>
          <a:prstGeom prst="rect">
            <a:avLst/>
          </a:prstGeom>
        </p:spPr>
        <p:txBody>
          <a:bodyPr/>
          <a:lstStyle/>
          <a:p>
            <a:endParaRPr lang="id-ID"/>
          </a:p>
        </p:txBody>
      </p:sp>
      <p:sp>
        <p:nvSpPr>
          <p:cNvPr id="19" name="Picture Placeholder 2"/>
          <p:cNvSpPr>
            <a:spLocks noGrp="1"/>
          </p:cNvSpPr>
          <p:nvPr>
            <p:ph type="pic" sz="quarter" idx="30"/>
          </p:nvPr>
        </p:nvSpPr>
        <p:spPr>
          <a:xfrm>
            <a:off x="4591574" y="19878"/>
            <a:ext cx="4542183" cy="2743200"/>
          </a:xfrm>
          <a:prstGeom prst="rect">
            <a:avLst/>
          </a:prstGeom>
        </p:spPr>
        <p:txBody>
          <a:bodyPr/>
          <a:lstStyle/>
          <a:p>
            <a:endParaRPr lang="id-ID"/>
          </a:p>
        </p:txBody>
      </p:sp>
    </p:spTree>
    <p:extLst>
      <p:ext uri="{BB962C8B-B14F-4D97-AF65-F5344CB8AC3E}">
        <p14:creationId xmlns:p14="http://schemas.microsoft.com/office/powerpoint/2010/main" val="3603226290"/>
      </p:ext>
    </p:extLst>
  </p:cSld>
  <p:clrMapOvr>
    <a:masterClrMapping/>
  </p:clrMapOvr>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331844"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Picture Placeholder 3"/>
          <p:cNvSpPr>
            <a:spLocks noGrp="1"/>
          </p:cNvSpPr>
          <p:nvPr>
            <p:ph type="pic" sz="quarter" idx="24"/>
          </p:nvPr>
        </p:nvSpPr>
        <p:spPr>
          <a:xfrm>
            <a:off x="6607932"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8" name="Picture Placeholder 3"/>
          <p:cNvSpPr>
            <a:spLocks noGrp="1"/>
          </p:cNvSpPr>
          <p:nvPr>
            <p:ph type="pic" sz="quarter" idx="25"/>
          </p:nvPr>
        </p:nvSpPr>
        <p:spPr>
          <a:xfrm>
            <a:off x="11884020"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02157144"/>
      </p:ext>
    </p:extLst>
  </p:cSld>
  <p:clrMapOvr>
    <a:masterClrMapping/>
  </p:clrMapOvr>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1302037"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1302035"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3855156"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3855154" y="6132132"/>
            <a:ext cx="2782958" cy="2564295"/>
          </a:xfrm>
          <a:prstGeom prst="round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5576982"/>
      </p:ext>
    </p:extLst>
  </p:cSld>
  <p:clrMapOvr>
    <a:masterClrMapping/>
  </p:clrMapOvr>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85810"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685808"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4769557"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4769556" y="6132132"/>
            <a:ext cx="2782958" cy="2564295"/>
          </a:xfrm>
          <a:prstGeom prst="roundRect">
            <a:avLst/>
          </a:prstGeom>
        </p:spPr>
        <p:txBody>
          <a:bodyPr/>
          <a:lstStyle/>
          <a:p>
            <a:endParaRPr lang="id-ID"/>
          </a:p>
        </p:txBody>
      </p:sp>
      <p:sp>
        <p:nvSpPr>
          <p:cNvPr id="8" name="Picture Placeholder 2"/>
          <p:cNvSpPr>
            <a:spLocks noGrp="1"/>
          </p:cNvSpPr>
          <p:nvPr>
            <p:ph type="pic" sz="quarter" idx="15"/>
          </p:nvPr>
        </p:nvSpPr>
        <p:spPr>
          <a:xfrm>
            <a:off x="7727683" y="3021185"/>
            <a:ext cx="2782958" cy="2564295"/>
          </a:xfrm>
          <a:prstGeom prst="roundRect">
            <a:avLst/>
          </a:prstGeom>
        </p:spPr>
        <p:txBody>
          <a:bodyPr/>
          <a:lstStyle/>
          <a:p>
            <a:endParaRPr lang="id-ID"/>
          </a:p>
        </p:txBody>
      </p:sp>
      <p:sp>
        <p:nvSpPr>
          <p:cNvPr id="10" name="Picture Placeholder 2"/>
          <p:cNvSpPr>
            <a:spLocks noGrp="1"/>
          </p:cNvSpPr>
          <p:nvPr>
            <p:ph type="pic" sz="quarter" idx="16"/>
          </p:nvPr>
        </p:nvSpPr>
        <p:spPr>
          <a:xfrm>
            <a:off x="7727681" y="6132132"/>
            <a:ext cx="2782958" cy="2564295"/>
          </a:xfrm>
          <a:prstGeom prst="roundRect">
            <a:avLst/>
          </a:prstGeom>
        </p:spPr>
        <p:txBody>
          <a:bodyPr/>
          <a:lstStyle/>
          <a:p>
            <a:endParaRPr lang="id-ID"/>
          </a:p>
        </p:txBody>
      </p:sp>
      <p:sp>
        <p:nvSpPr>
          <p:cNvPr id="1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593987"/>
      </p:ext>
    </p:extLst>
  </p:cSld>
  <p:clrMapOvr>
    <a:masterClrMapping/>
  </p:clrMapOvr>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072821" y="3021185"/>
            <a:ext cx="2782958" cy="2564295"/>
          </a:xfrm>
        </p:spPr>
        <p:txBody>
          <a:bodyPr/>
          <a:lstStyle/>
          <a:p>
            <a:endParaRPr lang="id-ID"/>
          </a:p>
        </p:txBody>
      </p:sp>
      <p:sp>
        <p:nvSpPr>
          <p:cNvPr id="11" name="Picture Placeholder 2"/>
          <p:cNvSpPr>
            <a:spLocks noGrp="1"/>
          </p:cNvSpPr>
          <p:nvPr>
            <p:ph type="pic" sz="quarter" idx="12"/>
          </p:nvPr>
        </p:nvSpPr>
        <p:spPr>
          <a:xfrm>
            <a:off x="6072820" y="6132132"/>
            <a:ext cx="2782958" cy="2564295"/>
          </a:xfrm>
        </p:spPr>
        <p:txBody>
          <a:bodyPr/>
          <a:lstStyle/>
          <a:p>
            <a:endParaRPr lang="id-ID"/>
          </a:p>
        </p:txBody>
      </p:sp>
      <p:sp>
        <p:nvSpPr>
          <p:cNvPr id="12" name="Picture Placeholder 2"/>
          <p:cNvSpPr>
            <a:spLocks noGrp="1"/>
          </p:cNvSpPr>
          <p:nvPr>
            <p:ph type="pic" sz="quarter" idx="13"/>
          </p:nvPr>
        </p:nvSpPr>
        <p:spPr>
          <a:xfrm>
            <a:off x="9382541" y="3021185"/>
            <a:ext cx="2782958" cy="2564295"/>
          </a:xfrm>
        </p:spPr>
        <p:txBody>
          <a:bodyPr/>
          <a:lstStyle/>
          <a:p>
            <a:endParaRPr lang="id-ID"/>
          </a:p>
        </p:txBody>
      </p:sp>
      <p:sp>
        <p:nvSpPr>
          <p:cNvPr id="13" name="Picture Placeholder 2"/>
          <p:cNvSpPr>
            <a:spLocks noGrp="1"/>
          </p:cNvSpPr>
          <p:nvPr>
            <p:ph type="pic" sz="quarter" idx="14"/>
          </p:nvPr>
        </p:nvSpPr>
        <p:spPr>
          <a:xfrm>
            <a:off x="9382540" y="6132132"/>
            <a:ext cx="2782958" cy="2564295"/>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554641452"/>
      </p:ext>
    </p:extLst>
  </p:cSld>
  <p:clrMapOvr>
    <a:masterClrMapping/>
  </p:clrMapOvr>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2164308"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7098926"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12033543"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20169719"/>
      </p:ext>
    </p:extLst>
  </p:cSld>
  <p:clrMapOvr>
    <a:masterClrMapping/>
  </p:clrMapOvr>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634922"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465087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7666830"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1068278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13698741"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634922"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465087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7666830"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1068278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13698741"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5"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96606232"/>
      </p:ext>
    </p:extLst>
  </p:cSld>
  <p:clrMapOvr>
    <a:masterClrMapping/>
  </p:clrMapOvr>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1284086"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5268258"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9252429"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13236600"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412145649"/>
      </p:ext>
    </p:extLst>
  </p:cSld>
  <p:clrMapOvr>
    <a:masterClrMapping/>
  </p:clrMapOvr>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774073"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4790027"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7805981"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10821936"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13837892"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2"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628904625"/>
      </p:ext>
    </p:extLst>
  </p:cSld>
  <p:clrMapOvr>
    <a:masterClrMapping/>
  </p:clrMapOvr>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3264694"/>
            <a:ext cx="6400800" cy="6284876"/>
          </a:xfrm>
        </p:spPr>
        <p:txBody>
          <a:bodyPr/>
          <a:lstStyle/>
          <a:p>
            <a:endParaRPr lang="id-ID"/>
          </a:p>
        </p:txBody>
      </p:sp>
      <p:sp>
        <p:nvSpPr>
          <p:cNvPr id="11" name="Picture Placeholder 2"/>
          <p:cNvSpPr>
            <a:spLocks noGrp="1"/>
          </p:cNvSpPr>
          <p:nvPr>
            <p:ph type="pic" sz="quarter" idx="12"/>
          </p:nvPr>
        </p:nvSpPr>
        <p:spPr>
          <a:xfrm>
            <a:off x="6609523" y="3264695"/>
            <a:ext cx="3766931" cy="2445027"/>
          </a:xfrm>
        </p:spPr>
        <p:txBody>
          <a:bodyPr/>
          <a:lstStyle/>
          <a:p>
            <a:endParaRPr lang="id-ID"/>
          </a:p>
        </p:txBody>
      </p:sp>
      <p:sp>
        <p:nvSpPr>
          <p:cNvPr id="12" name="Picture Placeholder 2"/>
          <p:cNvSpPr>
            <a:spLocks noGrp="1"/>
          </p:cNvSpPr>
          <p:nvPr>
            <p:ph type="pic" sz="quarter" idx="13"/>
          </p:nvPr>
        </p:nvSpPr>
        <p:spPr>
          <a:xfrm>
            <a:off x="10565297" y="3264695"/>
            <a:ext cx="3766931" cy="2445027"/>
          </a:xfrm>
        </p:spPr>
        <p:txBody>
          <a:bodyPr/>
          <a:lstStyle/>
          <a:p>
            <a:endParaRPr lang="id-ID"/>
          </a:p>
        </p:txBody>
      </p:sp>
      <p:sp>
        <p:nvSpPr>
          <p:cNvPr id="13" name="Picture Placeholder 2"/>
          <p:cNvSpPr>
            <a:spLocks noGrp="1"/>
          </p:cNvSpPr>
          <p:nvPr>
            <p:ph type="pic" sz="quarter" idx="14"/>
          </p:nvPr>
        </p:nvSpPr>
        <p:spPr>
          <a:xfrm>
            <a:off x="14521070" y="3264693"/>
            <a:ext cx="3766931" cy="2445027"/>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050714754"/>
      </p:ext>
    </p:extLst>
  </p:cSld>
  <p:clrMapOvr>
    <a:masterClrMapping/>
  </p:clrMapOvr>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3673337"/>
            <a:ext cx="18287999" cy="3323810"/>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145216809"/>
      </p:ext>
    </p:extLst>
  </p:cSld>
  <p:clrMapOvr>
    <a:masterClrMapping/>
  </p:clrMapOvr>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6182140"/>
            <a:ext cx="18287999" cy="4104861"/>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10025763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76" Type="http://schemas.openxmlformats.org/officeDocument/2006/relationships/slideLayout" Target="../slideLayouts/slideLayout87.xml"/><Relationship Id="rId7" Type="http://schemas.openxmlformats.org/officeDocument/2006/relationships/slideLayout" Target="../slideLayouts/slideLayout18.xml"/><Relationship Id="rId71" Type="http://schemas.openxmlformats.org/officeDocument/2006/relationships/slideLayout" Target="../slideLayouts/slideLayout8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61" Type="http://schemas.openxmlformats.org/officeDocument/2006/relationships/slideLayout" Target="../slideLayouts/slideLayout7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78"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77" Type="http://schemas.openxmlformats.org/officeDocument/2006/relationships/slideLayout" Target="../slideLayouts/slideLayout88.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slideLayout" Target="../slideLayouts/slideLayout86.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9" Type="http://schemas.openxmlformats.org/officeDocument/2006/relationships/slideLayout" Target="../slideLayouts/slideLayout127.xml"/><Relationship Id="rId21" Type="http://schemas.openxmlformats.org/officeDocument/2006/relationships/slideLayout" Target="../slideLayouts/slideLayout109.xml"/><Relationship Id="rId34" Type="http://schemas.openxmlformats.org/officeDocument/2006/relationships/slideLayout" Target="../slideLayouts/slideLayout122.xml"/><Relationship Id="rId42" Type="http://schemas.openxmlformats.org/officeDocument/2006/relationships/slideLayout" Target="../slideLayouts/slideLayout130.xml"/><Relationship Id="rId47" Type="http://schemas.openxmlformats.org/officeDocument/2006/relationships/slideLayout" Target="../slideLayouts/slideLayout135.xml"/><Relationship Id="rId50" Type="http://schemas.openxmlformats.org/officeDocument/2006/relationships/slideLayout" Target="../slideLayouts/slideLayout138.xml"/><Relationship Id="rId55" Type="http://schemas.openxmlformats.org/officeDocument/2006/relationships/slideLayout" Target="../slideLayouts/slideLayout143.xml"/><Relationship Id="rId63" Type="http://schemas.openxmlformats.org/officeDocument/2006/relationships/slideLayout" Target="../slideLayouts/slideLayout151.xml"/><Relationship Id="rId68" Type="http://schemas.openxmlformats.org/officeDocument/2006/relationships/slideLayout" Target="../slideLayouts/slideLayout156.xml"/><Relationship Id="rId76" Type="http://schemas.openxmlformats.org/officeDocument/2006/relationships/slideLayout" Target="../slideLayouts/slideLayout164.xml"/><Relationship Id="rId7" Type="http://schemas.openxmlformats.org/officeDocument/2006/relationships/slideLayout" Target="../slideLayouts/slideLayout95.xml"/><Relationship Id="rId71" Type="http://schemas.openxmlformats.org/officeDocument/2006/relationships/slideLayout" Target="../slideLayouts/slideLayout159.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9" Type="http://schemas.openxmlformats.org/officeDocument/2006/relationships/slideLayout" Target="../slideLayouts/slideLayout117.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40" Type="http://schemas.openxmlformats.org/officeDocument/2006/relationships/slideLayout" Target="../slideLayouts/slideLayout128.xml"/><Relationship Id="rId45" Type="http://schemas.openxmlformats.org/officeDocument/2006/relationships/slideLayout" Target="../slideLayouts/slideLayout133.xml"/><Relationship Id="rId53" Type="http://schemas.openxmlformats.org/officeDocument/2006/relationships/slideLayout" Target="../slideLayouts/slideLayout141.xml"/><Relationship Id="rId58" Type="http://schemas.openxmlformats.org/officeDocument/2006/relationships/slideLayout" Target="../slideLayouts/slideLayout146.xml"/><Relationship Id="rId66" Type="http://schemas.openxmlformats.org/officeDocument/2006/relationships/slideLayout" Target="../slideLayouts/slideLayout154.xml"/><Relationship Id="rId74" Type="http://schemas.openxmlformats.org/officeDocument/2006/relationships/slideLayout" Target="../slideLayouts/slideLayout162.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49" Type="http://schemas.openxmlformats.org/officeDocument/2006/relationships/slideLayout" Target="../slideLayouts/slideLayout137.xml"/><Relationship Id="rId57" Type="http://schemas.openxmlformats.org/officeDocument/2006/relationships/slideLayout" Target="../slideLayouts/slideLayout145.xml"/><Relationship Id="rId61" Type="http://schemas.openxmlformats.org/officeDocument/2006/relationships/slideLayout" Target="../slideLayouts/slideLayout149.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31" Type="http://schemas.openxmlformats.org/officeDocument/2006/relationships/slideLayout" Target="../slideLayouts/slideLayout119.xml"/><Relationship Id="rId44" Type="http://schemas.openxmlformats.org/officeDocument/2006/relationships/slideLayout" Target="../slideLayouts/slideLayout132.xml"/><Relationship Id="rId52" Type="http://schemas.openxmlformats.org/officeDocument/2006/relationships/slideLayout" Target="../slideLayouts/slideLayout140.xml"/><Relationship Id="rId60" Type="http://schemas.openxmlformats.org/officeDocument/2006/relationships/slideLayout" Target="../slideLayouts/slideLayout148.xml"/><Relationship Id="rId65" Type="http://schemas.openxmlformats.org/officeDocument/2006/relationships/slideLayout" Target="../slideLayouts/slideLayout153.xml"/><Relationship Id="rId73" Type="http://schemas.openxmlformats.org/officeDocument/2006/relationships/slideLayout" Target="../slideLayouts/slideLayout161.xml"/><Relationship Id="rId78" Type="http://schemas.openxmlformats.org/officeDocument/2006/relationships/theme" Target="../theme/theme3.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slideLayout" Target="../slideLayouts/slideLayout131.xml"/><Relationship Id="rId48" Type="http://schemas.openxmlformats.org/officeDocument/2006/relationships/slideLayout" Target="../slideLayouts/slideLayout136.xml"/><Relationship Id="rId56" Type="http://schemas.openxmlformats.org/officeDocument/2006/relationships/slideLayout" Target="../slideLayouts/slideLayout144.xml"/><Relationship Id="rId64" Type="http://schemas.openxmlformats.org/officeDocument/2006/relationships/slideLayout" Target="../slideLayouts/slideLayout152.xml"/><Relationship Id="rId69" Type="http://schemas.openxmlformats.org/officeDocument/2006/relationships/slideLayout" Target="../slideLayouts/slideLayout157.xml"/><Relationship Id="rId77" Type="http://schemas.openxmlformats.org/officeDocument/2006/relationships/slideLayout" Target="../slideLayouts/slideLayout165.xml"/><Relationship Id="rId8" Type="http://schemas.openxmlformats.org/officeDocument/2006/relationships/slideLayout" Target="../slideLayouts/slideLayout96.xml"/><Relationship Id="rId51" Type="http://schemas.openxmlformats.org/officeDocument/2006/relationships/slideLayout" Target="../slideLayouts/slideLayout139.xml"/><Relationship Id="rId72" Type="http://schemas.openxmlformats.org/officeDocument/2006/relationships/slideLayout" Target="../slideLayouts/slideLayout160.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slideLayout" Target="../slideLayouts/slideLayout134.xml"/><Relationship Id="rId59" Type="http://schemas.openxmlformats.org/officeDocument/2006/relationships/slideLayout" Target="../slideLayouts/slideLayout147.xml"/><Relationship Id="rId67" Type="http://schemas.openxmlformats.org/officeDocument/2006/relationships/slideLayout" Target="../slideLayouts/slideLayout155.xml"/><Relationship Id="rId20" Type="http://schemas.openxmlformats.org/officeDocument/2006/relationships/slideLayout" Target="../slideLayouts/slideLayout108.xml"/><Relationship Id="rId41" Type="http://schemas.openxmlformats.org/officeDocument/2006/relationships/slideLayout" Target="../slideLayouts/slideLayout129.xml"/><Relationship Id="rId54" Type="http://schemas.openxmlformats.org/officeDocument/2006/relationships/slideLayout" Target="../slideLayouts/slideLayout142.xml"/><Relationship Id="rId62" Type="http://schemas.openxmlformats.org/officeDocument/2006/relationships/slideLayout" Target="../slideLayouts/slideLayout150.xml"/><Relationship Id="rId70" Type="http://schemas.openxmlformats.org/officeDocument/2006/relationships/slideLayout" Target="../slideLayouts/slideLayout158.xml"/><Relationship Id="rId75" Type="http://schemas.openxmlformats.org/officeDocument/2006/relationships/slideLayout" Target="../slideLayouts/slideLayout163.xml"/><Relationship Id="rId1" Type="http://schemas.openxmlformats.org/officeDocument/2006/relationships/slideLayout" Target="../slideLayouts/slideLayout89.xml"/><Relationship Id="rId6"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marL="0" marR="0" lvl="0" indent="0" algn="l" defTabSz="1371600" rtl="0" eaLnBrk="1" fontAlgn="auto" latinLnBrk="0" hangingPunct="1">
              <a:lnSpc>
                <a:spcPct val="100000"/>
              </a:lnSpc>
              <a:spcBef>
                <a:spcPts val="0"/>
              </a:spcBef>
              <a:spcAft>
                <a:spcPts val="0"/>
              </a:spcAft>
              <a:buClrTx/>
              <a:buSzTx/>
              <a:buFontTx/>
              <a:buNone/>
              <a:tabLst/>
              <a:defRPr/>
            </a:pPr>
            <a:fld id="{3BB34C31-475E-4A2F-A9AA-BA95AC06B52C}" type="datetimeFigureOut">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24/05/2023</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marR="0" lvl="0" indent="0" algn="r" defTabSz="1371600" rtl="0" eaLnBrk="1" fontAlgn="auto" latinLnBrk="0" hangingPunct="1">
              <a:lnSpc>
                <a:spcPct val="100000"/>
              </a:lnSpc>
              <a:spcBef>
                <a:spcPts val="0"/>
              </a:spcBef>
              <a:spcAft>
                <a:spcPts val="0"/>
              </a:spcAft>
              <a:buClrTx/>
              <a:buSzTx/>
              <a:buFontTx/>
              <a:buNone/>
              <a:tabLst/>
              <a:defRPr/>
            </a:pPr>
            <a:fld id="{4631DBCB-4155-4B19-A4F9-A41664CA698D}" type="slidenum">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8" name="Oval 7"/>
          <p:cNvSpPr>
            <a:spLocks noChangeAspect="1"/>
          </p:cNvSpPr>
          <p:nvPr userDrawn="1"/>
        </p:nvSpPr>
        <p:spPr>
          <a:xfrm>
            <a:off x="16862421" y="328605"/>
            <a:ext cx="918000" cy="918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2700" b="0" i="0" u="none" strike="noStrike" kern="1200" cap="none" spc="0" normalizeH="0" baseline="0" noProof="0">
              <a:ln>
                <a:noFill/>
              </a:ln>
              <a:solidFill>
                <a:prstClr val="white"/>
              </a:solidFill>
              <a:effectLst/>
              <a:uLnTx/>
              <a:uFillTx/>
              <a:latin typeface="Lato Light"/>
              <a:ea typeface="+mn-ea"/>
              <a:cs typeface="+mn-cs"/>
            </a:endParaRPr>
          </a:p>
        </p:txBody>
      </p:sp>
      <p:sp>
        <p:nvSpPr>
          <p:cNvPr id="9" name="TextBox 8"/>
          <p:cNvSpPr txBox="1"/>
          <p:nvPr userDrawn="1"/>
        </p:nvSpPr>
        <p:spPr>
          <a:xfrm>
            <a:off x="16792163" y="547687"/>
            <a:ext cx="1058517" cy="415498"/>
          </a:xfrm>
          <a:prstGeom prst="rect">
            <a:avLst/>
          </a:prstGeom>
          <a:noFill/>
        </p:spPr>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fld id="{20D422CC-6A6A-4736-B86F-65856231DF03}" type="slidenum">
              <a:rPr kumimoji="0" lang="id-ID" sz="2100" b="0" i="0" u="none" strike="noStrike" kern="1200" cap="none" spc="0" normalizeH="0" baseline="0" noProof="0" smtClean="0">
                <a:ln>
                  <a:noFill/>
                </a:ln>
                <a:solidFill>
                  <a:prstClr val="white"/>
                </a:solidFill>
                <a:effectLst/>
                <a:uLnTx/>
                <a:uFillTx/>
                <a:latin typeface="Lato Light"/>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prstClr val="white"/>
              </a:solidFill>
              <a:effectLst/>
              <a:uLnTx/>
              <a:uFillTx/>
              <a:latin typeface="Lato Light"/>
              <a:ea typeface="+mn-ea"/>
              <a:cs typeface="+mn-cs"/>
            </a:endParaRPr>
          </a:p>
        </p:txBody>
      </p:sp>
    </p:spTree>
    <p:extLst>
      <p:ext uri="{BB962C8B-B14F-4D97-AF65-F5344CB8AC3E}">
        <p14:creationId xmlns:p14="http://schemas.microsoft.com/office/powerpoint/2010/main" val="21153627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1371600" rtl="0" eaLnBrk="1" latinLnBrk="0" hangingPunct="1">
        <a:lnSpc>
          <a:spcPct val="90000"/>
        </a:lnSpc>
        <a:spcBef>
          <a:spcPct val="0"/>
        </a:spcBef>
        <a:buNone/>
        <a:defRPr sz="6600" kern="1200">
          <a:solidFill>
            <a:schemeClr val="tx1"/>
          </a:solidFill>
          <a:latin typeface="Bebas Neue" panose="020B0606020202050201"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id-ID"/>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marL="0" marR="0" lvl="0" indent="0" algn="l" defTabSz="1371600" rtl="0" eaLnBrk="1" fontAlgn="auto" latinLnBrk="0" hangingPunct="1">
              <a:lnSpc>
                <a:spcPct val="100000"/>
              </a:lnSpc>
              <a:spcBef>
                <a:spcPts val="0"/>
              </a:spcBef>
              <a:spcAft>
                <a:spcPts val="0"/>
              </a:spcAft>
              <a:buClrTx/>
              <a:buSzTx/>
              <a:buFontTx/>
              <a:buNone/>
              <a:tabLst/>
              <a:defRPr/>
            </a:pPr>
            <a:fld id="{3BB34C31-475E-4A2F-A9AA-BA95AC06B52C}" type="datetimeFigureOut">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24/05/2023</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marR="0" lvl="0" indent="0" algn="r" defTabSz="1371600" rtl="0" eaLnBrk="1" fontAlgn="auto" latinLnBrk="0" hangingPunct="1">
              <a:lnSpc>
                <a:spcPct val="100000"/>
              </a:lnSpc>
              <a:spcBef>
                <a:spcPts val="0"/>
              </a:spcBef>
              <a:spcAft>
                <a:spcPts val="0"/>
              </a:spcAft>
              <a:buClrTx/>
              <a:buSzTx/>
              <a:buFontTx/>
              <a:buNone/>
              <a:tabLst/>
              <a:defRPr/>
            </a:pPr>
            <a:fld id="{4631DBCB-4155-4B19-A4F9-A41664CA698D}" type="slidenum">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8" name="Oval 7"/>
          <p:cNvSpPr>
            <a:spLocks noChangeAspect="1"/>
          </p:cNvSpPr>
          <p:nvPr userDrawn="1"/>
        </p:nvSpPr>
        <p:spPr>
          <a:xfrm>
            <a:off x="16862421" y="328605"/>
            <a:ext cx="918000" cy="918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2700" b="0" i="0" u="none" strike="noStrike" kern="1200" cap="none" spc="0" normalizeH="0" baseline="0" noProof="0">
              <a:ln>
                <a:noFill/>
              </a:ln>
              <a:solidFill>
                <a:prstClr val="white"/>
              </a:solidFill>
              <a:effectLst/>
              <a:uLnTx/>
              <a:uFillTx/>
              <a:latin typeface="Lato Light"/>
              <a:ea typeface="+mn-ea"/>
              <a:cs typeface="+mn-cs"/>
            </a:endParaRPr>
          </a:p>
        </p:txBody>
      </p:sp>
      <p:sp>
        <p:nvSpPr>
          <p:cNvPr id="9" name="TextBox 8"/>
          <p:cNvSpPr txBox="1"/>
          <p:nvPr userDrawn="1"/>
        </p:nvSpPr>
        <p:spPr>
          <a:xfrm>
            <a:off x="16792163" y="547687"/>
            <a:ext cx="1058517" cy="415498"/>
          </a:xfrm>
          <a:prstGeom prst="rect">
            <a:avLst/>
          </a:prstGeom>
          <a:noFill/>
        </p:spPr>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fld id="{20D422CC-6A6A-4736-B86F-65856231DF03}" type="slidenum">
              <a:rPr kumimoji="0" lang="id-ID" sz="2100" b="0" i="0" u="none" strike="noStrike" kern="1200" cap="none" spc="0" normalizeH="0" baseline="0" noProof="0" smtClean="0">
                <a:ln>
                  <a:noFill/>
                </a:ln>
                <a:solidFill>
                  <a:prstClr val="white"/>
                </a:solidFill>
                <a:effectLst/>
                <a:uLnTx/>
                <a:uFillTx/>
                <a:latin typeface="Lato Light"/>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prstClr val="white"/>
              </a:solidFill>
              <a:effectLst/>
              <a:uLnTx/>
              <a:uFillTx/>
              <a:latin typeface="Lato Light"/>
              <a:ea typeface="+mn-ea"/>
              <a:cs typeface="+mn-cs"/>
            </a:endParaRPr>
          </a:p>
        </p:txBody>
      </p:sp>
    </p:spTree>
    <p:extLst>
      <p:ext uri="{BB962C8B-B14F-4D97-AF65-F5344CB8AC3E}">
        <p14:creationId xmlns:p14="http://schemas.microsoft.com/office/powerpoint/2010/main" val="270421037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 id="2147483796" r:id="rId58"/>
    <p:sldLayoutId id="2147483797" r:id="rId59"/>
    <p:sldLayoutId id="2147483798" r:id="rId60"/>
    <p:sldLayoutId id="2147483799" r:id="rId61"/>
    <p:sldLayoutId id="2147483800" r:id="rId62"/>
    <p:sldLayoutId id="2147483801" r:id="rId63"/>
    <p:sldLayoutId id="2147483802" r:id="rId64"/>
    <p:sldLayoutId id="2147483803" r:id="rId65"/>
    <p:sldLayoutId id="2147483804" r:id="rId66"/>
    <p:sldLayoutId id="2147483805" r:id="rId67"/>
    <p:sldLayoutId id="2147483806" r:id="rId68"/>
    <p:sldLayoutId id="2147483807" r:id="rId69"/>
    <p:sldLayoutId id="2147483808" r:id="rId70"/>
    <p:sldLayoutId id="2147483809" r:id="rId71"/>
    <p:sldLayoutId id="2147483810" r:id="rId72"/>
    <p:sldLayoutId id="2147483811" r:id="rId73"/>
    <p:sldLayoutId id="2147483812" r:id="rId74"/>
    <p:sldLayoutId id="2147483813" r:id="rId75"/>
    <p:sldLayoutId id="2147483814" r:id="rId76"/>
    <p:sldLayoutId id="2147483815" r:id="rId7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1371600" rtl="0" eaLnBrk="1" latinLnBrk="0" hangingPunct="1">
        <a:lnSpc>
          <a:spcPct val="90000"/>
        </a:lnSpc>
        <a:spcBef>
          <a:spcPct val="0"/>
        </a:spcBef>
        <a:buNone/>
        <a:defRPr sz="6600" kern="1200">
          <a:solidFill>
            <a:schemeClr val="tx1"/>
          </a:solidFill>
          <a:latin typeface="Bebas Neue" panose="020B0606020202050201"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id-ID"/>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8.wmf"/><Relationship Id="rId2" Type="http://schemas.openxmlformats.org/officeDocument/2006/relationships/slideLayout" Target="../slideLayouts/slideLayout8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9.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7.xml"/><Relationship Id="rId7" Type="http://schemas.openxmlformats.org/officeDocument/2006/relationships/image" Target="../media/image11.wmf"/><Relationship Id="rId2" Type="http://schemas.openxmlformats.org/officeDocument/2006/relationships/slideLayout" Target="../slideLayouts/slideLayout89.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9.xml"/><Relationship Id="rId1" Type="http://schemas.openxmlformats.org/officeDocument/2006/relationships/vmlDrawing" Target="../drawings/vmlDrawing3.v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8.png"/><Relationship Id="rId2" Type="http://schemas.openxmlformats.org/officeDocument/2006/relationships/slideLayout" Target="../slideLayouts/slideLayout89.xml"/><Relationship Id="rId1" Type="http://schemas.openxmlformats.org/officeDocument/2006/relationships/vmlDrawing" Target="../drawings/vmlDrawing4.v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9.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9.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9.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9.xml"/><Relationship Id="rId1" Type="http://schemas.openxmlformats.org/officeDocument/2006/relationships/vmlDrawing" Target="../drawings/vmlDrawing6.vml"/><Relationship Id="rId5" Type="http://schemas.openxmlformats.org/officeDocument/2006/relationships/image" Target="../media/image29.wmf"/><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9.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9.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12.bin"/><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notesSlide" Target="../notesSlides/notesSlide19.xml"/><Relationship Id="rId7" Type="http://schemas.openxmlformats.org/officeDocument/2006/relationships/oleObject" Target="../embeddings/oleObject14.bin"/><Relationship Id="rId12" Type="http://schemas.openxmlformats.org/officeDocument/2006/relationships/image" Target="../media/image36.wmf"/><Relationship Id="rId2" Type="http://schemas.openxmlformats.org/officeDocument/2006/relationships/slideLayout" Target="../slideLayouts/slideLayout89.xml"/><Relationship Id="rId1" Type="http://schemas.openxmlformats.org/officeDocument/2006/relationships/vmlDrawing" Target="../drawings/vmlDrawing8.vml"/><Relationship Id="rId6" Type="http://schemas.openxmlformats.org/officeDocument/2006/relationships/image" Target="../media/image34.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9.wmf"/><Relationship Id="rId4" Type="http://schemas.openxmlformats.org/officeDocument/2006/relationships/image" Target="../media/image37.png"/><Relationship Id="rId9"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89.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9.xml"/></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Picture 2" descr="Arduino Pwm In Arduino | Arduin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152900"/>
            <a:ext cx="9677400" cy="483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5933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dirty="0"/>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spTree>
    <p:extLst>
      <p:ext uri="{BB962C8B-B14F-4D97-AF65-F5344CB8AC3E}">
        <p14:creationId xmlns:p14="http://schemas.microsoft.com/office/powerpoint/2010/main" val="262400386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KỸ THUẬT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rotWithShape="1">
          <a:blip r:embed="rId3"/>
          <a:srcRect t="3968"/>
          <a:stretch/>
        </p:blipFill>
        <p:spPr>
          <a:xfrm>
            <a:off x="6705600" y="2171700"/>
            <a:ext cx="10908927" cy="4953001"/>
          </a:xfrm>
          <a:prstGeom prst="rect">
            <a:avLst/>
          </a:prstGeom>
        </p:spPr>
      </p:pic>
      <p:sp>
        <p:nvSpPr>
          <p:cNvPr id="24" name="Rectangle 23"/>
          <p:cNvSpPr/>
          <p:nvPr/>
        </p:nvSpPr>
        <p:spPr>
          <a:xfrm>
            <a:off x="457200" y="2010184"/>
            <a:ext cx="670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Nhận xét: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Chu kỳ của 3 xung trên là như nhau.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Hệ số công tác là khác nhau.</a:t>
            </a:r>
          </a:p>
        </p:txBody>
      </p:sp>
      <p:sp>
        <p:nvSpPr>
          <p:cNvPr id="25" name="Rectangle 24"/>
          <p:cNvSpPr/>
          <p:nvPr/>
        </p:nvSpPr>
        <p:spPr>
          <a:xfrm>
            <a:off x="457200" y="4854682"/>
            <a:ext cx="670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Tạo xung ở ngõ RC0, với chu kỳ là 10 ms, duty = 50%.</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a:solidFill>
                  <a:srgbClr val="002060"/>
                </a:solidFill>
                <a:latin typeface="Times New Roman" panose="02020603050405020304" pitchFamily="18" charset="0"/>
                <a:cs typeface="Times New Roman" panose="02020603050405020304" pitchFamily="18" charset="0"/>
              </a:rPr>
              <a:t> </a:t>
            </a:r>
            <a:r>
              <a:rPr lang="vi-VN" sz="3600" i="1" smtClean="0">
                <a:solidFill>
                  <a:srgbClr val="002060"/>
                </a:solidFill>
                <a:latin typeface="Times New Roman" panose="02020603050405020304" pitchFamily="18" charset="0"/>
                <a:cs typeface="Times New Roman" panose="02020603050405020304" pitchFamily="18" charset="0"/>
              </a:rPr>
              <a:t>OUTPUT_TOGGLE(PIN_XY);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 DELAY_MS(5);</a:t>
            </a:r>
          </a:p>
        </p:txBody>
      </p:sp>
      <p:sp>
        <p:nvSpPr>
          <p:cNvPr id="26" name="Rectangle 25"/>
          <p:cNvSpPr/>
          <p:nvPr/>
        </p:nvSpPr>
        <p:spPr>
          <a:xfrm>
            <a:off x="457200" y="7962900"/>
            <a:ext cx="172974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smtClean="0">
                <a:solidFill>
                  <a:srgbClr val="002060"/>
                </a:solidFill>
                <a:latin typeface="Times New Roman" panose="02020603050405020304" pitchFamily="18" charset="0"/>
                <a:cs typeface="Times New Roman" panose="02020603050405020304" pitchFamily="18" charset="0"/>
              </a:rPr>
              <a:t>Trên thực tế, người ta tích hợp sẳn bộ điều chế độ rộng xung bên trong vi điều khiển để thuận lợi trong việc sử dụng.</a:t>
            </a:r>
            <a:endPar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07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circle(in)">
                                      <p:cBhvr>
                                        <p:cTn id="34"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24" grpId="0"/>
      <p:bldP spid="25"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KỸ THUẬT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6" name="Rectangle 25"/>
          <p:cNvSpPr/>
          <p:nvPr/>
        </p:nvSpPr>
        <p:spPr>
          <a:xfrm>
            <a:off x="457200" y="7581900"/>
            <a:ext cx="17297400" cy="1754326"/>
          </a:xfrm>
          <a:prstGeom prst="rect">
            <a:avLst/>
          </a:prstGeom>
        </p:spPr>
        <p:txBody>
          <a:bodyPr wrap="square">
            <a:spAutoFit/>
          </a:bodyPr>
          <a:lstStyle/>
          <a:p>
            <a:pPr lvl="0" algn="just"/>
            <a:r>
              <a:rPr lang="vi-VN" sz="3600">
                <a:solidFill>
                  <a:srgbClr val="002060"/>
                </a:solidFill>
                <a:latin typeface="Times New Roman" panose="02020603050405020304" pitchFamily="18" charset="0"/>
                <a:cs typeface="Times New Roman" panose="02020603050405020304" pitchFamily="18" charset="0"/>
              </a:rPr>
              <a:t>Nguyên lý điều chế độ rộng xung là mạch tạo ra xung vuông có chu kỳ là hằng số nhưng hệ </a:t>
            </a:r>
          </a:p>
          <a:p>
            <a:pPr lvl="0" algn="just"/>
            <a:r>
              <a:rPr lang="vi-VN" sz="3600">
                <a:solidFill>
                  <a:srgbClr val="002060"/>
                </a:solidFill>
                <a:latin typeface="Times New Roman" panose="02020603050405020304" pitchFamily="18" charset="0"/>
                <a:cs typeface="Times New Roman" panose="02020603050405020304" pitchFamily="18" charset="0"/>
              </a:rPr>
              <a:t>số công tác (còn gọi là hệ số chu kỳ - duty cycle) có thể thay đổi được. Sự thay đổi của hệ số chu </a:t>
            </a:r>
            <a:r>
              <a:rPr lang="vi-VN" sz="3600" smtClean="0">
                <a:solidFill>
                  <a:srgbClr val="002060"/>
                </a:solidFill>
                <a:latin typeface="Times New Roman" panose="02020603050405020304" pitchFamily="18" charset="0"/>
                <a:cs typeface="Times New Roman" panose="02020603050405020304" pitchFamily="18" charset="0"/>
              </a:rPr>
              <a:t>kỳ </a:t>
            </a:r>
            <a:r>
              <a:rPr lang="vi-VN" sz="3600">
                <a:solidFill>
                  <a:srgbClr val="002060"/>
                </a:solidFill>
                <a:latin typeface="Times New Roman" panose="02020603050405020304" pitchFamily="18" charset="0"/>
                <a:cs typeface="Times New Roman" panose="02020603050405020304" pitchFamily="18" charset="0"/>
              </a:rPr>
              <a:t>làm thay đổi điện áp trung bình hoặc dòng điện trung bình.</a:t>
            </a:r>
          </a:p>
        </p:txBody>
      </p:sp>
      <p:pic>
        <p:nvPicPr>
          <p:cNvPr id="2050" name="Picture 2" descr="Getting Started Kit - LED Brightness - Phidget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0746" y="2314480"/>
            <a:ext cx="10688254" cy="43701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rotWithShape="1">
          <a:blip r:embed="rId4"/>
          <a:srcRect t="3704"/>
          <a:stretch/>
        </p:blipFill>
        <p:spPr>
          <a:xfrm>
            <a:off x="11049000" y="723900"/>
            <a:ext cx="7130135" cy="6275074"/>
          </a:xfrm>
          <a:prstGeom prst="rect">
            <a:avLst/>
          </a:prstGeom>
        </p:spPr>
      </p:pic>
    </p:spTree>
    <p:extLst>
      <p:ext uri="{BB962C8B-B14F-4D97-AF65-F5344CB8AC3E}">
        <p14:creationId xmlns:p14="http://schemas.microsoft.com/office/powerpoint/2010/main" val="169948434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11694806"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CÂU LỆNH ĐIỀU KHIỂN VÀ TÍNH TOÁN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2</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45" name="Rounded Rectangle 44"/>
          <p:cNvSpPr/>
          <p:nvPr/>
        </p:nvSpPr>
        <p:spPr>
          <a:xfrm rot="16200000">
            <a:off x="8323657" y="344602"/>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Rectangle 61"/>
          <p:cNvSpPr/>
          <p:nvPr/>
        </p:nvSpPr>
        <p:spPr>
          <a:xfrm>
            <a:off x="5562600" y="3488536"/>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 CÂU LỆNH ĐIỀU KHIỂN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63" name="Rounded Rectangle 62"/>
          <p:cNvSpPr/>
          <p:nvPr/>
        </p:nvSpPr>
        <p:spPr>
          <a:xfrm rot="16200000">
            <a:off x="8323656" y="2304366"/>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Rectangle 63"/>
          <p:cNvSpPr/>
          <p:nvPr/>
        </p:nvSpPr>
        <p:spPr>
          <a:xfrm>
            <a:off x="5943600" y="544830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 TÍNH TOÁN PWM</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2162311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200"/>
                                        <p:tgtEl>
                                          <p:spTgt spid="45"/>
                                        </p:tgtEl>
                                        <p:attrNameLst>
                                          <p:attrName>ppt_y</p:attrName>
                                        </p:attrNameLst>
                                      </p:cBhvr>
                                      <p:tavLst>
                                        <p:tav tm="0">
                                          <p:val>
                                            <p:strVal val="#ppt_y+#ppt_h*1.125000"/>
                                          </p:val>
                                        </p:tav>
                                        <p:tav tm="100000">
                                          <p:val>
                                            <p:strVal val="#ppt_y"/>
                                          </p:val>
                                        </p:tav>
                                      </p:tavLst>
                                    </p:anim>
                                    <p:animEffect transition="in" filter="wipe(up)">
                                      <p:cBhvr>
                                        <p:cTn id="8" dur="200"/>
                                        <p:tgtEl>
                                          <p:spTgt spid="45"/>
                                        </p:tgtEl>
                                      </p:cBhvr>
                                    </p:animEffect>
                                  </p:childTnLst>
                                </p:cTn>
                              </p:par>
                            </p:childTnLst>
                          </p:cTn>
                        </p:par>
                        <p:par>
                          <p:cTn id="9" fill="hold">
                            <p:stCondLst>
                              <p:cond delay="200"/>
                            </p:stCondLst>
                            <p:childTnLst>
                              <p:par>
                                <p:cTn id="10" presetID="12" presetClass="entr" presetSubtype="4"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200"/>
                                        <p:tgtEl>
                                          <p:spTgt spid="63"/>
                                        </p:tgtEl>
                                        <p:attrNameLst>
                                          <p:attrName>ppt_y</p:attrName>
                                        </p:attrNameLst>
                                      </p:cBhvr>
                                      <p:tavLst>
                                        <p:tav tm="0">
                                          <p:val>
                                            <p:strVal val="#ppt_y+#ppt_h*1.125000"/>
                                          </p:val>
                                        </p:tav>
                                        <p:tav tm="100000">
                                          <p:val>
                                            <p:strVal val="#ppt_y"/>
                                          </p:val>
                                        </p:tav>
                                      </p:tavLst>
                                    </p:anim>
                                    <p:animEffect transition="in" filter="wipe(up)">
                                      <p:cBhvr>
                                        <p:cTn id="13" dur="2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736629" y="2903041"/>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Chú ý rằng, khi sử dụng PWM thì cần kết hợp với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Timer2,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với X là bộ chia trước X có thể là </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1, 4</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16 , bộ chia sau thường là 1.</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762032" y="2091626"/>
            <a:ext cx="10515568" cy="646331"/>
          </a:xfrm>
          <a:prstGeom prst="rect">
            <a:avLst/>
          </a:prstGeom>
          <a:solidFill>
            <a:schemeClr val="accent4">
              <a:lumMod val="40000"/>
              <a:lumOff val="60000"/>
            </a:schemeClr>
          </a:solidFill>
        </p:spPr>
        <p:txBody>
          <a:bodyPr wrap="square">
            <a:spAutoFit/>
          </a:bodyPr>
          <a:lstStyle/>
          <a:p>
            <a:r>
              <a:rPr lang="vi-VN" sz="3600" smtClean="0">
                <a:solidFill>
                  <a:srgbClr val="002060"/>
                </a:solidFill>
                <a:latin typeface="Times New Roman" panose="02020603050405020304" pitchFamily="18" charset="0"/>
                <a:cs typeface="Times New Roman" panose="02020603050405020304" pitchFamily="18" charset="0"/>
              </a:rPr>
              <a:t>1. </a:t>
            </a:r>
            <a:r>
              <a:rPr lang="vi-VN" sz="3600" smtClean="0">
                <a:solidFill>
                  <a:srgbClr val="002060"/>
                </a:solidFill>
                <a:latin typeface="Times New Roman" panose="02020603050405020304" pitchFamily="18" charset="0"/>
                <a:cs typeface="Times New Roman" panose="02020603050405020304" pitchFamily="18" charset="0"/>
              </a:rPr>
              <a:t>SETUP_TIMER_2(T2_DIV_BY_16, </a:t>
            </a:r>
            <a:r>
              <a:rPr lang="vi-VN" sz="3600" smtClean="0">
                <a:solidFill>
                  <a:srgbClr val="002060"/>
                </a:solidFill>
                <a:latin typeface="Times New Roman" panose="02020603050405020304" pitchFamily="18" charset="0"/>
                <a:cs typeface="Times New Roman" panose="02020603050405020304" pitchFamily="18" charset="0"/>
              </a:rPr>
              <a:t>PR2, 1);</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62032" y="4322297"/>
            <a:ext cx="4084254" cy="646331"/>
          </a:xfrm>
          <a:prstGeom prst="rect">
            <a:avLst/>
          </a:prstGeom>
          <a:solidFill>
            <a:schemeClr val="accent4">
              <a:lumMod val="40000"/>
              <a:lumOff val="60000"/>
            </a:schemeClr>
          </a:solidFill>
        </p:spPr>
        <p:txBody>
          <a:bodyPr wrap="square">
            <a:spAutoFit/>
          </a:bodyPr>
          <a:lstStyle/>
          <a:p>
            <a:r>
              <a:rPr lang="vi-VN" sz="3600" smtClean="0">
                <a:solidFill>
                  <a:srgbClr val="002060"/>
                </a:solidFill>
                <a:latin typeface="Times New Roman" panose="02020603050405020304" pitchFamily="18" charset="0"/>
                <a:cs typeface="Times New Roman" panose="02020603050405020304" pitchFamily="18" charset="0"/>
              </a:rPr>
              <a:t>2. SET_TIMER2(0);</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736630" y="5329611"/>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Giá trị setting ban đầu cho timer2 thường là 0.</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12"/>
          <p:cNvSpPr/>
          <p:nvPr/>
        </p:nvSpPr>
        <p:spPr>
          <a:xfrm>
            <a:off x="736630" y="6509068"/>
            <a:ext cx="6008913" cy="1200329"/>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3</a:t>
            </a:r>
            <a:r>
              <a:rPr lang="vi-VN" sz="3600" smtClean="0">
                <a:solidFill>
                  <a:srgbClr val="002060"/>
                </a:solidFill>
                <a:latin typeface="Times New Roman" panose="02020603050405020304" pitchFamily="18" charset="0"/>
                <a:cs typeface="Times New Roman" panose="02020603050405020304" pitchFamily="18" charset="0"/>
              </a:rPr>
              <a:t>. SETUP_CCPX(CCP_OFF);</a:t>
            </a:r>
          </a:p>
          <a:p>
            <a:r>
              <a:rPr lang="vi-VN" sz="360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   OUTPUT_LOW(PIN_CY);</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754773" y="8267700"/>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Hai câu lệnh này thường đi chung để thực hiện việc ngưng khối PWM, không phát xung ở ngõ ra. Thường nằm ở phần thiết lập mặc định cũng như các điều kiện tắt xung với nút nhấn.</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93190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heel(1)">
                                      <p:cBhvr>
                                        <p:cTn id="20" dur="20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Vertic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2" grpId="0"/>
      <p:bldP spid="10" grpId="0" animBg="1"/>
      <p:bldP spid="11" grpId="0" animBg="1"/>
      <p:bldP spid="12" grpId="0"/>
      <p:bldP spid="13" grpId="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736629" y="2903041"/>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Khởi tạo khối PWM, cho phép bắt đầu phát xung ở ngõ ra.</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Chú ý, ngõ ra CCP1 tương ứng chân C2, và ngõ ra CCP2 tương ứng chân C1.</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762032" y="2091626"/>
            <a:ext cx="9133114" cy="646331"/>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4</a:t>
            </a:r>
            <a:r>
              <a:rPr lang="vi-VN" sz="3600" smtClean="0">
                <a:solidFill>
                  <a:srgbClr val="002060"/>
                </a:solidFill>
                <a:latin typeface="Times New Roman" panose="02020603050405020304" pitchFamily="18" charset="0"/>
                <a:cs typeface="Times New Roman" panose="02020603050405020304" pitchFamily="18" charset="0"/>
              </a:rPr>
              <a:t>. SETUP_CCPX(CCP_PWM);</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58403" y="4329542"/>
            <a:ext cx="7619968" cy="646331"/>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5</a:t>
            </a:r>
            <a:r>
              <a:rPr lang="vi-VN" sz="3600"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SET_PWMX_DUTY(VALUE</a:t>
            </a:r>
            <a:r>
              <a:rPr lang="vi-VN" sz="3600" smtClean="0">
                <a:solidFill>
                  <a:srgbClr val="002060"/>
                </a:solidFill>
                <a:latin typeface="Times New Roman" panose="02020603050405020304" pitchFamily="18" charset="0"/>
                <a:cs typeface="Times New Roman" panose="02020603050405020304" pitchFamily="18" charset="0"/>
              </a:rPr>
              <a:t>);</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854779" y="5286762"/>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Xác định xung được phát ra với duty cho trước bằng cách tính toán giá trị cho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Chú ý, khi mô phỏng trên proteus thì luôn nhớ cần phải </a:t>
            </a:r>
            <a:r>
              <a:rPr lang="vi-VN" sz="3600" b="1" i="1" smtClean="0">
                <a:solidFill>
                  <a:srgbClr val="002060"/>
                </a:solidFill>
                <a:latin typeface="Times New Roman" panose="02020603050405020304" pitchFamily="18" charset="0"/>
                <a:cs typeface="Times New Roman" panose="02020603050405020304" pitchFamily="18" charset="0"/>
              </a:rPr>
              <a:t>ép kiểu</a:t>
            </a:r>
            <a:r>
              <a:rPr lang="vi-VN" sz="3600" i="1" smtClean="0">
                <a:solidFill>
                  <a:srgbClr val="002060"/>
                </a:solidFill>
                <a:latin typeface="Times New Roman" panose="02020603050405020304" pitchFamily="18" charset="0"/>
                <a:cs typeface="Times New Roman" panose="02020603050405020304" pitchFamily="18" charset="0"/>
              </a:rPr>
              <a:t> cho value, câu lệnh cụ thể:</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SET_PWMX_DUTY((INT16) VALUE); thì</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kết quả mô phỏng mới chính xác.</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5" name="Rectangle 14"/>
          <p:cNvSpPr/>
          <p:nvPr/>
        </p:nvSpPr>
        <p:spPr>
          <a:xfrm>
            <a:off x="736628" y="7064674"/>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i="1" smtClean="0">
                <a:solidFill>
                  <a:srgbClr val="002060"/>
                </a:solidFill>
                <a:latin typeface="Times New Roman" panose="02020603050405020304" pitchFamily="18" charset="0"/>
                <a:cs typeface="Times New Roman" panose="02020603050405020304" pitchFamily="18" charset="0"/>
              </a:rPr>
              <a:t>Ví dụ: </a:t>
            </a:r>
            <a:r>
              <a:rPr lang="vi-VN" sz="3600" i="1" smtClean="0">
                <a:solidFill>
                  <a:srgbClr val="002060"/>
                </a:solidFill>
                <a:latin typeface="Times New Roman" panose="02020603050405020304" pitchFamily="18" charset="0"/>
                <a:cs typeface="Times New Roman" panose="02020603050405020304" pitchFamily="18" charset="0"/>
              </a:rPr>
              <a:t>Một xung PWM được phát với thông số maxduty = 1000, để xung ra với duty = 70% thì giá trị value cần nạp vào là bao nhiêu? </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SET_PWM1_DUTY(700);</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6298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1000"/>
                                        <p:tgtEl>
                                          <p:spTgt spid="62"/>
                                        </p:tgtEl>
                                      </p:cBhvr>
                                    </p:animEffect>
                                    <p:anim calcmode="lin" valueType="num">
                                      <p:cBhvr>
                                        <p:cTn id="20" dur="1000" fill="hold"/>
                                        <p:tgtEl>
                                          <p:spTgt spid="62"/>
                                        </p:tgtEl>
                                        <p:attrNameLst>
                                          <p:attrName>ppt_x</p:attrName>
                                        </p:attrNameLst>
                                      </p:cBhvr>
                                      <p:tavLst>
                                        <p:tav tm="0">
                                          <p:val>
                                            <p:strVal val="#ppt_x"/>
                                          </p:val>
                                        </p:tav>
                                        <p:tav tm="100000">
                                          <p:val>
                                            <p:strVal val="#ppt_x"/>
                                          </p:val>
                                        </p:tav>
                                      </p:tavLst>
                                    </p:anim>
                                    <p:anim calcmode="lin" valueType="num">
                                      <p:cBhvr>
                                        <p:cTn id="2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wheel(1)">
                                      <p:cBhvr>
                                        <p:cTn id="31" dur="2000"/>
                                        <p:tgtEl>
                                          <p:spTgt spid="12">
                                            <p:txEl>
                                              <p:pRg st="0" end="0"/>
                                            </p:txEl>
                                          </p:spTgt>
                                        </p:tgtEl>
                                      </p:cBhvr>
                                    </p:animEffect>
                                  </p:childTnLst>
                                </p:cTn>
                              </p:par>
                              <p:par>
                                <p:cTn id="32" presetID="21" presetClass="entr" presetSubtype="1" fill="hold" nodeType="withEffect">
                                  <p:stCondLst>
                                    <p:cond delay="0"/>
                                  </p:stCondLst>
                                  <p:childTnLst>
                                    <p:set>
                                      <p:cBhvr>
                                        <p:cTn id="33" dur="1" fill="hold">
                                          <p:stCondLst>
                                            <p:cond delay="0"/>
                                          </p:stCondLst>
                                        </p:cTn>
                                        <p:tgtEl>
                                          <p:spTgt spid="12">
                                            <p:txEl>
                                              <p:pRg st="1" end="1"/>
                                            </p:txEl>
                                          </p:spTgt>
                                        </p:tgtEl>
                                        <p:attrNameLst>
                                          <p:attrName>style.visibility</p:attrName>
                                        </p:attrNameLst>
                                      </p:cBhvr>
                                      <p:to>
                                        <p:strVal val="visible"/>
                                      </p:to>
                                    </p:set>
                                    <p:animEffect transition="in" filter="wheel(1)">
                                      <p:cBhvr>
                                        <p:cTn id="34" dur="2000"/>
                                        <p:tgtEl>
                                          <p:spTgt spid="12">
                                            <p:txEl>
                                              <p:pRg st="1" end="1"/>
                                            </p:txEl>
                                          </p:spTgt>
                                        </p:tgtEl>
                                      </p:cBhvr>
                                    </p:animEffect>
                                  </p:childTnLst>
                                </p:cTn>
                              </p:par>
                              <p:par>
                                <p:cTn id="35" presetID="21" presetClass="entr" presetSubtype="1" fill="hold" nodeType="with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animEffect transition="in" filter="wheel(1)">
                                      <p:cBhvr>
                                        <p:cTn id="37" dur="2000"/>
                                        <p:tgtEl>
                                          <p:spTgt spid="1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42" dur="500"/>
                                        <p:tgtEl>
                                          <p:spTgt spid="1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animEffect transition="in" filter="wipe(down)">
                                      <p:cBhvr>
                                        <p:cTn id="4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2" grpId="0"/>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TÍNH TOÁN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530676" y="542220"/>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2.1.1 Tính toán giá trị PR2 cho timer 2</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11"/>
          <p:cNvSpPr/>
          <p:nvPr/>
        </p:nvSpPr>
        <p:spPr>
          <a:xfrm>
            <a:off x="990601" y="2808746"/>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Dựa vào chu kỳ xung PWM đề bài cho sẳn, ta cần phải xác định giá trị tràn timer 2 (PR2) cho timer 2 được cho bởi công thức:</a:t>
            </a:r>
            <a:endParaRPr kumimoji="0" lang="en-US" sz="3600"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5" name="Rectangle 14"/>
          <p:cNvSpPr/>
          <p:nvPr/>
        </p:nvSpPr>
        <p:spPr>
          <a:xfrm>
            <a:off x="6985012" y="4277820"/>
            <a:ext cx="243477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Trong đó: </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796275617"/>
              </p:ext>
            </p:extLst>
          </p:nvPr>
        </p:nvGraphicFramePr>
        <p:xfrm>
          <a:off x="1318209" y="4533900"/>
          <a:ext cx="4914171" cy="1478600"/>
        </p:xfrm>
        <a:graphic>
          <a:graphicData uri="http://schemas.openxmlformats.org/presentationml/2006/ole">
            <mc:AlternateContent xmlns:mc="http://schemas.openxmlformats.org/markup-compatibility/2006">
              <mc:Choice xmlns:v="urn:schemas-microsoft-com:vml" Requires="v">
                <p:oleObj spid="_x0000_s4146" name="Equation" r:id="rId4" imgW="1434960" imgH="431640" progId="Equation.DSMT4">
                  <p:embed/>
                </p:oleObj>
              </mc:Choice>
              <mc:Fallback>
                <p:oleObj name="Equation" r:id="rId4" imgW="1434960" imgH="431640" progId="Equation.DSMT4">
                  <p:embed/>
                  <p:pic>
                    <p:nvPicPr>
                      <p:cNvPr id="0" name=""/>
                      <p:cNvPicPr/>
                      <p:nvPr/>
                    </p:nvPicPr>
                    <p:blipFill>
                      <a:blip r:embed="rId5"/>
                      <a:stretch>
                        <a:fillRect/>
                      </a:stretch>
                    </p:blipFill>
                    <p:spPr>
                      <a:xfrm>
                        <a:off x="1318209" y="4533900"/>
                        <a:ext cx="4914171" cy="1478600"/>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183975510"/>
              </p:ext>
            </p:extLst>
          </p:nvPr>
        </p:nvGraphicFramePr>
        <p:xfrm>
          <a:off x="9084460" y="4336702"/>
          <a:ext cx="1318987" cy="1874350"/>
        </p:xfrm>
        <a:graphic>
          <a:graphicData uri="http://schemas.openxmlformats.org/presentationml/2006/ole">
            <mc:AlternateContent xmlns:mc="http://schemas.openxmlformats.org/markup-compatibility/2006">
              <mc:Choice xmlns:v="urn:schemas-microsoft-com:vml" Requires="v">
                <p:oleObj spid="_x0000_s4147" name="Equation" r:id="rId6" imgW="482400" imgH="685800" progId="Equation.DSMT4">
                  <p:embed/>
                </p:oleObj>
              </mc:Choice>
              <mc:Fallback>
                <p:oleObj name="Equation" r:id="rId6" imgW="482400" imgH="685800" progId="Equation.DSMT4">
                  <p:embed/>
                  <p:pic>
                    <p:nvPicPr>
                      <p:cNvPr id="0" name=""/>
                      <p:cNvPicPr/>
                      <p:nvPr/>
                    </p:nvPicPr>
                    <p:blipFill>
                      <a:blip r:embed="rId7"/>
                      <a:stretch>
                        <a:fillRect/>
                      </a:stretch>
                    </p:blipFill>
                    <p:spPr>
                      <a:xfrm>
                        <a:off x="9084460" y="4336702"/>
                        <a:ext cx="1318987" cy="1874350"/>
                      </a:xfrm>
                      <a:prstGeom prst="rect">
                        <a:avLst/>
                      </a:prstGeom>
                    </p:spPr>
                  </p:pic>
                </p:oleObj>
              </mc:Fallback>
            </mc:AlternateContent>
          </a:graphicData>
        </a:graphic>
      </p:graphicFrame>
      <p:sp>
        <p:nvSpPr>
          <p:cNvPr id="13" name="Rectangle 12"/>
          <p:cNvSpPr/>
          <p:nvPr/>
        </p:nvSpPr>
        <p:spPr>
          <a:xfrm>
            <a:off x="10172414" y="4277820"/>
            <a:ext cx="85344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chu kỳ của xung PWM được cho trước</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13"/>
          <p:cNvSpPr/>
          <p:nvPr/>
        </p:nvSpPr>
        <p:spPr>
          <a:xfrm>
            <a:off x="10172414" y="4976655"/>
            <a:ext cx="85344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tần số dao động của vi điều khiển</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15"/>
          <p:cNvSpPr/>
          <p:nvPr/>
        </p:nvSpPr>
        <p:spPr>
          <a:xfrm>
            <a:off x="9829800" y="5611105"/>
            <a:ext cx="83058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giá trị bộ chi trước (thường là 16) lựa chọn sau cho PR2 ra 249 hoặc 1</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a:t>
            </a:r>
            <a:r>
              <a:rPr lang="en-US" sz="3600" i="1">
                <a:solidFill>
                  <a:srgbClr val="002060"/>
                </a:solidFill>
                <a:latin typeface="Times New Roman" panose="02020603050405020304" pitchFamily="18" charset="0"/>
                <a:cs typeface="Times New Roman" panose="02020603050405020304" pitchFamily="18" charset="0"/>
              </a:rPr>
              <a:t>4</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là đẹp</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Rectangle 16"/>
          <p:cNvSpPr/>
          <p:nvPr/>
        </p:nvSpPr>
        <p:spPr>
          <a:xfrm>
            <a:off x="990601" y="6921486"/>
            <a:ext cx="1660800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Ví dụ: </a:t>
            </a:r>
            <a:r>
              <a:rPr lang="vi-VN" sz="3600" smtClean="0">
                <a:solidFill>
                  <a:srgbClr val="002060"/>
                </a:solidFill>
                <a:latin typeface="Times New Roman" panose="02020603050405020304" pitchFamily="18" charset="0"/>
                <a:cs typeface="Times New Roman" panose="02020603050405020304" pitchFamily="18" charset="0"/>
              </a:rPr>
              <a:t>Tạo xung PWM ở ngõ ra với chu kỳ xung là 0.8ms, dao động thạch anh có tần số là 20MHz. Tính giá trị nạp PR2 cho timer 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Giải: </a:t>
            </a:r>
            <a:r>
              <a:rPr lang="vi-VN" sz="3600" smtClean="0">
                <a:solidFill>
                  <a:srgbClr val="002060"/>
                </a:solidFill>
                <a:latin typeface="Times New Roman" panose="02020603050405020304" pitchFamily="18" charset="0"/>
                <a:cs typeface="Times New Roman" panose="02020603050405020304" pitchFamily="18" charset="0"/>
              </a:rPr>
              <a:t>Chọn bộ chia trước CT = 16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859577129"/>
              </p:ext>
            </p:extLst>
          </p:nvPr>
        </p:nvGraphicFramePr>
        <p:xfrm>
          <a:off x="9105242" y="8163599"/>
          <a:ext cx="6073941" cy="1251600"/>
        </p:xfrm>
        <a:graphic>
          <a:graphicData uri="http://schemas.openxmlformats.org/presentationml/2006/ole">
            <mc:AlternateContent xmlns:mc="http://schemas.openxmlformats.org/markup-compatibility/2006">
              <mc:Choice xmlns:v="urn:schemas-microsoft-com:vml" Requires="v">
                <p:oleObj spid="_x0000_s4148" name="Equation" r:id="rId8" imgW="2095200" imgH="431640" progId="Equation.DSMT4">
                  <p:embed/>
                </p:oleObj>
              </mc:Choice>
              <mc:Fallback>
                <p:oleObj name="Equation" r:id="rId8" imgW="2095200" imgH="431640" progId="Equation.DSMT4">
                  <p:embed/>
                  <p:pic>
                    <p:nvPicPr>
                      <p:cNvPr id="0" name=""/>
                      <p:cNvPicPr/>
                      <p:nvPr/>
                    </p:nvPicPr>
                    <p:blipFill>
                      <a:blip r:embed="rId9"/>
                      <a:stretch>
                        <a:fillRect/>
                      </a:stretch>
                    </p:blipFill>
                    <p:spPr>
                      <a:xfrm>
                        <a:off x="9105242" y="8163599"/>
                        <a:ext cx="6073941" cy="1251600"/>
                      </a:xfrm>
                      <a:prstGeom prst="rect">
                        <a:avLst/>
                      </a:prstGeom>
                    </p:spPr>
                  </p:pic>
                </p:oleObj>
              </mc:Fallback>
            </mc:AlternateContent>
          </a:graphicData>
        </a:graphic>
      </p:graphicFrame>
    </p:spTree>
    <p:extLst>
      <p:ext uri="{BB962C8B-B14F-4D97-AF65-F5344CB8AC3E}">
        <p14:creationId xmlns:p14="http://schemas.microsoft.com/office/powerpoint/2010/main" val="33299261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arn(inVertical)">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circle(in)">
                                      <p:cBhvr>
                                        <p:cTn id="22" dur="2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randombar(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randombar(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randombar(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7">
                                            <p:txEl>
                                              <p:pRg st="0" end="0"/>
                                            </p:txEl>
                                          </p:spTgt>
                                        </p:tgtEl>
                                        <p:attrNameLst>
                                          <p:attrName>style.visibility</p:attrName>
                                        </p:attrNameLst>
                                      </p:cBhvr>
                                      <p:to>
                                        <p:strVal val="visible"/>
                                      </p:to>
                                    </p:set>
                                    <p:animEffect transition="in" filter="barn(inVertical)">
                                      <p:cBhvr>
                                        <p:cTn id="47" dur="500"/>
                                        <p:tgtEl>
                                          <p:spTgt spid="1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7">
                                            <p:txEl>
                                              <p:pRg st="1" end="1"/>
                                            </p:txEl>
                                          </p:spTgt>
                                        </p:tgtEl>
                                        <p:attrNameLst>
                                          <p:attrName>style.visibility</p:attrName>
                                        </p:attrNameLst>
                                      </p:cBhvr>
                                      <p:to>
                                        <p:strVal val="visible"/>
                                      </p:to>
                                    </p:set>
                                    <p:anim calcmode="lin" valueType="num">
                                      <p:cBhvr additive="base">
                                        <p:cTn id="52"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randombar(horizontal)">
                                      <p:cBhvr>
                                        <p:cTn id="5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2" grpId="0"/>
      <p:bldP spid="15" grpId="0"/>
      <p:bldP spid="13" grpId="0"/>
      <p:bldP spid="14"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TÍNH TOÁN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530676" y="542220"/>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2.1.2 Tính toán giá trị Maxduty cho việc chia cấp độ</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11"/>
          <p:cNvSpPr/>
          <p:nvPr/>
        </p:nvSpPr>
        <p:spPr>
          <a:xfrm>
            <a:off x="909425" y="2668951"/>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Sau khi đã tính toán được giá trị PR2 nạp vào trong timer2, ta cần phải biết giá trị lớn nhất của hằng số nạp maxduty là bao nhiêu để tính toán giá trị value nạp cho PWM hoặc phân chia cấp độ. Cụ thể</a:t>
            </a:r>
            <a:endParaRPr kumimoji="0" lang="en-US" sz="3600"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544259257"/>
              </p:ext>
            </p:extLst>
          </p:nvPr>
        </p:nvGraphicFramePr>
        <p:xfrm>
          <a:off x="5486400" y="3988302"/>
          <a:ext cx="5610225" cy="869950"/>
        </p:xfrm>
        <a:graphic>
          <a:graphicData uri="http://schemas.openxmlformats.org/presentationml/2006/ole">
            <mc:AlternateContent xmlns:mc="http://schemas.openxmlformats.org/markup-compatibility/2006">
              <mc:Choice xmlns:v="urn:schemas-microsoft-com:vml" Requires="v">
                <p:oleObj spid="_x0000_s5171" name="Equation" r:id="rId4" imgW="1638000" imgH="253800" progId="Equation.DSMT4">
                  <p:embed/>
                </p:oleObj>
              </mc:Choice>
              <mc:Fallback>
                <p:oleObj name="Equation" r:id="rId4" imgW="1638000" imgH="253800" progId="Equation.DSMT4">
                  <p:embed/>
                  <p:pic>
                    <p:nvPicPr>
                      <p:cNvPr id="2" name="Object 1"/>
                      <p:cNvPicPr/>
                      <p:nvPr/>
                    </p:nvPicPr>
                    <p:blipFill>
                      <a:blip r:embed="rId5"/>
                      <a:stretch>
                        <a:fillRect/>
                      </a:stretch>
                    </p:blipFill>
                    <p:spPr>
                      <a:xfrm>
                        <a:off x="5486400" y="3988302"/>
                        <a:ext cx="5610225" cy="869950"/>
                      </a:xfrm>
                      <a:prstGeom prst="rect">
                        <a:avLst/>
                      </a:prstGeom>
                    </p:spPr>
                  </p:pic>
                </p:oleObj>
              </mc:Fallback>
            </mc:AlternateContent>
          </a:graphicData>
        </a:graphic>
      </p:graphicFrame>
      <p:sp>
        <p:nvSpPr>
          <p:cNvPr id="17" name="Rectangle 16"/>
          <p:cNvSpPr/>
          <p:nvPr/>
        </p:nvSpPr>
        <p:spPr>
          <a:xfrm>
            <a:off x="884025" y="5023441"/>
            <a:ext cx="16608000"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Ví dụ: </a:t>
            </a:r>
            <a:r>
              <a:rPr lang="vi-VN" sz="3600" smtClean="0">
                <a:solidFill>
                  <a:srgbClr val="002060"/>
                </a:solidFill>
                <a:latin typeface="Times New Roman" panose="02020603050405020304" pitchFamily="18" charset="0"/>
                <a:cs typeface="Times New Roman" panose="02020603050405020304" pitchFamily="18" charset="0"/>
              </a:rPr>
              <a:t>Tạo xung PWM ở ngõ ra với chu kỳ xung là 0.8ms, dao động thạch anh có tần số là 20MHz. Tính giá trị maxduty, để xung ra với duty = 20% thì giá trị nạp cho PWM là bao nhiêu và viết câu lệnh, nếu có 10 cấp điều khiển động cơ từ 1 – 10 thì mỗi cấp tương ứng với giá trị nạp là bao nhiêu?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Giải: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422142064"/>
              </p:ext>
            </p:extLst>
          </p:nvPr>
        </p:nvGraphicFramePr>
        <p:xfrm>
          <a:off x="2209800" y="7463850"/>
          <a:ext cx="7321521" cy="587102"/>
        </p:xfrm>
        <a:graphic>
          <a:graphicData uri="http://schemas.openxmlformats.org/presentationml/2006/ole">
            <mc:AlternateContent xmlns:mc="http://schemas.openxmlformats.org/markup-compatibility/2006">
              <mc:Choice xmlns:v="urn:schemas-microsoft-com:vml" Requires="v">
                <p:oleObj spid="_x0000_s5172" name="Equation" r:id="rId6" imgW="2692080" imgH="215640" progId="Equation.DSMT4">
                  <p:embed/>
                </p:oleObj>
              </mc:Choice>
              <mc:Fallback>
                <p:oleObj name="Equation" r:id="rId6" imgW="2692080" imgH="215640" progId="Equation.DSMT4">
                  <p:embed/>
                  <p:pic>
                    <p:nvPicPr>
                      <p:cNvPr id="0" name=""/>
                      <p:cNvPicPr/>
                      <p:nvPr/>
                    </p:nvPicPr>
                    <p:blipFill>
                      <a:blip r:embed="rId7"/>
                      <a:stretch>
                        <a:fillRect/>
                      </a:stretch>
                    </p:blipFill>
                    <p:spPr>
                      <a:xfrm>
                        <a:off x="2209800" y="7463850"/>
                        <a:ext cx="7321521" cy="587102"/>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213521928"/>
              </p:ext>
            </p:extLst>
          </p:nvPr>
        </p:nvGraphicFramePr>
        <p:xfrm>
          <a:off x="2209800" y="8190300"/>
          <a:ext cx="8763000" cy="647701"/>
        </p:xfrm>
        <a:graphic>
          <a:graphicData uri="http://schemas.openxmlformats.org/presentationml/2006/ole">
            <mc:AlternateContent xmlns:mc="http://schemas.openxmlformats.org/markup-compatibility/2006">
              <mc:Choice xmlns:v="urn:schemas-microsoft-com:vml" Requires="v">
                <p:oleObj spid="_x0000_s5173" name="Equation" r:id="rId8" imgW="2920680" imgH="215640" progId="Equation.DSMT4">
                  <p:embed/>
                </p:oleObj>
              </mc:Choice>
              <mc:Fallback>
                <p:oleObj name="Equation" r:id="rId8" imgW="2920680" imgH="215640" progId="Equation.DSMT4">
                  <p:embed/>
                  <p:pic>
                    <p:nvPicPr>
                      <p:cNvPr id="0" name=""/>
                      <p:cNvPicPr/>
                      <p:nvPr/>
                    </p:nvPicPr>
                    <p:blipFill>
                      <a:blip r:embed="rId9"/>
                      <a:stretch>
                        <a:fillRect/>
                      </a:stretch>
                    </p:blipFill>
                    <p:spPr>
                      <a:xfrm>
                        <a:off x="2209800" y="8190300"/>
                        <a:ext cx="8763000" cy="647701"/>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98161927"/>
              </p:ext>
            </p:extLst>
          </p:nvPr>
        </p:nvGraphicFramePr>
        <p:xfrm>
          <a:off x="2209800" y="8869174"/>
          <a:ext cx="4495800" cy="1315844"/>
        </p:xfrm>
        <a:graphic>
          <a:graphicData uri="http://schemas.openxmlformats.org/presentationml/2006/ole">
            <mc:AlternateContent xmlns:mc="http://schemas.openxmlformats.org/markup-compatibility/2006">
              <mc:Choice xmlns:v="urn:schemas-microsoft-com:vml" Requires="v">
                <p:oleObj spid="_x0000_s5174" name="Equation" r:id="rId10" imgW="1562040" imgH="457200" progId="Equation.DSMT4">
                  <p:embed/>
                </p:oleObj>
              </mc:Choice>
              <mc:Fallback>
                <p:oleObj name="Equation" r:id="rId10" imgW="1562040" imgH="457200" progId="Equation.DSMT4">
                  <p:embed/>
                  <p:pic>
                    <p:nvPicPr>
                      <p:cNvPr id="0" name=""/>
                      <p:cNvPicPr/>
                      <p:nvPr/>
                    </p:nvPicPr>
                    <p:blipFill>
                      <a:blip r:embed="rId11"/>
                      <a:stretch>
                        <a:fillRect/>
                      </a:stretch>
                    </p:blipFill>
                    <p:spPr>
                      <a:xfrm>
                        <a:off x="2209800" y="8869174"/>
                        <a:ext cx="4495800" cy="1315844"/>
                      </a:xfrm>
                      <a:prstGeom prst="rect">
                        <a:avLst/>
                      </a:prstGeom>
                    </p:spPr>
                  </p:pic>
                </p:oleObj>
              </mc:Fallback>
            </mc:AlternateContent>
          </a:graphicData>
        </a:graphic>
      </p:graphicFrame>
    </p:spTree>
    <p:extLst>
      <p:ext uri="{BB962C8B-B14F-4D97-AF65-F5344CB8AC3E}">
        <p14:creationId xmlns:p14="http://schemas.microsoft.com/office/powerpoint/2010/main" val="23239410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7">
                                            <p:txEl>
                                              <p:pRg st="0" end="0"/>
                                            </p:txEl>
                                          </p:spTgt>
                                        </p:tgtEl>
                                        <p:attrNameLst>
                                          <p:attrName>style.visibility</p:attrName>
                                        </p:attrNameLst>
                                      </p:cBhvr>
                                      <p:to>
                                        <p:strVal val="visible"/>
                                      </p:to>
                                    </p:set>
                                    <p:animEffect transition="in" filter="wipe(down)">
                                      <p:cBhvr>
                                        <p:cTn id="24" dur="500"/>
                                        <p:tgtEl>
                                          <p:spTgt spid="17">
                                            <p:txEl>
                                              <p:pRg st="0" end="0"/>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animEffect transition="in" filter="wipe(down)">
                                      <p:cBhvr>
                                        <p:cTn id="27" dur="500"/>
                                        <p:tgtEl>
                                          <p:spTgt spid="1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inVertic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heel(1)">
                                      <p:cBhvr>
                                        <p:cTn id="37" dur="20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randombar(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1524000" y="342900"/>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Viết chương trình tạo xung PWM với chu kỳ 400us, duty = 30%?</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048714547"/>
              </p:ext>
            </p:extLst>
          </p:nvPr>
        </p:nvGraphicFramePr>
        <p:xfrm>
          <a:off x="1692275" y="2019300"/>
          <a:ext cx="12974638" cy="1143000"/>
        </p:xfrm>
        <a:graphic>
          <a:graphicData uri="http://schemas.openxmlformats.org/presentationml/2006/ole">
            <mc:AlternateContent xmlns:mc="http://schemas.openxmlformats.org/markup-compatibility/2006">
              <mc:Choice xmlns:v="urn:schemas-microsoft-com:vml" Requires="v">
                <p:oleObj spid="_x0000_s6158" name="Equation" r:id="rId4" imgW="4902120" imgH="431640" progId="Equation.DSMT4">
                  <p:embed/>
                </p:oleObj>
              </mc:Choice>
              <mc:Fallback>
                <p:oleObj name="Equation" r:id="rId4" imgW="4902120" imgH="431640" progId="Equation.DSMT4">
                  <p:embed/>
                  <p:pic>
                    <p:nvPicPr>
                      <p:cNvPr id="0" name=""/>
                      <p:cNvPicPr/>
                      <p:nvPr/>
                    </p:nvPicPr>
                    <p:blipFill>
                      <a:blip r:embed="rId5"/>
                      <a:stretch>
                        <a:fillRect/>
                      </a:stretch>
                    </p:blipFill>
                    <p:spPr>
                      <a:xfrm>
                        <a:off x="1692275" y="2019300"/>
                        <a:ext cx="12974638" cy="1143000"/>
                      </a:xfrm>
                      <a:prstGeom prst="rect">
                        <a:avLst/>
                      </a:prstGeom>
                    </p:spPr>
                  </p:pic>
                </p:oleObj>
              </mc:Fallback>
            </mc:AlternateContent>
          </a:graphicData>
        </a:graphic>
      </p:graphicFrame>
      <p:sp>
        <p:nvSpPr>
          <p:cNvPr id="4" name="Rectangle 3"/>
          <p:cNvSpPr/>
          <p:nvPr/>
        </p:nvSpPr>
        <p:spPr>
          <a:xfrm>
            <a:off x="1496291" y="1113521"/>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Giải: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Chọn bộ chia trước: CT = </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16</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p:cNvPicPr>
            <a:picLocks noChangeAspect="1"/>
          </p:cNvPicPr>
          <p:nvPr/>
        </p:nvPicPr>
        <p:blipFill rotWithShape="1">
          <a:blip r:embed="rId6"/>
          <a:srcRect l="1075" r="1"/>
          <a:stretch/>
        </p:blipFill>
        <p:spPr>
          <a:xfrm>
            <a:off x="228600" y="3543300"/>
            <a:ext cx="7010400" cy="6534628"/>
          </a:xfrm>
          <a:prstGeom prst="rect">
            <a:avLst/>
          </a:prstGeom>
        </p:spPr>
      </p:pic>
    </p:spTree>
    <p:extLst>
      <p:ext uri="{BB962C8B-B14F-4D97-AF65-F5344CB8AC3E}">
        <p14:creationId xmlns:p14="http://schemas.microsoft.com/office/powerpoint/2010/main" val="1834262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randombar(horizont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533400" y="266700"/>
            <a:ext cx="17297399" cy="1754326"/>
          </a:xfrm>
          <a:prstGeom prst="rect">
            <a:avLst/>
          </a:prstGeom>
          <a:ln>
            <a:solidFill>
              <a:schemeClr val="accent1">
                <a:shade val="50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Một ứng dụng tạo xung PWM với chu kỳ 400us, một nút nhấn SPEED bên ngoài điều chỉnh cấp độ cho xung</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từ</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0% - 90% .</a:t>
            </a:r>
            <a:r>
              <a:rPr kumimoji="0" lang="en-US"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Giá trị của SPEED hiển thị trên LED 7 đoạn.</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a) </a:t>
            </a:r>
            <a:r>
              <a:rPr lang="vi-VN" sz="3600" smtClean="0">
                <a:solidFill>
                  <a:srgbClr val="002060"/>
                </a:solidFill>
                <a:latin typeface="Times New Roman" panose="02020603050405020304" pitchFamily="18" charset="0"/>
                <a:cs typeface="Times New Roman" panose="02020603050405020304" pitchFamily="18" charset="0"/>
              </a:rPr>
              <a:t>Tính toán các thông số cho PWM và viết chương trình.</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650802093"/>
              </p:ext>
            </p:extLst>
          </p:nvPr>
        </p:nvGraphicFramePr>
        <p:xfrm>
          <a:off x="2057400" y="2247900"/>
          <a:ext cx="13176250" cy="1143000"/>
        </p:xfrm>
        <a:graphic>
          <a:graphicData uri="http://schemas.openxmlformats.org/presentationml/2006/ole">
            <mc:AlternateContent xmlns:mc="http://schemas.openxmlformats.org/markup-compatibility/2006">
              <mc:Choice xmlns:v="urn:schemas-microsoft-com:vml" Requires="v">
                <p:oleObj spid="_x0000_s7183" name="Equation" r:id="rId4" imgW="4978080" imgH="431640" progId="Equation.DSMT4">
                  <p:embed/>
                </p:oleObj>
              </mc:Choice>
              <mc:Fallback>
                <p:oleObj name="Equation" r:id="rId4" imgW="4978080" imgH="431640" progId="Equation.DSMT4">
                  <p:embed/>
                  <p:pic>
                    <p:nvPicPr>
                      <p:cNvPr id="2" name="Object 1"/>
                      <p:cNvPicPr/>
                      <p:nvPr/>
                    </p:nvPicPr>
                    <p:blipFill>
                      <a:blip r:embed="rId5"/>
                      <a:stretch>
                        <a:fillRect/>
                      </a:stretch>
                    </p:blipFill>
                    <p:spPr>
                      <a:xfrm>
                        <a:off x="2057400" y="2247900"/>
                        <a:ext cx="13176250" cy="1143000"/>
                      </a:xfrm>
                      <a:prstGeom prst="rect">
                        <a:avLst/>
                      </a:prstGeom>
                    </p:spPr>
                  </p:pic>
                </p:oleObj>
              </mc:Fallback>
            </mc:AlternateContent>
          </a:graphicData>
        </a:graphic>
      </p:graphicFrame>
      <p:pic>
        <p:nvPicPr>
          <p:cNvPr id="2" name="Picture 1"/>
          <p:cNvPicPr>
            <a:picLocks noChangeAspect="1"/>
          </p:cNvPicPr>
          <p:nvPr/>
        </p:nvPicPr>
        <p:blipFill>
          <a:blip r:embed="rId6"/>
          <a:stretch>
            <a:fillRect/>
          </a:stretch>
        </p:blipFill>
        <p:spPr>
          <a:xfrm>
            <a:off x="2209800" y="3882945"/>
            <a:ext cx="6096000" cy="5388991"/>
          </a:xfrm>
          <a:prstGeom prst="rect">
            <a:avLst/>
          </a:prstGeom>
        </p:spPr>
      </p:pic>
      <p:pic>
        <p:nvPicPr>
          <p:cNvPr id="5" name="Picture 4"/>
          <p:cNvPicPr>
            <a:picLocks noChangeAspect="1"/>
          </p:cNvPicPr>
          <p:nvPr/>
        </p:nvPicPr>
        <p:blipFill>
          <a:blip r:embed="rId7"/>
          <a:stretch>
            <a:fillRect/>
          </a:stretch>
        </p:blipFill>
        <p:spPr>
          <a:xfrm>
            <a:off x="10134600" y="4076700"/>
            <a:ext cx="5456030" cy="5324560"/>
          </a:xfrm>
          <a:prstGeom prst="rect">
            <a:avLst/>
          </a:prstGeom>
        </p:spPr>
      </p:pic>
    </p:spTree>
    <p:extLst>
      <p:ext uri="{BB962C8B-B14F-4D97-AF65-F5344CB8AC3E}">
        <p14:creationId xmlns:p14="http://schemas.microsoft.com/office/powerpoint/2010/main" val="56323074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533400" y="266700"/>
            <a:ext cx="17297399" cy="2308324"/>
          </a:xfrm>
          <a:prstGeom prst="rect">
            <a:avLst/>
          </a:prstGeom>
          <a:ln>
            <a:solidFill>
              <a:schemeClr val="accent1">
                <a:shade val="50000"/>
              </a:schemeClr>
            </a:solidFill>
          </a:ln>
        </p:spPr>
        <p:txBody>
          <a:bodyPr wrap="square">
            <a:spAutoFit/>
          </a:bodyPr>
          <a:lstStyle/>
          <a:p>
            <a:pPr>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Một ứng dụng tạo xung PWM với chu kỳ 400us, một nút nhấn SPEED bên ngoài điều chỉnh cấp độ cho xung</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từ</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0% - 90% </a:t>
            </a:r>
            <a:r>
              <a:rPr lang="vi-VN" sz="3600">
                <a:solidFill>
                  <a:srgbClr val="002060"/>
                </a:solidFill>
                <a:latin typeface="Times New Roman" panose="02020603050405020304" pitchFamily="18" charset="0"/>
                <a:cs typeface="Times New Roman" panose="02020603050405020304" pitchFamily="18" charset="0"/>
              </a:rPr>
              <a:t>. Giá trị của SPEED hiển thị trên LED 7 đoạn</a:t>
            </a:r>
            <a:r>
              <a:rPr lang="vi-VN" sz="3600" smtClean="0">
                <a:solidFill>
                  <a:srgbClr val="002060"/>
                </a:solidFill>
                <a:latin typeface="Times New Roman" panose="02020603050405020304" pitchFamily="18" charset="0"/>
                <a:cs typeface="Times New Roman" panose="02020603050405020304" pitchFamily="18" charset="0"/>
              </a:rPr>
              <a:t>.</a:t>
            </a:r>
            <a:endPar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noProof="0" smtClean="0">
                <a:solidFill>
                  <a:srgbClr val="002060"/>
                </a:solidFill>
                <a:latin typeface="Times New Roman" panose="02020603050405020304" pitchFamily="18" charset="0"/>
                <a:cs typeface="Times New Roman" panose="02020603050405020304" pitchFamily="18" charset="0"/>
              </a:rPr>
              <a:t>b) </a:t>
            </a:r>
            <a:r>
              <a:rPr lang="vi-VN" sz="3600" noProof="0" smtClean="0">
                <a:solidFill>
                  <a:srgbClr val="002060"/>
                </a:solidFill>
                <a:latin typeface="Times New Roman" panose="02020603050405020304" pitchFamily="18" charset="0"/>
                <a:cs typeface="Times New Roman" panose="02020603050405020304" pitchFamily="18" charset="0"/>
              </a:rPr>
              <a:t>Thêm vào 2 nút nhấn RUN, STOP để cho phép phát xung hoặc ngưng phát xung (xuất mức thấp).</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rotWithShape="1">
          <a:blip r:embed="rId3"/>
          <a:srcRect r="51355"/>
          <a:stretch/>
        </p:blipFill>
        <p:spPr>
          <a:xfrm>
            <a:off x="2514600" y="2933700"/>
            <a:ext cx="5490518" cy="6553200"/>
          </a:xfrm>
          <a:prstGeom prst="rect">
            <a:avLst/>
          </a:prstGeom>
        </p:spPr>
      </p:pic>
      <p:pic>
        <p:nvPicPr>
          <p:cNvPr id="3" name="Picture 2"/>
          <p:cNvPicPr>
            <a:picLocks noChangeAspect="1"/>
          </p:cNvPicPr>
          <p:nvPr/>
        </p:nvPicPr>
        <p:blipFill rotWithShape="1">
          <a:blip r:embed="rId4"/>
          <a:srcRect l="4167"/>
          <a:stretch/>
        </p:blipFill>
        <p:spPr>
          <a:xfrm>
            <a:off x="9525000" y="3009900"/>
            <a:ext cx="5257800" cy="6586430"/>
          </a:xfrm>
          <a:prstGeom prst="rect">
            <a:avLst/>
          </a:prstGeom>
        </p:spPr>
      </p:pic>
    </p:spTree>
    <p:extLst>
      <p:ext uri="{BB962C8B-B14F-4D97-AF65-F5344CB8AC3E}">
        <p14:creationId xmlns:p14="http://schemas.microsoft.com/office/powerpoint/2010/main" val="33788780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33400" y="190500"/>
            <a:ext cx="17275278" cy="2667000"/>
          </a:xfrm>
          <a:prstGeom prst="rect">
            <a:avLst/>
          </a:prstGeom>
        </p:spPr>
      </p:pic>
    </p:spTree>
    <p:extLst>
      <p:ext uri="{BB962C8B-B14F-4D97-AF65-F5344CB8AC3E}">
        <p14:creationId xmlns:p14="http://schemas.microsoft.com/office/powerpoint/2010/main" val="23745112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7242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GIAO TIẾP ĐỘNG CƠ DC</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556712"/>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165474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vi-VN" sz="3600" b="1" smtClean="0">
                <a:solidFill>
                  <a:srgbClr val="002060"/>
                </a:solidFill>
                <a:latin typeface="Times New Roman" panose="02020603050405020304" pitchFamily="18" charset="0"/>
                <a:cs typeface="Times New Roman" panose="02020603050405020304" pitchFamily="18" charset="0"/>
              </a:rPr>
              <a:t>3.1 Mạch giao tiếp động cơ DC</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b="1" i="1"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3.1.1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Động cơ chỉ thay đổi tốc độ mà không thay đổi chiều</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3" name="Picture 2"/>
          <p:cNvPicPr>
            <a:picLocks noChangeAspect="1"/>
          </p:cNvPicPr>
          <p:nvPr/>
        </p:nvPicPr>
        <p:blipFill rotWithShape="1">
          <a:blip r:embed="rId3"/>
          <a:srcRect l="8998" r="2651"/>
          <a:stretch/>
        </p:blipFill>
        <p:spPr>
          <a:xfrm>
            <a:off x="0" y="4070347"/>
            <a:ext cx="8229600" cy="5772397"/>
          </a:xfrm>
          <a:prstGeom prst="rect">
            <a:avLst/>
          </a:prstGeom>
        </p:spPr>
      </p:pic>
      <p:sp>
        <p:nvSpPr>
          <p:cNvPr id="11" name="Rectangle 10"/>
          <p:cNvSpPr/>
          <p:nvPr/>
        </p:nvSpPr>
        <p:spPr>
          <a:xfrm>
            <a:off x="8382000" y="4533900"/>
            <a:ext cx="9753600" cy="4247317"/>
          </a:xfrm>
          <a:prstGeom prst="rect">
            <a:avLst/>
          </a:prstGeom>
          <a:solidFill>
            <a:schemeClr val="accent4">
              <a:lumMod val="20000"/>
              <a:lumOff val="80000"/>
            </a:schemeClr>
          </a:solidFill>
          <a:ln>
            <a:solidFill>
              <a:schemeClr val="accent1">
                <a:shade val="50000"/>
              </a:schemeClr>
            </a:solidFill>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Như vậy</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đối với dạng này mạch giao tiếp sử dụng IC L298 như hình vẽ, ngõ vào xung IN1 có thể kết nối với ngõ ra xung CCP1 hoặc CPP2 tùy theo đề bài. Khi đó, ứng với duty phát ra của xung mà tốc độ động cơ từ đó cũng thay đổi theo.</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983532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0" y="190500"/>
            <a:ext cx="17864668" cy="518160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534823426"/>
              </p:ext>
            </p:extLst>
          </p:nvPr>
        </p:nvGraphicFramePr>
        <p:xfrm>
          <a:off x="1600200" y="5981700"/>
          <a:ext cx="15159317" cy="1447800"/>
        </p:xfrm>
        <a:graphic>
          <a:graphicData uri="http://schemas.openxmlformats.org/presentationml/2006/ole">
            <mc:AlternateContent xmlns:mc="http://schemas.openxmlformats.org/markup-compatibility/2006">
              <mc:Choice xmlns:v="urn:schemas-microsoft-com:vml" Requires="v">
                <p:oleObj spid="_x0000_s8207" name="Equation" r:id="rId5" imgW="4520880" imgH="431640" progId="Equation.DSMT4">
                  <p:embed/>
                </p:oleObj>
              </mc:Choice>
              <mc:Fallback>
                <p:oleObj name="Equation" r:id="rId5" imgW="4520880" imgH="431640" progId="Equation.DSMT4">
                  <p:embed/>
                  <p:pic>
                    <p:nvPicPr>
                      <p:cNvPr id="0" name=""/>
                      <p:cNvPicPr/>
                      <p:nvPr/>
                    </p:nvPicPr>
                    <p:blipFill>
                      <a:blip r:embed="rId6"/>
                      <a:stretch>
                        <a:fillRect/>
                      </a:stretch>
                    </p:blipFill>
                    <p:spPr>
                      <a:xfrm>
                        <a:off x="1600200" y="5981700"/>
                        <a:ext cx="15159317" cy="1447800"/>
                      </a:xfrm>
                      <a:prstGeom prst="rect">
                        <a:avLst/>
                      </a:prstGeom>
                    </p:spPr>
                  </p:pic>
                </p:oleObj>
              </mc:Fallback>
            </mc:AlternateContent>
          </a:graphicData>
        </a:graphic>
      </p:graphicFrame>
    </p:spTree>
    <p:extLst>
      <p:ext uri="{BB962C8B-B14F-4D97-AF65-F5344CB8AC3E}">
        <p14:creationId xmlns:p14="http://schemas.microsoft.com/office/powerpoint/2010/main" val="173311135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8600" y="114300"/>
            <a:ext cx="7010400" cy="6521304"/>
          </a:xfrm>
          <a:prstGeom prst="rect">
            <a:avLst/>
          </a:prstGeom>
        </p:spPr>
      </p:pic>
      <p:pic>
        <p:nvPicPr>
          <p:cNvPr id="5" name="Picture 4"/>
          <p:cNvPicPr>
            <a:picLocks noChangeAspect="1"/>
          </p:cNvPicPr>
          <p:nvPr/>
        </p:nvPicPr>
        <p:blipFill>
          <a:blip r:embed="rId4"/>
          <a:stretch>
            <a:fillRect/>
          </a:stretch>
        </p:blipFill>
        <p:spPr>
          <a:xfrm>
            <a:off x="5791200" y="56052"/>
            <a:ext cx="5257800" cy="6637800"/>
          </a:xfrm>
          <a:prstGeom prst="rect">
            <a:avLst/>
          </a:prstGeom>
        </p:spPr>
      </p:pic>
      <p:pic>
        <p:nvPicPr>
          <p:cNvPr id="6" name="Picture 5"/>
          <p:cNvPicPr>
            <a:picLocks noChangeAspect="1"/>
          </p:cNvPicPr>
          <p:nvPr/>
        </p:nvPicPr>
        <p:blipFill>
          <a:blip r:embed="rId5"/>
          <a:stretch>
            <a:fillRect/>
          </a:stretch>
        </p:blipFill>
        <p:spPr>
          <a:xfrm>
            <a:off x="12039600" y="266699"/>
            <a:ext cx="5890394" cy="6180561"/>
          </a:xfrm>
          <a:prstGeom prst="rect">
            <a:avLst/>
          </a:prstGeom>
        </p:spPr>
      </p:pic>
    </p:spTree>
    <p:extLst>
      <p:ext uri="{BB962C8B-B14F-4D97-AF65-F5344CB8AC3E}">
        <p14:creationId xmlns:p14="http://schemas.microsoft.com/office/powerpoint/2010/main" val="12049050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randombar(horizont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7242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GIAO TIẾP ĐỘNG CƠ DC</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556712"/>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229539" y="1520510"/>
            <a:ext cx="17297399" cy="175432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vi-VN" sz="3600" b="1" smtClean="0">
                <a:solidFill>
                  <a:srgbClr val="002060"/>
                </a:solidFill>
                <a:latin typeface="Times New Roman" panose="02020603050405020304" pitchFamily="18" charset="0"/>
                <a:cs typeface="Times New Roman" panose="02020603050405020304" pitchFamily="18" charset="0"/>
              </a:rPr>
              <a:t>3.1 Mạch giao tiếp động cơ DC</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b="1" i="1"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3.1.2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Động cơ thay đổi cả tốc độ</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và hướng</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8382000" y="1520510"/>
            <a:ext cx="9753600" cy="3416320"/>
          </a:xfrm>
          <a:prstGeom prst="rect">
            <a:avLst/>
          </a:prstGeom>
          <a:solidFill>
            <a:schemeClr val="accent4">
              <a:lumMod val="20000"/>
              <a:lumOff val="80000"/>
            </a:schemeClr>
          </a:solidFill>
          <a:ln>
            <a:solidFill>
              <a:schemeClr val="accent1">
                <a:shade val="50000"/>
              </a:schemeClr>
            </a:solidFill>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Như vậy </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đối với dạng này mạch giao tiếp sử dụng IC L298 như hình vẽ, ngõ vào xung bao gồm IN1 nối với CCP1, IN2 nối với CCP2. Hướng quay của động cơ khi này được mô tả bởi:</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93253" y="4000500"/>
            <a:ext cx="8188747" cy="563880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95084234"/>
              </p:ext>
            </p:extLst>
          </p:nvPr>
        </p:nvGraphicFramePr>
        <p:xfrm>
          <a:off x="8534401" y="5676900"/>
          <a:ext cx="9064200" cy="2560320"/>
        </p:xfrm>
        <a:graphic>
          <a:graphicData uri="http://schemas.openxmlformats.org/drawingml/2006/table">
            <a:tbl>
              <a:tblPr firstRow="1" bandRow="1">
                <a:tableStyleId>{5940675A-B579-460E-94D1-54222C63F5DA}</a:tableStyleId>
              </a:tblPr>
              <a:tblGrid>
                <a:gridCol w="3021400">
                  <a:extLst>
                    <a:ext uri="{9D8B030D-6E8A-4147-A177-3AD203B41FA5}">
                      <a16:colId xmlns:a16="http://schemas.microsoft.com/office/drawing/2014/main" val="1186159911"/>
                    </a:ext>
                  </a:extLst>
                </a:gridCol>
                <a:gridCol w="3021400">
                  <a:extLst>
                    <a:ext uri="{9D8B030D-6E8A-4147-A177-3AD203B41FA5}">
                      <a16:colId xmlns:a16="http://schemas.microsoft.com/office/drawing/2014/main" val="1591707856"/>
                    </a:ext>
                  </a:extLst>
                </a:gridCol>
                <a:gridCol w="3021400">
                  <a:extLst>
                    <a:ext uri="{9D8B030D-6E8A-4147-A177-3AD203B41FA5}">
                      <a16:colId xmlns:a16="http://schemas.microsoft.com/office/drawing/2014/main" val="3327514699"/>
                    </a:ext>
                  </a:extLst>
                </a:gridCol>
              </a:tblGrid>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CCP1</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CCP2</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Trạng thái</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901974665"/>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Ngừng</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02166843"/>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Phát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Quay thuận</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4457688"/>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Phát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Quay nghịch</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531447"/>
                  </a:ext>
                </a:extLst>
              </a:tr>
            </a:tbl>
          </a:graphicData>
        </a:graphic>
      </p:graphicFrame>
    </p:spTree>
    <p:extLst>
      <p:ext uri="{BB962C8B-B14F-4D97-AF65-F5344CB8AC3E}">
        <p14:creationId xmlns:p14="http://schemas.microsoft.com/office/powerpoint/2010/main" val="31948546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228600" y="266700"/>
            <a:ext cx="17526000" cy="2829621"/>
          </a:xfrm>
          <a:prstGeom prst="rect">
            <a:avLst/>
          </a:prstGeom>
          <a:ln w="12700">
            <a:solidFill>
              <a:schemeClr val="accent1">
                <a:shade val="50000"/>
              </a:schemeClr>
            </a:solidFill>
          </a:ln>
        </p:spPr>
        <p:txBody>
          <a:bodyPr wrap="square">
            <a:spAutoFit/>
          </a:bodyPr>
          <a:lstStyle/>
          <a:p>
            <a:pPr algn="just">
              <a:lnSpc>
                <a:spcPct val="107000"/>
              </a:lnSpc>
              <a:spcAft>
                <a:spcPts val="800"/>
              </a:spcAft>
            </a:pPr>
            <a:r>
              <a:rPr lang="vi-VN" sz="32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Ví dụ: </a:t>
            </a:r>
            <a:r>
              <a:rPr lang="vi-VN" sz="32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Một ứng dụng PWM điều khiển động cơ DC, dao động nội 8MHz, chu kỳ xung PWM là 2ms. Một nút SPEED điều chỉnh tốc độ cho động cơ từ 0% - 100%, một nút nhấn FF để điều khiển động cơ quay thuận, một nút REV để điều khiển động cơ quay nghịch. Tính toán các giá trị PWM và viết chương trình</a:t>
            </a:r>
            <a:r>
              <a:rPr lang="vi-VN"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US"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vi-VN"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Giá trị cấp độ hiển thị trên LED 7 đoạn.</a:t>
            </a:r>
          </a:p>
          <a:p>
            <a:pPr algn="just">
              <a:lnSpc>
                <a:spcPct val="107000"/>
              </a:lnSpc>
              <a:spcAft>
                <a:spcPts val="800"/>
              </a:spcAft>
            </a:pPr>
            <a:r>
              <a:rPr lang="vi-VN" sz="3200" b="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 SPEED là một nút nhấn thường hở</a:t>
            </a:r>
            <a:endParaRPr lang="en-US" sz="2400" b="1">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011611934"/>
              </p:ext>
            </p:extLst>
          </p:nvPr>
        </p:nvGraphicFramePr>
        <p:xfrm>
          <a:off x="1524000" y="3238500"/>
          <a:ext cx="14476412" cy="1447800"/>
        </p:xfrm>
        <a:graphic>
          <a:graphicData uri="http://schemas.openxmlformats.org/presentationml/2006/ole">
            <mc:AlternateContent xmlns:mc="http://schemas.openxmlformats.org/markup-compatibility/2006">
              <mc:Choice xmlns:v="urn:schemas-microsoft-com:vml" Requires="v">
                <p:oleObj spid="_x0000_s9229" name="Equation" r:id="rId4" imgW="4317840" imgH="431640" progId="Equation.DSMT4">
                  <p:embed/>
                </p:oleObj>
              </mc:Choice>
              <mc:Fallback>
                <p:oleObj name="Equation" r:id="rId4" imgW="4317840" imgH="431640" progId="Equation.DSMT4">
                  <p:embed/>
                  <p:pic>
                    <p:nvPicPr>
                      <p:cNvPr id="4" name="Object 3"/>
                      <p:cNvPicPr/>
                      <p:nvPr/>
                    </p:nvPicPr>
                    <p:blipFill>
                      <a:blip r:embed="rId5"/>
                      <a:stretch>
                        <a:fillRect/>
                      </a:stretch>
                    </p:blipFill>
                    <p:spPr>
                      <a:xfrm>
                        <a:off x="1524000" y="3238500"/>
                        <a:ext cx="14476412" cy="1447800"/>
                      </a:xfrm>
                      <a:prstGeom prst="rect">
                        <a:avLst/>
                      </a:prstGeom>
                    </p:spPr>
                  </p:pic>
                </p:oleObj>
              </mc:Fallback>
            </mc:AlternateContent>
          </a:graphicData>
        </a:graphic>
      </p:graphicFrame>
    </p:spTree>
    <p:extLst>
      <p:ext uri="{BB962C8B-B14F-4D97-AF65-F5344CB8AC3E}">
        <p14:creationId xmlns:p14="http://schemas.microsoft.com/office/powerpoint/2010/main" val="16929951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304800" y="266700"/>
            <a:ext cx="17526000" cy="593304"/>
          </a:xfrm>
          <a:prstGeom prst="rect">
            <a:avLst/>
          </a:prstGeom>
          <a:ln w="12700">
            <a:solidFill>
              <a:schemeClr val="accent1">
                <a:shade val="50000"/>
              </a:schemeClr>
            </a:solidFill>
          </a:ln>
        </p:spPr>
        <p:txBody>
          <a:bodyPr wrap="square">
            <a:spAutoFit/>
          </a:bodyPr>
          <a:lstStyle/>
          <a:p>
            <a:pPr algn="just">
              <a:lnSpc>
                <a:spcPct val="107000"/>
              </a:lnSpc>
              <a:spcAft>
                <a:spcPts val="800"/>
              </a:spcAft>
            </a:pPr>
            <a:r>
              <a:rPr lang="vi-VN" sz="3200" b="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a:t>
            </a:r>
            <a:r>
              <a:rPr lang="vi-VN" sz="3200" b="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SPEED là một chiết áp chỉnh cấp độ</a:t>
            </a:r>
            <a:endParaRPr lang="en-US" sz="2400" b="1">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533400" y="1333500"/>
            <a:ext cx="6477000" cy="5938400"/>
          </a:xfrm>
          <a:prstGeom prst="rect">
            <a:avLst/>
          </a:prstGeom>
        </p:spPr>
      </p:pic>
      <p:pic>
        <p:nvPicPr>
          <p:cNvPr id="5" name="Picture 4"/>
          <p:cNvPicPr>
            <a:picLocks noChangeAspect="1"/>
          </p:cNvPicPr>
          <p:nvPr/>
        </p:nvPicPr>
        <p:blipFill>
          <a:blip r:embed="rId4"/>
          <a:stretch>
            <a:fillRect/>
          </a:stretch>
        </p:blipFill>
        <p:spPr>
          <a:xfrm>
            <a:off x="5410199" y="1251078"/>
            <a:ext cx="8187715" cy="5645022"/>
          </a:xfrm>
          <a:prstGeom prst="rect">
            <a:avLst/>
          </a:prstGeom>
        </p:spPr>
      </p:pic>
      <p:pic>
        <p:nvPicPr>
          <p:cNvPr id="6" name="Picture 5"/>
          <p:cNvPicPr>
            <a:picLocks noChangeAspect="1"/>
          </p:cNvPicPr>
          <p:nvPr/>
        </p:nvPicPr>
        <p:blipFill>
          <a:blip r:embed="rId5"/>
          <a:stretch>
            <a:fillRect/>
          </a:stretch>
        </p:blipFill>
        <p:spPr>
          <a:xfrm>
            <a:off x="12134763" y="1336964"/>
            <a:ext cx="6153237" cy="4730622"/>
          </a:xfrm>
          <a:prstGeom prst="rect">
            <a:avLst/>
          </a:prstGeom>
        </p:spPr>
      </p:pic>
    </p:spTree>
    <p:extLst>
      <p:ext uri="{BB962C8B-B14F-4D97-AF65-F5344CB8AC3E}">
        <p14:creationId xmlns:p14="http://schemas.microsoft.com/office/powerpoint/2010/main" val="184126275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Vertic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14400" y="266700"/>
            <a:ext cx="16686306" cy="487680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415604990"/>
              </p:ext>
            </p:extLst>
          </p:nvPr>
        </p:nvGraphicFramePr>
        <p:xfrm>
          <a:off x="2438400" y="5905500"/>
          <a:ext cx="13182600" cy="1318405"/>
        </p:xfrm>
        <a:graphic>
          <a:graphicData uri="http://schemas.openxmlformats.org/presentationml/2006/ole">
            <mc:AlternateContent xmlns:mc="http://schemas.openxmlformats.org/markup-compatibility/2006">
              <mc:Choice xmlns:v="urn:schemas-microsoft-com:vml" Requires="v">
                <p:oleObj spid="_x0000_s11276" name="Equation" r:id="rId5" imgW="4317840" imgH="431640" progId="Equation.DSMT4">
                  <p:embed/>
                </p:oleObj>
              </mc:Choice>
              <mc:Fallback>
                <p:oleObj name="Equation" r:id="rId5" imgW="4317840" imgH="431640" progId="Equation.DSMT4">
                  <p:embed/>
                  <p:pic>
                    <p:nvPicPr>
                      <p:cNvPr id="7" name="Object 6"/>
                      <p:cNvPicPr/>
                      <p:nvPr/>
                    </p:nvPicPr>
                    <p:blipFill>
                      <a:blip r:embed="rId6"/>
                      <a:stretch>
                        <a:fillRect/>
                      </a:stretch>
                    </p:blipFill>
                    <p:spPr>
                      <a:xfrm>
                        <a:off x="2438400" y="5905500"/>
                        <a:ext cx="13182600" cy="1318405"/>
                      </a:xfrm>
                      <a:prstGeom prst="rect">
                        <a:avLst/>
                      </a:prstGeom>
                    </p:spPr>
                  </p:pic>
                </p:oleObj>
              </mc:Fallback>
            </mc:AlternateContent>
          </a:graphicData>
        </a:graphic>
      </p:graphicFrame>
    </p:spTree>
    <p:extLst>
      <p:ext uri="{BB962C8B-B14F-4D97-AF65-F5344CB8AC3E}">
        <p14:creationId xmlns:p14="http://schemas.microsoft.com/office/powerpoint/2010/main" val="14854781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762000" y="266700"/>
            <a:ext cx="17101688" cy="5257800"/>
          </a:xfrm>
          <a:prstGeom prst="rect">
            <a:avLst/>
          </a:prstGeom>
        </p:spPr>
      </p:pic>
      <p:graphicFrame>
        <p:nvGraphicFramePr>
          <p:cNvPr id="2" name="Object 1"/>
          <p:cNvGraphicFramePr>
            <a:graphicFrameLocks noChangeAspect="1"/>
          </p:cNvGraphicFramePr>
          <p:nvPr>
            <p:extLst>
              <p:ext uri="{D42A27DB-BD31-4B8C-83A1-F6EECF244321}">
                <p14:modId xmlns:p14="http://schemas.microsoft.com/office/powerpoint/2010/main" val="1679553645"/>
              </p:ext>
            </p:extLst>
          </p:nvPr>
        </p:nvGraphicFramePr>
        <p:xfrm>
          <a:off x="1143000" y="5905500"/>
          <a:ext cx="4572000" cy="1428750"/>
        </p:xfrm>
        <a:graphic>
          <a:graphicData uri="http://schemas.openxmlformats.org/presentationml/2006/ole">
            <mc:AlternateContent xmlns:mc="http://schemas.openxmlformats.org/markup-compatibility/2006">
              <mc:Choice xmlns:v="urn:schemas-microsoft-com:vml" Requires="v">
                <p:oleObj spid="_x0000_s10282" name="Equation" r:id="rId5" imgW="1625400" imgH="507960" progId="Equation.DSMT4">
                  <p:embed/>
                </p:oleObj>
              </mc:Choice>
              <mc:Fallback>
                <p:oleObj name="Equation" r:id="rId5" imgW="1625400" imgH="507960" progId="Equation.DSMT4">
                  <p:embed/>
                  <p:pic>
                    <p:nvPicPr>
                      <p:cNvPr id="0" name=""/>
                      <p:cNvPicPr/>
                      <p:nvPr/>
                    </p:nvPicPr>
                    <p:blipFill>
                      <a:blip r:embed="rId6"/>
                      <a:stretch>
                        <a:fillRect/>
                      </a:stretch>
                    </p:blipFill>
                    <p:spPr>
                      <a:xfrm>
                        <a:off x="1143000" y="5905500"/>
                        <a:ext cx="4572000" cy="14287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029478396"/>
              </p:ext>
            </p:extLst>
          </p:nvPr>
        </p:nvGraphicFramePr>
        <p:xfrm>
          <a:off x="8769927" y="5789612"/>
          <a:ext cx="6654800" cy="1258888"/>
        </p:xfrm>
        <a:graphic>
          <a:graphicData uri="http://schemas.openxmlformats.org/presentationml/2006/ole">
            <mc:AlternateContent xmlns:mc="http://schemas.openxmlformats.org/markup-compatibility/2006">
              <mc:Choice xmlns:v="urn:schemas-microsoft-com:vml" Requires="v">
                <p:oleObj spid="_x0000_s10283" name="Equation" r:id="rId7" imgW="2349360" imgH="444240" progId="Equation.DSMT4">
                  <p:embed/>
                </p:oleObj>
              </mc:Choice>
              <mc:Fallback>
                <p:oleObj name="Equation" r:id="rId7" imgW="2349360" imgH="444240" progId="Equation.DSMT4">
                  <p:embed/>
                  <p:pic>
                    <p:nvPicPr>
                      <p:cNvPr id="0" name=""/>
                      <p:cNvPicPr/>
                      <p:nvPr/>
                    </p:nvPicPr>
                    <p:blipFill>
                      <a:blip r:embed="rId8"/>
                      <a:stretch>
                        <a:fillRect/>
                      </a:stretch>
                    </p:blipFill>
                    <p:spPr>
                      <a:xfrm>
                        <a:off x="8769927" y="5789612"/>
                        <a:ext cx="6654800" cy="125888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621275262"/>
              </p:ext>
            </p:extLst>
          </p:nvPr>
        </p:nvGraphicFramePr>
        <p:xfrm>
          <a:off x="914400" y="8572500"/>
          <a:ext cx="13182600" cy="1318405"/>
        </p:xfrm>
        <a:graphic>
          <a:graphicData uri="http://schemas.openxmlformats.org/presentationml/2006/ole">
            <mc:AlternateContent xmlns:mc="http://schemas.openxmlformats.org/markup-compatibility/2006">
              <mc:Choice xmlns:v="urn:schemas-microsoft-com:vml" Requires="v">
                <p:oleObj spid="_x0000_s10284" name="Equation" r:id="rId9" imgW="4317840" imgH="431640" progId="Equation.DSMT4">
                  <p:embed/>
                </p:oleObj>
              </mc:Choice>
              <mc:Fallback>
                <p:oleObj name="Equation" r:id="rId9" imgW="4317840" imgH="431640" progId="Equation.DSMT4">
                  <p:embed/>
                  <p:pic>
                    <p:nvPicPr>
                      <p:cNvPr id="4" name="Object 3"/>
                      <p:cNvPicPr/>
                      <p:nvPr/>
                    </p:nvPicPr>
                    <p:blipFill>
                      <a:blip r:embed="rId10"/>
                      <a:stretch>
                        <a:fillRect/>
                      </a:stretch>
                    </p:blipFill>
                    <p:spPr>
                      <a:xfrm>
                        <a:off x="914400" y="8572500"/>
                        <a:ext cx="13182600" cy="131840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453987069"/>
              </p:ext>
            </p:extLst>
          </p:nvPr>
        </p:nvGraphicFramePr>
        <p:xfrm>
          <a:off x="8697913" y="7405688"/>
          <a:ext cx="6799262" cy="1258887"/>
        </p:xfrm>
        <a:graphic>
          <a:graphicData uri="http://schemas.openxmlformats.org/presentationml/2006/ole">
            <mc:AlternateContent xmlns:mc="http://schemas.openxmlformats.org/markup-compatibility/2006">
              <mc:Choice xmlns:v="urn:schemas-microsoft-com:vml" Requires="v">
                <p:oleObj spid="_x0000_s10285" name="Equation" r:id="rId11" imgW="2400120" imgH="444240" progId="Equation.DSMT4">
                  <p:embed/>
                </p:oleObj>
              </mc:Choice>
              <mc:Fallback>
                <p:oleObj name="Equation" r:id="rId11" imgW="2400120" imgH="444240" progId="Equation.DSMT4">
                  <p:embed/>
                  <p:pic>
                    <p:nvPicPr>
                      <p:cNvPr id="5" name="Object 4"/>
                      <p:cNvPicPr/>
                      <p:nvPr/>
                    </p:nvPicPr>
                    <p:blipFill>
                      <a:blip r:embed="rId12"/>
                      <a:stretch>
                        <a:fillRect/>
                      </a:stretch>
                    </p:blipFill>
                    <p:spPr>
                      <a:xfrm>
                        <a:off x="8697913" y="7405688"/>
                        <a:ext cx="6799262" cy="1258887"/>
                      </a:xfrm>
                      <a:prstGeom prst="rect">
                        <a:avLst/>
                      </a:prstGeom>
                    </p:spPr>
                  </p:pic>
                </p:oleObj>
              </mc:Fallback>
            </mc:AlternateContent>
          </a:graphicData>
        </a:graphic>
      </p:graphicFrame>
    </p:spTree>
    <p:extLst>
      <p:ext uri="{BB962C8B-B14F-4D97-AF65-F5344CB8AC3E}">
        <p14:creationId xmlns:p14="http://schemas.microsoft.com/office/powerpoint/2010/main" val="4008185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style.rotation</p:attrName>
                                        </p:attrNameLst>
                                      </p:cBhvr>
                                      <p:tavLst>
                                        <p:tav tm="0">
                                          <p:val>
                                            <p:fltVal val="90"/>
                                          </p:val>
                                        </p:tav>
                                        <p:tav tm="100000">
                                          <p:val>
                                            <p:fltVal val="0"/>
                                          </p:val>
                                        </p:tav>
                                      </p:tavLst>
                                    </p:anim>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1000" fill="hold"/>
                                        <p:tgtEl>
                                          <p:spTgt spid="6"/>
                                        </p:tgtEl>
                                        <p:attrNameLst>
                                          <p:attrName>ppt_w</p:attrName>
                                        </p:attrNameLst>
                                      </p:cBhvr>
                                      <p:tavLst>
                                        <p:tav tm="0">
                                          <p:val>
                                            <p:fltVal val="0"/>
                                          </p:val>
                                        </p:tav>
                                        <p:tav tm="100000">
                                          <p:val>
                                            <p:strVal val="#ppt_w"/>
                                          </p:val>
                                        </p:tav>
                                      </p:tavLst>
                                    </p:anim>
                                    <p:anim calcmode="lin" valueType="num">
                                      <p:cBhvr>
                                        <p:cTn id="33" dur="1000" fill="hold"/>
                                        <p:tgtEl>
                                          <p:spTgt spid="6"/>
                                        </p:tgtEl>
                                        <p:attrNameLst>
                                          <p:attrName>ppt_h</p:attrName>
                                        </p:attrNameLst>
                                      </p:cBhvr>
                                      <p:tavLst>
                                        <p:tav tm="0">
                                          <p:val>
                                            <p:fltVal val="0"/>
                                          </p:val>
                                        </p:tav>
                                        <p:tav tm="100000">
                                          <p:val>
                                            <p:strVal val="#ppt_h"/>
                                          </p:val>
                                        </p:tav>
                                      </p:tavLst>
                                    </p:anim>
                                    <p:anim calcmode="lin" valueType="num">
                                      <p:cBhvr>
                                        <p:cTn id="34" dur="1000" fill="hold"/>
                                        <p:tgtEl>
                                          <p:spTgt spid="6"/>
                                        </p:tgtEl>
                                        <p:attrNameLst>
                                          <p:attrName>style.rotation</p:attrName>
                                        </p:attrNameLst>
                                      </p:cBhvr>
                                      <p:tavLst>
                                        <p:tav tm="0">
                                          <p:val>
                                            <p:fltVal val="90"/>
                                          </p:val>
                                        </p:tav>
                                        <p:tav tm="100000">
                                          <p:val>
                                            <p:fltVal val="0"/>
                                          </p:val>
                                        </p:tav>
                                      </p:tavLst>
                                    </p:anim>
                                    <p:animEffect transition="in" filter="fade">
                                      <p:cBhvr>
                                        <p:cTn id="3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8599" y="190499"/>
            <a:ext cx="11178993" cy="6965373"/>
          </a:xfrm>
          <a:prstGeom prst="rect">
            <a:avLst/>
          </a:prstGeom>
        </p:spPr>
      </p:pic>
      <p:pic>
        <p:nvPicPr>
          <p:cNvPr id="6" name="Picture 5"/>
          <p:cNvPicPr>
            <a:picLocks noChangeAspect="1"/>
          </p:cNvPicPr>
          <p:nvPr/>
        </p:nvPicPr>
        <p:blipFill>
          <a:blip r:embed="rId4"/>
          <a:stretch>
            <a:fillRect/>
          </a:stretch>
        </p:blipFill>
        <p:spPr>
          <a:xfrm>
            <a:off x="5638800" y="190499"/>
            <a:ext cx="7032094" cy="6934200"/>
          </a:xfrm>
          <a:prstGeom prst="rect">
            <a:avLst/>
          </a:prstGeom>
        </p:spPr>
      </p:pic>
      <p:pic>
        <p:nvPicPr>
          <p:cNvPr id="8" name="Picture 7"/>
          <p:cNvPicPr>
            <a:picLocks noChangeAspect="1"/>
          </p:cNvPicPr>
          <p:nvPr/>
        </p:nvPicPr>
        <p:blipFill rotWithShape="1">
          <a:blip r:embed="rId5"/>
          <a:srcRect r="20238"/>
          <a:stretch/>
        </p:blipFill>
        <p:spPr>
          <a:xfrm>
            <a:off x="12801600" y="0"/>
            <a:ext cx="5105400" cy="7577550"/>
          </a:xfrm>
          <a:prstGeom prst="rect">
            <a:avLst/>
          </a:prstGeom>
        </p:spPr>
      </p:pic>
    </p:spTree>
    <p:extLst>
      <p:ext uri="{BB962C8B-B14F-4D97-AF65-F5344CB8AC3E}">
        <p14:creationId xmlns:p14="http://schemas.microsoft.com/office/powerpoint/2010/main" val="10477870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16840200" y="266700"/>
            <a:ext cx="10668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732563292"/>
              </p:ext>
            </p:extLst>
          </p:nvPr>
        </p:nvGraphicFramePr>
        <p:xfrm>
          <a:off x="990600" y="266700"/>
          <a:ext cx="16916400" cy="9581804"/>
        </p:xfrm>
        <a:graphic>
          <a:graphicData uri="http://schemas.openxmlformats.org/drawingml/2006/table">
            <a:tbl>
              <a:tblPr firstRow="1" bandRow="1">
                <a:tableStyleId>{5940675A-B579-460E-94D1-54222C63F5DA}</a:tableStyleId>
              </a:tblPr>
              <a:tblGrid>
                <a:gridCol w="2416628">
                  <a:extLst>
                    <a:ext uri="{9D8B030D-6E8A-4147-A177-3AD203B41FA5}">
                      <a16:colId xmlns:a16="http://schemas.microsoft.com/office/drawing/2014/main" val="161679062"/>
                    </a:ext>
                  </a:extLst>
                </a:gridCol>
                <a:gridCol w="3741877">
                  <a:extLst>
                    <a:ext uri="{9D8B030D-6E8A-4147-A177-3AD203B41FA5}">
                      <a16:colId xmlns:a16="http://schemas.microsoft.com/office/drawing/2014/main" val="627586552"/>
                    </a:ext>
                  </a:extLst>
                </a:gridCol>
                <a:gridCol w="6528795">
                  <a:extLst>
                    <a:ext uri="{9D8B030D-6E8A-4147-A177-3AD203B41FA5}">
                      <a16:colId xmlns:a16="http://schemas.microsoft.com/office/drawing/2014/main" val="1688028676"/>
                    </a:ext>
                  </a:extLst>
                </a:gridCol>
                <a:gridCol w="4229100">
                  <a:extLst>
                    <a:ext uri="{9D8B030D-6E8A-4147-A177-3AD203B41FA5}">
                      <a16:colId xmlns:a16="http://schemas.microsoft.com/office/drawing/2014/main" val="2631221567"/>
                    </a:ext>
                  </a:extLst>
                </a:gridCol>
              </a:tblGrid>
              <a:tr h="803564">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THỜI GIAN</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NỘI DUNG</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MỤC TIÊU</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YÊU CẦU</a:t>
                      </a:r>
                      <a:endParaRPr lang="en-US"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041245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21/05/2023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a:t>
                      </a:r>
                      <a:r>
                        <a:rPr lang="vi-VN" baseline="0" smtClean="0">
                          <a:solidFill>
                            <a:srgbClr val="002060"/>
                          </a:solidFill>
                          <a:latin typeface="Times New Roman" panose="02020603050405020304" pitchFamily="18" charset="0"/>
                          <a:cs typeface="Times New Roman" panose="02020603050405020304" pitchFamily="18" charset="0"/>
                        </a:rPr>
                        <a:t> Nút nhấn, LCD, LED.</a:t>
                      </a:r>
                    </a:p>
                    <a:p>
                      <a:pPr algn="l"/>
                      <a:r>
                        <a:rPr lang="vi-VN" baseline="0" smtClean="0">
                          <a:solidFill>
                            <a:srgbClr val="002060"/>
                          </a:solidFill>
                          <a:latin typeface="Times New Roman" panose="02020603050405020304" pitchFamily="18" charset="0"/>
                          <a:cs typeface="Times New Roman" panose="02020603050405020304" pitchFamily="18" charset="0"/>
                        </a:rPr>
                        <a:t>+ Chống dội, delay_msX, Switch</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các module ngoại vi.</a:t>
                      </a:r>
                    </a:p>
                    <a:p>
                      <a:r>
                        <a:rPr lang="vi-VN" smtClean="0">
                          <a:solidFill>
                            <a:srgbClr val="002060"/>
                          </a:solidFill>
                          <a:latin typeface="Times New Roman" panose="02020603050405020304" pitchFamily="18" charset="0"/>
                          <a:cs typeface="Times New Roman" panose="02020603050405020304" pitchFamily="18" charset="0"/>
                        </a:rPr>
                        <a:t>+ Giải thuật nút nhấn và LCD.</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12277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22/05/2023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a:t>
                      </a:r>
                      <a:r>
                        <a:rPr lang="vi-VN" baseline="0" smtClean="0">
                          <a:solidFill>
                            <a:srgbClr val="002060"/>
                          </a:solidFill>
                          <a:latin typeface="Times New Roman" panose="02020603050405020304" pitchFamily="18" charset="0"/>
                          <a:cs typeface="Times New Roman" panose="02020603050405020304" pitchFamily="18" charset="0"/>
                        </a:rPr>
                        <a:t> ADC</a:t>
                      </a:r>
                      <a:endParaRPr lang="vi-VN" smtClean="0">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Đo nhiệt độ.</a:t>
                      </a:r>
                    </a:p>
                    <a:p>
                      <a:r>
                        <a:rPr lang="vi-VN" smtClean="0">
                          <a:solidFill>
                            <a:srgbClr val="002060"/>
                          </a:solidFill>
                          <a:latin typeface="Times New Roman" panose="02020603050405020304" pitchFamily="18" charset="0"/>
                          <a:cs typeface="Times New Roman" panose="02020603050405020304" pitchFamily="18" charset="0"/>
                        </a:rPr>
                        <a:t>+ Đọc chiết áp, lập mảng</a:t>
                      </a:r>
                      <a:r>
                        <a:rPr lang="vi-VN" baseline="0" smtClean="0">
                          <a:solidFill>
                            <a:srgbClr val="002060"/>
                          </a:solidFill>
                          <a:latin typeface="Times New Roman" panose="02020603050405020304" pitchFamily="18" charset="0"/>
                          <a:cs typeface="Times New Roman" panose="02020603050405020304" pitchFamily="18" charset="0"/>
                        </a:rPr>
                        <a:t> điều khiển LED.</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smtClean="0">
                        <a:solidFill>
                          <a:srgbClr val="002060"/>
                        </a:solidFill>
                        <a:latin typeface="Times New Roman" panose="02020603050405020304" pitchFamily="18" charset="0"/>
                        <a:cs typeface="Times New Roman" panose="02020603050405020304" pitchFamily="18" charset="0"/>
                      </a:endParaRPr>
                    </a:p>
                    <a:p>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23588294"/>
                  </a:ext>
                </a:extLst>
              </a:tr>
              <a:tr h="803564">
                <a:tc>
                  <a:txBody>
                    <a:bodyPr/>
                    <a:lstStyle/>
                    <a:p>
                      <a:pPr marL="0" marR="0" indent="0" algn="ctr" defTabSz="1371600" rtl="0" eaLnBrk="1" fontAlgn="auto" latinLnBrk="0" hangingPunct="1">
                        <a:lnSpc>
                          <a:spcPct val="100000"/>
                        </a:lnSpc>
                        <a:spcBef>
                          <a:spcPts val="0"/>
                        </a:spcBef>
                        <a:spcAft>
                          <a:spcPts val="0"/>
                        </a:spcAft>
                        <a:buClrTx/>
                        <a:buSzTx/>
                        <a:buFontTx/>
                        <a:buNone/>
                        <a:tabLst/>
                        <a:defRPr/>
                      </a:pPr>
                      <a:r>
                        <a:rPr lang="vi-VN" smtClean="0">
                          <a:solidFill>
                            <a:srgbClr val="002060"/>
                          </a:solidFill>
                          <a:latin typeface="Times New Roman" panose="02020603050405020304" pitchFamily="18" charset="0"/>
                          <a:cs typeface="Times New Roman" panose="02020603050405020304" pitchFamily="18" charset="0"/>
                        </a:rPr>
                        <a:t>23/05/2023</a:t>
                      </a:r>
                      <a:endParaRPr lang="en-US" smtClean="0">
                        <a:solidFill>
                          <a:srgbClr val="002060"/>
                        </a:solidFill>
                        <a:latin typeface="Times New Roman" panose="02020603050405020304" pitchFamily="18" charset="0"/>
                        <a:cs typeface="Times New Roman" panose="02020603050405020304" pitchFamily="18" charset="0"/>
                      </a:endParaRPr>
                    </a:p>
                    <a:p>
                      <a:pPr algn="ct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Timer/Counter</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Định thời, tạo xung, phương pháp tràn, phương pháp chờ.</a:t>
                      </a:r>
                    </a:p>
                    <a:p>
                      <a:r>
                        <a:rPr lang="vi-VN" smtClean="0">
                          <a:solidFill>
                            <a:srgbClr val="002060"/>
                          </a:solidFill>
                          <a:latin typeface="Times New Roman" panose="02020603050405020304" pitchFamily="18" charset="0"/>
                          <a:cs typeface="Times New Roman" panose="02020603050405020304" pitchFamily="18" charset="0"/>
                        </a:rPr>
                        <a:t>+ Đếm xung ngoại.</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5153845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24/05/2023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PWM</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Tạo xung.</a:t>
                      </a:r>
                    </a:p>
                    <a:p>
                      <a:r>
                        <a:rPr lang="vi-VN" smtClean="0">
                          <a:solidFill>
                            <a:srgbClr val="002060"/>
                          </a:solidFill>
                          <a:latin typeface="Times New Roman" panose="02020603050405020304" pitchFamily="18" charset="0"/>
                          <a:cs typeface="Times New Roman" panose="02020603050405020304" pitchFamily="18" charset="0"/>
                        </a:rPr>
                        <a:t>+ Giao tiếp động cơ.</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5099433"/>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25/05/2023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UART</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Truyền nhận dữ liệu từ máy tính về VDK.</a:t>
                      </a:r>
                    </a:p>
                    <a:p>
                      <a:r>
                        <a:rPr lang="vi-VN" smtClean="0">
                          <a:solidFill>
                            <a:srgbClr val="002060"/>
                          </a:solidFill>
                          <a:latin typeface="Times New Roman" panose="02020603050405020304" pitchFamily="18" charset="0"/>
                          <a:cs typeface="Times New Roman" panose="02020603050405020304" pitchFamily="18" charset="0"/>
                        </a:rPr>
                        <a:t>+ Giao tiếp hai VDK.</a:t>
                      </a:r>
                    </a:p>
                    <a:p>
                      <a:r>
                        <a:rPr lang="vi-VN" smtClean="0">
                          <a:solidFill>
                            <a:srgbClr val="002060"/>
                          </a:solidFill>
                          <a:latin typeface="Times New Roman" panose="02020603050405020304" pitchFamily="18" charset="0"/>
                          <a:cs typeface="Times New Roman" panose="02020603050405020304" pitchFamily="18" charset="0"/>
                        </a:rPr>
                        <a:t>+ Truyền dữ liệu</a:t>
                      </a:r>
                      <a:r>
                        <a:rPr lang="vi-VN" baseline="0" smtClean="0">
                          <a:solidFill>
                            <a:srgbClr val="002060"/>
                          </a:solidFill>
                          <a:latin typeface="Times New Roman" panose="02020603050405020304" pitchFamily="18" charset="0"/>
                          <a:cs typeface="Times New Roman" panose="02020603050405020304" pitchFamily="18" charset="0"/>
                        </a:rPr>
                        <a:t> khi có sự thay đổi, truyền dữ liệu liên tục có phân biệt, truyền dữ liệu theo yêu cầu địa chỉ máy phát.</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5869473"/>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26/05/2023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TEST 1</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Một trong 5 chủ đề.</a:t>
                      </a:r>
                    </a:p>
                    <a:p>
                      <a:r>
                        <a:rPr lang="vi-VN" smtClean="0">
                          <a:solidFill>
                            <a:srgbClr val="002060"/>
                          </a:solidFill>
                          <a:latin typeface="Times New Roman" panose="02020603050405020304" pitchFamily="18" charset="0"/>
                          <a:cs typeface="Times New Roman" panose="02020603050405020304" pitchFamily="18" charset="0"/>
                        </a:rPr>
                        <a:t>+ Mạch điện, lưu đồ, chương trình.</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&gt;=7đ</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8246035"/>
                  </a:ext>
                </a:extLst>
              </a:tr>
            </a:tbl>
          </a:graphicData>
        </a:graphic>
      </p:graphicFrame>
    </p:spTree>
    <p:extLst>
      <p:ext uri="{BB962C8B-B14F-4D97-AF65-F5344CB8AC3E}">
        <p14:creationId xmlns:p14="http://schemas.microsoft.com/office/powerpoint/2010/main" val="3988422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01119077"/>
              </p:ext>
            </p:extLst>
          </p:nvPr>
        </p:nvGraphicFramePr>
        <p:xfrm>
          <a:off x="1257300" y="2738438"/>
          <a:ext cx="16535400" cy="3546764"/>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549059617"/>
                    </a:ext>
                  </a:extLst>
                </a:gridCol>
                <a:gridCol w="4114800">
                  <a:extLst>
                    <a:ext uri="{9D8B030D-6E8A-4147-A177-3AD203B41FA5}">
                      <a16:colId xmlns:a16="http://schemas.microsoft.com/office/drawing/2014/main" val="1406164438"/>
                    </a:ext>
                  </a:extLst>
                </a:gridCol>
                <a:gridCol w="5124450">
                  <a:extLst>
                    <a:ext uri="{9D8B030D-6E8A-4147-A177-3AD203B41FA5}">
                      <a16:colId xmlns:a16="http://schemas.microsoft.com/office/drawing/2014/main" val="329544284"/>
                    </a:ext>
                  </a:extLst>
                </a:gridCol>
                <a:gridCol w="4133850">
                  <a:extLst>
                    <a:ext uri="{9D8B030D-6E8A-4147-A177-3AD203B41FA5}">
                      <a16:colId xmlns:a16="http://schemas.microsoft.com/office/drawing/2014/main" val="2728495661"/>
                    </a:ext>
                  </a:extLst>
                </a:gridCol>
              </a:tblGrid>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27/05/2023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1</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6739145"/>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28/05/2023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2</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smtClean="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7056881"/>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29/05/2023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smtClean="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5330830"/>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30/05/2023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TEST 2</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Thi thử</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&gt;=</a:t>
                      </a:r>
                      <a:r>
                        <a:rPr lang="vi-VN" baseline="0" smtClean="0">
                          <a:solidFill>
                            <a:srgbClr val="002060"/>
                          </a:solidFill>
                          <a:latin typeface="Times New Roman" panose="02020603050405020304" pitchFamily="18" charset="0"/>
                          <a:cs typeface="Times New Roman" panose="02020603050405020304" pitchFamily="18" charset="0"/>
                        </a:rPr>
                        <a:t> 5đ</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52760088"/>
                  </a:ext>
                </a:extLst>
              </a:tr>
            </a:tbl>
          </a:graphicData>
        </a:graphic>
      </p:graphicFrame>
    </p:spTree>
    <p:extLst>
      <p:ext uri="{BB962C8B-B14F-4D97-AF65-F5344CB8AC3E}">
        <p14:creationId xmlns:p14="http://schemas.microsoft.com/office/powerpoint/2010/main" val="6815104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685800" y="1562100"/>
            <a:ext cx="17068800" cy="5047536"/>
          </a:xfrm>
          <a:prstGeom prst="rect">
            <a:avLst/>
          </a:prstGeom>
          <a:noFill/>
          <a:ln w="25400">
            <a:solidFill>
              <a:srgbClr val="FF0000">
                <a:alpha val="99000"/>
              </a:srgbClr>
            </a:solidFill>
          </a:ln>
        </p:spPr>
        <p:txBody>
          <a:bodyPr wrap="square" rtlCol="0">
            <a:spAutoFit/>
            <a:scene3d>
              <a:camera prst="orthographicFront"/>
              <a:lightRig rig="threePt" dir="t"/>
            </a:scene3d>
            <a:sp3d extrusionH="57150">
              <a:bevelT w="69850" h="69850" prst="divot"/>
              <a:bevelB w="69850" h="69850" prst="divot"/>
            </a:sp3d>
          </a:bodyPr>
          <a:lstStyle/>
          <a:p>
            <a:pPr algn="ctr"/>
            <a:r>
              <a:rPr lang="vi-VN" sz="2800" b="1" smtClean="0">
                <a:solidFill>
                  <a:srgbClr val="002060"/>
                </a:solidFill>
                <a:latin typeface="Times New Roman" panose="02020603050405020304" pitchFamily="18" charset="0"/>
                <a:cs typeface="Times New Roman" panose="02020603050405020304" pitchFamily="18" charset="0"/>
              </a:rPr>
              <a:t>21/05/2023 – BUỔI 1</a:t>
            </a:r>
          </a:p>
          <a:p>
            <a:pPr>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1: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ngoại 8M, điều khiển 8 LED đơn port C, một nút nhấn ON nối RB0, một nút nhấn OFF nối RB1. Khi vừa cấp điện 8 LED tắt, nhấn ON 8 LED đơn thực hiện chu trình sau theo chiều từ RC0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 RC7.</a:t>
            </a:r>
            <a:endPar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LED sáng, 2 LED tắt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LED tắt, 2 LED sáng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LED sáng, 1 LED tắt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LED tắt, 1 LED sáng xen kẻ</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Mỗi giai đoạn cách nhau 0.5 giây. Khi nhấn OFF 8 LED tắt </a:t>
            </a: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ngay lập tức.</a:t>
            </a:r>
          </a:p>
        </p:txBody>
      </p:sp>
      <p:sp>
        <p:nvSpPr>
          <p:cNvPr id="4" name="TextBox 3"/>
          <p:cNvSpPr txBox="1"/>
          <p:nvPr/>
        </p:nvSpPr>
        <p:spPr>
          <a:xfrm>
            <a:off x="2590800" y="7124700"/>
            <a:ext cx="4267200" cy="1077218"/>
          </a:xfrm>
          <a:prstGeom prst="rect">
            <a:avLst/>
          </a:prstGeom>
          <a:noFill/>
          <a:ln>
            <a:solidFill>
              <a:schemeClr val="accent1">
                <a:shade val="50000"/>
              </a:schemeClr>
            </a:solidFill>
          </a:ln>
        </p:spPr>
        <p:txBody>
          <a:bodyPr wrap="square" rtlCol="0">
            <a:spAutoFit/>
          </a:bodyPr>
          <a:lstStyle/>
          <a:p>
            <a:pPr algn="ctr"/>
            <a:r>
              <a:rPr lang="vi-VN" sz="3200" smtClean="0">
                <a:solidFill>
                  <a:srgbClr val="002060"/>
                </a:solidFill>
                <a:latin typeface="Times New Roman" panose="02020603050405020304" pitchFamily="18" charset="0"/>
                <a:cs typeface="Times New Roman" panose="02020603050405020304" pitchFamily="18" charset="0"/>
              </a:rPr>
              <a:t>DANG HOAT DONG</a:t>
            </a:r>
          </a:p>
          <a:p>
            <a:pPr algn="ctr"/>
            <a:r>
              <a:rPr lang="vi-VN" sz="3200" smtClean="0">
                <a:solidFill>
                  <a:srgbClr val="002060"/>
                </a:solidFill>
                <a:latin typeface="Times New Roman" panose="02020603050405020304" pitchFamily="18" charset="0"/>
                <a:cs typeface="Times New Roman" panose="02020603050405020304" pitchFamily="18" charset="0"/>
              </a:rPr>
              <a:t>CHE DO X</a:t>
            </a:r>
            <a:endParaRPr lang="en-US" sz="3200">
              <a:solidFill>
                <a:srgbClr val="00206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8868229" y="7124700"/>
            <a:ext cx="4267200" cy="1077218"/>
          </a:xfrm>
          <a:prstGeom prst="rect">
            <a:avLst/>
          </a:prstGeom>
          <a:noFill/>
          <a:ln>
            <a:solidFill>
              <a:schemeClr val="accent1">
                <a:shade val="50000"/>
              </a:schemeClr>
            </a:solidFill>
          </a:ln>
        </p:spPr>
        <p:txBody>
          <a:bodyPr wrap="square" rtlCol="0">
            <a:spAutoFit/>
          </a:bodyPr>
          <a:lstStyle/>
          <a:p>
            <a:pPr algn="ctr"/>
            <a:r>
              <a:rPr lang="vi-VN" sz="3200" smtClean="0">
                <a:solidFill>
                  <a:srgbClr val="002060"/>
                </a:solidFill>
                <a:latin typeface="Times New Roman" panose="02020603050405020304" pitchFamily="18" charset="0"/>
                <a:cs typeface="Times New Roman" panose="02020603050405020304" pitchFamily="18" charset="0"/>
              </a:rPr>
              <a:t>NHAN ON</a:t>
            </a:r>
          </a:p>
          <a:p>
            <a:pPr algn="ctr"/>
            <a:r>
              <a:rPr lang="vi-VN" sz="3200" smtClean="0">
                <a:solidFill>
                  <a:srgbClr val="002060"/>
                </a:solidFill>
                <a:latin typeface="Times New Roman" panose="02020603050405020304" pitchFamily="18" charset="0"/>
                <a:cs typeface="Times New Roman" panose="02020603050405020304" pitchFamily="18" charset="0"/>
              </a:rPr>
              <a:t>DE BAT DAU</a:t>
            </a:r>
            <a:endParaRPr lang="en-US" sz="320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2355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3429000" y="6362700"/>
            <a:ext cx="4267200" cy="1077218"/>
          </a:xfrm>
          <a:prstGeom prst="rect">
            <a:avLst/>
          </a:prstGeom>
          <a:noFill/>
          <a:ln w="25400">
            <a:solidFill>
              <a:schemeClr val="accent1">
                <a:shade val="50000"/>
              </a:schemeClr>
            </a:solidFill>
          </a:ln>
        </p:spPr>
        <p:txBody>
          <a:bodyPr wrap="square" rtlCol="0">
            <a:spAutoFit/>
          </a:bodyPr>
          <a:lstStyle/>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DANG HOAT DONG</a:t>
            </a:r>
          </a:p>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 DO X</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9067800" y="6362700"/>
            <a:ext cx="4267200" cy="1077218"/>
          </a:xfrm>
          <a:prstGeom prst="rect">
            <a:avLst/>
          </a:prstGeom>
          <a:noFill/>
          <a:ln w="25400">
            <a:solidFill>
              <a:schemeClr val="accent1">
                <a:shade val="50000"/>
              </a:schemeClr>
            </a:solidFill>
          </a:ln>
        </p:spPr>
        <p:txBody>
          <a:bodyPr wrap="square" rtlCol="0">
            <a:spAutoFit/>
          </a:bodyPr>
          <a:lstStyle/>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NHAN ON</a:t>
            </a:r>
          </a:p>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BAT DAU</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986971" y="-839272"/>
            <a:ext cx="17297400" cy="7201972"/>
          </a:xfrm>
          <a:prstGeom prst="rect">
            <a:avLst/>
          </a:prstGeom>
          <a:ln w="25400">
            <a:solidFill>
              <a:srgbClr val="FF0000"/>
            </a:solidFill>
          </a:ln>
        </p:spPr>
        <p:txBody>
          <a:bodyPr wrap="square">
            <a:spAutoFit/>
            <a:scene3d>
              <a:camera prst="orthographicFront"/>
              <a:lightRig rig="threePt" dir="t"/>
            </a:scene3d>
            <a:sp3d extrusionH="57150">
              <a:bevelT w="69850" h="69850" prst="divot"/>
              <a:bevelB w="69850" h="69850" prst="divot"/>
            </a:sp3d>
          </a:bodyPr>
          <a:lstStyle/>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2: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nội 8M, điều khiển 8 LED đơn port C, LCD port D, nút nhấn ON/OFF nối RB0, nút nhấn MODE nối RB1. Khi mạch đang ON, khi nhấn MODE sẽ chuyển chế độ sáng cho LED, cụ thể 3 chế độ:</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0: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sáng tắt 0,5 giây</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1: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dịch dần từ C0 đến C7 (sáng dịch thì gán X = 0X01 hoặc 0X80 trước tùy chiều), thời gian dịch 1</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giây.</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2: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sáng dần, tắt dần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C7 về C0 (sáng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dần thì gán X = 0X00 trước), thời gian chuyển 1</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giây.</a:t>
            </a:r>
          </a:p>
          <a:p>
            <a:pPr>
              <a:lnSpc>
                <a:spcPct val="150000"/>
              </a:lnSpc>
            </a:pP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Màn hình LCD khi đó hiển thị từng kênh theo định dạng:</a:t>
            </a: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 nhấn OFF 8 LED tắt hết </a:t>
            </a: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ngay lập tức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đồng thời màn hình LCD hiển thị như lúc vừa mới cấp điện</a:t>
            </a: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1582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5562600" y="5143500"/>
            <a:ext cx="4267200" cy="1077218"/>
          </a:xfrm>
          <a:prstGeom prst="rect">
            <a:avLst/>
          </a:prstGeom>
          <a:noFill/>
          <a:ln w="25400">
            <a:solidFill>
              <a:schemeClr val="accent1">
                <a:shade val="50000"/>
              </a:schemeClr>
            </a:solidFill>
          </a:ln>
        </p:spPr>
        <p:txBody>
          <a:bodyPr wrap="square" rtlCol="0">
            <a:spAutoFit/>
          </a:bodyPr>
          <a:lstStyle/>
          <a:p>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 ms</a:t>
            </a:r>
          </a:p>
          <a:p>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 RUN/STOP</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838200" y="-756739"/>
            <a:ext cx="17297400" cy="5909310"/>
          </a:xfrm>
          <a:prstGeom prst="rect">
            <a:avLst/>
          </a:prstGeom>
          <a:ln w="25400">
            <a:solidFill>
              <a:srgbClr val="FF0000"/>
            </a:solidFill>
          </a:ln>
        </p:spPr>
        <p:txBody>
          <a:bodyPr wrap="square">
            <a:spAutoFit/>
            <a:scene3d>
              <a:camera prst="orthographicFront"/>
              <a:lightRig rig="threePt" dir="t"/>
            </a:scene3d>
            <a:sp3d>
              <a:bevelB w="69850" h="69850" prst="divot"/>
            </a:sp3d>
          </a:bodyPr>
          <a:lstStyle/>
          <a:p>
            <a:pPr algn="just">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a:t>
            </a: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nội 8M, điều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khiển 1 LED đơn RE0, 1 LED 7 đoạn nối port D. 3 nút nhấn thường hở ADJ, RUN, STOP nối RB0, RB1 và RB2. Khi nhấn RUN cho phép LED nhấp nháy, khi nhấn STOP dừng nhấp nháy, thay đổi thời gian nhấp nháy của LED (VAR_TIME)  bởi nút nhấn ADJ phạm vi VAR_TIME từ 0 đến 9 tương ứng thời gian nhấp nháy của LED  T = VAR_TIME x 300 (ms). Hiển thị cấp độ nhấp nháy sang LED 7 đoạn, đồng thời màn hình LCD hiển thị các trạng thái theo định dạng.</a:t>
            </a:r>
          </a:p>
          <a:p>
            <a:pPr algn="just">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endPar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 vừa cấp điện, TIME = 0s, trạng thái STOP. Đáp ứng nút nhấn STOP ngay lập tức.</a:t>
            </a: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3736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dirty="0"/>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sp>
        <p:nvSpPr>
          <p:cNvPr id="59" name="TextBox 58"/>
          <p:cNvSpPr txBox="1"/>
          <p:nvPr/>
        </p:nvSpPr>
        <p:spPr>
          <a:xfrm>
            <a:off x="1133476" y="15725"/>
            <a:ext cx="13887448" cy="707886"/>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p:txBody>
      </p:sp>
      <p:sp>
        <p:nvSpPr>
          <p:cNvPr id="26" name="TextBox 25"/>
          <p:cNvSpPr txBox="1"/>
          <p:nvPr/>
        </p:nvSpPr>
        <p:spPr>
          <a:xfrm>
            <a:off x="8534400" y="2309052"/>
            <a:ext cx="9112203" cy="5078313"/>
          </a:xfrm>
          <a:prstGeom prst="rect">
            <a:avLst/>
          </a:prstGeom>
          <a:noFill/>
          <a:ln w="25400">
            <a:solidFill>
              <a:srgbClr val="FF0000"/>
            </a:solidFill>
          </a:ln>
        </p:spPr>
        <p:txBody>
          <a:bodyPr wrap="square" rtlCol="0">
            <a:spAutoFit/>
          </a:bodyPr>
          <a:lstStyle/>
          <a:p>
            <a:r>
              <a:rPr lang="en-US" sz="3600" dirty="0" smtClean="0">
                <a:latin typeface="Constantia" panose="02030602050306030303" pitchFamily="18" charset="0"/>
              </a:rPr>
              <a:t>	  if(!input(ON))	  </a:t>
            </a:r>
            <a:r>
              <a:rPr lang="vi-VN" sz="3600" smtClean="0">
                <a:latin typeface="Constantia" panose="02030602050306030303" pitchFamily="18" charset="0"/>
              </a:rPr>
              <a:t> </a:t>
            </a:r>
            <a:r>
              <a:rPr lang="en-US" sz="3600" dirty="0" smtClean="0">
                <a:latin typeface="Constantia" panose="02030602050306030303" pitchFamily="18" charset="0"/>
              </a:rPr>
              <a:t>status = 0;</a:t>
            </a:r>
            <a:endParaRPr lang="vi-VN" sz="3600" smtClean="0">
              <a:latin typeface="Constantia" panose="02030602050306030303" pitchFamily="18" charset="0"/>
            </a:endParaRPr>
          </a:p>
          <a:p>
            <a:r>
              <a:rPr lang="en-US" sz="3600" dirty="0" smtClean="0">
                <a:latin typeface="Constantia" panose="02030602050306030303" pitchFamily="18" charset="0"/>
              </a:rPr>
              <a:t>else   if(!input(OFF))	   </a:t>
            </a:r>
            <a:r>
              <a:rPr lang="en-US" sz="3600" dirty="0">
                <a:latin typeface="Constantia" panose="02030602050306030303" pitchFamily="18" charset="0"/>
              </a:rPr>
              <a:t>status = </a:t>
            </a:r>
            <a:r>
              <a:rPr lang="en-US" sz="3600" dirty="0" smtClean="0">
                <a:latin typeface="Constantia" panose="02030602050306030303" pitchFamily="18" charset="0"/>
              </a:rPr>
              <a:t>1;</a:t>
            </a:r>
            <a:endParaRPr lang="vi-VN" sz="3600">
              <a:latin typeface="Constantia" panose="02030602050306030303" pitchFamily="18" charset="0"/>
            </a:endParaRPr>
          </a:p>
          <a:p>
            <a:r>
              <a:rPr lang="en-US" sz="3600" dirty="0" smtClean="0">
                <a:latin typeface="Constantia" panose="02030602050306030303" pitchFamily="18" charset="0"/>
              </a:rPr>
              <a:t>else;</a:t>
            </a:r>
          </a:p>
          <a:p>
            <a:r>
              <a:rPr lang="en-US" sz="3600" dirty="0">
                <a:latin typeface="Constantia" panose="02030602050306030303" pitchFamily="18" charset="0"/>
              </a:rPr>
              <a:t>	</a:t>
            </a:r>
            <a:r>
              <a:rPr lang="en-US" sz="3600" dirty="0" smtClean="0">
                <a:latin typeface="Constantia" panose="02030602050306030303" pitchFamily="18" charset="0"/>
              </a:rPr>
              <a:t>if(status ==0)	</a:t>
            </a:r>
          </a:p>
          <a:p>
            <a:r>
              <a:rPr lang="en-US" sz="3600" dirty="0" smtClean="0">
                <a:latin typeface="Constantia" panose="02030602050306030303" pitchFamily="18" charset="0"/>
              </a:rPr>
              <a:t>{</a:t>
            </a:r>
          </a:p>
          <a:p>
            <a:r>
              <a:rPr lang="en-US" sz="3600" dirty="0">
                <a:latin typeface="Constantia" panose="02030602050306030303" pitchFamily="18" charset="0"/>
              </a:rPr>
              <a:t>	</a:t>
            </a:r>
            <a:r>
              <a:rPr lang="en-US" sz="3600" dirty="0" err="1" smtClean="0">
                <a:latin typeface="Constantia" panose="02030602050306030303" pitchFamily="18" charset="0"/>
              </a:rPr>
              <a:t>output_D</a:t>
            </a:r>
            <a:r>
              <a:rPr lang="en-US" sz="3600" smtClean="0">
                <a:latin typeface="Constantia" panose="02030602050306030303" pitchFamily="18" charset="0"/>
              </a:rPr>
              <a:t>(0xff);	delay_ms(10);</a:t>
            </a:r>
          </a:p>
          <a:p>
            <a:r>
              <a:rPr lang="en-US" sz="3600">
                <a:latin typeface="Constantia" panose="02030602050306030303" pitchFamily="18" charset="0"/>
              </a:rPr>
              <a:t>	</a:t>
            </a:r>
            <a:r>
              <a:rPr lang="en-US" sz="3600" smtClean="0">
                <a:latin typeface="Constantia" panose="02030602050306030303" pitchFamily="18" charset="0"/>
              </a:rPr>
              <a:t>output_D(0x00);</a:t>
            </a:r>
            <a:r>
              <a:rPr lang="en-US" sz="3600">
                <a:latin typeface="Constantia" panose="02030602050306030303" pitchFamily="18" charset="0"/>
              </a:rPr>
              <a:t>	delay_ms(10</a:t>
            </a:r>
            <a:r>
              <a:rPr lang="en-US" sz="3600" smtClean="0">
                <a:latin typeface="Constantia" panose="02030602050306030303" pitchFamily="18" charset="0"/>
              </a:rPr>
              <a:t>);</a:t>
            </a:r>
          </a:p>
          <a:p>
            <a:r>
              <a:rPr lang="en-US" sz="3600" smtClean="0">
                <a:latin typeface="Constantia" panose="02030602050306030303" pitchFamily="18" charset="0"/>
              </a:rPr>
              <a:t>}</a:t>
            </a:r>
          </a:p>
          <a:p>
            <a:r>
              <a:rPr lang="en-US" sz="3600" smtClean="0">
                <a:latin typeface="Constantia" panose="02030602050306030303" pitchFamily="18" charset="0"/>
              </a:rPr>
              <a:t>else	output_D(</a:t>
            </a:r>
            <a:r>
              <a:rPr lang="vi-VN" sz="3600" smtClean="0">
                <a:latin typeface="Constantia" panose="02030602050306030303" pitchFamily="18" charset="0"/>
              </a:rPr>
              <a:t>0x00</a:t>
            </a:r>
            <a:r>
              <a:rPr lang="en-US" sz="3600" smtClean="0">
                <a:latin typeface="Constantia" panose="02030602050306030303" pitchFamily="18" charset="0"/>
              </a:rPr>
              <a:t>);</a:t>
            </a:r>
          </a:p>
        </p:txBody>
      </p:sp>
      <p:pic>
        <p:nvPicPr>
          <p:cNvPr id="3" name="Picture 2"/>
          <p:cNvPicPr>
            <a:picLocks noChangeAspect="1"/>
          </p:cNvPicPr>
          <p:nvPr/>
        </p:nvPicPr>
        <p:blipFill>
          <a:blip r:embed="rId2"/>
          <a:stretch>
            <a:fillRect/>
          </a:stretch>
        </p:blipFill>
        <p:spPr>
          <a:xfrm>
            <a:off x="397034" y="676907"/>
            <a:ext cx="7522280" cy="9611044"/>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2276640" y="3591000"/>
              <a:ext cx="7867800" cy="457560"/>
            </p14:xfrm>
          </p:contentPart>
        </mc:Choice>
        <mc:Fallback xmlns="">
          <p:pic>
            <p:nvPicPr>
              <p:cNvPr id="4" name="Ink 3"/>
              <p:cNvPicPr/>
              <p:nvPr/>
            </p:nvPicPr>
            <p:blipFill>
              <a:blip r:embed="rId4"/>
              <a:stretch>
                <a:fillRect/>
              </a:stretch>
            </p:blipFill>
            <p:spPr>
              <a:xfrm>
                <a:off x="2267280" y="3581640"/>
                <a:ext cx="7886520" cy="476280"/>
              </a:xfrm>
              <a:prstGeom prst="rect">
                <a:avLst/>
              </a:prstGeom>
            </p:spPr>
          </p:pic>
        </mc:Fallback>
      </mc:AlternateContent>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Tree>
    <p:extLst>
      <p:ext uri="{BB962C8B-B14F-4D97-AF65-F5344CB8AC3E}">
        <p14:creationId xmlns:p14="http://schemas.microsoft.com/office/powerpoint/2010/main" val="13247158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heel(1)">
                                      <p:cBhvr>
                                        <p:cTn id="13"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3_Option 1">
  <a:themeElements>
    <a:clrScheme name="Matagua">
      <a:dk1>
        <a:srgbClr val="445469"/>
      </a:dk1>
      <a:lt1>
        <a:sysClr val="window" lastClr="FFFFFF"/>
      </a:lt1>
      <a:dk2>
        <a:srgbClr val="445469"/>
      </a:dk2>
      <a:lt2>
        <a:srgbClr val="FFFFFF"/>
      </a:lt2>
      <a:accent1>
        <a:srgbClr val="1EA185"/>
      </a:accent1>
      <a:accent2>
        <a:srgbClr val="9BBB5C"/>
      </a:accent2>
      <a:accent3>
        <a:srgbClr val="F29B26"/>
      </a:accent3>
      <a:accent4>
        <a:srgbClr val="BD392F"/>
      </a:accent4>
      <a:accent5>
        <a:srgbClr val="445469"/>
      </a:accent5>
      <a:accent6>
        <a:srgbClr val="445469"/>
      </a:accent6>
      <a:hlink>
        <a:srgbClr val="F33B48"/>
      </a:hlink>
      <a:folHlink>
        <a:srgbClr val="FFC000"/>
      </a:folHlink>
    </a:clrScheme>
    <a:fontScheme name="Custom 12">
      <a:majorFont>
        <a:latin typeface="Lato Regular"/>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4_Option 1">
  <a:themeElements>
    <a:clrScheme name="Matagua">
      <a:dk1>
        <a:srgbClr val="445469"/>
      </a:dk1>
      <a:lt1>
        <a:sysClr val="window" lastClr="FFFFFF"/>
      </a:lt1>
      <a:dk2>
        <a:srgbClr val="445469"/>
      </a:dk2>
      <a:lt2>
        <a:srgbClr val="FFFFFF"/>
      </a:lt2>
      <a:accent1>
        <a:srgbClr val="1EA185"/>
      </a:accent1>
      <a:accent2>
        <a:srgbClr val="9BBB5C"/>
      </a:accent2>
      <a:accent3>
        <a:srgbClr val="F29B26"/>
      </a:accent3>
      <a:accent4>
        <a:srgbClr val="BD392F"/>
      </a:accent4>
      <a:accent5>
        <a:srgbClr val="445469"/>
      </a:accent5>
      <a:accent6>
        <a:srgbClr val="445469"/>
      </a:accent6>
      <a:hlink>
        <a:srgbClr val="F33B48"/>
      </a:hlink>
      <a:folHlink>
        <a:srgbClr val="FFC000"/>
      </a:folHlink>
    </a:clrScheme>
    <a:fontScheme name="Custom 12">
      <a:majorFont>
        <a:latin typeface="Lato Regular"/>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2512</TotalTime>
  <Words>1956</Words>
  <Application>Microsoft Office PowerPoint</Application>
  <PresentationFormat>Custom</PresentationFormat>
  <Paragraphs>210</Paragraphs>
  <Slides>28</Slides>
  <Notes>25</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28</vt:i4>
      </vt:variant>
    </vt:vector>
  </HeadingPairs>
  <TitlesOfParts>
    <vt:vector size="42" baseType="lpstr">
      <vt:lpstr>Wingdings</vt:lpstr>
      <vt:lpstr>Calibri</vt:lpstr>
      <vt:lpstr>Lato Regular</vt:lpstr>
      <vt:lpstr>Bebas Neue</vt:lpstr>
      <vt:lpstr>Times New Roman</vt:lpstr>
      <vt:lpstr>Lato Light</vt:lpstr>
      <vt:lpstr>Roboto Thin</vt:lpstr>
      <vt:lpstr>Constantia</vt:lpstr>
      <vt:lpstr>Arial</vt:lpstr>
      <vt:lpstr>Roboto Medium</vt:lpstr>
      <vt:lpstr>Office Theme</vt:lpstr>
      <vt:lpstr>13_Option 1</vt:lpstr>
      <vt:lpstr>14_Option 1</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Business infographic</dc:title>
  <dc:creator>Korisnik</dc:creator>
  <cp:lastModifiedBy>PC MY</cp:lastModifiedBy>
  <cp:revision>104</cp:revision>
  <dcterms:created xsi:type="dcterms:W3CDTF">2006-08-16T00:00:00Z</dcterms:created>
  <dcterms:modified xsi:type="dcterms:W3CDTF">2023-05-24T13:38:14Z</dcterms:modified>
  <dc:identifier>DAFHJBCCLSI</dc:identifier>
</cp:coreProperties>
</file>