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fntdata" ContentType="application/x-fontdata"/>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 id="2147483659" r:id="rId2"/>
  </p:sldMasterIdLst>
  <p:notesMasterIdLst>
    <p:notesMasterId r:id="rId19"/>
  </p:notesMasterIdLst>
  <p:sldIdLst>
    <p:sldId id="256" r:id="rId3"/>
    <p:sldId id="368" r:id="rId4"/>
    <p:sldId id="369" r:id="rId5"/>
    <p:sldId id="370" r:id="rId6"/>
    <p:sldId id="371" r:id="rId7"/>
    <p:sldId id="295" r:id="rId8"/>
    <p:sldId id="298" r:id="rId9"/>
    <p:sldId id="367" r:id="rId10"/>
    <p:sldId id="372" r:id="rId11"/>
    <p:sldId id="373" r:id="rId12"/>
    <p:sldId id="364" r:id="rId13"/>
    <p:sldId id="365" r:id="rId14"/>
    <p:sldId id="338" r:id="rId15"/>
    <p:sldId id="363" r:id="rId16"/>
    <p:sldId id="374" r:id="rId17"/>
    <p:sldId id="294" r:id="rId18"/>
  </p:sldIdLst>
  <p:sldSz cx="9144000" cy="5143500" type="screen16x9"/>
  <p:notesSz cx="6858000" cy="9144000"/>
  <p:embeddedFontLst>
    <p:embeddedFont>
      <p:font typeface="Montserrat" panose="020B0604020202020204" charset="0"/>
      <p:regular r:id="rId20"/>
      <p:bold r:id="rId21"/>
      <p:italic r:id="rId22"/>
      <p:boldItalic r:id="rId23"/>
    </p:embeddedFont>
    <p:embeddedFont>
      <p:font typeface="PT Serif" panose="020B0604020202020204" charset="0"/>
      <p:regular r:id="rId24"/>
      <p:bold r:id="rId25"/>
      <p:italic r:id="rId26"/>
      <p:boldItalic r:id="rId27"/>
    </p:embeddedFont>
    <p:embeddedFont>
      <p:font typeface="Euclid Fraktur" panose="03010601010101010101" pitchFamily="66" charset="2"/>
      <p:regular r:id="rId28"/>
      <p:bold r:id="rId29"/>
    </p:embeddedFont>
    <p:embeddedFont>
      <p:font typeface="Bahnschrift Light Condensed" panose="020B0502040204020203" pitchFamily="34" charset="0"/>
      <p:regular r:id="rId30"/>
    </p:embeddedFont>
    <p:embeddedFont>
      <p:font typeface="Cascadia Code" panose="020B0609020000020004" pitchFamily="49" charset="0"/>
      <p:regular r:id="rId31"/>
      <p:bold r:id="rId32"/>
      <p:italic r:id="rId33"/>
      <p:boldItalic r:id="rId34"/>
    </p:embeddedFont>
    <p:embeddedFont>
      <p:font typeface="Calibri" panose="020F0502020204030204" pitchFamily="34"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644D327-C8C6-4163-A623-057FE4961991}">
  <a:tblStyle styleId="{A644D327-C8C6-4163-A623-057FE496199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F84729-DA0B-49D1-B9D5-606E54AD438B}"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8" d="100"/>
          <a:sy n="108" d="100"/>
        </p:scale>
        <p:origin x="730"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7.fntdata"/><Relationship Id="rId39"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2.fntdata"/><Relationship Id="rId34" Type="http://schemas.openxmlformats.org/officeDocument/2006/relationships/font" Target="fonts/font15.fntdata"/><Relationship Id="rId42"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font" Target="fonts/font10.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10" Type="http://schemas.openxmlformats.org/officeDocument/2006/relationships/slide" Target="slides/slide8.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6"/>
        <p:cNvGrpSpPr/>
        <p:nvPr/>
      </p:nvGrpSpPr>
      <p:grpSpPr>
        <a:xfrm>
          <a:off x="0" y="0"/>
          <a:ext cx="0" cy="0"/>
          <a:chOff x="0" y="0"/>
          <a:chExt cx="0" cy="0"/>
        </a:xfrm>
      </p:grpSpPr>
      <p:sp>
        <p:nvSpPr>
          <p:cNvPr id="1517" name="Google Shape;1517;g41a88a598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8" name="Google Shape;1518;g41a88a598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spTree>
      <p:nvGrpSpPr>
        <p:cNvPr id="1" name="Shape 20"/>
        <p:cNvGrpSpPr/>
        <p:nvPr/>
      </p:nvGrpSpPr>
      <p:grpSpPr>
        <a:xfrm>
          <a:off x="0" y="0"/>
          <a:ext cx="0" cy="0"/>
          <a:chOff x="0" y="0"/>
          <a:chExt cx="0" cy="0"/>
        </a:xfrm>
      </p:grpSpPr>
      <p:sp>
        <p:nvSpPr>
          <p:cNvPr id="21" name="Google Shape;21;p2"/>
          <p:cNvSpPr/>
          <p:nvPr/>
        </p:nvSpPr>
        <p:spPr>
          <a:xfrm>
            <a:off x="8142711" y="3918330"/>
            <a:ext cx="943913" cy="1337393"/>
          </a:xfrm>
          <a:prstGeom prst="rect">
            <a:avLst/>
          </a:prstGeom>
        </p:spPr>
        <p:txBody>
          <a:bodyPr>
            <a:prstTxWarp prst="textPlain">
              <a:avLst/>
            </a:prstTxWarp>
          </a:bodyPr>
          <a:lstStyle/>
          <a:p>
            <a:pPr lvl="0" algn="ctr"/>
            <a:r>
              <a:rPr b="1" i="0">
                <a:ln>
                  <a:noFill/>
                </a:ln>
                <a:solidFill>
                  <a:srgbClr val="00BFC9">
                    <a:alpha val="45000"/>
                  </a:srgbClr>
                </a:solidFill>
                <a:latin typeface="Montserrat"/>
              </a:rPr>
              <a:t>5</a:t>
            </a:r>
          </a:p>
        </p:txBody>
      </p:sp>
      <p:sp>
        <p:nvSpPr>
          <p:cNvPr id="22" name="Google Shape;22;p2"/>
          <p:cNvSpPr/>
          <p:nvPr/>
        </p:nvSpPr>
        <p:spPr>
          <a:xfrm>
            <a:off x="8246778" y="1061814"/>
            <a:ext cx="565397" cy="794636"/>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3</a:t>
            </a:r>
          </a:p>
        </p:txBody>
      </p:sp>
      <p:sp>
        <p:nvSpPr>
          <p:cNvPr id="23" name="Google Shape;23;p2"/>
          <p:cNvSpPr/>
          <p:nvPr/>
        </p:nvSpPr>
        <p:spPr>
          <a:xfrm>
            <a:off x="7302238" y="4554392"/>
            <a:ext cx="623239" cy="668562"/>
          </a:xfrm>
          <a:prstGeom prst="rect">
            <a:avLst/>
          </a:prstGeom>
        </p:spPr>
        <p:txBody>
          <a:bodyPr>
            <a:prstTxWarp prst="textPlain">
              <a:avLst/>
            </a:prstTxWarp>
          </a:bodyPr>
          <a:lstStyle/>
          <a:p>
            <a:pPr lvl="0" algn="ctr"/>
            <a:r>
              <a:rPr b="1" i="0">
                <a:ln>
                  <a:noFill/>
                </a:ln>
                <a:solidFill>
                  <a:srgbClr val="00FFFF">
                    <a:alpha val="13460"/>
                  </a:srgbClr>
                </a:solidFill>
                <a:latin typeface="Montserrat"/>
              </a:rPr>
              <a:t>€</a:t>
            </a:r>
          </a:p>
        </p:txBody>
      </p:sp>
      <p:sp>
        <p:nvSpPr>
          <p:cNvPr id="24" name="Google Shape;24;p2"/>
          <p:cNvSpPr/>
          <p:nvPr/>
        </p:nvSpPr>
        <p:spPr>
          <a:xfrm>
            <a:off x="8812176" y="313545"/>
            <a:ext cx="505297" cy="649408"/>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9</a:t>
            </a:r>
          </a:p>
        </p:txBody>
      </p:sp>
      <p:sp>
        <p:nvSpPr>
          <p:cNvPr id="25" name="Google Shape;25;p2"/>
          <p:cNvSpPr/>
          <p:nvPr/>
        </p:nvSpPr>
        <p:spPr>
          <a:xfrm>
            <a:off x="7486177" y="4101249"/>
            <a:ext cx="218857" cy="338539"/>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7</a:t>
            </a:r>
          </a:p>
        </p:txBody>
      </p:sp>
      <p:sp>
        <p:nvSpPr>
          <p:cNvPr id="26" name="Google Shape;26;p2"/>
          <p:cNvSpPr/>
          <p:nvPr/>
        </p:nvSpPr>
        <p:spPr>
          <a:xfrm>
            <a:off x="6980299" y="-88163"/>
            <a:ext cx="707299" cy="1056471"/>
          </a:xfrm>
          <a:prstGeom prst="rect">
            <a:avLst/>
          </a:prstGeom>
        </p:spPr>
        <p:txBody>
          <a:bodyPr>
            <a:prstTxWarp prst="textPlain">
              <a:avLst/>
            </a:prstTxWarp>
          </a:bodyPr>
          <a:lstStyle/>
          <a:p>
            <a:pPr lvl="0" algn="ctr"/>
            <a:r>
              <a:rPr b="1" i="0">
                <a:ln>
                  <a:noFill/>
                </a:ln>
                <a:solidFill>
                  <a:srgbClr val="00BFC9">
                    <a:alpha val="45000"/>
                  </a:srgbClr>
                </a:solidFill>
                <a:latin typeface="Montserrat"/>
              </a:rPr>
              <a:t>$</a:t>
            </a:r>
          </a:p>
        </p:txBody>
      </p:sp>
      <p:sp>
        <p:nvSpPr>
          <p:cNvPr id="27" name="Google Shape;27;p2"/>
          <p:cNvSpPr/>
          <p:nvPr/>
        </p:nvSpPr>
        <p:spPr>
          <a:xfrm>
            <a:off x="8353588" y="325842"/>
            <a:ext cx="315620" cy="436345"/>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a:t>
            </a:r>
          </a:p>
        </p:txBody>
      </p:sp>
      <p:sp>
        <p:nvSpPr>
          <p:cNvPr id="28" name="Google Shape;28;p2"/>
          <p:cNvSpPr/>
          <p:nvPr/>
        </p:nvSpPr>
        <p:spPr>
          <a:xfrm>
            <a:off x="7687616" y="916471"/>
            <a:ext cx="245359" cy="453113"/>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1</a:t>
            </a:r>
          </a:p>
        </p:txBody>
      </p:sp>
      <p:sp>
        <p:nvSpPr>
          <p:cNvPr id="29" name="Google Shape;29;p2"/>
          <p:cNvSpPr/>
          <p:nvPr/>
        </p:nvSpPr>
        <p:spPr>
          <a:xfrm>
            <a:off x="8637153" y="2924174"/>
            <a:ext cx="816948" cy="1106134"/>
          </a:xfrm>
          <a:prstGeom prst="rect">
            <a:avLst/>
          </a:prstGeom>
        </p:spPr>
        <p:txBody>
          <a:bodyPr>
            <a:prstTxWarp prst="textPlain">
              <a:avLst/>
            </a:prstTxWarp>
          </a:bodyPr>
          <a:lstStyle/>
          <a:p>
            <a:pPr lvl="0" algn="ctr"/>
            <a:r>
              <a:rPr b="1" i="0">
                <a:ln>
                  <a:noFill/>
                </a:ln>
                <a:solidFill>
                  <a:srgbClr val="00FFFF">
                    <a:alpha val="13460"/>
                  </a:srgbClr>
                </a:solidFill>
                <a:latin typeface="Montserrat"/>
              </a:rPr>
              <a:t>8</a:t>
            </a:r>
          </a:p>
        </p:txBody>
      </p:sp>
      <p:sp>
        <p:nvSpPr>
          <p:cNvPr id="30" name="Google Shape;30;p2"/>
          <p:cNvSpPr/>
          <p:nvPr/>
        </p:nvSpPr>
        <p:spPr>
          <a:xfrm rot="-5400000">
            <a:off x="6840000" y="4568068"/>
            <a:ext cx="417000" cy="3285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5400000">
            <a:off x="6496124" y="-12475"/>
            <a:ext cx="589800" cy="4071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208235" y="3375182"/>
            <a:ext cx="218854" cy="309865"/>
          </a:xfrm>
          <a:prstGeom prst="rect">
            <a:avLst/>
          </a:prstGeom>
        </p:spPr>
        <p:txBody>
          <a:bodyPr>
            <a:prstTxWarp prst="textPlain">
              <a:avLst/>
            </a:prstTxWarp>
          </a:bodyPr>
          <a:lstStyle/>
          <a:p>
            <a:pPr lvl="0" algn="ctr"/>
            <a:r>
              <a:rPr b="1" i="0">
                <a:ln>
                  <a:noFill/>
                </a:ln>
                <a:solidFill>
                  <a:srgbClr val="6AA84F"/>
                </a:solidFill>
                <a:latin typeface="Montserrat"/>
              </a:rPr>
              <a:t>2</a:t>
            </a:r>
          </a:p>
        </p:txBody>
      </p:sp>
      <p:sp>
        <p:nvSpPr>
          <p:cNvPr id="33" name="Google Shape;33;p2"/>
          <p:cNvSpPr/>
          <p:nvPr/>
        </p:nvSpPr>
        <p:spPr>
          <a:xfrm>
            <a:off x="8013853" y="659316"/>
            <a:ext cx="258850" cy="308994"/>
          </a:xfrm>
          <a:prstGeom prst="rect">
            <a:avLst/>
          </a:prstGeom>
        </p:spPr>
        <p:txBody>
          <a:bodyPr>
            <a:prstTxWarp prst="textPlain">
              <a:avLst/>
            </a:prstTxWarp>
          </a:bodyPr>
          <a:lstStyle/>
          <a:p>
            <a:pPr lvl="0" algn="ctr"/>
            <a:r>
              <a:rPr b="0" i="0">
                <a:ln>
                  <a:noFill/>
                </a:ln>
                <a:solidFill>
                  <a:srgbClr val="6AA84F"/>
                </a:solidFill>
                <a:latin typeface="Abril Fatface"/>
              </a:rPr>
              <a:t>0</a:t>
            </a:r>
          </a:p>
        </p:txBody>
      </p:sp>
      <p:sp>
        <p:nvSpPr>
          <p:cNvPr id="34" name="Google Shape;34;p2"/>
          <p:cNvSpPr/>
          <p:nvPr/>
        </p:nvSpPr>
        <p:spPr>
          <a:xfrm>
            <a:off x="7828438" y="4163755"/>
            <a:ext cx="206506" cy="213544"/>
          </a:xfrm>
          <a:prstGeom prst="rect">
            <a:avLst/>
          </a:prstGeom>
        </p:spPr>
        <p:txBody>
          <a:bodyPr>
            <a:prstTxWarp prst="textPlain">
              <a:avLst/>
            </a:prstTxWarp>
          </a:bodyPr>
          <a:lstStyle/>
          <a:p>
            <a:pPr lvl="0" algn="ctr"/>
            <a:r>
              <a:rPr b="1" i="0">
                <a:ln>
                  <a:noFill/>
                </a:ln>
                <a:solidFill>
                  <a:srgbClr val="6AA84F"/>
                </a:solidFill>
                <a:latin typeface="Montserrat"/>
              </a:rPr>
              <a:t>¥</a:t>
            </a:r>
          </a:p>
        </p:txBody>
      </p:sp>
      <p:sp>
        <p:nvSpPr>
          <p:cNvPr id="35" name="Google Shape;35;p2"/>
          <p:cNvSpPr/>
          <p:nvPr/>
        </p:nvSpPr>
        <p:spPr>
          <a:xfrm>
            <a:off x="8003439" y="1292797"/>
            <a:ext cx="172864" cy="211167"/>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4</a:t>
            </a:r>
          </a:p>
        </p:txBody>
      </p:sp>
      <p:sp>
        <p:nvSpPr>
          <p:cNvPr id="36" name="Google Shape;36;p2"/>
          <p:cNvSpPr/>
          <p:nvPr/>
        </p:nvSpPr>
        <p:spPr>
          <a:xfrm>
            <a:off x="7939495" y="-95340"/>
            <a:ext cx="476421" cy="661142"/>
          </a:xfrm>
          <a:prstGeom prst="rect">
            <a:avLst/>
          </a:prstGeom>
        </p:spPr>
        <p:txBody>
          <a:bodyPr>
            <a:prstTxWarp prst="textPlain">
              <a:avLst/>
            </a:prstTxWarp>
          </a:bodyPr>
          <a:lstStyle/>
          <a:p>
            <a:pPr lvl="0" algn="ctr"/>
            <a:r>
              <a:rPr b="1" i="0">
                <a:ln>
                  <a:noFill/>
                </a:ln>
                <a:solidFill>
                  <a:srgbClr val="00FFFF">
                    <a:alpha val="13460"/>
                  </a:srgbClr>
                </a:solidFill>
                <a:latin typeface="Montserrat"/>
              </a:rPr>
              <a:t>6</a:t>
            </a:r>
          </a:p>
        </p:txBody>
      </p:sp>
      <p:sp>
        <p:nvSpPr>
          <p:cNvPr id="37" name="Google Shape;37;p2"/>
          <p:cNvSpPr/>
          <p:nvPr/>
        </p:nvSpPr>
        <p:spPr>
          <a:xfrm>
            <a:off x="7709340" y="156126"/>
            <a:ext cx="64053" cy="158205"/>
          </a:xfrm>
          <a:prstGeom prst="rect">
            <a:avLst/>
          </a:prstGeom>
        </p:spPr>
        <p:txBody>
          <a:bodyPr>
            <a:prstTxWarp prst="textPlain">
              <a:avLst/>
            </a:prstTxWarp>
          </a:bodyPr>
          <a:lstStyle/>
          <a:p>
            <a:pPr lvl="0" algn="ctr"/>
            <a:r>
              <a:rPr b="1" i="0">
                <a:ln>
                  <a:noFill/>
                </a:ln>
                <a:solidFill>
                  <a:srgbClr val="6AA84F"/>
                </a:solidFill>
                <a:latin typeface="Montserrat"/>
              </a:rPr>
              <a:t>1</a:t>
            </a:r>
          </a:p>
        </p:txBody>
      </p:sp>
      <p:sp>
        <p:nvSpPr>
          <p:cNvPr id="38" name="Google Shape;38;p2"/>
          <p:cNvSpPr/>
          <p:nvPr/>
        </p:nvSpPr>
        <p:spPr>
          <a:xfrm>
            <a:off x="9017902" y="4284544"/>
            <a:ext cx="121390" cy="166376"/>
          </a:xfrm>
          <a:prstGeom prst="rect">
            <a:avLst/>
          </a:prstGeom>
        </p:spPr>
        <p:txBody>
          <a:bodyPr>
            <a:prstTxWarp prst="textPlain">
              <a:avLst/>
            </a:prstTxWarp>
          </a:bodyPr>
          <a:lstStyle/>
          <a:p>
            <a:pPr lvl="0" algn="ctr"/>
            <a:r>
              <a:rPr b="1" i="0">
                <a:ln>
                  <a:noFill/>
                </a:ln>
                <a:solidFill>
                  <a:srgbClr val="6AA84F"/>
                </a:solidFill>
                <a:latin typeface="Montserrat"/>
              </a:rPr>
              <a:t>4</a:t>
            </a:r>
          </a:p>
        </p:txBody>
      </p:sp>
      <p:sp>
        <p:nvSpPr>
          <p:cNvPr id="39" name="Google Shape;39;p2"/>
          <p:cNvSpPr/>
          <p:nvPr/>
        </p:nvSpPr>
        <p:spPr>
          <a:xfrm>
            <a:off x="8736528" y="68644"/>
            <a:ext cx="172852" cy="251573"/>
          </a:xfrm>
          <a:prstGeom prst="rect">
            <a:avLst/>
          </a:prstGeom>
        </p:spPr>
        <p:txBody>
          <a:bodyPr>
            <a:prstTxWarp prst="textPlain">
              <a:avLst/>
            </a:prstTxWarp>
          </a:bodyPr>
          <a:lstStyle/>
          <a:p>
            <a:pPr lvl="0" algn="ctr"/>
            <a:r>
              <a:rPr b="0" i="0">
                <a:ln>
                  <a:noFill/>
                </a:ln>
                <a:solidFill>
                  <a:srgbClr val="6AA84F"/>
                </a:solidFill>
                <a:latin typeface="Abril Fatface"/>
              </a:rPr>
              <a:t>5</a:t>
            </a:r>
          </a:p>
        </p:txBody>
      </p:sp>
      <p:sp>
        <p:nvSpPr>
          <p:cNvPr id="40" name="Google Shape;40;p2"/>
          <p:cNvSpPr/>
          <p:nvPr/>
        </p:nvSpPr>
        <p:spPr>
          <a:xfrm>
            <a:off x="9053841" y="1122374"/>
            <a:ext cx="172853" cy="222146"/>
          </a:xfrm>
          <a:prstGeom prst="rect">
            <a:avLst/>
          </a:prstGeom>
        </p:spPr>
        <p:txBody>
          <a:bodyPr>
            <a:prstTxWarp prst="textPlain">
              <a:avLst/>
            </a:prstTxWarp>
          </a:bodyPr>
          <a:lstStyle/>
          <a:p>
            <a:pPr lvl="0" algn="ctr"/>
            <a:r>
              <a:rPr b="0" i="0">
                <a:ln>
                  <a:noFill/>
                </a:ln>
                <a:solidFill>
                  <a:srgbClr val="6AA84F"/>
                </a:solidFill>
                <a:latin typeface="Abril Fatface"/>
              </a:rPr>
              <a:t>8</a:t>
            </a:r>
          </a:p>
        </p:txBody>
      </p:sp>
      <p:sp>
        <p:nvSpPr>
          <p:cNvPr id="41" name="Google Shape;41;p2"/>
          <p:cNvSpPr txBox="1">
            <a:spLocks noGrp="1"/>
          </p:cNvSpPr>
          <p:nvPr>
            <p:ph type="ctrTitle"/>
          </p:nvPr>
        </p:nvSpPr>
        <p:spPr>
          <a:xfrm>
            <a:off x="1661700" y="1991825"/>
            <a:ext cx="5820600" cy="1159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dk1"/>
              </a:buClr>
              <a:buSzPts val="4800"/>
              <a:buNone/>
              <a:defRPr sz="4800">
                <a:solidFill>
                  <a:schemeClr val="dk1"/>
                </a:solidFill>
              </a:defRPr>
            </a:lvl1pPr>
            <a:lvl2pPr lvl="1" algn="ctr">
              <a:spcBef>
                <a:spcPts val="0"/>
              </a:spcBef>
              <a:spcAft>
                <a:spcPts val="0"/>
              </a:spcAft>
              <a:buClr>
                <a:schemeClr val="dk1"/>
              </a:buClr>
              <a:buSzPts val="4800"/>
              <a:buNone/>
              <a:defRPr sz="4800">
                <a:solidFill>
                  <a:schemeClr val="dk1"/>
                </a:solidFill>
              </a:defRPr>
            </a:lvl2pPr>
            <a:lvl3pPr lvl="2" algn="ctr">
              <a:spcBef>
                <a:spcPts val="0"/>
              </a:spcBef>
              <a:spcAft>
                <a:spcPts val="0"/>
              </a:spcAft>
              <a:buClr>
                <a:schemeClr val="dk1"/>
              </a:buClr>
              <a:buSzPts val="4800"/>
              <a:buNone/>
              <a:defRPr sz="4800">
                <a:solidFill>
                  <a:schemeClr val="dk1"/>
                </a:solidFill>
              </a:defRPr>
            </a:lvl3pPr>
            <a:lvl4pPr lvl="3" algn="ctr">
              <a:spcBef>
                <a:spcPts val="0"/>
              </a:spcBef>
              <a:spcAft>
                <a:spcPts val="0"/>
              </a:spcAft>
              <a:buClr>
                <a:schemeClr val="dk1"/>
              </a:buClr>
              <a:buSzPts val="4800"/>
              <a:buNone/>
              <a:defRPr sz="4800">
                <a:solidFill>
                  <a:schemeClr val="dk1"/>
                </a:solidFill>
              </a:defRPr>
            </a:lvl4pPr>
            <a:lvl5pPr lvl="4" algn="ctr">
              <a:spcBef>
                <a:spcPts val="0"/>
              </a:spcBef>
              <a:spcAft>
                <a:spcPts val="0"/>
              </a:spcAft>
              <a:buClr>
                <a:schemeClr val="dk1"/>
              </a:buClr>
              <a:buSzPts val="4800"/>
              <a:buNone/>
              <a:defRPr sz="4800">
                <a:solidFill>
                  <a:schemeClr val="dk1"/>
                </a:solidFill>
              </a:defRPr>
            </a:lvl5pPr>
            <a:lvl6pPr lvl="5" algn="ctr">
              <a:spcBef>
                <a:spcPts val="0"/>
              </a:spcBef>
              <a:spcAft>
                <a:spcPts val="0"/>
              </a:spcAft>
              <a:buClr>
                <a:schemeClr val="dk1"/>
              </a:buClr>
              <a:buSzPts val="4800"/>
              <a:buNone/>
              <a:defRPr sz="4800">
                <a:solidFill>
                  <a:schemeClr val="dk1"/>
                </a:solidFill>
              </a:defRPr>
            </a:lvl6pPr>
            <a:lvl7pPr lvl="6" algn="ctr">
              <a:spcBef>
                <a:spcPts val="0"/>
              </a:spcBef>
              <a:spcAft>
                <a:spcPts val="0"/>
              </a:spcAft>
              <a:buClr>
                <a:schemeClr val="dk1"/>
              </a:buClr>
              <a:buSzPts val="4800"/>
              <a:buNone/>
              <a:defRPr sz="4800">
                <a:solidFill>
                  <a:schemeClr val="dk1"/>
                </a:solidFill>
              </a:defRPr>
            </a:lvl7pPr>
            <a:lvl8pPr lvl="7" algn="ctr">
              <a:spcBef>
                <a:spcPts val="0"/>
              </a:spcBef>
              <a:spcAft>
                <a:spcPts val="0"/>
              </a:spcAft>
              <a:buClr>
                <a:schemeClr val="dk1"/>
              </a:buClr>
              <a:buSzPts val="4800"/>
              <a:buNone/>
              <a:defRPr sz="4800">
                <a:solidFill>
                  <a:schemeClr val="dk1"/>
                </a:solidFill>
              </a:defRPr>
            </a:lvl8pPr>
            <a:lvl9pPr lvl="8" algn="ctr">
              <a:spcBef>
                <a:spcPts val="0"/>
              </a:spcBef>
              <a:spcAft>
                <a:spcPts val="0"/>
              </a:spcAft>
              <a:buClr>
                <a:schemeClr val="dk1"/>
              </a:buClr>
              <a:buSzPts val="4800"/>
              <a:buNone/>
              <a:defRPr sz="4800">
                <a:solidFill>
                  <a:schemeClr val="dk1"/>
                </a:solidFill>
              </a:defRPr>
            </a:lvl9pPr>
          </a:lstStyle>
          <a:p>
            <a:endParaRPr/>
          </a:p>
        </p:txBody>
      </p:sp>
      <p:sp>
        <p:nvSpPr>
          <p:cNvPr id="42" name="Google Shape;42;p2"/>
          <p:cNvSpPr/>
          <p:nvPr/>
        </p:nvSpPr>
        <p:spPr>
          <a:xfrm>
            <a:off x="240789" y="-249878"/>
            <a:ext cx="1325150" cy="1838954"/>
          </a:xfrm>
          <a:prstGeom prst="rect">
            <a:avLst/>
          </a:prstGeom>
        </p:spPr>
        <p:txBody>
          <a:bodyPr>
            <a:prstTxWarp prst="textPlain">
              <a:avLst/>
            </a:prstTxWarp>
          </a:bodyPr>
          <a:lstStyle/>
          <a:p>
            <a:pPr lvl="0" algn="ctr"/>
            <a:r>
              <a:rPr b="1" i="0">
                <a:ln>
                  <a:noFill/>
                </a:ln>
                <a:solidFill>
                  <a:srgbClr val="00BFC9">
                    <a:alpha val="45000"/>
                  </a:srgbClr>
                </a:solidFill>
                <a:latin typeface="Montserrat"/>
              </a:rPr>
              <a:t>6</a:t>
            </a:r>
          </a:p>
        </p:txBody>
      </p:sp>
      <p:sp>
        <p:nvSpPr>
          <p:cNvPr id="43" name="Google Shape;43;p2"/>
          <p:cNvSpPr/>
          <p:nvPr/>
        </p:nvSpPr>
        <p:spPr>
          <a:xfrm>
            <a:off x="1462669" y="359548"/>
            <a:ext cx="684178" cy="835807"/>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4</a:t>
            </a:r>
          </a:p>
        </p:txBody>
      </p:sp>
      <p:sp>
        <p:nvSpPr>
          <p:cNvPr id="44" name="Google Shape;44;p2"/>
          <p:cNvSpPr/>
          <p:nvPr/>
        </p:nvSpPr>
        <p:spPr>
          <a:xfrm>
            <a:off x="-145673" y="1499255"/>
            <a:ext cx="545851" cy="815317"/>
          </a:xfrm>
          <a:prstGeom prst="rect">
            <a:avLst/>
          </a:prstGeom>
        </p:spPr>
        <p:txBody>
          <a:bodyPr>
            <a:prstTxWarp prst="textPlain">
              <a:avLst/>
            </a:prstTxWarp>
          </a:bodyPr>
          <a:lstStyle/>
          <a:p>
            <a:pPr lvl="0" algn="ctr"/>
            <a:r>
              <a:rPr b="1" i="0">
                <a:ln>
                  <a:noFill/>
                </a:ln>
                <a:solidFill>
                  <a:srgbClr val="00FFFF">
                    <a:alpha val="13460"/>
                  </a:srgbClr>
                </a:solidFill>
                <a:latin typeface="Montserrat"/>
              </a:rPr>
              <a:t>$</a:t>
            </a:r>
          </a:p>
        </p:txBody>
      </p:sp>
      <p:sp>
        <p:nvSpPr>
          <p:cNvPr id="45" name="Google Shape;45;p2"/>
          <p:cNvSpPr/>
          <p:nvPr/>
        </p:nvSpPr>
        <p:spPr>
          <a:xfrm>
            <a:off x="468639" y="3330899"/>
            <a:ext cx="596301" cy="711807"/>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0</a:t>
            </a:r>
          </a:p>
        </p:txBody>
      </p:sp>
      <p:sp>
        <p:nvSpPr>
          <p:cNvPr id="46" name="Google Shape;46;p2"/>
          <p:cNvSpPr/>
          <p:nvPr/>
        </p:nvSpPr>
        <p:spPr>
          <a:xfrm>
            <a:off x="2715924" y="4728432"/>
            <a:ext cx="422823" cy="543418"/>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8</a:t>
            </a:r>
          </a:p>
        </p:txBody>
      </p:sp>
      <p:sp>
        <p:nvSpPr>
          <p:cNvPr id="47" name="Google Shape;47;p2"/>
          <p:cNvSpPr/>
          <p:nvPr/>
        </p:nvSpPr>
        <p:spPr>
          <a:xfrm>
            <a:off x="857004" y="4218046"/>
            <a:ext cx="948321" cy="1017281"/>
          </a:xfrm>
          <a:prstGeom prst="rect">
            <a:avLst/>
          </a:prstGeom>
        </p:spPr>
        <p:txBody>
          <a:bodyPr>
            <a:prstTxWarp prst="textPlain">
              <a:avLst/>
            </a:prstTxWarp>
          </a:bodyPr>
          <a:lstStyle/>
          <a:p>
            <a:pPr lvl="0" algn="ctr"/>
            <a:r>
              <a:rPr b="1" i="0">
                <a:ln>
                  <a:noFill/>
                </a:ln>
                <a:solidFill>
                  <a:srgbClr val="00BFC9">
                    <a:alpha val="45000"/>
                  </a:srgbClr>
                </a:solidFill>
                <a:latin typeface="Montserrat"/>
              </a:rPr>
              <a:t>€</a:t>
            </a:r>
          </a:p>
        </p:txBody>
      </p:sp>
      <p:sp>
        <p:nvSpPr>
          <p:cNvPr id="48" name="Google Shape;48;p2"/>
          <p:cNvSpPr/>
          <p:nvPr/>
        </p:nvSpPr>
        <p:spPr>
          <a:xfrm>
            <a:off x="6477124" y="659323"/>
            <a:ext cx="375994" cy="418413"/>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a:t>
            </a:r>
          </a:p>
        </p:txBody>
      </p:sp>
      <p:sp>
        <p:nvSpPr>
          <p:cNvPr id="49" name="Google Shape;49;p2"/>
          <p:cNvSpPr/>
          <p:nvPr/>
        </p:nvSpPr>
        <p:spPr>
          <a:xfrm>
            <a:off x="2001208" y="4048123"/>
            <a:ext cx="340184" cy="496651"/>
          </a:xfrm>
          <a:prstGeom prst="rect">
            <a:avLst/>
          </a:prstGeom>
        </p:spPr>
        <p:txBody>
          <a:bodyPr>
            <a:prstTxWarp prst="textPlain">
              <a:avLst/>
            </a:prstTxWarp>
          </a:bodyPr>
          <a:lstStyle/>
          <a:p>
            <a:pPr lvl="0" algn="ctr"/>
            <a:r>
              <a:rPr b="0" i="0">
                <a:ln>
                  <a:noFill/>
                </a:ln>
                <a:solidFill>
                  <a:srgbClr val="00BFC9">
                    <a:alpha val="45000"/>
                  </a:srgbClr>
                </a:solidFill>
                <a:latin typeface="Abril Fatface"/>
              </a:rPr>
              <a:t>2</a:t>
            </a:r>
          </a:p>
        </p:txBody>
      </p:sp>
      <p:sp>
        <p:nvSpPr>
          <p:cNvPr id="50" name="Google Shape;50;p2"/>
          <p:cNvSpPr/>
          <p:nvPr/>
        </p:nvSpPr>
        <p:spPr>
          <a:xfrm>
            <a:off x="-202825" y="3641301"/>
            <a:ext cx="863938" cy="1198949"/>
          </a:xfrm>
          <a:prstGeom prst="rect">
            <a:avLst/>
          </a:prstGeom>
        </p:spPr>
        <p:txBody>
          <a:bodyPr>
            <a:prstTxWarp prst="textPlain">
              <a:avLst/>
            </a:prstTxWarp>
          </a:bodyPr>
          <a:lstStyle/>
          <a:p>
            <a:pPr lvl="0" algn="ctr"/>
            <a:r>
              <a:rPr b="1" i="0">
                <a:ln>
                  <a:noFill/>
                </a:ln>
                <a:solidFill>
                  <a:srgbClr val="00FFFF">
                    <a:alpha val="13460"/>
                  </a:srgbClr>
                </a:solidFill>
                <a:latin typeface="Montserrat"/>
              </a:rPr>
              <a:t>9</a:t>
            </a:r>
          </a:p>
        </p:txBody>
      </p:sp>
      <p:sp>
        <p:nvSpPr>
          <p:cNvPr id="51" name="Google Shape;51;p2"/>
          <p:cNvSpPr/>
          <p:nvPr/>
        </p:nvSpPr>
        <p:spPr>
          <a:xfrm rot="-5400000">
            <a:off x="1953573" y="-64893"/>
            <a:ext cx="756300" cy="5958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rot="5400000">
            <a:off x="2309286" y="4286696"/>
            <a:ext cx="746700" cy="515100"/>
          </a:xfrm>
          <a:prstGeom prst="rightArrow">
            <a:avLst>
              <a:gd name="adj1" fmla="val 50000"/>
              <a:gd name="adj2" fmla="val 50000"/>
            </a:avLst>
          </a:prstGeom>
          <a:noFill/>
          <a:ln w="9525" cap="flat" cmpd="sng">
            <a:solidFill>
              <a:srgbClr val="00707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909496" y="3809336"/>
            <a:ext cx="234870" cy="332106"/>
          </a:xfrm>
          <a:prstGeom prst="rect">
            <a:avLst/>
          </a:prstGeom>
        </p:spPr>
        <p:txBody>
          <a:bodyPr>
            <a:prstTxWarp prst="textPlain">
              <a:avLst/>
            </a:prstTxWarp>
          </a:bodyPr>
          <a:lstStyle/>
          <a:p>
            <a:pPr lvl="0" algn="ctr"/>
            <a:r>
              <a:rPr b="1" i="0">
                <a:ln>
                  <a:noFill/>
                </a:ln>
                <a:solidFill>
                  <a:srgbClr val="6AA84F"/>
                </a:solidFill>
                <a:latin typeface="Montserrat"/>
              </a:rPr>
              <a:t>3</a:t>
            </a:r>
          </a:p>
        </p:txBody>
      </p:sp>
      <p:sp>
        <p:nvSpPr>
          <p:cNvPr id="54" name="Google Shape;54;p2"/>
          <p:cNvSpPr/>
          <p:nvPr/>
        </p:nvSpPr>
        <p:spPr>
          <a:xfrm>
            <a:off x="180514" y="977226"/>
            <a:ext cx="178753" cy="330110"/>
          </a:xfrm>
          <a:prstGeom prst="rect">
            <a:avLst/>
          </a:prstGeom>
        </p:spPr>
        <p:txBody>
          <a:bodyPr>
            <a:prstTxWarp prst="textPlain">
              <a:avLst/>
            </a:prstTxWarp>
          </a:bodyPr>
          <a:lstStyle/>
          <a:p>
            <a:pPr lvl="0" algn="ctr"/>
            <a:r>
              <a:rPr b="0" i="0">
                <a:ln>
                  <a:noFill/>
                </a:ln>
                <a:solidFill>
                  <a:srgbClr val="6AA84F"/>
                </a:solidFill>
                <a:latin typeface="Abril Fatface"/>
              </a:rPr>
              <a:t>1</a:t>
            </a:r>
          </a:p>
        </p:txBody>
      </p:sp>
      <p:sp>
        <p:nvSpPr>
          <p:cNvPr id="55" name="Google Shape;55;p2"/>
          <p:cNvSpPr/>
          <p:nvPr/>
        </p:nvSpPr>
        <p:spPr>
          <a:xfrm>
            <a:off x="2001208" y="4738570"/>
            <a:ext cx="172436" cy="245058"/>
          </a:xfrm>
          <a:prstGeom prst="rect">
            <a:avLst/>
          </a:prstGeom>
        </p:spPr>
        <p:txBody>
          <a:bodyPr>
            <a:prstTxWarp prst="textPlain">
              <a:avLst/>
            </a:prstTxWarp>
          </a:bodyPr>
          <a:lstStyle/>
          <a:p>
            <a:pPr lvl="0" algn="ctr"/>
            <a:r>
              <a:rPr b="1" i="0">
                <a:ln>
                  <a:noFill/>
                </a:ln>
                <a:solidFill>
                  <a:srgbClr val="6AA84F"/>
                </a:solidFill>
                <a:latin typeface="Montserrat"/>
              </a:rPr>
              <a:t>£</a:t>
            </a:r>
          </a:p>
        </p:txBody>
      </p:sp>
      <p:sp>
        <p:nvSpPr>
          <p:cNvPr id="56" name="Google Shape;56;p2"/>
          <p:cNvSpPr/>
          <p:nvPr/>
        </p:nvSpPr>
        <p:spPr>
          <a:xfrm>
            <a:off x="3322800" y="4742227"/>
            <a:ext cx="163350" cy="237741"/>
          </a:xfrm>
          <a:prstGeom prst="rect">
            <a:avLst/>
          </a:prstGeom>
        </p:spPr>
        <p:txBody>
          <a:bodyPr>
            <a:prstTxWarp prst="textPlain">
              <a:avLst/>
            </a:prstTxWarp>
          </a:bodyPr>
          <a:lstStyle/>
          <a:p>
            <a:pPr lvl="0" algn="ctr"/>
            <a:r>
              <a:rPr b="0" i="0">
                <a:ln>
                  <a:noFill/>
                </a:ln>
                <a:solidFill>
                  <a:srgbClr val="00FFFF">
                    <a:alpha val="13460"/>
                  </a:srgbClr>
                </a:solidFill>
                <a:latin typeface="Abril Fatface"/>
              </a:rPr>
              <a:t>5</a:t>
            </a:r>
          </a:p>
        </p:txBody>
      </p:sp>
      <p:sp>
        <p:nvSpPr>
          <p:cNvPr id="57" name="Google Shape;57;p2"/>
          <p:cNvSpPr/>
          <p:nvPr/>
        </p:nvSpPr>
        <p:spPr>
          <a:xfrm>
            <a:off x="2629623" y="359546"/>
            <a:ext cx="461790" cy="639195"/>
          </a:xfrm>
          <a:prstGeom prst="rect">
            <a:avLst/>
          </a:prstGeom>
        </p:spPr>
        <p:txBody>
          <a:bodyPr>
            <a:prstTxWarp prst="textPlain">
              <a:avLst/>
            </a:prstTxWarp>
          </a:bodyPr>
          <a:lstStyle/>
          <a:p>
            <a:pPr lvl="0" algn="ctr"/>
            <a:r>
              <a:rPr b="1" i="0">
                <a:ln>
                  <a:noFill/>
                </a:ln>
                <a:solidFill>
                  <a:srgbClr val="00FFFF">
                    <a:alpha val="13460"/>
                  </a:srgbClr>
                </a:solidFill>
                <a:latin typeface="Montserrat"/>
              </a:rPr>
              <a:t>7</a:t>
            </a:r>
          </a:p>
        </p:txBody>
      </p:sp>
      <p:sp>
        <p:nvSpPr>
          <p:cNvPr id="58" name="Google Shape;58;p2"/>
          <p:cNvSpPr/>
          <p:nvPr/>
        </p:nvSpPr>
        <p:spPr>
          <a:xfrm>
            <a:off x="65335" y="101130"/>
            <a:ext cx="123829" cy="175316"/>
          </a:xfrm>
          <a:prstGeom prst="rect">
            <a:avLst/>
          </a:prstGeom>
        </p:spPr>
        <p:txBody>
          <a:bodyPr>
            <a:prstTxWarp prst="textPlain">
              <a:avLst/>
            </a:prstTxWarp>
          </a:bodyPr>
          <a:lstStyle/>
          <a:p>
            <a:pPr lvl="0" algn="ctr"/>
            <a:r>
              <a:rPr b="1" i="0">
                <a:ln>
                  <a:noFill/>
                </a:ln>
                <a:solidFill>
                  <a:srgbClr val="6AA84F"/>
                </a:solidFill>
                <a:latin typeface="Montserrat"/>
              </a:rPr>
              <a:t>2</a:t>
            </a:r>
          </a:p>
        </p:txBody>
      </p:sp>
      <p:sp>
        <p:nvSpPr>
          <p:cNvPr id="59" name="Google Shape;59;p2"/>
          <p:cNvSpPr/>
          <p:nvPr/>
        </p:nvSpPr>
        <p:spPr>
          <a:xfrm>
            <a:off x="575656" y="4769892"/>
            <a:ext cx="128737" cy="182401"/>
          </a:xfrm>
          <a:prstGeom prst="rect">
            <a:avLst/>
          </a:prstGeom>
        </p:spPr>
        <p:txBody>
          <a:bodyPr>
            <a:prstTxWarp prst="textPlain">
              <a:avLst/>
            </a:prstTxWarp>
          </a:bodyPr>
          <a:lstStyle/>
          <a:p>
            <a:pPr lvl="0" algn="ctr"/>
            <a:r>
              <a:rPr b="1" i="0">
                <a:ln>
                  <a:noFill/>
                </a:ln>
                <a:solidFill>
                  <a:srgbClr val="6AA84F"/>
                </a:solidFill>
                <a:latin typeface="Montserrat"/>
              </a:rPr>
              <a:t>5</a:t>
            </a:r>
          </a:p>
        </p:txBody>
      </p:sp>
      <p:sp>
        <p:nvSpPr>
          <p:cNvPr id="60" name="Google Shape;60;p2"/>
          <p:cNvSpPr/>
          <p:nvPr/>
        </p:nvSpPr>
        <p:spPr>
          <a:xfrm>
            <a:off x="735785" y="1757713"/>
            <a:ext cx="212661" cy="273304"/>
          </a:xfrm>
          <a:prstGeom prst="rect">
            <a:avLst/>
          </a:prstGeom>
        </p:spPr>
        <p:txBody>
          <a:bodyPr>
            <a:prstTxWarp prst="textPlain">
              <a:avLst/>
            </a:prstTxWarp>
          </a:bodyPr>
          <a:lstStyle/>
          <a:p>
            <a:pPr lvl="0" algn="ctr"/>
            <a:r>
              <a:rPr b="0" i="0">
                <a:ln>
                  <a:noFill/>
                </a:ln>
                <a:solidFill>
                  <a:srgbClr val="6AA84F"/>
                </a:solidFill>
                <a:latin typeface="Abril Fatface"/>
              </a:rPr>
              <a:t>6</a:t>
            </a:r>
          </a:p>
        </p:txBody>
      </p:sp>
      <p:sp>
        <p:nvSpPr>
          <p:cNvPr id="61" name="Google Shape;61;p2"/>
          <p:cNvSpPr/>
          <p:nvPr/>
        </p:nvSpPr>
        <p:spPr>
          <a:xfrm>
            <a:off x="1617563" y="68452"/>
            <a:ext cx="187263" cy="240664"/>
          </a:xfrm>
          <a:prstGeom prst="rect">
            <a:avLst/>
          </a:prstGeom>
        </p:spPr>
        <p:txBody>
          <a:bodyPr>
            <a:prstTxWarp prst="textPlain">
              <a:avLst/>
            </a:prstTxWarp>
          </a:bodyPr>
          <a:lstStyle/>
          <a:p>
            <a:pPr lvl="0" algn="ctr"/>
            <a:r>
              <a:rPr b="0" i="0">
                <a:ln>
                  <a:noFill/>
                </a:ln>
                <a:solidFill>
                  <a:srgbClr val="6AA84F"/>
                </a:solidFill>
                <a:latin typeface="Abril Fatface"/>
              </a:rPr>
              <a:t>9</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letely blank">
  <p:cSld name="BLANK_1">
    <p:spTree>
      <p:nvGrpSpPr>
        <p:cNvPr id="1" name="Shape 251"/>
        <p:cNvGrpSpPr/>
        <p:nvPr/>
      </p:nvGrpSpPr>
      <p:grpSpPr>
        <a:xfrm>
          <a:off x="0" y="0"/>
          <a:ext cx="0" cy="0"/>
          <a:chOff x="0" y="0"/>
          <a:chExt cx="0" cy="0"/>
        </a:xfrm>
      </p:grpSpPr>
      <p:sp>
        <p:nvSpPr>
          <p:cNvPr id="252" name="Google Shape;252;p11"/>
          <p:cNvSpPr txBox="1">
            <a:spLocks noGrp="1"/>
          </p:cNvSpPr>
          <p:nvPr>
            <p:ph type="sldNum" idx="12"/>
          </p:nvPr>
        </p:nvSpPr>
        <p:spPr>
          <a:xfrm>
            <a:off x="76200" y="39925"/>
            <a:ext cx="548700" cy="360000"/>
          </a:xfrm>
          <a:prstGeom prst="rect">
            <a:avLst/>
          </a:prstGeom>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42900" y="1065212"/>
            <a:ext cx="3886200" cy="735013"/>
          </a:xfrm>
        </p:spPr>
        <p:txBody>
          <a:bodyPr/>
          <a:lstStyle/>
          <a:p>
            <a:r>
              <a:rPr lang="en-US" smtClean="0"/>
              <a:t>Click to edit Master title style</a:t>
            </a:r>
            <a:endParaRPr lang="en-US"/>
          </a:p>
        </p:txBody>
      </p:sp>
      <p:sp>
        <p:nvSpPr>
          <p:cNvPr id="3" name="Subtitle 2"/>
          <p:cNvSpPr>
            <a:spLocks noGrp="1"/>
          </p:cNvSpPr>
          <p:nvPr>
            <p:ph type="subTitle" idx="1"/>
          </p:nvPr>
        </p:nvSpPr>
        <p:spPr>
          <a:xfrm>
            <a:off x="685800" y="1943100"/>
            <a:ext cx="3200400" cy="876300"/>
          </a:xfrm>
        </p:spPr>
        <p:txBody>
          <a:bodyPr/>
          <a:lstStyle>
            <a:lvl1pPr marL="0" indent="0" algn="ctr">
              <a:buNone/>
              <a:defRPr>
                <a:solidFill>
                  <a:schemeClr val="tx1">
                    <a:tint val="75000"/>
                  </a:schemeClr>
                </a:solidFill>
              </a:defRPr>
            </a:lvl1pPr>
            <a:lvl2pPr marL="228600" indent="0" algn="ctr">
              <a:buNone/>
              <a:defRPr>
                <a:solidFill>
                  <a:schemeClr val="tx1">
                    <a:tint val="75000"/>
                  </a:schemeClr>
                </a:solidFill>
              </a:defRPr>
            </a:lvl2pPr>
            <a:lvl3pPr marL="457200" indent="0" algn="ctr">
              <a:buNone/>
              <a:defRPr>
                <a:solidFill>
                  <a:schemeClr val="tx1">
                    <a:tint val="75000"/>
                  </a:schemeClr>
                </a:solidFill>
              </a:defRPr>
            </a:lvl3pPr>
            <a:lvl4pPr marL="685800" indent="0" algn="ctr">
              <a:buNone/>
              <a:defRPr>
                <a:solidFill>
                  <a:schemeClr val="tx1">
                    <a:tint val="75000"/>
                  </a:schemeClr>
                </a:solidFill>
              </a:defRPr>
            </a:lvl4pPr>
            <a:lvl5pPr marL="914400" indent="0" algn="ctr">
              <a:buNone/>
              <a:defRPr>
                <a:solidFill>
                  <a:schemeClr val="tx1">
                    <a:tint val="75000"/>
                  </a:schemeClr>
                </a:solidFill>
              </a:defRPr>
            </a:lvl5pPr>
            <a:lvl6pPr marL="1143000" indent="0" algn="ctr">
              <a:buNone/>
              <a:defRPr>
                <a:solidFill>
                  <a:schemeClr val="tx1">
                    <a:tint val="75000"/>
                  </a:schemeClr>
                </a:solidFill>
              </a:defRPr>
            </a:lvl6pPr>
            <a:lvl7pPr marL="1371600" indent="0" algn="ctr">
              <a:buNone/>
              <a:defRPr>
                <a:solidFill>
                  <a:schemeClr val="tx1">
                    <a:tint val="75000"/>
                  </a:schemeClr>
                </a:solidFill>
              </a:defRPr>
            </a:lvl7pPr>
            <a:lvl8pPr marL="1600200" indent="0" algn="ctr">
              <a:buNone/>
              <a:defRPr>
                <a:solidFill>
                  <a:schemeClr val="tx1">
                    <a:tint val="75000"/>
                  </a:schemeClr>
                </a:solidFill>
              </a:defRPr>
            </a:lvl8pPr>
            <a:lvl9pPr marL="18288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498000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247589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61157" y="2203450"/>
            <a:ext cx="3886200" cy="681038"/>
          </a:xfrm>
        </p:spPr>
        <p:txBody>
          <a:bodyPr anchor="t"/>
          <a:lstStyle>
            <a:lvl1pPr algn="l">
              <a:defRPr sz="2000" b="1" cap="all"/>
            </a:lvl1pPr>
          </a:lstStyle>
          <a:p>
            <a:r>
              <a:rPr lang="en-US" smtClean="0"/>
              <a:t>Click to edit Master title style</a:t>
            </a:r>
            <a:endParaRPr lang="en-US"/>
          </a:p>
        </p:txBody>
      </p:sp>
      <p:sp>
        <p:nvSpPr>
          <p:cNvPr id="3" name="Text Placeholder 2"/>
          <p:cNvSpPr>
            <a:spLocks noGrp="1"/>
          </p:cNvSpPr>
          <p:nvPr>
            <p:ph type="body" idx="1"/>
          </p:nvPr>
        </p:nvSpPr>
        <p:spPr>
          <a:xfrm>
            <a:off x="361157" y="1453357"/>
            <a:ext cx="3886200" cy="750094"/>
          </a:xfrm>
        </p:spPr>
        <p:txBody>
          <a:bodyPr anchor="b"/>
          <a:lstStyle>
            <a:lvl1pPr marL="0" indent="0">
              <a:buNone/>
              <a:defRPr sz="1000">
                <a:solidFill>
                  <a:schemeClr val="tx1">
                    <a:tint val="75000"/>
                  </a:schemeClr>
                </a:solidFill>
              </a:defRPr>
            </a:lvl1pPr>
            <a:lvl2pPr marL="228600" indent="0">
              <a:buNone/>
              <a:defRPr sz="900">
                <a:solidFill>
                  <a:schemeClr val="tx1">
                    <a:tint val="75000"/>
                  </a:schemeClr>
                </a:solidFill>
              </a:defRPr>
            </a:lvl2pPr>
            <a:lvl3pPr marL="457200" indent="0">
              <a:buNone/>
              <a:defRPr sz="800">
                <a:solidFill>
                  <a:schemeClr val="tx1">
                    <a:tint val="75000"/>
                  </a:schemeClr>
                </a:solidFill>
              </a:defRPr>
            </a:lvl3pPr>
            <a:lvl4pPr marL="685800" indent="0">
              <a:buNone/>
              <a:defRPr sz="700">
                <a:solidFill>
                  <a:schemeClr val="tx1">
                    <a:tint val="75000"/>
                  </a:schemeClr>
                </a:solidFill>
              </a:defRPr>
            </a:lvl4pPr>
            <a:lvl5pPr marL="914400" indent="0">
              <a:buNone/>
              <a:defRPr sz="700">
                <a:solidFill>
                  <a:schemeClr val="tx1">
                    <a:tint val="75000"/>
                  </a:schemeClr>
                </a:solidFill>
              </a:defRPr>
            </a:lvl5pPr>
            <a:lvl6pPr marL="1143000" indent="0">
              <a:buNone/>
              <a:defRPr sz="700">
                <a:solidFill>
                  <a:schemeClr val="tx1">
                    <a:tint val="75000"/>
                  </a:schemeClr>
                </a:solidFill>
              </a:defRPr>
            </a:lvl6pPr>
            <a:lvl7pPr marL="1371600" indent="0">
              <a:buNone/>
              <a:defRPr sz="700">
                <a:solidFill>
                  <a:schemeClr val="tx1">
                    <a:tint val="75000"/>
                  </a:schemeClr>
                </a:solidFill>
              </a:defRPr>
            </a:lvl7pPr>
            <a:lvl8pPr marL="1600200" indent="0">
              <a:buNone/>
              <a:defRPr sz="700">
                <a:solidFill>
                  <a:schemeClr val="tx1">
                    <a:tint val="75000"/>
                  </a:schemeClr>
                </a:solidFill>
              </a:defRPr>
            </a:lvl8pPr>
            <a:lvl9pPr marL="1828800" indent="0">
              <a:buNone/>
              <a:defRPr sz="7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316929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2286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2324100" y="800100"/>
            <a:ext cx="2019300" cy="2262982"/>
          </a:xfrm>
        </p:spPr>
        <p:txBody>
          <a:bodyPr/>
          <a:lstStyle>
            <a:lvl1pPr>
              <a:defRPr sz="1400"/>
            </a:lvl1pPr>
            <a:lvl2pPr>
              <a:defRPr sz="1200"/>
            </a:lvl2pPr>
            <a:lvl3pPr>
              <a:defRPr sz="1000"/>
            </a:lvl3pPr>
            <a:lvl4pPr>
              <a:defRPr sz="900"/>
            </a:lvl4pPr>
            <a:lvl5pPr>
              <a:defRPr sz="900"/>
            </a:lvl5pPr>
            <a:lvl6pPr>
              <a:defRPr sz="900"/>
            </a:lvl6pPr>
            <a:lvl7pPr>
              <a:defRPr sz="900"/>
            </a:lvl7pPr>
            <a:lvl8pPr>
              <a:defRPr sz="900"/>
            </a:lvl8pPr>
            <a:lvl9pPr>
              <a:defRPr sz="9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6" name="Footer Placeholder 5"/>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7" name="Slide Number Placeholder 6"/>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780552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28600" y="767556"/>
            <a:ext cx="2020094"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4" name="Content Placeholder 3"/>
          <p:cNvSpPr>
            <a:spLocks noGrp="1"/>
          </p:cNvSpPr>
          <p:nvPr>
            <p:ph sz="half" idx="2"/>
          </p:nvPr>
        </p:nvSpPr>
        <p:spPr>
          <a:xfrm>
            <a:off x="228600" y="1087438"/>
            <a:ext cx="2020094"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2322513" y="767556"/>
            <a:ext cx="2020888" cy="319881"/>
          </a:xfrm>
        </p:spPr>
        <p:txBody>
          <a:bodyPr anchor="b"/>
          <a:lstStyle>
            <a:lvl1pPr marL="0" indent="0">
              <a:buNone/>
              <a:defRPr sz="1200" b="1"/>
            </a:lvl1pPr>
            <a:lvl2pPr marL="228600" indent="0">
              <a:buNone/>
              <a:defRPr sz="1000" b="1"/>
            </a:lvl2pPr>
            <a:lvl3pPr marL="457200" indent="0">
              <a:buNone/>
              <a:defRPr sz="900" b="1"/>
            </a:lvl3pPr>
            <a:lvl4pPr marL="685800" indent="0">
              <a:buNone/>
              <a:defRPr sz="800" b="1"/>
            </a:lvl4pPr>
            <a:lvl5pPr marL="914400" indent="0">
              <a:buNone/>
              <a:defRPr sz="800" b="1"/>
            </a:lvl5pPr>
            <a:lvl6pPr marL="1143000" indent="0">
              <a:buNone/>
              <a:defRPr sz="800" b="1"/>
            </a:lvl6pPr>
            <a:lvl7pPr marL="1371600" indent="0">
              <a:buNone/>
              <a:defRPr sz="800" b="1"/>
            </a:lvl7pPr>
            <a:lvl8pPr marL="1600200" indent="0">
              <a:buNone/>
              <a:defRPr sz="800" b="1"/>
            </a:lvl8pPr>
            <a:lvl9pPr marL="1828800" indent="0">
              <a:buNone/>
              <a:defRPr sz="800" b="1"/>
            </a:lvl9pPr>
          </a:lstStyle>
          <a:p>
            <a:pPr lvl="0"/>
            <a:r>
              <a:rPr lang="en-US" smtClean="0"/>
              <a:t>Click to edit Master text styles</a:t>
            </a:r>
          </a:p>
        </p:txBody>
      </p:sp>
      <p:sp>
        <p:nvSpPr>
          <p:cNvPr id="6" name="Content Placeholder 5"/>
          <p:cNvSpPr>
            <a:spLocks noGrp="1"/>
          </p:cNvSpPr>
          <p:nvPr>
            <p:ph sz="quarter" idx="4"/>
          </p:nvPr>
        </p:nvSpPr>
        <p:spPr>
          <a:xfrm>
            <a:off x="2322513" y="1087438"/>
            <a:ext cx="2020888" cy="1975644"/>
          </a:xfrm>
        </p:spPr>
        <p:txBody>
          <a:bodyPr/>
          <a:lstStyle>
            <a:lvl1pPr>
              <a:defRPr sz="1200"/>
            </a:lvl1pPr>
            <a:lvl2pPr>
              <a:defRPr sz="1000"/>
            </a:lvl2pPr>
            <a:lvl3pPr>
              <a:defRPr sz="900"/>
            </a:lvl3pPr>
            <a:lvl4pPr>
              <a:defRPr sz="800"/>
            </a:lvl4pPr>
            <a:lvl5pPr>
              <a:defRPr sz="800"/>
            </a:lvl5pPr>
            <a:lvl6pPr>
              <a:defRPr sz="800"/>
            </a:lvl6pPr>
            <a:lvl7pPr>
              <a:defRPr sz="800"/>
            </a:lvl7pPr>
            <a:lvl8pPr>
              <a:defRPr sz="800"/>
            </a:lvl8pPr>
            <a:lvl9pPr>
              <a:defRPr sz="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8" name="Footer Placeholder 7"/>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9" name="Slide Number Placeholder 8"/>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7519114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4" name="Footer Placeholder 3"/>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5" name="Slide Number Placeholder 4"/>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1327245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3" name="Footer Placeholder 2"/>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4" name="Slide Number Placeholder 3"/>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507927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28600" y="136525"/>
            <a:ext cx="1504157" cy="581025"/>
          </a:xfrm>
        </p:spPr>
        <p:txBody>
          <a:bodyPr anchor="b"/>
          <a:lstStyle>
            <a:lvl1pPr algn="l">
              <a:defRPr sz="1000" b="1"/>
            </a:lvl1pPr>
          </a:lstStyle>
          <a:p>
            <a:r>
              <a:rPr lang="en-US" smtClean="0"/>
              <a:t>Click to edit Master title style</a:t>
            </a:r>
            <a:endParaRPr lang="en-US"/>
          </a:p>
        </p:txBody>
      </p:sp>
      <p:sp>
        <p:nvSpPr>
          <p:cNvPr id="3" name="Content Placeholder 2"/>
          <p:cNvSpPr>
            <a:spLocks noGrp="1"/>
          </p:cNvSpPr>
          <p:nvPr>
            <p:ph idx="1"/>
          </p:nvPr>
        </p:nvSpPr>
        <p:spPr>
          <a:xfrm>
            <a:off x="1787525" y="136525"/>
            <a:ext cx="2555875" cy="2926557"/>
          </a:xfrm>
        </p:spPr>
        <p:txBody>
          <a:bodyPr/>
          <a:lstStyle>
            <a:lvl1pPr>
              <a:defRPr sz="1600"/>
            </a:lvl1pPr>
            <a:lvl2pPr>
              <a:defRPr sz="1400"/>
            </a:lvl2pPr>
            <a:lvl3pPr>
              <a:defRPr sz="1200"/>
            </a:lvl3pPr>
            <a:lvl4pPr>
              <a:defRPr sz="1000"/>
            </a:lvl4pPr>
            <a:lvl5pPr>
              <a:defRPr sz="1000"/>
            </a:lvl5pPr>
            <a:lvl6pPr>
              <a:defRPr sz="1000"/>
            </a:lvl6pPr>
            <a:lvl7pPr>
              <a:defRPr sz="1000"/>
            </a:lvl7pPr>
            <a:lvl8pPr>
              <a:defRPr sz="1000"/>
            </a:lvl8pPr>
            <a:lvl9pPr>
              <a:defRPr sz="1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228600" y="717550"/>
            <a:ext cx="1504157" cy="2345532"/>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6" name="Footer Placeholder 5"/>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7" name="Slide Number Placeholder 6"/>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2202251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96144" y="2400300"/>
            <a:ext cx="2743200" cy="283369"/>
          </a:xfrm>
        </p:spPr>
        <p:txBody>
          <a:bodyPr anchor="b"/>
          <a:lstStyle>
            <a:lvl1pPr algn="l">
              <a:defRPr sz="1000" b="1"/>
            </a:lvl1pPr>
          </a:lstStyle>
          <a:p>
            <a:r>
              <a:rPr lang="en-US" smtClean="0"/>
              <a:t>Click to edit Master title style</a:t>
            </a:r>
            <a:endParaRPr lang="en-US"/>
          </a:p>
        </p:txBody>
      </p:sp>
      <p:sp>
        <p:nvSpPr>
          <p:cNvPr id="3" name="Picture Placeholder 2"/>
          <p:cNvSpPr>
            <a:spLocks noGrp="1"/>
          </p:cNvSpPr>
          <p:nvPr>
            <p:ph type="pic" idx="1"/>
          </p:nvPr>
        </p:nvSpPr>
        <p:spPr>
          <a:xfrm>
            <a:off x="896144" y="306388"/>
            <a:ext cx="2743200" cy="2057400"/>
          </a:xfrm>
        </p:spPr>
        <p:txBody>
          <a:bodyPr/>
          <a:lstStyle>
            <a:lvl1pPr marL="0" indent="0">
              <a:buNone/>
              <a:defRPr sz="1600"/>
            </a:lvl1pPr>
            <a:lvl2pPr marL="228600" indent="0">
              <a:buNone/>
              <a:defRPr sz="1400"/>
            </a:lvl2pPr>
            <a:lvl3pPr marL="457200" indent="0">
              <a:buNone/>
              <a:defRPr sz="1200"/>
            </a:lvl3pPr>
            <a:lvl4pPr marL="685800" indent="0">
              <a:buNone/>
              <a:defRPr sz="1000"/>
            </a:lvl4pPr>
            <a:lvl5pPr marL="914400" indent="0">
              <a:buNone/>
              <a:defRPr sz="1000"/>
            </a:lvl5pPr>
            <a:lvl6pPr marL="1143000" indent="0">
              <a:buNone/>
              <a:defRPr sz="1000"/>
            </a:lvl6pPr>
            <a:lvl7pPr marL="1371600" indent="0">
              <a:buNone/>
              <a:defRPr sz="1000"/>
            </a:lvl7pPr>
            <a:lvl8pPr marL="1600200" indent="0">
              <a:buNone/>
              <a:defRPr sz="1000"/>
            </a:lvl8pPr>
            <a:lvl9pPr marL="1828800" indent="0">
              <a:buNone/>
              <a:defRPr sz="1000"/>
            </a:lvl9pPr>
          </a:lstStyle>
          <a:p>
            <a:endParaRPr lang="en-US"/>
          </a:p>
        </p:txBody>
      </p:sp>
      <p:sp>
        <p:nvSpPr>
          <p:cNvPr id="4" name="Text Placeholder 3"/>
          <p:cNvSpPr>
            <a:spLocks noGrp="1"/>
          </p:cNvSpPr>
          <p:nvPr>
            <p:ph type="body" sz="half" idx="2"/>
          </p:nvPr>
        </p:nvSpPr>
        <p:spPr>
          <a:xfrm>
            <a:off x="896144" y="2683669"/>
            <a:ext cx="2743200" cy="402431"/>
          </a:xfrm>
        </p:spPr>
        <p:txBody>
          <a:bodyPr/>
          <a:lstStyle>
            <a:lvl1pPr marL="0" indent="0">
              <a:buNone/>
              <a:defRPr sz="700"/>
            </a:lvl1pPr>
            <a:lvl2pPr marL="228600" indent="0">
              <a:buNone/>
              <a:defRPr sz="600"/>
            </a:lvl2pPr>
            <a:lvl3pPr marL="457200" indent="0">
              <a:buNone/>
              <a:defRPr sz="500"/>
            </a:lvl3pPr>
            <a:lvl4pPr marL="685800" indent="0">
              <a:buNone/>
              <a:defRPr sz="450"/>
            </a:lvl4pPr>
            <a:lvl5pPr marL="914400" indent="0">
              <a:buNone/>
              <a:defRPr sz="450"/>
            </a:lvl5pPr>
            <a:lvl6pPr marL="1143000" indent="0">
              <a:buNone/>
              <a:defRPr sz="450"/>
            </a:lvl6pPr>
            <a:lvl7pPr marL="1371600" indent="0">
              <a:buNone/>
              <a:defRPr sz="450"/>
            </a:lvl7pPr>
            <a:lvl8pPr marL="1600200" indent="0">
              <a:buNone/>
              <a:defRPr sz="450"/>
            </a:lvl8pPr>
            <a:lvl9pPr marL="1828800" indent="0">
              <a:buNone/>
              <a:defRPr sz="45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6" name="Footer Placeholder 5"/>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7" name="Slide Number Placeholder 6"/>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10065419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6272232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314700" y="137319"/>
            <a:ext cx="1028700" cy="29257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228600" y="137319"/>
            <a:ext cx="3009900" cy="292576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11"/>
          </p:nvPr>
        </p:nvSpPr>
        <p:spPr/>
        <p:txBody>
          <a:body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12"/>
          </p:nvPr>
        </p:nvSpPr>
        <p:spPr/>
        <p:txBody>
          <a:body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356721324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grpSp>
        <p:nvGrpSpPr>
          <p:cNvPr id="6" name="Google Shape;6;p1"/>
          <p:cNvGrpSpPr/>
          <p:nvPr/>
        </p:nvGrpSpPr>
        <p:grpSpPr>
          <a:xfrm>
            <a:off x="825798" y="-750"/>
            <a:ext cx="7486405" cy="5145000"/>
            <a:chOff x="825798" y="-750"/>
            <a:chExt cx="7486405" cy="5145000"/>
          </a:xfrm>
        </p:grpSpPr>
        <p:cxnSp>
          <p:nvCxnSpPr>
            <p:cNvPr id="7" name="Google Shape;7;p1"/>
            <p:cNvCxnSpPr/>
            <p:nvPr/>
          </p:nvCxnSpPr>
          <p:spPr>
            <a:xfrm>
              <a:off x="825798"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8" name="Google Shape;8;p1"/>
            <p:cNvCxnSpPr/>
            <p:nvPr/>
          </p:nvCxnSpPr>
          <p:spPr>
            <a:xfrm>
              <a:off x="1657621"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9" name="Google Shape;9;p1"/>
            <p:cNvCxnSpPr/>
            <p:nvPr/>
          </p:nvCxnSpPr>
          <p:spPr>
            <a:xfrm>
              <a:off x="2489443"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0" name="Google Shape;10;p1"/>
            <p:cNvCxnSpPr/>
            <p:nvPr/>
          </p:nvCxnSpPr>
          <p:spPr>
            <a:xfrm>
              <a:off x="8312202"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1" name="Google Shape;11;p1"/>
            <p:cNvCxnSpPr/>
            <p:nvPr/>
          </p:nvCxnSpPr>
          <p:spPr>
            <a:xfrm>
              <a:off x="7480380"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2" name="Google Shape;12;p1"/>
            <p:cNvCxnSpPr/>
            <p:nvPr/>
          </p:nvCxnSpPr>
          <p:spPr>
            <a:xfrm>
              <a:off x="6648557"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3" name="Google Shape;13;p1"/>
            <p:cNvCxnSpPr/>
            <p:nvPr/>
          </p:nvCxnSpPr>
          <p:spPr>
            <a:xfrm>
              <a:off x="5816734"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4" name="Google Shape;14;p1"/>
            <p:cNvCxnSpPr/>
            <p:nvPr/>
          </p:nvCxnSpPr>
          <p:spPr>
            <a:xfrm>
              <a:off x="4984911"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5" name="Google Shape;15;p1"/>
            <p:cNvCxnSpPr/>
            <p:nvPr/>
          </p:nvCxnSpPr>
          <p:spPr>
            <a:xfrm>
              <a:off x="4153089" y="-750"/>
              <a:ext cx="0" cy="5145000"/>
            </a:xfrm>
            <a:prstGeom prst="straightConnector1">
              <a:avLst/>
            </a:prstGeom>
            <a:noFill/>
            <a:ln w="9525" cap="flat" cmpd="sng">
              <a:solidFill>
                <a:srgbClr val="005C65"/>
              </a:solidFill>
              <a:prstDash val="dot"/>
              <a:round/>
              <a:headEnd type="none" w="med" len="med"/>
              <a:tailEnd type="none" w="med" len="med"/>
            </a:ln>
          </p:spPr>
        </p:cxnSp>
        <p:cxnSp>
          <p:nvCxnSpPr>
            <p:cNvPr id="16" name="Google Shape;16;p1"/>
            <p:cNvCxnSpPr/>
            <p:nvPr/>
          </p:nvCxnSpPr>
          <p:spPr>
            <a:xfrm>
              <a:off x="3321266" y="-750"/>
              <a:ext cx="0" cy="5145000"/>
            </a:xfrm>
            <a:prstGeom prst="straightConnector1">
              <a:avLst/>
            </a:prstGeom>
            <a:noFill/>
            <a:ln w="9525" cap="flat" cmpd="sng">
              <a:solidFill>
                <a:srgbClr val="005C65"/>
              </a:solidFill>
              <a:prstDash val="dot"/>
              <a:round/>
              <a:headEnd type="none" w="med" len="med"/>
              <a:tailEnd type="none" w="med" len="med"/>
            </a:ln>
          </p:spPr>
        </p:cxnSp>
      </p:grpSp>
      <p:sp>
        <p:nvSpPr>
          <p:cNvPr id="17" name="Google Shape;17;p1"/>
          <p:cNvSpPr txBox="1">
            <a:spLocks noGrp="1"/>
          </p:cNvSpPr>
          <p:nvPr>
            <p:ph type="title"/>
          </p:nvPr>
        </p:nvSpPr>
        <p:spPr>
          <a:xfrm>
            <a:off x="735875" y="780900"/>
            <a:ext cx="5917200" cy="6975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1pPr>
            <a:lvl2pPr lvl="1">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2pPr>
            <a:lvl3pPr lvl="2">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3pPr>
            <a:lvl4pPr lvl="3">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4pPr>
            <a:lvl5pPr lvl="4">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5pPr>
            <a:lvl6pPr lvl="5">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6pPr>
            <a:lvl7pPr lvl="6">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7pPr>
            <a:lvl8pPr lvl="7">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8pPr>
            <a:lvl9pPr lvl="8">
              <a:spcBef>
                <a:spcPts val="0"/>
              </a:spcBef>
              <a:spcAft>
                <a:spcPts val="0"/>
              </a:spcAft>
              <a:buClr>
                <a:schemeClr val="dk2"/>
              </a:buClr>
              <a:buSzPts val="2400"/>
              <a:buFont typeface="Montserrat"/>
              <a:buNone/>
              <a:defRPr sz="2400" b="1">
                <a:solidFill>
                  <a:schemeClr val="dk2"/>
                </a:solidFill>
                <a:latin typeface="Montserrat"/>
                <a:ea typeface="Montserrat"/>
                <a:cs typeface="Montserrat"/>
                <a:sym typeface="Montserrat"/>
              </a:defRPr>
            </a:lvl9pPr>
          </a:lstStyle>
          <a:p>
            <a:endParaRPr/>
          </a:p>
        </p:txBody>
      </p:sp>
      <p:sp>
        <p:nvSpPr>
          <p:cNvPr id="18" name="Google Shape;18;p1"/>
          <p:cNvSpPr txBox="1">
            <a:spLocks noGrp="1"/>
          </p:cNvSpPr>
          <p:nvPr>
            <p:ph type="body" idx="1"/>
          </p:nvPr>
        </p:nvSpPr>
        <p:spPr>
          <a:xfrm>
            <a:off x="735875" y="1513574"/>
            <a:ext cx="5917200" cy="3031200"/>
          </a:xfrm>
          <a:prstGeom prst="rect">
            <a:avLst/>
          </a:prstGeom>
          <a:noFill/>
          <a:ln>
            <a:noFill/>
          </a:ln>
        </p:spPr>
        <p:txBody>
          <a:bodyPr spcFirstLastPara="1" wrap="square" lIns="91425" tIns="91425" rIns="91425" bIns="91425" anchor="t" anchorCtr="0">
            <a:noAutofit/>
          </a:bodyPr>
          <a:lstStyle>
            <a:lvl1pPr marL="457200" lvl="0" indent="-381000">
              <a:spcBef>
                <a:spcPts val="600"/>
              </a:spcBef>
              <a:spcAft>
                <a:spcPts val="0"/>
              </a:spcAft>
              <a:buClr>
                <a:schemeClr val="dk2"/>
              </a:buClr>
              <a:buSzPts val="2400"/>
              <a:buFont typeface="PT Serif"/>
              <a:buChar char="⊸"/>
              <a:defRPr sz="2400">
                <a:solidFill>
                  <a:schemeClr val="dk1"/>
                </a:solidFill>
                <a:latin typeface="PT Serif"/>
                <a:ea typeface="PT Serif"/>
                <a:cs typeface="PT Serif"/>
                <a:sym typeface="PT Serif"/>
              </a:defRPr>
            </a:lvl1pPr>
            <a:lvl2pPr marL="914400" lvl="1"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2pPr>
            <a:lvl3pPr marL="1371600" lvl="2"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3pPr>
            <a:lvl4pPr marL="1828800" lvl="3"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4pPr>
            <a:lvl5pPr marL="2286000" lvl="4"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5pPr>
            <a:lvl6pPr marL="2743200" lvl="5"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6pPr>
            <a:lvl7pPr marL="3200400" lvl="6"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7pPr>
            <a:lvl8pPr marL="3657600" lvl="7"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8pPr>
            <a:lvl9pPr marL="4114800" lvl="8" indent="-381000">
              <a:spcBef>
                <a:spcPts val="0"/>
              </a:spcBef>
              <a:spcAft>
                <a:spcPts val="0"/>
              </a:spcAft>
              <a:buClr>
                <a:schemeClr val="dk1"/>
              </a:buClr>
              <a:buSzPts val="2400"/>
              <a:buFont typeface="PT Serif"/>
              <a:buChar char="■"/>
              <a:defRPr sz="2400">
                <a:solidFill>
                  <a:schemeClr val="dk1"/>
                </a:solidFill>
                <a:latin typeface="PT Serif"/>
                <a:ea typeface="PT Serif"/>
                <a:cs typeface="PT Serif"/>
                <a:sym typeface="PT Serif"/>
              </a:defRPr>
            </a:lvl9pPr>
          </a:lstStyle>
          <a:p>
            <a:endParaRPr/>
          </a:p>
        </p:txBody>
      </p:sp>
      <p:sp>
        <p:nvSpPr>
          <p:cNvPr id="19" name="Google Shape;19;p1"/>
          <p:cNvSpPr txBox="1">
            <a:spLocks noGrp="1"/>
          </p:cNvSpPr>
          <p:nvPr>
            <p:ph type="sldNum" idx="12"/>
          </p:nvPr>
        </p:nvSpPr>
        <p:spPr>
          <a:xfrm>
            <a:off x="76200" y="39925"/>
            <a:ext cx="548700" cy="360000"/>
          </a:xfrm>
          <a:prstGeom prst="rect">
            <a:avLst/>
          </a:prstGeom>
          <a:noFill/>
          <a:ln>
            <a:noFill/>
          </a:ln>
        </p:spPr>
        <p:txBody>
          <a:bodyPr spcFirstLastPara="1" wrap="square" lIns="91425" tIns="91425" rIns="91425" bIns="91425" anchor="t" anchorCtr="0">
            <a:noAutofit/>
          </a:bodyPr>
          <a:lstStyle>
            <a:lvl1pPr lvl="0">
              <a:buNone/>
              <a:defRPr sz="1100" b="1">
                <a:solidFill>
                  <a:schemeClr val="lt2"/>
                </a:solidFill>
                <a:latin typeface="Montserrat"/>
                <a:ea typeface="Montserrat"/>
                <a:cs typeface="Montserrat"/>
                <a:sym typeface="Montserrat"/>
              </a:defRPr>
            </a:lvl1pPr>
            <a:lvl2pPr lvl="1">
              <a:buNone/>
              <a:defRPr sz="1100" b="1">
                <a:solidFill>
                  <a:schemeClr val="lt2"/>
                </a:solidFill>
                <a:latin typeface="Montserrat"/>
                <a:ea typeface="Montserrat"/>
                <a:cs typeface="Montserrat"/>
                <a:sym typeface="Montserrat"/>
              </a:defRPr>
            </a:lvl2pPr>
            <a:lvl3pPr lvl="2">
              <a:buNone/>
              <a:defRPr sz="1100" b="1">
                <a:solidFill>
                  <a:schemeClr val="lt2"/>
                </a:solidFill>
                <a:latin typeface="Montserrat"/>
                <a:ea typeface="Montserrat"/>
                <a:cs typeface="Montserrat"/>
                <a:sym typeface="Montserrat"/>
              </a:defRPr>
            </a:lvl3pPr>
            <a:lvl4pPr lvl="3">
              <a:buNone/>
              <a:defRPr sz="1100" b="1">
                <a:solidFill>
                  <a:schemeClr val="lt2"/>
                </a:solidFill>
                <a:latin typeface="Montserrat"/>
                <a:ea typeface="Montserrat"/>
                <a:cs typeface="Montserrat"/>
                <a:sym typeface="Montserrat"/>
              </a:defRPr>
            </a:lvl4pPr>
            <a:lvl5pPr lvl="4">
              <a:buNone/>
              <a:defRPr sz="1100" b="1">
                <a:solidFill>
                  <a:schemeClr val="lt2"/>
                </a:solidFill>
                <a:latin typeface="Montserrat"/>
                <a:ea typeface="Montserrat"/>
                <a:cs typeface="Montserrat"/>
                <a:sym typeface="Montserrat"/>
              </a:defRPr>
            </a:lvl5pPr>
            <a:lvl6pPr lvl="5">
              <a:buNone/>
              <a:defRPr sz="1100" b="1">
                <a:solidFill>
                  <a:schemeClr val="lt2"/>
                </a:solidFill>
                <a:latin typeface="Montserrat"/>
                <a:ea typeface="Montserrat"/>
                <a:cs typeface="Montserrat"/>
                <a:sym typeface="Montserrat"/>
              </a:defRPr>
            </a:lvl6pPr>
            <a:lvl7pPr lvl="6">
              <a:buNone/>
              <a:defRPr sz="1100" b="1">
                <a:solidFill>
                  <a:schemeClr val="lt2"/>
                </a:solidFill>
                <a:latin typeface="Montserrat"/>
                <a:ea typeface="Montserrat"/>
                <a:cs typeface="Montserrat"/>
                <a:sym typeface="Montserrat"/>
              </a:defRPr>
            </a:lvl7pPr>
            <a:lvl8pPr lvl="7">
              <a:buNone/>
              <a:defRPr sz="1100" b="1">
                <a:solidFill>
                  <a:schemeClr val="lt2"/>
                </a:solidFill>
                <a:latin typeface="Montserrat"/>
                <a:ea typeface="Montserrat"/>
                <a:cs typeface="Montserrat"/>
                <a:sym typeface="Montserrat"/>
              </a:defRPr>
            </a:lvl8pPr>
            <a:lvl9pPr lvl="8">
              <a:buNone/>
              <a:defRPr sz="1100" b="1">
                <a:solidFill>
                  <a:schemeClr val="lt2"/>
                </a:solidFill>
                <a:latin typeface="Montserrat"/>
                <a:ea typeface="Montserrat"/>
                <a:cs typeface="Montserrat"/>
                <a:sym typeface="Montserrat"/>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7" r:id="rId2"/>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8600" y="137319"/>
            <a:ext cx="4114800" cy="5715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228600" y="800100"/>
            <a:ext cx="4114800" cy="226298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228600" y="3178175"/>
            <a:ext cx="1066800" cy="182563"/>
          </a:xfrm>
          <a:prstGeom prst="rect">
            <a:avLst/>
          </a:prstGeom>
        </p:spPr>
        <p:txBody>
          <a:bodyPr vert="horz" lIns="91440" tIns="45720" rIns="91440" bIns="45720" rtlCol="0" anchor="ctr"/>
          <a:lstStyle>
            <a:lvl1pPr algn="l">
              <a:defRPr sz="600">
                <a:solidFill>
                  <a:schemeClr val="tx1">
                    <a:tint val="75000"/>
                  </a:schemeClr>
                </a:solidFill>
              </a:defRPr>
            </a:lvl1pPr>
          </a:lstStyle>
          <a:p>
            <a:pPr defTabSz="457200">
              <a:buClrTx/>
            </a:pPr>
            <a:fld id="{1D8BD707-D9CF-40AE-B4C6-C98DA3205C09}" type="datetimeFigureOut">
              <a:rPr lang="en-US" kern="1200" smtClean="0">
                <a:solidFill>
                  <a:prstClr val="black">
                    <a:tint val="75000"/>
                  </a:prstClr>
                </a:solidFill>
                <a:latin typeface="Calibri"/>
                <a:ea typeface="+mn-ea"/>
                <a:cs typeface="+mn-cs"/>
              </a:rPr>
              <a:pPr defTabSz="457200">
                <a:buClrTx/>
              </a:pPr>
              <a:t>5/21/2023</a:t>
            </a:fld>
            <a:endParaRPr lang="en-US" kern="1200">
              <a:solidFill>
                <a:prstClr val="black">
                  <a:tint val="75000"/>
                </a:prstClr>
              </a:solidFill>
              <a:latin typeface="Calibri"/>
              <a:ea typeface="+mn-ea"/>
              <a:cs typeface="+mn-cs"/>
            </a:endParaRPr>
          </a:p>
        </p:txBody>
      </p:sp>
      <p:sp>
        <p:nvSpPr>
          <p:cNvPr id="5" name="Footer Placeholder 4"/>
          <p:cNvSpPr>
            <a:spLocks noGrp="1"/>
          </p:cNvSpPr>
          <p:nvPr>
            <p:ph type="ftr" sz="quarter" idx="3"/>
          </p:nvPr>
        </p:nvSpPr>
        <p:spPr>
          <a:xfrm>
            <a:off x="1562100" y="3178175"/>
            <a:ext cx="1447800" cy="182563"/>
          </a:xfrm>
          <a:prstGeom prst="rect">
            <a:avLst/>
          </a:prstGeom>
        </p:spPr>
        <p:txBody>
          <a:bodyPr vert="horz" lIns="91440" tIns="45720" rIns="91440" bIns="45720" rtlCol="0" anchor="ctr"/>
          <a:lstStyle>
            <a:lvl1pPr algn="ctr">
              <a:defRPr sz="600">
                <a:solidFill>
                  <a:schemeClr val="tx1">
                    <a:tint val="75000"/>
                  </a:schemeClr>
                </a:solidFill>
              </a:defRPr>
            </a:lvl1pPr>
          </a:lstStyle>
          <a:p>
            <a:pPr defTabSz="457200">
              <a:buClrTx/>
            </a:pPr>
            <a:endParaRPr lang="en-US" kern="1200">
              <a:solidFill>
                <a:prstClr val="black">
                  <a:tint val="75000"/>
                </a:prstClr>
              </a:solidFill>
              <a:latin typeface="Calibri"/>
              <a:ea typeface="+mn-ea"/>
              <a:cs typeface="+mn-cs"/>
            </a:endParaRPr>
          </a:p>
        </p:txBody>
      </p:sp>
      <p:sp>
        <p:nvSpPr>
          <p:cNvPr id="6" name="Slide Number Placeholder 5"/>
          <p:cNvSpPr>
            <a:spLocks noGrp="1"/>
          </p:cNvSpPr>
          <p:nvPr>
            <p:ph type="sldNum" sz="quarter" idx="4"/>
          </p:nvPr>
        </p:nvSpPr>
        <p:spPr>
          <a:xfrm>
            <a:off x="3276600" y="3178175"/>
            <a:ext cx="1066800" cy="182563"/>
          </a:xfrm>
          <a:prstGeom prst="rect">
            <a:avLst/>
          </a:prstGeom>
        </p:spPr>
        <p:txBody>
          <a:bodyPr vert="horz" lIns="91440" tIns="45720" rIns="91440" bIns="45720" rtlCol="0" anchor="ctr"/>
          <a:lstStyle>
            <a:lvl1pPr algn="r">
              <a:defRPr sz="600">
                <a:solidFill>
                  <a:schemeClr val="tx1">
                    <a:tint val="75000"/>
                  </a:schemeClr>
                </a:solidFill>
              </a:defRPr>
            </a:lvl1pPr>
          </a:lstStyle>
          <a:p>
            <a:pPr defTabSz="457200">
              <a:buClrTx/>
            </a:pPr>
            <a:fld id="{B6F15528-21DE-4FAA-801E-634DDDAF4B2B}" type="slidenum">
              <a:rPr lang="en-US" kern="1200" smtClean="0">
                <a:solidFill>
                  <a:prstClr val="black">
                    <a:tint val="75000"/>
                  </a:prstClr>
                </a:solidFill>
                <a:latin typeface="Calibri"/>
                <a:ea typeface="+mn-ea"/>
                <a:cs typeface="+mn-cs"/>
              </a:rPr>
              <a:pPr defTabSz="457200">
                <a:buClrTx/>
              </a:pPr>
              <a:t>‹#›</a:t>
            </a:fld>
            <a:endParaRPr lang="en-US" kern="1200">
              <a:solidFill>
                <a:prstClr val="black">
                  <a:tint val="75000"/>
                </a:prstClr>
              </a:solidFill>
              <a:latin typeface="Calibri"/>
              <a:ea typeface="+mn-ea"/>
              <a:cs typeface="+mn-cs"/>
            </a:endParaRPr>
          </a:p>
        </p:txBody>
      </p:sp>
    </p:spTree>
    <p:extLst>
      <p:ext uri="{BB962C8B-B14F-4D97-AF65-F5344CB8AC3E}">
        <p14:creationId xmlns:p14="http://schemas.microsoft.com/office/powerpoint/2010/main" val="641395129"/>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txStyles>
    <p:titleStyle>
      <a:lvl1pPr algn="ctr" defTabSz="457200" rtl="0" eaLnBrk="1" latinLnBrk="0" hangingPunct="1">
        <a:spcBef>
          <a:spcPct val="0"/>
        </a:spcBef>
        <a:buNone/>
        <a:defRPr sz="2200" kern="1200">
          <a:solidFill>
            <a:schemeClr val="tx1"/>
          </a:solidFill>
          <a:latin typeface="+mj-lt"/>
          <a:ea typeface="+mj-ea"/>
          <a:cs typeface="+mj-cs"/>
        </a:defRPr>
      </a:lvl1pPr>
    </p:titleStyle>
    <p:bodyStyle>
      <a:lvl1pPr marL="171450" indent="-171450" algn="l" defTabSz="457200" rtl="0" eaLnBrk="1" latinLnBrk="0" hangingPunct="1">
        <a:spcBef>
          <a:spcPct val="20000"/>
        </a:spcBef>
        <a:buFont typeface="Arial" pitchFamily="34" charset="0"/>
        <a:buChar char="•"/>
        <a:defRPr sz="1600" kern="1200">
          <a:solidFill>
            <a:schemeClr val="tx1"/>
          </a:solidFill>
          <a:latin typeface="+mn-lt"/>
          <a:ea typeface="+mn-ea"/>
          <a:cs typeface="+mn-cs"/>
        </a:defRPr>
      </a:lvl1pPr>
      <a:lvl2pPr marL="371475" indent="-142875" algn="l" defTabSz="457200" rtl="0" eaLnBrk="1" latinLnBrk="0" hangingPunct="1">
        <a:spcBef>
          <a:spcPct val="20000"/>
        </a:spcBef>
        <a:buFont typeface="Arial" pitchFamily="34" charset="0"/>
        <a:buChar char="–"/>
        <a:defRPr sz="1400" kern="1200">
          <a:solidFill>
            <a:schemeClr val="tx1"/>
          </a:solidFill>
          <a:latin typeface="+mn-lt"/>
          <a:ea typeface="+mn-ea"/>
          <a:cs typeface="+mn-cs"/>
        </a:defRPr>
      </a:lvl2pPr>
      <a:lvl3pPr marL="571500" indent="-114300" algn="l" defTabSz="457200" rtl="0" eaLnBrk="1" latinLnBrk="0" hangingPunct="1">
        <a:spcBef>
          <a:spcPct val="20000"/>
        </a:spcBef>
        <a:buFont typeface="Arial" pitchFamily="34" charset="0"/>
        <a:buChar char="•"/>
        <a:defRPr sz="1200" kern="1200">
          <a:solidFill>
            <a:schemeClr val="tx1"/>
          </a:solidFill>
          <a:latin typeface="+mn-lt"/>
          <a:ea typeface="+mn-ea"/>
          <a:cs typeface="+mn-cs"/>
        </a:defRPr>
      </a:lvl3pPr>
      <a:lvl4pPr marL="800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4pPr>
      <a:lvl5pPr marL="10287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5pPr>
      <a:lvl6pPr marL="12573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6pPr>
      <a:lvl7pPr marL="14859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7pPr>
      <a:lvl8pPr marL="17145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8pPr>
      <a:lvl9pPr marL="1943100" indent="-114300" algn="l" defTabSz="457200" rtl="0" eaLnBrk="1" latinLnBrk="0" hangingPunct="1">
        <a:spcBef>
          <a:spcPct val="20000"/>
        </a:spcBef>
        <a:buFont typeface="Arial" pitchFamily="34" charset="0"/>
        <a:buChar char="•"/>
        <a:defRPr sz="1000" kern="1200">
          <a:solidFill>
            <a:schemeClr val="tx1"/>
          </a:solidFill>
          <a:latin typeface="+mn-lt"/>
          <a:ea typeface="+mn-ea"/>
          <a:cs typeface="+mn-cs"/>
        </a:defRPr>
      </a:lvl9pPr>
    </p:bodyStyle>
    <p:other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8" Type="http://schemas.openxmlformats.org/officeDocument/2006/relationships/image" Target="../media/image8.jpeg"/><Relationship Id="rId3" Type="http://schemas.openxmlformats.org/officeDocument/2006/relationships/image" Target="../media/image5.png"/><Relationship Id="rId7" Type="http://schemas.openxmlformats.org/officeDocument/2006/relationships/image" Target="../media/image4.wmf"/><Relationship Id="rId2" Type="http://schemas.openxmlformats.org/officeDocument/2006/relationships/slideLayout" Target="../slideLayouts/slideLayout9.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7.png"/><Relationship Id="rId4" Type="http://schemas.openxmlformats.org/officeDocument/2006/relationships/image" Target="../media/image6.jpe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hyperlink" Target="https://www.slidescarnival.com/?utm_source=templat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12"/>
          <p:cNvSpPr txBox="1">
            <a:spLocks noGrp="1"/>
          </p:cNvSpPr>
          <p:nvPr>
            <p:ph type="ctrTitle"/>
          </p:nvPr>
        </p:nvSpPr>
        <p:spPr>
          <a:xfrm>
            <a:off x="99237" y="815162"/>
            <a:ext cx="9044763" cy="3806456"/>
          </a:xfrm>
          <a:prstGeom prst="rect">
            <a:avLst/>
          </a:prstGeom>
        </p:spPr>
        <p:txBody>
          <a:bodyPr spcFirstLastPara="1" wrap="square" lIns="91425" tIns="91425" rIns="91425" bIns="91425" anchor="ctr" anchorCtr="0">
            <a:noAutofit/>
            <a:scene3d>
              <a:camera prst="orthographicFront"/>
              <a:lightRig rig="threePt" dir="t"/>
            </a:scene3d>
            <a:sp3d extrusionH="57150">
              <a:bevelT w="69850" h="69850" prst="divot"/>
              <a:bevelB w="69850" h="69850" prst="divot"/>
            </a:sp3d>
          </a:bodyPr>
          <a:lstStyle/>
          <a:p>
            <a:pPr marL="0" lvl="0" indent="0" algn="ctr" rtl="0">
              <a:spcBef>
                <a:spcPts val="0"/>
              </a:spcBef>
              <a:spcAft>
                <a:spcPts val="0"/>
              </a:spcAft>
              <a:buNone/>
            </a:pPr>
            <a:r>
              <a:rPr lang="vi-VN" smtClean="0">
                <a:latin typeface="+mj-lt"/>
              </a:rPr>
              <a:t>CHƯƠNG 5: (TT)</a:t>
            </a:r>
            <a:br>
              <a:rPr lang="vi-VN" smtClean="0">
                <a:latin typeface="+mj-lt"/>
              </a:rPr>
            </a:br>
            <a:r>
              <a:rPr lang="vi-VN" smtClean="0">
                <a:latin typeface="+mj-lt"/>
              </a:rPr>
              <a:t>HÀM DELAY_MSX VÀ GIAO TIẾP SWITCH</a:t>
            </a:r>
            <a:br>
              <a:rPr lang="vi-VN" smtClean="0">
                <a:latin typeface="+mj-lt"/>
              </a:rPr>
            </a:br>
            <a:endParaRPr>
              <a:latin typeface="+mj-lt"/>
            </a:endParaRPr>
          </a:p>
        </p:txBody>
      </p:sp>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sp>
      <p:sp>
        <p:nvSpPr>
          <p:cNvPr id="13" name="AutoShape 13"/>
          <p:cNvSpPr/>
          <p:nvPr/>
        </p:nvSpPr>
        <p:spPr>
          <a:xfrm>
            <a:off x="1408682" y="545703"/>
            <a:ext cx="7883480" cy="62707"/>
          </a:xfrm>
          <a:prstGeom prst="rect">
            <a:avLst/>
          </a:prstGeom>
          <a:solidFill>
            <a:srgbClr val="318F9A"/>
          </a:solidFill>
        </p:spPr>
      </p:sp>
      <p:sp>
        <p:nvSpPr>
          <p:cNvPr id="14" name="AutoShape 14"/>
          <p:cNvSpPr/>
          <p:nvPr/>
        </p:nvSpPr>
        <p:spPr>
          <a:xfrm>
            <a:off x="-105689" y="4274185"/>
            <a:ext cx="642023" cy="992619"/>
          </a:xfrm>
          <a:prstGeom prst="rect">
            <a:avLst/>
          </a:prstGeom>
          <a:solidFill>
            <a:srgbClr val="04383F"/>
          </a:solidFill>
        </p:spPr>
      </p:sp>
      <p:sp>
        <p:nvSpPr>
          <p:cNvPr id="15" name="AutoShape 15"/>
          <p:cNvSpPr/>
          <p:nvPr/>
        </p:nvSpPr>
        <p:spPr>
          <a:xfrm>
            <a:off x="238396" y="1220943"/>
            <a:ext cx="59543" cy="4114800"/>
          </a:xfrm>
          <a:prstGeom prst="rect">
            <a:avLst/>
          </a:prstGeom>
          <a:solidFill>
            <a:srgbClr val="318F9A"/>
          </a:solidFill>
        </p:spPr>
      </p:sp>
      <p:grpSp>
        <p:nvGrpSpPr>
          <p:cNvPr id="16" name="Group 16"/>
          <p:cNvGrpSpPr/>
          <p:nvPr/>
        </p:nvGrpSpPr>
        <p:grpSpPr>
          <a:xfrm rot="3994440">
            <a:off x="293404" y="45406"/>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sp>
      </p:grpSp>
      <p:grpSp>
        <p:nvGrpSpPr>
          <p:cNvPr id="18" name="Group 18"/>
          <p:cNvGrpSpPr>
            <a:grpSpLocks noChangeAspect="1"/>
          </p:cNvGrpSpPr>
          <p:nvPr/>
        </p:nvGrpSpPr>
        <p:grpSpPr>
          <a:xfrm rot="3994440">
            <a:off x="549965" y="283507"/>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sp>
      </p:grpSp>
      <p:sp>
        <p:nvSpPr>
          <p:cNvPr id="20" name="TextBox 19"/>
          <p:cNvSpPr txBox="1"/>
          <p:nvPr/>
        </p:nvSpPr>
        <p:spPr>
          <a:xfrm>
            <a:off x="3317141" y="146169"/>
            <a:ext cx="2146399"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smtClean="0">
                <a:solidFill>
                  <a:srgbClr val="C00000"/>
                </a:solidFill>
                <a:latin typeface="Times New Roman" panose="02020603050405020304" pitchFamily="18" charset="0"/>
                <a:ea typeface="+mn-ea"/>
                <a:cs typeface="+mn-cs"/>
              </a:rPr>
              <a:t>KHỞI ĐỘNG</a:t>
            </a:r>
            <a:endParaRPr lang="en-US" sz="2200" b="1" kern="1200" dirty="0">
              <a:solidFill>
                <a:srgbClr val="C00000"/>
              </a:solidFill>
              <a:latin typeface="Calibri"/>
              <a:ea typeface="+mn-ea"/>
              <a:cs typeface="+mn-cs"/>
            </a:endParaRPr>
          </a:p>
        </p:txBody>
      </p:sp>
      <p:sp>
        <p:nvSpPr>
          <p:cNvPr id="22" name="TextBox 21"/>
          <p:cNvSpPr txBox="1"/>
          <p:nvPr/>
        </p:nvSpPr>
        <p:spPr>
          <a:xfrm>
            <a:off x="496576" y="720286"/>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smtClean="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Bài tập</a:t>
            </a:r>
            <a:r>
              <a:rPr lang="vi-VN" sz="2000" b="1" i="1" kern="1200" smtClean="0">
                <a:solidFill>
                  <a:schemeClr val="tx1"/>
                </a:solidFill>
                <a:effectLst>
                  <a:outerShdw blurRad="38100" dist="38100" dir="2700000" algn="tl">
                    <a:srgbClr val="000000">
                      <a:alpha val="43137"/>
                    </a:srgbClr>
                  </a:outerShdw>
                </a:effectLst>
                <a:latin typeface="Times New Roman" panose="02020603050405020304" pitchFamily="18" charset="0"/>
                <a:ea typeface="+mn-ea"/>
                <a:cs typeface="Times New Roman" panose="02020603050405020304" pitchFamily="18" charset="0"/>
              </a:rPr>
              <a:t>: </a:t>
            </a:r>
            <a:r>
              <a:rPr lang="vi-VN" sz="2000" i="1" kern="1200" smtClean="0">
                <a:solidFill>
                  <a:schemeClr val="tx1"/>
                </a:solidFill>
                <a:latin typeface="Times New Roman" panose="02020603050405020304" pitchFamily="18" charset="0"/>
                <a:ea typeface="+mn-ea"/>
                <a:cs typeface="Times New Roman" panose="02020603050405020304" pitchFamily="18" charset="0"/>
              </a:rPr>
              <a:t>Đếm sử dụng while và đếm sử dụng for.</a:t>
            </a:r>
            <a:endParaRPr lang="en-US" sz="2000" b="1" i="1" kern="1200" dirty="0">
              <a:solidFill>
                <a:schemeClr val="tx1"/>
              </a:solidFill>
              <a:latin typeface="Times New Roman" panose="02020603050405020304" pitchFamily="18" charset="0"/>
              <a:ea typeface="+mn-ea"/>
              <a:cs typeface="Times New Roman" panose="02020603050405020304" pitchFamily="18" charset="0"/>
            </a:endParaRPr>
          </a:p>
        </p:txBody>
      </p:sp>
      <p:sp>
        <p:nvSpPr>
          <p:cNvPr id="23" name="TextBox 22"/>
          <p:cNvSpPr txBox="1"/>
          <p:nvPr/>
        </p:nvSpPr>
        <p:spPr>
          <a:xfrm>
            <a:off x="431436" y="1652454"/>
            <a:ext cx="8567783" cy="1477328"/>
          </a:xfrm>
          <a:prstGeom prst="rect">
            <a:avLst/>
          </a:prstGeom>
          <a:noFill/>
          <a:ln w="19050">
            <a:solidFill>
              <a:srgbClr val="FF000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b="1" kern="1200" smtClean="0">
                <a:solidFill>
                  <a:srgbClr val="002060"/>
                </a:solidFill>
                <a:latin typeface="Times New Roman" panose="02020603050405020304" pitchFamily="18" charset="0"/>
                <a:ea typeface="+mn-ea"/>
                <a:cs typeface="+mn-cs"/>
              </a:rPr>
              <a:t>Xét yêu cầu:</a:t>
            </a:r>
            <a:r>
              <a:rPr lang="vi-VN" sz="1800" kern="1200" smtClean="0">
                <a:solidFill>
                  <a:srgbClr val="002060"/>
                </a:solidFill>
                <a:latin typeface="Times New Roman" panose="02020603050405020304" pitchFamily="18" charset="0"/>
                <a:ea typeface="+mn-ea"/>
                <a:cs typeface="+mn-cs"/>
              </a:rPr>
              <a:t> Viết chương trình đếm từ 0 đến 9, thời gian trễ là </a:t>
            </a:r>
            <a:r>
              <a:rPr lang="en-US" sz="1800" kern="1200">
                <a:solidFill>
                  <a:srgbClr val="002060"/>
                </a:solidFill>
                <a:latin typeface="Times New Roman" panose="02020603050405020304" pitchFamily="18" charset="0"/>
                <a:ea typeface="+mn-ea"/>
                <a:cs typeface="+mn-cs"/>
              </a:rPr>
              <a:t>3</a:t>
            </a:r>
            <a:r>
              <a:rPr lang="vi-VN" sz="1800" kern="1200" smtClean="0">
                <a:solidFill>
                  <a:srgbClr val="002060"/>
                </a:solidFill>
                <a:latin typeface="Times New Roman" panose="02020603050405020304" pitchFamily="18" charset="0"/>
                <a:ea typeface="+mn-ea"/>
                <a:cs typeface="+mn-cs"/>
              </a:rPr>
              <a:t>00ms. Khi nhấn START mạch bắt đầu đếm và hiển thị lên LED 7 đoạn, khi nhấn STOP mạch dừng đếm tại giá trị hiện tại</a:t>
            </a:r>
            <a:r>
              <a:rPr lang="en-US" sz="1800" kern="1200" smtClean="0">
                <a:solidFill>
                  <a:srgbClr val="002060"/>
                </a:solidFill>
                <a:latin typeface="Times New Roman" panose="02020603050405020304" pitchFamily="18" charset="0"/>
                <a:ea typeface="+mn-ea"/>
                <a:cs typeface="+mn-cs"/>
              </a:rPr>
              <a:t>.</a:t>
            </a:r>
          </a:p>
          <a:p>
            <a:pPr defTabSz="457200">
              <a:buClrTx/>
            </a:pPr>
            <a:r>
              <a:rPr lang="vi-VN" sz="1800" kern="1200" smtClean="0">
                <a:solidFill>
                  <a:srgbClr val="002060"/>
                </a:solidFill>
                <a:latin typeface="Times New Roman" panose="02020603050405020304" pitchFamily="18" charset="0"/>
                <a:ea typeface="+mn-ea"/>
                <a:cs typeface="+mn-cs"/>
              </a:rPr>
              <a:t>a)   Tận dụng while(true) và phép </a:t>
            </a:r>
            <a:r>
              <a:rPr lang="vi-VN" sz="1800" b="1" kern="1200" smtClean="0">
                <a:solidFill>
                  <a:srgbClr val="002060"/>
                </a:solidFill>
                <a:latin typeface="Times New Roman" panose="02020603050405020304" pitchFamily="18" charset="0"/>
                <a:ea typeface="+mn-ea"/>
                <a:cs typeface="+mn-cs"/>
              </a:rPr>
              <a:t>++;</a:t>
            </a:r>
          </a:p>
          <a:p>
            <a:pPr defTabSz="457200">
              <a:buClrTx/>
            </a:pPr>
            <a:r>
              <a:rPr lang="vi-VN" sz="1800" kern="1200" smtClean="0">
                <a:solidFill>
                  <a:srgbClr val="002060"/>
                </a:solidFill>
                <a:latin typeface="Times New Roman" panose="02020603050405020304" pitchFamily="18" charset="0"/>
                <a:ea typeface="+mn-ea"/>
                <a:cs typeface="+mn-cs"/>
              </a:rPr>
              <a:t>b)   Sử dụng vòng lặp for.</a:t>
            </a:r>
          </a:p>
        </p:txBody>
      </p:sp>
    </p:spTree>
    <p:extLst>
      <p:ext uri="{BB962C8B-B14F-4D97-AF65-F5344CB8AC3E}">
        <p14:creationId xmlns:p14="http://schemas.microsoft.com/office/powerpoint/2010/main" val="2118022809"/>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barn(inVertical)">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2" name="TextBox 21"/>
          <p:cNvSpPr txBox="1"/>
          <p:nvPr/>
        </p:nvSpPr>
        <p:spPr>
          <a:xfrm>
            <a:off x="2247900" y="121838"/>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i="1" kern="1200" smtClean="0">
                <a:solidFill>
                  <a:srgbClr val="002060"/>
                </a:solidFill>
                <a:latin typeface="Times New Roman" panose="02020603050405020304" pitchFamily="18" charset="0"/>
                <a:ea typeface="+mn-ea"/>
                <a:cs typeface="Times New Roman" panose="02020603050405020304" pitchFamily="18" charset="0"/>
              </a:rPr>
              <a:t>a) Sử dụng while(true) và phép ++;</a:t>
            </a:r>
            <a:endParaRPr lang="en-US" sz="2000" b="1" i="1" kern="1200" dirty="0">
              <a:solidFill>
                <a:srgbClr val="002060"/>
              </a:solidFill>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0" y="658101"/>
            <a:ext cx="5822185" cy="2796782"/>
          </a:xfrm>
          <a:prstGeom prst="rect">
            <a:avLst/>
          </a:prstGeom>
        </p:spPr>
      </p:pic>
      <p:pic>
        <p:nvPicPr>
          <p:cNvPr id="3" name="Picture 2"/>
          <p:cNvPicPr>
            <a:picLocks noChangeAspect="1"/>
          </p:cNvPicPr>
          <p:nvPr/>
        </p:nvPicPr>
        <p:blipFill>
          <a:blip r:embed="rId3"/>
          <a:stretch>
            <a:fillRect/>
          </a:stretch>
        </p:blipFill>
        <p:spPr>
          <a:xfrm>
            <a:off x="5386284" y="1577188"/>
            <a:ext cx="3436918" cy="3513124"/>
          </a:xfrm>
          <a:prstGeom prst="rect">
            <a:avLst/>
          </a:prstGeom>
        </p:spPr>
      </p:pic>
    </p:spTree>
    <p:extLst>
      <p:ext uri="{BB962C8B-B14F-4D97-AF65-F5344CB8AC3E}">
        <p14:creationId xmlns:p14="http://schemas.microsoft.com/office/powerpoint/2010/main" val="190001016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1000"/>
                                        <p:tgtEl>
                                          <p:spTgt spid="2"/>
                                        </p:tgtEl>
                                      </p:cBhvr>
                                    </p:animEffect>
                                    <p:anim calcmode="lin" valueType="num">
                                      <p:cBhvr>
                                        <p:cTn id="13" dur="1000" fill="hold"/>
                                        <p:tgtEl>
                                          <p:spTgt spid="2"/>
                                        </p:tgtEl>
                                        <p:attrNameLst>
                                          <p:attrName>ppt_x</p:attrName>
                                        </p:attrNameLst>
                                      </p:cBhvr>
                                      <p:tavLst>
                                        <p:tav tm="0">
                                          <p:val>
                                            <p:strVal val="#ppt_x"/>
                                          </p:val>
                                        </p:tav>
                                        <p:tav tm="100000">
                                          <p:val>
                                            <p:strVal val="#ppt_x"/>
                                          </p:val>
                                        </p:tav>
                                      </p:tavLst>
                                    </p:anim>
                                    <p:anim calcmode="lin" valueType="num">
                                      <p:cBhvr>
                                        <p:cTn id="14"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2" name="TextBox 21"/>
          <p:cNvSpPr txBox="1"/>
          <p:nvPr/>
        </p:nvSpPr>
        <p:spPr>
          <a:xfrm>
            <a:off x="3081138" y="84093"/>
            <a:ext cx="302514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i="1" kern="1200">
                <a:solidFill>
                  <a:srgbClr val="002060"/>
                </a:solidFill>
                <a:latin typeface="Times New Roman" panose="02020603050405020304" pitchFamily="18" charset="0"/>
                <a:ea typeface="+mn-ea"/>
                <a:cs typeface="Times New Roman" panose="02020603050405020304" pitchFamily="18" charset="0"/>
              </a:rPr>
              <a:t>b</a:t>
            </a:r>
            <a:r>
              <a:rPr lang="vi-VN" sz="2000" b="1" i="1" kern="1200" smtClean="0">
                <a:solidFill>
                  <a:srgbClr val="002060"/>
                </a:solidFill>
                <a:latin typeface="Times New Roman" panose="02020603050405020304" pitchFamily="18" charset="0"/>
                <a:ea typeface="+mn-ea"/>
                <a:cs typeface="Times New Roman" panose="02020603050405020304" pitchFamily="18" charset="0"/>
              </a:rPr>
              <a:t>) Sử dụng vòng lặp for</a:t>
            </a:r>
            <a:endParaRPr lang="en-US" sz="2000" b="1" i="1" kern="1200" dirty="0">
              <a:solidFill>
                <a:srgbClr val="002060"/>
              </a:solidFill>
              <a:latin typeface="Times New Roman" panose="02020603050405020304" pitchFamily="18" charset="0"/>
              <a:ea typeface="+mn-ea"/>
              <a:cs typeface="Times New Roman" panose="02020603050405020304" pitchFamily="18" charset="0"/>
            </a:endParaRPr>
          </a:p>
        </p:txBody>
      </p:sp>
      <p:pic>
        <p:nvPicPr>
          <p:cNvPr id="2" name="Picture 1"/>
          <p:cNvPicPr>
            <a:picLocks noChangeAspect="1"/>
          </p:cNvPicPr>
          <p:nvPr/>
        </p:nvPicPr>
        <p:blipFill>
          <a:blip r:embed="rId2"/>
          <a:stretch>
            <a:fillRect/>
          </a:stretch>
        </p:blipFill>
        <p:spPr>
          <a:xfrm>
            <a:off x="148781" y="484203"/>
            <a:ext cx="5076362" cy="4557967"/>
          </a:xfrm>
          <a:prstGeom prst="rect">
            <a:avLst/>
          </a:prstGeom>
        </p:spPr>
      </p:pic>
    </p:spTree>
    <p:extLst>
      <p:ext uri="{BB962C8B-B14F-4D97-AF65-F5344CB8AC3E}">
        <p14:creationId xmlns:p14="http://schemas.microsoft.com/office/powerpoint/2010/main" val="289998568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2" name="Right Arrow 1"/>
          <p:cNvSpPr/>
          <p:nvPr/>
        </p:nvSpPr>
        <p:spPr>
          <a:xfrm>
            <a:off x="289999" y="3687785"/>
            <a:ext cx="7780020" cy="1280160"/>
          </a:xfrm>
          <a:prstGeom prst="rightArrow">
            <a:avLst/>
          </a:prstGeom>
          <a:solidFill>
            <a:schemeClr val="accent5">
              <a:lumMod val="40000"/>
              <a:lumOff val="60000"/>
            </a:schemeClr>
          </a:solidFill>
          <a:ln>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1070610" y="4020941"/>
            <a:ext cx="7132320" cy="646331"/>
          </a:xfrm>
          <a:prstGeom prst="rect">
            <a:avLst/>
          </a:prstGeom>
          <a:noFill/>
        </p:spPr>
        <p:txBody>
          <a:bodyPr wrap="square" rtlCol="0">
            <a:spAutoFit/>
          </a:bodyPr>
          <a:lstStyle/>
          <a:p>
            <a:r>
              <a:rPr lang="vi-VN" sz="1800" smtClean="0">
                <a:latin typeface="Bahnschrift Light Condensed" panose="020B0502040204020203" pitchFamily="34" charset="0"/>
              </a:rPr>
              <a:t>ĐIỀU  GÌ  XẢY  RA  NẾU  THỜI  GIAN  TRỄ  ĐƯỢC  TĂNG  LÊN  ĐÁNG  KỂ?</a:t>
            </a:r>
          </a:p>
          <a:p>
            <a:r>
              <a:rPr lang="vi-VN" sz="1800" smtClean="0">
                <a:latin typeface="Bahnschrift Light Condensed" panose="020B0502040204020203" pitchFamily="34" charset="0"/>
              </a:rPr>
              <a:t>CHƯƠNG  TRÌNH  ĐÃ  CHO  CÒN  ĐÚNG  VỚI  YÊU  CẦU  ĐỀ  BÀI  KHÔNG?</a:t>
            </a:r>
            <a:endParaRPr lang="en-US" sz="1800">
              <a:latin typeface="Bahnschrift Light Condensed" panose="020B0502040204020203" pitchFamily="34" charset="0"/>
            </a:endParaRPr>
          </a:p>
        </p:txBody>
      </p:sp>
      <p:pic>
        <p:nvPicPr>
          <p:cNvPr id="5122" name="Picture 2" descr="Pin on Q版场景"/>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2271" y="1978380"/>
            <a:ext cx="1832245" cy="1373891"/>
          </a:xfrm>
          <a:prstGeom prst="rect">
            <a:avLst/>
          </a:prstGeom>
          <a:noFill/>
          <a:extLst>
            <a:ext uri="{909E8E84-426E-40DD-AFC4-6F175D3DCCD1}">
              <a14:hiddenFill xmlns:a14="http://schemas.microsoft.com/office/drawing/2010/main">
                <a:solidFill>
                  <a:srgbClr val="FFFFFF"/>
                </a:solidFill>
              </a14:hiddenFill>
            </a:ext>
          </a:extLst>
        </p:spPr>
      </p:pic>
      <p:pic>
        <p:nvPicPr>
          <p:cNvPr id="5128" name="Picture 8" descr="Premium Vector | Cute thermometer mascot is shooting fire powe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130947"/>
            <a:ext cx="1551023" cy="1434573"/>
          </a:xfrm>
          <a:prstGeom prst="rect">
            <a:avLst/>
          </a:prstGeom>
          <a:noFill/>
          <a:extLst>
            <a:ext uri="{909E8E84-426E-40DD-AFC4-6F175D3DCCD1}">
              <a14:hiddenFill xmlns:a14="http://schemas.microsoft.com/office/drawing/2010/main">
                <a:solidFill>
                  <a:srgbClr val="FFFFFF"/>
                </a:solidFill>
              </a14:hiddenFill>
            </a:ext>
          </a:extLst>
        </p:spPr>
      </p:pic>
      <p:pic>
        <p:nvPicPr>
          <p:cNvPr id="5130" name="Picture 10" descr="Loudspeaker - Free marketing icon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58673" y="1071103"/>
            <a:ext cx="1242673" cy="1242674"/>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1042217" y="2323084"/>
            <a:ext cx="658052" cy="440579"/>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flipV="1">
            <a:off x="3083215" y="2313777"/>
            <a:ext cx="566765" cy="493537"/>
          </a:xfrm>
          <a:prstGeom prst="straightConnector1">
            <a:avLst/>
          </a:prstGeom>
          <a:ln w="19050">
            <a:solidFill>
              <a:srgbClr val="002060"/>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Object 9"/>
          <p:cNvGraphicFramePr>
            <a:graphicFrameLocks noChangeAspect="1"/>
          </p:cNvGraphicFramePr>
          <p:nvPr>
            <p:extLst>
              <p:ext uri="{D42A27DB-BD31-4B8C-83A1-F6EECF244321}">
                <p14:modId xmlns:p14="http://schemas.microsoft.com/office/powerpoint/2010/main" val="1099464779"/>
              </p:ext>
            </p:extLst>
          </p:nvPr>
        </p:nvGraphicFramePr>
        <p:xfrm>
          <a:off x="356137" y="894248"/>
          <a:ext cx="1465807" cy="393799"/>
        </p:xfrm>
        <a:graphic>
          <a:graphicData uri="http://schemas.openxmlformats.org/presentationml/2006/ole">
            <mc:AlternateContent xmlns:mc="http://schemas.openxmlformats.org/markup-compatibility/2006">
              <mc:Choice xmlns:v="urn:schemas-microsoft-com:vml" Requires="v">
                <p:oleObj spid="_x0000_s5145" name="Equation" r:id="rId6" imgW="850680" imgH="228600" progId="Equation.DSMT4">
                  <p:embed/>
                </p:oleObj>
              </mc:Choice>
              <mc:Fallback>
                <p:oleObj name="Equation" r:id="rId6" imgW="850680" imgH="228600" progId="Equation.DSMT4">
                  <p:embed/>
                  <p:pic>
                    <p:nvPicPr>
                      <p:cNvPr id="0" name=""/>
                      <p:cNvPicPr/>
                      <p:nvPr/>
                    </p:nvPicPr>
                    <p:blipFill>
                      <a:blip r:embed="rId7"/>
                      <a:stretch>
                        <a:fillRect/>
                      </a:stretch>
                    </p:blipFill>
                    <p:spPr>
                      <a:xfrm>
                        <a:off x="356137" y="894248"/>
                        <a:ext cx="1465807" cy="393799"/>
                      </a:xfrm>
                      <a:prstGeom prst="rect">
                        <a:avLst/>
                      </a:prstGeom>
                    </p:spPr>
                  </p:pic>
                </p:oleObj>
              </mc:Fallback>
            </mc:AlternateContent>
          </a:graphicData>
        </a:graphic>
      </p:graphicFrame>
      <p:cxnSp>
        <p:nvCxnSpPr>
          <p:cNvPr id="18" name="Straight Arrow Connector 17"/>
          <p:cNvCxnSpPr/>
          <p:nvPr/>
        </p:nvCxnSpPr>
        <p:spPr>
          <a:xfrm>
            <a:off x="1177643" y="1408475"/>
            <a:ext cx="2533297" cy="465524"/>
          </a:xfrm>
          <a:prstGeom prst="straightConnector1">
            <a:avLst/>
          </a:prstGeom>
          <a:ln w="19050">
            <a:solidFill>
              <a:srgbClr val="00B050"/>
            </a:solidFill>
            <a:prstDash val="lgDash"/>
            <a:tailEnd type="triangle"/>
          </a:ln>
        </p:spPr>
        <p:style>
          <a:lnRef idx="1">
            <a:schemeClr val="accent1"/>
          </a:lnRef>
          <a:fillRef idx="0">
            <a:schemeClr val="accent1"/>
          </a:fillRef>
          <a:effectRef idx="0">
            <a:schemeClr val="accent1"/>
          </a:effectRef>
          <a:fontRef idx="minor">
            <a:schemeClr val="tx1"/>
          </a:fontRef>
        </p:style>
      </p:cxnSp>
      <p:sp>
        <p:nvSpPr>
          <p:cNvPr id="13" name="Oval Callout 12"/>
          <p:cNvSpPr/>
          <p:nvPr/>
        </p:nvSpPr>
        <p:spPr>
          <a:xfrm>
            <a:off x="1821944" y="182880"/>
            <a:ext cx="2071876" cy="1105167"/>
          </a:xfrm>
          <a:prstGeom prst="wedgeEllipseCallou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Connector 15"/>
          <p:cNvCxnSpPr>
            <a:stCxn id="13" idx="8"/>
          </p:cNvCxnSpPr>
          <p:nvPr/>
        </p:nvCxnSpPr>
        <p:spPr>
          <a:xfrm>
            <a:off x="2426248" y="1426193"/>
            <a:ext cx="12145" cy="760747"/>
          </a:xfrm>
          <a:prstGeom prst="line">
            <a:avLst/>
          </a:prstGeom>
          <a:ln w="15875">
            <a:solidFill>
              <a:srgbClr val="002060"/>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960524" y="337787"/>
            <a:ext cx="2018554" cy="707886"/>
          </a:xfrm>
          <a:prstGeom prst="rect">
            <a:avLst/>
          </a:prstGeom>
          <a:noFill/>
        </p:spPr>
        <p:txBody>
          <a:bodyPr wrap="square" rtlCol="0">
            <a:spAutoFit/>
          </a:bodyPr>
          <a:lstStyle/>
          <a:p>
            <a:r>
              <a:rPr lang="vi-VN" sz="1300" smtClean="0">
                <a:latin typeface="+mj-lt"/>
              </a:rPr>
              <a:t>IF(T &gt;= 200)  </a:t>
            </a:r>
          </a:p>
          <a:p>
            <a:r>
              <a:rPr lang="vi-VN" sz="1300" smtClean="0">
                <a:latin typeface="+mj-lt"/>
              </a:rPr>
              <a:t>DELAY_MS(5000);</a:t>
            </a:r>
          </a:p>
          <a:p>
            <a:r>
              <a:rPr lang="vi-VN" sz="1300" smtClean="0">
                <a:latin typeface="+mj-lt"/>
              </a:rPr>
              <a:t>LOUD! LOUD! LOUD</a:t>
            </a:r>
            <a:r>
              <a:rPr lang="vi-VN" smtClean="0"/>
              <a:t>!</a:t>
            </a:r>
            <a:endParaRPr lang="en-US"/>
          </a:p>
        </p:txBody>
      </p:sp>
      <p:sp>
        <p:nvSpPr>
          <p:cNvPr id="19" name="Chevron 18"/>
          <p:cNvSpPr/>
          <p:nvPr/>
        </p:nvSpPr>
        <p:spPr>
          <a:xfrm>
            <a:off x="4948728" y="1351403"/>
            <a:ext cx="1401106" cy="1477673"/>
          </a:xfrm>
          <a:prstGeom prst="chevron">
            <a:avLst/>
          </a:prstGeom>
          <a:solidFill>
            <a:srgbClr val="C00000"/>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132" name="Picture 12" descr="Burning House Images – Browse 126,834 Stock Photos, Vectors, and Video |  Adobe Stoc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95558" y="273320"/>
            <a:ext cx="2557588" cy="1705060"/>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5134" name="Picture 14" descr="Blaze, burn, burnt, explosion, fire, flame, man icon - Download on  Iconfinde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53452" y="2054653"/>
            <a:ext cx="1726542" cy="1726543"/>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p:cNvSpPr txBox="1"/>
          <p:nvPr/>
        </p:nvSpPr>
        <p:spPr>
          <a:xfrm>
            <a:off x="8054182" y="2054653"/>
            <a:ext cx="1096534" cy="584775"/>
          </a:xfrm>
          <a:prstGeom prst="rect">
            <a:avLst/>
          </a:prstGeom>
          <a:noFill/>
        </p:spPr>
        <p:txBody>
          <a:bodyPr wrap="square" rtlCol="0">
            <a:spAutoFit/>
          </a:bodyPr>
          <a:lstStyle/>
          <a:p>
            <a:r>
              <a:rPr lang="vi-VN" sz="1600" b="1" smtClean="0">
                <a:solidFill>
                  <a:srgbClr val="002060"/>
                </a:solidFill>
                <a:latin typeface="Euclid Fraktur" panose="03010601010101010101" pitchFamily="66" charset="2"/>
                <a:ea typeface="Cascadia Code" panose="020B0609020000020004" pitchFamily="49" charset="0"/>
                <a:cs typeface="Cascadia Code" panose="020B0609020000020004" pitchFamily="49" charset="0"/>
              </a:rPr>
              <a:t>MOI MOI</a:t>
            </a:r>
            <a:endParaRPr lang="en-US" sz="1600" b="1">
              <a:solidFill>
                <a:srgbClr val="002060"/>
              </a:solidFill>
              <a:latin typeface="Euclid Fraktur" panose="03010601010101010101" pitchFamily="66" charset="2"/>
              <a:ea typeface="Cascadia Code" panose="020B0609020000020004" pitchFamily="49" charset="0"/>
              <a:cs typeface="Cascadia Code" panose="020B0609020000020004" pitchFamily="49" charset="0"/>
            </a:endParaRPr>
          </a:p>
        </p:txBody>
      </p:sp>
    </p:spTree>
    <p:extLst>
      <p:ext uri="{BB962C8B-B14F-4D97-AF65-F5344CB8AC3E}">
        <p14:creationId xmlns:p14="http://schemas.microsoft.com/office/powerpoint/2010/main" val="304801959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randombar(horizontal)">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2"/>
                                        </p:tgtEl>
                                        <p:attrNameLst>
                                          <p:attrName>style.visibility</p:attrName>
                                        </p:attrNameLst>
                                      </p:cBhvr>
                                      <p:to>
                                        <p:strVal val="visible"/>
                                      </p:to>
                                    </p:set>
                                    <p:anim calcmode="lin" valueType="num">
                                      <p:cBhvr additive="base">
                                        <p:cTn id="19" dur="500" fill="hold"/>
                                        <p:tgtEl>
                                          <p:spTgt spid="5122"/>
                                        </p:tgtEl>
                                        <p:attrNameLst>
                                          <p:attrName>ppt_x</p:attrName>
                                        </p:attrNameLst>
                                      </p:cBhvr>
                                      <p:tavLst>
                                        <p:tav tm="0">
                                          <p:val>
                                            <p:strVal val="#ppt_x"/>
                                          </p:val>
                                        </p:tav>
                                        <p:tav tm="100000">
                                          <p:val>
                                            <p:strVal val="#ppt_x"/>
                                          </p:val>
                                        </p:tav>
                                      </p:tavLst>
                                    </p:anim>
                                    <p:anim calcmode="lin" valueType="num">
                                      <p:cBhvr additive="base">
                                        <p:cTn id="20"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28"/>
                                        </p:tgtEl>
                                        <p:attrNameLst>
                                          <p:attrName>style.visibility</p:attrName>
                                        </p:attrNameLst>
                                      </p:cBhvr>
                                      <p:to>
                                        <p:strVal val="visible"/>
                                      </p:to>
                                    </p:set>
                                    <p:anim calcmode="lin" valueType="num">
                                      <p:cBhvr additive="base">
                                        <p:cTn id="25" dur="500" fill="hold"/>
                                        <p:tgtEl>
                                          <p:spTgt spid="5128"/>
                                        </p:tgtEl>
                                        <p:attrNameLst>
                                          <p:attrName>ppt_x</p:attrName>
                                        </p:attrNameLst>
                                      </p:cBhvr>
                                      <p:tavLst>
                                        <p:tav tm="0">
                                          <p:val>
                                            <p:strVal val="#ppt_x"/>
                                          </p:val>
                                        </p:tav>
                                        <p:tav tm="100000">
                                          <p:val>
                                            <p:strVal val="#ppt_x"/>
                                          </p:val>
                                        </p:tav>
                                      </p:tavLst>
                                    </p:anim>
                                    <p:anim calcmode="lin" valueType="num">
                                      <p:cBhvr additive="base">
                                        <p:cTn id="26" dur="500" fill="hold"/>
                                        <p:tgtEl>
                                          <p:spTgt spid="5128"/>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5130"/>
                                        </p:tgtEl>
                                        <p:attrNameLst>
                                          <p:attrName>style.visibility</p:attrName>
                                        </p:attrNameLst>
                                      </p:cBhvr>
                                      <p:to>
                                        <p:strVal val="visible"/>
                                      </p:to>
                                    </p:set>
                                    <p:animEffect transition="in" filter="fade">
                                      <p:cBhvr>
                                        <p:cTn id="31" dur="1000"/>
                                        <p:tgtEl>
                                          <p:spTgt spid="5130"/>
                                        </p:tgtEl>
                                      </p:cBhvr>
                                    </p:animEffect>
                                    <p:anim calcmode="lin" valueType="num">
                                      <p:cBhvr>
                                        <p:cTn id="32" dur="1000" fill="hold"/>
                                        <p:tgtEl>
                                          <p:spTgt spid="5130"/>
                                        </p:tgtEl>
                                        <p:attrNameLst>
                                          <p:attrName>ppt_x</p:attrName>
                                        </p:attrNameLst>
                                      </p:cBhvr>
                                      <p:tavLst>
                                        <p:tav tm="0">
                                          <p:val>
                                            <p:strVal val="#ppt_x"/>
                                          </p:val>
                                        </p:tav>
                                        <p:tav tm="100000">
                                          <p:val>
                                            <p:strVal val="#ppt_x"/>
                                          </p:val>
                                        </p:tav>
                                      </p:tavLst>
                                    </p:anim>
                                    <p:anim calcmode="lin" valueType="num">
                                      <p:cBhvr>
                                        <p:cTn id="33" dur="1000" fill="hold"/>
                                        <p:tgtEl>
                                          <p:spTgt spid="5130"/>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500" fill="hold"/>
                                        <p:tgtEl>
                                          <p:spTgt spid="7"/>
                                        </p:tgtEl>
                                        <p:attrNameLst>
                                          <p:attrName>ppt_x</p:attrName>
                                        </p:attrNameLst>
                                      </p:cBhvr>
                                      <p:tavLst>
                                        <p:tav tm="0">
                                          <p:val>
                                            <p:strVal val="#ppt_x"/>
                                          </p:val>
                                        </p:tav>
                                        <p:tav tm="100000">
                                          <p:val>
                                            <p:strVal val="#ppt_x"/>
                                          </p:val>
                                        </p:tav>
                                      </p:tavLst>
                                    </p:anim>
                                    <p:anim calcmode="lin" valueType="num">
                                      <p:cBhvr additive="base">
                                        <p:cTn id="3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anim calcmode="lin" valueType="num">
                                      <p:cBhvr>
                                        <p:cTn id="45" dur="1000" fill="hold"/>
                                        <p:tgtEl>
                                          <p:spTgt spid="14"/>
                                        </p:tgtEl>
                                        <p:attrNameLst>
                                          <p:attrName>ppt_x</p:attrName>
                                        </p:attrNameLst>
                                      </p:cBhvr>
                                      <p:tavLst>
                                        <p:tav tm="0">
                                          <p:val>
                                            <p:strVal val="#ppt_x"/>
                                          </p:val>
                                        </p:tav>
                                        <p:tav tm="100000">
                                          <p:val>
                                            <p:strVal val="#ppt_x"/>
                                          </p:val>
                                        </p:tav>
                                      </p:tavLst>
                                    </p:anim>
                                    <p:anim calcmode="lin" valueType="num">
                                      <p:cBhvr>
                                        <p:cTn id="4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nodeType="clickEffect">
                                  <p:stCondLst>
                                    <p:cond delay="0"/>
                                  </p:stCondLst>
                                  <p:childTnLst>
                                    <p:set>
                                      <p:cBhvr>
                                        <p:cTn id="50" dur="1" fill="hold">
                                          <p:stCondLst>
                                            <p:cond delay="0"/>
                                          </p:stCondLst>
                                        </p:cTn>
                                        <p:tgtEl>
                                          <p:spTgt spid="10"/>
                                        </p:tgtEl>
                                        <p:attrNameLst>
                                          <p:attrName>style.visibility</p:attrName>
                                        </p:attrNameLst>
                                      </p:cBhvr>
                                      <p:to>
                                        <p:strVal val="visible"/>
                                      </p:to>
                                    </p:set>
                                    <p:animEffect transition="in" filter="randombar(horizontal)">
                                      <p:cBhvr>
                                        <p:cTn id="51" dur="500"/>
                                        <p:tgtEl>
                                          <p:spTgt spid="10"/>
                                        </p:tgtEl>
                                      </p:cBhvr>
                                    </p:animEffect>
                                  </p:childTnLst>
                                </p:cTn>
                              </p:par>
                            </p:childTnLst>
                          </p:cTn>
                        </p:par>
                      </p:childTnLst>
                    </p:cTn>
                  </p:par>
                  <p:par>
                    <p:cTn id="52" fill="hold">
                      <p:stCondLst>
                        <p:cond delay="indefinite"/>
                      </p:stCondLst>
                      <p:childTnLst>
                        <p:par>
                          <p:cTn id="53" fill="hold">
                            <p:stCondLst>
                              <p:cond delay="0"/>
                            </p:stCondLst>
                            <p:childTnLst>
                              <p:par>
                                <p:cTn id="54" presetID="31" presetClass="entr" presetSubtype="0" fill="hold" nodeType="clickEffect">
                                  <p:stCondLst>
                                    <p:cond delay="0"/>
                                  </p:stCondLst>
                                  <p:childTnLst>
                                    <p:set>
                                      <p:cBhvr>
                                        <p:cTn id="55" dur="1" fill="hold">
                                          <p:stCondLst>
                                            <p:cond delay="0"/>
                                          </p:stCondLst>
                                        </p:cTn>
                                        <p:tgtEl>
                                          <p:spTgt spid="18"/>
                                        </p:tgtEl>
                                        <p:attrNameLst>
                                          <p:attrName>style.visibility</p:attrName>
                                        </p:attrNameLst>
                                      </p:cBhvr>
                                      <p:to>
                                        <p:strVal val="visible"/>
                                      </p:to>
                                    </p:set>
                                    <p:anim calcmode="lin" valueType="num">
                                      <p:cBhvr>
                                        <p:cTn id="56" dur="1000" fill="hold"/>
                                        <p:tgtEl>
                                          <p:spTgt spid="18"/>
                                        </p:tgtEl>
                                        <p:attrNameLst>
                                          <p:attrName>ppt_w</p:attrName>
                                        </p:attrNameLst>
                                      </p:cBhvr>
                                      <p:tavLst>
                                        <p:tav tm="0">
                                          <p:val>
                                            <p:fltVal val="0"/>
                                          </p:val>
                                        </p:tav>
                                        <p:tav tm="100000">
                                          <p:val>
                                            <p:strVal val="#ppt_w"/>
                                          </p:val>
                                        </p:tav>
                                      </p:tavLst>
                                    </p:anim>
                                    <p:anim calcmode="lin" valueType="num">
                                      <p:cBhvr>
                                        <p:cTn id="57" dur="1000" fill="hold"/>
                                        <p:tgtEl>
                                          <p:spTgt spid="18"/>
                                        </p:tgtEl>
                                        <p:attrNameLst>
                                          <p:attrName>ppt_h</p:attrName>
                                        </p:attrNameLst>
                                      </p:cBhvr>
                                      <p:tavLst>
                                        <p:tav tm="0">
                                          <p:val>
                                            <p:fltVal val="0"/>
                                          </p:val>
                                        </p:tav>
                                        <p:tav tm="100000">
                                          <p:val>
                                            <p:strVal val="#ppt_h"/>
                                          </p:val>
                                        </p:tav>
                                      </p:tavLst>
                                    </p:anim>
                                    <p:anim calcmode="lin" valueType="num">
                                      <p:cBhvr>
                                        <p:cTn id="58" dur="1000" fill="hold"/>
                                        <p:tgtEl>
                                          <p:spTgt spid="18"/>
                                        </p:tgtEl>
                                        <p:attrNameLst>
                                          <p:attrName>style.rotation</p:attrName>
                                        </p:attrNameLst>
                                      </p:cBhvr>
                                      <p:tavLst>
                                        <p:tav tm="0">
                                          <p:val>
                                            <p:fltVal val="90"/>
                                          </p:val>
                                        </p:tav>
                                        <p:tav tm="100000">
                                          <p:val>
                                            <p:fltVal val="0"/>
                                          </p:val>
                                        </p:tav>
                                      </p:tavLst>
                                    </p:anim>
                                    <p:animEffect transition="in" filter="fade">
                                      <p:cBhvr>
                                        <p:cTn id="59" dur="1000"/>
                                        <p:tgtEl>
                                          <p:spTgt spid="18"/>
                                        </p:tgtEl>
                                      </p:cBhvr>
                                    </p:animEffect>
                                  </p:childTnLst>
                                </p:cTn>
                              </p:par>
                            </p:childTnLst>
                          </p:cTn>
                        </p:par>
                      </p:childTnLst>
                    </p:cTn>
                  </p:par>
                  <p:par>
                    <p:cTn id="60" fill="hold">
                      <p:stCondLst>
                        <p:cond delay="indefinite"/>
                      </p:stCondLst>
                      <p:childTnLst>
                        <p:par>
                          <p:cTn id="61" fill="hold">
                            <p:stCondLst>
                              <p:cond delay="0"/>
                            </p:stCondLst>
                            <p:childTnLst>
                              <p:par>
                                <p:cTn id="62" presetID="6" presetClass="entr" presetSubtype="16" fill="hold" nodeType="clickEffect">
                                  <p:stCondLst>
                                    <p:cond delay="0"/>
                                  </p:stCondLst>
                                  <p:childTnLst>
                                    <p:set>
                                      <p:cBhvr>
                                        <p:cTn id="63" dur="1" fill="hold">
                                          <p:stCondLst>
                                            <p:cond delay="0"/>
                                          </p:stCondLst>
                                        </p:cTn>
                                        <p:tgtEl>
                                          <p:spTgt spid="16"/>
                                        </p:tgtEl>
                                        <p:attrNameLst>
                                          <p:attrName>style.visibility</p:attrName>
                                        </p:attrNameLst>
                                      </p:cBhvr>
                                      <p:to>
                                        <p:strVal val="visible"/>
                                      </p:to>
                                    </p:set>
                                    <p:animEffect transition="in" filter="circle(in)">
                                      <p:cBhvr>
                                        <p:cTn id="64" dur="2000"/>
                                        <p:tgtEl>
                                          <p:spTgt spid="16"/>
                                        </p:tgtEl>
                                      </p:cBhvr>
                                    </p:animEffect>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grpId="0" nodeType="clickEffect">
                                  <p:stCondLst>
                                    <p:cond delay="0"/>
                                  </p:stCondLst>
                                  <p:childTnLst>
                                    <p:set>
                                      <p:cBhvr>
                                        <p:cTn id="68" dur="1" fill="hold">
                                          <p:stCondLst>
                                            <p:cond delay="0"/>
                                          </p:stCondLst>
                                        </p:cTn>
                                        <p:tgtEl>
                                          <p:spTgt spid="13"/>
                                        </p:tgtEl>
                                        <p:attrNameLst>
                                          <p:attrName>style.visibility</p:attrName>
                                        </p:attrNameLst>
                                      </p:cBhvr>
                                      <p:to>
                                        <p:strVal val="visible"/>
                                      </p:to>
                                    </p:set>
                                    <p:anim calcmode="lin" valueType="num">
                                      <p:cBhvr additive="base">
                                        <p:cTn id="69" dur="500" fill="hold"/>
                                        <p:tgtEl>
                                          <p:spTgt spid="13"/>
                                        </p:tgtEl>
                                        <p:attrNameLst>
                                          <p:attrName>ppt_x</p:attrName>
                                        </p:attrNameLst>
                                      </p:cBhvr>
                                      <p:tavLst>
                                        <p:tav tm="0">
                                          <p:val>
                                            <p:strVal val="#ppt_x"/>
                                          </p:val>
                                        </p:tav>
                                        <p:tav tm="100000">
                                          <p:val>
                                            <p:strVal val="#ppt_x"/>
                                          </p:val>
                                        </p:tav>
                                      </p:tavLst>
                                    </p:anim>
                                    <p:anim calcmode="lin" valueType="num">
                                      <p:cBhvr additive="base">
                                        <p:cTn id="70"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grpId="0" nodeType="click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fade">
                                      <p:cBhvr>
                                        <p:cTn id="75" dur="1000"/>
                                        <p:tgtEl>
                                          <p:spTgt spid="17"/>
                                        </p:tgtEl>
                                      </p:cBhvr>
                                    </p:animEffect>
                                    <p:anim calcmode="lin" valueType="num">
                                      <p:cBhvr>
                                        <p:cTn id="76" dur="1000" fill="hold"/>
                                        <p:tgtEl>
                                          <p:spTgt spid="17"/>
                                        </p:tgtEl>
                                        <p:attrNameLst>
                                          <p:attrName>ppt_x</p:attrName>
                                        </p:attrNameLst>
                                      </p:cBhvr>
                                      <p:tavLst>
                                        <p:tav tm="0">
                                          <p:val>
                                            <p:strVal val="#ppt_x"/>
                                          </p:val>
                                        </p:tav>
                                        <p:tav tm="100000">
                                          <p:val>
                                            <p:strVal val="#ppt_x"/>
                                          </p:val>
                                        </p:tav>
                                      </p:tavLst>
                                    </p:anim>
                                    <p:anim calcmode="lin" valueType="num">
                                      <p:cBhvr>
                                        <p:cTn id="77"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14" presetClass="entr" presetSubtype="10" fill="hold" grpId="0" nodeType="click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randombar(horizontal)">
                                      <p:cBhvr>
                                        <p:cTn id="82" dur="500"/>
                                        <p:tgtEl>
                                          <p:spTgt spid="19"/>
                                        </p:tgtEl>
                                      </p:cBhvr>
                                    </p:animEffect>
                                  </p:childTnLst>
                                </p:cTn>
                              </p:par>
                            </p:childTnLst>
                          </p:cTn>
                        </p:par>
                      </p:childTnLst>
                    </p:cTn>
                  </p:par>
                  <p:par>
                    <p:cTn id="83" fill="hold">
                      <p:stCondLst>
                        <p:cond delay="indefinite"/>
                      </p:stCondLst>
                      <p:childTnLst>
                        <p:par>
                          <p:cTn id="84" fill="hold">
                            <p:stCondLst>
                              <p:cond delay="0"/>
                            </p:stCondLst>
                            <p:childTnLst>
                              <p:par>
                                <p:cTn id="85" presetID="31" presetClass="entr" presetSubtype="0" fill="hold" nodeType="clickEffect">
                                  <p:stCondLst>
                                    <p:cond delay="0"/>
                                  </p:stCondLst>
                                  <p:childTnLst>
                                    <p:set>
                                      <p:cBhvr>
                                        <p:cTn id="86" dur="1" fill="hold">
                                          <p:stCondLst>
                                            <p:cond delay="0"/>
                                          </p:stCondLst>
                                        </p:cTn>
                                        <p:tgtEl>
                                          <p:spTgt spid="5132"/>
                                        </p:tgtEl>
                                        <p:attrNameLst>
                                          <p:attrName>style.visibility</p:attrName>
                                        </p:attrNameLst>
                                      </p:cBhvr>
                                      <p:to>
                                        <p:strVal val="visible"/>
                                      </p:to>
                                    </p:set>
                                    <p:anim calcmode="lin" valueType="num">
                                      <p:cBhvr>
                                        <p:cTn id="87" dur="1000" fill="hold"/>
                                        <p:tgtEl>
                                          <p:spTgt spid="5132"/>
                                        </p:tgtEl>
                                        <p:attrNameLst>
                                          <p:attrName>ppt_w</p:attrName>
                                        </p:attrNameLst>
                                      </p:cBhvr>
                                      <p:tavLst>
                                        <p:tav tm="0">
                                          <p:val>
                                            <p:fltVal val="0"/>
                                          </p:val>
                                        </p:tav>
                                        <p:tav tm="100000">
                                          <p:val>
                                            <p:strVal val="#ppt_w"/>
                                          </p:val>
                                        </p:tav>
                                      </p:tavLst>
                                    </p:anim>
                                    <p:anim calcmode="lin" valueType="num">
                                      <p:cBhvr>
                                        <p:cTn id="88" dur="1000" fill="hold"/>
                                        <p:tgtEl>
                                          <p:spTgt spid="5132"/>
                                        </p:tgtEl>
                                        <p:attrNameLst>
                                          <p:attrName>ppt_h</p:attrName>
                                        </p:attrNameLst>
                                      </p:cBhvr>
                                      <p:tavLst>
                                        <p:tav tm="0">
                                          <p:val>
                                            <p:fltVal val="0"/>
                                          </p:val>
                                        </p:tav>
                                        <p:tav tm="100000">
                                          <p:val>
                                            <p:strVal val="#ppt_h"/>
                                          </p:val>
                                        </p:tav>
                                      </p:tavLst>
                                    </p:anim>
                                    <p:anim calcmode="lin" valueType="num">
                                      <p:cBhvr>
                                        <p:cTn id="89" dur="1000" fill="hold"/>
                                        <p:tgtEl>
                                          <p:spTgt spid="5132"/>
                                        </p:tgtEl>
                                        <p:attrNameLst>
                                          <p:attrName>style.rotation</p:attrName>
                                        </p:attrNameLst>
                                      </p:cBhvr>
                                      <p:tavLst>
                                        <p:tav tm="0">
                                          <p:val>
                                            <p:fltVal val="90"/>
                                          </p:val>
                                        </p:tav>
                                        <p:tav tm="100000">
                                          <p:val>
                                            <p:fltVal val="0"/>
                                          </p:val>
                                        </p:tav>
                                      </p:tavLst>
                                    </p:anim>
                                    <p:animEffect transition="in" filter="fade">
                                      <p:cBhvr>
                                        <p:cTn id="90" dur="1000"/>
                                        <p:tgtEl>
                                          <p:spTgt spid="5132"/>
                                        </p:tgtEl>
                                      </p:cBhvr>
                                    </p:animEffect>
                                  </p:childTnLst>
                                </p:cTn>
                              </p:par>
                            </p:childTnLst>
                          </p:cTn>
                        </p:par>
                      </p:childTnLst>
                    </p:cTn>
                  </p:par>
                  <p:par>
                    <p:cTn id="91" fill="hold">
                      <p:stCondLst>
                        <p:cond delay="indefinite"/>
                      </p:stCondLst>
                      <p:childTnLst>
                        <p:par>
                          <p:cTn id="92" fill="hold">
                            <p:stCondLst>
                              <p:cond delay="0"/>
                            </p:stCondLst>
                            <p:childTnLst>
                              <p:par>
                                <p:cTn id="93" presetID="21" presetClass="entr" presetSubtype="1" fill="hold" nodeType="clickEffect">
                                  <p:stCondLst>
                                    <p:cond delay="0"/>
                                  </p:stCondLst>
                                  <p:childTnLst>
                                    <p:set>
                                      <p:cBhvr>
                                        <p:cTn id="94" dur="1" fill="hold">
                                          <p:stCondLst>
                                            <p:cond delay="0"/>
                                          </p:stCondLst>
                                        </p:cTn>
                                        <p:tgtEl>
                                          <p:spTgt spid="5134"/>
                                        </p:tgtEl>
                                        <p:attrNameLst>
                                          <p:attrName>style.visibility</p:attrName>
                                        </p:attrNameLst>
                                      </p:cBhvr>
                                      <p:to>
                                        <p:strVal val="visible"/>
                                      </p:to>
                                    </p:set>
                                    <p:animEffect transition="in" filter="wheel(1)">
                                      <p:cBhvr>
                                        <p:cTn id="95" dur="2000"/>
                                        <p:tgtEl>
                                          <p:spTgt spid="5134"/>
                                        </p:tgtEl>
                                      </p:cBhvr>
                                    </p:animEffect>
                                  </p:childTnLst>
                                </p:cTn>
                              </p:par>
                            </p:childTnLst>
                          </p:cTn>
                        </p:par>
                      </p:childTnLst>
                    </p:cTn>
                  </p:par>
                  <p:par>
                    <p:cTn id="96" fill="hold">
                      <p:stCondLst>
                        <p:cond delay="indefinite"/>
                      </p:stCondLst>
                      <p:childTnLst>
                        <p:par>
                          <p:cTn id="97" fill="hold">
                            <p:stCondLst>
                              <p:cond delay="0"/>
                            </p:stCondLst>
                            <p:childTnLst>
                              <p:par>
                                <p:cTn id="98" presetID="14" presetClass="entr" presetSubtype="10" fill="hold" grpId="0" nodeType="clickEffect">
                                  <p:stCondLst>
                                    <p:cond delay="0"/>
                                  </p:stCondLst>
                                  <p:childTnLst>
                                    <p:set>
                                      <p:cBhvr>
                                        <p:cTn id="99" dur="1" fill="hold">
                                          <p:stCondLst>
                                            <p:cond delay="0"/>
                                          </p:stCondLst>
                                        </p:cTn>
                                        <p:tgtEl>
                                          <p:spTgt spid="20"/>
                                        </p:tgtEl>
                                        <p:attrNameLst>
                                          <p:attrName>style.visibility</p:attrName>
                                        </p:attrNameLst>
                                      </p:cBhvr>
                                      <p:to>
                                        <p:strVal val="visible"/>
                                      </p:to>
                                    </p:set>
                                    <p:animEffect transition="in" filter="randombar(horizontal)">
                                      <p:cBhvr>
                                        <p:cTn id="100"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13" grpId="0" animBg="1"/>
      <p:bldP spid="17" grpId="0"/>
      <p:bldP spid="19" grpId="0" animBg="1"/>
      <p:bldP spid="20"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sp>
      <p:sp>
        <p:nvSpPr>
          <p:cNvPr id="13" name="AutoShape 13"/>
          <p:cNvSpPr/>
          <p:nvPr/>
        </p:nvSpPr>
        <p:spPr>
          <a:xfrm>
            <a:off x="1408682" y="545703"/>
            <a:ext cx="7883480" cy="62707"/>
          </a:xfrm>
          <a:prstGeom prst="rect">
            <a:avLst/>
          </a:prstGeom>
          <a:solidFill>
            <a:srgbClr val="318F9A"/>
          </a:solidFill>
        </p:spPr>
      </p:sp>
      <p:sp>
        <p:nvSpPr>
          <p:cNvPr id="14" name="AutoShape 14"/>
          <p:cNvSpPr/>
          <p:nvPr/>
        </p:nvSpPr>
        <p:spPr>
          <a:xfrm>
            <a:off x="-105689" y="4274185"/>
            <a:ext cx="642023" cy="992619"/>
          </a:xfrm>
          <a:prstGeom prst="rect">
            <a:avLst/>
          </a:prstGeom>
          <a:solidFill>
            <a:srgbClr val="04383F"/>
          </a:solidFill>
        </p:spPr>
      </p:sp>
      <p:sp>
        <p:nvSpPr>
          <p:cNvPr id="15" name="AutoShape 15"/>
          <p:cNvSpPr/>
          <p:nvPr/>
        </p:nvSpPr>
        <p:spPr>
          <a:xfrm>
            <a:off x="238396" y="1220943"/>
            <a:ext cx="59543" cy="4114800"/>
          </a:xfrm>
          <a:prstGeom prst="rect">
            <a:avLst/>
          </a:prstGeom>
          <a:solidFill>
            <a:srgbClr val="318F9A"/>
          </a:solidFill>
        </p:spPr>
      </p:sp>
      <p:sp>
        <p:nvSpPr>
          <p:cNvPr id="20" name="TextBox 19"/>
          <p:cNvSpPr txBox="1"/>
          <p:nvPr/>
        </p:nvSpPr>
        <p:spPr>
          <a:xfrm>
            <a:off x="2088103" y="1520707"/>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dirty="0">
                <a:solidFill>
                  <a:srgbClr val="002060"/>
                </a:solidFill>
                <a:latin typeface="Times New Roman" panose="02020603050405020304" pitchFamily="18" charset="0"/>
                <a:ea typeface="+mn-ea"/>
                <a:cs typeface="+mn-cs"/>
              </a:rPr>
              <a:t> </a:t>
            </a:r>
            <a:r>
              <a:rPr lang="vi-VN" sz="2200" b="1" kern="1200" dirty="0">
                <a:solidFill>
                  <a:srgbClr val="FF0000"/>
                </a:solidFill>
                <a:latin typeface="Times New Roman" panose="02020603050405020304" pitchFamily="18" charset="0"/>
                <a:ea typeface="+mn-ea"/>
                <a:cs typeface="+mn-cs"/>
              </a:rPr>
              <a:t>I</a:t>
            </a:r>
            <a:r>
              <a:rPr lang="vi-VN" sz="2200" b="1" kern="1200">
                <a:solidFill>
                  <a:srgbClr val="FF0000"/>
                </a:solidFill>
                <a:latin typeface="Times New Roman" panose="02020603050405020304" pitchFamily="18" charset="0"/>
                <a:ea typeface="+mn-ea"/>
                <a:cs typeface="+mn-cs"/>
              </a:rPr>
              <a:t>: </a:t>
            </a:r>
            <a:r>
              <a:rPr lang="vi-VN" sz="2200" b="1" kern="1200" smtClean="0">
                <a:solidFill>
                  <a:srgbClr val="FF0000"/>
                </a:solidFill>
                <a:latin typeface="Times New Roman" panose="02020603050405020304" pitchFamily="18" charset="0"/>
                <a:ea typeface="+mn-ea"/>
                <a:cs typeface="+mn-cs"/>
              </a:rPr>
              <a:t>HÀM DELAY_MSX – BĂM THỜI GIAN</a:t>
            </a:r>
            <a:endParaRPr lang="en-US" sz="2200" b="1" kern="1200" dirty="0">
              <a:solidFill>
                <a:srgbClr val="FF0000"/>
              </a:solidFill>
              <a:latin typeface="Calibri"/>
              <a:ea typeface="+mn-ea"/>
              <a:cs typeface="+mn-cs"/>
            </a:endParaRPr>
          </a:p>
        </p:txBody>
      </p:sp>
      <p:sp>
        <p:nvSpPr>
          <p:cNvPr id="25" name="TextBox 24"/>
          <p:cNvSpPr txBox="1"/>
          <p:nvPr/>
        </p:nvSpPr>
        <p:spPr>
          <a:xfrm>
            <a:off x="2036981" y="2413638"/>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smtClean="0">
                <a:solidFill>
                  <a:srgbClr val="FF0000"/>
                </a:solidFill>
                <a:latin typeface="Times New Roman" panose="02020603050405020304" pitchFamily="18" charset="0"/>
                <a:ea typeface="+mn-ea"/>
                <a:cs typeface="+mn-cs"/>
              </a:rPr>
              <a:t>II: GIAO TIẾP NÚT GẠT -  SWITCH</a:t>
            </a:r>
            <a:endParaRPr lang="en-US" sz="2200" b="1" kern="1200" dirty="0">
              <a:solidFill>
                <a:srgbClr val="FF0000"/>
              </a:solidFill>
              <a:latin typeface="Calibri"/>
              <a:ea typeface="+mn-ea"/>
              <a:cs typeface="+mn-cs"/>
            </a:endParaRPr>
          </a:p>
        </p:txBody>
      </p:sp>
      <p:pic>
        <p:nvPicPr>
          <p:cNvPr id="4098" name="Picture 2" descr="Tập tin:Out of date clock icon.svg – Wikipedia tiếng Việ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11620" y="3428494"/>
            <a:ext cx="1508933" cy="1508933"/>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Switch on Off Button Icon Flat Vector Template Design Trendy Stock  Illustration - Illustration of equipment, clear: 178584610"/>
          <p:cNvPicPr>
            <a:picLocks noChangeAspect="1" noChangeArrowheads="1"/>
          </p:cNvPicPr>
          <p:nvPr/>
        </p:nvPicPr>
        <p:blipFill rotWithShape="1">
          <a:blip r:embed="rId3">
            <a:extLst>
              <a:ext uri="{28A0092B-C50C-407E-A947-70E740481C1C}">
                <a14:useLocalDpi xmlns:a14="http://schemas.microsoft.com/office/drawing/2010/main" val="0"/>
              </a:ext>
            </a:extLst>
          </a:blip>
          <a:srcRect b="15103"/>
          <a:stretch/>
        </p:blipFill>
        <p:spPr bwMode="auto">
          <a:xfrm>
            <a:off x="412067" y="665117"/>
            <a:ext cx="1510786" cy="1353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331883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
                                        </p:tgtEl>
                                        <p:attrNameLst>
                                          <p:attrName>style.visibility</p:attrName>
                                        </p:attrNameLst>
                                      </p:cBhvr>
                                      <p:to>
                                        <p:strVal val="visible"/>
                                      </p:to>
                                    </p:set>
                                    <p:anim calcmode="lin" valueType="num">
                                      <p:cBhvr additive="base">
                                        <p:cTn id="13" dur="500" fill="hold"/>
                                        <p:tgtEl>
                                          <p:spTgt spid="25"/>
                                        </p:tgtEl>
                                        <p:attrNameLst>
                                          <p:attrName>ppt_x</p:attrName>
                                        </p:attrNameLst>
                                      </p:cBhvr>
                                      <p:tavLst>
                                        <p:tav tm="0">
                                          <p:val>
                                            <p:strVal val="#ppt_x"/>
                                          </p:val>
                                        </p:tav>
                                        <p:tav tm="100000">
                                          <p:val>
                                            <p:strVal val="#ppt_x"/>
                                          </p:val>
                                        </p:tav>
                                      </p:tavLst>
                                    </p:anim>
                                    <p:anim calcmode="lin" valueType="num">
                                      <p:cBhvr additive="base">
                                        <p:cTn id="14"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5"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sp>
      <p:sp>
        <p:nvSpPr>
          <p:cNvPr id="13" name="AutoShape 13"/>
          <p:cNvSpPr/>
          <p:nvPr/>
        </p:nvSpPr>
        <p:spPr>
          <a:xfrm>
            <a:off x="1408682" y="545703"/>
            <a:ext cx="7883480" cy="62707"/>
          </a:xfrm>
          <a:prstGeom prst="rect">
            <a:avLst/>
          </a:prstGeom>
          <a:solidFill>
            <a:srgbClr val="318F9A"/>
          </a:solidFill>
        </p:spPr>
      </p:sp>
      <p:sp>
        <p:nvSpPr>
          <p:cNvPr id="14" name="AutoShape 14"/>
          <p:cNvSpPr/>
          <p:nvPr/>
        </p:nvSpPr>
        <p:spPr>
          <a:xfrm>
            <a:off x="-105689" y="4274185"/>
            <a:ext cx="642023" cy="992619"/>
          </a:xfrm>
          <a:prstGeom prst="rect">
            <a:avLst/>
          </a:prstGeom>
          <a:solidFill>
            <a:srgbClr val="04383F"/>
          </a:solidFill>
        </p:spPr>
      </p:sp>
      <p:sp>
        <p:nvSpPr>
          <p:cNvPr id="15" name="AutoShape 15"/>
          <p:cNvSpPr/>
          <p:nvPr/>
        </p:nvSpPr>
        <p:spPr>
          <a:xfrm>
            <a:off x="238396" y="1220943"/>
            <a:ext cx="59543" cy="4114800"/>
          </a:xfrm>
          <a:prstGeom prst="rect">
            <a:avLst/>
          </a:prstGeom>
          <a:solidFill>
            <a:srgbClr val="318F9A"/>
          </a:solidFill>
        </p:spPr>
      </p:sp>
      <p:grpSp>
        <p:nvGrpSpPr>
          <p:cNvPr id="16" name="Group 16"/>
          <p:cNvGrpSpPr/>
          <p:nvPr/>
        </p:nvGrpSpPr>
        <p:grpSpPr>
          <a:xfrm rot="3994440">
            <a:off x="382669" y="308190"/>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sp>
      </p:grpSp>
      <p:grpSp>
        <p:nvGrpSpPr>
          <p:cNvPr id="18" name="Group 18"/>
          <p:cNvGrpSpPr>
            <a:grpSpLocks noChangeAspect="1"/>
          </p:cNvGrpSpPr>
          <p:nvPr/>
        </p:nvGrpSpPr>
        <p:grpSpPr>
          <a:xfrm rot="3994440">
            <a:off x="680506" y="526518"/>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sp>
      </p:grpSp>
      <p:sp>
        <p:nvSpPr>
          <p:cNvPr id="20" name="TextBox 19"/>
          <p:cNvSpPr txBox="1"/>
          <p:nvPr/>
        </p:nvSpPr>
        <p:spPr>
          <a:xfrm>
            <a:off x="1711566"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smtClean="0">
                <a:solidFill>
                  <a:srgbClr val="C00000"/>
                </a:solidFill>
                <a:latin typeface="Times New Roman" panose="02020603050405020304" pitchFamily="18" charset="0"/>
                <a:ea typeface="+mn-ea"/>
                <a:cs typeface="+mn-cs"/>
              </a:rPr>
              <a:t>I. HÀM DELAY_MSX  - BĂM THỜI GIAN</a:t>
            </a:r>
            <a:endParaRPr lang="en-US" sz="2200" b="1" kern="1200" dirty="0">
              <a:solidFill>
                <a:srgbClr val="C00000"/>
              </a:solidFill>
              <a:latin typeface="Calibri"/>
              <a:ea typeface="+mn-ea"/>
              <a:cs typeface="+mn-cs"/>
            </a:endParaRPr>
          </a:p>
        </p:txBody>
      </p:sp>
      <p:sp>
        <p:nvSpPr>
          <p:cNvPr id="11" name="TextBox 10"/>
          <p:cNvSpPr txBox="1"/>
          <p:nvPr/>
        </p:nvSpPr>
        <p:spPr>
          <a:xfrm>
            <a:off x="536334" y="1059747"/>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 </a:t>
            </a:r>
            <a:r>
              <a:rPr lang="vi-VN" sz="2000" b="1" kern="1200" smtClean="0">
                <a:solidFill>
                  <a:srgbClr val="002060"/>
                </a:solidFill>
                <a:latin typeface="Times New Roman" panose="02020603050405020304" pitchFamily="18" charset="0"/>
                <a:ea typeface="+mn-ea"/>
                <a:cs typeface="+mn-cs"/>
              </a:rPr>
              <a:t>1. TỔNG QUAN</a:t>
            </a:r>
            <a:endParaRPr lang="en-US" sz="2000" b="1" kern="1200" dirty="0">
              <a:solidFill>
                <a:srgbClr val="002060"/>
              </a:solidFill>
              <a:latin typeface="Calibri"/>
              <a:ea typeface="+mn-ea"/>
              <a:cs typeface="+mn-cs"/>
            </a:endParaRPr>
          </a:p>
        </p:txBody>
      </p:sp>
      <p:sp>
        <p:nvSpPr>
          <p:cNvPr id="21" name="TextBox 20"/>
          <p:cNvSpPr txBox="1"/>
          <p:nvPr/>
        </p:nvSpPr>
        <p:spPr>
          <a:xfrm>
            <a:off x="469537" y="1814814"/>
            <a:ext cx="8463544" cy="923330"/>
          </a:xfrm>
          <a:prstGeom prst="rect">
            <a:avLst/>
          </a:prstGeom>
          <a:noFill/>
          <a:ln w="19050">
            <a:solidFill>
              <a:srgbClr val="00206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b="1" kern="1200" smtClean="0">
                <a:solidFill>
                  <a:srgbClr val="002060"/>
                </a:solidFill>
                <a:latin typeface="Times New Roman" panose="02020603050405020304" pitchFamily="18" charset="0"/>
                <a:ea typeface="+mn-ea"/>
                <a:cs typeface="+mn-cs"/>
              </a:rPr>
              <a:t>Xét yêu cầu:</a:t>
            </a:r>
            <a:r>
              <a:rPr lang="vi-VN" sz="1800" kern="1200" smtClean="0">
                <a:solidFill>
                  <a:srgbClr val="002060"/>
                </a:solidFill>
                <a:latin typeface="Times New Roman" panose="02020603050405020304" pitchFamily="18" charset="0"/>
                <a:ea typeface="+mn-ea"/>
                <a:cs typeface="+mn-cs"/>
              </a:rPr>
              <a:t> Viết chương trình đếm từ 0 đến 9, thời gian trễ là 3 giây. Khi nhấn START mạch bắt đầu đếm và hiển thị lên LED 7 đoạn, khi nhấn STOP mạch dừng và LED 7 đoạn tắt </a:t>
            </a:r>
            <a:r>
              <a:rPr lang="vi-VN" sz="1800" b="1" kern="1200" smtClean="0">
                <a:solidFill>
                  <a:srgbClr val="002060"/>
                </a:solidFill>
                <a:effectLst>
                  <a:outerShdw blurRad="38100" dist="38100" dir="2700000" algn="tl">
                    <a:srgbClr val="000000">
                      <a:alpha val="43137"/>
                    </a:srgbClr>
                  </a:outerShdw>
                </a:effectLst>
                <a:latin typeface="Times New Roman" panose="02020603050405020304" pitchFamily="18" charset="0"/>
                <a:ea typeface="+mn-ea"/>
                <a:cs typeface="+mn-cs"/>
              </a:rPr>
              <a:t>ngay lập tức</a:t>
            </a:r>
            <a:r>
              <a:rPr lang="vi-VN" sz="1800" kern="1200" smtClean="0">
                <a:solidFill>
                  <a:srgbClr val="002060"/>
                </a:solidFill>
                <a:latin typeface="Times New Roman" panose="02020603050405020304" pitchFamily="18" charset="0"/>
                <a:ea typeface="+mn-ea"/>
                <a:cs typeface="+mn-cs"/>
              </a:rPr>
              <a:t>. Quan sát chương trình sau:</a:t>
            </a:r>
          </a:p>
        </p:txBody>
      </p:sp>
    </p:spTree>
    <p:extLst>
      <p:ext uri="{BB962C8B-B14F-4D97-AF65-F5344CB8AC3E}">
        <p14:creationId xmlns:p14="http://schemas.microsoft.com/office/powerpoint/2010/main" val="35348453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27823"/>
            <a:ext cx="5928565" cy="4800226"/>
          </a:xfrm>
          <a:prstGeom prst="rect">
            <a:avLst/>
          </a:prstGeom>
        </p:spPr>
      </p:pic>
      <p:sp>
        <p:nvSpPr>
          <p:cNvPr id="3" name="Notched Right Arrow 2"/>
          <p:cNvSpPr/>
          <p:nvPr/>
        </p:nvSpPr>
        <p:spPr>
          <a:xfrm>
            <a:off x="3815062" y="1988457"/>
            <a:ext cx="1949302" cy="439479"/>
          </a:xfrm>
          <a:prstGeom prst="notchedRightArrow">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5878286" y="1717761"/>
            <a:ext cx="2627085" cy="830997"/>
          </a:xfrm>
          <a:prstGeom prst="rect">
            <a:avLst/>
          </a:prstGeom>
          <a:noFill/>
          <a:ln w="19050">
            <a:solidFill>
              <a:srgbClr val="002060"/>
            </a:solidFill>
          </a:ln>
        </p:spPr>
        <p:txBody>
          <a:bodyPr wrap="square" rtlCol="0">
            <a:spAutoFit/>
          </a:bodyPr>
          <a:lstStyle/>
          <a:p>
            <a:pPr algn="just"/>
            <a:r>
              <a:rPr lang="vi-VN" sz="1600" b="1" smtClean="0">
                <a:solidFill>
                  <a:srgbClr val="FF0000"/>
                </a:solidFill>
                <a:latin typeface="+mj-lt"/>
              </a:rPr>
              <a:t>Thời gian delay quá lớn nên không đảm bảo yêu cầu “ngay lập tức” của mạch.</a:t>
            </a:r>
            <a:endParaRPr lang="en-US" sz="1600" b="1">
              <a:solidFill>
                <a:srgbClr val="FF0000"/>
              </a:solidFill>
              <a:latin typeface="+mj-lt"/>
            </a:endParaRPr>
          </a:p>
        </p:txBody>
      </p:sp>
      <p:sp>
        <p:nvSpPr>
          <p:cNvPr id="5" name="Notched Right Arrow 4"/>
          <p:cNvSpPr/>
          <p:nvPr/>
        </p:nvSpPr>
        <p:spPr>
          <a:xfrm>
            <a:off x="1637919" y="4528140"/>
            <a:ext cx="1949302" cy="439479"/>
          </a:xfrm>
          <a:prstGeom prst="notchedRightArrow">
            <a:avLst/>
          </a:prstGeom>
          <a:solidFill>
            <a:schemeClr val="accent2">
              <a:lumMod val="40000"/>
              <a:lumOff val="6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4027715" y="4199704"/>
            <a:ext cx="2627085" cy="830997"/>
          </a:xfrm>
          <a:prstGeom prst="rect">
            <a:avLst/>
          </a:prstGeom>
          <a:noFill/>
          <a:ln w="19050">
            <a:solidFill>
              <a:srgbClr val="002060"/>
            </a:solidFill>
          </a:ln>
        </p:spPr>
        <p:txBody>
          <a:bodyPr wrap="square" rtlCol="0">
            <a:spAutoFit/>
          </a:bodyPr>
          <a:lstStyle/>
          <a:p>
            <a:pPr algn="just"/>
            <a:r>
              <a:rPr lang="vi-VN" sz="1600" b="1" smtClean="0">
                <a:solidFill>
                  <a:srgbClr val="FF0000"/>
                </a:solidFill>
                <a:latin typeface="+mj-lt"/>
              </a:rPr>
              <a:t>Trong lúc delay, ta cần kiểm tra thêm sự tác động của nút nhấn.</a:t>
            </a:r>
            <a:endParaRPr lang="en-US" sz="1600" b="1">
              <a:solidFill>
                <a:srgbClr val="FF0000"/>
              </a:solidFill>
              <a:latin typeface="+mj-lt"/>
            </a:endParaRPr>
          </a:p>
        </p:txBody>
      </p:sp>
    </p:spTree>
    <p:extLst>
      <p:ext uri="{BB962C8B-B14F-4D97-AF65-F5344CB8AC3E}">
        <p14:creationId xmlns:p14="http://schemas.microsoft.com/office/powerpoint/2010/main" val="332990599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4" presetClass="entr" presetSubtype="10"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randombar(horizontal)">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3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p:cTn id="19" dur="1000" fill="hold"/>
                                        <p:tgtEl>
                                          <p:spTgt spid="4"/>
                                        </p:tgtEl>
                                        <p:attrNameLst>
                                          <p:attrName>ppt_w</p:attrName>
                                        </p:attrNameLst>
                                      </p:cBhvr>
                                      <p:tavLst>
                                        <p:tav tm="0">
                                          <p:val>
                                            <p:fltVal val="0"/>
                                          </p:val>
                                        </p:tav>
                                        <p:tav tm="100000">
                                          <p:val>
                                            <p:strVal val="#ppt_w"/>
                                          </p:val>
                                        </p:tav>
                                      </p:tavLst>
                                    </p:anim>
                                    <p:anim calcmode="lin" valueType="num">
                                      <p:cBhvr>
                                        <p:cTn id="20" dur="1000" fill="hold"/>
                                        <p:tgtEl>
                                          <p:spTgt spid="4"/>
                                        </p:tgtEl>
                                        <p:attrNameLst>
                                          <p:attrName>ppt_h</p:attrName>
                                        </p:attrNameLst>
                                      </p:cBhvr>
                                      <p:tavLst>
                                        <p:tav tm="0">
                                          <p:val>
                                            <p:fltVal val="0"/>
                                          </p:val>
                                        </p:tav>
                                        <p:tav tm="100000">
                                          <p:val>
                                            <p:strVal val="#ppt_h"/>
                                          </p:val>
                                        </p:tav>
                                      </p:tavLst>
                                    </p:anim>
                                    <p:anim calcmode="lin" valueType="num">
                                      <p:cBhvr>
                                        <p:cTn id="21" dur="1000" fill="hold"/>
                                        <p:tgtEl>
                                          <p:spTgt spid="4"/>
                                        </p:tgtEl>
                                        <p:attrNameLst>
                                          <p:attrName>style.rotation</p:attrName>
                                        </p:attrNameLst>
                                      </p:cBhvr>
                                      <p:tavLst>
                                        <p:tav tm="0">
                                          <p:val>
                                            <p:fltVal val="90"/>
                                          </p:val>
                                        </p:tav>
                                        <p:tav tm="100000">
                                          <p:val>
                                            <p:fltVal val="0"/>
                                          </p:val>
                                        </p:tav>
                                      </p:tavLst>
                                    </p:anim>
                                    <p:animEffect transition="in" filter="fade">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randombar(horizontal)">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sp>
      <p:sp>
        <p:nvSpPr>
          <p:cNvPr id="13" name="AutoShape 13"/>
          <p:cNvSpPr/>
          <p:nvPr/>
        </p:nvSpPr>
        <p:spPr>
          <a:xfrm>
            <a:off x="1408682" y="545703"/>
            <a:ext cx="7883480" cy="62707"/>
          </a:xfrm>
          <a:prstGeom prst="rect">
            <a:avLst/>
          </a:prstGeom>
          <a:solidFill>
            <a:srgbClr val="318F9A"/>
          </a:solidFill>
        </p:spPr>
      </p:sp>
      <p:sp>
        <p:nvSpPr>
          <p:cNvPr id="14" name="AutoShape 14"/>
          <p:cNvSpPr/>
          <p:nvPr/>
        </p:nvSpPr>
        <p:spPr>
          <a:xfrm>
            <a:off x="-105689" y="4274185"/>
            <a:ext cx="642023" cy="992619"/>
          </a:xfrm>
          <a:prstGeom prst="rect">
            <a:avLst/>
          </a:prstGeom>
          <a:solidFill>
            <a:srgbClr val="04383F"/>
          </a:solidFill>
        </p:spPr>
      </p:sp>
      <p:sp>
        <p:nvSpPr>
          <p:cNvPr id="15" name="AutoShape 15"/>
          <p:cNvSpPr/>
          <p:nvPr/>
        </p:nvSpPr>
        <p:spPr>
          <a:xfrm>
            <a:off x="238396" y="1220943"/>
            <a:ext cx="59543" cy="4114800"/>
          </a:xfrm>
          <a:prstGeom prst="rect">
            <a:avLst/>
          </a:prstGeom>
          <a:solidFill>
            <a:srgbClr val="318F9A"/>
          </a:solidFill>
        </p:spPr>
      </p:sp>
      <p:sp>
        <p:nvSpPr>
          <p:cNvPr id="20" name="TextBox 19"/>
          <p:cNvSpPr txBox="1"/>
          <p:nvPr/>
        </p:nvSpPr>
        <p:spPr>
          <a:xfrm>
            <a:off x="1711566"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smtClean="0">
                <a:solidFill>
                  <a:srgbClr val="C00000"/>
                </a:solidFill>
                <a:latin typeface="Times New Roman" panose="02020603050405020304" pitchFamily="18" charset="0"/>
                <a:ea typeface="+mn-ea"/>
                <a:cs typeface="+mn-cs"/>
              </a:rPr>
              <a:t>I. HÀM DELAY_MSX  - BĂM THỜI GIAN</a:t>
            </a:r>
            <a:endParaRPr lang="en-US" sz="2200" b="1" kern="1200" dirty="0">
              <a:solidFill>
                <a:srgbClr val="C00000"/>
              </a:solidFill>
              <a:latin typeface="Calibri"/>
              <a:ea typeface="+mn-ea"/>
              <a:cs typeface="+mn-cs"/>
            </a:endParaRPr>
          </a:p>
        </p:txBody>
      </p:sp>
      <p:sp>
        <p:nvSpPr>
          <p:cNvPr id="11" name="TextBox 10"/>
          <p:cNvSpPr txBox="1"/>
          <p:nvPr/>
        </p:nvSpPr>
        <p:spPr>
          <a:xfrm>
            <a:off x="268167" y="629363"/>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 2</a:t>
            </a:r>
            <a:r>
              <a:rPr lang="vi-VN" sz="2000" b="1" kern="1200" smtClean="0">
                <a:solidFill>
                  <a:srgbClr val="002060"/>
                </a:solidFill>
                <a:latin typeface="Times New Roman" panose="02020603050405020304" pitchFamily="18" charset="0"/>
                <a:ea typeface="+mn-ea"/>
                <a:cs typeface="+mn-cs"/>
              </a:rPr>
              <a:t>. Chương trình con delay_msX();</a:t>
            </a:r>
            <a:endParaRPr lang="en-US" sz="2000" b="1" kern="1200" dirty="0">
              <a:solidFill>
                <a:srgbClr val="002060"/>
              </a:solidFill>
              <a:latin typeface="Calibri"/>
              <a:ea typeface="+mn-ea"/>
              <a:cs typeface="+mn-cs"/>
            </a:endParaRPr>
          </a:p>
        </p:txBody>
      </p:sp>
      <p:sp>
        <p:nvSpPr>
          <p:cNvPr id="21" name="TextBox 20"/>
          <p:cNvSpPr txBox="1"/>
          <p:nvPr/>
        </p:nvSpPr>
        <p:spPr>
          <a:xfrm>
            <a:off x="389708" y="1076989"/>
            <a:ext cx="8463544" cy="923330"/>
          </a:xfrm>
          <a:prstGeom prst="rect">
            <a:avLst/>
          </a:prstGeom>
          <a:noFill/>
          <a:ln w="19050">
            <a:solidFill>
              <a:srgbClr val="00206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kern="1200" smtClean="0">
                <a:solidFill>
                  <a:srgbClr val="002060"/>
                </a:solidFill>
                <a:latin typeface="Times New Roman" panose="02020603050405020304" pitchFamily="18" charset="0"/>
                <a:ea typeface="+mn-ea"/>
                <a:cs typeface="+mn-cs"/>
              </a:rPr>
              <a:t>Như vậy, thay vì delay thời gian khá dài là t giây, ta có thể chia nhỏ thời gian ra, mỗi lần delay 1ms và lặp n lần để đủ thời gian. Đồng thời, trong quá trình lặp ta kiêm luôn kiểm tra trình trạng nút nhấn, nếu có sự kiện xảy ra bất chợt </a:t>
            </a:r>
            <a:r>
              <a:rPr lang="vi-VN" sz="1800" kern="1200" smtClean="0">
                <a:solidFill>
                  <a:srgbClr val="002060"/>
                </a:solidFill>
                <a:latin typeface="Times New Roman" panose="02020603050405020304" pitchFamily="18" charset="0"/>
                <a:ea typeface="+mn-ea"/>
                <a:cs typeface="+mn-cs"/>
                <a:sym typeface="Wingdings" panose="05000000000000000000" pitchFamily="2" charset="2"/>
              </a:rPr>
              <a:t> </a:t>
            </a:r>
            <a:r>
              <a:rPr lang="vi-VN" sz="1800" b="1" kern="1200" smtClean="0">
                <a:solidFill>
                  <a:srgbClr val="FF0000"/>
                </a:solidFill>
                <a:latin typeface="Times New Roman" panose="02020603050405020304" pitchFamily="18" charset="0"/>
                <a:ea typeface="+mn-ea"/>
                <a:cs typeface="+mn-cs"/>
                <a:sym typeface="Wingdings" panose="05000000000000000000" pitchFamily="2" charset="2"/>
              </a:rPr>
              <a:t>break</a:t>
            </a:r>
            <a:r>
              <a:rPr lang="vi-VN" sz="1800" kern="1200" smtClean="0">
                <a:solidFill>
                  <a:srgbClr val="002060"/>
                </a:solidFill>
                <a:latin typeface="Times New Roman" panose="02020603050405020304" pitchFamily="18" charset="0"/>
                <a:ea typeface="+mn-ea"/>
                <a:cs typeface="+mn-cs"/>
                <a:sym typeface="Wingdings" panose="05000000000000000000" pitchFamily="2" charset="2"/>
              </a:rPr>
              <a:t> khỏi vòng lặp</a:t>
            </a:r>
            <a:r>
              <a:rPr lang="vi-VN" sz="1800" kern="1200" smtClean="0">
                <a:solidFill>
                  <a:srgbClr val="002060"/>
                </a:solidFill>
                <a:latin typeface="Times New Roman" panose="02020603050405020304" pitchFamily="18" charset="0"/>
                <a:ea typeface="+mn-ea"/>
                <a:cs typeface="+mn-cs"/>
              </a:rPr>
              <a:t>. </a:t>
            </a:r>
          </a:p>
        </p:txBody>
      </p:sp>
      <p:sp>
        <p:nvSpPr>
          <p:cNvPr id="22" name="TextBox 21"/>
          <p:cNvSpPr txBox="1"/>
          <p:nvPr/>
        </p:nvSpPr>
        <p:spPr>
          <a:xfrm>
            <a:off x="1118650" y="2000319"/>
            <a:ext cx="8463544" cy="2308324"/>
          </a:xfrm>
          <a:prstGeom prst="rect">
            <a:avLst/>
          </a:prstGeom>
          <a:noFill/>
          <a:ln w="9525">
            <a:no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b="1" i="1" kern="1200" smtClean="0">
                <a:solidFill>
                  <a:srgbClr val="0070C0"/>
                </a:solidFill>
                <a:latin typeface="Times New Roman" panose="02020603050405020304" pitchFamily="18" charset="0"/>
                <a:ea typeface="+mn-ea"/>
                <a:cs typeface="+mn-cs"/>
              </a:rPr>
              <a:t>void</a:t>
            </a:r>
            <a:r>
              <a:rPr lang="vi-VN" sz="1800" i="1" kern="1200" smtClean="0">
                <a:solidFill>
                  <a:srgbClr val="002060"/>
                </a:solidFill>
                <a:latin typeface="Times New Roman" panose="02020603050405020304" pitchFamily="18" charset="0"/>
                <a:ea typeface="+mn-ea"/>
                <a:cs typeface="+mn-cs"/>
              </a:rPr>
              <a:t> delay_msX(</a:t>
            </a:r>
            <a:r>
              <a:rPr lang="vi-VN" sz="1800" b="1" i="1" kern="1200" smtClean="0">
                <a:solidFill>
                  <a:srgbClr val="0070C0"/>
                </a:solidFill>
                <a:latin typeface="Times New Roman" panose="02020603050405020304" pitchFamily="18" charset="0"/>
                <a:ea typeface="+mn-ea"/>
                <a:cs typeface="+mn-cs"/>
              </a:rPr>
              <a:t>unsigned int16</a:t>
            </a:r>
            <a:r>
              <a:rPr lang="vi-VN" sz="1800" i="1" kern="1200" smtClean="0">
                <a:solidFill>
                  <a:srgbClr val="002060"/>
                </a:solidFill>
                <a:latin typeface="Times New Roman" panose="02020603050405020304" pitchFamily="18" charset="0"/>
                <a:ea typeface="+mn-ea"/>
                <a:cs typeface="+mn-cs"/>
              </a:rPr>
              <a:t> t)</a:t>
            </a:r>
          </a:p>
          <a:p>
            <a:pPr defTabSz="457200">
              <a:buClrTx/>
            </a:pPr>
            <a:r>
              <a:rPr lang="vi-VN" sz="1800" i="1" kern="1200" smtClean="0">
                <a:solidFill>
                  <a:srgbClr val="002060"/>
                </a:solidFill>
                <a:latin typeface="Times New Roman" panose="02020603050405020304" pitchFamily="18" charset="0"/>
                <a:ea typeface="+mn-ea"/>
                <a:cs typeface="+mn-cs"/>
              </a:rPr>
              <a:t>	{</a:t>
            </a:r>
          </a:p>
          <a:p>
            <a:pPr defTabSz="457200">
              <a:buClrTx/>
            </a:pPr>
            <a:r>
              <a:rPr lang="vi-VN" sz="1800" i="1" kern="1200">
                <a:solidFill>
                  <a:srgbClr val="002060"/>
                </a:solidFill>
                <a:latin typeface="Times New Roman" panose="02020603050405020304" pitchFamily="18" charset="0"/>
                <a:ea typeface="+mn-ea"/>
                <a:cs typeface="+mn-cs"/>
              </a:rPr>
              <a:t>	</a:t>
            </a:r>
            <a:r>
              <a:rPr lang="vi-VN" sz="1800" i="1" kern="1200" smtClean="0">
                <a:solidFill>
                  <a:srgbClr val="002060"/>
                </a:solidFill>
                <a:latin typeface="Times New Roman" panose="02020603050405020304" pitchFamily="18" charset="0"/>
                <a:ea typeface="+mn-ea"/>
                <a:cs typeface="+mn-cs"/>
              </a:rPr>
              <a:t> </a:t>
            </a:r>
            <a:r>
              <a:rPr lang="vi-VN" sz="1800" b="1" i="1" kern="1200" smtClean="0">
                <a:solidFill>
                  <a:srgbClr val="0070C0"/>
                </a:solidFill>
                <a:latin typeface="Times New Roman" panose="02020603050405020304" pitchFamily="18" charset="0"/>
                <a:ea typeface="+mn-ea"/>
                <a:cs typeface="+mn-cs"/>
              </a:rPr>
              <a:t> </a:t>
            </a:r>
            <a:r>
              <a:rPr lang="vi-VN" sz="1800" b="1" i="1" kern="1200" smtClean="0">
                <a:solidFill>
                  <a:srgbClr val="0070C0"/>
                </a:solidFill>
                <a:latin typeface="Times New Roman" panose="02020603050405020304" pitchFamily="18" charset="0"/>
                <a:ea typeface="+mn-ea"/>
                <a:cs typeface="+mn-cs"/>
              </a:rPr>
              <a:t>for(unsigned int16 i </a:t>
            </a:r>
            <a:r>
              <a:rPr lang="vi-VN" sz="1800" i="1" kern="1200" smtClean="0">
                <a:solidFill>
                  <a:srgbClr val="002060"/>
                </a:solidFill>
                <a:latin typeface="Times New Roman" panose="02020603050405020304" pitchFamily="18" charset="0"/>
                <a:ea typeface="+mn-ea"/>
                <a:cs typeface="+mn-cs"/>
              </a:rPr>
              <a:t>= 0; </a:t>
            </a:r>
            <a:r>
              <a:rPr lang="vi-VN" sz="1800" i="1" kern="1200" smtClean="0">
                <a:solidFill>
                  <a:srgbClr val="002060"/>
                </a:solidFill>
                <a:latin typeface="Times New Roman" panose="02020603050405020304" pitchFamily="18" charset="0"/>
                <a:ea typeface="+mn-ea"/>
                <a:cs typeface="+mn-cs"/>
              </a:rPr>
              <a:t>i&lt;t</a:t>
            </a:r>
            <a:r>
              <a:rPr lang="vi-VN" sz="1800" i="1" kern="1200" smtClean="0">
                <a:solidFill>
                  <a:srgbClr val="002060"/>
                </a:solidFill>
                <a:latin typeface="Times New Roman" panose="02020603050405020304" pitchFamily="18" charset="0"/>
                <a:ea typeface="+mn-ea"/>
                <a:cs typeface="+mn-cs"/>
              </a:rPr>
              <a:t>, i++)</a:t>
            </a:r>
          </a:p>
          <a:p>
            <a:pPr defTabSz="457200">
              <a:buClrTx/>
            </a:pPr>
            <a:r>
              <a:rPr lang="vi-VN" sz="1800" i="1" kern="1200" smtClean="0">
                <a:solidFill>
                  <a:srgbClr val="002060"/>
                </a:solidFill>
                <a:latin typeface="Times New Roman" panose="02020603050405020304" pitchFamily="18" charset="0"/>
                <a:ea typeface="+mn-ea"/>
                <a:cs typeface="+mn-cs"/>
              </a:rPr>
              <a:t> 		{</a:t>
            </a:r>
          </a:p>
          <a:p>
            <a:pPr defTabSz="457200">
              <a:buClrTx/>
            </a:pPr>
            <a:r>
              <a:rPr lang="vi-VN" sz="1800" i="1" kern="1200">
                <a:solidFill>
                  <a:srgbClr val="002060"/>
                </a:solidFill>
                <a:latin typeface="Times New Roman" panose="02020603050405020304" pitchFamily="18" charset="0"/>
                <a:ea typeface="+mn-ea"/>
                <a:cs typeface="+mn-cs"/>
              </a:rPr>
              <a:t>	</a:t>
            </a:r>
            <a:r>
              <a:rPr lang="vi-VN" sz="1800" i="1" kern="1200" smtClean="0">
                <a:solidFill>
                  <a:srgbClr val="002060"/>
                </a:solidFill>
                <a:latin typeface="Times New Roman" panose="02020603050405020304" pitchFamily="18" charset="0"/>
                <a:ea typeface="+mn-ea"/>
                <a:cs typeface="+mn-cs"/>
              </a:rPr>
              <a:t>	</a:t>
            </a:r>
            <a:r>
              <a:rPr lang="vi-VN" sz="1800" b="1" i="1" kern="1200" smtClean="0">
                <a:solidFill>
                  <a:srgbClr val="0070C0"/>
                </a:solidFill>
                <a:latin typeface="Times New Roman" panose="02020603050405020304" pitchFamily="18" charset="0"/>
                <a:ea typeface="+mn-ea"/>
                <a:cs typeface="+mn-cs"/>
              </a:rPr>
              <a:t>delay_ms</a:t>
            </a:r>
            <a:r>
              <a:rPr lang="vi-VN" sz="1800" i="1" kern="1200" smtClean="0">
                <a:solidFill>
                  <a:srgbClr val="002060"/>
                </a:solidFill>
                <a:latin typeface="Times New Roman" panose="02020603050405020304" pitchFamily="18" charset="0"/>
                <a:ea typeface="+mn-ea"/>
                <a:cs typeface="+mn-cs"/>
              </a:rPr>
              <a:t>(1);</a:t>
            </a:r>
          </a:p>
          <a:p>
            <a:pPr defTabSz="457200">
              <a:buClrTx/>
            </a:pPr>
            <a:r>
              <a:rPr lang="vi-VN" sz="1800" i="1" kern="1200">
                <a:solidFill>
                  <a:srgbClr val="002060"/>
                </a:solidFill>
                <a:latin typeface="Times New Roman" panose="02020603050405020304" pitchFamily="18" charset="0"/>
                <a:ea typeface="+mn-ea"/>
                <a:cs typeface="+mn-cs"/>
              </a:rPr>
              <a:t>	</a:t>
            </a:r>
            <a:r>
              <a:rPr lang="vi-VN" sz="1800" i="1" kern="1200" smtClean="0">
                <a:solidFill>
                  <a:srgbClr val="002060"/>
                </a:solidFill>
                <a:latin typeface="Times New Roman" panose="02020603050405020304" pitchFamily="18" charset="0"/>
                <a:ea typeface="+mn-ea"/>
                <a:cs typeface="+mn-cs"/>
              </a:rPr>
              <a:t>	Kiểm tra điều kiện nút nhấn.</a:t>
            </a:r>
          </a:p>
          <a:p>
            <a:pPr defTabSz="457200">
              <a:buClrTx/>
            </a:pPr>
            <a:r>
              <a:rPr lang="vi-VN" sz="1800" i="1" kern="1200" smtClean="0">
                <a:solidFill>
                  <a:srgbClr val="002060"/>
                </a:solidFill>
                <a:latin typeface="Times New Roman" panose="02020603050405020304" pitchFamily="18" charset="0"/>
                <a:ea typeface="+mn-ea"/>
                <a:cs typeface="+mn-cs"/>
              </a:rPr>
              <a:t>		}</a:t>
            </a:r>
          </a:p>
          <a:p>
            <a:pPr defTabSz="457200">
              <a:buClrTx/>
            </a:pPr>
            <a:r>
              <a:rPr lang="vi-VN" sz="1800" i="1" kern="1200" smtClean="0">
                <a:solidFill>
                  <a:srgbClr val="002060"/>
                </a:solidFill>
                <a:latin typeface="Times New Roman" panose="02020603050405020304" pitchFamily="18" charset="0"/>
                <a:ea typeface="+mn-ea"/>
                <a:cs typeface="+mn-cs"/>
              </a:rPr>
              <a:t>	}</a:t>
            </a:r>
          </a:p>
        </p:txBody>
      </p:sp>
      <p:sp>
        <p:nvSpPr>
          <p:cNvPr id="23" name="TextBox 22"/>
          <p:cNvSpPr txBox="1"/>
          <p:nvPr/>
        </p:nvSpPr>
        <p:spPr>
          <a:xfrm>
            <a:off x="627117" y="4340885"/>
            <a:ext cx="8463544" cy="646331"/>
          </a:xfrm>
          <a:prstGeom prst="rect">
            <a:avLst/>
          </a:prstGeom>
          <a:noFill/>
          <a:ln w="19050">
            <a:solidFill>
              <a:srgbClr val="FF0000"/>
            </a:solidFill>
          </a:ln>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800" i="1" kern="1200" smtClean="0">
                <a:solidFill>
                  <a:srgbClr val="002060"/>
                </a:solidFill>
                <a:latin typeface="Times New Roman" panose="02020603050405020304" pitchFamily="18" charset="0"/>
                <a:ea typeface="+mn-ea"/>
                <a:cs typeface="+mn-cs"/>
                <a:sym typeface="Wingdings" panose="05000000000000000000" pitchFamily="2" charset="2"/>
              </a:rPr>
              <a:t> Sau khi viết chương trình con (trước void main ), khi sử dụng ta chỉ cần thay hàm delay_ms bởi delay_msX. </a:t>
            </a:r>
            <a:r>
              <a:rPr lang="vi-VN" sz="1800" b="1" i="1" kern="1200" smtClean="0">
                <a:solidFill>
                  <a:srgbClr val="FF0000"/>
                </a:solidFill>
                <a:latin typeface="Times New Roman" panose="02020603050405020304" pitchFamily="18" charset="0"/>
                <a:ea typeface="+mn-ea"/>
                <a:cs typeface="+mn-cs"/>
                <a:sym typeface="Wingdings" panose="05000000000000000000" pitchFamily="2" charset="2"/>
              </a:rPr>
              <a:t>Lưu ý, biến i với t phải cùng là unsigned int16.</a:t>
            </a:r>
            <a:endParaRPr lang="vi-VN" sz="1800" b="1" i="1" kern="1200" smtClean="0">
              <a:solidFill>
                <a:srgbClr val="FF0000"/>
              </a:solidFill>
              <a:latin typeface="Times New Roman" panose="02020603050405020304" pitchFamily="18" charset="0"/>
              <a:ea typeface="+mn-ea"/>
              <a:cs typeface="+mn-cs"/>
            </a:endParaRPr>
          </a:p>
        </p:txBody>
      </p:sp>
    </p:spTree>
    <p:extLst>
      <p:ext uri="{BB962C8B-B14F-4D97-AF65-F5344CB8AC3E}">
        <p14:creationId xmlns:p14="http://schemas.microsoft.com/office/powerpoint/2010/main" val="226105858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arn(inVertic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barn(inVertical)">
                                      <p:cBhvr>
                                        <p:cTn id="12" dur="5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barn(inVertical)">
                                      <p:cBhvr>
                                        <p:cTn id="17" dur="5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barn(inVertical)">
                                      <p:cBhvr>
                                        <p:cTn id="2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21" grpId="0" animBg="1"/>
      <p:bldP spid="22" grpId="0"/>
      <p:bldP spid="2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srcRect r="14323"/>
          <a:stretch/>
        </p:blipFill>
        <p:spPr>
          <a:xfrm>
            <a:off x="4896477" y="377371"/>
            <a:ext cx="4080610" cy="3882571"/>
          </a:xfrm>
          <a:prstGeom prst="rect">
            <a:avLst/>
          </a:prstGeom>
        </p:spPr>
      </p:pic>
      <p:pic>
        <p:nvPicPr>
          <p:cNvPr id="6" name="Picture 5"/>
          <p:cNvPicPr>
            <a:picLocks noChangeAspect="1"/>
          </p:cNvPicPr>
          <p:nvPr/>
        </p:nvPicPr>
        <p:blipFill>
          <a:blip r:embed="rId3"/>
          <a:stretch>
            <a:fillRect/>
          </a:stretch>
        </p:blipFill>
        <p:spPr>
          <a:xfrm>
            <a:off x="77152" y="0"/>
            <a:ext cx="4402504" cy="4753429"/>
          </a:xfrm>
          <a:prstGeom prst="rect">
            <a:avLst/>
          </a:prstGeom>
        </p:spPr>
      </p:pic>
    </p:spTree>
    <p:extLst>
      <p:ext uri="{BB962C8B-B14F-4D97-AF65-F5344CB8AC3E}">
        <p14:creationId xmlns:p14="http://schemas.microsoft.com/office/powerpoint/2010/main" val="3516445368"/>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sp>
      <p:sp>
        <p:nvSpPr>
          <p:cNvPr id="13" name="AutoShape 13"/>
          <p:cNvSpPr/>
          <p:nvPr/>
        </p:nvSpPr>
        <p:spPr>
          <a:xfrm>
            <a:off x="1408682" y="545703"/>
            <a:ext cx="7883480" cy="62707"/>
          </a:xfrm>
          <a:prstGeom prst="rect">
            <a:avLst/>
          </a:prstGeom>
          <a:solidFill>
            <a:srgbClr val="318F9A"/>
          </a:solidFill>
        </p:spPr>
      </p:sp>
      <p:sp>
        <p:nvSpPr>
          <p:cNvPr id="14" name="AutoShape 14"/>
          <p:cNvSpPr/>
          <p:nvPr/>
        </p:nvSpPr>
        <p:spPr>
          <a:xfrm>
            <a:off x="-105689" y="4274185"/>
            <a:ext cx="642023" cy="992619"/>
          </a:xfrm>
          <a:prstGeom prst="rect">
            <a:avLst/>
          </a:prstGeom>
          <a:solidFill>
            <a:srgbClr val="04383F"/>
          </a:solidFill>
        </p:spPr>
      </p:sp>
      <p:sp>
        <p:nvSpPr>
          <p:cNvPr id="15" name="AutoShape 15"/>
          <p:cNvSpPr/>
          <p:nvPr/>
        </p:nvSpPr>
        <p:spPr>
          <a:xfrm>
            <a:off x="238396" y="1220943"/>
            <a:ext cx="59543" cy="4114800"/>
          </a:xfrm>
          <a:prstGeom prst="rect">
            <a:avLst/>
          </a:prstGeom>
          <a:solidFill>
            <a:srgbClr val="318F9A"/>
          </a:solidFill>
        </p:spPr>
      </p:sp>
      <p:grpSp>
        <p:nvGrpSpPr>
          <p:cNvPr id="16" name="Group 16"/>
          <p:cNvGrpSpPr/>
          <p:nvPr/>
        </p:nvGrpSpPr>
        <p:grpSpPr>
          <a:xfrm rot="3994440">
            <a:off x="293404" y="45406"/>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sp>
      </p:grpSp>
      <p:grpSp>
        <p:nvGrpSpPr>
          <p:cNvPr id="18" name="Group 18"/>
          <p:cNvGrpSpPr>
            <a:grpSpLocks noChangeAspect="1"/>
          </p:cNvGrpSpPr>
          <p:nvPr/>
        </p:nvGrpSpPr>
        <p:grpSpPr>
          <a:xfrm rot="3994440">
            <a:off x="549965" y="283507"/>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sp>
      </p:grpSp>
      <p:sp>
        <p:nvSpPr>
          <p:cNvPr id="20" name="TextBox 19"/>
          <p:cNvSpPr txBox="1"/>
          <p:nvPr/>
        </p:nvSpPr>
        <p:spPr>
          <a:xfrm>
            <a:off x="2036981"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smtClean="0">
                <a:solidFill>
                  <a:srgbClr val="C00000"/>
                </a:solidFill>
                <a:latin typeface="Times New Roman" panose="02020603050405020304" pitchFamily="18" charset="0"/>
                <a:ea typeface="+mn-ea"/>
                <a:cs typeface="+mn-cs"/>
              </a:rPr>
              <a:t>II: GIAO TIẾP NÚT GẠT - SWITCH</a:t>
            </a:r>
            <a:endParaRPr lang="en-US" sz="2200" b="1" kern="1200" dirty="0">
              <a:solidFill>
                <a:srgbClr val="C00000"/>
              </a:solidFill>
              <a:latin typeface="Calibri"/>
              <a:ea typeface="+mn-ea"/>
              <a:cs typeface="+mn-cs"/>
            </a:endParaRPr>
          </a:p>
        </p:txBody>
      </p:sp>
      <p:pic>
        <p:nvPicPr>
          <p:cNvPr id="2" name="Picture 1"/>
          <p:cNvPicPr>
            <a:picLocks noChangeAspect="1"/>
          </p:cNvPicPr>
          <p:nvPr/>
        </p:nvPicPr>
        <p:blipFill>
          <a:blip r:embed="rId2"/>
          <a:stretch>
            <a:fillRect/>
          </a:stretch>
        </p:blipFill>
        <p:spPr>
          <a:xfrm rot="16200000">
            <a:off x="1803521" y="338696"/>
            <a:ext cx="1089754" cy="2537680"/>
          </a:xfrm>
          <a:prstGeom prst="rect">
            <a:avLst/>
          </a:prstGeom>
        </p:spPr>
      </p:pic>
      <p:pic>
        <p:nvPicPr>
          <p:cNvPr id="3" name="Picture 2"/>
          <p:cNvPicPr>
            <a:picLocks noChangeAspect="1"/>
          </p:cNvPicPr>
          <p:nvPr/>
        </p:nvPicPr>
        <p:blipFill>
          <a:blip r:embed="rId3"/>
          <a:stretch>
            <a:fillRect/>
          </a:stretch>
        </p:blipFill>
        <p:spPr>
          <a:xfrm rot="16200000">
            <a:off x="5975698" y="353358"/>
            <a:ext cx="845893" cy="2469094"/>
          </a:xfrm>
          <a:prstGeom prst="rect">
            <a:avLst/>
          </a:prstGeom>
        </p:spPr>
      </p:pic>
      <p:sp>
        <p:nvSpPr>
          <p:cNvPr id="4" name="TextBox 3"/>
          <p:cNvSpPr txBox="1"/>
          <p:nvPr/>
        </p:nvSpPr>
        <p:spPr>
          <a:xfrm>
            <a:off x="750434" y="2224288"/>
            <a:ext cx="3195928" cy="2308324"/>
          </a:xfrm>
          <a:prstGeom prst="rect">
            <a:avLst/>
          </a:prstGeom>
          <a:noFill/>
          <a:ln w="19050">
            <a:solidFill>
              <a:srgbClr val="FF0000"/>
            </a:solidFill>
          </a:ln>
        </p:spPr>
        <p:txBody>
          <a:bodyPr wrap="square" rtlCol="0">
            <a:spAutoFit/>
          </a:bodyPr>
          <a:lstStyle/>
          <a:p>
            <a:r>
              <a:rPr lang="vi-VN" sz="1600" b="1" smtClean="0">
                <a:solidFill>
                  <a:srgbClr val="002060"/>
                </a:solidFill>
                <a:latin typeface="+mj-lt"/>
              </a:rPr>
              <a:t>+</a:t>
            </a:r>
            <a:r>
              <a:rPr lang="vi-VN" sz="1600" smtClean="0">
                <a:solidFill>
                  <a:srgbClr val="002060"/>
                </a:solidFill>
                <a:latin typeface="+mj-lt"/>
              </a:rPr>
              <a:t> Luôn </a:t>
            </a:r>
            <a:r>
              <a:rPr lang="vi-VN" sz="1600" b="1" smtClean="0">
                <a:solidFill>
                  <a:srgbClr val="002060"/>
                </a:solidFill>
                <a:latin typeface="+mj-lt"/>
              </a:rPr>
              <a:t>cố định</a:t>
            </a:r>
            <a:r>
              <a:rPr lang="vi-VN" sz="1600" smtClean="0">
                <a:solidFill>
                  <a:srgbClr val="002060"/>
                </a:solidFill>
                <a:latin typeface="+mj-lt"/>
              </a:rPr>
              <a:t> trạng thái nút </a:t>
            </a:r>
          </a:p>
          <a:p>
            <a:r>
              <a:rPr lang="vi-VN" sz="1600" b="1" smtClean="0">
                <a:solidFill>
                  <a:srgbClr val="002060"/>
                </a:solidFill>
                <a:latin typeface="+mj-lt"/>
                <a:sym typeface="Wingdings" panose="05000000000000000000" pitchFamily="2" charset="2"/>
              </a:rPr>
              <a:t> không cần biến trạng thái.</a:t>
            </a:r>
          </a:p>
          <a:p>
            <a:r>
              <a:rPr lang="vi-VN" sz="1600" b="1" smtClean="0">
                <a:solidFill>
                  <a:srgbClr val="002060"/>
                </a:solidFill>
                <a:latin typeface="+mj-lt"/>
                <a:sym typeface="Wingdings" panose="05000000000000000000" pitchFamily="2" charset="2"/>
              </a:rPr>
              <a:t>+ </a:t>
            </a:r>
            <a:r>
              <a:rPr lang="vi-VN" sz="1600" smtClean="0">
                <a:solidFill>
                  <a:srgbClr val="002060"/>
                </a:solidFill>
                <a:latin typeface="+mj-lt"/>
                <a:sym typeface="Wingdings" panose="05000000000000000000" pitchFamily="2" charset="2"/>
              </a:rPr>
              <a:t>Chủ yếu tồn tại hai chế độ: </a:t>
            </a:r>
            <a:r>
              <a:rPr lang="vi-VN" sz="1600" b="1" smtClean="0">
                <a:solidFill>
                  <a:srgbClr val="002060"/>
                </a:solidFill>
                <a:latin typeface="+mj-lt"/>
                <a:sym typeface="Wingdings" panose="05000000000000000000" pitchFamily="2" charset="2"/>
              </a:rPr>
              <a:t>đóng và mở </a:t>
            </a:r>
          </a:p>
          <a:p>
            <a:pPr marL="285750" indent="-285750">
              <a:buFont typeface="Wingdings" panose="05000000000000000000" pitchFamily="2" charset="2"/>
              <a:buChar char="à"/>
            </a:pPr>
            <a:r>
              <a:rPr lang="vi-VN" sz="1600" smtClean="0">
                <a:solidFill>
                  <a:srgbClr val="002060"/>
                </a:solidFill>
                <a:latin typeface="+mj-lt"/>
                <a:sym typeface="Wingdings" panose="05000000000000000000" pitchFamily="2" charset="2"/>
              </a:rPr>
              <a:t>Xử lý được hai công việc ứng</a:t>
            </a:r>
          </a:p>
          <a:p>
            <a:r>
              <a:rPr lang="vi-VN" sz="1600" smtClean="0">
                <a:solidFill>
                  <a:srgbClr val="002060"/>
                </a:solidFill>
                <a:latin typeface="+mj-lt"/>
                <a:sym typeface="Wingdings" panose="05000000000000000000" pitchFamily="2" charset="2"/>
              </a:rPr>
              <a:t>với trạng thái đóng và trạng thái mở.</a:t>
            </a:r>
          </a:p>
          <a:p>
            <a:endParaRPr lang="vi-VN" sz="1600" smtClean="0">
              <a:solidFill>
                <a:srgbClr val="002060"/>
              </a:solidFill>
              <a:latin typeface="+mj-lt"/>
              <a:sym typeface="Wingdings" panose="05000000000000000000" pitchFamily="2" charset="2"/>
            </a:endParaRPr>
          </a:p>
          <a:p>
            <a:r>
              <a:rPr lang="vi-VN" sz="1600" b="1" smtClean="0">
                <a:solidFill>
                  <a:srgbClr val="002060"/>
                </a:solidFill>
                <a:latin typeface="+mj-lt"/>
                <a:sym typeface="Wingdings" panose="05000000000000000000" pitchFamily="2" charset="2"/>
              </a:rPr>
              <a:t>+</a:t>
            </a:r>
            <a:r>
              <a:rPr lang="vi-VN" sz="1600" smtClean="0">
                <a:solidFill>
                  <a:srgbClr val="002060"/>
                </a:solidFill>
                <a:latin typeface="+mj-lt"/>
                <a:sym typeface="Wingdings" panose="05000000000000000000" pitchFamily="2" charset="2"/>
              </a:rPr>
              <a:t> Cách trạng thái thay đổi</a:t>
            </a:r>
            <a:r>
              <a:rPr lang="vi-VN" sz="1600" b="1" smtClean="0">
                <a:solidFill>
                  <a:srgbClr val="002060"/>
                </a:solidFill>
                <a:latin typeface="+mj-lt"/>
                <a:sym typeface="Wingdings" panose="05000000000000000000" pitchFamily="2" charset="2"/>
              </a:rPr>
              <a:t> không tuần tự</a:t>
            </a:r>
            <a:r>
              <a:rPr lang="vi-VN" sz="1600" smtClean="0">
                <a:solidFill>
                  <a:srgbClr val="002060"/>
                </a:solidFill>
                <a:latin typeface="+mj-lt"/>
                <a:sym typeface="Wingdings" panose="05000000000000000000" pitchFamily="2" charset="2"/>
              </a:rPr>
              <a:t> (đóng, mở).</a:t>
            </a:r>
            <a:endParaRPr lang="en-US" sz="1600">
              <a:solidFill>
                <a:srgbClr val="002060"/>
              </a:solidFill>
              <a:latin typeface="+mj-lt"/>
            </a:endParaRPr>
          </a:p>
        </p:txBody>
      </p:sp>
      <p:sp>
        <p:nvSpPr>
          <p:cNvPr id="21" name="TextBox 20"/>
          <p:cNvSpPr txBox="1"/>
          <p:nvPr/>
        </p:nvSpPr>
        <p:spPr>
          <a:xfrm>
            <a:off x="4625747" y="2224288"/>
            <a:ext cx="3545795" cy="2308324"/>
          </a:xfrm>
          <a:prstGeom prst="rect">
            <a:avLst/>
          </a:prstGeom>
          <a:noFill/>
          <a:ln w="19050">
            <a:solidFill>
              <a:srgbClr val="FF0000"/>
            </a:solidFill>
          </a:ln>
        </p:spPr>
        <p:txBody>
          <a:bodyPr wrap="square" rtlCol="0">
            <a:spAutoFit/>
          </a:bodyPr>
          <a:lstStyle/>
          <a:p>
            <a:r>
              <a:rPr lang="vi-VN" sz="1600" b="1" smtClean="0">
                <a:solidFill>
                  <a:srgbClr val="002060"/>
                </a:solidFill>
                <a:latin typeface="+mj-lt"/>
              </a:rPr>
              <a:t>+ Chỉ cố định </a:t>
            </a:r>
            <a:r>
              <a:rPr lang="vi-VN" sz="1600" smtClean="0">
                <a:solidFill>
                  <a:srgbClr val="002060"/>
                </a:solidFill>
                <a:latin typeface="+mj-lt"/>
              </a:rPr>
              <a:t>một trạng thái </a:t>
            </a:r>
            <a:r>
              <a:rPr lang="vi-VN" sz="1600" b="1" smtClean="0">
                <a:solidFill>
                  <a:srgbClr val="002060"/>
                </a:solidFill>
                <a:latin typeface="+mj-lt"/>
              </a:rPr>
              <a:t>thường hở </a:t>
            </a:r>
            <a:r>
              <a:rPr lang="vi-VN" sz="1600" smtClean="0">
                <a:solidFill>
                  <a:srgbClr val="002060"/>
                </a:solidFill>
                <a:latin typeface="+mj-lt"/>
                <a:sym typeface="Wingdings" panose="05000000000000000000" pitchFamily="2" charset="2"/>
              </a:rPr>
              <a:t> cần </a:t>
            </a:r>
            <a:r>
              <a:rPr lang="vi-VN" sz="1600" b="1" smtClean="0">
                <a:solidFill>
                  <a:srgbClr val="002060"/>
                </a:solidFill>
                <a:latin typeface="+mj-lt"/>
                <a:sym typeface="Wingdings" panose="05000000000000000000" pitchFamily="2" charset="2"/>
              </a:rPr>
              <a:t>biến</a:t>
            </a:r>
            <a:r>
              <a:rPr lang="vi-VN" sz="1600" smtClean="0">
                <a:solidFill>
                  <a:srgbClr val="002060"/>
                </a:solidFill>
                <a:latin typeface="+mj-lt"/>
                <a:sym typeface="Wingdings" panose="05000000000000000000" pitchFamily="2" charset="2"/>
              </a:rPr>
              <a:t> giữ lại trạng thái khi </a:t>
            </a:r>
            <a:r>
              <a:rPr lang="vi-VN" sz="1600" b="1" smtClean="0">
                <a:solidFill>
                  <a:srgbClr val="002060"/>
                </a:solidFill>
                <a:latin typeface="+mj-lt"/>
                <a:sym typeface="Wingdings" panose="05000000000000000000" pitchFamily="2" charset="2"/>
              </a:rPr>
              <a:t>đóng.</a:t>
            </a:r>
          </a:p>
          <a:p>
            <a:endParaRPr lang="vi-VN" sz="1600" smtClean="0">
              <a:solidFill>
                <a:srgbClr val="002060"/>
              </a:solidFill>
              <a:latin typeface="+mj-lt"/>
              <a:sym typeface="Wingdings" panose="05000000000000000000" pitchFamily="2" charset="2"/>
            </a:endParaRPr>
          </a:p>
          <a:p>
            <a:r>
              <a:rPr lang="vi-VN" sz="1600" b="1" smtClean="0">
                <a:solidFill>
                  <a:srgbClr val="002060"/>
                </a:solidFill>
                <a:latin typeface="+mj-lt"/>
                <a:sym typeface="Wingdings" panose="05000000000000000000" pitchFamily="2" charset="2"/>
              </a:rPr>
              <a:t>+ </a:t>
            </a:r>
            <a:r>
              <a:rPr lang="vi-VN" sz="1600" smtClean="0">
                <a:solidFill>
                  <a:srgbClr val="002060"/>
                </a:solidFill>
                <a:latin typeface="+mj-lt"/>
                <a:sym typeface="Wingdings" panose="05000000000000000000" pitchFamily="2" charset="2"/>
              </a:rPr>
              <a:t>Linh hoạt chế độ tùy vào sự tương quan giữa </a:t>
            </a:r>
            <a:r>
              <a:rPr lang="vi-VN" sz="1600" b="1" smtClean="0">
                <a:solidFill>
                  <a:srgbClr val="002060"/>
                </a:solidFill>
                <a:latin typeface="+mj-lt"/>
                <a:sym typeface="Wingdings" panose="05000000000000000000" pitchFamily="2" charset="2"/>
              </a:rPr>
              <a:t>số lần đóng mở</a:t>
            </a:r>
            <a:r>
              <a:rPr lang="vi-VN" sz="1600" smtClean="0">
                <a:solidFill>
                  <a:srgbClr val="002060"/>
                </a:solidFill>
                <a:latin typeface="+mj-lt"/>
                <a:sym typeface="Wingdings" panose="05000000000000000000" pitchFamily="2" charset="2"/>
              </a:rPr>
              <a:t>.</a:t>
            </a:r>
          </a:p>
          <a:p>
            <a:endParaRPr lang="vi-VN" sz="1600" smtClean="0">
              <a:solidFill>
                <a:srgbClr val="002060"/>
              </a:solidFill>
              <a:latin typeface="+mj-lt"/>
              <a:sym typeface="Wingdings" panose="05000000000000000000" pitchFamily="2" charset="2"/>
            </a:endParaRPr>
          </a:p>
          <a:p>
            <a:r>
              <a:rPr lang="vi-VN" sz="1600" b="1" smtClean="0">
                <a:solidFill>
                  <a:srgbClr val="002060"/>
                </a:solidFill>
                <a:latin typeface="+mj-lt"/>
                <a:sym typeface="Wingdings" panose="05000000000000000000" pitchFamily="2" charset="2"/>
              </a:rPr>
              <a:t>+ </a:t>
            </a:r>
            <a:r>
              <a:rPr lang="vi-VN" sz="1600" smtClean="0">
                <a:solidFill>
                  <a:srgbClr val="002060"/>
                </a:solidFill>
                <a:latin typeface="+mj-lt"/>
                <a:sym typeface="Wingdings" panose="05000000000000000000" pitchFamily="2" charset="2"/>
              </a:rPr>
              <a:t>Trạng thái được thay đổi tuần tự chỉ với công việc “</a:t>
            </a:r>
            <a:r>
              <a:rPr lang="vi-VN" sz="1600" b="1" smtClean="0">
                <a:solidFill>
                  <a:srgbClr val="002060"/>
                </a:solidFill>
                <a:latin typeface="+mj-lt"/>
                <a:sym typeface="Wingdings" panose="05000000000000000000" pitchFamily="2" charset="2"/>
              </a:rPr>
              <a:t>nhấn</a:t>
            </a:r>
            <a:r>
              <a:rPr lang="vi-VN" sz="1600" smtClean="0">
                <a:solidFill>
                  <a:srgbClr val="002060"/>
                </a:solidFill>
                <a:latin typeface="+mj-lt"/>
                <a:sym typeface="Wingdings" panose="05000000000000000000" pitchFamily="2" charset="2"/>
              </a:rPr>
              <a:t>”  </a:t>
            </a:r>
            <a:r>
              <a:rPr lang="vi-VN" sz="1600" b="1" smtClean="0">
                <a:solidFill>
                  <a:srgbClr val="002060"/>
                </a:solidFill>
                <a:latin typeface="+mj-lt"/>
                <a:sym typeface="Wingdings" panose="05000000000000000000" pitchFamily="2" charset="2"/>
              </a:rPr>
              <a:t>Chống đội</a:t>
            </a:r>
          </a:p>
          <a:p>
            <a:endParaRPr lang="en-US" sz="1600" b="1">
              <a:solidFill>
                <a:srgbClr val="002060"/>
              </a:solidFill>
              <a:latin typeface="+mj-lt"/>
            </a:endParaRPr>
          </a:p>
        </p:txBody>
      </p:sp>
      <p:sp>
        <p:nvSpPr>
          <p:cNvPr id="22" name="TextBox 21"/>
          <p:cNvSpPr txBox="1"/>
          <p:nvPr/>
        </p:nvSpPr>
        <p:spPr>
          <a:xfrm>
            <a:off x="496576" y="706110"/>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smtClean="0">
                <a:solidFill>
                  <a:srgbClr val="002060"/>
                </a:solidFill>
                <a:latin typeface="Times New Roman" panose="02020603050405020304" pitchFamily="18" charset="0"/>
                <a:ea typeface="+mn-ea"/>
                <a:cs typeface="+mn-cs"/>
              </a:rPr>
              <a:t>1. Tổng quan về Switch</a:t>
            </a:r>
            <a:endParaRPr lang="en-US" sz="2000" b="1" kern="1200" dirty="0">
              <a:solidFill>
                <a:srgbClr val="002060"/>
              </a:solidFill>
              <a:latin typeface="Calibri"/>
              <a:ea typeface="+mn-ea"/>
              <a:cs typeface="+mn-cs"/>
            </a:endParaRPr>
          </a:p>
        </p:txBody>
      </p:sp>
    </p:spTree>
    <p:extLst>
      <p:ext uri="{BB962C8B-B14F-4D97-AF65-F5344CB8AC3E}">
        <p14:creationId xmlns:p14="http://schemas.microsoft.com/office/powerpoint/2010/main" val="368791088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ppt_x"/>
                                          </p:val>
                                        </p:tav>
                                        <p:tav tm="100000">
                                          <p:val>
                                            <p:strVal val="#ppt_x"/>
                                          </p:val>
                                        </p:tav>
                                      </p:tavLst>
                                    </p:anim>
                                    <p:anim calcmode="lin" valueType="num">
                                      <p:cBhvr additive="base">
                                        <p:cTn id="13"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fade">
                                      <p:cBhvr>
                                        <p:cTn id="18" dur="1000"/>
                                        <p:tgtEl>
                                          <p:spTgt spid="3"/>
                                        </p:tgtEl>
                                      </p:cBhvr>
                                    </p:animEffect>
                                    <p:anim calcmode="lin" valueType="num">
                                      <p:cBhvr>
                                        <p:cTn id="19" dur="1000" fill="hold"/>
                                        <p:tgtEl>
                                          <p:spTgt spid="3"/>
                                        </p:tgtEl>
                                        <p:attrNameLst>
                                          <p:attrName>ppt_x</p:attrName>
                                        </p:attrNameLst>
                                      </p:cBhvr>
                                      <p:tavLst>
                                        <p:tav tm="0">
                                          <p:val>
                                            <p:strVal val="#ppt_x"/>
                                          </p:val>
                                        </p:tav>
                                        <p:tav tm="100000">
                                          <p:val>
                                            <p:strVal val="#ppt_x"/>
                                          </p:val>
                                        </p:tav>
                                      </p:tavLst>
                                    </p:anim>
                                    <p:anim calcmode="lin" valueType="num">
                                      <p:cBhvr>
                                        <p:cTn id="2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1" presetClass="entr" presetSubtype="1"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wheel(1)">
                                      <p:cBhvr>
                                        <p:cTn id="25" dur="2000"/>
                                        <p:tgtEl>
                                          <p:spTgt spid="4"/>
                                        </p:tgtEl>
                                      </p:cBhvr>
                                    </p:animEffect>
                                  </p:childTnLst>
                                </p:cTn>
                              </p:par>
                            </p:childTnLst>
                          </p:cTn>
                        </p:par>
                      </p:childTnLst>
                    </p:cTn>
                  </p:par>
                  <p:par>
                    <p:cTn id="26" fill="hold">
                      <p:stCondLst>
                        <p:cond delay="indefinite"/>
                      </p:stCondLst>
                      <p:childTnLst>
                        <p:par>
                          <p:cTn id="27" fill="hold">
                            <p:stCondLst>
                              <p:cond delay="0"/>
                            </p:stCondLst>
                            <p:childTnLst>
                              <p:par>
                                <p:cTn id="28" presetID="31" presetClass="entr" presetSubtype="0" fill="hold" grpId="0" nodeType="click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p:cTn id="30" dur="1000" fill="hold"/>
                                        <p:tgtEl>
                                          <p:spTgt spid="21"/>
                                        </p:tgtEl>
                                        <p:attrNameLst>
                                          <p:attrName>ppt_w</p:attrName>
                                        </p:attrNameLst>
                                      </p:cBhvr>
                                      <p:tavLst>
                                        <p:tav tm="0">
                                          <p:val>
                                            <p:fltVal val="0"/>
                                          </p:val>
                                        </p:tav>
                                        <p:tav tm="100000">
                                          <p:val>
                                            <p:strVal val="#ppt_w"/>
                                          </p:val>
                                        </p:tav>
                                      </p:tavLst>
                                    </p:anim>
                                    <p:anim calcmode="lin" valueType="num">
                                      <p:cBhvr>
                                        <p:cTn id="31" dur="1000" fill="hold"/>
                                        <p:tgtEl>
                                          <p:spTgt spid="21"/>
                                        </p:tgtEl>
                                        <p:attrNameLst>
                                          <p:attrName>ppt_h</p:attrName>
                                        </p:attrNameLst>
                                      </p:cBhvr>
                                      <p:tavLst>
                                        <p:tav tm="0">
                                          <p:val>
                                            <p:fltVal val="0"/>
                                          </p:val>
                                        </p:tav>
                                        <p:tav tm="100000">
                                          <p:val>
                                            <p:strVal val="#ppt_h"/>
                                          </p:val>
                                        </p:tav>
                                      </p:tavLst>
                                    </p:anim>
                                    <p:anim calcmode="lin" valueType="num">
                                      <p:cBhvr>
                                        <p:cTn id="32" dur="1000" fill="hold"/>
                                        <p:tgtEl>
                                          <p:spTgt spid="21"/>
                                        </p:tgtEl>
                                        <p:attrNameLst>
                                          <p:attrName>style.rotation</p:attrName>
                                        </p:attrNameLst>
                                      </p:cBhvr>
                                      <p:tavLst>
                                        <p:tav tm="0">
                                          <p:val>
                                            <p:fltVal val="90"/>
                                          </p:val>
                                        </p:tav>
                                        <p:tav tm="100000">
                                          <p:val>
                                            <p:fltVal val="0"/>
                                          </p:val>
                                        </p:tav>
                                      </p:tavLst>
                                    </p:anim>
                                    <p:animEffect transition="in" filter="fade">
                                      <p:cBhvr>
                                        <p:cTn id="33" dur="1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1" grpId="0" animBg="1"/>
      <p:bldP spid="2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
        <p:nvSpPr>
          <p:cNvPr id="12" name="AutoShape 12"/>
          <p:cNvSpPr/>
          <p:nvPr/>
        </p:nvSpPr>
        <p:spPr>
          <a:xfrm>
            <a:off x="8607666" y="-105689"/>
            <a:ext cx="650830" cy="975004"/>
          </a:xfrm>
          <a:prstGeom prst="rect">
            <a:avLst/>
          </a:prstGeom>
          <a:solidFill>
            <a:srgbClr val="04383F"/>
          </a:solidFill>
        </p:spPr>
      </p:sp>
      <p:sp>
        <p:nvSpPr>
          <p:cNvPr id="13" name="AutoShape 13"/>
          <p:cNvSpPr/>
          <p:nvPr/>
        </p:nvSpPr>
        <p:spPr>
          <a:xfrm>
            <a:off x="1408682" y="545703"/>
            <a:ext cx="7883480" cy="62707"/>
          </a:xfrm>
          <a:prstGeom prst="rect">
            <a:avLst/>
          </a:prstGeom>
          <a:solidFill>
            <a:srgbClr val="318F9A"/>
          </a:solidFill>
        </p:spPr>
      </p:sp>
      <p:sp>
        <p:nvSpPr>
          <p:cNvPr id="15" name="AutoShape 15"/>
          <p:cNvSpPr/>
          <p:nvPr/>
        </p:nvSpPr>
        <p:spPr>
          <a:xfrm>
            <a:off x="238396" y="1220943"/>
            <a:ext cx="59543" cy="4114800"/>
          </a:xfrm>
          <a:prstGeom prst="rect">
            <a:avLst/>
          </a:prstGeom>
          <a:solidFill>
            <a:srgbClr val="318F9A"/>
          </a:solidFill>
        </p:spPr>
      </p:sp>
      <p:grpSp>
        <p:nvGrpSpPr>
          <p:cNvPr id="16" name="Group 16"/>
          <p:cNvGrpSpPr/>
          <p:nvPr/>
        </p:nvGrpSpPr>
        <p:grpSpPr>
          <a:xfrm rot="3994440">
            <a:off x="293404" y="45406"/>
            <a:ext cx="537734" cy="537734"/>
            <a:chOff x="0" y="0"/>
            <a:chExt cx="6350000" cy="6350000"/>
          </a:xfrm>
        </p:grpSpPr>
        <p:sp>
          <p:nvSpPr>
            <p:cNvPr id="17" name="Freeform 17"/>
            <p:cNvSpPr/>
            <p:nvPr/>
          </p:nvSpPr>
          <p:spPr>
            <a:xfrm>
              <a:off x="14167" y="0"/>
              <a:ext cx="6321665" cy="6350000"/>
            </a:xfrm>
            <a:custGeom>
              <a:avLst/>
              <a:gdLst/>
              <a:ahLst/>
              <a:cxnLst/>
              <a:rect l="l" t="t" r="r" b="b"/>
              <a:pathLst>
                <a:path w="6321665" h="6350000">
                  <a:moveTo>
                    <a:pt x="3160833" y="0"/>
                  </a:moveTo>
                  <a:lnTo>
                    <a:pt x="3160833" y="0"/>
                  </a:lnTo>
                  <a:cubicBezTo>
                    <a:pt x="4908795" y="7817"/>
                    <a:pt x="6321666" y="1427021"/>
                    <a:pt x="6321666" y="3175000"/>
                  </a:cubicBezTo>
                  <a:cubicBezTo>
                    <a:pt x="6321666" y="4922979"/>
                    <a:pt x="4908795" y="6342183"/>
                    <a:pt x="3160833" y="6350000"/>
                  </a:cubicBezTo>
                  <a:cubicBezTo>
                    <a:pt x="1412871" y="6342183"/>
                    <a:pt x="0" y="4922979"/>
                    <a:pt x="0" y="3175000"/>
                  </a:cubicBezTo>
                  <a:cubicBezTo>
                    <a:pt x="0" y="1427021"/>
                    <a:pt x="1412871" y="7817"/>
                    <a:pt x="3160833" y="0"/>
                  </a:cubicBezTo>
                  <a:close/>
                </a:path>
              </a:pathLst>
            </a:custGeom>
            <a:solidFill>
              <a:srgbClr val="04383F"/>
            </a:solidFill>
          </p:spPr>
        </p:sp>
      </p:grpSp>
      <p:grpSp>
        <p:nvGrpSpPr>
          <p:cNvPr id="18" name="Group 18"/>
          <p:cNvGrpSpPr>
            <a:grpSpLocks noChangeAspect="1"/>
          </p:cNvGrpSpPr>
          <p:nvPr/>
        </p:nvGrpSpPr>
        <p:grpSpPr>
          <a:xfrm rot="3994440">
            <a:off x="549965" y="283507"/>
            <a:ext cx="338828" cy="338828"/>
            <a:chOff x="-2540" y="-2540"/>
            <a:chExt cx="6355080" cy="6355080"/>
          </a:xfrm>
        </p:grpSpPr>
        <p:sp>
          <p:nvSpPr>
            <p:cNvPr id="19" name="Freeform 19"/>
            <p:cNvSpPr/>
            <p:nvPr/>
          </p:nvSpPr>
          <p:spPr>
            <a:xfrm>
              <a:off x="-2540" y="-2540"/>
              <a:ext cx="6355080" cy="6355080"/>
            </a:xfrm>
            <a:custGeom>
              <a:avLst/>
              <a:gdLst/>
              <a:ahLst/>
              <a:cxnLst/>
              <a:rect l="l" t="t" r="r" b="b"/>
              <a:pathLst>
                <a:path w="6355080" h="6355080">
                  <a:moveTo>
                    <a:pt x="3177540" y="6355080"/>
                  </a:moveTo>
                  <a:cubicBezTo>
                    <a:pt x="2329180" y="6355080"/>
                    <a:pt x="1530350" y="6024880"/>
                    <a:pt x="930910" y="5424170"/>
                  </a:cubicBezTo>
                  <a:cubicBezTo>
                    <a:pt x="330200" y="4824730"/>
                    <a:pt x="0" y="4025900"/>
                    <a:pt x="0" y="3177540"/>
                  </a:cubicBezTo>
                  <a:cubicBezTo>
                    <a:pt x="0" y="2329180"/>
                    <a:pt x="330200" y="1530350"/>
                    <a:pt x="930910" y="930910"/>
                  </a:cubicBezTo>
                  <a:cubicBezTo>
                    <a:pt x="1530350" y="330200"/>
                    <a:pt x="2329180" y="0"/>
                    <a:pt x="3177540" y="0"/>
                  </a:cubicBezTo>
                  <a:cubicBezTo>
                    <a:pt x="4025900" y="0"/>
                    <a:pt x="4824730" y="330200"/>
                    <a:pt x="5424170" y="930910"/>
                  </a:cubicBezTo>
                  <a:cubicBezTo>
                    <a:pt x="6024880" y="1531620"/>
                    <a:pt x="6355080" y="2329180"/>
                    <a:pt x="6355080" y="3177540"/>
                  </a:cubicBezTo>
                  <a:cubicBezTo>
                    <a:pt x="6355080" y="4025900"/>
                    <a:pt x="6024880" y="4824730"/>
                    <a:pt x="5424170" y="5424170"/>
                  </a:cubicBezTo>
                  <a:cubicBezTo>
                    <a:pt x="4824730" y="6024880"/>
                    <a:pt x="4025900" y="6355080"/>
                    <a:pt x="3177540" y="6355080"/>
                  </a:cubicBezTo>
                  <a:close/>
                  <a:moveTo>
                    <a:pt x="3177540" y="190500"/>
                  </a:moveTo>
                  <a:cubicBezTo>
                    <a:pt x="2379980" y="190500"/>
                    <a:pt x="1629410" y="501650"/>
                    <a:pt x="1065530" y="1065530"/>
                  </a:cubicBezTo>
                  <a:cubicBezTo>
                    <a:pt x="501650" y="1629410"/>
                    <a:pt x="190500" y="2379980"/>
                    <a:pt x="190500" y="3177540"/>
                  </a:cubicBezTo>
                  <a:cubicBezTo>
                    <a:pt x="190500" y="3975100"/>
                    <a:pt x="501650" y="4725670"/>
                    <a:pt x="1065530" y="5289550"/>
                  </a:cubicBezTo>
                  <a:cubicBezTo>
                    <a:pt x="1629410" y="5853430"/>
                    <a:pt x="2379980" y="6164580"/>
                    <a:pt x="3177540" y="6164580"/>
                  </a:cubicBezTo>
                  <a:cubicBezTo>
                    <a:pt x="3975100" y="6164580"/>
                    <a:pt x="4725670" y="5853430"/>
                    <a:pt x="5289550" y="5289550"/>
                  </a:cubicBezTo>
                  <a:cubicBezTo>
                    <a:pt x="5853430" y="4725670"/>
                    <a:pt x="6164580" y="3975100"/>
                    <a:pt x="6164580" y="3177540"/>
                  </a:cubicBezTo>
                  <a:cubicBezTo>
                    <a:pt x="6164580" y="2379980"/>
                    <a:pt x="5853430" y="1629410"/>
                    <a:pt x="5289550" y="1065530"/>
                  </a:cubicBezTo>
                  <a:cubicBezTo>
                    <a:pt x="4725670" y="501650"/>
                    <a:pt x="3975100" y="190500"/>
                    <a:pt x="3177540" y="190500"/>
                  </a:cubicBezTo>
                  <a:close/>
                </a:path>
              </a:pathLst>
            </a:custGeom>
            <a:solidFill>
              <a:srgbClr val="318F9A"/>
            </a:solidFill>
          </p:spPr>
        </p:sp>
      </p:grpSp>
      <p:sp>
        <p:nvSpPr>
          <p:cNvPr id="20" name="TextBox 19"/>
          <p:cNvSpPr txBox="1"/>
          <p:nvPr/>
        </p:nvSpPr>
        <p:spPr>
          <a:xfrm>
            <a:off x="2036981" y="114816"/>
            <a:ext cx="6896100" cy="430887"/>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200" b="1" kern="1200">
                <a:solidFill>
                  <a:srgbClr val="002060"/>
                </a:solidFill>
                <a:latin typeface="Times New Roman" panose="02020603050405020304" pitchFamily="18" charset="0"/>
                <a:ea typeface="+mn-ea"/>
                <a:cs typeface="+mn-cs"/>
              </a:rPr>
              <a:t> </a:t>
            </a:r>
            <a:r>
              <a:rPr lang="vi-VN" sz="2200" b="1" kern="1200" smtClean="0">
                <a:solidFill>
                  <a:srgbClr val="C00000"/>
                </a:solidFill>
                <a:latin typeface="Times New Roman" panose="02020603050405020304" pitchFamily="18" charset="0"/>
                <a:ea typeface="+mn-ea"/>
                <a:cs typeface="+mn-cs"/>
              </a:rPr>
              <a:t>II: GIAO TIẾP NÚT GẠT - SWITCH</a:t>
            </a:r>
            <a:endParaRPr lang="en-US" sz="2200" b="1" kern="1200" dirty="0">
              <a:solidFill>
                <a:srgbClr val="C00000"/>
              </a:solidFill>
              <a:latin typeface="Calibri"/>
              <a:ea typeface="+mn-ea"/>
              <a:cs typeface="+mn-cs"/>
            </a:endParaRPr>
          </a:p>
        </p:txBody>
      </p:sp>
      <p:pic>
        <p:nvPicPr>
          <p:cNvPr id="2" name="Picture 1"/>
          <p:cNvPicPr>
            <a:picLocks noChangeAspect="1"/>
          </p:cNvPicPr>
          <p:nvPr/>
        </p:nvPicPr>
        <p:blipFill>
          <a:blip r:embed="rId2"/>
          <a:stretch>
            <a:fillRect/>
          </a:stretch>
        </p:blipFill>
        <p:spPr>
          <a:xfrm>
            <a:off x="7594127" y="1730395"/>
            <a:ext cx="1195453" cy="2783818"/>
          </a:xfrm>
          <a:prstGeom prst="rect">
            <a:avLst/>
          </a:prstGeom>
        </p:spPr>
      </p:pic>
      <p:sp>
        <p:nvSpPr>
          <p:cNvPr id="4" name="TextBox 3"/>
          <p:cNvSpPr txBox="1"/>
          <p:nvPr/>
        </p:nvSpPr>
        <p:spPr>
          <a:xfrm>
            <a:off x="543628" y="1121023"/>
            <a:ext cx="6885804" cy="1077218"/>
          </a:xfrm>
          <a:prstGeom prst="rect">
            <a:avLst/>
          </a:prstGeom>
          <a:noFill/>
          <a:ln w="19050">
            <a:solidFill>
              <a:srgbClr val="FF0000"/>
            </a:solidFill>
          </a:ln>
        </p:spPr>
        <p:txBody>
          <a:bodyPr wrap="square" rtlCol="0">
            <a:spAutoFit/>
          </a:bodyPr>
          <a:lstStyle/>
          <a:p>
            <a:pPr marL="285750" indent="-285750">
              <a:buFont typeface="Wingdings" panose="05000000000000000000" pitchFamily="2" charset="2"/>
              <a:buChar char="à"/>
            </a:pPr>
            <a:r>
              <a:rPr lang="vi-VN" sz="1600" smtClean="0">
                <a:solidFill>
                  <a:srgbClr val="002060"/>
                </a:solidFill>
                <a:latin typeface="+mj-lt"/>
                <a:sym typeface="Wingdings" panose="05000000000000000000" pitchFamily="2" charset="2"/>
              </a:rPr>
              <a:t>Chính vì SW luôn cố định trạng thái nên ta chỉ cần đọc trạng thái của SW về và thực hiện ngay nhiệm vụ khi nó đóng (0) hoặc mở (1) với lệnh </a:t>
            </a:r>
            <a:r>
              <a:rPr lang="vi-VN" sz="1600" b="1" smtClean="0">
                <a:solidFill>
                  <a:srgbClr val="002060"/>
                </a:solidFill>
                <a:latin typeface="+mj-lt"/>
                <a:sym typeface="Wingdings" panose="05000000000000000000" pitchFamily="2" charset="2"/>
              </a:rPr>
              <a:t>INPUT(PIN_XY); </a:t>
            </a:r>
          </a:p>
          <a:p>
            <a:r>
              <a:rPr lang="vi-VN" sz="1600" b="1" smtClean="0">
                <a:solidFill>
                  <a:srgbClr val="002060"/>
                </a:solidFill>
                <a:latin typeface="+mj-lt"/>
                <a:sym typeface="Wingdings" panose="05000000000000000000" pitchFamily="2" charset="2"/>
              </a:rPr>
              <a:t>+ </a:t>
            </a:r>
            <a:r>
              <a:rPr lang="vi-VN" sz="1600" smtClean="0">
                <a:solidFill>
                  <a:srgbClr val="002060"/>
                </a:solidFill>
                <a:latin typeface="+mj-lt"/>
                <a:sym typeface="Wingdings" panose="05000000000000000000" pitchFamily="2" charset="2"/>
              </a:rPr>
              <a:t>Nếu cần đọc mức logic của cả 8 PIN hay 1 port, ta có lệnh: </a:t>
            </a:r>
            <a:r>
              <a:rPr lang="vi-VN" sz="1600" b="1" smtClean="0">
                <a:solidFill>
                  <a:srgbClr val="002060"/>
                </a:solidFill>
                <a:latin typeface="+mj-lt"/>
                <a:sym typeface="Wingdings" panose="05000000000000000000" pitchFamily="2" charset="2"/>
              </a:rPr>
              <a:t>INPUT_X();</a:t>
            </a:r>
            <a:endParaRPr lang="en-US" sz="1600" b="1">
              <a:solidFill>
                <a:srgbClr val="002060"/>
              </a:solidFill>
              <a:latin typeface="+mj-lt"/>
            </a:endParaRPr>
          </a:p>
        </p:txBody>
      </p:sp>
      <p:sp>
        <p:nvSpPr>
          <p:cNvPr id="22" name="TextBox 21"/>
          <p:cNvSpPr txBox="1"/>
          <p:nvPr/>
        </p:nvSpPr>
        <p:spPr>
          <a:xfrm>
            <a:off x="496576" y="648643"/>
            <a:ext cx="6896100" cy="400110"/>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2000" b="1" kern="1200">
                <a:solidFill>
                  <a:srgbClr val="002060"/>
                </a:solidFill>
                <a:latin typeface="Times New Roman" panose="02020603050405020304" pitchFamily="18" charset="0"/>
                <a:ea typeface="+mn-ea"/>
                <a:cs typeface="+mn-cs"/>
              </a:rPr>
              <a:t>2</a:t>
            </a:r>
            <a:r>
              <a:rPr lang="vi-VN" sz="2000" b="1" kern="1200" smtClean="0">
                <a:solidFill>
                  <a:srgbClr val="002060"/>
                </a:solidFill>
                <a:latin typeface="Times New Roman" panose="02020603050405020304" pitchFamily="18" charset="0"/>
                <a:ea typeface="+mn-ea"/>
                <a:cs typeface="+mn-cs"/>
              </a:rPr>
              <a:t>. Câu lệnh giao tiếp</a:t>
            </a:r>
            <a:endParaRPr lang="en-US" sz="2000" b="1" kern="1200" dirty="0">
              <a:solidFill>
                <a:srgbClr val="002060"/>
              </a:solidFill>
              <a:latin typeface="Calibri"/>
              <a:ea typeface="+mn-ea"/>
              <a:cs typeface="+mn-cs"/>
            </a:endParaRPr>
          </a:p>
        </p:txBody>
      </p:sp>
      <p:sp>
        <p:nvSpPr>
          <p:cNvPr id="23" name="TextBox 22"/>
          <p:cNvSpPr txBox="1"/>
          <p:nvPr/>
        </p:nvSpPr>
        <p:spPr>
          <a:xfrm>
            <a:off x="436257" y="2226474"/>
            <a:ext cx="6896100" cy="2862322"/>
          </a:xfrm>
          <a:prstGeom prst="rect">
            <a:avLst/>
          </a:prstGeom>
          <a:noFill/>
        </p:spPr>
        <p:txBody>
          <a:bodyPr wrap="square" rtlCol="0">
            <a:spAutoFit/>
            <a:scene3d>
              <a:camera prst="orthographicFront"/>
              <a:lightRig rig="threePt" dir="t"/>
            </a:scene3d>
            <a:sp3d extrusionH="57150">
              <a:bevelT w="69850" h="69850" prst="divot"/>
              <a:bevelB w="69850" h="69850" prst="divot"/>
            </a:sp3d>
          </a:bodyPr>
          <a:lstStyle/>
          <a:p>
            <a:pPr defTabSz="457200">
              <a:buClrTx/>
            </a:pPr>
            <a:r>
              <a:rPr lang="vi-VN" sz="1600" b="1" kern="1200" smtClean="0">
                <a:solidFill>
                  <a:srgbClr val="FF0000"/>
                </a:solidFill>
                <a:latin typeface="Times New Roman" panose="02020603050405020304" pitchFamily="18" charset="0"/>
                <a:ea typeface="+mn-ea"/>
                <a:cs typeface="+mn-cs"/>
              </a:rPr>
              <a:t>Ví dụ:</a:t>
            </a:r>
          </a:p>
          <a:p>
            <a:pPr defTabSz="457200">
              <a:buClrTx/>
            </a:pPr>
            <a:r>
              <a:rPr lang="vi-VN" sz="1600" b="1" kern="1200">
                <a:solidFill>
                  <a:srgbClr val="002060"/>
                </a:solidFill>
                <a:latin typeface="Times New Roman" panose="02020603050405020304" pitchFamily="18" charset="0"/>
                <a:ea typeface="+mn-ea"/>
                <a:cs typeface="+mn-cs"/>
              </a:rPr>
              <a:t> </a:t>
            </a:r>
            <a:r>
              <a:rPr lang="en-US" sz="1600" kern="1200">
                <a:solidFill>
                  <a:srgbClr val="002060"/>
                </a:solidFill>
                <a:latin typeface="Times New Roman" panose="02020603050405020304" pitchFamily="18" charset="0"/>
                <a:ea typeface="+mn-ea"/>
                <a:cs typeface="+mn-cs"/>
              </a:rPr>
              <a:t>	</a:t>
            </a:r>
            <a:r>
              <a:rPr lang="en-US" sz="1600" i="1" kern="1200" smtClean="0">
                <a:solidFill>
                  <a:srgbClr val="002060"/>
                </a:solidFill>
                <a:latin typeface="Times New Roman" panose="02020603050405020304" pitchFamily="18" charset="0"/>
                <a:ea typeface="+mn-ea"/>
                <a:cs typeface="+mn-cs"/>
              </a:rPr>
              <a:t>#DEFINE  SW  PIN_D0</a:t>
            </a:r>
          </a:p>
          <a:p>
            <a:pPr defTabSz="457200">
              <a:buClrTx/>
            </a:pPr>
            <a:r>
              <a:rPr lang="en-US" sz="1600" b="1" i="1" kern="1200">
                <a:solidFill>
                  <a:srgbClr val="002060"/>
                </a:solidFill>
                <a:latin typeface="Times New Roman" panose="02020603050405020304" pitchFamily="18" charset="0"/>
                <a:ea typeface="+mn-ea"/>
                <a:cs typeface="+mn-cs"/>
              </a:rPr>
              <a:t>	</a:t>
            </a:r>
            <a:r>
              <a:rPr lang="en-US" sz="1600" b="1" i="1" kern="1200" smtClean="0">
                <a:solidFill>
                  <a:srgbClr val="002060"/>
                </a:solidFill>
                <a:latin typeface="Times New Roman" panose="02020603050405020304" pitchFamily="18" charset="0"/>
                <a:ea typeface="+mn-ea"/>
                <a:cs typeface="+mn-cs"/>
              </a:rPr>
              <a:t> ………………………</a:t>
            </a:r>
          </a:p>
          <a:p>
            <a:pPr defTabSz="457200">
              <a:buClrTx/>
            </a:pPr>
            <a:r>
              <a:rPr lang="en-US" sz="1600" b="1" i="1" kern="1200">
                <a:solidFill>
                  <a:srgbClr val="002060"/>
                </a:solidFill>
                <a:latin typeface="Times New Roman" panose="02020603050405020304" pitchFamily="18" charset="0"/>
                <a:ea typeface="+mn-ea"/>
                <a:cs typeface="+mn-cs"/>
              </a:rPr>
              <a:t>	</a:t>
            </a:r>
            <a:r>
              <a:rPr lang="en-US" sz="1600" i="1" kern="1200" smtClean="0">
                <a:solidFill>
                  <a:srgbClr val="002060"/>
                </a:solidFill>
                <a:latin typeface="Times New Roman" panose="02020603050405020304" pitchFamily="18" charset="0"/>
                <a:ea typeface="+mn-ea"/>
                <a:cs typeface="+mn-cs"/>
              </a:rPr>
              <a:t>WHILE(TRUE)</a:t>
            </a:r>
          </a:p>
          <a:p>
            <a:pPr defTabSz="457200">
              <a:buClrTx/>
            </a:pPr>
            <a:r>
              <a:rPr lang="en-US" sz="1600" b="1" i="1" kern="1200" smtClean="0">
                <a:solidFill>
                  <a:srgbClr val="002060"/>
                </a:solidFill>
                <a:latin typeface="Times New Roman" panose="02020603050405020304" pitchFamily="18" charset="0"/>
                <a:ea typeface="+mn-ea"/>
                <a:cs typeface="+mn-cs"/>
              </a:rPr>
              <a:t>{</a:t>
            </a:r>
          </a:p>
          <a:p>
            <a:pPr defTabSz="457200">
              <a:buClrTx/>
            </a:pPr>
            <a:r>
              <a:rPr lang="en-US" sz="1600" b="1" i="1" kern="1200">
                <a:solidFill>
                  <a:srgbClr val="002060"/>
                </a:solidFill>
                <a:latin typeface="Times New Roman" panose="02020603050405020304" pitchFamily="18" charset="0"/>
                <a:ea typeface="+mn-ea"/>
                <a:cs typeface="+mn-cs"/>
              </a:rPr>
              <a:t>	</a:t>
            </a:r>
            <a:r>
              <a:rPr lang="en-US" b="1" i="1" kern="1200" smtClean="0">
                <a:solidFill>
                  <a:srgbClr val="002060"/>
                </a:solidFill>
                <a:latin typeface="Times New Roman" panose="02020603050405020304" pitchFamily="18" charset="0"/>
                <a:ea typeface="+mn-ea"/>
                <a:cs typeface="+mn-cs"/>
              </a:rPr>
              <a:t>IF(!INPUT(SW))</a:t>
            </a:r>
          </a:p>
          <a:p>
            <a:pPr defTabSz="457200">
              <a:buClrTx/>
            </a:pPr>
            <a:r>
              <a:rPr lang="en-US" b="1" i="1" kern="1200" smtClean="0">
                <a:solidFill>
                  <a:srgbClr val="002060"/>
                </a:solidFill>
                <a:latin typeface="Times New Roman" panose="02020603050405020304" pitchFamily="18" charset="0"/>
                <a:ea typeface="+mn-ea"/>
                <a:cs typeface="+mn-cs"/>
              </a:rPr>
              <a:t>                {</a:t>
            </a:r>
          </a:p>
          <a:p>
            <a:pPr defTabSz="457200">
              <a:buClrTx/>
            </a:pPr>
            <a:r>
              <a:rPr lang="en-US" b="1" i="1" kern="1200" smtClean="0">
                <a:solidFill>
                  <a:srgbClr val="002060"/>
                </a:solidFill>
                <a:latin typeface="Times New Roman" panose="02020603050405020304" pitchFamily="18" charset="0"/>
                <a:ea typeface="+mn-ea"/>
                <a:cs typeface="+mn-cs"/>
              </a:rPr>
              <a:t> </a:t>
            </a:r>
            <a:r>
              <a:rPr lang="en-US" b="1" i="1" kern="1200">
                <a:solidFill>
                  <a:srgbClr val="002060"/>
                </a:solidFill>
                <a:latin typeface="Times New Roman" panose="02020603050405020304" pitchFamily="18" charset="0"/>
                <a:ea typeface="+mn-ea"/>
                <a:cs typeface="+mn-cs"/>
              </a:rPr>
              <a:t>	</a:t>
            </a:r>
            <a:r>
              <a:rPr lang="en-US" b="1" i="1" kern="1200" smtClean="0">
                <a:solidFill>
                  <a:srgbClr val="002060"/>
                </a:solidFill>
                <a:latin typeface="Times New Roman" panose="02020603050405020304" pitchFamily="18" charset="0"/>
                <a:ea typeface="+mn-ea"/>
                <a:cs typeface="+mn-cs"/>
              </a:rPr>
              <a:t>	IF(COUNT == 59)      </a:t>
            </a:r>
            <a:r>
              <a:rPr lang="vi-VN" b="1" i="1" kern="1200" smtClean="0">
                <a:solidFill>
                  <a:srgbClr val="002060"/>
                </a:solidFill>
                <a:latin typeface="Times New Roman" panose="02020603050405020304" pitchFamily="18" charset="0"/>
                <a:ea typeface="+mn-ea"/>
                <a:cs typeface="+mn-cs"/>
              </a:rPr>
              <a:t> </a:t>
            </a:r>
            <a:r>
              <a:rPr lang="en-US" b="1" i="1" kern="1200" smtClean="0">
                <a:solidFill>
                  <a:srgbClr val="002060"/>
                </a:solidFill>
                <a:latin typeface="Times New Roman" panose="02020603050405020304" pitchFamily="18" charset="0"/>
                <a:ea typeface="+mn-ea"/>
                <a:cs typeface="+mn-cs"/>
              </a:rPr>
              <a:t> COUNT = 0;</a:t>
            </a:r>
          </a:p>
          <a:p>
            <a:pPr defTabSz="457200">
              <a:buClrTx/>
            </a:pPr>
            <a:r>
              <a:rPr lang="en-US" b="1" i="1" kern="1200" smtClean="0">
                <a:solidFill>
                  <a:srgbClr val="002060"/>
                </a:solidFill>
                <a:latin typeface="Times New Roman" panose="02020603050405020304" pitchFamily="18" charset="0"/>
                <a:ea typeface="+mn-ea"/>
                <a:cs typeface="+mn-cs"/>
              </a:rPr>
              <a:t>    </a:t>
            </a:r>
            <a:r>
              <a:rPr lang="vi-VN" b="1" i="1" kern="1200" smtClean="0">
                <a:solidFill>
                  <a:srgbClr val="002060"/>
                </a:solidFill>
                <a:latin typeface="Times New Roman" panose="02020603050405020304" pitchFamily="18" charset="0"/>
                <a:ea typeface="+mn-ea"/>
                <a:cs typeface="+mn-cs"/>
              </a:rPr>
              <a:t>  </a:t>
            </a:r>
            <a:r>
              <a:rPr lang="en-US" b="1" i="1" kern="1200" smtClean="0">
                <a:solidFill>
                  <a:srgbClr val="002060"/>
                </a:solidFill>
                <a:latin typeface="Times New Roman" panose="02020603050405020304" pitchFamily="18" charset="0"/>
                <a:ea typeface="+mn-ea"/>
                <a:cs typeface="+mn-cs"/>
              </a:rPr>
              <a:t>ELSE 				        COUNT ++ ;</a:t>
            </a:r>
          </a:p>
          <a:p>
            <a:pPr defTabSz="457200">
              <a:buClrTx/>
            </a:pPr>
            <a:r>
              <a:rPr lang="en-US" b="1" i="1" kern="1200" smtClean="0">
                <a:solidFill>
                  <a:srgbClr val="002060"/>
                </a:solidFill>
                <a:latin typeface="Times New Roman" panose="02020603050405020304" pitchFamily="18" charset="0"/>
                <a:ea typeface="+mn-ea"/>
                <a:cs typeface="+mn-cs"/>
              </a:rPr>
              <a:t>                   }</a:t>
            </a:r>
          </a:p>
          <a:p>
            <a:pPr defTabSz="457200">
              <a:buClrTx/>
            </a:pPr>
            <a:r>
              <a:rPr lang="en-US" b="1" i="1" kern="1200" smtClean="0">
                <a:solidFill>
                  <a:srgbClr val="002060"/>
                </a:solidFill>
                <a:latin typeface="Times New Roman" panose="02020603050405020304" pitchFamily="18" charset="0"/>
                <a:ea typeface="+mn-ea"/>
                <a:cs typeface="+mn-cs"/>
              </a:rPr>
              <a:t>       ELSE 				</a:t>
            </a:r>
            <a:r>
              <a:rPr lang="vi-VN" b="1" i="1" kern="1200" smtClean="0">
                <a:solidFill>
                  <a:srgbClr val="002060"/>
                </a:solidFill>
                <a:latin typeface="Times New Roman" panose="02020603050405020304" pitchFamily="18" charset="0"/>
                <a:ea typeface="+mn-ea"/>
                <a:cs typeface="+mn-cs"/>
              </a:rPr>
              <a:t>         </a:t>
            </a:r>
            <a:r>
              <a:rPr lang="en-US" b="1" i="1" kern="1200" smtClean="0">
                <a:solidFill>
                  <a:srgbClr val="002060"/>
                </a:solidFill>
                <a:latin typeface="Times New Roman" panose="02020603050405020304" pitchFamily="18" charset="0"/>
                <a:ea typeface="+mn-ea"/>
                <a:cs typeface="+mn-cs"/>
              </a:rPr>
              <a:t>COUNT = COUNT;</a:t>
            </a:r>
          </a:p>
          <a:p>
            <a:pPr defTabSz="457200">
              <a:buClrTx/>
            </a:pPr>
            <a:r>
              <a:rPr lang="en-US" b="1" i="1" kern="1200">
                <a:solidFill>
                  <a:srgbClr val="002060"/>
                </a:solidFill>
                <a:latin typeface="Times New Roman" panose="02020603050405020304" pitchFamily="18" charset="0"/>
                <a:ea typeface="+mn-ea"/>
                <a:cs typeface="+mn-cs"/>
              </a:rPr>
              <a:t>}</a:t>
            </a:r>
            <a:endParaRPr lang="en-US" b="1" i="1" kern="1200" dirty="0">
              <a:solidFill>
                <a:srgbClr val="002060"/>
              </a:solidFill>
              <a:latin typeface="Calibri"/>
              <a:ea typeface="+mn-ea"/>
              <a:cs typeface="+mn-cs"/>
            </a:endParaRPr>
          </a:p>
        </p:txBody>
      </p:sp>
    </p:spTree>
    <p:extLst>
      <p:ext uri="{BB962C8B-B14F-4D97-AF65-F5344CB8AC3E}">
        <p14:creationId xmlns:p14="http://schemas.microsoft.com/office/powerpoint/2010/main" val="484337221"/>
      </p:ext>
    </p:extLst>
  </p:cSld>
  <p:clrMapOvr>
    <a:masterClrMapping/>
  </p:clrMapOvr>
  <p:transition spd="slow">
    <p:randomBar dir="vert"/>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arn(inVertical)">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randombar(horizontal)">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 calcmode="lin" valueType="num">
                                      <p:cBhvr>
                                        <p:cTn id="17" dur="1000" fill="hold"/>
                                        <p:tgtEl>
                                          <p:spTgt spid="4">
                                            <p:txEl>
                                              <p:pRg st="1" end="1"/>
                                            </p:txEl>
                                          </p:spTgt>
                                        </p:tgtEl>
                                        <p:attrNameLst>
                                          <p:attrName>ppt_w</p:attrName>
                                        </p:attrNameLst>
                                      </p:cBhvr>
                                      <p:tavLst>
                                        <p:tav tm="0">
                                          <p:val>
                                            <p:fltVal val="0"/>
                                          </p:val>
                                        </p:tav>
                                        <p:tav tm="100000">
                                          <p:val>
                                            <p:strVal val="#ppt_w"/>
                                          </p:val>
                                        </p:tav>
                                      </p:tavLst>
                                    </p:anim>
                                    <p:anim calcmode="lin" valueType="num">
                                      <p:cBhvr>
                                        <p:cTn id="18" dur="1000" fill="hold"/>
                                        <p:tgtEl>
                                          <p:spTgt spid="4">
                                            <p:txEl>
                                              <p:pRg st="1" end="1"/>
                                            </p:txEl>
                                          </p:spTgt>
                                        </p:tgtEl>
                                        <p:attrNameLst>
                                          <p:attrName>ppt_h</p:attrName>
                                        </p:attrNameLst>
                                      </p:cBhvr>
                                      <p:tavLst>
                                        <p:tav tm="0">
                                          <p:val>
                                            <p:fltVal val="0"/>
                                          </p:val>
                                        </p:tav>
                                        <p:tav tm="100000">
                                          <p:val>
                                            <p:strVal val="#ppt_h"/>
                                          </p:val>
                                        </p:tav>
                                      </p:tavLst>
                                    </p:anim>
                                    <p:anim calcmode="lin" valueType="num">
                                      <p:cBhvr>
                                        <p:cTn id="19" dur="1000" fill="hold"/>
                                        <p:tgtEl>
                                          <p:spTgt spid="4">
                                            <p:txEl>
                                              <p:pRg st="1" end="1"/>
                                            </p:txEl>
                                          </p:spTgt>
                                        </p:tgtEl>
                                        <p:attrNameLst>
                                          <p:attrName>style.rotation</p:attrName>
                                        </p:attrNameLst>
                                      </p:cBhvr>
                                      <p:tavLst>
                                        <p:tav tm="0">
                                          <p:val>
                                            <p:fltVal val="90"/>
                                          </p:val>
                                        </p:tav>
                                        <p:tav tm="100000">
                                          <p:val>
                                            <p:fltVal val="0"/>
                                          </p:val>
                                        </p:tav>
                                      </p:tavLst>
                                    </p:anim>
                                    <p:animEffect transition="in" filter="fade">
                                      <p:cBhvr>
                                        <p:cTn id="20" dur="1000"/>
                                        <p:tgtEl>
                                          <p:spTgt spid="4">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31" presetClass="entr" presetSubtype="0" fill="hold" nodeType="click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1000" fill="hold"/>
                                        <p:tgtEl>
                                          <p:spTgt spid="2"/>
                                        </p:tgtEl>
                                        <p:attrNameLst>
                                          <p:attrName>ppt_w</p:attrName>
                                        </p:attrNameLst>
                                      </p:cBhvr>
                                      <p:tavLst>
                                        <p:tav tm="0">
                                          <p:val>
                                            <p:fltVal val="0"/>
                                          </p:val>
                                        </p:tav>
                                        <p:tav tm="100000">
                                          <p:val>
                                            <p:strVal val="#ppt_w"/>
                                          </p:val>
                                        </p:tav>
                                      </p:tavLst>
                                    </p:anim>
                                    <p:anim calcmode="lin" valueType="num">
                                      <p:cBhvr>
                                        <p:cTn id="26" dur="1000" fill="hold"/>
                                        <p:tgtEl>
                                          <p:spTgt spid="2"/>
                                        </p:tgtEl>
                                        <p:attrNameLst>
                                          <p:attrName>ppt_h</p:attrName>
                                        </p:attrNameLst>
                                      </p:cBhvr>
                                      <p:tavLst>
                                        <p:tav tm="0">
                                          <p:val>
                                            <p:fltVal val="0"/>
                                          </p:val>
                                        </p:tav>
                                        <p:tav tm="100000">
                                          <p:val>
                                            <p:strVal val="#ppt_h"/>
                                          </p:val>
                                        </p:tav>
                                      </p:tavLst>
                                    </p:anim>
                                    <p:anim calcmode="lin" valueType="num">
                                      <p:cBhvr>
                                        <p:cTn id="27" dur="1000" fill="hold"/>
                                        <p:tgtEl>
                                          <p:spTgt spid="2"/>
                                        </p:tgtEl>
                                        <p:attrNameLst>
                                          <p:attrName>style.rotation</p:attrName>
                                        </p:attrNameLst>
                                      </p:cBhvr>
                                      <p:tavLst>
                                        <p:tav tm="0">
                                          <p:val>
                                            <p:fltVal val="90"/>
                                          </p:val>
                                        </p:tav>
                                        <p:tav tm="100000">
                                          <p:val>
                                            <p:fltVal val="0"/>
                                          </p:val>
                                        </p:tav>
                                      </p:tavLst>
                                    </p:anim>
                                    <p:animEffect transition="in" filter="fade">
                                      <p:cBhvr>
                                        <p:cTn id="28" dur="1000"/>
                                        <p:tgtEl>
                                          <p:spTgt spid="2"/>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 calcmode="lin" valueType="num">
                                      <p:cBhvr additive="base">
                                        <p:cTn id="33" dur="500" fill="hold"/>
                                        <p:tgtEl>
                                          <p:spTgt spid="23"/>
                                        </p:tgtEl>
                                        <p:attrNameLst>
                                          <p:attrName>ppt_x</p:attrName>
                                        </p:attrNameLst>
                                      </p:cBhvr>
                                      <p:tavLst>
                                        <p:tav tm="0">
                                          <p:val>
                                            <p:strVal val="#ppt_x"/>
                                          </p:val>
                                        </p:tav>
                                        <p:tav tm="100000">
                                          <p:val>
                                            <p:strVal val="#ppt_x"/>
                                          </p:val>
                                        </p:tav>
                                      </p:tavLst>
                                    </p:anim>
                                    <p:anim calcmode="lin" valueType="num">
                                      <p:cBhvr additive="base">
                                        <p:cTn id="3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7068" y="179694"/>
            <a:ext cx="8977339" cy="385362"/>
          </a:xfrm>
          <a:prstGeom prst="rect">
            <a:avLst/>
          </a:prstGeom>
          <a:solidFill>
            <a:schemeClr val="bg1"/>
          </a:solidFill>
          <a:ln w="19050">
            <a:solidFill>
              <a:srgbClr val="002060"/>
            </a:solidFill>
          </a:ln>
        </p:spPr>
        <p:txBody>
          <a:bodyPr wrap="square">
            <a:spAutoFit/>
          </a:bodyPr>
          <a:lstStyle/>
          <a:p>
            <a:pPr>
              <a:lnSpc>
                <a:spcPct val="115000"/>
              </a:lnSpc>
              <a:spcAft>
                <a:spcPts val="800"/>
              </a:spcAft>
              <a:tabLst>
                <a:tab pos="6931025" algn="r"/>
              </a:tabLst>
            </a:pP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Ví dụ: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Dùng 8 switch kết nối port B, hãy đọc trạng thái 8 SW và xuất ra 8 LED đơn ở port  D. </a:t>
            </a:r>
          </a:p>
        </p:txBody>
      </p:sp>
      <p:pic>
        <p:nvPicPr>
          <p:cNvPr id="3" name="Picture 2"/>
          <p:cNvPicPr>
            <a:picLocks noChangeAspect="1"/>
          </p:cNvPicPr>
          <p:nvPr/>
        </p:nvPicPr>
        <p:blipFill>
          <a:blip r:embed="rId2"/>
          <a:stretch>
            <a:fillRect/>
          </a:stretch>
        </p:blipFill>
        <p:spPr>
          <a:xfrm>
            <a:off x="850082" y="922655"/>
            <a:ext cx="3388089" cy="3326263"/>
          </a:xfrm>
          <a:prstGeom prst="rect">
            <a:avLst/>
          </a:prstGeom>
        </p:spPr>
      </p:pic>
    </p:spTree>
    <p:extLst>
      <p:ext uri="{BB962C8B-B14F-4D97-AF65-F5344CB8AC3E}">
        <p14:creationId xmlns:p14="http://schemas.microsoft.com/office/powerpoint/2010/main" val="1688865771"/>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ircle(in)">
                                      <p:cBhvr>
                                        <p:cTn id="12" dur="2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582" y="132498"/>
            <a:ext cx="8977339" cy="729430"/>
          </a:xfrm>
          <a:prstGeom prst="rect">
            <a:avLst/>
          </a:prstGeom>
          <a:ln w="19050">
            <a:solidFill>
              <a:srgbClr val="002060"/>
            </a:solidFill>
          </a:ln>
        </p:spPr>
        <p:txBody>
          <a:bodyPr wrap="square">
            <a:spAutoFit/>
          </a:bodyPr>
          <a:lstStyle/>
          <a:p>
            <a:pPr>
              <a:lnSpc>
                <a:spcPct val="115000"/>
              </a:lnSpc>
              <a:spcAft>
                <a:spcPts val="800"/>
              </a:spcAft>
              <a:tabLst>
                <a:tab pos="6931025" algn="r"/>
              </a:tabLst>
            </a:pP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Ví dụ: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Dùng 2 switch kết nối port B, 4 LED đơn kết nối port D. Thực hiện mạch giải mã với dữ liệu vào từ switch và ngõ ra hiển thị trên LED đơn. </a:t>
            </a: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endParaRPr lang="en-US"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569041" y="992267"/>
            <a:ext cx="4728673" cy="4000493"/>
          </a:xfrm>
          <a:prstGeom prst="rect">
            <a:avLst/>
          </a:prstGeom>
        </p:spPr>
      </p:pic>
    </p:spTree>
    <p:extLst>
      <p:ext uri="{BB962C8B-B14F-4D97-AF65-F5344CB8AC3E}">
        <p14:creationId xmlns:p14="http://schemas.microsoft.com/office/powerpoint/2010/main" val="200074447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3"/>
                                        </p:tgtEl>
                                        <p:attrNameLst>
                                          <p:attrName>style.visibility</p:attrName>
                                        </p:attrNameLst>
                                      </p:cBhvr>
                                      <p:to>
                                        <p:strVal val="visible"/>
                                      </p:to>
                                    </p:set>
                                    <p:anim calcmode="lin" valueType="num">
                                      <p:cBhvr>
                                        <p:cTn id="14" dur="1000" fill="hold"/>
                                        <p:tgtEl>
                                          <p:spTgt spid="3"/>
                                        </p:tgtEl>
                                        <p:attrNameLst>
                                          <p:attrName>ppt_w</p:attrName>
                                        </p:attrNameLst>
                                      </p:cBhvr>
                                      <p:tavLst>
                                        <p:tav tm="0">
                                          <p:val>
                                            <p:fltVal val="0"/>
                                          </p:val>
                                        </p:tav>
                                        <p:tav tm="100000">
                                          <p:val>
                                            <p:strVal val="#ppt_w"/>
                                          </p:val>
                                        </p:tav>
                                      </p:tavLst>
                                    </p:anim>
                                    <p:anim calcmode="lin" valueType="num">
                                      <p:cBhvr>
                                        <p:cTn id="15" dur="1000" fill="hold"/>
                                        <p:tgtEl>
                                          <p:spTgt spid="3"/>
                                        </p:tgtEl>
                                        <p:attrNameLst>
                                          <p:attrName>ppt_h</p:attrName>
                                        </p:attrNameLst>
                                      </p:cBhvr>
                                      <p:tavLst>
                                        <p:tav tm="0">
                                          <p:val>
                                            <p:fltVal val="0"/>
                                          </p:val>
                                        </p:tav>
                                        <p:tav tm="100000">
                                          <p:val>
                                            <p:strVal val="#ppt_h"/>
                                          </p:val>
                                        </p:tav>
                                      </p:tavLst>
                                    </p:anim>
                                    <p:anim calcmode="lin" valueType="num">
                                      <p:cBhvr>
                                        <p:cTn id="16" dur="1000" fill="hold"/>
                                        <p:tgtEl>
                                          <p:spTgt spid="3"/>
                                        </p:tgtEl>
                                        <p:attrNameLst>
                                          <p:attrName>style.rotation</p:attrName>
                                        </p:attrNameLst>
                                      </p:cBhvr>
                                      <p:tavLst>
                                        <p:tav tm="0">
                                          <p:val>
                                            <p:fltVal val="90"/>
                                          </p:val>
                                        </p:tav>
                                        <p:tav tm="100000">
                                          <p:val>
                                            <p:fltVal val="0"/>
                                          </p:val>
                                        </p:tav>
                                      </p:tavLst>
                                    </p:anim>
                                    <p:animEffect transition="in" filter="fade">
                                      <p:cBhvr>
                                        <p:cTn id="1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1582" y="132498"/>
            <a:ext cx="8977339" cy="2732543"/>
          </a:xfrm>
          <a:prstGeom prst="rect">
            <a:avLst/>
          </a:prstGeom>
          <a:ln w="19050">
            <a:solidFill>
              <a:srgbClr val="002060"/>
            </a:solidFill>
          </a:ln>
        </p:spPr>
        <p:txBody>
          <a:bodyPr wrap="square">
            <a:spAutoFit/>
          </a:bodyPr>
          <a:lstStyle/>
          <a:p>
            <a:pPr>
              <a:lnSpc>
                <a:spcPct val="115000"/>
              </a:lnSpc>
              <a:spcAft>
                <a:spcPts val="800"/>
              </a:spcAft>
              <a:tabLst>
                <a:tab pos="6931025" algn="r"/>
              </a:tabLst>
            </a:pP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CK: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Dùng PIC 16F887 ứng dụng tạo xung (không sử dụng Timer, không sử dụng PWM).</a:t>
            </a:r>
          </a:p>
          <a:p>
            <a:pPr>
              <a:lnSpc>
                <a:spcPct val="115000"/>
              </a:lnSpc>
              <a:spcAft>
                <a:spcPts val="800"/>
              </a:spcAft>
              <a:tabLst>
                <a:tab pos="6931025" algn="r"/>
              </a:tabLst>
            </a:pP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Xung có duty cycle = 50% (T cao = T thấp ), xung ra ở chân RC0</a:t>
            </a:r>
          </a:p>
          <a:p>
            <a:pPr>
              <a:lnSpc>
                <a:spcPct val="115000"/>
              </a:lnSpc>
              <a:spcAft>
                <a:spcPts val="800"/>
              </a:spcAft>
              <a:tabLst>
                <a:tab pos="6931025" algn="r"/>
              </a:tabLst>
            </a:pP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Nhấn nút RUN (RC1) để phát xung, nhấn nút STOP (RC2) để tắt xung ngay lập tức (xuất mức thấp).</a:t>
            </a:r>
          </a:p>
          <a:p>
            <a:pPr>
              <a:lnSpc>
                <a:spcPct val="115000"/>
              </a:lnSpc>
              <a:spcAft>
                <a:spcPts val="800"/>
              </a:spcAft>
              <a:tabLst>
                <a:tab pos="6931025" algn="r"/>
              </a:tabLst>
            </a:pPr>
            <a:r>
              <a:rPr lang="vi-VN" sz="1800" b="1">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r>
              <a:rPr lang="vi-VN" sz="1800" b="1"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Nút ADJ (RA0) để chỉnh bề rộng xung (thời gian mức cao/thấp), hiển thị ra LED 7 đoạn port D, phạm vi từ 0 đến 9</a:t>
            </a:r>
            <a:r>
              <a:rPr lang="en-US"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(0 đến 900ms) </a:t>
            </a:r>
            <a:r>
              <a:rPr lang="en-US"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 </a:t>
            </a: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chỉ chỉnh được khi mạch chưa chạy.</a:t>
            </a:r>
          </a:p>
          <a:p>
            <a:pPr>
              <a:lnSpc>
                <a:spcPct val="115000"/>
              </a:lnSpc>
              <a:spcAft>
                <a:spcPts val="800"/>
              </a:spcAft>
              <a:tabLst>
                <a:tab pos="6931025" algn="r"/>
              </a:tabLst>
            </a:pPr>
            <a:r>
              <a:rPr lang="vi-VN" sz="1800" smtClean="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rPr>
              <a:t>Khi vừa cấp điện, LED 7 đoạn hiện số 5 và tắt xung (mức Low).</a:t>
            </a:r>
            <a:endParaRPr lang="en-US" sz="1800">
              <a:solidFill>
                <a:srgbClr val="002060"/>
              </a:solidFill>
              <a:effectLst>
                <a:outerShdw blurRad="38100" dist="38100" dir="2700000" algn="tl">
                  <a:srgbClr val="000000">
                    <a:alpha val="43137"/>
                  </a:srgbClr>
                </a:outerShdw>
              </a:effectLst>
              <a:latin typeface="+mj-l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34517805"/>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D966"/>
            </a:gs>
            <a:gs pos="100000">
              <a:srgbClr val="FF9900"/>
            </a:gs>
          </a:gsLst>
          <a:path path="circle">
            <a:fillToRect l="50000" t="50000" r="50000" b="50000"/>
          </a:path>
          <a:tileRect/>
        </a:gradFill>
        <a:effectLst/>
      </p:bgPr>
    </p:bg>
    <p:spTree>
      <p:nvGrpSpPr>
        <p:cNvPr id="1" name="Shape 1519"/>
        <p:cNvGrpSpPr/>
        <p:nvPr/>
      </p:nvGrpSpPr>
      <p:grpSpPr>
        <a:xfrm>
          <a:off x="0" y="0"/>
          <a:ext cx="0" cy="0"/>
          <a:chOff x="0" y="0"/>
          <a:chExt cx="0" cy="0"/>
        </a:xfrm>
      </p:grpSpPr>
      <p:pic>
        <p:nvPicPr>
          <p:cNvPr id="1520" name="Google Shape;1520;p50">
            <a:hlinkClick r:id="rId3"/>
          </p:cNvPr>
          <p:cNvPicPr preferRelativeResize="0"/>
          <p:nvPr/>
        </p:nvPicPr>
        <p:blipFill rotWithShape="1">
          <a:blip r:embed="rId4">
            <a:alphaModFix/>
          </a:blip>
          <a:srcRect/>
          <a:stretch/>
        </p:blipFill>
        <p:spPr>
          <a:xfrm>
            <a:off x="3426425" y="1451225"/>
            <a:ext cx="2291150" cy="550600"/>
          </a:xfrm>
          <a:prstGeom prst="rect">
            <a:avLst/>
          </a:prstGeom>
          <a:noFill/>
          <a:ln>
            <a:noFill/>
          </a:ln>
        </p:spPr>
      </p:pic>
      <p:sp>
        <p:nvSpPr>
          <p:cNvPr id="1521" name="Google Shape;1521;p50"/>
          <p:cNvSpPr txBox="1"/>
          <p:nvPr/>
        </p:nvSpPr>
        <p:spPr>
          <a:xfrm>
            <a:off x="1106100" y="2209500"/>
            <a:ext cx="6931800" cy="2673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800" b="1">
                <a:solidFill>
                  <a:srgbClr val="434343"/>
                </a:solidFill>
                <a:latin typeface="Montserrat"/>
                <a:ea typeface="Montserrat"/>
                <a:cs typeface="Montserrat"/>
                <a:sym typeface="Montserrat"/>
              </a:rPr>
              <a:t>Free templates for all your presentation needs</a:t>
            </a:r>
            <a:endParaRPr sz="1800" b="1">
              <a:solidFill>
                <a:srgbClr val="434343"/>
              </a:solidFill>
              <a:latin typeface="Montserrat"/>
              <a:ea typeface="Montserrat"/>
              <a:cs typeface="Montserrat"/>
              <a:sym typeface="Montserrat"/>
            </a:endParaRPr>
          </a:p>
        </p:txBody>
      </p:sp>
      <p:grpSp>
        <p:nvGrpSpPr>
          <p:cNvPr id="1522" name="Google Shape;1522;p50"/>
          <p:cNvGrpSpPr/>
          <p:nvPr/>
        </p:nvGrpSpPr>
        <p:grpSpPr>
          <a:xfrm>
            <a:off x="690575" y="3290132"/>
            <a:ext cx="7762851" cy="892418"/>
            <a:chOff x="801125" y="3213932"/>
            <a:chExt cx="7762851" cy="892418"/>
          </a:xfrm>
        </p:grpSpPr>
        <p:grpSp>
          <p:nvGrpSpPr>
            <p:cNvPr id="1523" name="Google Shape;1523;p50"/>
            <p:cNvGrpSpPr/>
            <p:nvPr/>
          </p:nvGrpSpPr>
          <p:grpSpPr>
            <a:xfrm>
              <a:off x="4845759" y="3213932"/>
              <a:ext cx="1695900" cy="892418"/>
              <a:chOff x="4845759" y="3213932"/>
              <a:chExt cx="1695900" cy="892418"/>
            </a:xfrm>
          </p:grpSpPr>
          <p:sp>
            <p:nvSpPr>
              <p:cNvPr id="1524" name="Google Shape;1524;p50"/>
              <p:cNvSpPr txBox="1"/>
              <p:nvPr/>
            </p:nvSpPr>
            <p:spPr>
              <a:xfrm>
                <a:off x="4845759"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Ready to use, professional and customizable</a:t>
                </a:r>
                <a:endParaRPr sz="1200">
                  <a:solidFill>
                    <a:srgbClr val="434343"/>
                  </a:solidFill>
                  <a:latin typeface="Montserrat"/>
                  <a:ea typeface="Montserrat"/>
                  <a:cs typeface="Montserrat"/>
                  <a:sym typeface="Montserrat"/>
                </a:endParaRPr>
              </a:p>
            </p:txBody>
          </p:sp>
          <p:sp>
            <p:nvSpPr>
              <p:cNvPr id="1525" name="Google Shape;1525;p50"/>
              <p:cNvSpPr/>
              <p:nvPr/>
            </p:nvSpPr>
            <p:spPr>
              <a:xfrm>
                <a:off x="5603395" y="3213932"/>
                <a:ext cx="180627" cy="181175"/>
              </a:xfrm>
              <a:custGeom>
                <a:avLst/>
                <a:gdLst/>
                <a:ahLst/>
                <a:cxnLst/>
                <a:rect l="l" t="t" r="r" b="b"/>
                <a:pathLst>
                  <a:path w="5929" h="5947" extrusionOk="0">
                    <a:moveTo>
                      <a:pt x="4679" y="0"/>
                    </a:moveTo>
                    <a:lnTo>
                      <a:pt x="4567" y="19"/>
                    </a:lnTo>
                    <a:lnTo>
                      <a:pt x="4474" y="37"/>
                    </a:lnTo>
                    <a:lnTo>
                      <a:pt x="4381" y="93"/>
                    </a:lnTo>
                    <a:lnTo>
                      <a:pt x="4288" y="168"/>
                    </a:lnTo>
                    <a:lnTo>
                      <a:pt x="3747" y="690"/>
                    </a:lnTo>
                    <a:lnTo>
                      <a:pt x="3729" y="746"/>
                    </a:lnTo>
                    <a:lnTo>
                      <a:pt x="3710" y="802"/>
                    </a:lnTo>
                    <a:lnTo>
                      <a:pt x="3729" y="857"/>
                    </a:lnTo>
                    <a:lnTo>
                      <a:pt x="3747" y="895"/>
                    </a:lnTo>
                    <a:lnTo>
                      <a:pt x="5033" y="2181"/>
                    </a:lnTo>
                    <a:lnTo>
                      <a:pt x="5089" y="2218"/>
                    </a:lnTo>
                    <a:lnTo>
                      <a:pt x="5182" y="2218"/>
                    </a:lnTo>
                    <a:lnTo>
                      <a:pt x="5238" y="2181"/>
                    </a:lnTo>
                    <a:lnTo>
                      <a:pt x="5779" y="1640"/>
                    </a:lnTo>
                    <a:lnTo>
                      <a:pt x="5835" y="1566"/>
                    </a:lnTo>
                    <a:lnTo>
                      <a:pt x="5891" y="1473"/>
                    </a:lnTo>
                    <a:lnTo>
                      <a:pt x="5928" y="1361"/>
                    </a:lnTo>
                    <a:lnTo>
                      <a:pt x="5928" y="1249"/>
                    </a:lnTo>
                    <a:lnTo>
                      <a:pt x="5928" y="1156"/>
                    </a:lnTo>
                    <a:lnTo>
                      <a:pt x="5891" y="1044"/>
                    </a:lnTo>
                    <a:lnTo>
                      <a:pt x="5835" y="951"/>
                    </a:lnTo>
                    <a:lnTo>
                      <a:pt x="5779" y="857"/>
                    </a:lnTo>
                    <a:lnTo>
                      <a:pt x="5071" y="168"/>
                    </a:lnTo>
                    <a:lnTo>
                      <a:pt x="4977" y="93"/>
                    </a:lnTo>
                    <a:lnTo>
                      <a:pt x="4884" y="37"/>
                    </a:lnTo>
                    <a:lnTo>
                      <a:pt x="4791" y="19"/>
                    </a:lnTo>
                    <a:lnTo>
                      <a:pt x="4679" y="0"/>
                    </a:lnTo>
                    <a:close/>
                    <a:moveTo>
                      <a:pt x="3393" y="1883"/>
                    </a:moveTo>
                    <a:lnTo>
                      <a:pt x="3449" y="1920"/>
                    </a:lnTo>
                    <a:lnTo>
                      <a:pt x="3486" y="1976"/>
                    </a:lnTo>
                    <a:lnTo>
                      <a:pt x="3505" y="2050"/>
                    </a:lnTo>
                    <a:lnTo>
                      <a:pt x="3486" y="2106"/>
                    </a:lnTo>
                    <a:lnTo>
                      <a:pt x="3449" y="2162"/>
                    </a:lnTo>
                    <a:lnTo>
                      <a:pt x="1660" y="3952"/>
                    </a:lnTo>
                    <a:lnTo>
                      <a:pt x="1604" y="3970"/>
                    </a:lnTo>
                    <a:lnTo>
                      <a:pt x="1548" y="3989"/>
                    </a:lnTo>
                    <a:lnTo>
                      <a:pt x="1492" y="3970"/>
                    </a:lnTo>
                    <a:lnTo>
                      <a:pt x="1436" y="3952"/>
                    </a:lnTo>
                    <a:lnTo>
                      <a:pt x="1399" y="3896"/>
                    </a:lnTo>
                    <a:lnTo>
                      <a:pt x="1380" y="3821"/>
                    </a:lnTo>
                    <a:lnTo>
                      <a:pt x="1399" y="3765"/>
                    </a:lnTo>
                    <a:lnTo>
                      <a:pt x="1436" y="3709"/>
                    </a:lnTo>
                    <a:lnTo>
                      <a:pt x="3225" y="1920"/>
                    </a:lnTo>
                    <a:lnTo>
                      <a:pt x="3281" y="1883"/>
                    </a:lnTo>
                    <a:close/>
                    <a:moveTo>
                      <a:pt x="1007" y="4362"/>
                    </a:moveTo>
                    <a:lnTo>
                      <a:pt x="1007" y="4921"/>
                    </a:lnTo>
                    <a:lnTo>
                      <a:pt x="1566" y="4921"/>
                    </a:lnTo>
                    <a:lnTo>
                      <a:pt x="1566" y="5331"/>
                    </a:lnTo>
                    <a:lnTo>
                      <a:pt x="821" y="5462"/>
                    </a:lnTo>
                    <a:lnTo>
                      <a:pt x="467" y="5107"/>
                    </a:lnTo>
                    <a:lnTo>
                      <a:pt x="597" y="4362"/>
                    </a:lnTo>
                    <a:close/>
                    <a:moveTo>
                      <a:pt x="3337" y="1118"/>
                    </a:moveTo>
                    <a:lnTo>
                      <a:pt x="3300" y="1156"/>
                    </a:lnTo>
                    <a:lnTo>
                      <a:pt x="243" y="4213"/>
                    </a:lnTo>
                    <a:lnTo>
                      <a:pt x="1" y="5611"/>
                    </a:lnTo>
                    <a:lnTo>
                      <a:pt x="1" y="5685"/>
                    </a:lnTo>
                    <a:lnTo>
                      <a:pt x="1" y="5741"/>
                    </a:lnTo>
                    <a:lnTo>
                      <a:pt x="38" y="5816"/>
                    </a:lnTo>
                    <a:lnTo>
                      <a:pt x="75" y="5853"/>
                    </a:lnTo>
                    <a:lnTo>
                      <a:pt x="131" y="5890"/>
                    </a:lnTo>
                    <a:lnTo>
                      <a:pt x="187" y="5928"/>
                    </a:lnTo>
                    <a:lnTo>
                      <a:pt x="243" y="5946"/>
                    </a:lnTo>
                    <a:lnTo>
                      <a:pt x="317" y="5928"/>
                    </a:lnTo>
                    <a:lnTo>
                      <a:pt x="1734" y="5685"/>
                    </a:lnTo>
                    <a:lnTo>
                      <a:pt x="4772" y="2647"/>
                    </a:lnTo>
                    <a:lnTo>
                      <a:pt x="4810" y="2591"/>
                    </a:lnTo>
                    <a:lnTo>
                      <a:pt x="4810" y="2535"/>
                    </a:lnTo>
                    <a:lnTo>
                      <a:pt x="4810" y="2498"/>
                    </a:lnTo>
                    <a:lnTo>
                      <a:pt x="4772" y="2442"/>
                    </a:lnTo>
                    <a:lnTo>
                      <a:pt x="3486" y="1156"/>
                    </a:lnTo>
                    <a:lnTo>
                      <a:pt x="3449" y="1118"/>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526" name="Google Shape;1526;p50"/>
            <p:cNvGrpSpPr/>
            <p:nvPr/>
          </p:nvGrpSpPr>
          <p:grpSpPr>
            <a:xfrm>
              <a:off x="2823442" y="3214222"/>
              <a:ext cx="1695900" cy="892128"/>
              <a:chOff x="2823442" y="3214222"/>
              <a:chExt cx="1695900" cy="892128"/>
            </a:xfrm>
          </p:grpSpPr>
          <p:sp>
            <p:nvSpPr>
              <p:cNvPr id="1527" name="Google Shape;1527;p50"/>
              <p:cNvSpPr txBox="1"/>
              <p:nvPr/>
            </p:nvSpPr>
            <p:spPr>
              <a:xfrm>
                <a:off x="2823442"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100% free for personal or commercial use</a:t>
                </a:r>
                <a:endParaRPr sz="1200">
                  <a:solidFill>
                    <a:srgbClr val="434343"/>
                  </a:solidFill>
                  <a:latin typeface="Montserrat"/>
                  <a:ea typeface="Montserrat"/>
                  <a:cs typeface="Montserrat"/>
                  <a:sym typeface="Montserrat"/>
                </a:endParaRPr>
              </a:p>
            </p:txBody>
          </p:sp>
          <p:sp>
            <p:nvSpPr>
              <p:cNvPr id="1528" name="Google Shape;1528;p50"/>
              <p:cNvSpPr/>
              <p:nvPr/>
            </p:nvSpPr>
            <p:spPr>
              <a:xfrm>
                <a:off x="3569730" y="3214222"/>
                <a:ext cx="203323" cy="180597"/>
              </a:xfrm>
              <a:custGeom>
                <a:avLst/>
                <a:gdLst/>
                <a:ahLst/>
                <a:cxnLst/>
                <a:rect l="l" t="t" r="r" b="b"/>
                <a:pathLst>
                  <a:path w="6674" h="5928" extrusionOk="0">
                    <a:moveTo>
                      <a:pt x="2443" y="0"/>
                    </a:moveTo>
                    <a:lnTo>
                      <a:pt x="2275" y="37"/>
                    </a:lnTo>
                    <a:lnTo>
                      <a:pt x="2126" y="93"/>
                    </a:lnTo>
                    <a:lnTo>
                      <a:pt x="1995" y="187"/>
                    </a:lnTo>
                    <a:lnTo>
                      <a:pt x="1846" y="336"/>
                    </a:lnTo>
                    <a:lnTo>
                      <a:pt x="1753" y="503"/>
                    </a:lnTo>
                    <a:lnTo>
                      <a:pt x="1697" y="690"/>
                    </a:lnTo>
                    <a:lnTo>
                      <a:pt x="1660" y="876"/>
                    </a:lnTo>
                    <a:lnTo>
                      <a:pt x="1678" y="1063"/>
                    </a:lnTo>
                    <a:lnTo>
                      <a:pt x="1716" y="1249"/>
                    </a:lnTo>
                    <a:lnTo>
                      <a:pt x="1809" y="1417"/>
                    </a:lnTo>
                    <a:lnTo>
                      <a:pt x="1921" y="1566"/>
                    </a:lnTo>
                    <a:lnTo>
                      <a:pt x="3188" y="2889"/>
                    </a:lnTo>
                    <a:lnTo>
                      <a:pt x="3263" y="2945"/>
                    </a:lnTo>
                    <a:lnTo>
                      <a:pt x="3337" y="2964"/>
                    </a:lnTo>
                    <a:lnTo>
                      <a:pt x="3412" y="2945"/>
                    </a:lnTo>
                    <a:lnTo>
                      <a:pt x="3487" y="2889"/>
                    </a:lnTo>
                    <a:lnTo>
                      <a:pt x="4754" y="1566"/>
                    </a:lnTo>
                    <a:lnTo>
                      <a:pt x="4866" y="1417"/>
                    </a:lnTo>
                    <a:lnTo>
                      <a:pt x="4940" y="1249"/>
                    </a:lnTo>
                    <a:lnTo>
                      <a:pt x="4996" y="1063"/>
                    </a:lnTo>
                    <a:lnTo>
                      <a:pt x="5015" y="876"/>
                    </a:lnTo>
                    <a:lnTo>
                      <a:pt x="4978" y="690"/>
                    </a:lnTo>
                    <a:lnTo>
                      <a:pt x="4922" y="503"/>
                    </a:lnTo>
                    <a:lnTo>
                      <a:pt x="4810" y="336"/>
                    </a:lnTo>
                    <a:lnTo>
                      <a:pt x="4679" y="187"/>
                    </a:lnTo>
                    <a:lnTo>
                      <a:pt x="4549" y="93"/>
                    </a:lnTo>
                    <a:lnTo>
                      <a:pt x="4381" y="37"/>
                    </a:lnTo>
                    <a:lnTo>
                      <a:pt x="4232" y="0"/>
                    </a:lnTo>
                    <a:lnTo>
                      <a:pt x="4064" y="0"/>
                    </a:lnTo>
                    <a:lnTo>
                      <a:pt x="3897" y="19"/>
                    </a:lnTo>
                    <a:lnTo>
                      <a:pt x="3747" y="75"/>
                    </a:lnTo>
                    <a:lnTo>
                      <a:pt x="3598" y="168"/>
                    </a:lnTo>
                    <a:lnTo>
                      <a:pt x="3468" y="280"/>
                    </a:lnTo>
                    <a:lnTo>
                      <a:pt x="3337" y="429"/>
                    </a:lnTo>
                    <a:lnTo>
                      <a:pt x="3207" y="280"/>
                    </a:lnTo>
                    <a:lnTo>
                      <a:pt x="3076" y="168"/>
                    </a:lnTo>
                    <a:lnTo>
                      <a:pt x="2927" y="75"/>
                    </a:lnTo>
                    <a:lnTo>
                      <a:pt x="2778" y="19"/>
                    </a:lnTo>
                    <a:lnTo>
                      <a:pt x="2610" y="0"/>
                    </a:lnTo>
                    <a:close/>
                    <a:moveTo>
                      <a:pt x="2219" y="3691"/>
                    </a:moveTo>
                    <a:lnTo>
                      <a:pt x="1995" y="3728"/>
                    </a:lnTo>
                    <a:lnTo>
                      <a:pt x="1772" y="3784"/>
                    </a:lnTo>
                    <a:lnTo>
                      <a:pt x="1548" y="3877"/>
                    </a:lnTo>
                    <a:lnTo>
                      <a:pt x="1362" y="4008"/>
                    </a:lnTo>
                    <a:lnTo>
                      <a:pt x="821" y="4436"/>
                    </a:lnTo>
                    <a:lnTo>
                      <a:pt x="187" y="4436"/>
                    </a:lnTo>
                    <a:lnTo>
                      <a:pt x="113" y="4455"/>
                    </a:lnTo>
                    <a:lnTo>
                      <a:pt x="57" y="4492"/>
                    </a:lnTo>
                    <a:lnTo>
                      <a:pt x="1" y="4548"/>
                    </a:lnTo>
                    <a:lnTo>
                      <a:pt x="1" y="4623"/>
                    </a:lnTo>
                    <a:lnTo>
                      <a:pt x="1" y="5741"/>
                    </a:lnTo>
                    <a:lnTo>
                      <a:pt x="1" y="5816"/>
                    </a:lnTo>
                    <a:lnTo>
                      <a:pt x="57" y="5872"/>
                    </a:lnTo>
                    <a:lnTo>
                      <a:pt x="113" y="5909"/>
                    </a:lnTo>
                    <a:lnTo>
                      <a:pt x="187" y="5928"/>
                    </a:lnTo>
                    <a:lnTo>
                      <a:pt x="4325" y="5928"/>
                    </a:lnTo>
                    <a:lnTo>
                      <a:pt x="4437" y="5909"/>
                    </a:lnTo>
                    <a:lnTo>
                      <a:pt x="4568" y="5890"/>
                    </a:lnTo>
                    <a:lnTo>
                      <a:pt x="4679" y="5834"/>
                    </a:lnTo>
                    <a:lnTo>
                      <a:pt x="4791" y="5760"/>
                    </a:lnTo>
                    <a:lnTo>
                      <a:pt x="6543" y="4362"/>
                    </a:lnTo>
                    <a:lnTo>
                      <a:pt x="6599" y="4306"/>
                    </a:lnTo>
                    <a:lnTo>
                      <a:pt x="6637" y="4231"/>
                    </a:lnTo>
                    <a:lnTo>
                      <a:pt x="6674" y="4157"/>
                    </a:lnTo>
                    <a:lnTo>
                      <a:pt x="6674" y="4082"/>
                    </a:lnTo>
                    <a:lnTo>
                      <a:pt x="6674" y="4008"/>
                    </a:lnTo>
                    <a:lnTo>
                      <a:pt x="6655" y="3933"/>
                    </a:lnTo>
                    <a:lnTo>
                      <a:pt x="6618" y="3859"/>
                    </a:lnTo>
                    <a:lnTo>
                      <a:pt x="6543" y="3784"/>
                    </a:lnTo>
                    <a:lnTo>
                      <a:pt x="6506" y="3747"/>
                    </a:lnTo>
                    <a:lnTo>
                      <a:pt x="6432" y="3728"/>
                    </a:lnTo>
                    <a:lnTo>
                      <a:pt x="6376" y="3709"/>
                    </a:lnTo>
                    <a:lnTo>
                      <a:pt x="6301" y="3709"/>
                    </a:lnTo>
                    <a:lnTo>
                      <a:pt x="6171" y="3728"/>
                    </a:lnTo>
                    <a:lnTo>
                      <a:pt x="6115" y="3747"/>
                    </a:lnTo>
                    <a:lnTo>
                      <a:pt x="6059" y="3784"/>
                    </a:lnTo>
                    <a:lnTo>
                      <a:pt x="4978" y="4641"/>
                    </a:lnTo>
                    <a:lnTo>
                      <a:pt x="4885" y="4716"/>
                    </a:lnTo>
                    <a:lnTo>
                      <a:pt x="4773" y="4772"/>
                    </a:lnTo>
                    <a:lnTo>
                      <a:pt x="4642" y="4809"/>
                    </a:lnTo>
                    <a:lnTo>
                      <a:pt x="3095" y="4809"/>
                    </a:lnTo>
                    <a:lnTo>
                      <a:pt x="3039" y="4772"/>
                    </a:lnTo>
                    <a:lnTo>
                      <a:pt x="2983" y="4716"/>
                    </a:lnTo>
                    <a:lnTo>
                      <a:pt x="2965" y="4660"/>
                    </a:lnTo>
                    <a:lnTo>
                      <a:pt x="2965" y="4586"/>
                    </a:lnTo>
                    <a:lnTo>
                      <a:pt x="3002" y="4511"/>
                    </a:lnTo>
                    <a:lnTo>
                      <a:pt x="3076" y="4455"/>
                    </a:lnTo>
                    <a:lnTo>
                      <a:pt x="3151" y="4436"/>
                    </a:lnTo>
                    <a:lnTo>
                      <a:pt x="4120" y="4436"/>
                    </a:lnTo>
                    <a:lnTo>
                      <a:pt x="4195" y="4418"/>
                    </a:lnTo>
                    <a:lnTo>
                      <a:pt x="4307" y="4362"/>
                    </a:lnTo>
                    <a:lnTo>
                      <a:pt x="4363" y="4306"/>
                    </a:lnTo>
                    <a:lnTo>
                      <a:pt x="4400" y="4250"/>
                    </a:lnTo>
                    <a:lnTo>
                      <a:pt x="4419" y="4194"/>
                    </a:lnTo>
                    <a:lnTo>
                      <a:pt x="4437" y="4138"/>
                    </a:lnTo>
                    <a:lnTo>
                      <a:pt x="4456" y="4045"/>
                    </a:lnTo>
                    <a:lnTo>
                      <a:pt x="4437" y="3970"/>
                    </a:lnTo>
                    <a:lnTo>
                      <a:pt x="4400" y="3896"/>
                    </a:lnTo>
                    <a:lnTo>
                      <a:pt x="4363" y="3821"/>
                    </a:lnTo>
                    <a:lnTo>
                      <a:pt x="4307" y="3784"/>
                    </a:lnTo>
                    <a:lnTo>
                      <a:pt x="4232" y="3728"/>
                    </a:lnTo>
                    <a:lnTo>
                      <a:pt x="4158" y="3709"/>
                    </a:lnTo>
                    <a:lnTo>
                      <a:pt x="4083" y="369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529" name="Google Shape;1529;p50"/>
            <p:cNvGrpSpPr/>
            <p:nvPr/>
          </p:nvGrpSpPr>
          <p:grpSpPr>
            <a:xfrm>
              <a:off x="6868076" y="3213932"/>
              <a:ext cx="1695900" cy="892418"/>
              <a:chOff x="6868076" y="3213932"/>
              <a:chExt cx="1695900" cy="892418"/>
            </a:xfrm>
          </p:grpSpPr>
          <p:sp>
            <p:nvSpPr>
              <p:cNvPr id="1530" name="Google Shape;1530;p50"/>
              <p:cNvSpPr txBox="1"/>
              <p:nvPr/>
            </p:nvSpPr>
            <p:spPr>
              <a:xfrm>
                <a:off x="6868076"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Blow your audience away with attractive visuals</a:t>
                </a:r>
                <a:endParaRPr sz="1200">
                  <a:solidFill>
                    <a:srgbClr val="434343"/>
                  </a:solidFill>
                  <a:latin typeface="Montserrat"/>
                  <a:ea typeface="Montserrat"/>
                  <a:cs typeface="Montserrat"/>
                  <a:sym typeface="Montserrat"/>
                </a:endParaRPr>
              </a:p>
            </p:txBody>
          </p:sp>
          <p:sp>
            <p:nvSpPr>
              <p:cNvPr id="1531" name="Google Shape;1531;p50"/>
              <p:cNvSpPr/>
              <p:nvPr/>
            </p:nvSpPr>
            <p:spPr>
              <a:xfrm>
                <a:off x="7625712" y="3213932"/>
                <a:ext cx="180627" cy="181175"/>
              </a:xfrm>
              <a:custGeom>
                <a:avLst/>
                <a:gdLst/>
                <a:ahLst/>
                <a:cxnLst/>
                <a:rect l="l" t="t" r="r" b="b"/>
                <a:pathLst>
                  <a:path w="5929" h="5947" extrusionOk="0">
                    <a:moveTo>
                      <a:pt x="784" y="4940"/>
                    </a:moveTo>
                    <a:lnTo>
                      <a:pt x="839" y="4958"/>
                    </a:lnTo>
                    <a:lnTo>
                      <a:pt x="933" y="5014"/>
                    </a:lnTo>
                    <a:lnTo>
                      <a:pt x="989" y="5107"/>
                    </a:lnTo>
                    <a:lnTo>
                      <a:pt x="1007" y="5145"/>
                    </a:lnTo>
                    <a:lnTo>
                      <a:pt x="1007" y="5201"/>
                    </a:lnTo>
                    <a:lnTo>
                      <a:pt x="1007" y="5257"/>
                    </a:lnTo>
                    <a:lnTo>
                      <a:pt x="989" y="5313"/>
                    </a:lnTo>
                    <a:lnTo>
                      <a:pt x="933" y="5406"/>
                    </a:lnTo>
                    <a:lnTo>
                      <a:pt x="839" y="5462"/>
                    </a:lnTo>
                    <a:lnTo>
                      <a:pt x="784" y="5480"/>
                    </a:lnTo>
                    <a:lnTo>
                      <a:pt x="672" y="5480"/>
                    </a:lnTo>
                    <a:lnTo>
                      <a:pt x="634" y="5462"/>
                    </a:lnTo>
                    <a:lnTo>
                      <a:pt x="541" y="5406"/>
                    </a:lnTo>
                    <a:lnTo>
                      <a:pt x="485" y="5313"/>
                    </a:lnTo>
                    <a:lnTo>
                      <a:pt x="467" y="5257"/>
                    </a:lnTo>
                    <a:lnTo>
                      <a:pt x="448" y="5201"/>
                    </a:lnTo>
                    <a:lnTo>
                      <a:pt x="467" y="5145"/>
                    </a:lnTo>
                    <a:lnTo>
                      <a:pt x="485" y="5107"/>
                    </a:lnTo>
                    <a:lnTo>
                      <a:pt x="541" y="5014"/>
                    </a:lnTo>
                    <a:lnTo>
                      <a:pt x="634" y="4958"/>
                    </a:lnTo>
                    <a:lnTo>
                      <a:pt x="672" y="4940"/>
                    </a:lnTo>
                    <a:close/>
                    <a:moveTo>
                      <a:pt x="206" y="2610"/>
                    </a:moveTo>
                    <a:lnTo>
                      <a:pt x="168" y="2628"/>
                    </a:lnTo>
                    <a:lnTo>
                      <a:pt x="75" y="2684"/>
                    </a:lnTo>
                    <a:lnTo>
                      <a:pt x="19" y="2777"/>
                    </a:lnTo>
                    <a:lnTo>
                      <a:pt x="1" y="2833"/>
                    </a:lnTo>
                    <a:lnTo>
                      <a:pt x="1" y="2889"/>
                    </a:lnTo>
                    <a:lnTo>
                      <a:pt x="1" y="5667"/>
                    </a:lnTo>
                    <a:lnTo>
                      <a:pt x="1" y="5723"/>
                    </a:lnTo>
                    <a:lnTo>
                      <a:pt x="19" y="5779"/>
                    </a:lnTo>
                    <a:lnTo>
                      <a:pt x="75" y="5872"/>
                    </a:lnTo>
                    <a:lnTo>
                      <a:pt x="168" y="5928"/>
                    </a:lnTo>
                    <a:lnTo>
                      <a:pt x="206" y="5946"/>
                    </a:lnTo>
                    <a:lnTo>
                      <a:pt x="1250" y="5946"/>
                    </a:lnTo>
                    <a:lnTo>
                      <a:pt x="1305" y="5928"/>
                    </a:lnTo>
                    <a:lnTo>
                      <a:pt x="1399" y="5872"/>
                    </a:lnTo>
                    <a:lnTo>
                      <a:pt x="1455" y="5779"/>
                    </a:lnTo>
                    <a:lnTo>
                      <a:pt x="1473" y="5723"/>
                    </a:lnTo>
                    <a:lnTo>
                      <a:pt x="1473" y="5667"/>
                    </a:lnTo>
                    <a:lnTo>
                      <a:pt x="1473" y="2889"/>
                    </a:lnTo>
                    <a:lnTo>
                      <a:pt x="1473" y="2833"/>
                    </a:lnTo>
                    <a:lnTo>
                      <a:pt x="1455" y="2777"/>
                    </a:lnTo>
                    <a:lnTo>
                      <a:pt x="1399" y="2684"/>
                    </a:lnTo>
                    <a:lnTo>
                      <a:pt x="1305" y="2628"/>
                    </a:lnTo>
                    <a:lnTo>
                      <a:pt x="1250" y="2610"/>
                    </a:lnTo>
                    <a:close/>
                    <a:moveTo>
                      <a:pt x="3617" y="0"/>
                    </a:moveTo>
                    <a:lnTo>
                      <a:pt x="3524" y="19"/>
                    </a:lnTo>
                    <a:lnTo>
                      <a:pt x="3468" y="75"/>
                    </a:lnTo>
                    <a:lnTo>
                      <a:pt x="3393" y="168"/>
                    </a:lnTo>
                    <a:lnTo>
                      <a:pt x="3337" y="261"/>
                    </a:lnTo>
                    <a:lnTo>
                      <a:pt x="3263" y="485"/>
                    </a:lnTo>
                    <a:lnTo>
                      <a:pt x="3225" y="671"/>
                    </a:lnTo>
                    <a:lnTo>
                      <a:pt x="3169" y="858"/>
                    </a:lnTo>
                    <a:lnTo>
                      <a:pt x="3114" y="1044"/>
                    </a:lnTo>
                    <a:lnTo>
                      <a:pt x="3039" y="1212"/>
                    </a:lnTo>
                    <a:lnTo>
                      <a:pt x="2983" y="1286"/>
                    </a:lnTo>
                    <a:lnTo>
                      <a:pt x="2927" y="1361"/>
                    </a:lnTo>
                    <a:lnTo>
                      <a:pt x="2797" y="1510"/>
                    </a:lnTo>
                    <a:lnTo>
                      <a:pt x="2666" y="1659"/>
                    </a:lnTo>
                    <a:lnTo>
                      <a:pt x="2442" y="1995"/>
                    </a:lnTo>
                    <a:lnTo>
                      <a:pt x="2200" y="2330"/>
                    </a:lnTo>
                    <a:lnTo>
                      <a:pt x="2051" y="2498"/>
                    </a:lnTo>
                    <a:lnTo>
                      <a:pt x="1883" y="2666"/>
                    </a:lnTo>
                    <a:lnTo>
                      <a:pt x="1865" y="2722"/>
                    </a:lnTo>
                    <a:lnTo>
                      <a:pt x="1846" y="2777"/>
                    </a:lnTo>
                    <a:lnTo>
                      <a:pt x="1846" y="5257"/>
                    </a:lnTo>
                    <a:lnTo>
                      <a:pt x="1865" y="5313"/>
                    </a:lnTo>
                    <a:lnTo>
                      <a:pt x="1883" y="5350"/>
                    </a:lnTo>
                    <a:lnTo>
                      <a:pt x="1939" y="5387"/>
                    </a:lnTo>
                    <a:lnTo>
                      <a:pt x="1995" y="5387"/>
                    </a:lnTo>
                    <a:lnTo>
                      <a:pt x="2126" y="5406"/>
                    </a:lnTo>
                    <a:lnTo>
                      <a:pt x="2293" y="5462"/>
                    </a:lnTo>
                    <a:lnTo>
                      <a:pt x="2592" y="5573"/>
                    </a:lnTo>
                    <a:lnTo>
                      <a:pt x="2890" y="5704"/>
                    </a:lnTo>
                    <a:lnTo>
                      <a:pt x="3225" y="5816"/>
                    </a:lnTo>
                    <a:lnTo>
                      <a:pt x="3393" y="5872"/>
                    </a:lnTo>
                    <a:lnTo>
                      <a:pt x="3580" y="5909"/>
                    </a:lnTo>
                    <a:lnTo>
                      <a:pt x="3785" y="5946"/>
                    </a:lnTo>
                    <a:lnTo>
                      <a:pt x="4400" y="5946"/>
                    </a:lnTo>
                    <a:lnTo>
                      <a:pt x="4586" y="5928"/>
                    </a:lnTo>
                    <a:lnTo>
                      <a:pt x="4772" y="5909"/>
                    </a:lnTo>
                    <a:lnTo>
                      <a:pt x="4940" y="5853"/>
                    </a:lnTo>
                    <a:lnTo>
                      <a:pt x="5108" y="5797"/>
                    </a:lnTo>
                    <a:lnTo>
                      <a:pt x="5238" y="5723"/>
                    </a:lnTo>
                    <a:lnTo>
                      <a:pt x="5332" y="5611"/>
                    </a:lnTo>
                    <a:lnTo>
                      <a:pt x="5388" y="5499"/>
                    </a:lnTo>
                    <a:lnTo>
                      <a:pt x="5425" y="5368"/>
                    </a:lnTo>
                    <a:lnTo>
                      <a:pt x="5425" y="5238"/>
                    </a:lnTo>
                    <a:lnTo>
                      <a:pt x="5406" y="5089"/>
                    </a:lnTo>
                    <a:lnTo>
                      <a:pt x="5481" y="4996"/>
                    </a:lnTo>
                    <a:lnTo>
                      <a:pt x="5537" y="4902"/>
                    </a:lnTo>
                    <a:lnTo>
                      <a:pt x="5574" y="4809"/>
                    </a:lnTo>
                    <a:lnTo>
                      <a:pt x="5611" y="4697"/>
                    </a:lnTo>
                    <a:lnTo>
                      <a:pt x="5630" y="4567"/>
                    </a:lnTo>
                    <a:lnTo>
                      <a:pt x="5630" y="4455"/>
                    </a:lnTo>
                    <a:lnTo>
                      <a:pt x="5630" y="4325"/>
                    </a:lnTo>
                    <a:lnTo>
                      <a:pt x="5593" y="4213"/>
                    </a:lnTo>
                    <a:lnTo>
                      <a:pt x="5667" y="4101"/>
                    </a:lnTo>
                    <a:lnTo>
                      <a:pt x="5723" y="3989"/>
                    </a:lnTo>
                    <a:lnTo>
                      <a:pt x="5742" y="3877"/>
                    </a:lnTo>
                    <a:lnTo>
                      <a:pt x="5779" y="3747"/>
                    </a:lnTo>
                    <a:lnTo>
                      <a:pt x="5779" y="3635"/>
                    </a:lnTo>
                    <a:lnTo>
                      <a:pt x="5760" y="3523"/>
                    </a:lnTo>
                    <a:lnTo>
                      <a:pt x="5742" y="3393"/>
                    </a:lnTo>
                    <a:lnTo>
                      <a:pt x="5704" y="3299"/>
                    </a:lnTo>
                    <a:lnTo>
                      <a:pt x="5798" y="3169"/>
                    </a:lnTo>
                    <a:lnTo>
                      <a:pt x="5872" y="3038"/>
                    </a:lnTo>
                    <a:lnTo>
                      <a:pt x="5909" y="2889"/>
                    </a:lnTo>
                    <a:lnTo>
                      <a:pt x="5928" y="2722"/>
                    </a:lnTo>
                    <a:lnTo>
                      <a:pt x="5909" y="2591"/>
                    </a:lnTo>
                    <a:lnTo>
                      <a:pt x="5872" y="2461"/>
                    </a:lnTo>
                    <a:lnTo>
                      <a:pt x="5816" y="2349"/>
                    </a:lnTo>
                    <a:lnTo>
                      <a:pt x="5723" y="2256"/>
                    </a:lnTo>
                    <a:lnTo>
                      <a:pt x="5630" y="2162"/>
                    </a:lnTo>
                    <a:lnTo>
                      <a:pt x="5518" y="2106"/>
                    </a:lnTo>
                    <a:lnTo>
                      <a:pt x="5388" y="2069"/>
                    </a:lnTo>
                    <a:lnTo>
                      <a:pt x="5238" y="2051"/>
                    </a:lnTo>
                    <a:lnTo>
                      <a:pt x="4064" y="2051"/>
                    </a:lnTo>
                    <a:lnTo>
                      <a:pt x="4101" y="1920"/>
                    </a:lnTo>
                    <a:lnTo>
                      <a:pt x="4157" y="1808"/>
                    </a:lnTo>
                    <a:lnTo>
                      <a:pt x="4288" y="1566"/>
                    </a:lnTo>
                    <a:lnTo>
                      <a:pt x="4344" y="1435"/>
                    </a:lnTo>
                    <a:lnTo>
                      <a:pt x="4400" y="1286"/>
                    </a:lnTo>
                    <a:lnTo>
                      <a:pt x="4437" y="1119"/>
                    </a:lnTo>
                    <a:lnTo>
                      <a:pt x="4456" y="951"/>
                    </a:lnTo>
                    <a:lnTo>
                      <a:pt x="4437" y="802"/>
                    </a:lnTo>
                    <a:lnTo>
                      <a:pt x="4418" y="671"/>
                    </a:lnTo>
                    <a:lnTo>
                      <a:pt x="4400" y="541"/>
                    </a:lnTo>
                    <a:lnTo>
                      <a:pt x="4362" y="447"/>
                    </a:lnTo>
                    <a:lnTo>
                      <a:pt x="4306" y="354"/>
                    </a:lnTo>
                    <a:lnTo>
                      <a:pt x="4251" y="280"/>
                    </a:lnTo>
                    <a:lnTo>
                      <a:pt x="4195" y="205"/>
                    </a:lnTo>
                    <a:lnTo>
                      <a:pt x="4139" y="168"/>
                    </a:lnTo>
                    <a:lnTo>
                      <a:pt x="3990" y="75"/>
                    </a:lnTo>
                    <a:lnTo>
                      <a:pt x="3859" y="37"/>
                    </a:lnTo>
                    <a:lnTo>
                      <a:pt x="3729" y="19"/>
                    </a:lnTo>
                    <a:lnTo>
                      <a:pt x="361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nvGrpSpPr>
            <p:cNvPr id="1532" name="Google Shape;1532;p50"/>
            <p:cNvGrpSpPr/>
            <p:nvPr/>
          </p:nvGrpSpPr>
          <p:grpSpPr>
            <a:xfrm>
              <a:off x="801125" y="3214206"/>
              <a:ext cx="1695900" cy="892144"/>
              <a:chOff x="801125" y="3214206"/>
              <a:chExt cx="1695900" cy="892144"/>
            </a:xfrm>
          </p:grpSpPr>
          <p:sp>
            <p:nvSpPr>
              <p:cNvPr id="1533" name="Google Shape;1533;p50"/>
              <p:cNvSpPr txBox="1"/>
              <p:nvPr/>
            </p:nvSpPr>
            <p:spPr>
              <a:xfrm>
                <a:off x="801125" y="3469450"/>
                <a:ext cx="1695900" cy="636900"/>
              </a:xfrm>
              <a:prstGeom prst="rect">
                <a:avLst/>
              </a:prstGeom>
              <a:noFill/>
              <a:ln>
                <a:noFill/>
              </a:ln>
            </p:spPr>
            <p:txBody>
              <a:bodyPr spcFirstLastPara="1" wrap="square" lIns="0" tIns="0" rIns="0" bIns="0" anchor="t" anchorCtr="0">
                <a:noAutofit/>
              </a:bodyPr>
              <a:lstStyle/>
              <a:p>
                <a:pPr marL="0" lvl="0" indent="0" algn="ctr" rtl="0">
                  <a:spcBef>
                    <a:spcPts val="0"/>
                  </a:spcBef>
                  <a:spcAft>
                    <a:spcPts val="0"/>
                  </a:spcAft>
                  <a:buNone/>
                </a:pPr>
                <a:r>
                  <a:rPr lang="en" sz="1200">
                    <a:solidFill>
                      <a:srgbClr val="434343"/>
                    </a:solidFill>
                    <a:latin typeface="Montserrat"/>
                    <a:ea typeface="Montserrat"/>
                    <a:cs typeface="Montserrat"/>
                    <a:sym typeface="Montserrat"/>
                  </a:rPr>
                  <a:t>For PowerPoint and Google Slides</a:t>
                </a:r>
                <a:endParaRPr sz="1200">
                  <a:solidFill>
                    <a:srgbClr val="434343"/>
                  </a:solidFill>
                  <a:latin typeface="Montserrat"/>
                  <a:ea typeface="Montserrat"/>
                  <a:cs typeface="Montserrat"/>
                  <a:sym typeface="Montserrat"/>
                </a:endParaRPr>
              </a:p>
            </p:txBody>
          </p:sp>
          <p:sp>
            <p:nvSpPr>
              <p:cNvPr id="1534" name="Google Shape;1534;p50"/>
              <p:cNvSpPr/>
              <p:nvPr/>
            </p:nvSpPr>
            <p:spPr>
              <a:xfrm>
                <a:off x="1535764" y="3214206"/>
                <a:ext cx="226629" cy="180627"/>
              </a:xfrm>
              <a:custGeom>
                <a:avLst/>
                <a:gdLst/>
                <a:ahLst/>
                <a:cxnLst/>
                <a:rect l="l" t="t" r="r" b="b"/>
                <a:pathLst>
                  <a:path w="7439" h="5929" extrusionOk="0">
                    <a:moveTo>
                      <a:pt x="5947" y="728"/>
                    </a:moveTo>
                    <a:lnTo>
                      <a:pt x="5947" y="3710"/>
                    </a:lnTo>
                    <a:lnTo>
                      <a:pt x="1492" y="3710"/>
                    </a:lnTo>
                    <a:lnTo>
                      <a:pt x="1492" y="728"/>
                    </a:lnTo>
                    <a:close/>
                    <a:moveTo>
                      <a:pt x="1194" y="1"/>
                    </a:moveTo>
                    <a:lnTo>
                      <a:pt x="1101" y="38"/>
                    </a:lnTo>
                    <a:lnTo>
                      <a:pt x="989" y="94"/>
                    </a:lnTo>
                    <a:lnTo>
                      <a:pt x="914" y="150"/>
                    </a:lnTo>
                    <a:lnTo>
                      <a:pt x="840" y="243"/>
                    </a:lnTo>
                    <a:lnTo>
                      <a:pt x="802" y="336"/>
                    </a:lnTo>
                    <a:lnTo>
                      <a:pt x="765" y="430"/>
                    </a:lnTo>
                    <a:lnTo>
                      <a:pt x="746" y="542"/>
                    </a:lnTo>
                    <a:lnTo>
                      <a:pt x="746" y="4437"/>
                    </a:lnTo>
                    <a:lnTo>
                      <a:pt x="6693" y="4437"/>
                    </a:lnTo>
                    <a:lnTo>
                      <a:pt x="6693" y="542"/>
                    </a:lnTo>
                    <a:lnTo>
                      <a:pt x="6674" y="430"/>
                    </a:lnTo>
                    <a:lnTo>
                      <a:pt x="6655" y="336"/>
                    </a:lnTo>
                    <a:lnTo>
                      <a:pt x="6599" y="243"/>
                    </a:lnTo>
                    <a:lnTo>
                      <a:pt x="6525" y="150"/>
                    </a:lnTo>
                    <a:lnTo>
                      <a:pt x="6450" y="94"/>
                    </a:lnTo>
                    <a:lnTo>
                      <a:pt x="6357" y="38"/>
                    </a:lnTo>
                    <a:lnTo>
                      <a:pt x="6245" y="1"/>
                    </a:lnTo>
                    <a:close/>
                    <a:moveTo>
                      <a:pt x="187" y="4810"/>
                    </a:moveTo>
                    <a:lnTo>
                      <a:pt x="131" y="4829"/>
                    </a:lnTo>
                    <a:lnTo>
                      <a:pt x="57" y="4866"/>
                    </a:lnTo>
                    <a:lnTo>
                      <a:pt x="20" y="4941"/>
                    </a:lnTo>
                    <a:lnTo>
                      <a:pt x="1" y="4996"/>
                    </a:lnTo>
                    <a:lnTo>
                      <a:pt x="1" y="5183"/>
                    </a:lnTo>
                    <a:lnTo>
                      <a:pt x="20" y="5332"/>
                    </a:lnTo>
                    <a:lnTo>
                      <a:pt x="75" y="5481"/>
                    </a:lnTo>
                    <a:lnTo>
                      <a:pt x="131" y="5612"/>
                    </a:lnTo>
                    <a:lnTo>
                      <a:pt x="225" y="5705"/>
                    </a:lnTo>
                    <a:lnTo>
                      <a:pt x="336" y="5798"/>
                    </a:lnTo>
                    <a:lnTo>
                      <a:pt x="467" y="5873"/>
                    </a:lnTo>
                    <a:lnTo>
                      <a:pt x="597" y="5910"/>
                    </a:lnTo>
                    <a:lnTo>
                      <a:pt x="746" y="5928"/>
                    </a:lnTo>
                    <a:lnTo>
                      <a:pt x="6693" y="5928"/>
                    </a:lnTo>
                    <a:lnTo>
                      <a:pt x="6842" y="5910"/>
                    </a:lnTo>
                    <a:lnTo>
                      <a:pt x="6972" y="5873"/>
                    </a:lnTo>
                    <a:lnTo>
                      <a:pt x="7103" y="5798"/>
                    </a:lnTo>
                    <a:lnTo>
                      <a:pt x="7214" y="5705"/>
                    </a:lnTo>
                    <a:lnTo>
                      <a:pt x="7308" y="5612"/>
                    </a:lnTo>
                    <a:lnTo>
                      <a:pt x="7382" y="5481"/>
                    </a:lnTo>
                    <a:lnTo>
                      <a:pt x="7420" y="5332"/>
                    </a:lnTo>
                    <a:lnTo>
                      <a:pt x="7438" y="5183"/>
                    </a:lnTo>
                    <a:lnTo>
                      <a:pt x="7438" y="4996"/>
                    </a:lnTo>
                    <a:lnTo>
                      <a:pt x="7420" y="4941"/>
                    </a:lnTo>
                    <a:lnTo>
                      <a:pt x="7382" y="4866"/>
                    </a:lnTo>
                    <a:lnTo>
                      <a:pt x="7326" y="4829"/>
                    </a:lnTo>
                    <a:lnTo>
                      <a:pt x="7252" y="4810"/>
                    </a:lnTo>
                    <a:lnTo>
                      <a:pt x="4437" y="4810"/>
                    </a:lnTo>
                    <a:lnTo>
                      <a:pt x="4419" y="4903"/>
                    </a:lnTo>
                    <a:lnTo>
                      <a:pt x="4400" y="4978"/>
                    </a:lnTo>
                    <a:lnTo>
                      <a:pt x="4363" y="5034"/>
                    </a:lnTo>
                    <a:lnTo>
                      <a:pt x="4325" y="5090"/>
                    </a:lnTo>
                    <a:lnTo>
                      <a:pt x="4269" y="5127"/>
                    </a:lnTo>
                    <a:lnTo>
                      <a:pt x="4195" y="5164"/>
                    </a:lnTo>
                    <a:lnTo>
                      <a:pt x="4139" y="5183"/>
                    </a:lnTo>
                    <a:lnTo>
                      <a:pt x="3263" y="5183"/>
                    </a:lnTo>
                    <a:lnTo>
                      <a:pt x="3207" y="5146"/>
                    </a:lnTo>
                    <a:lnTo>
                      <a:pt x="3132" y="5108"/>
                    </a:lnTo>
                    <a:lnTo>
                      <a:pt x="3076" y="5071"/>
                    </a:lnTo>
                    <a:lnTo>
                      <a:pt x="3039" y="5015"/>
                    </a:lnTo>
                    <a:lnTo>
                      <a:pt x="3002" y="4941"/>
                    </a:lnTo>
                    <a:lnTo>
                      <a:pt x="2983" y="4885"/>
                    </a:lnTo>
                    <a:lnTo>
                      <a:pt x="2965" y="481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34343"/>
                  </a:solidFill>
                </a:endParaRPr>
              </a:p>
            </p:txBody>
          </p:sp>
        </p:grpSp>
      </p:grpSp>
    </p:spTree>
  </p:cSld>
  <p:clrMapOvr>
    <a:masterClrMapping/>
  </p:clrMapOvr>
  <p:timing>
    <p:tnLst>
      <p:par>
        <p:cTn id="1" dur="indefinite" restart="never" nodeType="tmRoot"/>
      </p:par>
    </p:tnLst>
  </p:timing>
</p:sld>
</file>

<file path=ppt/theme/theme1.xml><?xml version="1.0" encoding="utf-8"?>
<a:theme xmlns:a="http://schemas.openxmlformats.org/drawingml/2006/main" name="Balthasar template">
  <a:themeElements>
    <a:clrScheme name="Custom 347">
      <a:dk1>
        <a:srgbClr val="EFEFEF"/>
      </a:dk1>
      <a:lt1>
        <a:srgbClr val="004046"/>
      </a:lt1>
      <a:dk2>
        <a:srgbClr val="6AA84F"/>
      </a:dk2>
      <a:lt2>
        <a:srgbClr val="007074"/>
      </a:lt2>
      <a:accent1>
        <a:srgbClr val="00BFC9"/>
      </a:accent1>
      <a:accent2>
        <a:srgbClr val="00FFFF"/>
      </a:accent2>
      <a:accent3>
        <a:srgbClr val="DDFFFF"/>
      </a:accent3>
      <a:accent4>
        <a:srgbClr val="B6D7A8"/>
      </a:accent4>
      <a:accent5>
        <a:srgbClr val="D9D9D9"/>
      </a:accent5>
      <a:accent6>
        <a:srgbClr val="004046"/>
      </a:accent6>
      <a:hlink>
        <a:srgbClr val="00BFC9"/>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1646</TotalTime>
  <Words>828</Words>
  <Application>Microsoft Office PowerPoint</Application>
  <PresentationFormat>On-screen Show (16:9)</PresentationFormat>
  <Paragraphs>75</Paragraphs>
  <Slides>16</Slides>
  <Notes>2</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16</vt:i4>
      </vt:variant>
    </vt:vector>
  </HeadingPairs>
  <TitlesOfParts>
    <vt:vector size="29" baseType="lpstr">
      <vt:lpstr>Montserrat</vt:lpstr>
      <vt:lpstr>PT Serif</vt:lpstr>
      <vt:lpstr>Euclid Fraktur</vt:lpstr>
      <vt:lpstr>Arial</vt:lpstr>
      <vt:lpstr>Wingdings</vt:lpstr>
      <vt:lpstr>Bahnschrift Light Condensed</vt:lpstr>
      <vt:lpstr>Abril Fatface</vt:lpstr>
      <vt:lpstr>Cascadia Code</vt:lpstr>
      <vt:lpstr>Times New Roman</vt:lpstr>
      <vt:lpstr>Calibri</vt:lpstr>
      <vt:lpstr>Balthasar template</vt:lpstr>
      <vt:lpstr>Office Theme</vt:lpstr>
      <vt:lpstr>Equation</vt:lpstr>
      <vt:lpstr>CHƯƠNG 5: (TT) HÀM DELAY_MSX VÀ GIAO TIẾP SWITCH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5: GIAO TIẾP LED ĐƠN, LED 7 ĐOẠN, NÚT NHẤN, LCD.</dc:title>
  <cp:lastModifiedBy>PC MY</cp:lastModifiedBy>
  <cp:revision>119</cp:revision>
  <dcterms:modified xsi:type="dcterms:W3CDTF">2023-05-21T14:29:10Z</dcterms:modified>
</cp:coreProperties>
</file>