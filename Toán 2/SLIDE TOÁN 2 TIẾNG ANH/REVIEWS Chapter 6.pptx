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8" r:id="rId4"/>
    <p:sldId id="262" r:id="rId5"/>
    <p:sldId id="266" r:id="rId6"/>
    <p:sldId id="267" r:id="rId7"/>
    <p:sldId id="257" r:id="rId8"/>
    <p:sldId id="260" r:id="rId9"/>
    <p:sldId id="261" r:id="rId10"/>
    <p:sldId id="263" r:id="rId11"/>
    <p:sldId id="270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2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7126-378C-474D-AB5D-2E66336E9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43655-DEA0-4A62-8B6D-A72ECC893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18121-2A4A-42BA-A32D-2CC7BAF8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0E4F3-D030-4E89-8F49-77DD4519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16A1E-5DE3-4049-B2D5-FE67B2E5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8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4D45-B125-42D5-86D8-077658AD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F385-2BE7-4B16-9F1B-4F6BEACE1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A3AA0-BD1F-471B-83AA-92551553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8D58-4D22-4E6A-BBD0-8D773291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96A85-6DEB-423A-8F09-1B6AED88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7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FE53-1427-4DCA-8C45-040D8828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90296-7BBA-42CB-838B-8AC9DFBC7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004D4-2230-4628-AFDE-89B72D21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801A3-6458-4275-9788-8B71BF69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30DC-675A-400C-B0D8-0E3FB457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3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9A4C-C09D-40A6-AE93-F5F3FF99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472D9-B227-4936-8654-A85492727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F4284-F4F7-4809-B849-5BE71EEB4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551B6-46E8-4CE2-B80D-99603936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E8761-5854-4402-91B4-4AA86E14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E1181-927A-43FA-AF16-03D1282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8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32A5-0DB7-404C-8E1E-8731D97B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42D70-93A1-41C3-A148-A974232CC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7AF50-1D97-4B39-A895-7C099A83F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998209-1CA1-4F59-82AB-2DD1B2988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31F48-8175-4418-A00C-5C7E6E5C8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AD95FD-1C3D-4F69-8049-695F20D3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D9B86-94B2-40CB-97E2-DE593CE9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3F8CC-2858-4626-B1FC-664EA81E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6695-3373-4556-B73F-FC0FEDE5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33544-E592-4C9C-861F-2432C407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B0B13-221F-4D92-9E99-9CD42172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06257-2BC7-4DE4-840B-C27F2105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8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5E4CD-AEBC-4770-B50F-E5556D2A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3D211-7AFD-47B1-81B0-0C864CD6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14D68-5D76-4B53-BAA6-BDC2DCE0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25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587D-44ED-451A-9F22-DEC09040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50A4-50F7-4667-A258-507F368B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3B698-9AA1-45C6-B6FB-4AECBC885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A7350-1EA6-44E9-B86F-24DFDF66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D8643-9BE7-4345-AFBC-59572B46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4A8E3-ECF2-4560-912C-9EF830EC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0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7F2C-EF42-42E3-8D3A-4F36178C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57EBC-963F-43EB-B949-AFE5D6CF6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617BF-1797-413E-9240-E1AE7477E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F7289-F6A7-49AA-9870-6124AD7F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A1C76-4D81-490A-8334-074580BC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5DDE9-2099-49DD-8165-2A091289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4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06FC-0C75-4509-8029-1B6025F0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81FD5-14CD-4FCD-804B-DBC060D53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1CD62-4E26-4DE4-8A11-379DA735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E3944-9980-4157-8824-DCE4E11E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FE1DA-F881-453F-9208-12637FFA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0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F3005-F7E4-44B0-8AD1-3148E2246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49E86-C145-4175-ACFF-B60F91286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A2602-D255-4541-9A39-6297923D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D85B4-E27B-4AB4-A7AE-6013B19A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E5D24-D33A-4321-99E6-D0D5F078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9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EAB7D-C0C5-4EE2-BFA3-A2FC2D46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1F858-6AF9-4736-AF55-696BB47C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50B2-0CB4-4A52-A75B-1EEF6FF0C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D88B6-DE1B-456D-A258-451824F030EA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ED98-151B-4689-BC55-6B152B3FF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8FD1B-D2E5-441A-B63E-1B9F8D3F8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B571B-B68B-418A-96F4-D4E251F1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E3C6-B5BB-427F-9438-6BB7D0614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E46B1-3545-445E-8C9E-F89704253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89006"/>
            <a:ext cx="9144000" cy="226879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5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BCBE-512B-4743-9416-F4092555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196645"/>
            <a:ext cx="11105254" cy="68825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70C0"/>
                </a:solidFill>
              </a:rPr>
              <a:t>ĐỀ THI HỌC KỲ II 2017-2018 (CLC)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F47CB-FA66-481E-A012-5767983D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7" y="1560526"/>
            <a:ext cx="2074604" cy="23443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0AAA0B-6EAA-4C6E-8569-53C54A1398B2}"/>
                  </a:ext>
                </a:extLst>
              </p:cNvPr>
              <p:cNvSpPr txBox="1"/>
              <p:nvPr/>
            </p:nvSpPr>
            <p:spPr>
              <a:xfrm>
                <a:off x="248547" y="978639"/>
                <a:ext cx="11105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Tính diện tích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/>
                  <a:t> của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=−1.</m:t>
                    </m:r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0AAA0B-6EAA-4C6E-8569-53C54A13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" y="978639"/>
                <a:ext cx="11105253" cy="461665"/>
              </a:xfrm>
              <a:prstGeom prst="rect">
                <a:avLst/>
              </a:prstGeom>
              <a:blipFill>
                <a:blip r:embed="rId3"/>
                <a:stretch>
                  <a:fillRect l="-878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5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BCBE-512B-4743-9416-F4092555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196645"/>
            <a:ext cx="11105254" cy="68825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70C0"/>
                </a:solidFill>
              </a:rPr>
              <a:t>ĐỀ THI HỌC KỲ II 2017-2018 (CLC)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91C1D-2542-454E-B5C0-4B3766BA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46" y="1766517"/>
            <a:ext cx="2939842" cy="17613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13CB9-24BC-43DF-B2F3-1BE51B5A67AB}"/>
                  </a:ext>
                </a:extLst>
              </p:cNvPr>
              <p:cNvSpPr txBox="1"/>
              <p:nvPr/>
            </p:nvSpPr>
            <p:spPr>
              <a:xfrm>
                <a:off x="181639" y="889781"/>
                <a:ext cx="113633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Tính thể tích vật thể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/>
                  <a:t> tạo thành khi quay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 quanh trục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sz="2400"/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13CB9-24BC-43DF-B2F3-1BE51B5A6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39" y="889781"/>
                <a:ext cx="11363351" cy="830997"/>
              </a:xfrm>
              <a:prstGeom prst="rect">
                <a:avLst/>
              </a:prstGeom>
              <a:blipFill>
                <a:blip r:embed="rId3"/>
                <a:stretch>
                  <a:fillRect l="-858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62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B04DC0-D307-41C7-8BA1-D45C5AB9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02" y="1867126"/>
            <a:ext cx="2654706" cy="20082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ED8AC-FF7B-406F-8130-6304D34EB7C9}"/>
                  </a:ext>
                </a:extLst>
              </p:cNvPr>
              <p:cNvSpPr txBox="1"/>
              <p:nvPr/>
            </p:nvSpPr>
            <p:spPr>
              <a:xfrm>
                <a:off x="334302" y="844613"/>
                <a:ext cx="113857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Tính diện tích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/>
                  <a:t> của phần mặt phẳng ở trong đường cong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/>
                  <a:t> và ở ngoài đường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/>
                  <a:t> trong hệ tọa độ cực.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ED8AC-FF7B-406F-8130-6304D34E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02" y="844613"/>
                <a:ext cx="11385750" cy="830997"/>
              </a:xfrm>
              <a:prstGeom prst="rect">
                <a:avLst/>
              </a:prstGeom>
              <a:blipFill>
                <a:blip r:embed="rId3"/>
                <a:stretch>
                  <a:fillRect l="-857" t="-5882" r="-85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D71D280-E564-43D0-951D-28AFEA71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196645"/>
            <a:ext cx="11105254" cy="68825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70C0"/>
                </a:solidFill>
              </a:rPr>
              <a:t>ĐỀ THI HỌC KỲ II 2017-2018 (CLC)</a:t>
            </a:r>
          </a:p>
        </p:txBody>
      </p:sp>
    </p:spTree>
    <p:extLst>
      <p:ext uri="{BB962C8B-B14F-4D97-AF65-F5344CB8AC3E}">
        <p14:creationId xmlns:p14="http://schemas.microsoft.com/office/powerpoint/2010/main" val="235086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8E122A-7323-462C-9D1F-6580FCB2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54" y="2981171"/>
            <a:ext cx="3476625" cy="37528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BFABD15-93A5-4D01-8F56-F1BD7173AB9B}"/>
              </a:ext>
            </a:extLst>
          </p:cNvPr>
          <p:cNvSpPr txBox="1">
            <a:spLocks/>
          </p:cNvSpPr>
          <p:nvPr/>
        </p:nvSpPr>
        <p:spPr>
          <a:xfrm>
            <a:off x="102699" y="367583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ĐỀ THI HỌC KỲ I 2019-2020 (CLC)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A31B4-C597-46B9-AF28-15865D0F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54" y="897903"/>
            <a:ext cx="46386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6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5231D7-F22C-4086-8053-789D2F52B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6" y="2335340"/>
            <a:ext cx="3190875" cy="36671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99C329-658E-4A6F-A3D6-79BCCE68CA69}"/>
              </a:ext>
            </a:extLst>
          </p:cNvPr>
          <p:cNvSpPr txBox="1">
            <a:spLocks/>
          </p:cNvSpPr>
          <p:nvPr/>
        </p:nvSpPr>
        <p:spPr>
          <a:xfrm>
            <a:off x="169606" y="367583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ĐỀ THI HỌC KỲ I 2019-2020 (CLC)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B64C0-E6E7-431D-A8AB-2C22EF1BB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6" y="987463"/>
            <a:ext cx="45339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4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7CC66-266E-45E4-9E3D-CB8EF16C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8" y="645812"/>
            <a:ext cx="11404926" cy="46956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8BD7513-B97A-4A99-8CF1-3D52077DA749}"/>
              </a:ext>
            </a:extLst>
          </p:cNvPr>
          <p:cNvSpPr txBox="1">
            <a:spLocks/>
          </p:cNvSpPr>
          <p:nvPr/>
        </p:nvSpPr>
        <p:spPr>
          <a:xfrm>
            <a:off x="169606" y="138983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ĐỀ THI HỌC KỲ I 2019-2020 (CLC)</a:t>
            </a:r>
          </a:p>
        </p:txBody>
      </p:sp>
    </p:spTree>
    <p:extLst>
      <p:ext uri="{BB962C8B-B14F-4D97-AF65-F5344CB8AC3E}">
        <p14:creationId xmlns:p14="http://schemas.microsoft.com/office/powerpoint/2010/main" val="83988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5CEBD-1621-4876-B187-6E032696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0" y="4626079"/>
            <a:ext cx="3003654" cy="2158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5C1F5-38B1-4531-92F0-7EBF2D0A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63066"/>
            <a:ext cx="2980573" cy="2195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C5C218-ACF0-40F4-9C89-736ED0D93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71" y="1512477"/>
            <a:ext cx="2799273" cy="2087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3233D-92AF-4C6E-BC6A-7B5B9B165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74839"/>
            <a:ext cx="2945890" cy="23007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E0DD61-3278-4ED1-AAEE-F962DF5383A9}"/>
              </a:ext>
            </a:extLst>
          </p:cNvPr>
          <p:cNvSpPr txBox="1">
            <a:spLocks/>
          </p:cNvSpPr>
          <p:nvPr/>
        </p:nvSpPr>
        <p:spPr>
          <a:xfrm>
            <a:off x="423746" y="162605"/>
            <a:ext cx="10498274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ĐỀ THI HỌC KỲ 2015-2016 (CLC)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2817AF-FBF6-4A66-8150-C7C63C0C937D}"/>
                  </a:ext>
                </a:extLst>
              </p:cNvPr>
              <p:cNvSpPr txBox="1"/>
              <p:nvPr/>
            </p:nvSpPr>
            <p:spPr>
              <a:xfrm>
                <a:off x="356839" y="629846"/>
                <a:ext cx="114188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Tính diện tích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/>
                  <a:t> của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cong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sz="2400"/>
                  <a:t>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Xem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ì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nh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ẽ)</m:t>
                    </m:r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2817AF-FBF6-4A66-8150-C7C63C0C9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39" y="629846"/>
                <a:ext cx="11418849" cy="830997"/>
              </a:xfrm>
              <a:prstGeom prst="rect">
                <a:avLst/>
              </a:prstGeom>
              <a:blipFill>
                <a:blip r:embed="rId6"/>
                <a:stretch>
                  <a:fillRect l="-854" t="-6569" r="-1014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84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391E97-82E7-4AF2-9DC2-D6B9035D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80" y="4146245"/>
            <a:ext cx="2408061" cy="2399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E318AE-FD70-4684-81DF-5C4587C83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80" y="1539113"/>
            <a:ext cx="2178159" cy="16028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C47DA9-04A0-4B57-AD39-BA61A9D2F771}"/>
                  </a:ext>
                </a:extLst>
              </p:cNvPr>
              <p:cNvSpPr txBox="1"/>
              <p:nvPr/>
            </p:nvSpPr>
            <p:spPr>
              <a:xfrm>
                <a:off x="393512" y="666759"/>
                <a:ext cx="113633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/>
                  <a:t>Tính thể tích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/>
                  <a:t> của vật thể tạo thành khi quay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cong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/>
                  <a:t> quanh trục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sz="2400"/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C47DA9-04A0-4B57-AD39-BA61A9D2F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12" y="666759"/>
                <a:ext cx="11363351" cy="830997"/>
              </a:xfrm>
              <a:prstGeom prst="rect">
                <a:avLst/>
              </a:prstGeom>
              <a:blipFill>
                <a:blip r:embed="rId4"/>
                <a:stretch>
                  <a:fillRect l="-858" t="-6569" r="-805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DF0516-265F-4F86-ADD2-560FC5C7F1C8}"/>
                  </a:ext>
                </a:extLst>
              </p:cNvPr>
              <p:cNvSpPr/>
              <p:nvPr/>
            </p:nvSpPr>
            <p:spPr>
              <a:xfrm>
                <a:off x="393512" y="3259277"/>
                <a:ext cx="1136335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Palatino Linotype" panose="02040502050505030304" pitchFamily="18" charset="0"/>
                  </a:rPr>
                  <a:t>Tính diện tích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của hình phẳng giới hạn bởi các đường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trong hệ tọa độ cực.</a:t>
                </a:r>
                <a:endParaRPr lang="en-US" sz="240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DF0516-265F-4F86-ADD2-560FC5C7F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12" y="3259277"/>
                <a:ext cx="11363350" cy="830997"/>
              </a:xfrm>
              <a:prstGeom prst="rect">
                <a:avLst/>
              </a:prstGeom>
              <a:blipFill>
                <a:blip r:embed="rId5"/>
                <a:stretch>
                  <a:fillRect l="-85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8DCA1FFE-2E4C-476E-AAEE-CDDC01B563B2}"/>
              </a:ext>
            </a:extLst>
          </p:cNvPr>
          <p:cNvSpPr txBox="1">
            <a:spLocks/>
          </p:cNvSpPr>
          <p:nvPr/>
        </p:nvSpPr>
        <p:spPr>
          <a:xfrm>
            <a:off x="423746" y="162605"/>
            <a:ext cx="10498274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ĐỀ THI HỌC KỲ 2015-2016 (CLC)</a:t>
            </a:r>
          </a:p>
        </p:txBody>
      </p:sp>
    </p:spTree>
    <p:extLst>
      <p:ext uri="{BB962C8B-B14F-4D97-AF65-F5344CB8AC3E}">
        <p14:creationId xmlns:p14="http://schemas.microsoft.com/office/powerpoint/2010/main" val="247401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284DD8-7A4E-4FA7-8D2E-74AD0D05D21E}"/>
                  </a:ext>
                </a:extLst>
              </p:cNvPr>
              <p:cNvSpPr txBox="1"/>
              <p:nvPr/>
            </p:nvSpPr>
            <p:spPr>
              <a:xfrm>
                <a:off x="440641" y="642532"/>
                <a:ext cx="11145476" cy="2832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2016-2017-KHƯD) </a:t>
                </a:r>
                <a:r>
                  <a:rPr lang="en-US" sz="2400"/>
                  <a:t>Tính diện tích của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/>
                  <a:t>.</a:t>
                </a:r>
                <a:endParaRPr lang="en-US" sz="240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2017-2018-KHƯD) </a:t>
                </a:r>
                <a:r>
                  <a:rPr lang="en-US" sz="2400"/>
                  <a:t>Tính diện tích của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.</a:t>
                </a:r>
              </a:p>
              <a:p>
                <a:pPr marL="342900" indent="-342900" algn="just">
                  <a:buAutoNum type="arabicPeriod"/>
                </a:pPr>
                <a:r>
                  <a:rPr lang="en-US" sz="2400"/>
                  <a:t>(HKII, 2016-2017-CLC) Tính diện tích của hình phẳng giới hạn bởi các đ</a:t>
                </a:r>
                <a:r>
                  <a:rPr lang="vi-VN" sz="2400"/>
                  <a:t>ư</a:t>
                </a:r>
                <a:r>
                  <a:rPr lang="en-US" sz="2400"/>
                  <a:t>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/>
                  <a:t> và đường thẳng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=−3+4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.</a:t>
                </a:r>
              </a:p>
              <a:p>
                <a:pPr algn="just"/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284DD8-7A4E-4FA7-8D2E-74AD0D05D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1" y="642532"/>
                <a:ext cx="11145476" cy="2832635"/>
              </a:xfrm>
              <a:prstGeom prst="rect">
                <a:avLst/>
              </a:prstGeom>
              <a:blipFill>
                <a:blip r:embed="rId2"/>
                <a:stretch>
                  <a:fillRect l="-1039" t="-3011" r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D7F83BB-6969-49B1-9A9B-DF0AB595F985}"/>
              </a:ext>
            </a:extLst>
          </p:cNvPr>
          <p:cNvSpPr txBox="1">
            <a:spLocks/>
          </p:cNvSpPr>
          <p:nvPr/>
        </p:nvSpPr>
        <p:spPr>
          <a:xfrm>
            <a:off x="941677" y="207210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70C0"/>
                </a:solidFill>
              </a:rPr>
              <a:t>MỘT SỐ ĐỀ THI HỌC KỲ KHÁC</a:t>
            </a:r>
          </a:p>
        </p:txBody>
      </p:sp>
    </p:spTree>
    <p:extLst>
      <p:ext uri="{BB962C8B-B14F-4D97-AF65-F5344CB8AC3E}">
        <p14:creationId xmlns:p14="http://schemas.microsoft.com/office/powerpoint/2010/main" val="84400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284DD8-7A4E-4FA7-8D2E-74AD0D05D21E}"/>
                  </a:ext>
                </a:extLst>
              </p:cNvPr>
              <p:cNvSpPr txBox="1"/>
              <p:nvPr/>
            </p:nvSpPr>
            <p:spPr>
              <a:xfrm>
                <a:off x="440641" y="965918"/>
                <a:ext cx="11513466" cy="5835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2016-2017-KHƯD) Gọi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là miền phẳng  giới hạn bởi các đường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.</a:t>
                </a: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Viết công thức tính thể tích vật thể tạo thành khi quay miền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quanh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Tính thể tích vật thể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được tạo thành khi quay miền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quanh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2018-2019-ĐT) Gọi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là miền phẳng  giới hạn bởi các đường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.</a:t>
                </a: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Tính diện tích miền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Tính thể tích khối tròn xoay nhận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ợc khi quay miền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quanh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2018-2019-CLC) Gọi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là miền phẳng  giới hạn bởi các đường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.</a:t>
                </a: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Tính diện tích miền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800100" lvl="1" indent="-342900" algn="just">
                  <a:buFont typeface="+mj-lt"/>
                  <a:buAutoNum type="alphaLcPeriod"/>
                </a:pPr>
                <a:r>
                  <a:rPr lang="en-US" sz="2400">
                    <a:latin typeface="Palatino Linotype" panose="02040502050505030304" pitchFamily="18" charset="0"/>
                  </a:rPr>
                  <a:t>Tính thể tích khối tròn xoay nhận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ợc khi quay miền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quanh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2016-2017-CLC) Tính thể tích vật thể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tạo thành khi quay hình phẳng giới hạn bởi các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ờng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các đường thẳng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quanh trục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284DD8-7A4E-4FA7-8D2E-74AD0D05D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1" y="965918"/>
                <a:ext cx="11513466" cy="5835508"/>
              </a:xfrm>
              <a:prstGeom prst="rect">
                <a:avLst/>
              </a:prstGeom>
              <a:blipFill>
                <a:blip r:embed="rId2"/>
                <a:stretch>
                  <a:fillRect l="-1006" t="-1461" r="-847" b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D7F83BB-6969-49B1-9A9B-DF0AB595F985}"/>
              </a:ext>
            </a:extLst>
          </p:cNvPr>
          <p:cNvSpPr txBox="1">
            <a:spLocks/>
          </p:cNvSpPr>
          <p:nvPr/>
        </p:nvSpPr>
        <p:spPr>
          <a:xfrm>
            <a:off x="941677" y="129150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70C0"/>
                </a:solidFill>
              </a:rPr>
              <a:t>MỘT SỐ ĐỀ THI HỌC KỲ KHÁC</a:t>
            </a:r>
          </a:p>
        </p:txBody>
      </p:sp>
    </p:spTree>
    <p:extLst>
      <p:ext uri="{BB962C8B-B14F-4D97-AF65-F5344CB8AC3E}">
        <p14:creationId xmlns:p14="http://schemas.microsoft.com/office/powerpoint/2010/main" val="1233702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673F5-7B1F-439F-AAA1-A90C98333C76}"/>
                  </a:ext>
                </a:extLst>
              </p:cNvPr>
              <p:cNvSpPr txBox="1"/>
              <p:nvPr/>
            </p:nvSpPr>
            <p:spPr>
              <a:xfrm>
                <a:off x="607909" y="646773"/>
                <a:ext cx="11145476" cy="460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Tx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2016-2017-CLC) Tính diện tích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của phần mặt phẳng ở trong đường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ở ngoài đường cong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trong hệ tọa độ cực.</a:t>
                </a:r>
              </a:p>
              <a:p>
                <a:pPr marL="342900" indent="-342900" algn="just"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2017-2018-KHƯD) Tính diện tích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của phần mặt phẳng ở trong đường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ở ngoài đường cong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trong hệ tọa độ cực.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2017-2018-KHƯD) Một họa tiết trang trí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ợc vẽ nên bởi hai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ờng cong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Miền họa tiết nằm ngoài đường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và nằm trong đường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được tô màu xanh. Tính diện tích miền màu xanh này của họa tiết.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2016-2017-KHƯD) Biểu diễn đ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ờng cong có ph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ơng trình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 sang hệ tọa độ cực và tính diện tích giới hạn bởi đường đó.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sz="240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673F5-7B1F-439F-AAA1-A90C9833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09" y="646773"/>
                <a:ext cx="11145476" cy="4602222"/>
              </a:xfrm>
              <a:prstGeom prst="rect">
                <a:avLst/>
              </a:prstGeom>
              <a:blipFill>
                <a:blip r:embed="rId2"/>
                <a:stretch>
                  <a:fillRect l="-1039" t="-1987" r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1817E72-219B-44D6-89D7-96686D4F5941}"/>
              </a:ext>
            </a:extLst>
          </p:cNvPr>
          <p:cNvSpPr txBox="1">
            <a:spLocks/>
          </p:cNvSpPr>
          <p:nvPr/>
        </p:nvSpPr>
        <p:spPr>
          <a:xfrm>
            <a:off x="941677" y="140301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70C0"/>
                </a:solidFill>
              </a:rPr>
              <a:t>MỘT SỐ ĐỀ THI HỌC KỲ KHÁC</a:t>
            </a:r>
          </a:p>
        </p:txBody>
      </p:sp>
    </p:spTree>
    <p:extLst>
      <p:ext uri="{BB962C8B-B14F-4D97-AF65-F5344CB8AC3E}">
        <p14:creationId xmlns:p14="http://schemas.microsoft.com/office/powerpoint/2010/main" val="261026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673F5-7B1F-439F-AAA1-A90C98333C76}"/>
                  </a:ext>
                </a:extLst>
              </p:cNvPr>
              <p:cNvSpPr txBox="1"/>
              <p:nvPr/>
            </p:nvSpPr>
            <p:spPr>
              <a:xfrm>
                <a:off x="607909" y="646773"/>
                <a:ext cx="111454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Tx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Một vật chuyển động dọc theo trục </a:t>
                </a:r>
                <a:r>
                  <a:rPr lang="en-US" sz="2400" i="1">
                    <a:latin typeface="Palatino Linotype" panose="02040502050505030304" pitchFamily="18" charset="0"/>
                  </a:rPr>
                  <a:t>x</a:t>
                </a:r>
                <a:r>
                  <a:rPr lang="en-US" sz="2400">
                    <a:latin typeface="Palatino Linotype" panose="02040502050505030304" pitchFamily="18" charset="0"/>
                  </a:rPr>
                  <a:t> d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ới tác động của lực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Newton. Tìm công thực hiện bởi lực này khi di chuyển vật từ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cm đến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cm.</a:t>
                </a:r>
              </a:p>
              <a:p>
                <a:pPr marL="342900" indent="-342900" algn="just">
                  <a:buFontTx/>
                  <a:buAutoNum type="arabicPeriod"/>
                </a:pPr>
                <a:r>
                  <a:rPr lang="en-US" sz="2400">
                    <a:latin typeface="Palatino Linotype" panose="02040502050505030304" pitchFamily="18" charset="0"/>
                  </a:rPr>
                  <a:t>(HKII, 2016-2017-KHƯD) Ng</a:t>
                </a:r>
                <a:r>
                  <a:rPr lang="vi-VN" sz="2400">
                    <a:latin typeface="Palatino Linotype" panose="02040502050505030304" pitchFamily="18" charset="0"/>
                  </a:rPr>
                  <a:t>ư</a:t>
                </a:r>
                <a:r>
                  <a:rPr lang="en-US" sz="2400">
                    <a:latin typeface="Palatino Linotype" panose="02040502050505030304" pitchFamily="18" charset="0"/>
                  </a:rPr>
                  <a:t>ời ta nhúng vào trong một cái thùng đựng đầy dầu hỏa một tấm kim loại hình tam giác cân có chiều cao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ft, cạnh đáy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ft. Khoảng cách từ đỉnh </a:t>
                </a:r>
                <a:r>
                  <a:rPr lang="en-US" sz="2400" b="0" i="1">
                    <a:latin typeface="Palatino Linotype" panose="02040502050505030304" pitchFamily="18" charset="0"/>
                  </a:rPr>
                  <a:t>A</a:t>
                </a:r>
                <a:r>
                  <a:rPr lang="en-US" sz="2400" b="0">
                    <a:latin typeface="Palatino Linotype" panose="02040502050505030304" pitchFamily="18" charset="0"/>
                  </a:rPr>
                  <a:t> của tấm kim loại đến nắp thùng là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ft. Hãy tính lực của dầu lửa tác dụng vuông góc lên bề mặt của tấm kim loại.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sz="2400">
                  <a:latin typeface="Palatino Linotype" panose="020405020505050303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673F5-7B1F-439F-AAA1-A90C9833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09" y="646773"/>
                <a:ext cx="11145476" cy="3416320"/>
              </a:xfrm>
              <a:prstGeom prst="rect">
                <a:avLst/>
              </a:prstGeom>
              <a:blipFill>
                <a:blip r:embed="rId2"/>
                <a:stretch>
                  <a:fillRect l="-1039" t="-2674" r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1817E72-219B-44D6-89D7-96686D4F5941}"/>
              </a:ext>
            </a:extLst>
          </p:cNvPr>
          <p:cNvSpPr txBox="1">
            <a:spLocks/>
          </p:cNvSpPr>
          <p:nvPr/>
        </p:nvSpPr>
        <p:spPr>
          <a:xfrm>
            <a:off x="941677" y="140301"/>
            <a:ext cx="10515600" cy="51977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70C0"/>
                </a:solidFill>
              </a:rPr>
              <a:t>MỘT SỐ ĐỀ THI HỌC KỲ KHÁC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BC6196-3985-4637-A805-BF5E1C3F4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000" y="3345732"/>
            <a:ext cx="1457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9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877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Palatino Linotype</vt:lpstr>
      <vt:lpstr>Times New Roman</vt:lpstr>
      <vt:lpstr>Office Theme</vt:lpstr>
      <vt:lpstr>REVIEWS</vt:lpstr>
      <vt:lpstr>ĐỀ THI HỌC KỲ II 2017-2018 (CLC)</vt:lpstr>
      <vt:lpstr>ĐỀ THI HỌC KỲ II 2017-2018 (CLC)</vt:lpstr>
      <vt:lpstr>ĐỀ THI HỌC KỲ II 2017-2018 (CLC)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REVIEWS</dc:title>
  <dc:creator>Duc Dung Banh</dc:creator>
  <cp:lastModifiedBy>Duc Dung Banh</cp:lastModifiedBy>
  <cp:revision>41</cp:revision>
  <dcterms:created xsi:type="dcterms:W3CDTF">2020-03-26T00:54:56Z</dcterms:created>
  <dcterms:modified xsi:type="dcterms:W3CDTF">2020-03-26T13:41:04Z</dcterms:modified>
</cp:coreProperties>
</file>