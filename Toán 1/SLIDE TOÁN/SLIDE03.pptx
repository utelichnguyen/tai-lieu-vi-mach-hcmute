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291" r:id="rId10"/>
    <p:sldId id="292" r:id="rId11"/>
    <p:sldId id="293" r:id="rId12"/>
    <p:sldId id="294" r:id="rId13"/>
    <p:sldId id="295" r:id="rId14"/>
    <p:sldId id="304" r:id="rId15"/>
    <p:sldId id="305" r:id="rId16"/>
    <p:sldId id="296" r:id="rId17"/>
    <p:sldId id="297" r:id="rId18"/>
    <p:sldId id="298" r:id="rId19"/>
    <p:sldId id="299" r:id="rId2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9-24T00:21:23.068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14733 2434 1147 0,'0'0'245'0,"0"0"-98"0,0 0-32 0,0 0 35 0,0 0-58 0,0 0 15 0,0-16-107 0,2 16-1 0,2 0 1 0,-4 0 344 0,0-4-84 0,0 0-125 0,0 0-51 16,0 0-41-16,-6 2 60 15,4 2-34-15,2 0-14 16,0 0-8-16,0 0-4 16,0 0 2-16,0 0 5 15,-2 0-8-15,2 0-5 16,0 0-16-16,0 0-15 0,0 0-5 16,6 0 10-1,19 0 2-15,6 0 4 0,8 0-13 16,3 0-4-16,0 0-34 15,-3 0-44-15,-2 0-73 16,-10 0-350-16,-12 0-426 0</inkml:trace>
  <inkml:trace contextRef="#ctx0" brushRef="#br0" timeOffset="287.6">14656 2603 2237 0,'0'0'655'0,"0"0"-508"15,0 0-34-15,0 0-36 16,0 0-32-16,0 0-18 16,138 0-27-16,-89 0-9 15,13 0-135-15,-14 0-509 16,-13 0-1114-16</inkml:trace>
  <inkml:trace contextRef="#ctx0" brushRef="#br0" timeOffset="1199.94">15607 2747 854 0,'0'0'1277'0,"0"0"-900"0,0 0-189 0,0 0 22 16,0 0-53-16,0 0-44 0,0 0-22 16,44-48-65-16,-10 12-16 15,7-8-4-15,3-9-5 16,5-11-1-16,0-8 0 15,9-26 0-15,0-22-6 16,-9 7-4-16,-11 15 1 16,-16 16 8-16,-11 23 1 15,-2 1 16-15,-5 4 8 16,-4 16 1-16,0 14-8 16,0 14 5-16,-17 10-22 0,-6 10-1 15,-8 30-14-15,-9 32 15 16,-7 33 11-16,9 1 4 15,7-8 6-15,15-14-3 16,12-22-17-16,4 1 9 16,0-1-8-16,9-14-2 15,13-14-8-15,5-12-20 16,2-12-4-16,2-10 5 16,-2 0-7-16,-2-14-15 15,-2-16-2-15,-6-4-6 16,-1-2 21-16,-5 4 36 15,-5 8 27-15,-4 8 52 0,-4 10 4 16,0 6-31-16,0 0-52 16,0 18-3-16,-7 10 3 15,-4 8 15-15,2 2-15 16,3-2 0-16,1-4-7 16,2-8-80-16,3-13-118 15,8-10-378-15,5-1-322 0</inkml:trace>
  <inkml:trace contextRef="#ctx0" brushRef="#br0" timeOffset="1653.09">16283 2267 1013 0,'0'0'666'0,"0"0"-373"0,0 0 19 0,-19 121-57 0,6-77-62 16,2-2-12-16,0-6-75 15,2-5-46-15,2-8-36 16,5-9-12-16,2-5-5 16,0-9 4-16,0 0-10 0,20-14-1 15,9-15-1 1,6-7-58-16,3-2-18 16,-1 4 24-16,-6 10 35 15,-8 10 18-15,-6 14 13 16,-11 0 4-16,-6 20 25 15,0 12 22-15,0 2 11 16,-13-2-8-16,3-6-22 0,4-5-24 16,2-10-13-1,4-7-1-15,0-4 2 16,18 0-9-16,17-19 0 0,10-8-36 16,4-1 3-16,-1 2 20 15,-5 8 8-15,-7 10 5 16,-11 8 12-16,-8 0-5 15,-5 20-5-15,-6 12 11 16,-6 5-2-16,0 4-11 0,0 0-18 16,-9 5-162-1,-4-12-434-15,0-10-811 0</inkml:trace>
  <inkml:trace contextRef="#ctx0" brushRef="#br0" timeOffset="3112.96">15654 2988 1124 0,'0'0'700'0,"0"0"-457"0,0 0-52 16,0 0 0-16,0 0-30 0,0 0-27 16,0 0 33-16,-3 0-45 15,3 0-43-15,0 0-22 16,0 0-26-16,0 1-21 15,0 12-10-15,0 2-4 0,-2 12 4 16,-6 7 15 0,-6 4-3-16,-1 2 0 0,-1 0 0 15,-2-4-3-15,4-4-8 16,6-8 5-16,1-7-4 16,5-9-2-16,2-7-10 15,0-1-4-15,0-9-4 16,17-20-52-16,8-9-167 15,2-8-52-15,2-2-184 16,-4 4 169-16,-6 10 168 16,-7 12 136-16,-10 12 157 15,-2 10-31-15,0 0-30 16,-20 18 141-16,0 12-12 16,-2 6-85-16,6 2-29 15,5 0-42-15,11-2-26 0,0-2-18 16,13-6-25-16,18-7-37 15,25-11-117-15,-7-9-142 16,-7-1-431-16</inkml:trace>
  <inkml:trace contextRef="#ctx0" brushRef="#br0" timeOffset="3320.9">15778 3170 2009 0,'0'0'655'0,"0"0"-438"0,0 0-62 0,0 0-73 0,0 0-55 0,0 0-10 16,123 0-8-16,-74 0-9 15,-2 8-10-15,-2 0-66 16,-5-2-136-16,-7-2-45 16,0-4-120-16,-10 0-281 15,-9-12-810-15</inkml:trace>
  <inkml:trace contextRef="#ctx0" brushRef="#br0" timeOffset="3512.17">16166 3021 1647 0,'0'0'628'15,"0"0"-434"-15,0 0-75 0,0 0-27 16,0 0-32-16,0 0-17 16,0 0-3-16,114 77 25 15,-114-33-13-15,0 4-9 16,-20 2-11-16,-9-2-13 15,-2-4-16-15,0-7-3 16,6-15-147-16,10-10-311 16,7-10-561-16</inkml:trace>
  <inkml:trace contextRef="#ctx0" brushRef="#br0" timeOffset="3752.65">16345 3154 1719 0,'0'0'645'15,"0"0"-468"-15,0 0 4 16,0 0-72-16,0 0-59 16,0 0 36-16,0 0-29 15,140 2-29-15,-105 2-20 0,-4 0-8 16,-2-4-82-1,-2 0-125-15,-4 0-127 16,-8-6-287-16,-5-8-608 0</inkml:trace>
  <inkml:trace contextRef="#ctx0" brushRef="#br0" timeOffset="3912.02">16645 3006 1588 0,'0'0'329'0,"0"0"-199"15,0 0 50-15,0 0-26 0,-51 102-37 16,37-58-35-16,4 0-48 16,3-2-22-16,7-4-12 15,0-1-106-15,7-13-177 16,11-11-367-16</inkml:trace>
  <inkml:trace contextRef="#ctx0" brushRef="#br0" timeOffset="4347.54">16839 3074 629 0,'0'0'965'0,"0"0"-679"16,0 0-145-16,0 0 92 16,0 0-6-16,0 0-60 15,-37 118-8-15,29-80-53 16,2-4-35-16,4-2-26 15,2-5-7-15,0-5-8 16,0-8-7-16,4-4-7 16,8-8 2-16,3-2 5 15,7 0-5-15,3-22-18 16,4-7-3-16,2-3-32 16,1-2-20-16,-1 4 4 15,0 6-31-15,-5 10 31 16,-2 10 33-16,-1 4 18 15,-3 0 12-15,-4 12 9 0,-3 4 15 16,-4 2 6-16,-5-2 7 16,-4-2-10-16,0-6-5 15,0-1-4-15,-20-6 5 16,-7-1 23-16,-6 0-17 16,-7-10-20-16,0-4-21 15,-3-2-15-15,3 0-38 16,1-2-116-16,5 6-342 15,14 2-637-15</inkml:trace>
  <inkml:trace contextRef="#ctx0" brushRef="#br0" timeOffset="5961.03">17713 1398 947 0,'0'0'393'0,"0"0"-63"0,0 0-75 0,0 0-29 0,0 0-59 0,0 0-34 0,0 0-36 0,0-45-35 16,0 43 2-16,0 2 17 15,0 0 8-15,0 0 8 16,0 0-17-16,-3 0-25 16,3 0-24-16,0 0-20 15,-2 0-11-15,0 0-8 16,0 16-2-16,-2 6 2 16,-4 9 8-16,2 1 8 15,1 8-8-15,-1 4 0 16,2 8 6-16,-1 6 7 15,3 6 10-15,-1 4-10 16,1 3-13-16,0 1 0 16,-5 2 1-16,1-2-1 0,-3 0 1 15,-3-2 5-15,4-1-4 16,1-7 5-16,3-6-6 16,2-6 8-16,2-6-8 15,0-4 7-15,0-1-8 16,0-3 0-16,0-2 0 15,-3-2 1-15,-2-2-1 16,3 0 1-16,0-4 5 0,2 0-5 16,-2-4 4-1,2 2-4-15,0-2-1 0,0 0 1 16,0 0-1-16,0 0 2 16,-2 0-2-16,-1 1 1 15,1-1-1-15,0-3 0 16,-2 3 1-16,0-1 0 15,-2 1-1-15,2-2 1 16,0 0 0-16,1 2-1 16,1-2 1-16,0 0-1 15,0-2 1-15,-2 0 0 16,2-2-1-16,2 0 0 16,0-2 0-16,0-4 0 15,0-2 0-15,0-2-2 16,0 0 1-16,0-4 0 0,0 2 0 15,0-1 0-15,0 0 1 16,0-1 0-16,0 2-1 16,0-2 1-16,0 1-6 15,0-2 5-15,0-1 1 16,0 3 0-16,0-3 1 16,0 0-1-16,0 0 1 15,0 0 5-15,0 0 0 16,0 0 0-16,0 0-4 15,0 0 5-15,0 0 8 16,0 0 8-16,2 0 5 16,13 0-5-16,12 0-1 15,8 0-1-15,10 4-14 16,6-1 5-16,3 4-3 0,1 1-9 16,-6-1-19-16,-2 1-37 15,-1-8-99-15,-9 0-526 16,-11 0-1541-16</inkml:trace>
  <inkml:trace contextRef="#ctx0" brushRef="#br0" timeOffset="6659.62">17810 1281 1333 0,'0'0'619'0,"0"0"-344"0,0 0 24 15,0 0-19-15,0 0-49 0,0 0-76 0,0 0-39 16,-48 0-54-16,48 0-17 15,11 0-39-15,9 0 12 16,7-4-7-16,4 0-11 16,2-2-48-16,16 0-103 15,-10 0-561-15,-6 2-1436 0</inkml:trace>
  <inkml:trace contextRef="#ctx0" brushRef="#br0" timeOffset="7509.87">18043 2476 1232 0,'0'0'862'0,"0"0"-518"0,0 0-115 0,0 0 1 15,0 0-91-15,0 0-46 16,0 0-47-16,6 8-26 16,10 6-10-16,4 2-2 0,4 7 1 15,5 3-8-15,0-1 6 16,5 1-6-1,-1-1-1-15,0-3-26 0,3-2-70 16,5-10-222-16,-10-6-303 16,-8-4-996-16</inkml:trace>
  <inkml:trace contextRef="#ctx0" brushRef="#br0" timeOffset="8176.5">18898 1644 1051 0,'0'0'481'0,"0"0"-200"0,0 0-73 0,0 0-26 0,0 0-34 16,0 0 20-16,0 0-42 15,5-46-14-15,-5 46 3 16,0 0-24-16,0 0-47 16,0 0-26-16,-14 0-12 15,-1 16-5-15,-10 10 25 16,-2 10 3-16,-4 14 2 0,-5 15 10 16,-1 11 2-1,-4 8-8-15,1 4 5 0,-2 3-2 16,-1 0-9-16,6-5-11 15,1-3-18-15,3-11 1 16,6-8-1-16,4-8 0 16,4-7 0-16,1-11-11 15,7-6-35-15,-1-10-44 16,12-18-190-16,0-4-252 16,0 0-335-16</inkml:trace>
  <inkml:trace contextRef="#ctx0" brushRef="#br0" timeOffset="9046.84">18292 1588 1441 0,'0'0'355'0,"0"0"-188"0,0 0-45 0,0 0-40 16,0 0 10-16,0 0 13 0,-116 44-7 15,85-22-5-15,-3 10 6 16,-1 10-8-16,-3 13-8 16,-7 29 14-16,-1 34-22 15,-1 41-17-15,7 9-7 16,13-8-1-16,18-22-19 15,9-41 1-15,0-19-13 0,0-16-7 16,9-6-3 0,9 7-7-16,8 5-2 0,13-2-12 15,9-14-69-15,35-18-160 16,-12-16-231-16,-9-14-424 16</inkml:trace>
  <inkml:trace contextRef="#ctx0" brushRef="#br0" timeOffset="10173.54">18893 1564 910 0,'0'0'401'0,"0"0"-143"0,0 0-24 0,0 0-53 0,0 0-16 0,0 0 3 15,0 0 7-15,-6 0-31 16,6 0-11-16,0 0 22 15,0 0-48-15,0 0-28 16,0 0-18-16,0 0-19 16,0 0-10-16,4 0-13 15,12 0-10-15,7 0-3 16,10 0-5-16,9 0 0 16,9 0-1-16,16 0 9 15,8 0-3-15,8 0-4 16,9 0 8-16,-3 0 2 0,2 0-3 15,-4 0 1-15,-3 0-4 16,1 4 0-16,2 0-5 16,4-4 10-16,7 0 1 15,6 0 6-15,-2 0-3 16,-4 0 12-16,-7 0 4 16,-10 0-4-16,-13 0-12 15,-10 0 2-15,-13 0-5 16,-8 0-5-16,-8 0 5 15,-6 0-4-15,-7 0-8 16,-5 0 0-16,-7 0 0 0,-2 0-1 16,-2 0-6-1,0 0-27-15,0 0-50 16,-2 0-73-16,-11 0-389 0,-3 0-312 16</inkml:trace>
  <inkml:trace contextRef="#ctx0" brushRef="#br0" timeOffset="12138.96">18252 1913 1079 0,'0'0'590'0,"0"0"-368"0,0 0-51 0,0 0-25 0,0 0-47 16,0 0-14-16,0 0 14 16,0-6-16-16,0 4-31 15,0 0 7-15,0 0-3 0,0-3 11 16,0 4 11 0,0-3-5-16,0 0-32 15,0-2-13-15,7-1-11 16,3 0-16-16,2 0 6 15,1 2-7-15,0 3-1 16,-3 0-6-16,-4 2 6 16,-4 0-11-16,-2 0-6 0,0 8 3 15,0 7 15 1,0 6 6-16,-2 5-5 0,-9 4 20 16,-3 0-3-1,2 0-2-15,0-2-4 0,-1-2-4 16,2-4-2-1,1-6-5-15,2-4 0 0,3-4-1 16,3-5 11-16,2-2-2 16,0-1 0-16,0 0 7 15,5 0-16-15,10-4-30 0,9-4-30 16,1 0 17-16,-2 4 19 16,-6 4 13-1,-5 0 11-15,-8 4 0 16,-4 15 0-16,0 3 6 0,-12 7 4 15,-9 1 1-15,-6 1-4 16,0-2-7-16,-4 0-168 16,8-9-212-1,4-4-702-15</inkml:trace>
  <inkml:trace contextRef="#ctx0" brushRef="#br0" timeOffset="13671.43">19005 2364 681 0,'0'0'754'16,"0"0"-496"-16,0 0-62 0,0 0-41 0,0 0-4 0,0 0-53 15,0 0-21-15,51-38-13 16,-38 38-23-16,-4 6-11 16,-2 18-8-16,-7 6 27 15,0 6 2-15,0 6 4 0,-14-2 14 16,-5 0 5 0,1-6-14-16,-3-6-20 15,9-7-22-15,3-7-9 16,5-6 2-16,4-6-2 0,0-2 0 15,0 0-9-15,19-20-127 16,8-10-112-16,4-8-11 16,5-6-99-16,-5-3-46 15,-2 3 86-15,-7 10 309 16,-7 12 54-16,-12 10 303 16,-3 10-74-16,0 2-94 15,-18 14-13-15,-4 14-30 16,2 6-38-16,4 4-20 15,8 0 15-15,8-4-27 16,0-4-40-16,24-3 0 0,14-7-1 16,6-9-35-16,6-4-15 15,-2-7-154-15,6 0-116 16,-17-11-193-16,-8-4-610 16</inkml:trace>
  <inkml:trace contextRef="#ctx0" brushRef="#br0" timeOffset="14392.97">19506 1917 887 0,'0'0'366'0,"0"0"-77"0,0 0-28 0,0 0-39 0,0 0-19 0,0 0-19 16,0 0-49-16,0-10-32 15,0 8-35-15,0-2-21 16,0-1 0-16,0 2 6 15,0-1 12-15,0 0-6 16,0-3-14-16,0 2-7 16,0-1-5-16,0-2 0 15,0 2-12-15,9-2-15 16,0 0-5-16,4 2-1 0,1 2-9 16,-3 4 1-1,-5 0 1-15,-4 0-11 0,-2 14-2 16,0 12 8-1,-2 6 12-15,-15 1 17 16,-3 4 5-16,-5-3-8 0,3-4-1 16,4-8-12-16,5-4 9 15,6-8-9-15,5-4-1 16,2-6 0-16,0 0-13 16,13 0-25-16,12 0 17 15,-3 0 9-15,0 0 6 16,-6 0 6-16,-9 0-2 15,-7 8-11-15,0 8-11 16,-2 4 8-16,-21 6 10 16,-19 14-27-16,4-5-253 15,6-9-405-15</inkml:trace>
  <inkml:trace contextRef="#ctx0" brushRef="#br0" timeOffset="15553.02">19825 2492 1455 0,'0'0'619'0,"0"0"-309"0,0 0-32 0,0 0-84 0,0 0-90 15,0 0-41-15,0 0-24 16,98-18-21-16,-67 16-11 16,5 2-7-16,-1 0-13 15,-2 0-104-15,1 0-119 16,2 0-233-16,-12-4-182 0,-8 0-835 0</inkml:trace>
  <inkml:trace contextRef="#ctx0" brushRef="#br0" timeOffset="15776.33">20081 2256 846 0,'0'0'1053'0,"0"0"-792"15,0 0-166-15,0 0-52 16,0 0 47-16,0 0 23 15,0 0-24-15,-77 132-19 16,65-90-44-16,5-4-12 16,5-2-14-16,2-6-98 0,11-9-196 15,7-10-442-15</inkml:trace>
  <inkml:trace contextRef="#ctx0" brushRef="#br0" timeOffset="16376.03">20480 2189 1422 0,'0'0'564'0,"0"0"-369"16,0 0-9-16,0 0-24 16,0 0-1-16,0 0-33 15,0 0-66-15,13-70-24 16,3 58-21-16,2 2-8 15,-3 2-8-15,1 4-1 16,-5 4-2-16,-4 0-5 16,-5 4-8-16,-2 18 15 15,0 6 12-15,-13 6 43 0,-8 2 23 16,-1 1-21-16,2-5-26 16,0-6-17-16,5-4 2 15,3-6-10 1,6-6-5-16,1-4-1 0,5-4-6 15,0-2 4-15,3 0-20 16,17 0-20-16,6-2-51 16,3-4-16-16,0 4 42 15,-4 2 46-15,-7 0-5 16,-12 18 1-16,-6 6 25 16,0 6 0-16,-8-2 60 15,-13 0 8-15,1-4 7 0,-2-6-37 16,2-1-25-16,4-10-13 15,7 0-1-15,9-7-177 16,0 0-126-16,5-13-484 0</inkml:trace>
  <inkml:trace contextRef="#ctx0" brushRef="#br0" timeOffset="16813.58">20806 2292 1160 0,'0'0'721'0,"0"0"-471"0,0 0-12 0,0 0-62 0,0 0-56 0,0 0-50 15,0 0-53-15,13 22 62 16,-13 12 15-16,0 4 9 16,0 2-30-16,-5 0-29 15,-1-4-4-15,-2-4-20 16,4-7-13-16,0-7-1 15,2-7-5-15,2-7 5 16,0-4-6-16,0 0 1 16,4-5-1-16,14-18-30 15,-1-9-66-15,4-8-19 16,1-4-39-16,-4 4 47 0,0 8 41 16,-7 10 66-16,-7 10 8 15,-4 12-8-15,0 0 1 16,-4 16-1-1,-7 12 79-15,2 4 1 0,2 4-13 16,7-2 10-16,0 1-16 16,11-6-25-16,11-4-9 15,7-3-9-15,2-8-18 16,4-6-23-16,-2-8-111 16,7 0-130-16,-9-12-251 15,-6-6-638-15</inkml:trace>
  <inkml:trace contextRef="#ctx0" brushRef="#br0" timeOffset="17404.38">21139 1957 895 0,'0'0'600'0,"0"0"-328"0,0 0-23 0,0 0 13 0,0 0-53 16,0 0-51-16,0 0 13 15,-2-16-50-15,0 14-41 16,2 2-22-16,0-2-13 15,0 2 3-15,0-2 4 16,0-1 2-16,0 2-28 16,4 1-8-16,3 0-18 15,0 0 0-15,-5 1-21 16,-2 20-5-16,0 5 16 16,-16 8 10-16,-6 0 9 0,2-2 3 15,5-4-6-15,5-5 9 16,10-8-9-16,0-3 6 15,5-2 7-15,19-4-7 16,8-2-12-16,1-1-14 16,2-3-50-16,4 0-116 15,-12 0-370-15,-6 0-472 0</inkml:trace>
  <inkml:trace contextRef="#ctx0" brushRef="#br0" timeOffset="18367.89">20874 1544 519 0,'0'0'300'0,"0"0"-182"0,0 0-53 0,0 0-3 0,0 0 12 16,0 0 19-16,0 0 18 16,0 0 24-16,-2 0-7 15,2 0-24-15,-2 0 2 16,2 0 4-16,0 0-35 16,0 0-28-16,0 0-2 15,0 0-2-15,0 0-15 16,0 0 18-16,0 0 14 15,0 0 14-15,0 0 42 16,0 0 0-16,0 0-15 16,0 0 20-16,0 0 3 15,0 0-30-15,0 0 0 16,0 0-29-16,0 0-28 0,4 0-7 16,14 2-4-16,9 0-2 15,8-2 4-15,8 0-12 16,3 0-14-16,-1 0-2 15,-5 0-58-15,-2 2-198 16,-9 4-409-16,-9 0-599 0</inkml:trace>
  <inkml:trace contextRef="#ctx0" brushRef="#br0" timeOffset="19047.7">21857 2289 1502 0,'0'0'614'0,"0"0"-286"0,0 0 41 0,0 0-92 0,0 0-114 15,0 0-60-15,0 0-38 16,4 0-29-16,14 0-8 0,13 0-21 16,12 0-7-1,11-1-36-15,3-1-35 0,25 0-66 16,-13 0-331-16,-13 0-289 0</inkml:trace>
  <inkml:trace contextRef="#ctx0" brushRef="#br0" timeOffset="19754.25">22547 2087 1761 0,'0'0'674'15,"0"0"-456"-15,0 0-13 0,0 0-107 0,0 0-29 0,0 0-30 16,0 0-15-16,48-14-23 15,-44 40 1-15,-2 10 8 16,-2 9 11-16,0 5 17 16,0 0-17-16,-4-2-8 15,-6-4-4-15,4-6-7 16,1-8-1-16,3-10 10 16,0-8-10-16,2-6-2 15,0-6-7-15,0 0 1 0,9-16-23 16,9-16-112-1,1-10-102-15,6-10-30 0,0-2-111 16,-5 2-196-16,-5 11 581 16,-6 18 131-16,-6 12 163 15,-3 11-151-15,0 8-47 16,-7 20 117-16,-6 7-25 16,4 5-1-16,4 1-24 15,5 0-52-15,0-1-47 16,18-6-32-16,11-4-19 15,4-4-7-15,7-8-6 16,5-4-60-16,11-5-167 16,-10-5-235-16,-6-4-312 0</inkml:trace>
  <inkml:trace contextRef="#ctx0" brushRef="#br0" timeOffset="20462.59">23414 1576 1139 0,'0'0'532'0,"0"0"-265"0,0 0 26 0,0 0-9 0,0 0 5 16,0 0-87-16,0 0-97 15,0-26-90-15,0 34-15 16,0 22 0-16,0 18 7 0,0 32 23 15,0 31 15-15,6 31-3 16,2 10-4-16,-6-9-11 16,-2-15 7-16,0-34-15 15,-2-17-8-15,-12-19-10 16,-1-6-1-16,-8 4-11 16,-4 4-26-16,-6 0-11 15,4-14-49-15,0-11-177 16,12-17-249-16,7-10-372 0</inkml:trace>
  <inkml:trace contextRef="#ctx0" brushRef="#br0" timeOffset="21013.28">23798 2189 1370 0,'0'0'688'0,"0"0"-336"0,0 0 7 0,0 0-96 0,0 0-121 0,0 0-69 15,0 0-28 1,89 0-27-16,-47 0-6 0,7 0-11 15,4 0-1-15,1 0-24 16,-5 0-79-16,0-9-238 16,-16-4-322-16,-8 3-565 0</inkml:trace>
  <inkml:trace contextRef="#ctx0" brushRef="#br0" timeOffset="21240.7">24070 1943 1122 0,'0'0'1232'16,"0"0"-1029"-16,0 0-132 16,0 0-41-16,0 0 49 15,-35 102 53-15,25-48-55 16,-1 9-36-16,4-1-41 15,7 12-23-15,0-14-290 16,0-18-570-16</inkml:trace>
  <inkml:trace contextRef="#ctx0" brushRef="#br0" timeOffset="21981.93">24954 1546 712 0,'0'0'1012'0,"0"0"-708"0,0 0-127 16,0 0-54-16,0 0-34 15,0 0-33-15,0 0 62 16,-98 56-20-16,67-2 33 16,-3 12 1-16,-1 13-11 0,4 9-37 15,2 4-21-15,2 4-21 16,6 0-14-16,6-3-13 16,7-5-4-16,8-8-10 15,0-10-1-15,10-5-30 16,24-10-62-16,30-4-182 15,-6-17-297-15,-2-12-481 0</inkml:trace>
  <inkml:trace contextRef="#ctx0" brushRef="#br0" timeOffset="22601.16">25208 2001 1729 0,'0'0'341'0,"0"0"-176"0,0 0 46 0,0 0-72 0,0 0-69 16,0 0 9-16,0 0-13 16,98 14-35-16,-85 22 17 15,-6 10-8-15,-7 6 5 0,0 6 8 16,-5 2 2-16,-10-5-9 15,-1-5-22-15,1-8-7 16,3-10-11-16,6-8-5 16,1-10 6-16,3-6-7 15,2-8 1-15,0 0 0 16,5-10-1-16,11-20-60 16,5-14-68-16,4-16-23 15,2-12-28-15,-2-6-127 16,-4 1-30-16,0 9 273 0,-11 20 63 15,-2 18 267 1,-8 20 64-16,0 10-187 0,0 14-120 16,-16 22 33-16,-2 12 75 15,5 8-27-15,2 5-18 16,11-2-45-16,0-2-23 16,4-7-5-16,21-10-14 15,6-10-9-15,7-10-53 16,17-14-138-16,-10-6-136 15,-8 0-422-15</inkml:trace>
  <inkml:trace contextRef="#ctx0" brushRef="#br0" timeOffset="23632.96">25822 2244 793 0,'0'0'1071'0,"0"0"-701"0,0 0-106 0,0 0 35 0,0 0-82 15,0 0-103-15,0 0-42 16,68 8-35-16,-24-7-13 15,10 3-24-15,2-1-31 16,13-1-122-16,-16-2-375 0,-11 0-321 0</inkml:trace>
  <inkml:trace contextRef="#ctx0" brushRef="#br0" timeOffset="24571.7">26786 2288 1252 0,'0'0'732'16,"0"0"-581"-16,0 0 10 0,0 0 4 0,0 0-58 0,0 0-42 16,0 0 29-16,62 42 20 15,-31-24-19-15,5 2-54 16,-3-2-41-16,0-2-23 16,3-2-204-16,-7-4-284 15,-4-6-497-15</inkml:trace>
  <inkml:trace contextRef="#ctx0" brushRef="#br0" timeOffset="24971.25">27509 1666 666 0,'0'0'915'0,"0"0"-705"15,0 0-16-15,0 0 33 0,0 0-20 16,0 0-39-16,0 0-39 15,0-36-33-15,-11 36-66 16,-7 20-14-16,-7 12 29 16,-3 14-2-16,-8 14 16 15,-4 11-4-15,-4 9-6 16,-5 4-17-16,2-4-17 16,2-2-9-16,8-10-6 15,3-7-8-15,10-11-69 16,15-16-186-16,7-14-369 0,2-12-1222 15</inkml:trace>
  <inkml:trace contextRef="#ctx0" brushRef="#br0" timeOffset="25753.53">27617 1530 1101 0,'0'0'402'0,"0"0"-89"0,0 0-42 0,0 0-2 0,0 0-47 16,0 0-12-16,0 0-57 16,-2 0-34-16,2 0-48 15,0 0-40-15,0 0 2 16,15 0-19-16,9 0-13 16,12 0-1-16,6 0-1 15,12 4 1-15,6 0 0 0,6 0 0 16,11 0 0-1,0 0 1-15,10 0-1 0,21 0-1 16,19 2 1-16,26 2 2 16,-13-2-1-16,-24-2 0 15,-29-2 19-15,-18 0 7 16,14 2 0-16,10 0 9 16,7 2-17-16,-4 2 2 15,-13-2-2-15,-12 0-13 16,-11 2-1-16,-15-2-5 15,-11 0-29-15,-13 0-42 16,-11-2-82-16,-10-2-391 16,0-2-423-16</inkml:trace>
  <inkml:trace contextRef="#ctx0" brushRef="#br0" timeOffset="27125.16">27596 2185 1585 0,'0'0'473'15,"0"0"-392"-15,0 0 139 0,0 0-39 0,0 0-32 0,0 0 26 16,0 0-53-16,16-46-74 16,-5 46-30-16,0 0-2 15,-1 9-16-15,-4 14 0 16,-4 8 0-16,-2 6 1 15,0 6 14-15,0-1 3 16,-4-2-6-16,-10-2 2 16,3-8-4-16,3-6-8 15,0-10-1-15,4-6 5 16,4-4 0-16,0-4-5 0,0 0-1 16,0-6-9-16,4-18-61 15,12-8-62-15,2-10-31 16,4-8 10-16,1 0-26 15,-3 3 61-15,-7 11 118 16,-7 12 56-16,-6 12 102 16,0 12-75-16,-6 0-56 15,-15 21 16-15,0 12 61 16,-2 10-14-16,7 5-14 16,8-2-4-16,8 0-26 15,2-6-19-15,25-6-9 16,10-8-1-16,11-10-17 15,3-8-38-15,-2-8-135 16,4-1-85-16,-13-17-109 16,-11-5-408-16</inkml:trace>
  <inkml:trace contextRef="#ctx0" brushRef="#br0" timeOffset="27735.38">28049 1827 1324 0,'0'0'495'0,"0"0"-355"0,0 0 51 0,0 0-15 16,0 0-83-16,0 0-4 0,0 0-38 15,0-7-14 1,0 6-1-16,0-2-11 0,0 1 33 16,0-3 20-16,0 1-8 15,0-5-21-15,4 4-25 16,7-2-24-16,1 1 1 16,-1 2-1-16,-3 3 9 15,2 1 16-15,-2 0-7 16,-3 0-10-16,-5 1-8 15,0 16-12-15,0 5 12 16,-11 7 4-16,-12 7 25 16,-3 0 6-16,1-1 9 15,5-5-17-15,6-8-6 16,10-6-9-16,4-6-3 16,0-2-2-16,2-2 2 15,17-2-3-15,4-4-6 16,8 0-66-16,4 0-109 0,18-2-146 15,-8-10-305-15,-6 2-1102 0</inkml:trace>
  <inkml:trace contextRef="#ctx0" brushRef="#br0" timeOffset="28735.14">28496 2356 1348 0,'0'0'588'0,"0"0"-372"0,0 0 93 0,0 0-48 0,0 0-22 16,0 0-66-16,0 0-77 0,2 0-42 16,21 0-36-16,2 0-16 15,6 2-2-15,0-2-35 16,2 0-74-16,19 0-225 15,-8 0-365-15,-2-6-1186 0</inkml:trace>
  <inkml:trace contextRef="#ctx0" brushRef="#br0" timeOffset="29115.68">29134 2144 1570 0,'0'0'578'16,"0"0"-393"-16,0 0 9 0,0 0-58 16,0 0 46-16,0 0-34 15,0 0-35-15,0-41-26 16,8 41-36-16,6 0-31 16,4 0-20-16,0 0-6 15,-3 0 4-15,-5 4-8 16,-8 10-4-16,-2 4 5 15,-10 9 9-15,-21 5 2 16,-13 1 19-16,-6 3 0 0,4-3-5 16,4-1-7-1,13-8-8-15,9-6-1 16,13-2 2-16,7-6 8 16,0 0 1-16,22-2 2 0,12-4 2 15,8-2-15-15,4-2-37 16,6 0-56-16,-3-8-130 15,9-12-244-15,-16 2-165 16,-8-2-990-16</inkml:trace>
  <inkml:trace contextRef="#ctx0" brushRef="#br0" timeOffset="29490.64">29387 2226 403 0,'0'0'1325'15,"0"0"-984"-15,0 0-9 16,0 0-91-16,0 0-92 0,0 0-42 15,0 0-59-15,41 5-24 16,-41 26 3-16,0 7-4 16,-5 2 26-16,-4-2-24 15,-1-2 10-15,3-6-29 16,0-8 5-16,4-6-10 16,3-6 10-16,0-8-11 15,0-2-7-15,7 0-1 16,9-16-74-16,2-12-141 15,2-10-6-15,-4-4-51 0,-3-4-4 16,-1 4 130 0,-6 8 154-16,-2 14 264 15,-2 12 75-15,-2 8-175 16,3 0-112-16,-3 18-9 0,2 11 108 16,4 6-34-1,8 3-34-15,3-2-54 16,10 0-26-16,9-8-3 0,9-4-90 15,24-8-179-15,-11-8-201 16,-5-6-544-16</inkml:trace>
  <inkml:trace contextRef="#ctx0" brushRef="#br0" timeOffset="29934.33">30210 1586 1886 0,'0'0'599'0,"0"0"-415"0,0 0 55 0,0 0-146 0,125 58-44 15,-90 16 8-15,-6 42 4 16,-18 35-5-16,-11 12-19 0,-9-15-16 16,-20-34-9-1,5-38-10-15,4-21-2 16,2-9-36-16,-9 13-62 16,3-8-238-16,8-11-376 0</inkml:trace>
  <inkml:trace contextRef="#ctx0" brushRef="#br0" timeOffset="31090.77">30646 1033 1892 0,'0'0'319'0,"0"0"-158"0,0 0 76 0,0 0-53 0,0 0-66 16,0 0-64-16,0 0-36 0,83-13-9 16,-52 13-1-1,3 0-7-15,-5 0 0 16,-2 3 5-16,-6-2-4 16,-5 1 5-16,-7-2-5 15,-5 0-2-15,-2 0 0 16,-2 2 0-16,0 0 8 0,0 1 0 15,0 2-8-15,0 5-1 16,0 7 1-16,0 6 0 16,0 8 0-16,0 7 0 15,0 6 1-15,-8 8 12 16,-5 6 7-16,-5 7 2 16,2 3 19-16,-2 4 1 15,3 2-15-15,-1 0-8 16,5 2-2-16,0-3-11 15,2-1-5-15,0-2 6 0,3-6-7 16,-4-2 0-16,2-4 0 16,-1-3 0-16,-3-5 2 15,-1-2-1 1,1-6-1-16,2-4 2 0,1-2-1 16,0-6-1-16,2-4 1 15,3-2 0-15,-1 0 0 16,1 1 0-16,0-3 5 15,2 0-6-15,-3 0-1 16,2-2 1-16,1-2-1 0,2 0-7 16,-2-2-1-1,2 0 0-15,0 0 0 16,-2 0 9-16,2 0-6 16,0-2 6-16,-3 2 0 15,1 0 0-15,0 2 0 0,-2-2 0 16,2 0 0-16,0-4-8 15,-1-2 8-15,3 0-1 16,-2-4 1-16,0-2 0 16,2-2 10-16,-3 0-4 15,1 0 3-15,0 0-2 16,-5 2-6-16,-6 1 7 16,-3 0-7-16,-9 3 8 15,-6 1-9-15,-22 0-69 16,4 0-181-16,5-5-394 0</inkml:trace>
  <inkml:trace contextRef="#ctx0" brushRef="#br0" timeOffset="37608.51">1458 5001 1408 0,'0'0'341'0,"0"0"-148"0,0 0 33 0,0 0-10 0,0 0-20 0,0 0-16 15,3-2-5-15,-3 2-73 16,0 0-43-16,0 0-32 16,0 0-12-16,0 0-13 15,0 0-2-15,0 6-3 0,0 16-9 16,0 10 12-16,0 10 13 16,0 8-11-16,0 2 4 15,0 1-6-15,0-5 0 16,0-6-87-16,9-2-194 15,-2-12-90-15,-1-10-281 0</inkml:trace>
  <inkml:trace contextRef="#ctx0" brushRef="#br0" timeOffset="38043.89">1240 5292 1958 0,'0'0'521'16,"0"0"-411"-16,0 0 24 0,0 0-44 16,0 0-45-16,0 0-17 15,154-67-17-15,-105 67-11 16,3 0-1-16,-6 0-71 16,-6 0-43-16,-9 6-17 15,-6 1 62-15,-13 0 37 16,-8 1 14-16,-4 5 14 15,0-1 5-15,-14-1 35 16,-5 2-18-16,-6-1-8 16,2-4-8-16,1-2-1 15,-2-2-19-15,2-4-66 0,-3 0-134 16,-4 0-51-16,-4-7-124 16,-3-8-137-16,3-7-274 15,4-5 805-15,10 1 456 16,11 2 52-16,8 4-10 15,0 6-144-15,11 6-37 16,13 5-81-16,7 3-98 16,5 0-47-16,3 1-41 15,5 16-50-15,18 15-21 16,-10-6-239-16,-8-2-678 0</inkml:trace>
  <inkml:trace contextRef="#ctx0" brushRef="#br0" timeOffset="38974.33">2323 5664 1582 0,'0'0'558'0,"0"0"-378"0,0 0 102 0,0 0 36 0,0 0-176 16,0 0-106-16,87-116-9 15,-52 66-21-15,4-8-1 16,-1-2-4-16,-1-6-2 15,-3-5-14-15,-1-5-9 0,-4-8-11 16,-2-4 10 0,-7-4 12-16,-2 1 13 15,-7 9 6-15,-2 14 35 16,-5 12 6-16,-4 16-10 0,0 13 1 16,0 13-14-16,0 9-8 15,-4 5-7-15,-7 5-9 16,-9 31-12-16,-5 33 12 15,-6 35 8-15,4 29 7 16,8-5 14-16,9-24 4 16,10-32-21-16,0-22-1 15,2 4-3-15,19 0-1 16,8-1-1-16,4-15-6 0,5-14 0 0,2-14-15 31,-2-10-2-31,-2 0 3 16,-3-20-2-16,-2-14-14 0,-6-12-3 15,-5-4 1-15,-5-6 10 16,-4 3 16 0,-3 7 6-16,-4 10 10 0,-2 14 20 15,-2 12 15-15,0 10-34 0,0 0-11 16,0 20-16 0,-4 12 16-16,-6 8 7 15,4 4 1-15,-1-1-8 0,3-3-1 16,2-6-44-1,2-10-120-15,0-10-208 0,4-10-314 0</inkml:trace>
  <inkml:trace contextRef="#ctx0" brushRef="#br0" timeOffset="39400.94">3125 5115 1654 0,'0'0'585'0,"0"0"-495"0,0 0 143 0,0 0 0 0,-24 119-25 16,15-87-65-16,2-2-69 16,3-8-44-16,2-6-21 15,2-6 0-15,0-10 0 16,0 0 10-16,6-4 0 16,15-20-19-16,5-8-27 15,6-4-10-15,3-5-25 16,1 5-13-16,-5 10 38 15,-6 12 37-15,-8 14 1 16,-8 0 17-16,-6 24 30 0,-3 8 5 16,0 5 8-16,-3-4-10 15,-4-6 3-15,5-11-33 16,2-9-14-16,0-7 10 16,12 0-4-16,10-9-11 15,4-10 7-15,3 1-8 16,-2 2-1-16,-2 6-6 15,-3 6-1-15,0 4-1 16,-2 3-2-16,-4 19-4 16,-1 7-22-16,-8 22-77 15,-5-9-352-15,-2-6-399 0</inkml:trace>
  <inkml:trace contextRef="#ctx0" brushRef="#br0" timeOffset="40283.39">2339 6003 530 0,'0'0'1198'0,"0"0"-885"0,0 0-45 0,0 0-53 0,0 0-36 0,0 0-24 16,0 0-26-16,54-66-49 16,-39 66-35-16,3 0-30 15,-5 10-6 1,-3 18-8-16,-6 8 7 0,-4 9 7 0,0 1-2 31,0 2 8-31,-10-4 2 0,0-6-14 16,3-8-8-16,1-10 7 15,0-10-4-15,6-8-4 16,0-2-10-16,0-6-2 16,8-20-47-16,7-10-65 15,-1-8-66-15,-1-4-1 16,-5 2 17-16,-3 10 103 16,-2 9 71-16,-3 16 111 15,0 11-30-15,0 0-47 0,-5 15 11 16,-2 12 57-16,3 5-10 15,4 2-54-15,0-2-6 16,0-4-7 0,13-4-25-16,9-10-115 0,14-10-149 15,-5-4-227-15,-4 0-341 16</inkml:trace>
  <inkml:trace contextRef="#ctx0" brushRef="#br0" timeOffset="40451.67">2597 6016 1781 0,'0'0'602'0,"0"0"-434"0,0 0-36 16,0 0-60-16,0 0-7 15,147-50-17-15,-97 43-33 16,-2 7-15-16,-3 0-158 16,-1 0-159-1,-10 0-238-15,-12 0-258 0</inkml:trace>
  <inkml:trace contextRef="#ctx0" brushRef="#br0" timeOffset="40631.94">2985 5835 1530 0,'0'0'670'16,"0"0"-439"-16,0 0-51 16,0 0-101-16,0 0-11 15,0 0 49-15,0 0-29 16,69 135-30-16,-69-84-28 0,-23 6-15 15,-2-5-6-15,-4-4-9 16,0-6-107-16,6-12-178 16,12-14-405-16</inkml:trace>
  <inkml:trace contextRef="#ctx0" brushRef="#br0" timeOffset="40875.33">3259 5984 1422 0,'0'0'1004'16,"0"0"-806"-16,0 0-119 0,0 0-22 15,0 0-13-15,0 0 13 16,0 0-36-16,123 0-21 15,-92 0-39-15,-2 0-186 16,-7 0-136-16,-8 0-310 0</inkml:trace>
  <inkml:trace contextRef="#ctx0" brushRef="#br0" timeOffset="41032">3428 5833 929 0,'0'0'1089'0,"0"0"-880"15,0 0-40-15,0 0 0 0,0 0-71 16,-84 141-34-16,79-99-26 16,5-2-18-16,0-4-20 15,14-8-180-15,11-12-207 16,-2-8-658-16</inkml:trace>
  <inkml:trace contextRef="#ctx0" brushRef="#br0" timeOffset="41471.17">3617 5897 768 0,'0'0'800'0,"0"0"-622"0,0 0 23 16,0 0-5-16,0 0 16 15,-23 123-42-15,21-82-69 16,2-2-13-16,0-3-25 15,0-6-24-15,10-6-11 16,1-8-10-16,3-8 2 16,-3-6 5-16,3-2 8 15,1-4 4-15,1-18-37 16,3-8-18-16,6-4-45 16,2-4-13-16,4 2-3 15,0 4-6-15,0 5 36 16,-2 13 24-16,-4 10 25 15,-3 4 28-15,-6 2 21 0,-5 18 18 16,-7 4-3-16,-4-2 2 16,0 3 34-16,-4-7 18 15,-11-4-37-15,-8-8-12 16,-4-6 8-16,-4 0-16 16,-5-4-19-16,1-16-33 15,-1-2-9-15,3 0-68 16,0 1-116-16,6 7-377 15,9 6-459-15</inkml:trace>
  <inkml:trace contextRef="#ctx0" brushRef="#br0" timeOffset="42282.66">4496 4662 1520 0,'0'0'491'0,"0"0"-343"0,0 0-106 0,0 0-16 0,0 0 133 15,-141 194 56-15,117-47 21 16,6 17-61-16,16-2-63 15,2-21-67-15,2-41-21 16,14-25-17-16,3-25-7 16,8-14-8-16,9 0-50 0,31-6-122 15,-5-6-193 1,-8-16-514-16</inkml:trace>
  <inkml:trace contextRef="#ctx0" brushRef="#br0" timeOffset="43412.96">4863 5352 1785 0,'0'0'469'0,"0"0"-410"0,0 0 39 0,0 0-6 0,0 0 3 0,143 76 5 16,-105-44-51-16,0-2-29 16,-3 0-10-16,1-8-10 15,9-5-102-15,-8-12-192 16,-5-5-529-16</inkml:trace>
  <inkml:trace contextRef="#ctx0" brushRef="#br0" timeOffset="43787.93">5639 4805 1876 0,'0'0'605'0,"0"0"-450"0,0 0-48 16,0 0-47-16,0 0-29 15,0 0 16-15,0 0 41 16,-132 100 9-16,93-30-18 15,-2 12-20-15,-1 4-23 16,-1 2-12-16,5-3-17 16,1-7-5-16,8-10-2 15,6-12-39-15,10-12-107 16,9-15-370-16,4-18-627 0</inkml:trace>
  <inkml:trace contextRef="#ctx0" brushRef="#br0" timeOffset="44472.12">5674 4780 1497 0,'0'0'494'0,"0"0"-238"0,0 0 2 0,0 0-57 16,0 0-26-16,0 0-74 0,0 0-66 15,94-22-8-15,-47 20 4 16,11-2-3-16,9 2 2 16,8-2-6-1,10 0-4-15,25 0-13 0,25-6-6 16,27-4 14-16,8-2 11 15,-12 0-13-15,-20-2 13 16,-31 6-4-16,-17 2 11 16,-22 2-2-16,-10 4-8 15,5-4-13-15,1 2-8 0,-1 0-1 16,-14 0 0-16,-13 2-1 16,-12 2-16-1,-13 2-53-15,-9-2-22 0,-2 0-176 16,-15-2-484-16,-5 0-1282 15</inkml:trace>
  <inkml:trace contextRef="#ctx0" brushRef="#br0" timeOffset="45413.35">5198 4768 983 0,'0'0'340'0,"0"0"-137"0,0 0 39 0,0 0-44 0,0 0-19 0,0 0 8 15,0 0 2-15,-14 0-52 16,12 0-36-16,-3-6 4 16,3 2-32-16,2-2-36 15,0-2-19-15,0 0 5 16,0-2-22-16,9 0-1 0,5 0-7 16,3 2 7-16,-1 0-7 15,-1 2 7 1,-3 6 0-16,-6 0-6 15,-3 0-31-15,-3 16 14 0,0 8 23 16,0 6 18-16,-13 4 17 16,-6 1 14-16,-1-2 5 15,3-4-20-15,1-7-11 16,5-4-16-16,2-7-7 16,2-4 9-16,7-3-9 15,0-2-16-15,0-1-23 16,2-1-37-16,14 0 27 15,2 3 22-15,0 1-6 16,-4 4 18-16,-8 4-13 16,-6 6 5-16,0 6 5 0,-18 6 6 15,-36 16-44-15,6-8-210 16,-2-4-498-16</inkml:trace>
  <inkml:trace contextRef="#ctx0" brushRef="#br0" timeOffset="46924.95">5739 5307 1778 0,'0'0'493'0,"0"0"-302"0,0 0-66 0,0 0-49 0,0 0-10 16,0 0 16-16,0 0-39 15,60-18 17-15,-53 51 16 16,-7 7-13-16,0 8 0 16,0 2-14-16,-14 0-14 15,-3-6-10-15,-1-7-19 0,7-11 0 16,1-11 0-16,8-6-4 15,2-9 4 1,0 0 0-16,0-5-6 16,16-18-24-16,2-12-71 0,0-9-60 15,-3-4-72-15,-1-2 5 16,-3 8 41-16,-7 10 126 16,-4 14 55-16,0 16 52 15,0 2-15-15,-9 18 64 16,-4 16 52-16,6 8-22 15,5 2-28-15,2-2-10 16,4-5-23-16,21-10-19 16,10-7-21-16,10-9-9 15,2-10-21-15,4-1-100 16,10-16-210-16,-12-8-266 0,-11-2-535 16</inkml:trace>
  <inkml:trace contextRef="#ctx0" brushRef="#br0" timeOffset="47565.7">6185 4889 1205 0,'0'0'350'0,"0"0"-145"0,0 0-38 0,0 0-20 0,0 0 9 0,0 0-13 16,0 0-5-1,-16-7-62-15,14 7-33 16,2 0 1-16,0 0 38 16,0 0 46-16,0 0-40 15,0 0-12-15,0 0-20 16,0 0-13-16,0-1-7 0,0 1-15 15,4-3-13-15,10 2-8 16,-1-2-2-16,1 3-5 16,-6 0-4-16,-3 8-4 15,-5 15 2-15,0 7 13 16,-21 4 9-16,-5 2 15 16,-1-2-9-16,3-6-5 15,5-6-8-15,13-6-1 0,6-6-1 16,0-4-9-1,25 0-4-15,8-4 1 16,5-2 10-16,-7 2-8 16,-6 0 2-16,-9 4 7 15,-14 4-18-15,-2 4-7 16,-10 7 4-16,-19 2 4 16,-15 13-141-16,4-5-374 15,9-7-455-15</inkml:trace>
  <inkml:trace contextRef="#ctx0" brushRef="#br0" timeOffset="47918.14">6499 5348 1669 0,'0'0'711'0,"0"0"-502"0,0 0-102 0,0 0-17 0,0 0 38 15,0 0-33-15,145 0-45 16,-101-2-29-16,3-2-21 16,-3 0-29-16,-4-2-181 15,-3-6-106-15,-14-1-75 16,-9-1-401-16</inkml:trace>
  <inkml:trace contextRef="#ctx0" brushRef="#br0" timeOffset="48072.24">6824 5147 1536 0,'0'0'672'0,"0"0"-505"16,0 0 26-16,0 0-63 15,-60 114 4-15,42-69-38 16,5 5-57-16,1 2-39 16,10 8-57-16,2-14-308 15,0-12-647-15</inkml:trace>
  <inkml:trace contextRef="#ctx0" brushRef="#br0" timeOffset="48673.75">7255 5137 1570 0,'0'0'475'15,"0"0"-259"-15,0 0 8 16,0 0-51-16,0 0 34 15,0 0-60-15,0 0-55 16,-8-42-51-16,8 38-13 16,0 2-4-16,2 2-24 15,8 0 0-15,-2 0-1 16,-1 4-11-16,-3 16-3 16,-4 6 10-16,0 8 5 15,-6 4 22-15,-11 0 2 16,-4 1-1-16,-1-5-2 0,2-6-9 15,2-6-3-15,7-8-3 16,4-6-5-16,5-4 0 16,2-4 4-16,0 0-5 15,11-6-20-15,11-12-52 16,7 0-34-16,0-2-30 16,0 6 33-16,-4 8 67 15,-5 6 23-15,-9 0 13 16,-7 9 20-16,-4 16 40 15,0 7 17-15,-13 2-9 16,-9 2 20-16,-3 0-33 16,-2-2-34-16,6-6-10 15,0-5-11-15,8-10-57 16,8-8-186-16,3-5-308 16,2 0-421-16</inkml:trace>
  <inkml:trace contextRef="#ctx0" brushRef="#br0" timeOffset="49064.06">7486 5191 1681 0,'0'0'389'0,"0"0"-180"0,0 0-34 0,0 0-4 0,0 0 17 15,0 0-19-15,20 137-47 0,-20-89-33 16,0 0-34-16,0-4-35 15,0-6-7 1,0-8 1-16,0-7-13 0,0-12-1 16,0-4 9-16,0-7-8 15,0-4 10 1,13-21-11-16,5-13-53 0,0-12-14 16,0-6-28-16,-3 0-54 15,-3 6-8-15,-8 13 157 16,-4 19 67-16,0 18 21 15,0 0-76-15,-14 28 12 0,-1 12 15 16,4 7 12 0,4 1 9-16,7 0-21 15,0-2-23-15,14-5-4 16,8-9-12-16,6-10-21 16,15-15-116-16,-5-7-319 15,-7 0-419-15</inkml:trace>
  <inkml:trace contextRef="#ctx0" brushRef="#br0" timeOffset="49584.07">7809 4939 1257 0,'0'0'572'0,"0"0"-339"0,0 0 59 0,0 0-41 0,0 0-9 16,0 0-75-16,0 0-50 16,-3 0-62-16,3 0-16 15,0 0-13-15,0 0 8 16,0 0-4-16,3 0-12 16,10 0-18-16,2 0 0 15,-1 0-1-15,-1 0-6 0,-5 16-2 16,-8 6-3-16,0 6 12 15,-12 2 3-15,-8 2 15 16,2-4 5-16,5-2-9 16,6-8-8-16,7-2 1 15,0-4-5-15,14-2 5 16,13-3-2-16,6-2-5 16,2-5-45-16,3 0-57 15,12 0-185-15,-11-5-281 16,-3-4-394-16</inkml:trace>
  <inkml:trace contextRef="#ctx0" brushRef="#br0" timeOffset="50256.28">7650 4646 1000 0,'0'0'723'0,"0"0"-394"0,0 0 55 0,0 0-33 0,0 0-122 0,0 0-84 15,0 0-65-15,0 0-40 16,19 0-29-16,3 0-10 15,9 4-1-15,7-2-6 16,22 0-53-16,-8-2-204 16,-8 0-484-16</inkml:trace>
  <inkml:trace contextRef="#ctx0" brushRef="#br0" timeOffset="50904.65">8705 5324 1094 0,'0'0'841'0,"0"0"-451"0,0 0-69 0,0 0-39 0,0 0-139 0,0 0-63 15,0 0-32-15,140-17-24 16,-91 10-24-16,0-1-14 16,11 0-173-16,-13 2-399 15,-9-1-529-15</inkml:trace>
  <inkml:trace contextRef="#ctx0" brushRef="#br0" timeOffset="51676.55">9611 5025 522 0,'0'0'825'0,"0"0"-449"0,0 0-60 0,0 0-13 0,0 0-43 0,0 0-52 16,0 0-66-16,31-52-73 15,-22 52-35-15,1 4-14 16,-2 18 8-16,-1 10-1 16,-7 10 5-16,0 8 14 15,-5 2-11-15,-13 2-10 16,-3-1-7-16,2-10-7 15,4-6-11-15,6-9 6 16,4-10-1-16,5-10-5 16,0-6-16-16,3-2 1 15,15-8 6-15,7-18-38 16,-2-10-62-16,2-8-75 0,-2-4-12 16,-8 3 10-1,-4 11 124-15,-6 12 62 16,-5 16 126-16,0 6-83 15,-2 8-35-15,-12 20 104 0,3 7-12 16,7 2-27-16,4 2-3 16,4-6-12-16,27-2-23 15,14-9-10-15,10-6-25 16,36-16-187-16,-14 0-301 16,-8 0-241-16</inkml:trace>
  <inkml:trace contextRef="#ctx0" brushRef="#br0" timeOffset="52146.24">10334 4560 1763 0,'0'0'642'0,"0"0"-431"16,0 0-93-16,0 0-91 0,0 0 22 0,111 136 76 15,-76-23-29-15,-6 37-6 16,-13 10-26-16,-16-5-34 15,-6-21-22-15,-21-36-7 16,0-22-1-16,0-19-15 0,2-11-73 16,-12 4-192-16,3-10-293 15,10-6-823-15</inkml:trace>
  <inkml:trace contextRef="#ctx0" brushRef="#br0" timeOffset="53104.98">11371 5300 1156 0,'0'0'767'0,"0"0"-414"0,0 0 134 0,0 0-216 0,0 0-101 0,0 0-54 15,0 0-49-15,43 0-37 16,-1 0-2-16,10 0 2 16,10 4-24-16,3-1-6 15,1 1-6-15,-5-1-69 16,-8-1-69-16,-9 2-316 0,-12-2-139 15,-18 1-412-15</inkml:trace>
  <inkml:trace contextRef="#ctx0" brushRef="#br0" timeOffset="53276.84">11443 5550 1864 0,'0'0'702'15,"0"0"-480"-15,0 0-50 16,0 0-109-16,131 2-50 16,-66 0-13-16,-11 0-236 0,-8 1-569 15</inkml:trace>
  <inkml:trace contextRef="#ctx0" brushRef="#br0" timeOffset="55120.87">12784 5636 1667 0,'0'0'471'0,"0"0"-306"0,0 0 28 0,0 0-102 0,0 0-63 16,0 0-4-16,89-122-2 15,-53 78-11-15,4-8 7 16,3-4-17-16,-4-6 9 16,1-4-8-16,-3-7-1 15,-6-1 5-15,-5-4-6 0,-4 0-1 16,-4 6 0 0,-5 5 1-16,-6 15 0 15,-4 16 0-15,-3 12 48 16,0 14-5-16,-14 8-33 0,-6 2-10 15,-6 8-19-15,-3 22 2 16,-2 14 17-16,-1 16 31 16,1 12 47-16,4 13-4 15,5 5-15-15,6 0-3 0,7-3-15 16,9-10-23 0,0-12-5-16,7-11-4 15,15-16 0-15,9-12 2 16,3-14-11-16,3-12-14 15,0 0-26-15,-4-18-33 16,-4-12-95-16,-5-8 2 16,-2-4-18-16,-3-2 29 15,-6 6 53-15,-7 6 102 0,-1 11 49 16,-2 12 162-16,-3 6-50 16,0 3-76-16,0 4-72 15,0 17 12-15,-8 5 32 16,-1 3-24-16,1 0-18 15,4-3-15-15,4-8-138 16,0-6-203-16,0-10-403 0</inkml:trace>
  <inkml:trace contextRef="#ctx0" brushRef="#br0" timeOffset="55562.77">13464 5155 1317 0,'0'0'363'0,"0"0"-51"0,0 0-22 0,-20 138-46 0,8-97-62 0,2-5 21 15,3-8-95-15,2-8-55 16,3-8-32-16,2-8-4 16,0-4 1-16,2 0 12 15,16-18-30-15,7-8-9 16,4-6-72-16,4-4-52 15,3 3-5-15,-1 5 53 16,-4 12 60-16,-4 13 25 16,-9 3 20-16,-9 10 16 0,-5 16 62 15,-4 2 4 1,0 2-18-16,0-6-5 0,-6-6-34 16,4-8-29-16,2-10-2 15,0 0 10-15,2-4 11 16,23-18-35-16,8-8-57 15,7-2 9-15,7-1 17 16,-1 8 16-16,-4 4 15 16,-11 9 0-16,-8 10 13 15,-9 2-13-15,-10 9-8 16,-4 17 2-16,0 6-13 0,0 10-208 16,-6-8-349-1,-2-6-639-15</inkml:trace>
  <inkml:trace contextRef="#ctx0" brushRef="#br0" timeOffset="56937.87">12857 5909 910 0,'0'0'663'0,"0"0"-343"0,0 0-35 0,0 0 3 0,0 0-38 16,0 0 12-16,0 0-110 15,0-18-75-15,0 10-31 16,3 0-26-16,10 0-20 16,0 4 0-16,3 2 0 15,-1 2-1-15,-1 4-13 16,-3 18 5-16,-4 7 9 16,-4 7 1-16,-3 0-1 15,0 0 9-15,0-3-3 16,-12-2-5-16,1-5 1 15,-1-6-2-15,6-6 0 16,2-8 0-16,4-4 0 16,0-2 0-16,0 0-1 15,6-20-11-15,12-10-113 0,5-10-71 16,-2-5-10-16,-2 3 47 16,-6 6 70-16,-6 9 89 15,-7 12 15-15,0 11 51 16,-5 4-33-16,-10 2 31 15,-4 22 39-15,2 5 17 16,5 4-40-16,10 2-27 16,2-1-22-16,0-4-3 15,23-4-10-15,6-8-18 16,6-6-10-16,8-6-177 0,12-6-178 16,-8 0-279-16,-9-12-681 0</inkml:trace>
  <inkml:trace contextRef="#ctx0" brushRef="#br0" timeOffset="57138.8">13168 5992 902 0,'0'0'1113'0,"0"0"-650"0,0 0-218 0,0 0-24 0,0 0-131 0,0 0-33 15,125-29-21-15,-77 23-30 16,-1 2-6-16,-3 3-29 15,-6 1-205-15,-9 0-75 16,-9 0-32-16,-11-3-17 16,-7 1-218-16,-2-4-443 0</inkml:trace>
  <inkml:trace contextRef="#ctx0" brushRef="#br0" timeOffset="57301.89">13524 5871 1298 0,'0'0'642'0,"0"0"-346"15,0 0-64-15,0 0-14 16,0 0-68-16,0 0-29 15,116-16-37-15,-108 34-30 16,-8 10-29-16,0 5-4 16,-10 4-7-16,-21 3-5 15,-9-1-9-15,-5-3-8 16,-7 0-161-16,14-10-202 16,11-10-476-16</inkml:trace>
  <inkml:trace contextRef="#ctx0" brushRef="#br0" timeOffset="57777.07">13804 5901 1815 0,'0'0'780'0,"0"0"-426"0,0 0-172 0,0 0-98 15,0 0-60-15,0 0-12 16,0 0 5-16,121-10-10 15,-86 10-6-15,-1 0-1 16,-3 0-49-16,-7 0-77 0,-1 0-140 16,-6 0-87-16,-5-4-183 15,-5-2-292-15</inkml:trace>
  <inkml:trace contextRef="#ctx0" brushRef="#br0" timeOffset="57947.49">14043 5769 1194 0,'0'0'670'0,"0"0"-500"16,0 0-18-16,0 0 9 0,0 0-32 15,-98 104-46-15,86-66-53 16,6 0-30-16,6-3-29 16,10-2-187-16,13-11-308 15,2-9-1043-15</inkml:trace>
  <inkml:trace contextRef="#ctx0" brushRef="#br0" timeOffset="58421.16">14303 5769 1633 0,'0'0'372'0,"0"0"-228"15,0 0-81-15,0 0-5 0,0 0 143 16,0 0-22-16,0 0-15 16,-21 116-24-16,21-84-51 15,0-4-42-15,0-6-24 16,0-4-8-16,2-6-8 16,9-6 7-16,0-3 1 15,2-3 3-15,2 0-3 16,2-4-5-16,1-13-4 15,1-2-6-15,2-4-6 16,5-1-12-16,1 0 9 16,4 2 1-16,3 6-2 15,-3 6 2-15,-2 8 1 16,-5 2-7-16,-2 0 4 0,-3 12 4 16,-9 2 6-1,-3 2 3-15,-7-2-2 0,0-2 9 16,0-4 17-16,-2-2 7 15,-13-6 11-15,-6 0-6 16,-4 0 2-16,-1-8-19 16,-6-6-22-16,1-2-25 15,0 2-73-15,-11 6-213 16,7 2-255-16,3 6-275 0</inkml:trace>
  <inkml:trace contextRef="#ctx0" brushRef="#br0" timeOffset="63067.58">15385 5344 1192 0,'0'0'411'0,"0"0"-148"0,0 0-60 0,0 0-13 0,0 0-39 15,0 0-20-15,0 0-15 16,0-8-20-16,0 6-17 0,0 2-18 15,0 0-9-15,0 0-8 16,0 0-11-16,0 0-4 16,2 0 4-16,4-2-9 0,7-2-12 15,6 0-11-15,3 0 1 16,6-2-2 0,1 2 1-16,2 0-1 15,-2 0 0-15,3 2 0 16,-3 2-1-16,-3 0-1 15,1 0 2-15,2 0-6 0,-2 0-5 16,0 0 2-16,2 0 8 16,0 0 0-1,0 0-1-15,4 0 1 16,5 0 1-16,0 0-1 0,5 0 1 16,-3 0-1-16,2 0 0 15,-3 0 1-15,-2 0 0 16,-4 0-5-16,-2 0 4 15,1 0 1-15,-3 0 0 16,-3 0-1-16,6 0 1 16,-1 0 1-16,2-2-1 0,3 2 0 15,-1 0-1 1,1 0 1-16,-1 0 0 16,-4 0 0-16,0 0-1 15,-2 0 1-15,0 0 0 0,0 0 0 16,3 0 0-16,-1 0 0 15,2 0 0-15,3 0 0 16,0 0 0-16,2 2 0 16,-1-2 0-16,5 2-1 15,4-2 1-15,-2 0 0 16,3 0 0-16,-1 0 0 16,1 0 0-16,0 0 1 15,-2-2-1-15,-3 0-1 16,1 0 1-16,-6 2 0 15,-1-3 0-15,-3 3 0 16,-2 0 0-16,3 0-1 16,-3 0 1-16,2 0 0 15,-2 0 0-15,3 0 0 16,-1 0 0-16,4 0 0 0,-4 0 0 16,2 0 0-16,1 0 0 15,-1 0 0-15,1 0 0 16,-1 0 0-16,2-1 1 15,1-3-1-15,-3 1-1 16,1 0 1-16,-1 0 0 0,-4 2 0 16,3-2 0-1,-3 3 0-15,0 0 0 16,0 0 0-16,3 0 0 16,2 0 1-16,-3-1 4 15,5 1-5-15,0-3 0 16,2 2-1-16,0-2 1 0,0 0-1 15,-2 0 1-15,-2 2 0 16,-3-2 0-16,-4 2 0 16,-1-2 0-16,-1 3 0 15,0-1 0-15,-2 1 0 16,2-3 0-16,0 3-1 16,2-1 0-16,0-2 1 15,2 1 0-15,0-2 0 16,2 0 0-16,1 0-1 15,-1 0 0-15,3 2-8 16,-3-2-1-16,0 0 1 0,1 0 6 16,-3 0 2-1,-2 1-1-15,-2 0 2 16,2-1 1-16,-2 3 6 0,-1-2-7 16,1 3 1-16,0 0 0 15,-1 0-1-15,1 0 0 16,2 0 0-16,-2 0 1 15,0 0-2-15,0 0 2 16,2 0-1-16,0 0 0 16,0 0 0-16,2-2 0 15,0 0 0-15,-2 0 1 0,2 0 5 16,-2 0-6 0,0 1-1-16,-1-4 1 15,-1 3 0-15,0 0 1 16,0 2 0-16,-2-2 6 0,1 2-7 15,3-2-2-15,0 2 2 16,0-2 0-16,3 2 0 16,-1 0 0-16,2 0 0 15,3-2 1-15,1 2 0 16,1 0-1-16,5 0 0 16,-1 0 0-16,3 0 0 15,3 0 1-15,4 0-1 16,6 2 6-16,0 0 5 15,7-2-10-15,1 0 7 16,3 0-2-16,2 0-5 16,-1 0-1-16,-1 0 1 0,-7 0 0 15,-4 0 1 1,-5 0-2-16,-4 0 0 0,-5 0 1 16,-1 0-1-16,-5 0 0 15,-5 0 0-15,-1-2 0 16,-3-1 1-16,-3-2 0 15,-1 1 0-15,-2 0 8 16,-2-2-9-16,0 2 6 16,-6 0 11-16,-1 0-7 15,-6 0 4-15,-3 2-13 16,-3 0 11-16,-2 0-12 16,0 0-89-16,-11 0-405 15,-5-4-604-15</inkml:trace>
  <inkml:trace contextRef="#ctx0" brushRef="#br0" timeOffset="69633.34">15763 6316 365 0,'0'0'1102'0,"0"0"-718"0,0 0-189 0,0 0 0 0,0 0 9 16,0 0-43-16,0 0-5 16,0 0 5-16,0 0-56 15,0 0-14-15,0 0-32 16,0 0-17-16,0 0-17 16,2 0-8-16,9 6-16 15,5 4 6-15,4 4 4 16,4 7-1-16,3 1-9 15,4 2 0-15,-2-1-1 0,3 0-4 16,7-5-83 0,-5-6-289-16,-10-8-471 0</inkml:trace>
  <inkml:trace contextRef="#ctx0" brushRef="#br0" timeOffset="70530.38">16251 5781 1156 0,'0'0'407'0,"0"0"-196"0,0 0-39 0,0 0-13 0,0 0-70 16,0 0 37-16,0 0 10 0,3-26-42 15,-3 26-26-15,0 0-16 16,0-2-19-16,0 2 1 16,0 0-5-16,0 0-28 15,0 0-1-15,0 0 0 16,0 0-12-16,0 0 3 16,0 0-5-16,0 0 5 15,0 8 9-15,0 2 5 16,0 6 18-16,0 2-4 15,-3 6 14-15,-6 6 24 16,0 4 17-16,-2 4-18 16,0 5-13-16,0 3 0 15,-2 2-8-15,-1 0-1 16,1 0-13-16,1 0-10 16,1-4 1-16,1 0 3 15,0-2-5-15,1-2 5 16,3-4-6-16,2-4-8 0,-1-3-1 15,0-5 0-15,1-6-6 16,2-4-13-16,-1-4-40 16,1-2-65-16,-2 0-120 15,2-4-102-15,0-2-407 0</inkml:trace>
  <inkml:trace contextRef="#ctx0" brushRef="#br0" timeOffset="71437.92">16345 5775 758 0,'0'0'660'0,"0"0"-350"0,0 0-76 0,0 0-64 0,0 0 37 0,0 0-81 16,0 0-25-16,27-18-1 15,-4 16-21-15,14-2 5 16,5 0 19-16,6-2-39 16,6 0-17-16,2-2-25 15,0 2 2-15,-5 0-12 16,-4 0-12-16,-5 0 11 15,-2 3-11-15,-2 0 15 0,0 1 1 16,-3 0-5-16,-1 0-10 16,2 2 8-16,-3-2-8 15,1 2 0-15,-3 0 0 16,0 0 0-16,-4 0 0 16,0 0 0-16,-3 0 0 15,2 0-1-15,3 0 1 16,3 0-1-16,3 0 2 0,4 0-1 15,-2 0 0-15,1-4 1 16,-5 0-1-16,-4-2 5 16,-8 4-6-1,-8-3 0-15,-7 5-7 16,-4-1-15-16,-2 1-61 0,0 0-171 16,-13 0-259-16,-5 0-316 15</inkml:trace>
  <inkml:trace contextRef="#ctx0" brushRef="#br0" timeOffset="72706.35">15792 5867 922 0,'0'0'322'0,"0"0"-82"0,0 0-29 0,0 0-24 0,0 0-35 0,0 0 5 16,0 0-6-1,0 0-31-15,0 0-22 16,0 0-47-16,0 0 13 15,0 0 8-15,0-2-20 16,0-4-33-16,0 2-17 16,2-2 7-16,7-2-8 0,0 2 14 15,2-2-11 1,2 2-4-16,3 0-1 0,2 0-1 16,2 2 1-16,-2 2-10 15,-3 2 10-15,-4 0-8 16,-5 0-14-16,-6 8 13 15,0 10 10-15,-4 4 42 16,-9 2 12-16,-2 2-23 16,1-2-4-16,1-4-13 0,2-2-2 15,2-4-6 1,5-6-5-16,-1-1 8 16,3-6-8-16,2 1 7 15,0-2-7-15,0 0-1 0,0 0-20 16,11 0-17-16,9 0-38 15,0 0-3-15,2 0 7 16,1 0 41-16,-6 7 11 16,-5 5 2-16,-8 3 4 15,-4 2 3-15,0-2 10 16,-10 2 21-16,-9-3-4 16,-1-2-17-16,1-2-1 15,-4-6-136-15,5-2-383 16,5-2-1071-16</inkml:trace>
  <inkml:trace contextRef="#ctx0" brushRef="#br0" timeOffset="74329.97">16603 6158 590 0,'0'0'612'0,"0"0"-400"16,0 0-7-16,0 0-1 0,0 0-18 0,0 0-29 16,0 0-19-16,-7 0-8 15,7-2-41-15,0-2-46 16,0 0-5-16,0 4 2 0,5 0-19 15,-1 0-11-15,-2 0-8 16,0 16 20-16,-2 8 20 16,0 6 23-16,0 6 13 15,-8 4-6-15,-5 0-24 16,-5 3-8-16,3-3 9 16,-4-4-25-16,3-2-9 15,5-8-1-15,3-4-8 16,1-8-5-16,4-4 1 0,3-6 7 15,0-4-9 1,0 0-12-16,8-4 6 0,11-18-45 16,8-12-115-16,4-8-70 15,0-6-68 1,3-1-68-16,-3 3 66 0,-4 10 182 16,-9 12 124-16,-9 10 111 15,-9 8 73-15,0 6-84 16,0 0-11-16,-18 16 66 15,0 10 46-15,-2 6-30 16,5 2-13-16,5 2-35 16,8-1-49-16,2-5-33 15,2-5-16-15,20-6-4 0,7-7-3 16,5-8-18 0,1-4-96-16,2 0-125 0,7-8-35 15,-11-12-130-15,-8 0-491 16</inkml:trace>
  <inkml:trace contextRef="#ctx0" brushRef="#br0" timeOffset="75027.6">16927 5953 918 0,'0'0'340'0,"0"0"-135"0,0 0-12 0,0 0-42 0,0 0-17 0,0 0-9 16,0 0-19-16,-3-10-18 15,3 8-18 1,0-2-29-16,0 2-5 0,0-2-5 16,9 0-4-16,0 0-12 15,-1 0-5-15,2 4 2 16,-2 0 13-16,-1 0-5 0,-3 0-6 16,1 0 6-1,-2 8 4-15,-3 8 8 16,0 2 32-16,0 2 38 15,-14 5-8-15,3-6-37 16,-3-1-23-16,5-1-19 16,3-9-6-16,6-2-7 0,0-2 11 15,0-4 2-15,0 0-15 16,13 0-18-16,7 0-37 16,5 0-62-16,-3 0 47 15,-2 0 46-15,-4 0 17 16,-5 0-5-16,-5 4 1 15,-6 10-2-15,0 0 12 16,0 4 1-16,-10-2 6 16,-4 0-6-16,-8 6-3 15,2-6-179-15,4-4-428 0</inkml:trace>
  <inkml:trace contextRef="#ctx0" brushRef="#br0" timeOffset="76196.84">17367 6363 1098 0,'0'0'536'0,"0"0"-273"0,0 0 23 0,0 0 9 0,0 0-65 16,0 0-36-16,0 0-80 15,-4 0-32-15,6-3-19 16,13-1-27-16,8 2-35 16,6-2 0-16,4 0-1 15,3 3 0-15,-1-2-13 16,0 2-60-16,-4-2-150 16,-3-1-80-16,-6 0-167 15,-8 1-163-15</inkml:trace>
  <inkml:trace contextRef="#ctx0" brushRef="#br0" timeOffset="76412.02">17581 6182 1520 0,'0'0'513'0,"0"0"-441"16,0 0-44-16,0 0 136 15,0 0 15-15,0 0-18 16,-51 130-18-16,40-90-67 16,2 0-49-16,4-3-27 15,5-7-18-15,0-4-115 16,12-10-139-16,5-8-277 0</inkml:trace>
  <inkml:trace contextRef="#ctx0" brushRef="#br0" timeOffset="77076.19">17858 6150 887 0,'0'0'621'0,"0"0"-339"16,0 0-61-16,0 0-91 15,0 0 5-15,0 0-30 16,0 0-31-16,17-40-32 16,-5 32 2-16,-2 2 10 15,1 0 23-15,1 4-13 0,-6 2-31 16,3 0-17-16,-4 0-14 16,-2 12 4-16,-3 8 22 15,0 6 23-15,0 2 13 16,-17 2-1-16,2 0-12 15,-3-4-8-15,2-6-17 16,3-4-17-16,4-3-2 16,5-8-1-16,2-3-4 15,2 0-2-15,0-2-8 16,0 0-1-16,15-2-24 16,8-8-87-16,4-2-10 15,-1 4 29-15,-2 4 43 16,-1 4 34-16,-5 0 6 15,-7 4 6-15,-7 14 12 16,-4 5 12-16,0 0 23 0,-6 4 20 16,-11-1 40-1,-2-2-28-15,1-2-35 0,1-6-17 16,3-2-15-16,5-6-48 16,5-6-121-16,4-2-133 15,0-4-212-15,0-10-1226 0</inkml:trace>
  <inkml:trace contextRef="#ctx0" brushRef="#br0" timeOffset="77520">18169 6198 1403 0,'0'0'407'0,"0"0"-252"0,0 0-20 0,0 0 3 0,0 0 25 15,0 0-43-15,0 0-26 16,27 100-9-16,-27-68 9 16,0-2-28-16,0 1-29 15,-2-4 2-15,-4 0-5 16,-2-7-22-16,2-6 2 16,4-2-13-16,-1-8 0 15,3-2 7-15,0-2 4 16,0-2-12-16,13-18-41 15,6-8-135-15,1-9 18 16,-1-3-13-16,0 0-13 0,-6 6 35 16,-4 8 149-16,-4 10 15 15,-5 12 101 1,0 4-39-16,0 0-1 0,-5 16 60 16,-4 9-34-16,2 4-14 15,5 1 27-15,2 1-30 16,0-3-43-16,6-5-17 15,15-5-7-15,4-5-13 16,4-5-5-16,2-8-80 16,9 0-153-16,-7-10-152 15,-6-6-456-15</inkml:trace>
  <inkml:trace contextRef="#ctx0" brushRef="#br0" timeOffset="78084.5">18541 6003 793 0,'0'0'593'0,"0"0"-334"0,0 0-47 0,0 0-67 0,0 0-12 0,0 0 12 16,0 0-23-16,0 0-7 15,0 0-33-15,0 0-28 16,0 0-13-16,0 0-8 16,0 0-3-16,0 0 9 15,0 0 3-15,0 0 10 0,7 0-15 16,3 0-22 0,2 0-14-16,1 0-1 0,-1 8-6 15,-5 6 5-15,-5 3-7 16,-2 2 8-1,-5 4 15-15,-17 3 34 16,-3-2 20-16,4 0-14 0,2-6-23 16,9-4-22-16,7-4 1 15,3-6 2-15,3 0-7 16,16-4 9-16,8 0-15 16,4 0-44-16,0 0-56 15,3-10-138-15,-8 0-75 16,-5-2-298-16</inkml:trace>
  <inkml:trace contextRef="#ctx0" brushRef="#br0" timeOffset="78982.28">17606 5747 916 0,'0'0'549'0,"0"0"-310"0,0 0-49 0,0 0-51 0,0 0-46 0,0 0-9 15,0 0-5-15,13 0-2 16,-2 0 14-16,3 0-2 15,6 0 26-15,6 0 4 16,5 0-13-16,10-2-31 16,7-2-23-16,10 0 0 15,5 0-20-15,3-2 1 16,-1 2 3-16,-2-1-14 16,-12 4-16-16,-6-1-6 15,-10 2 0-15,-5 0-13 0,-4 0-28 16,-2 0-68-16,15 3-185 15,-8 4-57-15,-4-3-382 16</inkml:trace>
  <inkml:trace contextRef="#ctx0" brushRef="#br0" timeOffset="80041.52">15404 5773 995 0,'0'0'413'15,"0"0"-112"-15,0 0-50 0,0 0-135 0,0 0-75 0,0 0-29 16,0 0 17-16,-87 32 35 16,58 4 75-16,-2 12 11 15,2 16 33-15,5 11 39 16,4 11-71-16,13 6-40 15,7 0-40-15,0 1-34 16,20-9-19-16,20-6-10 16,13-10-8-16,21-8-31 0,11-12-47 0,42-6-148 31,-20-13-363-31,-12-11-957 0</inkml:trace>
  <inkml:trace contextRef="#ctx0" brushRef="#br0" timeOffset="80850.89">19065 5777 1215 0,'0'0'553'0,"0"0"-333"0,0 0-54 0,0 0-99 0,0 0 15 15,0 0 57-15,0 0 48 16,76 102 6-16,-56-38-45 16,0 13-42-16,-3 7-21 15,-3 6-25-15,-9-2-15 16,-5-3-13-16,0-5-10 16,-11-10-7-16,-16-8-15 15,-6-10 0-15,-6-12-15 16,1-8-55-16,-1-18-134 0,7-7-357 15,12-7-352-15</inkml:trace>
  <inkml:trace contextRef="#ctx0" brushRef="#br0" timeOffset="81943.37">18344 5731 667 0,'0'0'256'0,"0"0"-44"0,0 0-41 0,0 0 19 15,0 0 11-15,0 0 1 0,0 0-40 16,-3 0 18-16,3 0-41 15,0 0-17-15,0 0-15 16,9 0-10-16,6 0-37 16,12 0 14-16,8 0-4 15,11 2-28-15,4-2-16 0,10 0-26 16,1 0-99 0,19 0-195-16,-17-6-291 15,-12-3-701-15</inkml:trace>
  <inkml:trace contextRef="#ctx0" brushRef="#br0" timeOffset="82588.84">19491 5573 684 0,'0'0'552'16,"0"0"-319"-16,0 0 17 0,0 0-27 0,0 0-55 0,0 0 2 16,0 0-26-1,8-3-21-15,-3-1-7 0,-1 2-34 16,3 0-18 0,2 2-29-16,0 0-23 0,3 0-12 15,-4 2 0-15,-4 15-6 16,-4 6 6-16,0 8 30 15,-10 2 22-15,-17 2 20 16,-4-3 26-16,2-4-42 16,6-8-26-16,10-4-20 15,11-8-2-15,2-2 4 16,17-4 3-16,21-2 3 16,11 0-18-16,9 0-68 15,0 0-102-15,13-6-144 0,-15 0-256 16,-9 2-627-16</inkml:trace>
  <inkml:trace contextRef="#ctx0" brushRef="#br0" timeOffset="83341.48">21750 5097 785 0,'0'0'261'0,"0"0"-96"16,0 0-58-16,0 0-18 0,0 0 4 0,0 0 0 15,0 0-16-15,-13 6-36 16,11-4-12-16,-3 2-16 16,3-2-6-16,-3 2 6 15,0 0-13-15,-5 4 0 16,1 0-36-16,2-2-330 0</inkml:trace>
  <inkml:trace contextRef="#ctx0" brushRef="#br0" timeOffset="84194.88">21750 5097 656 0,'-78'87'286'0,"78"-90"-106"15,0 3-55 1,0-2-8-16,0 0 50 16,0 0 30-16,0 2-61 15,0-2-35-15,0 2 6 16,0 0-29-16,0 0-9 16,0 0-5-16,0-2 2 15,0 2-11-15,0 0-16 16,2 0 7-16,1 0 12 0,-1 0 0 15,0 0 13-15,2 0 1 16,5 0-19-16,0 0-12 16,4 0-8-16,6-2-4 0,5 2-11 15,2-2-3 1,8 1-7-16,2-2-7 16,2-1 11-16,-1 2 5 15,1 0-5-15,-3 0 6 16,-2 0-5-16,-2 0-5 15,0 0-8-15,-3 2 1 0,6-2-1 16,0 2 0-16,3-4 1 16,7 2 6-16,4-2-7 15,0 0 1-15,4 0-1 16,-1 0 0-16,-4 0 0 16,-4 2 1-16,-8 0-1 15,-4 2-5-15,-4 0 5 16,-3 0 1-16,-2 0-1 15,3 0 6-15,2 0 11 16,4 0-3-16,5 0-1 16,1 0-4-16,6 0-9 15,-3-2 0-15,2 2 0 0,-1-2 0 16,-1 2 1-16,-3-2 0 16,1 0-1-1,3 0 0-15,-4 0 1 0,5 0-1 16,1 0 1-16,1 0-1 15,4 2 0-15,-4-2 1 16,1 2 0-16,-1 0-1 16,-2 0 1-16,1 0 14 15,-3 0-1-15,-3 0-5 16,-1 0 0-16,2 0-3 16,-2 0-5-16,2 0 0 15,1 0 5-15,7 0-5 16,-2 0 1-16,1 0 4 15,-1 0 6-15,-2 0 18 16,-1-2-2-16,-6 0 7 16,-2-2-20-16,-1 0-9 0,-6 0-5 15,-5 0 0 1,-6 0-1-16,-9 0-30 0,-6-2-55 16,0 2-280-16,-17-4-568 15</inkml:trace>
  <inkml:trace contextRef="#ctx0" brushRef="#br0" timeOffset="85042.28">19967 6282 1415 0,'0'0'552'0,"0"0"-379"0,0 0-43 0,0 0-50 16,0 0-10-16,0 0 37 0,0 0-33 15,91 2-19 1,-45 0-25-16,2-2-15 16,6 0-15-16,-3 0-21 15,5 0-190-15,-12-8-318 16,-15 0-534-16</inkml:trace>
  <inkml:trace contextRef="#ctx0" brushRef="#br0" timeOffset="85233.46">20248 6166 916 0,'0'0'857'16,"0"0"-633"-16,0 0-74 15,0 0-34-15,-65 118-55 16,65-80-40-16,0 10-21 15,14-11-234-15,3-9-879 0</inkml:trace>
  <inkml:trace contextRef="#ctx0" brushRef="#br0" timeOffset="85733.4">20832 6238 1227 0,'0'0'600'0,"0"0"-345"0,0 0 28 0,0 0-122 16,0 0-72-16,0 0 42 15,0 0-32-15,69 26-8 0,-49 1-16 16,-2 2-28 0,-1 1-23-16,-1 2-12 0,-1-1-3 15,-1-8-9-15,-1-2-12 16,1-6-76-16,3-10-162 15,-3-5-116-15,-3 0-367 0</inkml:trace>
  <inkml:trace contextRef="#ctx0" brushRef="#br0" timeOffset="86109.39">21255 5763 745 0,'0'0'815'0,"0"0"-546"16,0 0-148-16,0 0-44 15,0 0 4-15,0 0 117 16,0 0-21-16,-27 70-58 16,12-32-34-16,-1 7 3 15,-1 6 3-15,-1 6 12 0,-3 3-34 16,4 0-7-16,-3-4-27 16,2-4-20-16,2-6-15 15,1-6 0 1,3-10-33-16,4-6-90 0,8-12-131 15,0-6-233-15,0-6-379 0</inkml:trace>
  <inkml:trace contextRef="#ctx0" brushRef="#br0" timeOffset="86937.58">21336 5721 1275 0,'0'0'343'0,"0"0"-238"0,0 0-19 0,0 0 75 0,0 0 15 0,0 0-28 16,0 0-7-16,100 2-58 15,-63-2-21-15,6 0 20 16,1 0-24-16,2 0-20 16,2-5-22-16,-1 2 8 0,4-1-23 15,0 0 5-15,5-3 3 16,0 0-9-16,4 0 27 16,-3 0 20-16,4 1-13 15,-1 0-15-15,2-1-11 16,3 1 1-16,0 1-9 15,2-2 0-15,-5 1 0 16,-2 1 0-16,-1-2 0 16,-9 1 0-16,0 1 0 15,-6-2 1-15,-1 1 0 16,-1-2 19-16,0 0-1 0,5 1-2 16,-1 0-8-1,4 1-8-15,-3 2 7 16,-5 0 8-16,-2 2 2 0,-5 2 4 15,-6-2 10-15,-2 0 4 16,-5 2-6-16,1-2-14 16,-4 0-5-16,0 0-10 15,-2 2 4-15,-3-2-5 16,-3 2-11-16,-5-1-31 16,-6-2-51-16,0 3-238 15,-4-4-453-15</inkml:trace>
  <inkml:trace contextRef="#ctx0" brushRef="#br0" timeOffset="88010.61">20870 5717 191 0,'0'0'951'0,"0"0"-731"16,0 0-55-16,0 0-18 0,0 0-17 0,0 0-29 16,0 0 3-16,-4-13 6 0,1 9-46 15,3-1-45-15,0-1 7 16,0-1-2-16,0 0 6 16,7 0 14-16,6-1-1 15,1 1 3-15,3-1 7 16,-1 2 5-16,2 2 11 15,-2 1-7-15,-6 3-2 16,1 0-20-16,-5 0-12 16,-4 9-20-16,-2 9 8 0,0 4 28 15,-8 4 2-15,-7 2 6 16,-5-2-26-16,3-2-11 16,-2-2-2-1,4-4-2-15,1-6-10 0,6-2 0 16,1-4 8-16,5-4-9 15,0 0 0-15,2-2-1 16,0 0-11-16,0 0 6 16,8-2-27-16,8-6-114 15,6 2 49-15,-1 4 49 16,-2 2 19-16,-1 0 12 16,-3 6 3-16,-5 10 0 15,-4 2 9-15,-6 2 0 16,0 0 6-16,-6-2 20 15,-12 0 2-15,-3-2-4 0,-2-2-18 16,-11 0-58 0,7-6-415-16,3-1-507 0</inkml:trace>
  <inkml:trace contextRef="#ctx0" brushRef="#br0" timeOffset="89307.34">21587 6188 1275 0,'0'0'529'0,"0"0"-327"16,0 0 15-16,0 0-66 0,0 0-30 0,0 0-37 15,0 0-15-15,58-18-33 16,-45 24-4-16,-3 12-6 16,-4 10 8-16,-6 4 26 15,0 2-18-15,-2 5 1 16,-14-2-21-16,1-2 1 16,-3-3 4-16,3-9-11 15,1-2-8-15,7-9-2 16,3-4-5-16,4-8 12 15,0 0 15-15,0 0 8 16,0-14-36-16,13-14-24 0,7-8-94 16,3-7-55-16,1-1 5 15,-2 2 13-15,-4 8 94 16,-3 8 61-16,-8 12 15 16,-4 8 69-16,-3 6-45 15,0 0-30-15,0 18 21 16,-12 10 46-16,2 4 1 15,0 4 23-15,6 1-31 16,4-5-21-16,0-2-23 16,11-6-1-16,16-8-1 15,4-6-23-15,5-6-20 16,2-4-164-16,6-7-96 16,-6-11-204-16,-9-1-365 0</inkml:trace>
  <inkml:trace contextRef="#ctx0" brushRef="#br0" timeOffset="89921.16">22040 5937 1204 0,'0'0'492'0,"0"0"-340"0,0 0-1 0,0 0-10 0,0 0 12 0,0 0-4 16,0 0-35-1,0-3-43-15,0 0-17 16,0-1 21-16,0 0-22 16,0 0-20-16,6 1-1 0,5-2-22 15,1 3-10-15,-1 2 0 16,-3 0-13-16,-3 0-10 15,-5 14-1-15,0 6 24 16,0 4 29-16,-9 2 21 16,-6-2 12-16,-1 1-23 15,3-6-9-15,1-6-18 0,6-3-10 16,6-6 6 0,0-4 5-16,0 0-13 15,16 0-13-15,5 0-38 16,2 0-21-16,-1 0 4 0,-6 0 39 15,-7 0 22 1,-7 0-8-16,-2 4-27 16,0 12 17-16,-14 4 16 15,-8 6 8-15,-2 2 0 16,-3 4-118-16,7-4-387 16,7-8-324-16</inkml:trace>
  <inkml:trace contextRef="#ctx0" brushRef="#br0" timeOffset="90224.22">22327 6220 1743 0,'0'0'580'0,"0"0"-506"0,0 0-9 0,0 0 10 0,0 0-17 16,0 0 1-16,127 4-14 16,-96 0-24-16,-4-2-21 15,-2-2-35-15,-8 0-100 16,-1 0-141-16,-7 0-285 15,-5-8-364-15</inkml:trace>
  <inkml:trace contextRef="#ctx0" brushRef="#br0" timeOffset="90388.86">22541 6075 1618 0,'0'0'379'0,"0"0"-204"0,0 0 73 16,0 0-65-16,-71 129-86 15,53-87-39-15,3 0-32 16,1 0-26-16,1 2-146 16,3-9-203-16,4-12-393 0</inkml:trace>
  <inkml:trace contextRef="#ctx0" brushRef="#br0" timeOffset="91470.99">22936 6024 428 0,'0'0'1005'0,"0"0"-655"0,0 0-151 0,0 0-33 0,0 0-50 16,0 0-67-16,0 0-25 15,24-27-15-15,-9 22 16 16,-2 1-18-16,3 1 7 16,-7 3-7-16,-3 0 6 15,-2 3 5-15,-4 12 19 16,0 7 21-16,-16 7 18 0,-5-1-9 15,-5 2-18 1,2-4 30-16,-1-4 7 0,4-4-39 16,6-4-27-1,6-6-10-15,2-6-1 0,7-2 8 16,0 0-6-16,0 0-11 16,16-2-81-16,6-10-59 15,7 0 40-15,2 4 33 16,-2 2 31-16,-2 6 21 15,-4 0-2-15,-11 2 3 0,-2 16 14 16,-10 6 15-16,0 4 19 16,-7 4 27-1,-15 0 13-15,-5 0 4 16,-2-2 15-16,2-4-43 16,3-3-35-16,6-10-15 15,4-3-1-15,8-6-132 16,6-4-70-16,0 0-110 0,2-14-540 15</inkml:trace>
  <inkml:trace contextRef="#ctx0" brushRef="#br0" timeOffset="91866.22">23178 6126 1575 0,'0'0'324'0,"0"0"-231"15,0 0 6-15,0 0 40 0,0 0 68 0,0 0-51 0,18 120-49 16,-29-80-8-16,-3 2-11 16,5-6-27-1,1-4-23-15,1-7-23 0,5-7-5 16,2-8 2-16,0-6 3 16,0-4 6-16,0 0 10 15,13-6-29-15,5-14-2 16,4-8-78-16,-2-8-83 15,3 0-8-15,-8 0-57 16,-1 5 82-16,-8 11 144 16,-6 12 67-16,0 8-24 15,0 0-42-15,-6 16 56 16,-4 10 43-16,4 6-14 16,4 0-2-16,2 2 16 15,0 1-44-15,13-6-20 0,9-2-18 16,5-7-18-16,2-8-66 15,13-12-110-15,-7 0-135 16,-2-2-392-16</inkml:trace>
  <inkml:trace contextRef="#ctx0" brushRef="#br0" timeOffset="92406.76">23570 5935 185 0,'0'0'1049'0,"0"0"-714"0,0 0-134 0,0 0-47 16,0 0-29-16,0 0 10 15,0 0 9-15,-13 0-18 16,13 0-41-16,0 0 1 0,0-1 2 15,0-2 27 1,0 1-37-16,4 0-30 0,5 0-26 16,3 2-22-16,-6 0-3 15,-4 0-18-15,-2 18-12 16,0 6 33-16,-20 6 0 16,-7 2 62-16,-1 0 11 15,1-5-4-15,7-5-21 16,9-8-17-16,9-4-11 15,2-6-2-15,4-2 4 16,23 0 5-16,6-2-27 16,7 0 0-16,4 0-63 15,16-6-130-15,-10-4-269 16,-8 0-262-16</inkml:trace>
  <inkml:trace contextRef="#ctx0" brushRef="#br0" timeOffset="92815.39">23956 6282 1461 0,'0'0'475'0,"0"0"-361"0,0 0 29 0,0 0-30 0,0 0-70 15,0 0-21-15,0 0-16 0,0 18-5 16,0-12 0-1,0-2-1-15,0-2 1 16,0-2 25-16,0 0 108 16,0 0 14-16,0-8-71 0,0-4-55 15,-9 0-13-15,-5 4-9 16,1 2-65-16,2 6-124 16,2 0-307-1,7 0-688-15</inkml:trace>
  <inkml:trace contextRef="#ctx0" brushRef="#br0" timeOffset="93631.01">24500 6108 1294 0,'0'0'547'0,"0"0"-341"0,0 0 66 0,0 0-96 0,0 0-87 0,0 0-17 16,0 0-17-16,62-34-15 15,-51 34-6-15,-5 8-17 0,-1 12-2 16,-3 6 24 0,-2 6 8-16,0 4 0 15,-2 2-13-15,-11 0 1 16,-1 0-14-16,-1-2-4 15,-1-4 1-15,3-6-17 16,2-3 1-16,4-9-1 0,2-6 6 16,3-4-5-16,2-4 7 15,0 0 3 1,0 0-12-16,9-17-12 0,11-9-82 16,5-7-11-16,2-10-22 15,4-3-22-15,-2-2-80 16,-2 4 41-16,-6 10 188 15,-9 12 11-15,-8 12 141 16,-4 6-32-16,0 4-72 16,-11 0-23-16,-11 14 45 15,-1 8 24-15,1 4 21 16,5 4-24-16,1 0-37 16,7 2-11-16,9-2-18 15,0-4-7-15,6 1 3 0,19-8-4 16,4-1-7-16,2-5-10 15,5-5-61-15,-3-4-129 16,9-4-87-16,-8 0-211 16,-4 0-424-16</inkml:trace>
  <inkml:trace contextRef="#ctx0" brushRef="#br0" timeOffset="94762.9">23356 5599 671 0,'0'0'593'0,"0"0"-399"0,0 0-116 0,0 0-38 0,0 0-30 16,0 0-4-16,0 0-6 0,-4 0 22 15,4 0-9-15,-3 0-13 16,1 0 24-16,-2 0 33 16,2 0-9-1,-2 0-10-15,1 0-1 0,3 0-24 16,0 0-1-16,0 0-11 15,-2 0 9-15,2 0 37 16,0 0 22-16,0 0 13 16,0 0 34-16,0 0 19 15,0 0 4-15,0 0-16 0,0 0 10 16,15 0-29-16,10 0-19 16,4 0-5-16,7 0-20 15,3 0-13 1,6-3 0-16,-3-1-22 15,-2 3-17-15,-3-2-8 16,-4-1-18-16,-2 2-85 0,3-2-138 16,-5 3-136-16,-8-6-559 15</inkml:trace>
  <inkml:trace contextRef="#ctx0" brushRef="#br0" timeOffset="96449.1">25511 6170 436 0,'0'0'1458'0,"0"0"-1163"0,0 0-210 0,0 0 49 0,0 0-33 16,0 0-34-16,0 0 39 16,76 12 0-16,-32-8-43 15,5-2-8-15,3 0-43 16,-4-2-12-16,-6 0-140 16,-1 0-106-16,-12-8-117 15,-12 0-316-15</inkml:trace>
  <inkml:trace contextRef="#ctx0" brushRef="#br0" timeOffset="96671.63">25803 6020 1151 0,'0'0'710'15,"0"0"-558"-15,0 0 19 16,0 0 36-16,0 0-53 15,-47 120-18-15,36-76-13 16,0 0-48-16,1 2-42 16,2-4-23-16,1-2-10 0,3-7-93 15,4-8-136-15,0-8-295 16,0-12-740-16</inkml:trace>
  <inkml:trace contextRef="#ctx0" brushRef="#br0" timeOffset="97244.49">26181 5961 514 0,'0'0'1457'0,"0"0"-1086"16,0 0-201 0,0 0-70-16,0 0-27 0,0 0 3 15,0 0 8-15,87-4 4 16,-78 35-13-16,-5 6-20 16,-4 10-21-16,0 3 11 15,0 0-10-15,0-2-7 16,-6-4-11-16,-1-6-8 15,1-6-2-15,0-6-5 16,2-9-2-16,2-9 0 16,2-4-6-16,0-4 6 0,0 0 0 15,10-8 0 1,7-17-37-16,6-11-37 0,1-8-23 16,3-10-39-1,-3-4-15-15,1 2 26 0,-7 8 92 16,-3 13 33-16,-8 13 100 15,-2 11 125-15,-5 8-123 16,0 3-76-16,0 0-26 16,-10 22 12-16,-3 6 31 15,-3 11-1-15,3 1 3 16,5 4-14-16,5-4-14 0,3-6-5 16,0-6-2-1,20-6 1-15,9-6-11 16,4-8-2-16,6-6-49 15,-2-2-66-15,8-8-192 0,-12-12-291 16,-6-2-684-16</inkml:trace>
  <inkml:trace contextRef="#ctx0" brushRef="#br0" timeOffset="97843.92">26674 5691 757 0,'0'0'406'0,"0"0"-182"0,0 0 32 0,0 0-76 0,0 0-53 16,0 0-10-16,0 0 23 15,-4 0 29-15,4 0-33 16,0 0-9-16,0 0-20 0,0 0-7 15,0 0-43-15,0 0-21 16,0 0-5-16,0 0-10 16,0 0-9-16,0 0 11 15,0 0 8-15,0 0-15 16,0 0 11-16,8 0-19 16,2 0-8-16,-2 0 0 15,-1 0-5-15,-3 9-3 16,-4 6-7-16,0 3 3 15,0 6 12-15,-4 2 18 16,-9 2-2-16,-5-2 10 16,3-2-4-16,3-6 1 15,7-4-8-15,5-6-14 16,0-6 20-16,11-2-1 16,18 0 2-16,12 0-14 15,8-12-8-15,2-4-62 0,16-12-150 16,-11 6-269-16,-17 4-332 0</inkml:trace>
  <inkml:trace contextRef="#ctx0" brushRef="#br0" timeOffset="99144.32">24261 5007 696 0,'0'0'397'0,"0"0"-216"0,0 0 19 0,0 0 15 0,0 0-9 0,0 0 5 15,0 0 32-15,-2 0-43 16,11 0-85-16,-1 0 28 15,2 0-12-15,-6 0-57 16,3 0-34-16,1 0-22 16,4 0-5-16,5 0-1 15,10 0 2-15,7 0 2 0,7 0 13 16,9 0-4-16,1 0-14 16,0 0 4-16,1 0-14 15,-3 0-1-15,-5 0 0 16,-2 0-10-16,-1 0 3 15,-1 0-5-15,0 0 11 16,3 0 0-16,5 0 0 16,6 0 0-16,6 0 1 15,7 0 0-15,-1 0 0 16,-1 0 0-16,-5 0 0 16,-4 0 0-16,-7 0-1 0,-5 0-8 15,-1 0 8-15,-3 0-1 16,2 0 1-16,3 0 1 15,4 0 0 1,4 0 0-16,8 0 0 0,1 0-6 16,5 0 6-16,1 0 5 15,0 0-5-15,-3 0 0 16,-5 0 1-16,-2 0 14 16,-5 6-4-16,-2-2-5 15,1 0-6-15,-2-2 1 16,2 0 1-16,-5 0-1 15,-5-2-1-15,-4 0 0 0,-5 0-21 16,-8 0-40 0,0 0-102-16,-10 0-97 15,-6-2-304-15</inkml:trace>
  <inkml:trace contextRef="#ctx0" brushRef="#br0" timeOffset="105973.54">16742 4542 1262 0,'0'0'560'0,"0"0"-377"0,0 0 2 0,0 0-48 0,0 0-58 16,0 0-11-16,0 0-1 0,62-53-19 15,-53 49 11-15,-5 3-10 16,-2 1-22-16,-2 0-6 16,0 0 5-16,4 0 5 15,3 0-10-15,5 0-2 16,5 5 20-16,3 8 1 15,-1 5-19-15,-2 4-4 16,-3 6 1-16,-6 4 10 16,-3 4 1-16,-5 2 0 15,0 4-2-15,0-2-6 16,-11-2 17-16,-5-2-17 0,1-4-5 16,1-4-14-16,1-6 5 15,4-5-5-15,2-7-1 16,5-4 1-16,2-4-2 15,0-2-1-15,0 0 0 16,0 0-7-16,9-10 2 16,11-16-61-16,4-6-119 15,5-8-12-15,2-7-27 16,1 3-11-16,-3 2 94 16,-7 8 94-16,-9 10 48 15,-6 8 116-15,-7 8 115 16,0 6-87-16,0 2-65 15,-3 0-25-15,-7 0-15 16,-4 18 2-16,5 4 22 16,3 8-3-16,4 6-14 0,2 0 4 15,0 0-11-15,12-4-20 16,9-3-3-16,4-10-1 16,1-5-15-16,6-5 0 15,-1-7-93-15,2-2-144 16,9 0-72-16,-9-8-216 15,-4-5-602-15</inkml:trace>
  <inkml:trace contextRef="#ctx0" brushRef="#br0" timeOffset="107021.29">17353 4157 1194 0,'0'0'399'0,"0"0"-211"0,0 0-11 0,0 0 25 0,0 0-11 15,0 0-5-15,0 0-46 0,-2-7-9 16,2 6-25-16,0-3-43 16,0 0-24-16,0-5-15 15,0 1-11-15,0 1-12 16,0-4 4-16,0 1-5 15,6 1-9-15,-2 0 7 16,2 1 0-16,-1 0 2 16,1 2-1-16,-2 2 2 15,2 0 5-15,-2 2-5 16,-2 2-1-16,0 0-11 16,3 0-10-16,-3 16-1 15,-2 4 8-15,0 8 14 16,0 3 28-16,-11 1 5 15,-5-2 10-15,1-2-16 16,1-4-6-16,3-4-7 0,5-6-8 16,4-4 4-1,2-4-9-15,0 0-1 0,0-2-15 16,8 0-9-16,9-2-3 16,2 2-35-16,1-2-19 15,-1 2 21-15,0 0 35 16,-1 4 7-16,-5 2 10 15,-4 0-2-15,-5 0-1 16,-4 0-4-16,0 2 2 0,-2 0-2 16,-20 12-28-16,2-3-169 15,1-6-401-15</inkml:trace>
  <inkml:trace contextRef="#ctx0" brushRef="#br0" timeOffset="107963.74">18109 4648 1099 0,'0'0'384'0,"0"0"-155"0,0 0-33 0,0 0 0 0,0 0 17 0,0 0-46 15,0 0-42-15,0 0-21 16,0 0 23-16,0 0-9 15,0 0-32 1,5 0-43-16,11 0-30 0,5 0-13 16,8 0 0-16,5 0 0 15,4-2 0-15,4 2 0 16,-2 0 1-16,1 0-1 16,-4 0 0-16,-3 0-50 15,-7 0-157-15,-1 0-74 0,-8 0-226 16,-7 0-286-16</inkml:trace>
  <inkml:trace contextRef="#ctx0" brushRef="#br0" timeOffset="108286.22">18312 4484 1854 0,'0'0'531'0,"0"0"-481"0,0 0-44 16,0 0 71-16,0 0 38 15,0 0 19-15,-33 138-40 16,30-94-63-16,3 0-28 0,0-4-3 16,0 4-135-1,12-14-154-15,1-8-340 0</inkml:trace>
  <inkml:trace contextRef="#ctx0" brushRef="#br0" timeOffset="108968.5">18982 4401 201 0,'0'0'1550'0,"0"0"-1174"0,0 0-188 16,0 0-33-16,0 0-45 15,0 0-41-15,0 0-25 16,0-22-2-16,0 18-21 16,0 0-4-16,2 0 0 15,10-2-5-15,3 2-12 16,4 0-13-16,1 2 4 16,-5 2-1-16,-2 0-4 15,-1 6 8-15,-8 12 6 16,-4 5 18-16,0 6 28 15,0 3 17-15,-18 5 7 16,-2-3-7-16,0 0-9 16,0-4-23-16,5-4-22 15,2-6 2-15,3-6-10 0,6-4-1 16,1-6 0-16,3-4-13 16,0 0-4-1,7 0-10-15,16-8-79 0,6-8-77 16,4 0 42-16,0 2 51 15,-2 4 50-15,-4 6 22 16,-6 4 3-16,-6 0 15 16,-4 10 10-16,-8 8 27 15,-3 4 26-15,0 2 4 16,-6 0 21-16,-11 2 7 16,-1-4-36-16,-2 0-34 0,0-4-22 15,4-6-3-15,1-1-139 16,6-8-162-16,4-3-444 0</inkml:trace>
  <inkml:trace contextRef="#ctx0" brushRef="#br0" timeOffset="109451.32">19475 4484 205 0,'0'0'1424'0,"0"0"-944"15,0 0-331-15,0 0-75 0,0 0 66 0,0 0-6 0,0 0-8 16,22 108-17 0,-22-74 0-16,0 2-35 0,0-4-21 15,0-2-26-15,-6-6-15 16,1-6-4-16,3-4-7 15,2-8 8-15,0-4-3 16,0-2 9-16,0 0 17 16,9-12-32-16,9-14-8 15,4-8-67-15,5-8-100 16,-1-2 4-16,-3 2 20 16,-6 8 83-16,-5 12 68 15,-8 10 64-15,-4 9 1 16,0 3-40-16,0 7-24 15,-6 17 51-15,-8 6 60 16,5 4-3-16,5 2-15 16,4-2-35-16,0-4-28 15,13-6-10-15,14-6-6 0,6-4-9 16,5-8-6-16,5-4-66 16,1-2-100-16,16-2-147 15,-10-12-321-15,-9-4-976 0</inkml:trace>
  <inkml:trace contextRef="#ctx0" brushRef="#br0" timeOffset="110001.17">19936 4195 1209 0,'0'0'561'0,"0"0"-434"0,0 0 22 0,0 0 32 0,0 0-22 0,0 0-9 16,0 0-34-16,-19-24-4 16,19 21 25-16,2 2-56 15,4-2-14-15,3 2-36 16,0 1-19-16,-2 0-6 15,-3 5-6-15,-2 14-17 16,-2 5 17-16,0 6 1 16,-16 0 25-16,-1-2 8 15,-1-4-4-15,7-4-9 16,4-4-6-16,5-6-7 16,2-2 4-16,0-2-3 15,13-2 3-15,10-2-12 0,4-2-11 16,2 0-33-16,4 0-59 15,0 0-145-15,14 0-77 16,-12 0-60-16,-1 4-385 0</inkml:trace>
  <inkml:trace contextRef="#ctx0" brushRef="#br0" timeOffset="110524.92">20850 4604 1472 0,'0'0'564'0,"0"0"-265"0,0 0 36 0,0 0-38 0,0 0-118 15,0 0-47-15,0 0-59 16,73 4-26-16,-40-4-25 0,8 0-22 15,3 0-1 1,6 0-49-16,0 0-50 0,22 0-151 16,-12 0-250-16,-9 0-187 0</inkml:trace>
  <inkml:trace contextRef="#ctx0" brushRef="#br0" timeOffset="111190.68">21814 4448 1497 0,'0'0'684'0,"0"0"-223"0,0 0-188 0,0 0-153 16,0 0-60-16,0 0-32 16,0 0-19-16,68-5-7 0,-60 33 14 15,-3 8 7 1,-5 7-1-16,0 1 2 0,0-4-7 16,-9-2-5-16,0-6-6 15,0-8-5-15,2-6 5 16,5-8-5-16,2-6 0 15,0-4-1-15,0 0-6 16,0 0 5-16,9-18-18 16,9-10-56-16,2-10-39 15,2-6-56-15,1-4 22 16,-4 6 54-16,-3 6 94 0,-7 14 0 16,-5 12 146-1,-4 7-47-15,0 3-73 0,0 9-12 16,-2 14 71-16,-2 6 8 15,1 5-11-15,3 0-28 16,0 0-18-16,11-4-16 16,8-4-7-16,1-6-5 15,4-6-8-15,0-8-15 16,5-4-33-16,5-2-69 16,13-8-188-16,-7-10-171 15,-7-4-279-15</inkml:trace>
  <inkml:trace contextRef="#ctx0" brushRef="#br0" timeOffset="111799.86">22376 4099 901 0,'0'0'559'0,"0"0"-377"0,0 0-9 0,0 0 15 0,0 0 9 0,0 0-24 16,0 0-47-16,0-31-32 16,0 27-17-16,0 0 48 15,0 0 7-15,0 0-38 16,0 0-21-16,0-2-22 15,0 1-12-15,0 0-15 16,5 1-6-16,1 0-16 16,1 3 11-16,-1 1-13 15,4 0 0-15,-6 0-11 16,0 14 5-16,-1 5 6 0,-3 6 2 16,0 0 8-16,0-3 5 15,0 0 2-15,0-1-7 16,0-3 5-16,6 0 5 15,12-2-7-15,0-2 2 16,-5-2-14-16,-8 2-1 16,-5 2-10-16,-7 2-27 15,-24 4 4-15,-10 2-67 16,-23 10-128-16,9-4-262 16,10-7-631-16</inkml:trace>
  <inkml:trace contextRef="#ctx0" brushRef="#br0" timeOffset="116137.96">2306 8388 925 0,'0'0'774'0,"0"0"-514"0,0 0 27 0,0 0-17 0,0 0-27 16,0 0-52-16,0 0-78 15,-16 0-8-15,16 0-12 16,0 0-25-16,0 0-30 0,0 0-11 16,0 0-13-1,2 0-14-15,16 0-3 0,9 0-3 16,11 0 6-1,7 2 0-15,1-2-6 0,5 0-28 16,-4 0-53-16,2 0-130 16,-11 0-292-16,-16 0-229 0</inkml:trace>
  <inkml:trace contextRef="#ctx0" brushRef="#br0" timeOffset="116329.19">2216 8650 1652 0,'0'0'791'0,"0"0"-514"15,0 0-13-15,0 0-132 16,125-42-84-16,-81 34-32 0,1 4-11 16,2 4-5-16,4 0-166 15,-9 10-421-15,-7 2-678 16</inkml:trace>
  <inkml:trace contextRef="#ctx0" brushRef="#br0" timeOffset="117144.89">3413 8761 1633 0,'0'0'375'0,"0"0"-172"0,0 0 109 0,0 0-21 0,0 0-188 0,0 0-37 15,0 0-27-15,152-137-23 16,-108 91-4-16,5-4-6 16,-3-2-6-16,0-6 0 15,-4-4-13-15,-3-6-8 16,-4-7-10-16,-9 1-1 16,-6-2 32-16,-9 8 3 15,-6 13 85-15,-5 14 5 16,0 16-52-16,0 11-20 0,-12 12-9 15,-1 2-12-15,-5 10-13 16,-7 25 13-16,2 12 6 16,-4 18 12-16,4 11 4 15,3 8-1-15,5 2-9 16,8 0-1-16,5-3-1 16,2-7-10-16,0-10 1 0,17-10 15 15,8-12-16 1,4-13-9-16,0-13-13 15,2-13-11-15,-2-5-15 16,-2-5-21-16,-1-23-8 0,1-8-35 16,-5-8-71-1,-1-3 74-15,-4 3 62 16,-3 8 47-16,-7 10 93 0,-3 8 118 16,-2 12-53-16,-2 6-77 15,0 0-61-15,0 8-19 16,-4 16 16-16,-7 2 13 15,1 6-12-15,2-2-9 16,1 0-9-16,3-3-69 16,2-9-232-16,2-7-357 15,0-8-788-15</inkml:trace>
  <inkml:trace contextRef="#ctx0" brushRef="#br0" timeOffset="117628.35">4357 8424 1527 0,'0'0'598'16,"0"0"-292"-16,0 0-34 0,0 0-51 0,-57 110-94 0,52-88-48 15,5-6-43-15,0-2-19 16,0-8-5-16,0-2-2 15,0-4 2-15,0 0 12 16,0-4 14-16,14-16-17 16,6-8-21-16,4-4-7 0,5 2-12 15,0 6 4 1,-4 8 7-16,-5 12 2 0,-7 4-6 16,-4 8 12-1,-4 16 0-15,-5 8 17 0,0 4 11 16,0-4 11-16,0-4-12 15,0-9-15-15,0-8-11 16,0-8 9-16,0-3 7 16,15-5-17-16,12-13-6 15,6-6-29-15,5 0 9 16,-1 0 11-16,2 6 14 16,-6 6 1-16,-6 8 22 15,-3 4-2-15,-1 0-14 16,-5 14-4-16,-3 10-2 0,-3 2 0 15,-6 6 0-15,-6 15-54 16,0-10-259-16,-9-1-729 16</inkml:trace>
  <inkml:trace contextRef="#ctx0" brushRef="#br0" timeOffset="118391.95">3529 9272 1315 0,'0'0'557'0,"0"0"-393"0,0 0 40 0,0 0-64 0,0 0-70 0,0 0-22 16,0 0 27-16,69-60-9 15,-46 60-8-15,-4 0-27 16,-5 10-13-16,-5 14 3 16,-5 10 22-16,-4 4 10 15,0 7 0-15,-11-2 10 16,-5 1 0-16,-1-4-20 16,3-5-20-16,3-7-14 0,5-10-8 15,0-8 0 1,6-6 6-16,0-4-7 0,0 0-9 15,12-20-48-15,7-12-145 16,4-11-48-16,0-4-126 16,-3-2 57-16,-5 7 172 15,-4 12 147-15,-6 12 221 16,-5 12 11-16,0 6-129 16,0 0-24-16,-12 16 46 15,-1 6 21-15,5 6 6 16,2 4-54-16,6-2-39 15,0 1-29-15,3-5-15 16,15-6-15-16,4-6-59 0,18-14-163 16,-2 0-149-16,-5-2-565 15</inkml:trace>
  <inkml:trace contextRef="#ctx0" brushRef="#br0" timeOffset="118639.74">3923 9296 1835 0,'0'0'696'16,"0"0"-399"-16,0 0-76 0,0 0-130 0,0 0-32 0,0 0-11 16,0 0-27-16,64-2-11 15,-29 2-4-15,2 0-5 16,1 0-1-16,2 0-26 15,3 0-41-15,-1 0-53 16,-5-4-116-16,4-4-77 0,-12 0-169 16,-12 0-214-16</inkml:trace>
  <inkml:trace contextRef="#ctx0" brushRef="#br0" timeOffset="118852.71">4315 9168 844 0,'0'0'716'0,"0"0"-376"16,0 0-24-16,0 0-36 15,0 0-43-15,0 0-39 16,0 0-105-16,11-22-65 16,5 22-17-16,-1 8-4 0,3 12-7 15,-5 6 0 1,-3 4 0-16,-6 4 0 0,-4-2 12 16,0 2-1-16,-14-1-4 15,-5-4-7-15,-2 0 0 16,2-4-225-16,3-6-339 15,7-8-402-15</inkml:trace>
  <inkml:trace contextRef="#ctx0" brushRef="#br0" timeOffset="119110.9">4623 9306 1309 0,'0'0'945'0,"0"0"-477"0,0 0-201 15,0 0-155-15,0 0-70 16,0 0-19-16,0 0-7 16,105-18-5-16,-72 16-11 15,-4 0 0-15,-5-2-81 16,-6 0-201-16,-5-6-195 15,-5 0-76-15,-4 0-725 0</inkml:trace>
  <inkml:trace contextRef="#ctx0" brushRef="#br0" timeOffset="119267.8">4824 9160 1698 0,'0'0'367'0,"0"0"-128"0,0 0 22 16,0 0-76-16,-68 108-64 0,57-72-66 15,7 2-34 1,2 1-21-16,2-2-105 16,0-9-379-16,8-11-658 0</inkml:trace>
  <inkml:trace contextRef="#ctx0" brushRef="#br0" timeOffset="119742.53">5198 9154 130 0,'0'0'1171'0,"0"0"-656"16,0 0-239-16,0 0 16 15,0 0-70-15,-31 104-93 16,31-70-27-16,0-2-19 15,0 0-11-15,6-6-9 16,1-4-24-16,1-8-18 16,2-6-5-16,1-6 2 15,3-2 14-15,3-3-4 16,5-18-13-16,7-9-15 16,7-4-21-16,4-4-33 0,3 2-58 15,-4 2-54-15,-3 10 45 16,-7 10 54-16,-4 10 43 15,-8 4 24-15,-1 2 7 16,-3 16 62-16,-1 2-5 0,-6 2 18 16,-4-2 0-1,-2-2 5-15,0-4-26 16,-4-4-13-16,-16-4-1 0,-9-6 5 16,-7 0-10-16,-8-2-18 15,-5-10-16-15,-5-2-8 16,1 0-44-1,-1 4-66-15,-4 2-195 0,16 4-260 0,11 2-385 0</inkml:trace>
  <inkml:trace contextRef="#ctx0" brushRef="#br0" timeOffset="121815.1">9985 7668 980 0,'0'0'584'0,"0"0"-366"15,0 0-17-15,0 0-9 0,0 0-26 0,0 0-16 0,0 0 0 16,0-12 27-1,0 8-32-15,0 2-36 0,0-4-29 16,0 0-41 0,0-2-15-16,0 0-8 0,0 0-5 15,12-2-10-15,1 3-1 16,5 3-5-16,2 4-2 16,-4 0 1-16,-1 13-8 15,-5 13 4-15,-8 6 9 16,-2 2 1-16,0 2 9 15,-18 0 4-15,-5-4 7 16,-4-4-4-16,3-2-15 16,-2-5 13-16,3-8-8 0,8 0-6 15,3-8-11 1,8-3 5-16,4-2-9 0,0 0-15 16,11 0-3-16,13-6-184 15,7-3 27-15,-2 4 114 16,3 5 43-16,-8 0 33 15,-5 10 2-15,-9 12 38 16,-7 6-4-16,-3 3 8 16,-7-1 21-16,-13-2 35 15,-7-2-10-15,0-4-29 16,1-4-54-16,4-4-7 16,5-4-190-16,9-4-177 15,6-4-472-15</inkml:trace>
  <inkml:trace contextRef="#ctx0" brushRef="#br0" timeOffset="122347.86">10376 7792 367 0,'0'0'1398'16,"0"0"-1059"-16,0 0-213 0,0 0-9 0,0 0 12 0,0 0-9 0,0 0-16 15,82 68 23-15,-77-28-6 16,-3 5-31-16,-2-1-23 15,0-2-29-15,0-6-22 16,-2-6-1-16,-6-6-15 16,4-10 0-16,4-6 1 15,0-6-1-15,0-2 1 16,0 0 1-16,2-14-2 16,14-14-115-16,2-10-109 15,2-6-40-15,0-6-88 16,-5 1 53-16,-1 12 227 15,-5 10 72-15,-9 15 202 0,0 12-74 16,0 0-75-16,-7 22 91 16,-4 10 10-1,4 7-24-15,3-1 22 0,4 0-7 16,0-6-47-16,9-2-66 16,11-8-17-16,5-4-14 15,2-6-1-15,2-6-118 16,8-6-213-16,-6 0-271 15,-4-4-1168-15</inkml:trace>
  <inkml:trace contextRef="#ctx0" brushRef="#br0" timeOffset="123580.51">10964 7449 426 0,'0'0'788'0,"0"0"-537"0,0 0 22 0,0 0-52 0,0 0-51 0,0 0-1 16,0 0-27-16,-7-22-35 15,7 18-4-15,0 0-35 16,0-2-15-16,0 0 8 16,0 2 19-16,0 0-14 15,0 0-22-15,11 2-31 0,3 2-13 16,1 0 0-16,-1 0-9 16,-5 12 9-16,-9 8 7 15,0 7 1-15,-2 2 17 16,-23 3 15-16,0-2 4 15,-2-1-7-15,3-5-14 16,6-6-13-16,10-6 1 16,8-5-10-16,0-2 9 15,17-3 2-15,16-2 3 16,12 0-15-16,6 0-6 16,3 0-67-16,-1-7-168 15,8 4-90-15,-17-1-251 16,-9 4-1002-16</inkml:trace>
  <inkml:trace contextRef="#ctx0" brushRef="#br0" timeOffset="125652.43">6247 8699 1071 0,'0'0'541'0,"0"0"-348"16,0 0-9-16,0 0-19 0,0 0-35 0,0 0-2 16,0 0-7-16,78-73-29 15,-64 65-49-15,3 3-20 0,3 0-21 16,5 1 4 0,2 2-6-16,6 0 0 15,3 2 1-15,1 0 7 16,3 0 10-16,5 0 7 0,5 0-11 15,0 0-4-15,6 0-9 16,2 0 7-16,2-2 0 16,1 0-8-16,-3 1 0 15,-4-2-1-15,-2 3 2 16,-5 0-1-16,-3 0 0 16,-4 0 0-16,3 0 0 15,-3 0-2-15,5 0 2 16,-1 0 0-16,6 0 1 0,0 0 0 15,4-4 1 1,0-2-1-16,2 2 0 0,-4-2 0 16,2 4 0-16,-5-2-1 15,0 4 1-15,-2 0-1 16,-3 0 0-16,4 0-1 16,-4 0 0-16,3 0 1 15,-1 0 0-15,4 0 0 16,-2 0-1-16,6-2 1 15,2-2 0-15,2 0-2 16,0-2-20-16,0 0-5 16,-1-2 8-16,-3 2 13 15,-1 2 5-15,-1 0 0 16,-6 0 1-16,4 2 1 16,0-2 6-16,2 2-6 0,2-2 0 15,0 0-1-15,4 0 1 16,5 0-1-16,1 0 1 15,2 0-1-15,1 0 1 16,-1 0-1-16,-1 2 1 16,1 0 0-16,-3-2 5 15,-3 4-6-15,-2-2 6 16,-2 0-5-16,-2 2 9 0,-6 0 1 16,2 0 6-1,-6 0 18-15,1-2-19 16,-3 2-8-16,-2 0-7 15,-2-2-1-15,-2 2 1 16,-1-2 0-16,-4 0-1 16,3 0-2-16,-3 0 1 0,0 0-1 15,2 0 1-15,1-2 1 16,1 2-1-16,6 0 1 16,-1-2-1-16,4 2 1 15,3 2 0-15,-1-2 0 16,6 2 4-16,4 0-4 15,0 0 0-15,4 0-6 0,5-2 12 16,-1 0-6 0,7 0 0-16,1-4 1 0,3 2 0 15,1 0-1-15,0-2 0 16,-1 2-1-16,-1 0 1 16,-5 0 0-1,0 2-2-15,-5 2 1 16,1 0-1-16,-3 0 1 15,1 0-8-15,0 0 8 0,2 0 0 16,-1 0 1-16,1 0-1 16,-1 0 0-16,1 0 0 15,-1 0 0-15,1 2-4 16,-1 0 4-16,3-2 1 16,-2 2-1-16,0-1 1 15,2 2 8-15,-1-1-8 16,5 0 0-16,-1-2 0 15,3 2-6-15,-2-2 6 16,3 0 7-16,-1 0-6 16,1 0-1-16,-2 2 1 0,-1-2-1 15,2 2 1-15,1-2 5 16,3 0-6-16,4 0 0 16,6 0 0-16,0 0 0 15,-1 0 1-15,1 0 9 16,-2-6 26-16,-2-1-17 15,-6 0-11-15,-8 1-8 16,-6 0 1-16,-14 0 1 16,-14 0-2-16,-18 0-82 15,-13 0-111-15,-4-1-476 0</inkml:trace>
  <inkml:trace contextRef="#ctx0" brushRef="#br0" timeOffset="127145.88">6944 9767 217 0,'0'0'1250'0,"0"0"-934"15,0 0-141-15,0 0-69 0,112 125-53 0,-79-99-27 16,-2-4-14-16,12-4-12 16,-10-8-21-16,-6-4-273 0</inkml:trace>
  <inkml:trace contextRef="#ctx0" brushRef="#br0" timeOffset="127745.95">7405 9248 1324 0,'0'0'537'0,"0"0"-363"0,0 0-20 0,0 0-59 0,0 0-36 0,0 0 5 15,0 0 1-15,0-12-48 0,-11 38 51 16,-4 16 50-16,-3 12 37 16,-2 14-40-16,2 9-43 15,-2 3-38-15,0 2-19 16,4-5-15-16,0-5 0 15,3-8-48-15,3-2-164 16,0-16-257-16,4-16-483 0</inkml:trace>
  <inkml:trace contextRef="#ctx0" brushRef="#br0" timeOffset="128587.71">7510 9169 1560 0,'0'0'510'0,"0"0"-330"0,0 0 79 0,0 0-95 0,0 0-30 0,0 0 22 16,0 0-35-16,11-7-64 15,14 3-42-15,6 2-6 16,11-3-8-16,10 2 14 15,6-3-3-15,4 0-12 16,3 0 12-16,-1 0-11 16,1 1 5-16,-1 0-6 15,4 1 1-15,1-2-1 0,4-1 1 16,5 2-1 0,0-4-6-16,-2 1 5 0,-1 1 1 15,-1 0-2-15,-3-1-5 16,-2 1 1-16,0 0 5 15,-7-3 1-15,-1 2 5 16,-3-2-5-16,0 2-1 16,-5-2 1-16,1 0-1 15,-3 0 1-15,-2 0 0 16,-7 0-2-16,-6 2-17 16,-10 0 18-16,-9 2-18 15,-13 4-17-15,-4-4-76 16,-21 0-154-16,-3 0-495 0</inkml:trace>
  <inkml:trace contextRef="#ctx0" brushRef="#br0" timeOffset="129534.72">6985 9270 1190 0,'0'0'407'0,"0"0"-177"0,0 0-72 0,0 0-27 0,0 0-4 15,0 0-12-15,0 0-19 16,-7-28-33-16,9 20-36 16,7 0-2-16,2 0 6 15,5 0-25-15,-1 2-5 16,1 2-1-16,1 4 6 16,-3 0-6-16,-5 0 0 15,-5 14 0-15,-4 8 30 16,0 6 25-16,-2 6 42 15,-13-2 3-15,-1 1-33 16,1-8-25-16,1-3-24 16,5-7-10-16,3-5-8 0,4-6 6 15,2-3-4-15,0-1 6 16,0 0-8-16,6 0-11 16,11 0-38-16,4 0-25 15,1 0 28-15,1 0 24 16,-6 0 11-16,-1 14-1 15,-9 8 3-15,-7 7 9 16,0 3 0-16,-14 2 9 16,-15 2 24-16,-7 0-27 15,-10 12-6-15,5-10-223 16,8-6-397-16</inkml:trace>
  <inkml:trace contextRef="#ctx0" brushRef="#br0" timeOffset="130467.73">7806 9627 1219 0,'0'0'492'0,"0"0"-278"0,0 0 9 0,0 0-3 0,0 0-87 16,0 0-54-16,0 0-39 0,25 0-8 16,-13 0 17-1,-2 4-30-15,-1 14 17 0,-1 6 7 16,-4 8 29-16,-2 5 3 16,-2 0-18-16,0 2-17 15,0 1-9-15,-2-4 8 16,-8-4-10-16,2-6-17 15,3-6-6-15,1-6 0 16,2-6-5-16,2-4 8 16,0-4 2-16,0 0 5 15,4-8-16-15,9-14-6 16,3-8-57-16,1-7-74 16,2-6-83-16,-1-1 20 15,-3 4 21-15,-4 8 119 0,-2 7 60 16,-6 15 58-16,-3 8-2 15,0 2-41 1,0 4-9-16,-5 18 48 16,-4 7 32-16,2 4 35 0,7 3 6 15,0 0-48-15,0-3-27 16,16-5-23-16,8-6-11 16,3-8-4-16,6-6-14 15,-2-8-88-15,12 0-152 16,-12-4-230-16,-6-10-329 0</inkml:trace>
  <inkml:trace contextRef="#ctx0" brushRef="#br0" timeOffset="131117.54">8208 9403 1224 0,'0'0'489'0,"0"0"-346"0,0 0-19 0,0 0-37 0,0 0-9 0,0 0 32 16,0 0 12 0,0-15-21-16,0 13-23 15,0 1-21-15,0-3-11 16,0-1 8-16,0-1-20 15,0 0-10-15,9 0-18 0,2 2-6 16,-3 2 0 0,0 2 0-16,-2 0 0 15,-4 0 0-15,0 15 13 0,-2 4 3 16,0 8 31-16,0-1 17 16,-8 3 2-16,-6 2-21 15,1-5 4-15,-1-4-10 16,5-4-33-16,3-8-5 15,6-4 7-15,0-4-1 16,0-2-5-16,13 0-2 16,9 0 0-16,3 0-9 15,2 0-15-15,-5 0 3 16,-4 0 13-16,-10 4-1 16,-5 6-12-16,-3 6-1 15,0 2 14-15,-15 2 8 16,-8 2 7-16,-2 0-5 15,4-2-2-15,-4 7-106 0,9-8-199 16,5-5-400-16</inkml:trace>
  <inkml:trace contextRef="#ctx0" brushRef="#br0" timeOffset="131459.47">8662 9715 1117 0,'0'0'1223'0,"0"0"-754"0,0 0-290 0,0 0-61 0,0 0-53 16,0 0-25-16,0 0-11 15,76-18-8-15,-40 16-15 16,1 0-6-16,-1 2-5 16,-5 0-45-16,-6 0-94 15,-3 0-143-15,-9 0-95 16,-6-4-284-16</inkml:trace>
  <inkml:trace contextRef="#ctx0" brushRef="#br0" timeOffset="131637.66">8923 9561 1644 0,'0'0'753'0,"0"0"-548"0,0 0-89 15,0 0 78-15,0 0-33 16,0 0-66-16,-70 130-55 15,53-84-26-15,1 0-14 0,1 0-52 16,11 8-260 0,1-13-328-16,3-13-876 0</inkml:trace>
  <inkml:trace contextRef="#ctx0" brushRef="#br0" timeOffset="132522.54">9355 9511 1071 0,'0'0'339'0,"0"0"-118"0,0 0-68 0,0 0-34 0,0 0-56 15,0 0 10-15,0 0-32 16,7-44-29-16,4 40 14 15,0 4 14-15,-2 0 1 0,-5 0-5 16,-4 16 17-16,0 8 36 16,0 4 21-16,-8 4-5 15,-11 0-12-15,0 2-13 16,-1-4 1-16,-1-2-28 16,6-8-9-16,-1-4-25 15,7-6-11-15,5-4 2 16,4-3-9-16,0-3 17 15,0 0-18-15,15-5-26 16,8-9-152-16,4-2-6 16,0 4 17-16,-3 4 100 15,-4 4 47-15,-4 4 20 16,-5 0 0-16,-3 14 60 16,-5 6 7-16,-3 6-1 15,0 5 1-15,0-2 0 16,-9 1-12-16,-9-2 1 0,2-3-27 15,-1-5-29-15,3-7-20 16,3-2-84-16,7-11-116 16,2 0-141-1,2 0-275-15</inkml:trace>
  <inkml:trace contextRef="#ctx0" brushRef="#br0" timeOffset="132914.15">9542 9629 1453 0,'0'0'402'0,"0"0"-232"0,0 0 5 0,0 0-59 0,0 0 50 0,0 0 18 15,0 0 13 1,40 96-70-16,-40-58-67 16,0 2-24-16,0-3-9 0,0-8-18 15,0-4 0-15,0-9-2 16,0-7-6-16,0-2 7 15,0-7-8-15,7 0-2 16,7-7-5-16,1-16-32 16,3-8-63-16,-3-5-95 15,-5-1 2-15,-4 1 15 0,-4 9 180 16,-2 13 40 0,0 12 88-16,0 2-109 15,-2 12 29-15,-4 14 13 16,4 6 54-16,2 3-6 0,0-2 4 15,6-2-51-15,11-3-37 16,8-8-11-16,0-4-14 16,2-8-27-16,-1-6-79 15,6-2-197-15,-8-10-250 16,-4-10-392-16</inkml:trace>
  <inkml:trace contextRef="#ctx0" brushRef="#br0" timeOffset="133437.6">9904 9368 454 0,'0'0'781'15,"0"0"-430"-15,0 0-54 0,0 0-35 0,0 0-39 0,0 0-56 16,0 0-48-16,-12-4-46 15,12 4-3-15,0 0-7 0,0 0-13 16,0 0-11-16,0 0-3 16,0 0 9-16,0 0 1 15,0 0-1-15,2 0-21 16,8 0-13-16,-2 10-11 0,-1 12 0 16,-5 4 1-1,-2 6 0-15,0 4 12 16,-13-1 13-16,-3-5 5 15,5-4-16-15,3-8 0 16,2-6-9-16,6-8 2 0,0-2 10 16,12-2-12-1,13 0-2-15,6 0-4 16,4-8-51-16,3-6-64 16,11-10-169-16,-9 4-244 15,-6 2-591-15</inkml:trace>
  <inkml:trace contextRef="#ctx0" brushRef="#br0" timeOffset="134147.73">9422 8973 1151 0,'0'0'495'0,"0"0"-276"16,0 0 65-16,0 0-25 0,0 0-72 0,0 0 38 15,0 0-36-15,102-8-70 16,-57 0-39-16,8-4-31 15,3 2-29-15,2-2-11 16,-2 2-9-16,-7 2-42 0,-2 2-220 16,-16 2-362-16,-11 0-722 0</inkml:trace>
  <inkml:trace contextRef="#ctx0" brushRef="#br0" timeOffset="135575.07">6773 9286 1230 0,'0'0'321'0,"0"0"-152"0,0 0-38 0,0 0-87 0,0 0 30 0,0 0-1 16,0 0 5-16,-54-26-3 16,43 26 0-16,-3 0-4 15,-3 10 0-15,-1 10 5 16,-7 10 13-16,-1 13 1 15,0 12 14-15,-1 16 24 16,6 11 0-16,10 10-19 16,11 2-33-16,0 0-29 0,20-3-32 15,19-7-8 1,11-6 2-16,12-10-9 0,15-9-21 16,8-14-55-16,48-10-210 15,-19-15-323-15,-12-14-954 16</inkml:trace>
  <inkml:trace contextRef="#ctx0" brushRef="#br0" timeOffset="136283.69">10525 8995 1597 0,'0'0'492'0,"0"0"-422"0,0 0 9 0,0 0 32 0,0 0 34 0,104 143 34 16,-81-71 30-16,0 24-63 15,-10-3-43-15,-5 2-38 16,-8 4-26-16,0-19-20 15,-19 8-7-15,-6-7-12 16,-2-13 1-16,2-12-2 16,8-12-20-16,1-10-67 15,12-22-234-15,4-8-318 16,0-4-667-16</inkml:trace>
  <inkml:trace contextRef="#ctx0" brushRef="#br0" timeOffset="137045.2">11095 8805 1024 0,'0'0'720'0,"0"0"-550"0,0 0-70 0,0 0 24 15,0 0-3-15,0 0 1 16,0 0-27-16,-62 0-42 16,62 0-11-16,0 0 7 15,0 0 11-15,0 0 28 16,0 0-5-16,9 0-31 15,9 0-46-15,4-2-6 16,3 2-11-16,-2 0 5 16,0 0-4-16,-7 18 0 0,-7 4 10 15,-9 6 9-15,0 4 43 16,-16 4 35-16,-12 2 22 16,-9-2-21-16,4-2-35 15,2-7-29-15,11-9-9 16,11-6-14-16,9-6 4 15,0-5 7-15,20-1-2 16,13 0 1-16,5 0-11 16,5 0-11-16,-1-1-14 15,-2-8-20-15,3 4-70 16,9 2-177-16,-6 3-180 0,-11 0-258 16</inkml:trace>
  <inkml:trace contextRef="#ctx0" brushRef="#br0" timeOffset="137511.76">11784 9601 1547 0,'0'0'632'0,"0"0"-363"0,0 0 5 0,0 0-21 0,0 0-135 16,0 0-37-16,0 0-39 0,94-16-14 15,-55 10-8 1,1 0-10-16,1 2-10 0,-3 2 0 15,-5 0-54 1,-8 2-140-16,-6 0-279 0,-5 0-166 16,-10 0-1112-16</inkml:trace>
  <inkml:trace contextRef="#ctx0" brushRef="#br0" timeOffset="137695.07">12015 9426 2043 0,'0'0'656'16,"0"0"-602"-16,0 0-13 15,0 0 68-15,0 0-50 0,-64 125-23 16,53-79-26-16,7 2-10 16,4 16-34-16,0-13-243 15,2-14-441-15</inkml:trace>
  <inkml:trace contextRef="#ctx0" brushRef="#br0" timeOffset="138420.94">12697 9513 1582 0,'0'0'520'0,"0"0"-371"16,0 0 53-16,0 0-62 0,0 0-30 0,0 0 35 15,127 74-41-15,-91-50-41 16,2 0-39-16,0-2-11 16,-3-4-13-16,-4-4-88 0,-4-2-148 15,0-10-92 1,-9-2-295-16,-5 0-1057 0</inkml:trace>
  <inkml:trace contextRef="#ctx0" brushRef="#br0" timeOffset="138716.23">13283 9017 447 0,'0'0'1237'0,"0"0"-1000"16,0 0-167-16,0 0-36 0,0 0 39 15,0 0 141 1,0 0 1-16,-82 149-2 16,53-81-66-16,0 8-31 0,2 2-23 15,3-1-45-15,3-5-20 16,2-6-17-16,0-8-11 16,7-10-14-16,0-8-106 15,7-14-201-15,3-12-275 16,2-10-303-16</inkml:trace>
  <inkml:trace contextRef="#ctx0" brushRef="#br0" timeOffset="139249.37">13339 9056 1250 0,'0'0'405'0,"0"0"-143"0,0 0-75 0,0 0-72 0,0 0-38 15,127-32 37-15,-69 23 47 16,11 4-26-16,9-4-38 15,11 1-28-15,22-4-21 16,26-6 10-16,27-4 23 16,10-4-33-16,-9 4-15 15,-12 0-11-15,-39 6-4 16,-20 4-7-16,-25 0 5 16,-11 2 1-16,6-2 1 15,1-2-11-15,-1 0 3 16,-16 4-9-16,-15 2-2 15,-13 2-16-15,-13 4-18 0,-7 0-115 16,-21 2-463-16,-3 0-354 0</inkml:trace>
  <inkml:trace contextRef="#ctx0" brushRef="#br0" timeOffset="140183.81">12717 9042 1066 0,'0'0'400'0,"0"0"-188"0,0 0-44 0,0 0-27 0,0 0 10 15,0 0-5-15,0 0 7 16,7-10-11-16,-7 10-36 16,0-3 24-16,0 3-11 15,0 0-36-15,0-4-27 16,0 0-5-16,0-2-25 16,2-2-16-16,2 0-4 0,4 1-6 15,0 0-1-15,1 3-5 16,0 4-9-16,5 0 9 15,-4 0-2-15,2 7 8 16,-1 8 0-16,-5 7 15 16,-3 4 5-16,-3 2 1 15,0 3 1-15,0-5-11 16,-11-2 5-16,2-4-15 16,2-8 5-16,5-4-6 15,2-4-1-15,0-2-10 16,7 0-11-16,12-2 20 0,6 2-2 15,-2-2 4 1,-4 2 5-16,-3 2-5 16,-7 4-8-16,-9 4-7 15,0 6-1-15,-21 6 16 0,-14 4 0 16,-9 4-26-16,-12 12-182 16,10-5-265-16,11-10-314 15</inkml:trace>
  <inkml:trace contextRef="#ctx0" brushRef="#br0" timeOffset="141133.21">13694 9529 929 0,'0'0'785'0,"0"0"-465"0,0 0-63 0,0 0-110 0,0 0-91 0,0 0 1 16,0 0 23-16,50-10 0 15,-32 16-27-15,-3 13-13 16,-5 6-6-16,-3 5-2 16,-7 0-4-16,0 2-4 15,0-4 7-15,-5-2 10 0,-4-6-8 16,0-4-20 0,3-4-7-16,1-6 1 0,3-6 5 15,2 0 12-15,0 0 11 16,0-13-35-16,2-14-53 15,11-7-83-15,5-6-55 16,-2-2-7-16,-3 6 23 0,-6 8 175 0,-5 12 41 31,-2 12 87-31,0 4-99 16,-6 10-28-16,-6 12 22 16,5 6 30-16,7 0 43 15,0 0 13-15,3-4 1 16,17-2-44-16,5-4-35 15,4-6-31-15,2-6 0 16,2-6-155-16,7 0-108 0,-7-8-201 16,-8-6-269-16</inkml:trace>
  <inkml:trace contextRef="#ctx0" brushRef="#br0" timeOffset="141686.46">14128 9156 935 0,'0'0'627'0,"0"0"-360"0,0 0-36 0,0 0 20 16,0 0-61-16,0 0-55 16,0 0-36-16,0-2-13 15,0 2-2-15,0 0-44 16,0 0-7-16,6 0-27 0,1 0-1 15,2 6-5-15,-4 8-12 16,-3 4 12 0,-2 6 6-16,0 0 13 0,-2 2 14 15,-8-2-3-15,-1-6 1 16,7-2-17-16,4-6-7 16,0-4 7-16,0 0-4 15,20-4-10-15,4 2-6 16,1 0-22-16,-3-2 5 15,-6 4 17-15,-7 2-10 16,-7 2-5-16,-2 4 15 0,-7 4 6 16,-17 3 21-1,-7 1-11-15,-5 0-1 0,2-2-9 16,5 0-24-16,12 2-227 16,5-6-364-16,10-4-1257 15</inkml:trace>
  <inkml:trace contextRef="#ctx0" brushRef="#br0" timeOffset="142045.79">14627 9525 776 0,'0'0'1294'0,"0"0"-746"0,0 0-327 0,0 0-87 0,0 0-95 15,0 0-13-15,0 0-4 16,145-14-15-16,-105 10-7 16,-5 2 0-16,-6-2-127 15,-6 0-100-15,-10-8-61 16,-9-1-48-16,-4 2-386 0</inkml:trace>
  <inkml:trace contextRef="#ctx0" brushRef="#br0" timeOffset="142183.93">14872 9385 1549 0,'0'0'555'0,"0"0"-394"0,0 0 17 15,0 0-22-15,-83 130-51 16,68-90-51-16,5 8-54 16,4-10-189-16,6-10-850 0</inkml:trace>
  <inkml:trace contextRef="#ctx0" brushRef="#br0" timeOffset="142915.31">15288 9334 441 0,'0'0'746'0,"0"0"-486"0,0 0-80 0,0 0-22 0,0 0 20 15,0 0 4-15,0 0-21 16,12-6-60-16,1-4-37 0,5 0-30 16,-1 4 9-1,-1 2 17-15,-7 4-33 0,-3 0-26 16,-6 8-1 0,0 14 11-16,-6 2 42 0,-17 6 58 15,0 1-5-15,-4-1-25 16,4-5-44-16,5-4-10 15,7-7-17-15,5-9-9 16,6 0 0-16,0-5 7 0,0 0 2 16,11 0-10-1,9 0-53-15,3 0-92 16,-2-2 6-16,2 2 72 16,-5 0 37-16,-1 0 18 15,-5 14 12-15,-6 5 0 16,-6 6 0-16,0 1 27 15,-2 2 3-15,-20 0 10 0,-3 2 42 16,-2-4-31-16,0 0-51 16,8-8 0-16,5-4-140 15,14-14-79-15,0 0-138 16,0 0-465-16</inkml:trace>
  <inkml:trace contextRef="#ctx0" brushRef="#br0" timeOffset="143304.47">15564 9431 1558 0,'0'0'327'0,"0"0"-224"0,0 0-4 0,0 0 112 0,0 0 18 16,0 0-60-16,0 0 5 0,0 112-70 15,-4-78-57-15,0 0-28 16,-1-2-9-16,1-6-9 15,2-6-1-15,2-8 8 16,0-6-1-16,0-6-6 16,6 0 8-16,15-8-9 15,3-16-90-15,5-12-80 0,-3-4 42 16,-1-4 2-16,-7 6 9 16,-9 6 117-1,-9 14 141-15,0 12-19 16,-11 6-101-16,-7 4-20 0,0 20 52 15,9 8 40-15,5 6 22 16,4 4-15-16,2 0-34 16,18 0-48-16,9-6-18 15,0-4-31-15,3-10-84 16,5-10-157-16,-8-6-222 16,-7-6-381-16</inkml:trace>
  <inkml:trace contextRef="#ctx0" brushRef="#br0" timeOffset="143837.87">15948 9210 310 0,'0'0'886'0,"0"0"-621"0,0 0-112 0,0 0-9 15,0 0-7-15,0 0-40 16,0 0-8-16,0-4-8 16,0 4 9-16,0 0 20 0,0 0 0 15,0 0 4-15,0 0 10 16,0 0 10-16,0 0-59 16,7 0-32-16,-1 0-26 15,4 0-17-15,-4 6 0 16,-1 10 1-16,-5 4-1 15,0 6 1-15,-5 4 28 16,-13 0-1-16,1-4 45 16,1-1-13-16,7-7-24 15,7-8-15-15,2-2-4 16,4-4 7-16,21-4-5 16,4 0-19-16,4 0-7 15,3-3-76-15,10-19-168 0,-7 3-274 16,-8-2-478-16</inkml:trace>
  <inkml:trace contextRef="#ctx0" brushRef="#br0" timeOffset="144956.47">14664 8410 833 0,'0'0'390'0,"0"0"-152"0,0 0-29 0,0 0-33 0,0 0-27 16,0 0 39-16,0 0 9 15,-2-45-19-15,7 44-31 16,-1 1-65-16,3 0-47 15,4 0-28-15,4 0 4 16,8 0 26-16,6 0 42 16,9 6-8-16,7 0-19 0,11-4-18 15,10-2-2-15,7 0-11 16,12 0-12 0,4-2-5-16,5-4-4 15,0-3-1-15,-5 4 0 0,-2 0 0 16,-8 4 1-16,-2-2 11 15,-6 3 16-15,-7 0 4 16,1 0 2-16,-5 0-15 16,-2 0-4-16,-6-1-8 15,-6-2-6-15,-5 0 1 16,-10-1-1-16,-10 1-25 16,-4 2-23-16,-9-2-45 15,-8 3-147-15,0 0-291 0,-4-1-335 16</inkml:trace>
  <inkml:trace contextRef="#ctx0" brushRef="#br0" timeOffset="146638.76">15242 8783 487 0,'0'0'329'0,"0"0"-158"0,0 0 37 0,0 0-37 0,0 0 11 0,0 0 43 16,0 0-9-16,-5-47-59 0,5 44-69 15,0 1-9 1,0 0-31-16,0-2-28 16,0 0-2-16,0 1 8 15,0 0-15-15,0 1 14 16,0 0-15-16,0-1-2 0,0 2 24 16,0-2 43-1,5 2-25-15,3-3-8 0,4 0 1 16,3-1-26-1,6 5-16-15,-2 0 0 0,4 0 10 16,1 0 10-16,1 3 23 16,2 7 19-16,1 0 4 15,1-1-10-15,5 0-9 16,4-1-11-16,4-2-14 16,3-4-14-16,3 0 0 0,2-2-8 15,-8 4 0-15,-4 0-1 16,-9 2 0-1,-9 0 0-15,-5 0-1 16,-1 0 1-16,-3-2 0 0,3-2 1 16,-1-2 8-1,5 2 1-15,-1-2-2 0,1 0-7 16,-3 0 7-16,2 0-7 16,-9 0 0-16,-1 0 0 15,-5 0 0-15,-2 0 5 16,0 0-6-16,0 0 0 15,0 0-18-15,5 0-12 16,-1 0-45-16,7 0-160 16,-4 0-103-16,0 0-399 0</inkml:trace>
  <inkml:trace contextRef="#ctx0" brushRef="#br0" timeOffset="147427.34">16619 9665 1008 0,'0'0'372'0,"0"0"-119"16,0 0-5-16,0 0-110 0,0 0-71 0,0 0 4 0,0 0 65 15,-2 6-13 1,2-6-41-16,2 0-17 16,2 0-26-16,1-2 1 0,-5-2 16 15,0 0 21 1,-2 0-34-16,-19 2-28 0,-1 2-14 16,0 0-1-16,-1 0 16 15,5 14-1-15,5-2-7 16,9 2 1-16,4-2-3 15,0-2 11-15,9-4 4 16,11-4 12-16,-1-2-4 16,0 0-22-16,-9-2-7 15,-7-10-24-15,-3 2-82 16,0-8-104-16,-13 4-254 16,2 2-235-16</inkml:trace>
  <inkml:trace contextRef="#ctx0" brushRef="#br0" timeOffset="148004.26">16991 9370 1292 0,'0'0'547'0,"0"0"-365"0,0 0 13 0,0 0 15 0,0 0-27 0,0 0-12 0,0 0-41 15,31-44-85-15,-18 44-36 16,-1 0-8-16,-1 16-1 15,-5 10 13-15,-4 6 37 16,-2 8 2-16,0 5-3 16,-2 1-26-16,-9 0-14 15,-3-6 5-15,4-6-14 16,1-6 0-16,2-8 0 16,4-10 0-16,3-4-9 15,0-6-1-15,0 0 9 16,19-16-21-16,-1-10-90 0,3-12-78 15,0-8 29 1,-4-6-74-16,-3 1-29 0,-3 8 149 16,-7 13 115-1,-4 13 256-15,0 17-55 0,-8 0-162 16,-13 21-38-16,6 8 27 16,2 6 30-16,8 3 44 15,5 0 63-15,12-2-66 16,19-6-53-16,9-4-46 15,9-10-70-15,-1-6-193 16,10-10-203-16,-12 0-109 16,-11-8-499-16</inkml:trace>
  <inkml:trace contextRef="#ctx0" brushRef="#br0" timeOffset="149041.2">16289 8351 871 0,'0'0'329'0,"0"0"-145"0,0 0 66 0,0 0-3 0,0 0-89 16,0 0-64-16,0 0-27 15,-4 0-21-15,4 0-12 0,-2 0-3 16,2 3 1 0,-3-1-11-16,3-2 31 15,0 2 6-15,0-2 10 16,0 2 17-16,0-2 1 16,0 0 32-16,0 0-30 15,0 0-28-15,0 0 2 0,7 0-19 16,12 0-21-1,10 0-7-15,12 0-3 0,12 0-6 16,30 0-4 0,37 0 4-16,42-2-5 0,23-13 19 15,2 0-8-15,-10-2 11 16,-15 3-10-16,-1-1 7 16,-3-2-5-16,-6 3-6 15,-32 1-8-15,-28 4 0 16,-28 1 1-16,-13 4 11 0,3 0-13 15,-3 0 1 1,-7 0-1-16,-19 0 10 16,-16 2-10-16,-9 0-27 15,-13 0-32-15,-41 2-117 0,4-2-339 16,4 0-151-16</inkml:trace>
  <inkml:trace contextRef="#ctx0" brushRef="#br0" timeOffset="150277.97">17964 9526 1056 0,'0'0'771'0,"0"0"-478"0,0 0-49 0,0 0 7 0,0 0-8 0,0 0-171 15,0 0-32-15,147-23-5 16,-95 17-20-16,-1-1-3 15,-6 6-11-15,-8-2-1 16,-8 3-6-16,-4 0-87 16,0 0-115-16,-6 0-138 15,-5 0-412-15</inkml:trace>
  <inkml:trace contextRef="#ctx0" brushRef="#br0" timeOffset="150498.49">18319 9338 1122 0,'0'0'648'16,"0"0"-546"-16,0 0 48 16,0 0 63-16,-60 125-33 15,41-80-36-15,2 8-21 16,1-1-52-16,3-4-71 15,7-4-9-15,6-4-201 0,0-14-305 16,0-12-763-16</inkml:trace>
  <inkml:trace contextRef="#ctx0" brushRef="#br0" timeOffset="151010.6">18789 9344 1302 0,'0'0'682'16,"0"0"-451"-16,0 0-166 15,0 0-22-15,0 0-2 16,0 0 44-16,0 0 13 0,102-22-18 15,-95 48 16 1,-7 8 32-16,0 9 7 16,0 3-40-16,-16 2-23 0,-1 0-34 15,3-4-11-15,3-6-20 16,5-10-7-16,3-6-1 16,3-10-15-16,0-8-20 15,0-4-5-15,7 0 19 16,6-12-51-16,5-18-152 15,4-10-62-15,0-10-85 0,3-4-139 16,-2 4 222 0,-6 6 289-16,-5 13 238 15,-10 17 311-15,-2 12-308 0,0 2-171 16,-16 15 15-16,-1 14 43 16,5 6 54-1,7 3-48-15,5 0-25 0,5-2-50 16,19-8-32-1,10-4-15-15,3-8-12 0,4-8-54 16,-3-4-181-16,8-4-85 16,-9-2-236-16,-11-10-491 0</inkml:trace>
  <inkml:trace contextRef="#ctx0" brushRef="#br0" timeOffset="151720.94">19196 9007 317 0,'0'0'807'0,"0"0"-497"0,0 0-7 0,0 0-48 0,0 0-39 0,0 0-33 15,0 0-27-15,0 0-50 16,0 0-30-16,0 0-11 16,0 0-12-16,0 0-10 15,0 0-12-15,0 0 19 16,0 0-8-16,0 0-2 15,0 0 14-15,5 0 1 0,2-4-44 16,-1 2-10-16,3 0 0 16,0 2-1-16,2 0 0 15,-2 0-10-15,-5 14-5 16,-4 6 4-16,0 4 11 16,-4 1 12-16,-11 1 9 15,-1-4-9-15,3-2 0 16,1-4-10-16,8-4-1 15,4-4 8-15,0-2-3 16,0 0 0-16,2 0 3 16,10 0 2-16,-6 0-11 15,3-4 0-15,0 0 1 16,2-2 0-16,4 0-1 16,6 0-11-16,1 0-35 15,2 0-28-15,1-2-123 16,0-8-107-16,-5 2-188 0,-5 2-252 0</inkml:trace>
  <inkml:trace contextRef="#ctx0" brushRef="#br0" timeOffset="152505.79">20146 8197 1232 0,'0'0'704'0,"0"0"-370"0,0 0 22 0,0 0-33 0,0 0-129 0,0 0-75 15,0 0-67-15,74 6-18 16,-28 0-13-16,6-2-12 15,-4 0-9-15,-1 2-20 0,-11 0-50 16,-14 4-115-16,-13-2-426 16,-9-2-409-16</inkml:trace>
  <inkml:trace contextRef="#ctx0" brushRef="#br0" timeOffset="152649.51">20099 8488 1996 0,'0'0'660'15,"0"0"-405"-15,0 0-28 0,0 0-113 16,165-8-84 0,-111 2-30-16,4 6-28 0,-12 0-281 15,-13 0-579-15</inkml:trace>
  <inkml:trace contextRef="#ctx0" brushRef="#br0" timeOffset="-201774.44">21932 7682 1294 0,'0'0'409'0,"0"0"-210"0,0 0-93 0,0 0-106 0,0 0 20 0,0 0 205 16,-2 32-4 0,2-32-102-16,0 0-10 15,-2 0 1-15,-2 0-16 16,2 0-34-16,0 0-12 16,2 0-27-16,0 0-8 15,0-2-7-15,0 0 0 16,0 2-6-16,0 0 6 15,0 0 2-15,0 0-7 16,0 0 16-16,-3 0-7 0,1 0 14 16,-3 0-1-1,1-2-5-15,-1-2-2 0,1-2-14 16,0-6 13-16,4-2-3 16,0-6-12-16,8-4-19 15,17-2-11-15,4 2 10 16,2-1 4-16,3 7 10 15,-5 7 4-15,-7 7 2 16,-7 4 1-16,-8 1 8 16,-7 25 9-16,0 9 13 15,-13 9 22-15,-14 6-4 0,-2 0-19 16,-2 0 9-16,-1-4-23 16,6-5-14-1,6-9 3-15,6-9-5 16,6-6-25-16,8-9-17 0,0-6-30 15,6-2-15 1,21 0-13-16,4-14-123 0,5 0 46 16,-5 1 83-16,-6 8 94 15,-10 5 12-15,-10 0 27 16,-5 8 35-16,-8 13 78 16,-21 8-41-16,-6 3-53 15,-9 5-31-15,-6 4-27 16,-14 15-33-16,12-10-254 15,8-8-576-15</inkml:trace>
  <inkml:trace contextRef="#ctx0" brushRef="#br0" timeOffset="-201242.06">21440 8378 1380 0,'0'0'616'0,"0"0"-404"0,0 0 59 0,0 0-63 0,0 0-53 16,0 0-34-16,0 0-38 16,16 0-28-16,11 0-19 0,4 0 4 15,11 0-14 1,4 0 2-16,6 0 5 0,6 0 14 16,2 0-1-16,3 0-13 15,-1 0-17-15,0 2-16 16,5-2-3-16,-2 0-28 15,-1 0-45-15,-2 0-46 16,4-2-172-16,-20-4-236 16,-10-1-512-16</inkml:trace>
  <inkml:trace contextRef="#ctx0" brushRef="#br0" timeOffset="-168353.56">21866 8795 831 0,'0'0'509'0,"0"0"-477"0,0 0-26 15,0 0 1-15,0 0 300 0,0 0 29 0,0-4-111 16,0 0-29-16,0 2-35 15,0 0-42 1,0-2-13-16,0 1-9 0,0 0-45 0,0-1-14 31,0 2 5-31,0-2-6 16,0 2 7-16,0-2-25 0,0 0 4 16,0 0-1-16,-2-2-11 15,-1-1 10-15,3 2-14 16,0-5 10-16,0 2-10 15,0-2 1-15,5 2-8 16,8-1-7-16,3 4 5 16,-3 5-4-16,1 0 0 15,-4 0 5-15,2 9 1 16,-3 16 8-16,-3 3 0 16,-1 4-7-16,-5 2 18 15,0 0-2-15,0 0-7 0,-13-2 5 0,-3-4-6 16,-2-4-2-1,0-4-1 1,7-6-4-16,2-3-2 16,7-6-14-16,2-5-9 0,0 0-16 15,7 0 3-15,12 0 13 0,2 0 23 16,1 0 2 0,-7 0-2-16,-6 13 0 15,-9 5 1-15,0 8 26 16,-24 6 11-16,-19 6-7 15,-15 4-13-15,-8 2-18 16,-7-2-5-16,4-4-69 16,-1 0-36-16,21-8-382 15,18-14-529-15</inkml:trace>
  <inkml:trace contextRef="#ctx0" brushRef="#br0" timeOffset="-167614.86">22971 8256 78 0,'0'0'1252'0,"0"0"-702"16,0 0-238-16,0 0 59 0,0 0-39 0,0 0-134 16,0 0-74-16,0-23-47 15,6 15-28-15,3 3-3 0,3-2 4 16,1 1-16-16,5 2 7 16,7 4-13-16,6 0-14 15,4 0-5-15,5 0 4 16,8 0-13-16,-2 8-5 15,-1 1-16-15,-1 0-52 16,-8 4-58-16,-16 10-77 16,-11 0-357-16,-9-4-243 0</inkml:trace>
  <inkml:trace contextRef="#ctx0" brushRef="#br0" timeOffset="-167442.39">23029 8472 1655 0,'0'0'783'0,"0"0"-484"16,0 0-72-16,0 0-94 16,125-16-50-16,-71 16-32 15,6 0-39-15,2 0-12 0,26 18-6 16,-16 2-159 0,-7-4-534-16</inkml:trace>
  <inkml:trace contextRef="#ctx0" brushRef="#br0" timeOffset="-166715.15">24533 8306 1422 0,'0'0'846'0,"0"0"-555"0,0 0-84 0,0 0-35 0,0 0-78 0,0 0-63 16,0 0-8-16,92-50 2 15,-69 21-8-15,4-1-16 16,-4-4 14-16,-3-6-15 15,-5 0 2-15,-4-2 13 16,-4 4 4-16,-2 6 16 16,-3 8-2-16,-2 9-20 15,0 10 4-15,0 5-17 16,0 0 0-16,0 23-18 0,0 13 13 16,-4 13 5-1,-1 9 2-15,0 6-2 0,1 4 0 16,-1 0 1-16,3 0 5 15,-2-3-5-15,0-5 0 16,1-6-1-16,-3-4-9 16,-4-8-31-16,-3-6-35 15,-7-5-18-15,-9-9-64 0,-7-4 2 16,-5-6 22 0,0-6 56-16,3-2 77 15,9-2 44-15,12-2 144 0,11 0 14 16,6 0-50-16,14 2-54 15,26 2-38-15,16 0-15 16,13 2-29-16,9-2-16 16,0 2-13-16,15-4-74 15,-21 0-185-15,-17-2-637 0</inkml:trace>
  <inkml:trace contextRef="#ctx0" brushRef="#br0" timeOffset="-153104.33">1423 11845 523 0,'0'0'75'0,"0"0"998"0,0 0-776 0,0 0-99 0,0 0 6 0,0 0-61 15,-4-16-49-15,4 8 26 16,0 2-8-16,0-2 14 16,0 2-38-16,0-1-10 15,0 2-14-15,-2-1-11 16,2 2-14-16,-3 1-6 16,1 2-10-16,2 1-5 15,0 0-4-15,0 0-14 16,0 5-14-16,0 18-8 15,0 13 20-15,0 8 2 16,0 6 1-16,0 2 0 16,0-2 5-16,-4-2-5 0,-4-3-1 15,4-9 0-15,2-6-5 16,0-8-18-16,0-6-18 16,-3-6-14-16,1-6-22 15,-5-4-11-15,-7 0 39 16,-4-2-2-16,1-16-3 15,0-4 32-15,9-6 21 16,7-2 1-16,3-6 0 16,3-3 14-16,23-1-2 15,8-2-5-15,6 2-7 0,-3 6-6 16,-1 6 5 0,-9 12-5-16,-7 14 6 15,-7 2 1-15,-8 16 9 0,-5 16 43 16,-3 6 33-16,-19 2-2 15,-7 2-34-15,-6-4-23 16,-4-2-11-16,2-6-10 16,-3-7-6-16,4-9-21 15,1-10-48-15,4-4-79 16,2-2-115-16,2-23-75 0,6-7-13 16,6-5 58-1,10-2 293-15,3 9 59 16,2 10 282-16,0 10 20 15,2 10-131-15,16 0-147 16,11 12 11-16,11 17-43 16,41 22-51-16,-8-4-51 0,-3-7-575 0</inkml:trace>
  <inkml:trace contextRef="#ctx0" brushRef="#br0" timeOffset="-151895.3">2312 12296 595 0,'0'0'1601'0,"0"0"-1381"0,0 0-145 0,0 0 121 0,0 0-8 0,0 0-118 16,0 0-37-16,79-94-10 15,-35 47-17-15,7-7 1 16,7-12-7-16,-3-6-10 15,-1-8-12-15,-7-6-8 16,-7-3-2-16,-11 1 8 16,-6 4 16-16,-13 8 8 15,-5 8 0-15,-5 12 19 16,0 12 17-16,0 12-3 16,-9 11-1-16,-5 11-16 15,-3 10-9-15,-1 0-7 16,-4 28-18-16,-3 18 6 15,3 34 12-15,4 31 14 0,7-3 12 16,6-7 8-16,5-15 14 16,3-24-20-16,15 2-19 15,3-4 3-15,8-14-4 16,1-16-8-16,1-12 0 16,0-9-14-16,-2-9-14 15,2-3-4-15,-4-21-26 16,-2-12-45-16,-6-10-35 15,-1-6 31-15,-2-2 37 16,-5 6 16-16,-2 12 51 16,-3 14 3-16,0 13 18 0,-6 9 3 15,0 14-21 1,0 18 63-16,0 11 22 0,0 3 0 16,0 0-43-1,0-4-22-15,0-8-20 0,0-6-101 16,8-8-103-16,1-9-315 15,3-7-274-15</inkml:trace>
  <inkml:trace contextRef="#ctx0" brushRef="#br0" timeOffset="-151492.55">3212 11767 506 0,'0'0'834'0,"0"0"-446"15,0 0-42-15,-11 140-48 0,-2-96-93 0,2-6-55 16,2-8-68-16,5-8-44 16,1-10-22-16,3-5-16 0,0-7-10 15,0 0-16-15,9-11 19 16,6-15-66-16,6-10-29 16,5-2-60-16,1-2 24 15,0 8 85-15,0 14 53 16,-8 16 3-16,-5 2 35 15,-7 24 33-15,-7 8 30 16,0 4 23-16,0-4-48 16,0-10-36-16,0-10-19 15,0-10-2-15,6-2 31 16,19-16-50-16,6-16-81 0,7-8-35 16,2 0 46-1,-2 2 43-15,-4 8 20 0,-7 10 7 16,-8 13 17-16,-5 7-10 15,-6 13-7-15,-5 21 0 16,-3 28 0-16,-9-6-166 16,-9-4-845-16</inkml:trace>
  <inkml:trace contextRef="#ctx0" brushRef="#br0" timeOffset="-150655.9">2412 12653 1300 0,'0'0'389'0,"0"0"-232"0,0 0-77 0,0 0-1 0,0 0-38 15,0 0-6-15,0 0 55 0,103-100 17 16,-81 100-8-16,-2 0-24 16,-7 6-3-16,-1 20 17 15,-10 6 75-15,-2 10-19 16,0 4-63-16,-16 2-24 15,-6-2-26-15,0-6-14 16,4-7-11-16,3-9-1 16,6-11-6-16,4-6 0 15,5-7-5-15,0 0-7 16,0-20-27-16,5-18-267 0,12-11 17 16,4-5-301-16,1 0-124 15,-2 6 247-15,-6 10 467 16,-10 16 215-16,-4 10 102 15,0 12-24-15,0 0-66 16,-12 10 22-16,3 14-43 16,1 2-49-16,3 6-55 15,5-2-14-15,0 0-34 16,0-2-17-16,16-4-13 16,6-6-11-16,5-3-13 15,2-10-77-15,11-5-151 16,-7 0-313-16,-6-8-680 0</inkml:trace>
  <inkml:trace contextRef="#ctx0" brushRef="#br0" timeOffset="-150460.95">2720 12601 434 0,'0'0'1644'15,"0"0"-1456"-15,0 0-157 0,0 0 50 0,0 0-17 0,0 0-33 16,145 22-22-16,-92-18 2 16,3-4-11-16,9 0-121 15,-17 0-220-15,-10 0-605 0</inkml:trace>
  <inkml:trace contextRef="#ctx0" brushRef="#br0" timeOffset="-150235.12">3108 12450 1711 0,'0'0'272'15,"0"0"-133"-15,0 0 46 16,0 0-99-16,0 0-21 16,129 26 2-16,-107-5-15 15,-4 3 0-15,-9 3 5 16,-9 4 8-16,0 1 26 15,-25 4-12-15,-8 0-38 16,-5 0-41-16,-7 2-42 16,10-8-184-16,12-12-343 0</inkml:trace>
  <inkml:trace contextRef="#ctx0" brushRef="#br0" timeOffset="-149997.28">3342 12587 1664 0,'0'0'510'0,"0"0"-415"15,0 0 106-15,0 0-92 0,0 0-44 16,146-22-23-1,-107 16-23-15,-1 2-19 0,1-4-134 16,-10 0-221-16,-10 2-312 16</inkml:trace>
  <inkml:trace contextRef="#ctx0" brushRef="#br0" timeOffset="-149816.55">3607 12376 1320 0,'0'0'793'0,"0"0"-616"16,0 0 51-16,0 0-42 16,0 0-48-16,-67 135-38 15,56-95-40-15,4 2-39 0,7-4-21 16,0 0-62 0,5-10-265-16,10-12-391 0</inkml:trace>
  <inkml:trace contextRef="#ctx0" brushRef="#br0" timeOffset="-149340.62">3816 12398 1311 0,'0'0'572'15,"0"0"-357"-15,0 0 67 16,-35 114-96-16,30-79-70 0,5-3-31 16,0-4-18-16,0-6-29 15,13-6-9-15,3-6-6 16,2-4-8-16,-2-6-14 16,1 0-1-16,1-2-4 15,-3-16-31-15,6-8-35 16,-1-4-21-16,6-7-31 15,1 1 2-15,2 4 44 16,2 9 45-16,-2 5 23 16,-2 9 8-16,-2 7 8 15,-3 2 11-15,-2 0 15 16,-6 15 0-16,-4 3 2 0,-5 0 3 16,-5 1 14-1,0-2 1-15,-2-3 4 0,-21-2 66 16,-8-6-5-16,-7-5-35 15,-6-1-32-15,-8 0-22 16,3 0-29-16,1 0-1 16,6-4-77-16,-1 4-190 15,12 0-210-15,10 3-312 0</inkml:trace>
  <inkml:trace contextRef="#ctx0" brushRef="#br0" timeOffset="-147279.28">4926 11386 1635 0,'0'0'356'0,"0"0"-173"0,0 0 5 0,0 0-26 0,0 0-70 0,-127-22-34 15,94 30 49-15,-1 16-20 16,5 14-17-16,2 16 20 16,7 30 13-16,7 26-11 15,7-3-1-15,6-11-28 16,0-18-35-16,2-24-16 16,19 0-12-16,13 1-11 0,11-13-33 15,8-10-66-15,27-14-160 16,-13-8-403-16,-11-10-635 0</inkml:trace>
  <inkml:trace contextRef="#ctx0" brushRef="#br0" timeOffset="-146691.66">5219 11662 400 0,'0'0'1092'0,"0"0"-807"0,0 0-91 0,0 0-24 0,0 0-79 0,0 0-32 15,0 0 58 1,50 38 5-16,-36-2-7 16,-6 4 20-16,-1 7-11 15,-7 1-38-15,0 0-21 0,0-2-3 16,-2-4-23-16,-7-3-21 15,-1-7-8-15,4-9-2 16,2-6-7-16,1-9-1 16,3-6-1-16,0-2-21 0,3-9-17 15,10-19-87 1,7-12-102-16,0-12-99 16,0-8-201-16,-2-2 38 15,-5 6 314-15,-3 11 176 16,-6 16 292-16,-4 17 98 15,0 12-9-15,0 0-158 0,-12 22-67 16,3 10-2 0,7 6-53-16,2 0-35 0,0-2-27 15,25-4-20 1,11-4-19-16,28 0-28 0,-8-10-228 16,-2-6-383-16</inkml:trace>
  <inkml:trace contextRef="#ctx0" brushRef="#br0" timeOffset="-146447.78">5875 11923 2002 0,'0'0'753'0,"0"0"-556"0,0 0-40 0,0 0-72 0,0 0-34 0,0 0-31 16,121-10-9-16,-73 2-11 15,4 2-8-15,6 2-98 16,-16 0-223-16,-11 0-470 0</inkml:trace>
  <inkml:trace contextRef="#ctx0" brushRef="#br0" timeOffset="-146022.22">6931 11877 1810 0,'0'0'286'0,"0"0"-160"0,0 0 67 0,118 60-49 0,-76-36-40 15,3 0-41-15,-1 1-44 16,10-4-19-16,-10-5-275 15,-7-6-653-15</inkml:trace>
  <inkml:trace contextRef="#ctx0" brushRef="#br0" timeOffset="-145439.18">7847 11225 121 0,'0'0'1397'0,"0"0"-1157"0,0 0-171 0,0 0 49 0,0 0 33 0,0 0 11 16,0 0 32-16,-137 125-11 15,100-59-20-15,-5 12-30 16,-3 6-42-16,-2 5-18 16,2-2-34-16,6-6-31 15,5-9 2-15,7-14-10 16,12-12-7-16,8-8-85 16,7-16-242-16,0-10-410 0</inkml:trace>
  <inkml:trace contextRef="#ctx0" brushRef="#br0" timeOffset="-144782.4">7778 11237 443 0,'0'0'1095'0,"0"0"-742"0,0 0-114 0,0 0-47 0,0 0-51 0,0 0-72 16,0 0-48-16,73 0 28 16,-29-2-17-16,12 2 6 15,11 0-10-15,11 0 2 16,12 0 18-16,26-2-1 15,24-6 1-15,22-4 9 16,6-6 16-16,-33 0-35 0,-32 4-18 16,-38 4-3-16,-7 0 10 15,6 2-17-15,3-2-4 16,-2-2-5 0,-19 4-1-16,-15 2 0 0,-13 0-5 15,-13 4-27-15,-5-2-172 16,-16 4-257-16,-4-4-407 15</inkml:trace>
  <inkml:trace contextRef="#ctx0" brushRef="#br0" timeOffset="-143141.12">7751 11758 1056 0,'0'0'306'0,"0"0"-51"0,0 0 32 0,0 0 15 0,0 0-71 16,0 0-33-16,0 0 24 16,38-84-93-16,-25 74-59 0,5 0-39 15,2 4-20-15,4 6 13 16,5 0-9 0,0 5-8-16,0 16 2 15,-4 12 2-15,-5 7 5 0,-7 6 8 16,-8 6 0-16,-5 0-6 15,0-2 11-15,-9-4-10 16,-7-6-4-16,1-8-4 16,1-6-10-16,3-7 7 15,5-10-8-15,3-6 0 0,3-3-5 16,0 0 3 0,0-21 1-16,9-12-86 15,5-14-9-15,1-11-104 16,1-4-73-16,1 2-7 15,-3 8 148-15,-5 16 121 16,-7 16 11-16,-2 16 130 0,0 4-43 16,-11 22 37-16,-3 16 7 15,4 8 17-15,5 0-38 16,5 0 1-16,0-6-51 16,15-6-33-16,15-7-9 15,7-8-10-15,6-6-8 16,6-9-72-16,15-4-218 15,-10-4-265-15,-14-9-461 0</inkml:trace>
  <inkml:trace contextRef="#ctx0" brushRef="#br0" timeOffset="-142605.72">8335 11482 1242 0,'0'0'501'0,"0"0"-274"0,0 0 2 0,0 0-18 0,0 0-46 16,0 0-40-16,0 0-54 15,15-26-52-15,-8 26-18 0,2 0-1 16,-7 14-23-1,-2 8 23-15,0 4 24 16,-4 6 30-16,-16 0 27 16,-1-2-21-16,4-2-17 15,3-8-10-15,3-4-15 16,7-3-6-16,2-8-6 16,2-1-5-16,0-4 10 15,0 0-2-15,0 0-9 0,0 0 1 16,11 0 11-1,7 0-1-15,6 0-11 0,7-4-26 16,5-1-63-16,13-6-171 16,-6 4-248-16,-8-2-503 0</inkml:trace>
  <inkml:trace contextRef="#ctx0" brushRef="#br0" timeOffset="-142367.34">8745 11757 2186 0,'0'0'685'0,"0"0"-591"0,0 0-23 16,0 0-45-16,0 0-17 15,147-50-7-15,-105 46-2 16,10 4-100-16,-11-3-279 16,-9 3-512-16</inkml:trace>
  <inkml:trace contextRef="#ctx0" brushRef="#br0" timeOffset="-142001.39">9190 11566 1408 0,'0'0'762'0,"0"0"-443"0,0 0-86 16,0 0-110-16,0 0-68 16,0 0-28-16,0 0-11 15,58-40-8-15,-48 62-2 16,-6 8 16-16,-4 8 14 0,0 4 16 15,-23 4 7 1,-8 3-16-16,-7-1-1 0,3-6-10 16,4-4-4-16,4-8-4 15,11-10-16-15,5-8-7 16,11-8 5-16,0-2-5 16,2-2 1-16,23 0 5 15,8 0-7-15,7-10 0 16,5-4-24-16,-1 0-33 15,-2 2-28-15,10-4-98 16,-15 4-184-16,-8 4-315 0</inkml:trace>
  <inkml:trace contextRef="#ctx0" brushRef="#br0" timeOffset="-141602.12">9487 11667 1347 0,'0'0'575'15,"0"0"-413"-15,0 0 18 16,0 0-35-16,0 0-60 16,0 0 6-16,0 0 61 15,60 73 9-15,-60-30-55 16,0 1-34-16,0-2-32 16,-5-8-19-16,1-6-6 15,2-8-7-15,0-10-7 0,2-6-1 16,0-4 5-16,0-2-5 15,11-22-77-15,4-10-139 16,3-10-23-16,-2-6-83 16,-3 0-20-16,0 7 177 15,-1 10 165-15,-6 10 297 16,-4 15 244-16,-2 8-311 16,0 6-163-1,0 20 66-15,0 10-19 0,0 3-27 16,0 3-33-16,0-2-30 15,19-4-17-15,10-4-7 16,10-8-35-16,8-10-58 16,20-6-26-16,-14-6-236 15,-8-2-418-15</inkml:trace>
  <inkml:trace contextRef="#ctx0" brushRef="#br0" timeOffset="-141307.68">10284 11041 2099 0,'0'0'769'15,"0"0"-615"-15,0 0-45 0,0 0-70 0,0 0-20 0,123 38 22 0,-98 42 29 16,-10 32-12 0,-13 31-10-16,-2 7-27 15,-11-6-15-15,-11-31 8 0,-3-33-14 16,3-18-38-16,-21 14-69 16,6-14-196-16,-1-5-590 15</inkml:trace>
  <inkml:trace contextRef="#ctx0" brushRef="#br0" timeOffset="-140682.87">11804 11704 1367 0,'0'0'686'0,"0"0"-413"16,0 0-28-16,0 0-5 0,0 0-131 0,0 0-43 0,118 0-6 15,-62 0-22-15,0 0-26 16,-1 0-12-16,3 0-42 16,-16 0-265-16,-17 0-421 15</inkml:trace>
  <inkml:trace contextRef="#ctx0" brushRef="#br0" timeOffset="-140535.72">11726 11925 1913 0,'0'0'686'0,"0"0"-570"16,0 0-1-16,129-18-66 0,-67 12-49 15,21 4-13-15,-16 2-254 16,-13 0-820-16</inkml:trace>
  <inkml:trace contextRef="#ctx0" brushRef="#br0" timeOffset="-139509.04">12697 12111 1532 0,'0'0'729'0,"0"0"-422"0,0 0-10 0,0 0-169 0,0 0-77 0,0 0-30 15,114-134-9-15,-68 84-6 16,-1-6-6-16,-1-4 0 16,-1-8-18-16,-7-4-13 15,-1-7-29-15,-6-3 31 16,0-5 2-16,-6 3 9 0,-6 2 11 16,-5 12 6-16,-6 12-6 15,-6 18 7-15,0 20 17 16,0 20 10-16,-16 2-26 15,-5 36 0-15,-6 18 49 16,0 28 11-16,7 3 14 16,7 7-2-16,3 2-25 15,10-16-18-15,0 3-15 16,8-14-6-16,9-15-3 16,8-15-4-16,1-15-2 15,1-14-10-15,2-10-14 16,0 0-36-16,0-26-34 15,-5-8-71-15,1-11-71 16,-5-2 7-16,-5-4 42 16,-1 7 94-16,-5 10 93 15,-3 14 127-15,-4 14 118 0,-2 6-84 16,0 14-109-16,0 18 101 16,0 8-62-16,-2 4-49 15,0 1-24-15,0-7-18 16,2-4 0-16,0-8-100 15,9-18-221-15,11-8-187 16,0 0-469-16</inkml:trace>
  <inkml:trace contextRef="#ctx0" brushRef="#br0" timeOffset="-139105.62">13561 11614 1536 0,'0'0'495'0,"0"0"-276"0,-19 116 57 16,5-67-8-16,3-5-94 0,5-10-91 0,1-6-44 16,5-10-19-16,0-10-14 15,0-6-6-15,0-2-16 16,11-4 6-16,10-20-36 16,5-8-97-16,3-4-54 15,7-1 40-15,-3 8 60 0,1 8 91 16,-7 12 6-1,-6 9 77-15,-9 5 33 16,-8 22 45-16,-4 3 22 16,0 4-70-16,0-6-38 0,-6-6-36 15,0-10-21-15,6-10-1 16,0-2 13 0,17-12-21-16,16-16-3 0,7-6-56 15,9-4 4-15,3 4 7 16,-4 3 21-16,-3 7 17 15,-7 12 7-15,-11 11-1 16,-12 1-28-16,-13 22-28 16,-13 42-165-16,-22-5-86 15,-7 0-834-15</inkml:trace>
  <inkml:trace contextRef="#ctx0" brushRef="#br0" timeOffset="-138561.4">13081 12388 1071 0,'0'0'992'0,"0"0"-679"0,0 0-175 0,0 0-65 0,0 0-9 0,0 0-21 16,115-28-14-16,-95 38-16 16,-8 16 14-16,-8 8 22 15,-4 4 41-15,-4 6 0 16,-19 1 5-16,-6 1-18 15,-2-4-40-15,2-4-2 16,5-10-26-16,8-8-9 16,7-12-12-16,9-8-10 15,0 0 7-15,9-26-42 16,15-12-194-16,3-8 7 16,0-8-256-16,-2 4 15 15,-5 8 372-15,-11 12 113 16,-7 17 328-16,-2 13-117 0,0 0-115 15,-16 22 74 1,1 9-37-16,6 5-21 16,7 0-36-16,2-2-12 0,4-4-14 15,20-2-48-15,10-8-2 16,23-12-148-16,-7-6-232 16,-5-2-692-16</inkml:trace>
  <inkml:trace contextRef="#ctx0" brushRef="#br0" timeOffset="-138378.12">13357 12443 1713 0,'0'0'703'0,"0"0"-489"0,0 0-93 16,0 0-90-16,0 0-16 15,169-13-11-15,-105 13-4 16,6 0-38-16,-5 0-156 15,8 0-128-15,-17 0-34 16,-16 0-301-16</inkml:trace>
  <inkml:trace contextRef="#ctx0" brushRef="#br0" timeOffset="-138163.85">13931 12250 1452 0,'0'0'387'0,"0"0"-278"15,0 0 5-15,0 0-32 16,125 50-21-16,-109-14 107 0,-9 8-1 16,-7 6-36-1,-9 5-20-15,-22-1-64 0,-12-2-14 16,-1-6-33-16,2-4-24 16,5-12-99-16,16-10-139 15,11-14-522-15</inkml:trace>
  <inkml:trace contextRef="#ctx0" brushRef="#br0" timeOffset="-137965.33">14186 12372 1696 0,'0'0'669'0,"0"0"-508"0,0 0-87 16,0 0-17-16,0 0-27 15,148 0-29-15,-102 0-1 16,-2 0-26-16,3 0-167 16,-14 0-162-16,-8 0-340 0</inkml:trace>
  <inkml:trace contextRef="#ctx0" brushRef="#br0" timeOffset="-137815.75">14442 12169 1817 0,'0'0'513'0,"0"0"-460"16,0 0 57 0,0 0 9-16,-52 113-9 0,44-63-26 15,3 4-48-15,5 0-36 16,3 0-103-16,19-15-274 16,0-13-546-16</inkml:trace>
  <inkml:trace contextRef="#ctx0" brushRef="#br0" timeOffset="-137399.48">14747 12290 1068 0,'0'0'407'0,"0"0"-66"0,0 0-35 16,-29 132-78-16,29-97-98 15,0-7-64-15,9-9-40 16,7-4 4-16,3-13 0 16,2-2 10-16,3 0-40 15,1-23-25-15,1-4-29 16,5-8-29-16,6-3-5 16,2-4 33-16,3 0 20 15,6 2-33-15,-4 8-39 16,-3 8 107-16,-6 12 58 15,-6 10 103-15,-9 2-40 16,-4 6-31-16,-12 12 34 16,-4 6 36-16,0-2-17 0,-18 0-41 15,-13-2-50 1,-9-4-25-16,-12-4-21 0,-5-6 0 16,-5-2-6-1,-2-4-34-15,5 0-67 0,-8 0-209 16,16 0-304-16,12-4-907 15</inkml:trace>
  <inkml:trace contextRef="#ctx0" brushRef="#br0" timeOffset="-134931.22">16224 11642 446 0,'0'0'559'0,"0"0"-419"0,0 0-56 0,0 0 19 0,0 0 15 16,0 0-15-16,0 0 44 16,-2-18 8-16,2 16-10 15,0 2 31-15,0-2-7 16,0 2-22-16,0 0-42 15,0 0-36-15,0 0-28 16,0 0-5-16,0 0-4 16,0 0 9-16,0 0 10 15,5 0 4-15,8 0-16 16,3 0-21-16,3 0-4 0,1 0-8 16,3-2-5-1,6-2 5-15,2 0-4 0,5-2 11 16,8-2-12-16,5 2 1 15,7-2-2-15,7 2 1 16,1 0-3-16,3 0 2 16,2 0-1-16,-2 0-7 0,2 2 8 15,-4-2-15 1,1 2 0-16,-1-2 3 0,-5 0-2 16,-2 2 8-1,-2 0-6-15,-6 0 11 16,-2 0-8-16,-4 2 9 0,1 0 0 15,-3 0-1 1,1 2 1-16,-1-2-1 0,4-2 1 16,4 0 0-1,3 0 0-15,-2-4 0 0,3 2 1 16,-1-2-1-16,-1 0 0 16,-4 2 1-16,2 0-1 15,-6 4 0-15,1 0 0 16,-1 2 1-16,-1 0-1 15,3 0-1-15,2 0 1 16,2 0 0-16,2 0 0 16,1 0 8-16,-2-2-8 0,1-3-6 15,-1 4 5 1,-4-3 1-16,2 0-1 16,-3-1 1-16,1 1-1 15,2 1 0-15,0 1 1 0,3 0 0 16,-2-2-1-16,0 1 1 15,2 2 0-15,-4-2 0 16,1 3-1-16,-5 0 1 16,-1 0-1-16,-1 0 1 15,-2 0-11-15,1 0 11 16,-1 0-2-16,0 0 1 16,5 0 0-16,-3 0 0 15,4 0 0-15,-1 0 0 16,1 0 1-16,4 0 0 15,1 0-1-15,2 0 1 0,3 0-1 16,2-1 1-16,2-3 0 16,5-2 1-16,-1-1 0 15,3-3-1-15,-7-2 0 16,-8 2-21-16,-15 1-75 16,-21-5-109-16,-16 4-255 15,0-1-741-15</inkml:trace>
  <inkml:trace contextRef="#ctx0" brushRef="#br0" timeOffset="-133525.68">16910 12312 1482 0,'0'0'502'0,"0"0"-302"0,0 0-28 16,0 0-18-16,0 0-47 0,0 0-40 0,0 0-7 16,50-82-5-16,-29 82-36 15,4 0-5-15,-2 16 7 16,-1 12 52-16,-7 8 2 15,-6 8-19-15,-9 5-8 16,0 1-4-16,0-2-16 16,-15-6-19-16,-1-6-3 15,1-8-5-15,6-8 5 16,2-8-6-16,4-8-24 16,3-4-3-16,0-6 4 15,0-22-72-15,14-15-191 0,4-12 29 16,0-8-65-1,-3 1 1-15,-3 8 174 0,-6 14 147 16,-6 18 241-16,0 18 68 16,-2 4-151-16,-14 18-33 15,3 18 28-15,4 6 26 0,9 4-58 16,0-1-55 0,18-5-32-16,15-4-16 15,12-8-18-15,7-6-24 16,25-12-145-16,-10-4-338 15,-9-6-391-15</inkml:trace>
  <inkml:trace contextRef="#ctx0" brushRef="#br0" timeOffset="-133333.89">17490 12428 377 0,'0'0'1602'0,"0"0"-1076"0,0 0-426 0,0 0-8 0,0 0-14 16,135-30-47-16,-83 24-17 16,0 2-14-16,-4 0-77 15,-1 2-172-15,-13-2-248 16,-10 0-238-16</inkml:trace>
  <inkml:trace contextRef="#ctx0" brushRef="#br0" timeOffset="-133186.58">17779 12222 1035 0,'0'0'1112'0,"0"0"-813"16,0 0-79-16,0 0 15 15,-40 118-112-15,32-64-72 16,3 6-35-16,5 23-16 16,0-13-136-16,0-16-496 0</inkml:trace>
  <inkml:trace contextRef="#ctx0" brushRef="#br0" timeOffset="-132221.08">18334 12541 1667 0,'0'0'592'0,"0"0"-472"0,0 0-28 0,0 0-29 16,0 0-14-16,0 0 57 0,0 0-10 15,149 70-42-15,-97-50-25 16,0-4-29-16,-6-4-2 16,5-2-192-16,-15-6-109 15,-9-2-354-15</inkml:trace>
  <inkml:trace contextRef="#ctx0" brushRef="#br0" timeOffset="-131921.39">18922 11961 1390 0,'0'0'537'15,"0"0"-320"-15,0 0 12 16,0 0-99-16,0 0-72 15,0 0 11-15,0 0 52 16,-88 149 13-16,57-75-10 16,-2 6-52-16,5 0-36 15,2-3-14-15,5-8-13 0,3-6-9 16,5-13-6-16,7-8-78 16,6-14-207-1,0-10-237-15,8-14-376 0</inkml:trace>
  <inkml:trace contextRef="#ctx0" brushRef="#br0" timeOffset="-131512.78">18922 12010 593 0,'0'0'1007'0,"0"0"-741"0,0 0-140 15,0 0-53-15,0 0 55 16,147-31-18-16,-82 31 16 15,15 0-19-15,14 0-33 16,24 0-20-16,26 0-22 16,26 0 24-16,4-10 62 15,-34-6-42-15,-38 0-37 0,-38 6-11 16,-14 0-17-16,4 2 4 16,0 0-10-16,-2 0-5 15,-13 2 0 1,-10 4-18-16,-12 0-99 0,-10 2-163 15,-5 0-246 1,-2 0-399-16</inkml:trace>
  <inkml:trace contextRef="#ctx0" brushRef="#br0" timeOffset="-130034.53">18953 12457 945 0,'0'0'266'0,"0"0"398"0,0 0-378 0,0 0-144 0,0 0 22 0,0 0-61 15,0 0-26-15,35-73-20 16,-22 73 6-16,-1 0-25 16,-2 2-18-16,-3 24-1 15,-3 10 59-15,-4 9-6 16,0 5-23-16,0 4-12 15,-9-2-4-15,-3-4 8 16,2-6-20-16,1-8-14 16,3-8-7-16,0-7 0 15,4-12 9-15,2-4-4 16,0-3-4-16,2-3-2 0,14-21-14 16,5-10-51-1,0-10-46-15,2-6-85 16,-1-2-31-16,-6 2 57 15,-3 12 92-15,-6 9 79 0,-7 15 40 16,0 14 88-16,-2 0-82 16,-14 14 51-16,1 15 31 15,5 0-10-15,10 6-40 16,0-5-33-16,10-2-17 16,16-6-13-16,8-6-15 15,3-4-46-15,17-12-143 16,-10 0-183-16,-8 0-392 0</inkml:trace>
  <inkml:trace contextRef="#ctx0" brushRef="#br0" timeOffset="-129636.1">19283 12288 783 0,'0'0'489'0,"0"0"-168"0,0 0-85 15,0 0-75-15,0 0-33 0,0 0-32 0,0 0-34 16,50-52 10-1,-44 52-5-15,-2 0-21 0,-1 12 15 16,-3 10 37 0,0 4 14-16,-5 6 28 0,-8 0-44 15,-3-2-38-15,6-4-10 16,0-6-24-16,8-6-8 16,2-6-1-16,2-4 0 15,20-2 0-15,7-2-15 16,5 0-46-16,13 0-148 15,-7-7-279-15,-7-4-414 0</inkml:trace>
  <inkml:trace contextRef="#ctx0" brushRef="#br0" timeOffset="-129453.48">19628 12471 1681 0,'0'0'668'16,"0"0"-510"-16,0 0-33 16,0 0-59-16,139-3-48 15,-90-1-18-15,13 2-42 16,-15 2-226-16,-9 0-461 0</inkml:trace>
  <inkml:trace contextRef="#ctx0" brushRef="#br0" timeOffset="-128099.55">20337 12382 1333 0,'0'0'602'0,"0"0"-323"0,0 0 37 0,0 0-72 0,0 0-90 0,0 0-81 0,0 0-34 15,7-68-11-15,11 62-19 0,0 4-7 31,-3 2-1-31,-3 0-1 16,-8 6-1-16,-4 14-10 16,0 6 11-16,-20 8 5 15,-14 4 28-15,-10 0-9 0,-1 1-2 16,3-7-4-16,11-9 3 16,11-4-7-1,13-7-4-15,7-6-1 0,7-2 2 16,24-4 8-16,11 0-5 15,9 0-14-15,7-2-35 16,0-10-53-16,0-2-128 0,0-6-238 16,-16 4-129-1,-10-1-614-15</inkml:trace>
  <inkml:trace contextRef="#ctx0" brushRef="#br0" timeOffset="-127720.33">20702 12326 1445 0,'0'0'517'16,"0"0"-288"-16,0 0-1 16,0 0-113-16,0 0-23 15,0 0 53-15,0 0 5 16,38 135-42-16,-53-89-35 16,-3-5-32-16,3-2-22 15,4-9-13-15,3-10-4 16,8-8 3-16,0-8-4 15,0-4-2-15,5 0-3 16,13-12-22-16,2-12-46 16,2-10-65-16,-4-8-57 15,-5-5 7-15,-3 1-19 16,-4 6 111-16,-4 12 95 0,-2 12 217 16,0 16-6-16,0 0-121 15,0 18-23-15,0 10 39 16,0 6-15-16,13-2-9 15,14-1-37-15,9-5-28 16,7-6-17-16,3-4-14 16,1-8-89-16,-1-2-230 15,-12-2-327-15,-14-4-861 0</inkml:trace>
  <inkml:trace contextRef="#ctx0" brushRef="#br0" timeOffset="-124317.33">16601 10844 557 0,'0'0'395'0,"0"0"-158"0,0 0-69 0,0 0 14 0,0 0 0 0,0 0-21 0,0 0-9 15,8-26 11 1,-8 22-18-16,0-2-7 16,3 2-14-16,-3 0-35 15,0 2-28-15,0 2-12 0,0-2 1 16,0 2-16-16,2-2 3 15,5 0 4-15,6-2-13 16,3-2-23-16,4 2-4 16,2 0 0-16,1 2-1 15,-6 2-11-15,-1 0 5 16,-5 0-1-16,-3 14-1 16,-2 4-10-16,-4 8 18 15,-2 4 13-15,0 6 5 16,0 3 3-16,-10 1 2 15,-3-3-7-15,-3 2-3 16,3-3-4-16,0-4-3 16,2-4 4-16,2-6-10 0,3-4-1 15,-2-6 1-15,4-4 0 16,2-4 6-16,-1-2-6 16,3-2 0-1,0 0 9-15,0 0 11 0,0-8-10 16,0-14-10-16,14-6-28 15,6-8-63-15,5-6-69 16,4-2-27-16,2-3 1 16,-2 5 65-16,-2 6 70 15,-10 10 51-15,-5 8 37 16,-8 10 115-16,-4 8-56 16,0 0-59-16,-2 2-23 15,-12 20 19-15,5 4 29 16,1 4 5-16,5 2 20 15,3 1-20-15,0-4-22 0,11-2-12 16,12-3-18-16,6-6 0 16,4-6-15-16,5-2-30 15,2-6-65-15,-2-2-85 16,0-2-87-16,-11 0-252 16,-10 0-462-16</inkml:trace>
  <inkml:trace contextRef="#ctx0" brushRef="#br0" timeOffset="-123273.45">17166 10431 1175 0,'0'0'376'0,"0"0"-172"0,0 0-9 0,0 0-24 0,0 0-4 16,0 0-11 0,0 0-41-16,0-8-61 15,0 4-17-15,4 0-25 0,6 2-3 16,3 2-3 0,-1 0-5-16,-3 0 9 15,-9 10-10-15,0 10 16 0,0 4 11 16,-19 4 49-16,-2 1 5 15,0-2-30-15,3-4-8 16,7-4-28-16,7-4-6 16,4-5 5-16,0 0-4 15,0-5 4-15,11-2-14 16,9-2 0-16,3-1-36 16,6 0-51-16,0 0-80 15,4 0-9-15,1-1-41 16,7-2-81-16,-7 3-272 15,-7-1-560-15</inkml:trace>
  <inkml:trace contextRef="#ctx0" brushRef="#br0" timeOffset="-122920.39">17557 10906 1400 0,'0'0'589'0,"0"0"-410"0,0 0 52 0,0 0-7 0,0 0-63 0,0 0-28 15,0 0-32-15,122 0-43 16,-80-3-42-16,3-4-11 16,-5 3-5-16,3 2-126 15,-15 2-238-15,-8 0-371 0</inkml:trace>
  <inkml:trace contextRef="#ctx0" brushRef="#br0" timeOffset="-121504.24">18379 10684 1224 0,'0'0'352'0,"0"0"-168"0,0 0-28 0,0 0-78 0,0 0-33 0,0 0 14 16,0 0 38-16,102-47-35 16,-93 58-26-16,-4 13 36 15,-3 6 28-15,-2 8-4 16,0 2-17-16,-2 4 9 15,-12-4-13-15,3 0-32 16,0-5-22-16,0-7-13 0,4-9 1 16,1-4 0-1,4-9-9-15,-1-2 0 0,3-4 1 16,0 0 24-16,0-3-7 16,5-15-18-16,10-10-122 15,5-9-2-15,2-6-75 16,3-5-73-16,-1 4-30 15,-5 4 88-15,-4 12 169 16,-9 10 45-16,-6 10 121 16,0 8-14-16,0 2-4 15,-8 22 45-15,-5 6 17 16,3 8-30-16,8 2-9 16,2 0-56-16,2-2 0 0,18-3-35 15,12-7-8 1,3-9 1-16,5-5-28 0,5-6-124 15,9-8-126-15,-10 0-253 16,-11-1-436-16</inkml:trace>
  <inkml:trace contextRef="#ctx0" brushRef="#br0" timeOffset="-120520.95">18882 10297 795 0,'0'0'633'0,"0"0"-420"0,0 0-35 15,0 0 5-15,0 0-16 0,0 0-63 0,0 0-60 16,0-21-20 0,5 20-12-16,1-1 13 15,2 2-12-15,0 0 6 0,1 0-17 16,-3 0-2-16,0 6-5 16,-6 9 5-16,0 6 13 15,0 3 21-15,-12 2 44 16,-5 0-8-16,-4 0 13 15,1-2 26-15,2-2-8 16,0-2-35-16,3-2-21 16,3-2 4-16,4-2-29 15,6-3-13-15,2-2 2 16,0-3 0-16,0-2-7 0,10 0 13 16,11 0-2-1,6-4-13-15,6 0-5 16,2 0-49-16,19 0-167 0,-10 0-262 15,-5 0-449-15</inkml:trace>
  <inkml:trace contextRef="#ctx0" brushRef="#br0" timeOffset="-120280.45">19221 10728 1790 0,'0'0'669'0,"0"0"-546"0,0 0-75 16,0 0 10-16,0 0-42 0,0 0-10 0,152-16-5 16,-111 14-1-16,-2 0-98 15,3 0-189-15,-11-2-207 16,-6 0-179-16</inkml:trace>
  <inkml:trace contextRef="#ctx0" brushRef="#br0" timeOffset="-120118.45">19493 10565 517 0,'0'0'1312'0,"0"0"-914"15,0 0-180-15,0 0-71 16,0 0-50-16,-49 117-44 0,49-71-18 15,0 2-17-15,9 16-18 16,8-14-178-16,4-14-406 16</inkml:trace>
  <inkml:trace contextRef="#ctx0" brushRef="#br0" timeOffset="-119718.61">19865 10592 1159 0,'0'0'786'0,"0"0"-505"15,0 0-182-15,0 0-62 16,0 0 7-16,0 0-17 15,0 0 9-15,67-32-6 16,-61 55 8-16,-4 9 17 16,-2 7 11-16,-11 5 60 15,-18 6 33-15,-8-2-59 16,-3 2-37-16,-1-6-21 0,10-6-12 16,9-9-12-16,11-10 7 15,11-9-23-15,2-6 7 16,25-4 15-16,10 0-2 15,11 0-22-15,3-10-12 16,0-6-22-16,-4 1-40 16,-3 1-80-16,3-7-151 15,-13 6-245-15,-7 1-354 16</inkml:trace>
  <inkml:trace contextRef="#ctx0" brushRef="#br0" timeOffset="-119452.99">20237 10676 502 0,'0'0'1293'15,"0"0"-897"-15,0 0-278 0,0 0-63 16,0 0 55-16,0 0-11 16,0 0 18-16,45 112 3 15,-45-76-3-15,0-2-47 16,0-2-22-16,-5-5-27 15,-2-8-9-15,3-6-11 16,4-5 2-16,0-8-3 16,0 0-17-16,2-4-17 15,16-19-239-15,16-27-92 16,-5 4-245-16,-2 0-311 0</inkml:trace>
  <inkml:trace contextRef="#ctx0" brushRef="#br0" timeOffset="-119309.14">20420 10698 212 0,'0'0'1376'0,"0"0"-664"16,0 0-456-1,0 0-144-15,0 0 85 0,0 0-41 16,0 0-46 0,-9 106-57-16,9-74-31 0,2-2-10 15,15-4-12 1,4-4-6-16,6-6-39 0,8 0-94 16,-4-5-219-16,-4-6-328 0</inkml:trace>
  <inkml:trace contextRef="#ctx0" brushRef="#br0" timeOffset="-115828.58">21631 11354 499 0,'0'0'549'0,"0"0"-328"0,0 0-90 0,0 0-2 0,0 0 52 0,0 0-35 15,-4-33-2 1,4 30 23-16,0 0-25 16,0-1 3-16,0 3 21 15,4-4-12-15,6 1-48 0,7 3-43 16,10-3-47-16,11 1-5 15,13 2 5-15,12-2-4 16,6 3-12-16,5 0 7 16,-3 0-7-16,-5 0-9 15,-12 0-145-15,-12 0-187 16,-13 0-297-16,-15 0-788 16</inkml:trace>
  <inkml:trace contextRef="#ctx0" brushRef="#br0" timeOffset="-115648.33">21824 11434 633 0,'0'0'1486'16,"0"0"-1128"-16,0 0-225 16,0 0 4-16,0 0-18 15,156 0-77-15,-94 0-28 16,13 0-14-16,-14 0-228 15,-16 0-531-15</inkml:trace>
  <inkml:trace contextRef="#ctx0" brushRef="#br0" timeOffset="-108230.45">23782 10766 697 0,'0'0'251'0,"0"0"-93"0,0 0 21 0,0 0-6 0,0 0 36 16,0 0-1-16,16-12-12 16,-16 12 33-1,0 0-25-15,0-2-10 0,0 2 6 16,0 0-68-16,0-2-23 16,0 2-16-16,0-2-30 15,0 2-26-15,0-2-21 16,0-2 7-16,2-2-13 15,2-4-9-15,3-2 0 16,7 0-1-16,-1 0-14 16,7 0 1-16,-1 2-2 15,4 6 0-15,-3 2 5 16,-5 2-2-16,-3 0 3 16,-7 10-8-16,-5 14-1 15,0 8 3-15,-8 6 14 16,-16 4 1-16,-9 0 8 0,-8 0-6 15,-3-4-1-15,-3-4 8 16,5-5-8-16,2-7 0 16,7-8 0-16,8-6 0 15,9-4-1-15,7-4 0 16,7 0 0-16,2 0 11 16,0-8-11-16,4-2 9 15,9 2-9-15,8 1-6 16,4 7 5-16,6 0 0 0,4 0 0 15,7 4 1 1,3 9-1-16,-1 1-5 16,8 10-81-16,-10-6-215 15,-13-2-404-15</inkml:trace>
  <inkml:trace contextRef="#ctx0" brushRef="#br0" timeOffset="-107807.86">23430 11319 1461 0,'0'0'477'0,"0"0"-361"15,0 0 136-15,0 0-62 0,0 0-72 0,0 0-16 0,0 0-6 16,152 9-11-16,-71-9-49 16,11 0-15-16,4 0 4 15,2 0-24 1,-4-3-1-16,8-7-126 0,-21 0-343 16,-21 2-526-16</inkml:trace>
  <inkml:trace contextRef="#ctx0" brushRef="#br0" timeOffset="-104032.78">23815 11707 992 0,'0'0'515'0,"0"0"-422"0,0 0-46 0,0 0 82 0,0 0 25 0,0 0-33 16,0 0 36-16,0 0-12 15,0 0-43-15,0 0-35 16,0 0-27-16,0 0 19 16,4 0 7-16,12 0-59 0,3 0-7 15,-2 0-11 1,-1 0 2-16,-5 14-15 16,-9 12 24-16,-2 6 9 15,0 8 31-15,-20 2 2 0,-9 2 11 16,-7-2 22-16,1-6-15 15,-1-6-15-15,5-8 0 16,6-6-11-16,10-6-16 16,8-3-12-16,7-6 6 15,0-1 6-15,14 0 6 16,19 0-12-16,16 0-12 16,8 0-8-16,13-8-32 15,3-2-83-15,25-13-155 16,-17 2-320-16,-15-1-1250 0</inkml:trace>
  <inkml:trace contextRef="#ctx0" brushRef="#br0" timeOffset="-103548.1">24934 11219 1517 0,'0'0'686'0,"0"0"-406"0,0 0-38 0,0 0-58 0,0 0-90 0,0 0-53 16,0 0-3-16,75 22 7 15,-33-12-34-15,4-1-4 16,-2-4-7-16,-1 1-48 16,-6-2-192-16,-10 0-272 15,-12-2-470-15</inkml:trace>
  <inkml:trace contextRef="#ctx0" brushRef="#br0" timeOffset="-103409.06">24862 11464 1940 0,'0'0'538'0,"0"0"-424"16,0 0 83-16,0 0-133 15,164 0-38-15,-64-4-26 0,-13 0-229 16,-14 0-400-16</inkml:trace>
  <inkml:trace contextRef="#ctx0" brushRef="#br0" timeOffset="-103005.33">26007 11364 2036 0,'0'0'595'15,"0"0"-472"-15,0 0 71 0,0 0-104 16,0 0-58-16,0 0-14 15,48-109-18-15,-32 75 8 16,-1-2-8-16,3-2 0 16,-3 2-8-16,1 6 8 15,-5 6 27-15,-2 8 87 0,-3 10 3 16,-3 6-59-16,-1 0-55 16,-2 24 3-1,0 18-6-15,0 16 1 16,0 14 5-16,0 12-6 15,-9 6-70-15,-6 29-114 0,3-21-444 16,1-20-915-16</inkml:trace>
  <inkml:trace contextRef="#ctx0" brushRef="#br1" timeOffset="-87053.49">2158 2121 1125 0,'0'0'1'0,"0"0"-2"0,0 0 11 0,0 0 462 0,0 0-186 15,0 0-136-15,0 0-27 16,0 0 9-16,0 0 19 16,0 0-25-1,0 0-5-15,0 0-11 16,0 0-48-16,0 0-30 15,0 0-24-15,0 0 10 16,0 0-5-16,0 0-7 16,0 0-6-16,0 0 0 15,0 0 0-15,-2 0 18 0,0 0 8 16,2 0 2-16,0 0 15 16,0 0-13-16,0 0-1 15,0 0-2-15,0 0-9 16,0 0-6-16,0 0-3 15,0 0 3-15,0 0 1 16,0 0-1-16,0 2-1 16,0 10-10-16,-2 8 5 15,0 14 11-15,0 11-4 0,-1 9-5 16,3 6 2-16,0 6 7 16,0 2-5-16,0-2-6 15,0 0 7-15,0-3-6 16,0-7 1-16,5-4-7 15,1-8 10-15,-1-10-11 16,-1-10-1-16,-2-8-1 16,-2-6-4-16,2-6 0 15,-2-4 6-15,0 0 0 16,0 0 0-16,0-4 0 16,0-10-10-16,0 2-6 15,0-2 1-15,0 4 13 16,0 4-4-16,0 0-6 0,0 4 6 15,0 0-4-15,8 2 8 16,7-2 2-16,5 2 0 16,3 0 0-1,3 0 0-15,0 0 0 0,1 0 0 16,-2 0-22-16,0-2-59 0,4-4-156 16,-8-2-270-1,-2-2-461-15</inkml:trace>
  <inkml:trace contextRef="#ctx0" brushRef="#br1" timeOffset="-86614.86">2343 2530 730 0,'0'0'1637'0,"0"0"-1148"0,0 0-329 0,0 0-65 0,0 0-15 16,0 0-16-16,0 0-19 15,40 0-21-15,-13-4-12 16,2 1-12-16,0 0-13 15,-4 2-43-15,-3 1-46 16,-9 0-157-16,-4 0-389 0,-7 1-606 0</inkml:trace>
  <inkml:trace contextRef="#ctx0" brushRef="#br1" timeOffset="-86466.49">2362 2723 1662 0,'0'0'781'0,"0"0"-589"0,0 0-24 16,0 0-72-16,0 0-60 16,120-38-36-16,-80 32-81 15,-5 2-386-15,-8 2-1170 0</inkml:trace>
  <inkml:trace contextRef="#ctx0" brushRef="#br1" timeOffset="-84051.09">2480 14736 1056 0,'0'0'365'0,"0"0"-144"0,0 0 11 0,0 0-38 0,0 0-31 0,0 0 22 16,0 0 28-16,-116-116 15 15,109 106-50-15,0-4-57 16,2 4-22-16,3 4-34 16,0 2-30-16,2 2-6 15,0 2-11-15,0 0-18 16,7 0-10-16,17 12 8 16,12 12 2-16,9 6 14 15,10 8-4-15,3 4 5 16,4-1-3-16,-2-1-3 0,1-2-1 15,-3-2-1 1,-7 0-7-16,-7-2 0 0,-6-8 1 16,-7-4 0-16,-8-4-1 15,-7-8 0-15,-10-2 0 16,-1-4 0-16,-5-4 0 16,0 0 1-16,0 0 19 15,2-12 7-15,4-18-15 16,13-16-12-16,5-12-6 15,14-9-9-15,6-1-1 16,12 6-14-16,2 4-14 0,0 12 10 16,-4 14 11-16,-6 12 4 15,-7 16 3-15,-8 4-1 16,-6 4 8 0,-3 14-1-16,-2 4 8 0,1-4 1 15,-4 4 1-15,2-4-1 16,-1 0 0-16,0-8 1 15,-4 2 0-15,-3-10 0 16,-6 2 1-16,-3-2 5 16,-4 0 2-16,0 6 1 0,-16 0-8 15,-15 12 17 1,-11 14 0-16,-9 7 9 16,-3 13-6-16,5-2-2 15,14 0-9-15,8-12-10 16,15-10 0-16,12-16-1 0,3-12-8 15,29-2-7-15,14-12-14 16,10-22-36-16,2-8-27 16,0-2-80-16,-10-9-53 15,-7 3 19-15,-13 9 12 16,-10 6 146-16,-9 17 49 16,-7 8 178-16,-2 10-1 15,0 2-47-15,-15 20-42 16,-3 10-19-16,5 4-11 15,2 3-11-15,6-3-13 0,5-6-17 16,0-6-7 0,18-6-4-16,9-10 2 0,4-8-7 15,5 0-1 1,-1-18-28-16,3-12-37 16,-5-6-48-16,-6-5-49 15,-7 5 31-15,-7 6 55 0,-7 10 76 16,-6 16 72-16,0 4 11 15,-17 10-38-15,-3 20 31 16,5 7 29-16,4-7-35 16,8-2-27-16,3-4-28 15,0-8 0-15,20-10-3 16,5-6-12-16,4 0-50 16,-2-6-196-16,-5-16-67 15,-6-2-34-15,-8 2 97 16,-3-3 94-16,-3 7 67 15,1 7 89-15,-3 11 140 16,2 1-26-16,2 35 196 16,1 19-35-16,-1 15-47 0,3 12-55 15,-3 6-43-15,1 2-49 16,-5-1-41-16,0-1-23 16,0-4-7-16,0-7-9 15,-16-5 7-15,-4-14-8 16,-4-12 2-16,-3-12-1 15,-4-10-1-15,4-12 0 16,4-12 6-16,6-4 0 16,12-24 3-16,5-20-9 15,10-6-1-15,21-14-7 16,11-3 2-16,5-5-15 16,1 2-40-16,8-22-204 15,-14 17-220-15,-13 11-311 0</inkml:trace>
  <inkml:trace contextRef="#ctx0" brushRef="#br1" timeOffset="-83848.74">3663 14297 1468 0,'0'0'1154'0,"0"0"-788"0,0-128-146 0,18 78-49 0,8 0-80 0,7 7-64 15,8 14-27-15,3 14 0 16,1 15-46-16,1 66-104 16,-12 15-330-16,-14 11-555 0</inkml:trace>
  <inkml:trace contextRef="#ctx0" brushRef="#br1" timeOffset="-83740.79">3812 15316 783 0,'0'0'1497'0,"0"0"-1024"15,0 0-380-15,0 0-37 16,0 0-56-16,0 0-149 16,0 0-432-16</inkml:trace>
  <inkml:trace contextRef="#ctx0" brushRef="#br1" timeOffset="-83074.96">5824 14203 1877 0,'0'0'472'0,"0"0"-314"0,0 0-65 0,0 0-10 0,0 0 21 0,0 0-26 16,0 0-78-1,-23-18 27-15,33 78 30 0,0 32 43 16,-5 29 2-16,-5-9-26 15,0-10-20-15,0-16-22 16,0-19-4-16,0 3-9 16,0 2-12-16,-2-14-9 15,-1-18 6-15,3-14-5 16,0-12 1-16,0-12 5 16,0-2 7-16,0 0 20 15,0-18-34-15,0-6 1 16,0 2-1-16,3 0 0 15,17 4-7-15,7 6-4 16,10 6 2-16,10 6 3 16,6 0 0-16,6 0 6 0,-1 0-15 15,0 4-35-15,15 10-71 16,-15-6-420-16,-11-4-378 16</inkml:trace>
  <inkml:trace contextRef="#ctx0" brushRef="#br1" timeOffset="-82781.83">6563 14698 1914 0,'0'0'610'0,"0"0"-409"0,0 0 41 0,0 0-101 0,0 0-63 0,0 0-21 15,0 0-17-15,77 0-14 16,-40 0-17-16,3 0-9 16,2 0-1-16,-3 10-45 15,-8-4-59-15,-6 14-176 16,-13-2-261-16,-9 0-310 0</inkml:trace>
  <inkml:trace contextRef="#ctx0" brushRef="#br1" timeOffset="-82652.91">6572 14957 333 0,'0'0'1743'16,"0"0"-1364"-16,0 0-257 0,0 0-51 15,0 0-32-15,116 0-39 16,-42 0-27-16,-12-4-227 15,-4 0-543-15</inkml:trace>
  <inkml:trace contextRef="#ctx0" brushRef="#br1" timeOffset="-82134.89">7517 14833 2273 0,'0'0'593'0,"0"0"-499"16,0 0 56-16,0 0-63 15,0 0-60-15,0 0-20 0,64-107-7 16,-32 61-1-1,-3-2-63-15,-2-6-35 16,-3 0-82-16,-9 6 68 16,-3 8 65-16,-8 9 48 15,-4 13 177-15,0 13 15 16,0 5-129-16,0 13-63 16,0 19 18-16,-2 17 5 15,0 13 4-15,0 10-14 16,2 8-13-16,0 0-10 15,2 15-83-15,13-19-278 16,3-22-351-16</inkml:trace>
  <inkml:trace contextRef="#ctx0" brushRef="#br1" timeOffset="-81846.16">8117 14732 1654 0,'0'0'383'15,"0"0"-206"-15,0 0 11 0,0 0-44 16,113-16-46-16,-66 12-15 15,4 0-23-15,-2-2-41 16,0 2-19-16,-9-2-103 16,4-2-120-16,-12-2-90 15,-10 4-309-15</inkml:trace>
  <inkml:trace contextRef="#ctx0" brushRef="#br1" timeOffset="-81658.58">8431 14458 2085 0,'0'0'530'16,"0"0"-446"-16,0 0 133 0,0 0-74 15,-50 134-45-15,46-84-34 16,2 4-16-16,2 2-40 16,0 3-8-16,0-1-51 15,0 2-190-15,2-12-455 16,7-14-1310-16</inkml:trace>
  <inkml:trace contextRef="#ctx0" brushRef="#br1" timeOffset="-81160.88">9005 14816 485 0,'0'0'1508'0,"0"0"-1116"0,0 0-186 0,0 0 69 0,0 0-142 0,110-116-78 15,-81 70-27-15,0-6-14 16,-5-4-7-16,0 0-1 15,-6 2-4-15,-7 9 34 16,-3 13 72-16,-6 14 5 16,-2 14-45-16,0 4-62 15,0 18-6-15,-8 22 0 0,0 15 5 16,1 11-4-16,1 6 3 16,4 8-4-1,-1-4-54-15,3 21-103 16,0-21-350-16,5-18-317 0</inkml:trace>
  <inkml:trace contextRef="#ctx0" brushRef="#br1" timeOffset="-80750.72">10316 14614 1490 0,'0'0'888'0,"0"0"-585"0,0 0-61 0,0 0-100 0,0 0-61 0,0 0-21 15,0 0-9-15,162 0-27 0,-106 0-18 16,0 0-6-1,-8 0-60-15,-5 0-138 0,-16 6-402 16,-14 2-511-16</inkml:trace>
  <inkml:trace contextRef="#ctx0" brushRef="#br1" timeOffset="-80584.97">10382 14841 1458 0,'0'0'993'16,"0"0"-637"-16,0 0-124 15,0 0-51-15,0 0-115 16,143-25-45-16,-90 21-21 16,-2 3-7-16,-1 1-86 15,6 0-235-15,-14 1-421 16,-11 7-1261-16</inkml:trace>
  <inkml:trace contextRef="#ctx0" brushRef="#br1" timeOffset="-79672.79">11635 14618 1534 0,'0'0'828'0,"0"0"-456"0,0 0-77 0,0 0-132 0,0 0-54 0,0 0-34 0,-16-106-27 15,27 70-24 1,11 0-14-16,7 4-10 16,0 7 0-16,-2 11-1 15,-7 14-8-15,-7 0-9 16,-9 28-15-16,-4 20 25 15,-10 13-4-15,-30 11 12 16,-14 8 0-16,-8 1 1 16,-5-5 0-16,0-12-1 15,9-12 0-15,9-16 0 16,9-14-6-16,9-16-10 16,11-6-8-16,11-10 5 0,9-20-32 15,0-10-32-15,19-2 8 16,10 6 24-16,3 10 35 15,-1 13 7-15,-2 13-6 16,0 3 15-16,2 25 30 16,2 0 13-16,10 2 10 15,11-2 7-15,13-8 0 16,10-6-18-16,12-12-26 16,5-2-16-16,24-6-49 15,-20-16-107-15,-22 0-522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8T00:14:59.2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135 96 4721,'0'0'10006,"9"-12"-9200,28-38-130,-25 27 83,-12 12 6117,-21 23-6723,8 1-159,1 0 1,0 1-1,0 0 0,2 1 1,-17 30-1,13-17-11,1 1 0,-14 46 0,19-40 29,2-1 0,1 1 0,0 67 0,0-16 84,2 95-21,4-118 10,-1-45-78,1 0 1,2 0-1,-1-1 1,11 33 0,30 63 65,-29-81-36,-4-4-38,-2 1 0,0 0 0,3 33 0,7 29 102,-13-70-107,1 0 0,1 0 0,0-1 0,20 37 0,-11-44 221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8T00:15:01.0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50 1688,'0'0'11931,"-2"-5"-10766,0-1-998,1 1 594,0 1 0,0 0 0,0 0 0,-1 1 0,0-1 0,1 0 0,-1 0 1,-3-3-1,25 26-559,-1 1 1,-1 0-1,-1 2 1,-1 0-1,-1 0 1,14 29-1,37 128 41,-52-136-259,2 8 42,-4 0 1,-1 1-1,-2 0 1,1 67-1,-9-103-26,12 369 88,-13-206-4,-1-174-345,-1-5-523,-1-11-2345,0-7-2587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9-28T00:15:45.05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15643 2382 575 0,'0'0'768'0,"0"0"-541"15,0 0-143-15,0 0 61 0,0 0-12 0,0 0-133 0,0-6-32 0,2 6 32 0,-2 0 83 0,2 0 120 0,-2 0-33 16,0 0-10-16,0 0-47 15,0 0 25-15,0 0-26 16,0-2-26-16,0 2-6 16,0-2-40-16,0 2-7 15,0 0-2-15,2 0-19 16,-2 0 15-16,5 0-26 16,4 0 20-16,11 0-10 15,9 8 8-15,16-2 4 0,8 0-4 16,9-6-19-1,0 0-1-15,1 0-57 0,4-8-53 16,-16 0-193-16,-18 2-386 0</inkml:trace>
  <inkml:trace contextRef="#ctx0" brushRef="#br0" timeOffset="235.09">15689 2596 1913 0,'0'0'897'16,"0"0"-675"-16,0 0-68 16,0 0-69-16,0 0-12 15,0 0-41-15,0 0-25 16,123-14 7-16,-72 9-14 15,1 1-70-15,12 4-47 16,-12 0-266-16,-10 0-567 0</inkml:trace>
  <inkml:trace contextRef="#ctx0" brushRef="#br0" timeOffset="1735.51">16641 2693 1335 0,'0'0'1048'0,"0"0"-591"15,0 0-301-15,0 0-20 0,0 0-70 0,0 0 0 16,0 0-3-16,35-54-41 16,2 18 15-16,7-8-23 15,9-13-14-15,10-5 0 16,-1-10-14-16,1-7-8 15,-8-4 22-15,1-18-36 0,-14 9 21 16,-6-2-18-16,-7-1-25 16,-13 22 34-16,-5 0 3 15,-5 17 15-15,-6 18 5 16,0 18 1-16,0 14-10 16,-15 6 7-16,-12 10-17 15,-6 26 19 1,-4 16 1-16,-2 32 5 0,-1 31 4 15,11-7 0-15,8-10 22 16,13-14-31-16,8-22 17 16,0 2-13-16,8 1 7 15,17-15-22-15,8-16-2 0,5-12-10 16,5-14 23-16,1-8-23 16,-1-2-25-16,-3-24-32 15,-5-8-58-15,-6-4 39 16,-8-6 56-16,-4 2 43 15,-7 6 20-15,-4 7 54 16,-2 10 35-16,-4 12 0 16,0 7-53-16,0 3-52 15,0 20-4-15,-2 12 0 16,-4 1 16-16,-2 1-16 16,2 0-6-16,4-7-18 15,2-4-124-15,0-12-222 16,0-6-328-16,4-8-1091 15</inkml:trace>
  <inkml:trace contextRef="#ctx0" brushRef="#br0" timeOffset="2164.11">17538 2244 1558 0,'0'0'336'0,"0"0"-203"0,0 0 60 0,-15 120 1 16,7-82-40-16,0-2-21 0,2-8-11 15,4-4-53-15,-1-10-33 16,3-6-36-16,0-8 27 31,0 0 2-31,9-11 26 0,11-18-31 0,7-7-24 16,7-6-18-16,-1 4-10 16,0 8-4-16,-4 10 32 15,-6 16-6-15,-8 4 6 16,-8 16 7-16,-7 14 7 15,0 6 22-15,0 0-2 16,-3-6-16-16,-1-6-4 16,2-12-13-16,2-8-1 0,0-4 26 15,14-8-25 1,15-20-1-16,8-6-6 0,8-6 5 16,2 2-10-16,-3 3 20 15,-3 10-9-15,-8 13 11 16,-6 12-5-16,-10 0 1 15,-3 24-7-15,-7 12 1 16,-7 6-2-16,0 6-8 16,-5 12-53-16,-13-12-277 15,0-12-563-15</inkml:trace>
  <inkml:trace contextRef="#ctx0" brushRef="#br0" timeOffset="3024.79">16946 2956 1437 0,'0'0'532'0,"0"0"-288"0,0 0 24 0,0 0-27 0,0 0-72 31,0 0-87-31,0 0-6 16,-2-51-47-16,14 44-4 16,0 4-25-16,1 3 0 0,1 0 0 15,-5 21-14-15,-3 8 14 16,-6 11 27-16,0 9-21 16,-2 1 12-16,-13 0-7 15,-1-6-5-15,3-8 12 16,1-12-18-16,8-8-1 15,2-10 1-15,2-6 1 16,0-2 8-16,4-26-9 16,17-12-66-16,1-12-41 15,3-6-83-15,-4 2 11 16,-4 12 99-16,-9 13 80 16,-6 16 126-16,-2 15 12 15,0 0-130-15,-15 29 5 16,-3 7 10-16,1 9 36 15,7 1 10-15,8-2-22 0,2-6-7 16,6-6-31 0,23-8-9-16,10-10-6 0,3-8-86 15,14-6-176-15,-10-10-283 16,-10-8-468-16</inkml:trace>
  <inkml:trace contextRef="#ctx0" brushRef="#br0" timeOffset="3201.7">17245 3039 1940 0,'0'0'605'0,"0"0"-435"0,0 0-45 16,0 0-99-16,0 0 5 0,0 0-21 16,0 0-8-16,141-9-2 15,-104 9-15-15,1 0-136 16,6 0-172-16,-5 0-313 15,-12-2-952-15</inkml:trace>
  <inkml:trace contextRef="#ctx0" brushRef="#br0" timeOffset="3432.1">17596 2865 1832 0,'0'0'715'0,"0"0"-427"15,0 0-122-15,0 0-130 16,0 0-23-16,0 0-13 15,0 0-5-15,72 38 5 16,-59-3 8-16,-8 2-7 16,-5 5-1-16,0 3 8 15,-22-5-7-15,-12 0 7 16,-4-4-8-16,-2-6-31 16,3-12-195-16,10-6-402 15,15-12-720-15</inkml:trace>
  <inkml:trace contextRef="#ctx0" brushRef="#br0" timeOffset="3651.49">17855 2998 2129 0,'0'0'633'0,"0"0"-560"16,0 0-67-16,0 0 12 16,0 0-18-16,138-23-5 15,-107 23-7-15,7-4-150 16,-9 3-162-16,-9-3-520 0</inkml:trace>
  <inkml:trace contextRef="#ctx0" brushRef="#br0" timeOffset="3823.58">18045 2889 924 0,'0'0'1043'0,"0"0"-836"15,0 0-118-15,0 0 54 16,-50 103-67-16,40-67-42 16,3 2-7-16,3 0-18 15,4 0-9-15,2-6-103 16,13-8-231-16,5-12-342 0</inkml:trace>
  <inkml:trace contextRef="#ctx0" brushRef="#br0" timeOffset="4231.24">18283 2919 1273 0,'0'0'353'16,"0"0"-194"-16,0 0 40 15,0 0 75-15,0 0-44 16,-29 119-64-16,27-83-24 16,2-4-39-16,0-4-54 15,0-6-16-15,0-8-13 16,9-6 2-16,-1-8 9 16,6 0-11-16,1-6 5 15,4-16-25-15,2-8-31 0,8-4-3 16,6-4-26-16,2 2 1 15,3 8 25-15,2 7 34 16,1 14 26-16,-3 7 23 16,-5 0-23-16,-6 15-4 15,-8 10-1-15,-13 3 15 16,-8-2 3-16,0 0-24 16,-17-6 3-16,-14-4 7 15,-12-8-16-15,-3-8 21 16,-8 0-15-16,0-4-13 15,4-12-2-15,0-2-33 0,5-2-95 16,12 4-255-16,13 2-458 16</inkml:trace>
  <inkml:trace contextRef="#ctx0" brushRef="#br0" timeOffset="5767.79">20335 1516 1662 0,'0'0'613'0,"0"0"-349"0,0 0-33 0,0 0-82 16,0 0-41-16,0 0-32 15,0 0 2-15,7-49-30 0,-7 58-48 16,0 17 0-16,0 14 8 16,-12 8 11-16,2 10-1 15,-2 0-17-15,5-4-1 16,3-9-12-16,4-12-15 16,0-15 3-16,0-10-66 15,13-8 8-15,7-5-75 16,3-23-80-16,0-11-50 15,-2-7 8-15,0-2-42 16,-3 0 162-16,-3 8 159 16,-2 8 217-16,-4 10 110 15,-4 10 44-15,-5 10-44 16,0 2-205-16,0 4-95 16,0 18 0-16,-2 10 7 0,-5 10 19 15,0 2-20-15,5 4-17 16,-1-2-7-16,3-3-9 15,0-10-28-15,0-8-16 16,0-10-111-16,-6-15-170 16,-1 0-216-16,-4-9-254 0</inkml:trace>
  <inkml:trace contextRef="#ctx0" brushRef="#br0" timeOffset="5909.49">20097 1459 2293 0,'0'0'623'0,"0"0"-497"0,0 0-80 0,144-33-12 0,-77 24-14 16,5 5-13-16,3 4-7 15,-3 0-46-15,12 14-229 16,-17 7-422-16,-13 1-857 0</inkml:trace>
  <inkml:trace contextRef="#ctx0" brushRef="#br0" timeOffset="6145.54">21064 1780 1330 0,'0'0'1128'15,"0"0"-630"-15,0 0-336 16,0 0-53-16,0 0-60 15,0 0-48-15,143-22 4 16,-86 15-5-16,5 0-6 16,0 1-40-16,10 1-186 0,-14-2-466 15,-13 3-1403-15</inkml:trace>
  <inkml:trace contextRef="#ctx0" brushRef="#br0" timeOffset="7151.57">22285 1508 1401 0,'0'0'561'0,"0"0"-291"0,0 0 73 0,0 0-49 0,0 0-115 15,0 0-74-15,0 0-18 16,0-12-53-16,0 12-16 0,0-2-12 16,0-3-6-1,0 4-37-15,0-3-64 16,0 0-368-16,0 2-321 0</inkml:trace>
  <inkml:trace contextRef="#ctx0" brushRef="#br0" timeOffset="7559.01">22285 1508 836 0,'84'-41'1124'0,"-84"41"-844"15,0 0-55-15,-4-4-26 16,-5-6-24-16,3-2-59 16,1-3-54-16,5-6-21 15,0-3-23-15,7 1-18 16,8 0-9-16,5 3-13 15,-5 6 22-15,-3 8-6 16,-8 6-3-16,-4 10-34 16,0 22 2-16,-26 16 41 15,-16 8 6-15,-12 6-6 0,-6-1 1 16,-1-13 9-16,6-12-9 16,8-14-1-16,10-16 0 15,8-6-36-15,8-8 6 16,10-16 6-16,11-2-4 15,0-2 11-15,15 6 17 16,17 6-1-16,7 10-9 0,9 6 9 16,0 2 1-1,6 20-13-15,0 4-1 0,-1 0-111 16,23-4-156 0,-12-6-239-16,-8-8-296 0</inkml:trace>
  <inkml:trace contextRef="#ctx0" brushRef="#br0" timeOffset="7746.88">22772 1281 1435 0,'0'0'728'16,"0"0"-510"-16,0 0-199 16,0 0 17-16,0 0-2 15,-13 102 80-15,5-44 4 0,3 11-6 16,2 1-55-16,3 2-35 15,0-4-22-15,0-5-55 16,12-12-100-16,5-18-89 16,-1-17-227-16,-7-14-865 0</inkml:trace>
  <inkml:trace contextRef="#ctx0" brushRef="#br0" timeOffset="8424.34">22585 1564 1881 0,'0'0'312'0,"0"0"-224"0,150-18-63 16,-76 10-13-1,3 2-4-15,-1 2 0 16,-9 4 41-16,-13 0-30 0,-21 2 3 16,-18 16 15-16,-13 6 44 15,-2 8 38-15,-17 4 61 16,-8 4-57-16,-1-2-60 15,3-5-48-15,8-10-14 16,5-9 12-16,10-8-7 16,0-6-6-16,0 0-10 0,14-18-51 15,3-7-147 1,6-10-20-16,-3-1-49 16,-2 4 109-16,-4 6 168 0,-6 12 137 15,-3 10 124-15,-5 4-114 16,0 2-96-16,0 18 21 15,4 4 42-15,5 2-27 16,7-2-34-16,4-2-22 16,9-6-16-1,0-10 0-15,4-6 3 16,1 0-18-16,-3-14-12 0,-2-8 1 0,-4-2-28 16,-4-2-8-16,-3 2 6 15,-5 6 41-15,-3 6 6 16,-6 8 44-16,-4 4-23 15,0 2-20-15,0 20 5 16,-12 4 28-16,2 2-5 16,1-6-13-16,5-4-8 15,2-10-6-15,2-6-7 16,0-2 9-16,21 0-10 16,10-12-14-16,8-2-17 15,5 2 1-15,0 2 6 16,-1 4 3-16,-3 6 20 0,-7 0 0 15,-4 6-7-15,-8 12 8 16,-6 2-1-16,-3 2-18 16,-6-4 1-16,-4-6-94 15,-2-6-52-15,0-6-70 16,-14-14-157 0,-1-6-1007-16</inkml:trace>
  <inkml:trace contextRef="#ctx0" brushRef="#br0" timeOffset="8580.44">23395 1293 2112 0,'0'0'839'0,"0"0"-600"0,0 0-146 0,0 0-51 0,0 0-40 16,117-62-2-16,-79 60 0 15,21 2-84-15,-11 10-197 16,-5 6-647-16</inkml:trace>
  <inkml:trace contextRef="#ctx0" brushRef="#br0" timeOffset="8799.52">24007 1355 1780 0,'0'0'601'0,"0"0"-475"16,0 0-63-16,24-148-24 15,-24 96-19-15,0 2 65 0,0 5 17 16,0 9-4-16,0 10 12 15,0 14-13-15,0 10-3 16,0 2-94-16,0 21 5 16,0 15-11-1,0 11 6-15,0 10-23 0,0 7-47 16,0 18-195-16,0-14-278 16,0-14-581-16</inkml:trace>
  <inkml:trace contextRef="#ctx0" brushRef="#br0" timeOffset="9222.24">24181 1542 622 0,'0'0'1581'16,"0"0"-1070"-16,0 0-360 15,0 0-30-15,0 0-37 16,0 0-72-16,0 0 3 16,68-22-15-16,-54 44 7 15,-7 6 6-15,-3 0-12 16,-4 0 11-16,0-4-10 16,0-6 4-16,0-6-8 15,0-6 3-15,0-6-1 0,0 0 29 16,0-6-29-1,0-18-8-15,14-6-80 0,1-6-126 16,3 0-87-16,-5 3 80 16,-4 14 221-16,-4 13 0 15,-5 6 65-15,0 12-34 16,0 19 15-16,-5 8 5 16,1 3 35-16,4 2 20 15,2-2-8-15,25-4-20 16,10-6-53-16,13-6-25 15,16-12-77-15,-10-6-190 16,-12-5-493-16</inkml:trace>
  <inkml:trace contextRef="#ctx0" brushRef="#br0" timeOffset="11292.16">19967 2234 700 0,'0'0'1063'0,"0"0"-686"0,0 0-111 0,0 0-135 0,0 0 28 0,0 0 2 16,0 0-28-16,12-36-80 15,-1 32-18-15,5-1-17 16,3 4-17-16,6-3 5 16,6 0-6-16,7 1 0 15,5 2 2-15,3-4-1 16,8 3-1-16,-1-1 0 16,2 0 0-16,5-1 1 15,1 0-1-15,-1 0-9 16,0 2 8-16,-2-2-27 15,0 3 10-15,-4-2-3 16,-3-1-13-16,-2 2 33 16,-2 0-1-16,-3 2 2 15,-2-2-6-15,-1 2 5 16,-1 0 0-16,0 0 1 0,-3 0-9 16,0 0 9-16,-2 0 8 15,-1 0-8-15,-1 0 0 16,2 4 0-16,1-2 1 15,-1-2-7-15,6 0 19 16,-1 0-13-16,2 0 0 16,3 0 0-16,1 0-1 15,4 0-4-15,1 0 5 16,2 0 0-16,-1 0 0 16,1 0 0-16,-2 0 0 15,1 0 0-15,-3 0-1 16,0 0 1-16,-4 2-1 15,-1 3 1-15,1-1-15 0,-3 1 14 16,0-1-17 0,3 2 3-16,1 0 9 0,1-2-6 15,5 3 10-15,-1-3 1 16,2 0-6-16,5-1 6 16,0 0-5-16,3 1 6 15,3 0 0-15,1-3 0 16,3 2-15-16,1-2-6 15,1 1 11-15,-1 1 9 16,-2-2-1-16,-3 3 2 16,-1 0 15-16,-3 1-15 15,-4-1 0-15,-3 0 0 0,-2 1 0 16,-2 0 0-16,0-3 5 16,-2 1-5-16,-1 0 0 15,-3-2 0-15,-1 2 14 16,-1-2-14-16,-1 2 1 15,0-3 5-15,-3 0-6 16,4 0 0-16,-1 0 7 16,2 0-6-16,5 0-1 15,2 0 1-15,2-3 6 16,3-2-1-16,2 1-6 16,0 0 1-16,-1-2 5 15,-2 2-6-15,-1 0 0 16,-6 0 1-16,1 2 6 0,-7-1 4 15,-2 2-11-15,-7-2 18 16,-8 2 9-16,-7-2-16 16,-10 2-11-16,-6-2-9 15,-4-4-163-15,-19 0-172 16,-6 0-720-16</inkml:trace>
  <inkml:trace contextRef="#ctx0" brushRef="#br0" timeOffset="12422.22">22192 2761 1239 0,'0'0'527'0,"0"0"-386"0,0 0 30 0,0 0 30 0,0 0 9 15,0 0 1-15,0 0-12 16,0 0-52-16,2 0-40 15,11-14-68-15,3-4-21 16,1-6-17-16,1-2 0 0,-1-4-1 16,2-2-17-16,-6-1-16 15,-2 1 15-15,-4 3 0 16,-3 4 18-16,-2 7 0 16,-2 6 11-16,0 4 25 15,0 6-34-15,0 2 10 16,0 0-5-16,0 0-5 15,0 0-4-15,0 6-16 16,-2 16 12-16,-4 12-4 16,-3 6 10-16,-1 9 0 15,-2 3 0-15,-2 2 0 16,1-2-31-16,0-4-119 16,-1 4-134-16,5-14-239 15,5-12-382-15</inkml:trace>
  <inkml:trace contextRef="#ctx0" brushRef="#br0" timeOffset="12956.38">21641 3066 950 0,'0'0'958'0,"0"0"-613"0,0 0-91 15,0 0 7-15,0 0-94 0,0 0-43 16,0 0-57-16,42-10-53 16,-7 4-1-16,15 4-12 15,12 2-1 1,16 0 1-16,11 0-1 15,12 0 0-15,22 0 0 0,-15 2 6 16,6 2-3-16,-5-1-3 16,-16-3 0-16,10 0-1 15,-11 0-3-15,-13 0 4 16,-14-3 0-16,-13-5-12 16,-17 1-7-16,-12 2-68 15,-15 1-83-15,-8 4-71 0,-11-2-267 16,-13 2-320-16</inkml:trace>
  <inkml:trace contextRef="#ctx0" brushRef="#br0" timeOffset="13903.29">21764 3734 335 0,'0'0'1356'0,"0"0"-982"0,0 0-104 0,0 0-62 0,0 0-62 0,0 0-4 0,124-117-48 16,-82 73-40-16,3-6-39 16,-3-2-6-16,-2-2-8 15,-6 1 4-15,-10 2 6 16,-6 4-10-16,-9 9 31 16,-9 8 14-16,0 10-11 0,0 10-2 15,-16 10-29-15,-6 0-4 16,-4 10-1-16,-3 20-23 15,4 10 24-15,2 8-1 16,10 5 2-16,7 3-1 16,6-2 2-16,0-4-1 15,8-8 2-15,15-6-3 16,4-12-8-16,2-8 7 16,2-10-10-16,0-6 9 15,0 0-14-15,1-18-4 16,-1-10-17-16,-4-6-5 15,-1-4 8-15,-6 0 14 16,-2 4 4-16,-5 8 16 16,-6 9 46-16,-5 9-10 15,-2 8-36-15,0 0-6 0,0 19-6 16,0 11 12-16,0 2 2 16,-5 4 11-16,3-6-7 15,0-6-6-15,2-8 19 16,0-8-19-16,0-8 0 15,0 0-1-15,7-6-14 16,11-16-42-16,1-8-127 16,8-4 56-16,4 0 58 15,1 5 48-15,-3 8 22 16,-3 10 27-16,-5 11 16 16,-8 0 0-16,-4 23-16 15,-6 7 41-15,-3 8 3 0,0 2-27 16,0-2-21-16,0-4-23 15,0-8-49-15,0-12-141 16,0-9-362-16,0-5-656 16</inkml:trace>
  <inkml:trace contextRef="#ctx0" brushRef="#br0" timeOffset="14256.65">22746 3338 1551 0,'0'0'367'0,"0"0"-260"0,0 0-21 16,0 0-22-16,0 0 100 0,0 0 17 15,0 0-49-15,2 105 5 16,-2-65-41-16,-5-2-47 16,-1-4-29-16,-1-6 5 15,3-8-24-15,0-8 13 16,4-8-13-16,0-4 23 15,0 0 23-15,2-20-21 16,13-12-26-16,7-8-60 16,5-6-46-16,-2 0-49 15,-3 7 70-15,-6 12 85 16,-10 13 53-16,-4 14 60 16,-2 0-113-16,0 26 0 15,-2 10 21-15,0 10 44 0,2 4 3 16,0 2-29-16,29-2-13 31,13-6-26-31,14-8-3 0,27-10-82 0,-12-9-216 16,-9-12-425-16</inkml:trace>
  <inkml:trace contextRef="#ctx0" brushRef="#br0" timeOffset="21871.29">2194 5382 967 0,'0'0'709'0,"0"0"-474"0,0 0-61 0,0 0 37 0,0 0-3 15,0 0-12-15,-20-10 0 16,20 10-35-16,0-2-72 15,0 2-4-15,0 0-19 16,0 0-5-16,0 0-19 16,0 0-42-16,0 0 0 15,13 0 0-15,14 0 0 16,9 8 8-16,11-2-7 16,6-4-1-16,5-2-1 15,0 0-58-15,-2 0-42 16,-5-2-63-16,-9 2-361 0,-13 0-37 15,-18 0-617-15</inkml:trace>
  <inkml:trace contextRef="#ctx0" brushRef="#br0" timeOffset="22012.27">2198 5578 1446 0,'0'0'962'0,"0"0"-618"15,0 0-145-15,0 0-92 0,0 0-32 16,0 0-63 0,145-19 18-16,-97 19-30 0,0 1-21 15,21 16-127-15,-11-3-422 16,-7-5-671-16</inkml:trace>
  <inkml:trace contextRef="#ctx0" brushRef="#br0" timeOffset="22904.01">3324 5739 1840 0,'0'0'389'0,"0"0"-135"0,0 0 52 0,0 0-110 0,0 0-55 16,0 0-110-1,0 0-8-15,127-147-16 0,-85 89 4 16,-2-6-22-16,-2-4 5 16,-2-2-3-16,-5-5 2 15,-6-1-13-15,-5 2 20 16,-9 6-6-16,-7 8 12 15,-4 16 1-15,0 14-6 16,0 16-1-16,-15 14 5 16,-5 0-5-16,-5 30-8 15,0 18 8-15,1 18 0 16,2 30 28-16,4-3-7 16,9 3-8-16,7-2 20 0,2-20-33 15,4 0 9-15,21-16-9 16,4-18-1-16,6-18-5 15,5-13-19-15,1-9 4 16,-3-12-11-16,-3-18-62 16,-8-9-50-16,-12-3-24 15,-3 0 71-15,-10 6 94 16,-2 10 3-16,0 10 155 16,0 12 21-16,0 4-109 15,0 8-46-15,-4 18 5 16,-2 4-10-16,4 3-4 15,2-1-12-15,0-5-1 16,0-4-18-16,6-15-153 16,2-7-215-16,1-1-341 0</inkml:trace>
  <inkml:trace contextRef="#ctx0" brushRef="#br0" timeOffset="23328.29">3985 5412 1633 0,'0'0'369'0,"0"0"-205"0,0 0-6 0,0 134-11 16,0-94 3-16,0-6 38 15,0-5-64-15,0-11-73 16,0-6-27-16,0-9-10 0,0-3-8 16,0-3 20-1,14-23-26-15,5-9-68 16,6-2-7-16,4-3-46 0,-2 7 30 15,0 11 60-15,-7 18 31 16,-7 4 29-16,-4 18 16 16,-7 16 63-16,-2 6-17 15,0 3-27-15,0-7 5 16,0-10-23-16,0-8-45 16,-2-8 17-16,2-10-18 15,0 0 25-15,2-18-25 0,18-17-21 16,12-5-54-1,7-6-41-15,9 0-28 0,5 6 65 16,0 10 58-16,-3 10 21 16,-11 16 108-16,-7 4-47 15,-10 18-9-15,-9 18-37 16,-8 8-14-16,-5 4-1 16,0 2-6-16,-11 3-189 15,-7-13-398-15,2-14-1263 0</inkml:trace>
  <inkml:trace contextRef="#ctx0" brushRef="#br0" timeOffset="24128.2">3500 6124 1264 0,'0'0'656'0,"0"0"-383"0,0 0-2 0,0 0-105 16,0 0-49-16,0 0-40 15,0 0-1-15,46-77-37 16,-25 77-33-16,-4 21 3 16,-5 17-3-16,-8 8 17 15,-4 8 14-15,0 4-1 16,-16-6 15-16,-1-5-30 16,3-11-8-16,3-13-2 0,7-9-11 15,4-11 1-15,0-3 26 16,0-12-15-16,8-20-12 15,9-13-42-15,-2-7-24 16,1-2-33-16,-3 2-43 16,-7 10 81-16,-2 14 61 15,-4 14 79-15,0 14 15 16,0 0-78-16,-8 28 2 16,-1 8 27-16,5 4-11 15,4 2 4-15,0-4 1 16,11-6-29-16,13-4-5 0,5-6-5 15,3-7-69 1,14-12-175-16,-10-3-256 16,-5 0-419-16</inkml:trace>
  <inkml:trace contextRef="#ctx0" brushRef="#br0" timeOffset="24299.98">3800 6206 1883 0,'0'0'533'0,"0"0"-417"16,0 0-34-16,0 0-11 16,0 0-17-16,118-20-32 0,-77 20-19 15,-1 0-3 1,-4 0-112-16,1 0-146 0,-10 2-279 16,-9-2-478-16</inkml:trace>
  <inkml:trace contextRef="#ctx0" brushRef="#br0" timeOffset="24487.87">4076 6096 1099 0,'0'0'933'0,"0"0"-556"15,0 0-150-15,0 0-107 16,0 0-47-16,0 0-19 16,0 0 11-16,92 32-24 15,-78-2-17 1,-6 2-14-16,-5 4-10 0,-3-2 1 15,-9 0-1-15,-16-6 0 0,1-4-72 16,-1-11-204-16,8-8-316 16,8-5-420-16</inkml:trace>
  <inkml:trace contextRef="#ctx0" brushRef="#br0" timeOffset="24675.59">4290 6258 861 0,'0'0'1133'0,"0"0"-877"16,0 0-182-16,0 0-9 16,0 0 21-16,0 0-17 0,0 0-20 15,114-6-34 1,-85 4-15-16,5-2-87 0,-10-2-184 16,-4 0-274-16</inkml:trace>
  <inkml:trace contextRef="#ctx0" brushRef="#br0" timeOffset="24864.42">4487 6086 1913 0,'0'0'235'16,"0"0"-125"-16,0 0 34 16,0 0-31-16,-43 136 4 0,43-98 21 15,0-4-56-15,0-1-42 16,4-10-40-16,13-5-63 15,7-14-178-15,-2-4-290 16,-4 0-722-16</inkml:trace>
  <inkml:trace contextRef="#ctx0" brushRef="#br0" timeOffset="25231.85">4672 6112 1478 0,'0'0'318'0,"0"0"-241"15,0 0 89 1,0 0 64-16,0 0-67 0,-4 120 8 16,4-86-34-16,0-2-36 15,4-8-35-15,7-5-48 16,2-10 7-16,1-7 10 16,-1-2-14-16,3-2 7 15,1-20-28-15,3-6-45 16,3-6-67-16,6-6-15 15,2-2 33-15,7 2 36 16,-1 8 37-16,-1 8 21 16,0 11 67-16,-4 13 43 15,-9 0-47-15,-4 4-23 16,-9 13 5-16,-5 1 3 16,-5 0-11-16,0-4 19 15,-15-2 0-15,-10-6-15 16,-8-4-5-16,-5-2-29 0,-2 0-7 15,-16-14-83-15,11-2-210 16,10 4-362-16</inkml:trace>
  <inkml:trace contextRef="#ctx0" brushRef="#br0" timeOffset="29663.73">6875 4886 986 0,'0'0'245'0,"0"0"-116"0,0 0-6 0,0 0-25 15,0 0 25-15,0 0 51 16,-2 0-19-16,0 0 6 15,0 0-40-15,-1 0-2 16,3-1-20-16,-2-2-5 16,2 2 6-16,0-2 7 15,0 3-22-15,0-1-5 16,0 1-24-16,0 0-5 16,0 0 3-16,0 0 0 15,0 0-7-15,0 0-7 0,0 0-20 16,9-3 5-16,18 2-25 15,8-4 0-15,10 1 12 16,6-4-12-16,5-2-26 16,18-2-74-16,-15 2-254 15,-5 2-424-15</inkml:trace>
  <inkml:trace contextRef="#ctx0" brushRef="#br0" timeOffset="30574.73">8796 4221 608 0,'0'0'1140'0,"0"0"-772"0,0 0-53 0,0 0-76 16,0 0-120-16,0 0-59 0,0 0 18 15,0-68-8 1,0 57-16-16,2 0-29 0,7-2-10 15,4 4-15-15,-1 0-13 16,-1 4 13-16,-5 2-1 16,-2 3-11-16,0 0-2 15,-4 0-9-15,0 10 2 16,0 1 7-16,0 0 7 16,-8-3 6-16,-1 1-11 15,1-1-55-15,-2-2-90 16,-1-4-141-16,5 0-215 15,2-2-307-15</inkml:trace>
  <inkml:trace contextRef="#ctx0" brushRef="#br0" timeOffset="30700.32">8796 4221 1099 0</inkml:trace>
  <inkml:trace contextRef="#ctx0" brushRef="#br0" timeOffset="30997.92">8796 4221 1099 0,'5'-6'916'0,"-12"0"-632"0,0-10-23 0,2-4-61 0,3-4-29 16,2-4-67-16,0-5-51 15,2 4-20-15,12 2-10 16,1 7-23-16,1 12-6 16,-3 8 4-16,-2 4-26 0,-5 29 16 15,-6 13-11-15,0 8 23 16,-25 8 7-16,-9-2-1 15,-6-6 16-15,-4-6-13 16,-2-10-8-16,4-11 13 16,5-12-13-16,3-8 7 15,8-7 7-15,5 0-9 16,8-11-3-16,9-7 3 16,4 0-6-16,0 0 0 15,22 4-6-15,12 8 5 16,10 6-5-16,8 0 6 15,2 12-8-15,2 10 4 0,-2 2-34 16,6 7-176-16,-13-10-272 16,-9-5-321-16</inkml:trace>
  <inkml:trace contextRef="#ctx0" brushRef="#br0" timeOffset="31968.62">7951 4823 719 0,'0'0'873'0,"0"0"-566"0,0 0-17 0,0 0-20 16,0 0-59-16,0 0-21 15,0 0-87-15,0 0-15 16,12-21-45-16,1 17-10 16,5-2-17-16,6 2-15 15,7 0-1-15,8 0 1 16,3 4 1-16,4-2 10 16,6 2-11-16,-1 0 7 0,3 0-8 15,-1 0-1 1,0 0 1-16,3 0 0 0,0 0 1 15,-3 0 8-15,3-2-8 16,0-2-1-16,-3 2 11 16,0-2-11-16,-1 2 11 15,-3 0 2-15,0 0-5 16,0 2-8-16,-3-2 4 16,2 2-4-16,-4-2 13 15,1 0-12-15,-5-2 6 16,-1 0 9-16,0 2-4 15,-3-2 14-15,-1 2-19 16,-2 0-1-16,-1-2-4 16,-3 2-1-16,-3 0-1 15,-1 0 7-15,-3-2-7 0,-2 2 0 16,-4-2-9-16,-3 2-7 16,-6 2 2-16,-3 0-40 15,-4 0-73-15,0 0-350 16,-2 0-136-16,-9 0-789 0</inkml:trace>
  <inkml:trace contextRef="#ctx0" brushRef="#br0" timeOffset="32768.51">8080 5316 1590 0,'0'0'606'0,"0"0"-333"0,0 0 53 0,0 0-111 0,0 0-103 16,0 0-47 0,0 0-49-1,79-38-8-15,-44 16-5 0,3 0-3 16,1-3-2-16,-6 0-20 0,0 0-13 15,-6 1 8-15,-5 0-19 16,-4 6 22-16,-7 2 23 16,-7 6 1-16,-2 4 6 15,-2 2 13 1,0 4-2-16,0 0-17 0,0 0-5 16,0 10-10-16,-6 14 15 15,-5 8 12-15,2 11 17 16,-3 0-19-16,2 4-8 15,3-1-2-15,0-6-5 16,2-4-3-16,5-8-52 0,0-12-234 16,17-6-294-1,0-10-469-15</inkml:trace>
  <inkml:trace contextRef="#ctx0" brushRef="#br0" timeOffset="32956.6">8464 5220 1850 0,'0'0'559'16,"0"0"-422"-16,0 0-11 15,0 0-23-15,0 0-4 0,0 0-35 32,145-25-36-32,-103 25-13 0,-2 0-15 15,1 0-98 1,-8 0-116-16,-7 0-49 0,-3-2-44 15,-10-4-210-15,-6-2-236 0</inkml:trace>
  <inkml:trace contextRef="#ctx0" brushRef="#br0" timeOffset="33129.67">8763 5085 32 0,'0'0'1570'16,"0"0"-1050"-16,0 0-325 0,0 0-62 15,0 0-30-15,0 0-10 16,0 0 7-16,-62 88-28 15,50-48-20-15,3 3-21 16,5 1-29-16,2-4-2 0,2-2-106 16,4-10-186-16,11-12-310 15</inkml:trace>
  <inkml:trace contextRef="#ctx0" brushRef="#br0" timeOffset="33582.94">8976 5087 1785 0,'0'0'295'0,"0"0"-163"16,0 0 63-16,0 0 19 0,0 0-41 16,0 0-75-16,0 0-30 15,70 30-25-15,-59 2-16 16,-3 4 7-16,-6 3-19 15,0-3 14-15,-2-4-4 16,0-6-23-16,0-8 5 16,0-6 4-16,0-6-10 15,0-6 15-15,0 0-15 16,0 0 30-16,0-20-31 16,4-10-39-16,6-7-18 15,1-3-55-15,3 4-67 16,-3 6 110-16,-7 10 69 15,-2 12 51-15,-2 8 20 0,0 0-70 16,-6 20 26 0,-7 6 29-16,3 6-7 0,6 2 21 15,4-1-17-15,0-5-25 16,4-5-3-16,19-6-25 16,4-5-9-16,2-6-30 15,11-6-161-15,-9 0-146 16,-7-6-390-16</inkml:trace>
  <inkml:trace contextRef="#ctx0" brushRef="#br0" timeOffset="34194.47">9395 4971 899 0,'0'0'713'0,"0"0"-469"0,0 0-48 0,0 0-22 15,0 0-8-15,0 0-25 16,0 0 12-16,0-21-35 0,0 12-69 16,2-3-3-16,12 1 5 15,4 2-33-15,2 3 8 16,-1 6-20-16,0 0 1 16,-3 0-7-16,-10 20-14 15,-6 4 14-15,0 6 1 16,-16 2 14-16,-9-2 31 15,2-2-17-15,2-8 4 16,8-6-24-16,8-4 0 16,5-6-5-16,0-4 7 15,23 2-1-15,8-2 7 16,4 0-17-16,6 0-36 16,14 0-129-16,-10 0-374 15,-7 0-1058-15</inkml:trace>
  <inkml:trace contextRef="#ctx0" brushRef="#br0" timeOffset="36326.58">5630 5789 1536 0,'0'0'383'0,"0"0"-232"0,0 0 17 0,0 0-26 0,0 0-61 15,0 0 10-15,0 0-9 16,23-22-64-16,-6 18 7 16,3 0-4-16,5 0-11 15,-1 2 5-15,3 2-9 16,4 0-6-16,2-2 0 16,6 2 2-16,3 0-10 15,7-2 16-15,2 0-8 16,5-2 19-16,2 0-8 0,2 0 18 15,0-2-18 1,2 0-10-16,-1 0-2 0,-3 2 2 16,0 0-1-16,-6 2 8 15,0-1-7-15,-4 2 5 16,2-3-4-16,-1 2 13 16,2-4 9-16,-2 1-24 15,3 0 0-15,-2-3 9 16,-2 2-9-16,-2 2 0 15,-3 0 0-15,-3 2 0 16,-5 2-1-16,1-3-1 16,-3 3 2-16,0-1 5 15,2-2-4-15,0-1 4 16,1 3-5-16,-3-3 0 16,3 2 6-16,-1-2-6 0,-2 1 0 15,4 2-3-15,-4-2 9 16,1 3-3-16,-1 0-3 15,0 0 0-15,1 0 1 16,-1 0-1-16,2 0 0 16,5-1 4-16,3 1 2 15,3-4 1-15,10-1-7 16,2 1 13-16,7-1 2 16,4-2-13-16,3 4 8 15,1-1-4-15,3 1 2 16,2 2-10-16,-2 1 2 15,1 0 0-15,2 0-1 16,-4 0-4-16,1 0 5 0,-5 5-1 16,-2 3 2-16,-2 1-2 15,-3-2-4-15,-1 1 5 16,1 0 1-16,2 1 7 16,-2-5-8-16,3 0 0 15,0 0 4-15,1-4-11 16,2 0 5-16,1 0 2 15,-2 0 15-15,0 0-7 16,1 0-9-16,-1 0 1 16,2 0-1-16,-1 0-1 15,5 0 2-15,0 0 0 16,3 0-6-16,4 0 17 0,5 0-7 16,2 0 7-16,3-3-10 15,4-1-1-15,-1 3 0 16,6-2 0-16,-1 2 14 15,2-2-14-15,2 2 24 16,2-1-18-16,2-2-4 16,0 1 27-16,0-1-18 15,-4 0-11-15,-4 3 17 16,-7-4-8-16,-3 1-9 16,-12 3 0-16,-7-3 0 15,-13 1-1-15,-14 1-1 16,-17 2-43-16,-11 0-197 15,-16 0-506-15</inkml:trace>
  <inkml:trace contextRef="#ctx0" brushRef="#br0" timeOffset="64333.81">6621 7177 1219 0,'0'0'365'0,"0"0"-207"0,0 0-110 0,0 0-48 0,0 0 0 15,0 0 280-15,-8 8 92 16,8-8-74-1,0 0-56-15,0 0-85 0,0 0-18 16,0 0-36 0,0 0-26-16,2 0-32 0,9 0-39 15,7-3 0-15,3 2 1 16,8-5-1-16,5 2-6 0,4-3-12 16,2 2 11-16,2-1-78 15,21-5-84-15,-10 4-320 16,-5 3-536-16</inkml:trace>
  <inkml:trace contextRef="#ctx0" brushRef="#br0" timeOffset="66135.48">7806 7190 1380 0,'0'0'384'0,"0"0"-211"15,0 0-83-15,0 0-3 0,0 0-3 0,0 0-1 16,0 0 25 0,83-22-37-16,-63 21-4 0,-5 1-4 15,4-3-4-15,-4 3 10 16,3-1-20-16,0-2 5 15,2 2 20-15,4-1-32 16,1-2 9-16,0 1-13 16,1-1-19-16,-2 3 12 15,-1-2-10-15,-1 3-1 16,0-2 5-16,-2 2-17 16,3-1 2-16,-4-2 4 15,6 2-13-15,0-3 10 16,0 1-5-16,1 2-5 15,-1-2 3-15,-3 1-4 16,0 2 0-16,1 0-9 0,-4 0 21 16,2 0-27-16,-1 0 15 15,-1 0 0-15,6 0 8 16,0 0-8-16,6 0 0 16,0-2 8-16,5 0-7 15,1-2 14-15,2 3-14 16,-1-2-1-16,-3 3 4 15,3 0-2-15,-5 0-4 16,3 0 2-16,-3 0 0 16,-2 0 13-16,0 0-12 0,0 0 0 15,-2 0 10 1,0 0-5-16,1 0-3 0,-1 0-3 16,-3 0-7-1,3 0 7-15,-2 0 1 0,2 0 0 16,-2 0 2-16,0 0 8 15,-3 0-12-15,0 0 1 16,3 0 0-16,0 0-7 16,0 0 7-16,0 0 0 15,0 0 2-15,-3 0-1 16,0 0-1-16,-1 0 0 16,-1 0 0-16,-2 0-1 15,2 0-3-15,1 0 4 0,-2 0-2 16,2 0 3-1,2 0-1-15,-3 0 5 0,0 0-4 16,0 0-2-16,1 0 1 16,-6 0 0-16,1 0-6 15,-1 0 15-15,-5 0-9 16,1 0 0-16,1-1 0 16,-3-2-2-16,-2 1-4 15,-2 0 6-15,-2 0 0 16,-3 2-8-16,-2-1 6 15,0 1-26-15,0 0-1 16,0-3-41-16,0 2-120 16,0-4-323-16,-11-1-701 0</inkml:trace>
  <inkml:trace contextRef="#ctx0" brushRef="#br0" timeOffset="67191.07">8194 8013 1300 0,'0'0'623'0,"0"0"-491"0,0 0-23 16,0 0-37-16,0 0-48 15,108-123-21-15,-64 75-3 16,0-4 0-16,-1-4-2 0,-5 2-77 15,-7 2 15-15,-9 3 54 16,-9 8 10-16,-3 6 115 16,-10 11 74-16,0 6 37 15,0 9 26-15,-10 2-147 16,-7 7-66-16,-3 0-37 16,-3 8-1-16,1 16 24 15,2 10-24-15,2 11 38 16,7 5-6-16,5 8-9 15,6 4 13-15,0-2-31 16,0-4 8-16,15-8 2 16,5-10-10-16,5-12-1 15,4-9-5-15,0-11-29 0,4-6 7 16,-2-2-38 0,-2-19-5-16,-3-5-5 0,-3-2-9 15,-7-2 45-15,-3 5 34 16,-5 2 0-16,0 9 59 15,-6 10 10-15,-2 4-6 16,0 0-25-16,0 16-37 16,0 10 43-16,0 5 4 15,-4-1-24-15,2-6 6 16,2-5-30-16,0-8 9 0,0-7-9 16,0-4-18-16,0-2 17 15,10-18-15-15,8-6-45 16,0-6 4-16,4-1-19 15,3 5 23-15,-3 4 40 16,0 10 13 0,-1 8 4-16,-4 6 19 0,-1 4-5 15,-3 20 23-15,-1 2-11 16,-4 4-1-16,-1-2-6 16,-5-2-23-16,0-8-21 15,-2-7-160-15,0-5-419 16,0-6-987-16</inkml:trace>
  <inkml:trace contextRef="#ctx0" brushRef="#br0" timeOffset="67693.66">8911 7389 1422 0,'0'0'576'0,"0"0"-394"0,0 0 44 0,0 0-35 0,0 0 26 16,0 0-55-16,0 0-34 16,-2 0-29-16,2 0-49 15,0 0-14-15,0 0-11 16,12 0-24-16,1 0 6 16,5 0-7-16,-5 10-9 15,-2 10 9-15,-6 6-11 16,-5 4 11-16,0 2 1 0,-2 0-1 15,-10-3 12 1,4-9-11-16,3-8-1 0,5-6 15 16,0-6-15-16,13 0 1 15,14 0-1-15,6-13-17 16,7-2-34-16,3-2-60 16,11 2-135-1,-10 4-246-15,-8 4-417 0</inkml:trace>
  <inkml:trace contextRef="#ctx0" brushRef="#br0" timeOffset="68236.48">9235 7740 783 0,'0'0'933'0,"0"0"-630"0,0 0-50 15,0 0-82-15,0 0-42 16,0 0-4-16,0 0-18 16,29-16-23-16,-23 16-51 15,-1 6-5-15,-5 10-11 16,0 8 16-16,0 4 35 0,-5 4-20 15,-7 2-4-15,-5-2 4 16,5-1-29-16,0-5 14 16,5-8-22-16,3-6-11 15,4-9 18 1,0-3-17-16,0 0 7 0,11-9-8 16,7-15-59-16,5-8-17 15,-4-4-62-15,3-4-101 16,-3-3-59-16,-2 9-1 15,-6 10 255-15,-6 14 44 0,-5 10 85 16,0 8 1-16,0 20 95 16,-10 8-71-16,2 3-18 15,6-2-21-15,2-2 38 16,6-7-38-16,23-8-32 16,7-10-19-1,7-6-20-15,17-4-204 0,-14-7-162 16,-6-4-376-16</inkml:trace>
  <inkml:trace contextRef="#ctx0" brushRef="#br0" timeOffset="76234.56">8516 6244 1111 0,'0'0'650'0,"0"0"-451"0,0 0-12 0,0 0 27 0,0 0-48 15,0 0-66 1,8-18-18-16,-3 4-18 0,3-4-18 0,-1-4-16 16,2-2-3-16,-2-2-20 15,-1-6-6-15,1-1 1 16,0-3-2-16,-2 3 0 16,-1 0 15-16,2 3-15 15,-1 6 19-15,-3 4 19 16,2 8-4-16,-4 4 17 31,0 4-30-31,0 2-9 0,0 2 0 0,0 0-12 16,3 8-18-16,-3 18 9 15,0 8 9-15,0 9 31 16,0 5-29-16,0 4 7 16,0-2 4-16,0-2-13 15,-5-2-14-15,1-8-90 0,-1-2-177 31,3-10-303-31,2-9-850 0</inkml:trace>
  <inkml:trace contextRef="#ctx0" brushRef="#br0" timeOffset="76665.19">8092 6427 1013 0,'0'0'925'0,"0"0"-684"0,0 0-133 0,0 0 25 16,0 0 17-16,131-13-16 15,-71 6 22-15,9 0-29 16,8 2-76-16,4-1-16 0,6-1-8 16,1 2-26-16,-1 0 5 15,-10 3-6-15,-3 0 0 16,-9 2-1-16,-9 0 1 15,-8 0-10-15,-7 0-14 16,-6 0-31-16,-8 0-46 16,-3 0-52-16,-2 0-63 15,-3 0-140-15,-9 0-660 0</inkml:trace>
  <inkml:trace contextRef="#ctx0" brushRef="#br0" timeOffset="77291.32">8487 6607 1320 0,'0'0'740'0,"0"0"-446"0,0 0-14 0,0 0-29 15,0 0-113-15,0 0-73 16,0 0-35-16,42-56 8 16,-20 48-22-16,2 8-15 15,-2 0 5-15,-1 2-5 16,-4 18-1-16,-5 10 25 16,-4 4-11-16,-5 4 14 15,-3-2-1-15,0-1-19 16,0-6 2-16,-5-4-8 15,-1-6-1-15,2-6 20 16,1-8-20-16,3-5 5 0,0 0-6 16,0 0-4-16,5-22-7 15,12-7-67-15,6-11-10 16,3-5-68-16,-1 3-69 16,-6 8 135-16,-2 8 65 15,-11 12 25-15,-6 12 22 16,0 2-16-16,-9 8 31 15,-9 16 101-15,5 6-40 16,1 4-26-16,10 2-14 16,2-1-29-16,5-6 7 15,24-3-36-15,9-5-3 16,29-11-120-16,-9-6-386 16,-7-4-609-16</inkml:trace>
  <inkml:trace contextRef="#ctx0" brushRef="#br0" timeOffset="81286.86">12773 5578 1327 0,'0'0'347'0,"0"0"-161"0,0 0-32 0,0 0 15 0,0 0 1 16,0 0-7-16,0 0-55 16,22-1-9-16,-13-3-28 15,2-1 0-15,-2 1 2 16,5 0-51-16,1 3 1 15,3 1-17-15,7-3-6 16,4 1 5-16,6 2-5 16,5-2-1-16,0 2-26 0,12-2-170 15,-13 2-165-15,-10-2-528 16</inkml:trace>
  <inkml:trace contextRef="#ctx0" brushRef="#br0" timeOffset="81458.64">12869 5759 1543 0,'0'0'874'16,"0"0"-590"-16,0 0-125 0,0 0-79 16,0 0-44-1,127-6-12-15,-83 6-24 0,21 0-1 16,-12 0-247-1,-8 0-509-15</inkml:trace>
  <inkml:trace contextRef="#ctx0" brushRef="#br0" timeOffset="82288">14150 5899 1719 0,'0'0'666'0,"0"0"-433"0,0 0-15 0,0 0-153 15,0 0-33-15,109-110-11 16,-62 60 21-16,6-8-23 16,1-6-18-16,-5-7 4 15,-2-1-5-15,-10-6-9 16,-6 2 7-16,-12-1-37 15,-11 7 32-15,-6 8 7 16,-2 14 4-16,0 14 40 16,-10 14-14-16,-3 12-4 0,-6 8-18 15,-1 4-8-15,-1 26-1 16,-2 16 1-16,3 16 8 16,4 16 22-16,5 8-29 15,9 5 5-15,2-3 12 16,0-10-12-16,6-10 10 15,14-15-16-15,7-15 0 16,4-12 0-16,3-14-23 16,-1-8-14-16,-2-4-5 15,-2-2-57-15,-4-20-40 16,-5-6-23-16,-4-6 1 16,-6-3 41-16,0 1 61 15,-4 8 59 1,-1 9 65-16,-5 12 61 0,0 7-28 0,0 0-65 15,0 25 0-15,0 2 41 16,-5 4-26-16,-3-2-12 16,-2-2-27-16,2-5-9 15,8-8-157-15,0-6-185 16,0-8-481-16</inkml:trace>
  <inkml:trace contextRef="#ctx0" brushRef="#br0" timeOffset="82696.57">14914 5564 1605 0,'0'0'398'0,"0"0"-207"0,0 0 6 0,-15 109-6 0,5-85 0 0,4-4-63 0,1-8-66 0,5-6-44 15,0-6-5 1,0 0 23-16,0-2-8 0,9-18-28 15,11-7-26-15,7 0-16 16,4-1 29-16,3 3-2 16,-3 11 15-16,-2 13 0 15,-6 1 6-15,-10 11 1 16,-5 18 23-16,-6 3 3 0,-2-2 22 16,0-6-22-16,0-8-19 15,0-10 2-15,0-6-5 16,3 0 10-16,10-18-8 15,10-8-13-15,6-5-6 32,4 2-9-32,3 3 8 15,-3 5 5-15,0 10-14 16,-1 7 11-16,-5 4 4 16,-5 0-19-16,-7 18 8 15,-8 19-132-15,-7-2-311 16,0-3-433-16</inkml:trace>
  <inkml:trace contextRef="#ctx0" brushRef="#br0" timeOffset="83732.88">14275 6439 1629 0,'0'0'653'0,"0"0"-461"0,0 0-33 0,0 0-95 0,0 0-41 16,0 0 8-16,0 0 18 15,78-44-32-15,-60 70 11 16,-3 10-19-16,-9 10 55 16,-3 6-2-16,-3 2 1 15,0-2 4-15,-7-6-45 0,-4-8 4 16,3-12-5 0,0-9-12-16,6-12 0 0,2-5 7 15,0-1 14-15,0-26-30 16,0-11-13-16,7-10-38 15,4-8-35-15,2-2-69 16,-3 2-33-16,-1 12 67 16,-5 11 118-16,-4 19 3 15,0 14 67 1,0 7-55-16,-13 22 76 0,-1 12-7 16,3 3-11-16,9-2-33 15,2-2-10-15,0-4 13 16,17-8-31-16,12-10-9 15,25-12-73-15,-8-6-288 16,-5 0-538-16</inkml:trace>
  <inkml:trace contextRef="#ctx0" brushRef="#br0" timeOffset="83910.72">14577 6517 1585 0,'0'0'808'0,"0"0"-527"0,0 0-112 0,0 0-96 16,0 0-25-16,152-12-47 0,-96 8 20 15,0 2-21-15,8 2-113 16,-12 0-177-16,-14 0-400 0</inkml:trace>
  <inkml:trace contextRef="#ctx0" brushRef="#br0" timeOffset="84140.97">14995 6377 709 0,'0'0'1255'0,"0"0"-983"16,0 0-139-16,0 0-23 15,0 0-60-15,124 26 17 0,-107-4-10 16,-9 3-27-16,-8 8 2 15,-2 1-24-15,-27 2-1 16,-7-2-7-16,-2-6-40 16,0-4-100-16,9-8-149 15,14-8-464-15</inkml:trace>
  <inkml:trace contextRef="#ctx0" brushRef="#br0" timeOffset="84392.17">15248 6472 1759 0,'0'0'881'0,"0"0"-654"16,0 0-159-16,0 0-60 15,0 0 2-15,123-18-4 16,-90 14-5-16,1 3-1 16,-5-1-148-16,-3 0-157 15,-5 2-260-15,-10-2-438 0</inkml:trace>
  <inkml:trace contextRef="#ctx0" brushRef="#br0" timeOffset="84579.58">15500 6318 1092 0,'0'0'997'16,"0"0"-651"-16,0 0-153 15,0 0-28-15,0 0-38 16,0 0-65-16,-73 131-38 16,68-93-3-16,5-2-21 15,0-6-20-15,0-4-97 16,22-10-120-16,1-8-81 15,-3-8-298-15</inkml:trace>
  <inkml:trace contextRef="#ctx0" brushRef="#br0" timeOffset="85033.04">15683 6310 1463 0,'0'0'516'0,"0"0"-409"15,0 0 58-15,0 0 62 16,0 0-104-16,0 0 20 16,-18 112-4-16,18-80-76 15,0-3-17-15,0-5-32 16,0-6-7-16,0-8 14 16,0-4-20-16,9-6 32 15,6 0-5-15,8-16-20 16,1-6-8-16,5-6-11 0,3-4-14 15,1-2 10-15,2 2-22 16,1 1 26-16,-1 9 10 16,2 8 2-16,-2 8 8 15,-3 6 12-15,-3 0 12 16,-5 2 16-16,-4 12-34 16,-6 0 8-16,-8 1 11 15,-4-4-13-15,-2-3 9 16,0-4-21-16,-8-4 2 15,-19 0 52-15,-7 0-49 16,-11-2-6-16,-1-9-8 16,-6 1-31-16,3 2-50 0,-8 8-117 15,10 0-361-15,11 0-362 0</inkml:trace>
  <inkml:trace contextRef="#ctx0" brushRef="#br0" timeOffset="111665.56">16835 5693 228 0,'0'0'1381'0,"0"0"-1332"0,0 0 607 0,0 0-400 16,0 0-151-16,0 0 42 16,0 0-38-16,0 0-40 15,0 0-25-15,0 0-1 16,0 0 5-16,0 0-30 15,0 0-18-15,0 0 0 16,0 0 0-16,0 0 2 16,0 0-2-16,2 0 0 0,0 0 7 15,5 0-6-15,-1 0 6 16,6 0 0-16,1 0-6 16,5 0 18-16,2 0-19 15,0 2 0-15,5 0-1 16,2 0-6-16,4-1 7 15,2 2 0-15,1-3 0 16,-3 1 0-16,0-1-12 16,0 3 12-16,-4-1-1 15,0-2-7-15,-1 2 7 16,1-2 2-16,-1 0-1 16,1 0 0-16,0 0 1 15,0 0 1-15,0 0-2 0,2 0 0 16,2 0-6-1,0 0 6-15,1 0-1 0,-1 0 0 16,2 0 0-16,0 0 1 31,-1 0-1-31,-3 0-4 16,0 0 5-16,0 0 0 0,0 0-1 0,2 0-5 16,0 0 12-16,0 0-6 15,0 0 0-15,-2 0 1 16,-1 0-2-16,-1 2 1 15,0 0-5-15,-2 0 4 16,0-1 2-16,1-1 7 16,1 3-8-16,-1-3-14 0,1 0 8 31,2 0-13-31,0 0 9 0,0 2 10 0,-2-2 0 16,2 2 5-16,-2 0-5 15,0 0 0-15,0-2-10 16,1 2 6-16,1 0 4 15,2-2 1-15,-2 0-1 16,2 2 9-16,-2-2-9 16,0 0 0-16,-2 0 6 15,-2 0-6-15,-1 0 0 16,3 0-8-16,-3 0 14 16,3 0-6-16,2 0 0 0,0 0-8 15,0 0 7-15,0 0 1 16,2 0-3-16,0 0-6 15,-2 0 18-15,3 0-13 16,-1 0 4-16,2 0 0 16,0 0-2-16,3 0-1 15,3 0 3-15,0 0 12 16,3 0-11-16,1 0 4 16,-1 0-5-16,0 0 0 15,1 0-12-15,-3 4 10 16,0 0 2-1,3-2 6-15,-6 2 0 0,3 0-6 16,-2-2 1-16,-2 0 0 0,-2 2-2 16,-3-2-6-16,-4 0 7 31,-1 2 0-31,-2-2 11 0,-1-2-12 0,-1 2 1 16,0-2 0-16,-4 0-1 15,-3 0-2-15,1 0 3 16,-3 0 3-16,1 0 3 15,-1 0-5-15,1 0-1 16,1 0 0-16,3 0-6 16,0 0 4-16,0 0 2 15,2 0 0-15,0-4 10 16,4 0-23-16,3 2 16 16,2 0-3-16,2 0 10 0,1 0-10 15,-3 2 0 1,2 0 0-16,0 0 8 0,0 0-14 15,0 0 6-15,1 0 0 32,-3 0-6-32,2 0 9 0,-2 0-3 0,-4 0 0 31,-2 0-12-31,-2 0 11 16,-3 0-6-16,-3 0 7 0,-1 0 10 0,-1 2-1 15,0-2-5-15,1 0-4 16,-4 0 0-1,4 0-1-15,-3 0 1 16,0 0 0-16,-4 0 1 16,0 0-1-16,-3 0 8 15,-2 0-8-15,1 0 0 16,-3 0-6-16,2 0 6 16,0 0 0-16,2 0 12 15,6 0-4-15,-2 0-1 16,3 0-5-16,1-2 5 15,-1 0-7-15,-3 0-3 16,0 0 3-16,-4 0 19 16,-2 0-18-16,-2 2-2 15,0-2 1-15,0 0-42 0,-18-2-114 16,-7 0-399 0,-1 0-1096-16</inkml:trace>
  <inkml:trace contextRef="#ctx0" brushRef="#br0" timeOffset="112676.05">18829 4321 854 0,'0'0'1293'0,"0"0"-960"0,0 0-176 0,0 0 75 0,0 0-80 16,0 0-52-16,0 0-37 15,0 0-22-15,0 0-40 16,0 0-1-16,0 0-36 16,0 0-93-16,-7 0-233 15,3 0-511-15</inkml:trace>
  <inkml:trace contextRef="#ctx0" brushRef="#br0" timeOffset="113522.5">18735 4351 1405 0,'0'0'767'0,"0"0"-527"0,0 0-44 15,0 0-1-15,0 0-86 16,0 0-8-16,0 0-37 16,0-24-36-16,7 8-19 15,11-4-9-15,4 0-37 16,5 0 10-16,2 6-13 0,-2 4 39 16,-8 8-14-16,-5 2-25 15,-11 12 11-15,-3 16-2 16,-5 12 31-16,-24 8 19 15,-14 4 20-15,-5 2 6 16,-6-6-21-16,-2-9-16 16,0-10 12-16,8-8-20 15,1-13 1-15,9-6-2 16,7-2-12 0,8-4 7-16,15-12-6 0,8-4 11 0,0-3 0 15,24 4-13-15,12 2 10 16,8 8-2-16,5 9 12 15,5 0 27-15,-3 1-11 16,0 16-7-16,-5 1-15 16,10 8-34-16,-13-2-188 15,-11-8-423-15</inkml:trace>
  <inkml:trace contextRef="#ctx0" brushRef="#br0" timeOffset="114433.9">18003 4742 914 0,'0'0'641'0,"0"0"-373"0,0 0-56 0,0 0-25 16,0 0 7-16,0 0-30 15,0 0 56-15,-6-12-69 16,6 12-67-16,0 0-8 15,0 0-44-15,0 0 8 16,8 0 5-16,5-2-44 0,9 0 13 16,7 0-3-16,7 0-10 15,6 0 11-15,7 2-12 16,3-2 0-16,3 0-7 16,-1 2 11-16,-3-2-4 15,0 2 0-15,-4 0 11 16,-5 0-19-16,1 0 8 15,-3 0 0-15,-3 0 0 16,1 0-13-16,-2 2 12 16,2 2-21-16,0-2 11 15,2 2-1-15,0-2 12 0,2 0 0 16,6 2 0-16,-2 0 5 16,3 0-11-16,0-2 6 15,0 2 0-15,0-4-6 16,-4 2 6-16,-1-2-6 15,-3 0-6-15,-6 0-2 16,-6 0 13-16,-4 0 1 16,-10 0 0-16,-4 0-14 15,-4 0 16-15,-3 0-3 16,-4 0 1-16,0 0-36 16,0 0-38-16,0 0-142 15,-16 0-282-15,-1 0-485 0</inkml:trace>
  <inkml:trace contextRef="#ctx0" brushRef="#br0" timeOffset="115200.57">17980 5279 1468 0,'0'0'706'0,"0"0"-415"0,0 0-24 0,0 0-78 16,0 0-78-16,0 0-2 15,0 0-65-15,44-34-16 16,-21 14-26-16,2-3-2 16,-3-2 0-16,0-3-9 15,0 0-13-15,-4 0 5 0,0 0-14 16,-2 4 20-16,-5 4-4 16,-3 6 8-16,-1 4 1 15,-4 6 6-15,-3 2-17 16,0 2 8-16,0 0-28 15,0 2 3-15,0 14 11 16,0 8 23-16,-5 8 16 16,-2 4-5-16,1 6 8 15,-3 2-10-15,2 3-1 16,2-6-16-16,1-2 8 16,4-3-200-16,0-12-320 0,0-12-526 15</inkml:trace>
  <inkml:trace contextRef="#ctx0" brushRef="#br0" timeOffset="115419.34">18279 5202 2038 0,'0'0'639'16,"0"0"-493"-16,0 0-24 15,0 0-69-15,0 0-23 16,146-33 2-16,-96 30-31 16,-4 0 15-16,-1 3-16 15,-5 0-112-15,-9 0-113 16,-6 0-48-16,-7 0-30 0,-9 0-34 16,-7 0-391-16</inkml:trace>
  <inkml:trace contextRef="#ctx0" brushRef="#br0" timeOffset="115607.8">18604 5015 1053 0,'0'0'736'0,"0"0"-404"15,0 0 4-15,0 0-131 16,0 0-51-16,0 0-23 16,0 0-28-16,-73 102-17 15,63-58-32-15,4 2-18 16,-1 3 0-16,5-5-36 0,2-4-3 15,0-4-29-15,0-4-95 16,0-8-363-16,6-12-539 0</inkml:trace>
  <inkml:trace contextRef="#ctx0" brushRef="#br0" timeOffset="116123.35">18840 5101 1664 0,'0'0'669'16,"0"0"-520"-16,0 0-71 15,0 0-18-15,0 0 4 16,0 0 36-16,0 0 0 15,92 36-48-15,-86-6 20 16,-4 5-24-16,-2 2 3 16,0-1-14-16,0-1-29 15,-4-5 20-15,0-6 4 16,-1-8-31-16,0-4 13 16,5-8-13-16,0-4 0 15,0 0 41-15,0-10-42 0,0-16-21 16,8-9-38-1,4-8-14-15,7-4-48 0,-4 5-90 16,1 6 121-16,-3 10 90 16,-7 12 41-16,-4 10 93 15,-2 4-74-15,0 8-38 16,-4 16 44-16,-7 10-3 16,1 3-15-16,4 3-5 15,6 0-31-15,0-7 6 16,0-2-18-16,23-9-40 15,4-6-29-15,17-14-205 16,-8-2-372-16,-5 0-846 0</inkml:trace>
  <inkml:trace contextRef="#ctx0" brushRef="#br0" timeOffset="116624.12">19302 4975 113 0,'0'0'1144'0,"0"0"-768"0,0 0-148 0,0 0-74 0,0 0 9 15,0 0-6-15,0 0-33 16,0-14-39-16,0 12-3 16,0 0-19-16,0 0 41 15,0-3-25-15,2 2-21 16,2-1 17-16,0-3-48 15,-2 3-5-15,3 3-1 16,-3-1-21-16,0 2 6 16,1 0-6-16,-1 0-9 15,-2 14 9-15,0 8 0 0,0 4 9 16,0 4 23-16,-11 0-7 16,0-2 7-16,2-8-14 15,4-4-11-15,5-6 19 16,0-4-26-16,7-2 27 15,13-2-7-15,2-2-13 16,5 0-7-16,0 0-33 16,6 0-66-16,-6 0-286 15,-5 0-644-15</inkml:trace>
  <inkml:trace contextRef="#ctx0" brushRef="#br0" timeOffset="119322.74">18415 6374 1540 0,'0'0'656'0,"0"0"-400"16,0 0-5-16,0 0-48 0,0 0-92 15,0 0-56-15,0 0-8 0,39-88-25 16,-20 56-21-16,0-2 5 16,1-2-5-16,1 0-1 15,-6 2 3-15,-3 6 9 16,-4 6-2-16,-3 8 25 15,-3 3 14-15,-2 7 19 16,0 4-51-16,0 0 1 16,0 0-18-16,0 0-21 15,0 17 1-15,0 9-4 16,2 12 24-16,-2 6 9 16,0 4-9-16,0 2-8 15,0-2-64-15,-2 13-149 16,-11-15-305-16,-1-10-401 0</inkml:trace>
  <inkml:trace contextRef="#ctx0" brushRef="#br0" timeOffset="120200.67">17610 6729 32 0,'0'0'1449'0,"0"0"-947"0,0 0-312 0,0 0-23 16,0 0-31-16,0 0-26 16,0 0 20-16,136-24-27 15,-87 21-23-15,9-4-20 16,7 3-33-16,2 0-4 15,3 2-17-15,7 1-5 16,0-2 0-16,4 3 13 16,4-2-10-16,4 0 14 15,1 0-11-15,2 2 10 16,-1 0-8-16,-4 0-8 0,-6 0 14 16,-6 0-14-16,-3 0 0 15,-7 0 5-15,-3 2-5 16,-2 2 3-16,-4 0-4 15,-1-4 0-15,-1 0 9 16,-5 0-1-16,-5 0-8 16,-4 0 4-16,-7-1-2 15,-8-4-4-15,-9 1-11 16,-7 0-19-16,-7 2-29 16,-2 2-166-16,-13 0-150 15,-7 0-470-15</inkml:trace>
  <inkml:trace contextRef="#ctx0" brushRef="#br0" timeOffset="121489.54">17914 7178 1232 0,'0'0'676'0,"0"0"-459"0,0 0-136 0,0 0-25 0,0 0 27 16,0 0 57-1,115-83 17-15,-97 83-55 0,-3 0-53 16,-3 14-39-16,-1 13 19 15,-7 9-5-15,-2 9 17 0,-2 1 24 16,0 2-31-16,-13-4 4 16,-3-2 12-16,-1-4-23 15,1-10-1-15,5-6-5 16,7-10-12-16,1-7 13 16,3-5-21-16,0 0 9 15,3-14-10 1,9-15-6-16,9-7-34 0,-1-10-38 15,-2-2-55-15,0 0-37 16,-3 6 62-16,-6 12 108 0,-4 10 12 16,-5 12 73-1,0 8-16-15,0 1-33 0,-7 20 23 16,-4 7 39-16,4 4-49 16,3 2-1-16,4-2 15 15,0-2-30-15,19-2 11 16,8-6-44-16,6-4-28 15,19-10-79-15,-10-4-496 16,-6-4-1095-16</inkml:trace>
  <inkml:trace contextRef="#ctx0" brushRef="#br0" timeOffset="122161.5">18357 7437 1829 0,'0'0'726'0,"0"0"-523"0,0 0-91 0,0 0-11 0,0 0-45 15,0 0 3-15,104-124-12 16,-75 88-46-16,-2-4-1 16,0-2-1-16,-5-3-22 15,-1-3 16-15,-4 0-22 16,-6 0 21-16,-2 6 8 15,-2 6 1-15,-5 10 37 16,-2 10 7-16,0 12-17 16,0 4-28-16,-4 4-18 15,-15 24 18-15,2 10 21 0,-3 14 0 16,-1 6 27-16,8 7-10 16,2-6-17-16,6-2 10 15,5-11-31-15,0-10 0 16,12-6 12-16,11-10-12 15,2-8 0-15,4-8-9 16,0-4-13-16,0 0 3 16,-2-18-14-1,-2-8 3-15,-2-2-3 0,-2-4-12 16,-3 3 39-16,-5 4-6 16,-3 9 12-16,-6 12 38 15,-4 4-38-15,0 5 1 0,0 22 23 16,-2 1-18-1,-8 2 29-15,4-2-17 0,2-4-12 16,2-8 9-16,2-6-9 16,0-8-5-16,0-2-1 15,0 0-5-15,12-16-13 16,7-6-51-16,3-4 12 16,5 0 30-16,-1 4-10 15,3 2 25-15,-2 9 12 16,-5 11 0-16,-3 0 27 15,-8 11-18-15,-5 13 3 16,-2 2 28-16,-2 0-39 16,1-2 10-16,0-6-11 15,-3-6-16-15,0-12-55 16,2 0-260-16,-2 0-320 0</inkml:trace>
  <inkml:trace contextRef="#ctx0" brushRef="#br0" timeOffset="122631.72">19019 6876 674 0,'0'0'780'0,"0"0"-508"0,0 0-89 0,0 0 19 0,0 0 27 15,0 0-30-15,0 0-21 16,0-6-61-16,6 4-32 15,3-1-25-15,-1 3-48 16,2 0-3-16,-1 11-9 16,-5 9 0-16,-4 10 9 15,0 6-9-15,0 2 12 0,-6 0 44 16,-3-8-12-16,4-6-2 16,5-10-35-16,0-7 1 15,7-7 53-15,15 0-32 16,9-7 1-16,2-9-30 15,4-4-40-15,-4 0-32 16,5 4-127-16,-9 6-292 16,-7 4-364-16</inkml:trace>
  <inkml:trace contextRef="#ctx0" brushRef="#br0" timeOffset="123133.43">19364 7235 1661 0,'0'0'593'0,"0"0"-461"31,0 0 20-31,0 0-35 0,0 0-32 0,0 0-40 16,0 0 16-16,4 26 9 0,-2-4-37 16,-2 4 20-16,0 2-20 15,0 2-5-15,0 0 8 32,-6-4-20-32,-1-4 5 15,0-6 3-15,5-6-24 16,2-7 1-16,0-3 14 15,0 0-4-15,18-17-11 16,7-9-56-16,4-8-25 16,2-8-89-16,-2-2 1 15,-1 2 67-15,-5 6 94 0,-9 12 8 16,-10 10 221 0,-4 12-72-16,0 2-77 0,-18 10-26 15,-2 14-23-15,2 2 28 16,7 2-14-16,4 0-11 15,7 0 5-15,0-4-25 16,9-2-6-16,13-4 0 16,0-4-78-16,14-4-134 15,-7-2-365-15,-2-4-455 0</inkml:trace>
  <inkml:trace contextRef="#ctx0" brushRef="#br0" timeOffset="126591.2">21344 5623 1585 0,'0'0'500'0,"0"0"-327"0,0 0 39 0,0 0-32 16,0 0-10-16,0 0-37 15,0 0-26-15,-2 0-62 16,2 0-9-16,0 0-15 15,0 0-12-15,0 0 20 16,0 0-29-16,0 0 8 16,2 0 22-16,9 0-24 15,7 0 4-15,7 0-9 16,8 0 0-16,5 0-2 16,0 0-17-16,3 0-47 15,-6 0-74-15,-2 0-224 16,-10 4-191-16,-12 1-447 0</inkml:trace>
  <inkml:trace contextRef="#ctx0" brushRef="#br0" timeOffset="126763.59">21251 5879 1430 0,'0'0'928'0,"0"0"-615"0,0 0-55 15,0 0-129 1,0 0-72-16,147-14-32 0,-105 8-25 16,1 4 0-16,5 2-91 15,-10 0-248 1,-9 4-383-16</inkml:trace>
  <inkml:trace contextRef="#ctx0" brushRef="#br0" timeOffset="127705.33">22246 6032 1709 0,'0'0'628'0,"0"0"-474"0,0 0-54 0,0 0-82 15,141-116-1-15,-81 63-17 16,3-7 1-16,-1-4-2 16,-2-7-17-16,-8-1 17 15,-8-4-7-15,-8-2 8 16,-7 4 6-16,-9 4 51 15,-7 10 20-15,-7 11 68 16,-3 11-12-16,-3 14-42 16,0 8-14-16,0 10-35 15,0 6-27-15,-5 0-15 16,-10 20-26-16,-5 21 26 16,-9 31 1-16,-2 34 1 15,1 26 14-15,9-6-15 16,9-25 26-16,10-35-27 0,2-26 1 15,0 2 14-15,20-4-15 16,7-2 0-16,7-14-6 16,5-14-45-16,3-8 15 15,1-3-73-15,-3-26-166 16,-2-7 8-16,-9-6-22 16,-7-6 96-16,-3 0 104 15,-11 2 84-15,-1 6 5 16,-3 9 135-16,-2 12 146 15,-2 10-21-15,0 9-60 16,0 0-106-16,0 19-70 16,0 8 0-16,0 8 7 0,0-2-13 15,0 0-16-15,0-5 13 16,0-6-15-16,0-6-66 16,0-10-211-16,0-4-331 15,2-2-405-15</inkml:trace>
  <inkml:trace contextRef="#ctx0" brushRef="#br0" timeOffset="128128.03">23200 5609 1694 0,'0'0'268'0,"0"0"-130"0,0 0 59 0,-2 124-4 15,-5-88-47-15,3-4 21 16,0-8-52-16,4-6-82 15,0-8-14-15,0-6-2 16,0-4 8-16,0-2 30 16,8-20-55-16,13-6-10 15,4-8-48-15,6-2-54 16,6 0 17-16,-1 5 40 16,-1 9 55-16,-8 15 11 15,-10 9 32-15,-7 1 2 16,-6 25 64-16,-4 5-36 15,0-1 17-15,0-6-35 16,0-6-23-16,0-10-4 16,0-4-26-16,0-4 28 15,0 0 4-15,15-16-34 0,10-6-35 16,9-2-19-16,6-2 23 16,7 4 7-16,2 2 10 15,-3 9 14-15,-8 10 0 16,-7 1-6-16,-10 9 6 15,-13 19-8-15,-8 7 0 16,0 3 7-16,-13 16-48 16,-9-10-215-16,0-8-491 0</inkml:trace>
  <inkml:trace contextRef="#ctx0" brushRef="#br0" timeOffset="129098.81">22653 6471 1144 0,'0'0'654'0,"0"0"-396"0,0 0 53 0,0 0-36 0,0 0-31 0,0 0-122 16,0 0-35-16,42-82-30 16,-29 71-20-16,-4 5-2 15,0 6-25-15,-5 0-10 16,1 24 2-16,-3 15-2 15,-2 9 22-15,0 6 2 16,0 2 5-16,-9-6-1 16,-4-8-22-16,3-10-5 15,6-11 5-15,2-12-6 16,2-7 16-16,0-2-16 0,0-2-6 16,0-18 0-16,9-10-47 15,2-12-3-15,2-6-23 16,1-2-84-16,-1 2-44 15,-2 10 99-15,-4 14 108 16,-4 13 71-16,-3 11-40 16,0 7-31-16,0 22 40 15,-10 10 44-15,4 3-6 16,6 0-22-16,0-4-9 16,2-8-17-16,18-6-22 15,7-6-8-15,19-10-91 16,-3-6-231-16,-5-2-375 0</inkml:trace>
  <inkml:trace contextRef="#ctx0" brushRef="#br0" timeOffset="129271.13">22929 6567 1677 0,'0'0'730'0,"0"0"-519"0,0 0 53 16,0 0-149-16,0 0-68 15,0 0-21-15,160-26-12 16,-107 24-14-16,1 2 0 16,-3 0-78-16,-7 0-145 15,2 0-70-15,-15 4-84 0,-7 0-271 0</inkml:trace>
  <inkml:trace contextRef="#ctx0" brushRef="#br0" timeOffset="129538.19">23289 6404 1702 0,'0'0'662'0,"0"0"-399"0,0 0 2 16,0 0-163-16,0 0-69 16,0 0-8-16,0 0-19 15,131 57 8-15,-110-31-9 16,-7 4-4-16,-14 0-2 15,0 0 9-15,-14-2-8 16,-17-2 0-16,-9-2 0 16,0-8-26-1,1-3-116-15,8-12-127 0,10-1-333 16,11 0-1040-16</inkml:trace>
  <inkml:trace contextRef="#ctx0" brushRef="#br0" timeOffset="129788.52">23646 6547 1640 0,'0'0'948'0,"0"0"-582"15,0 0-145-15,0 0-128 16,0 0-67-16,0 0-5 15,0 0-15-15,129-52 0 16,-87 50-12-16,-1 0-26 16,-6 2-74-16,-5 0-57 15,-9 0-170-15,-5-2-166 0,-12 0-81 16</inkml:trace>
  <inkml:trace contextRef="#ctx0" brushRef="#br0" timeOffset="129976.43">23902 6346 1622 0,'0'0'786'0,"0"0"-622"16,0 0-69-16,0 0 54 15,0 0-11-15,0 0-19 16,-54 121-51-16,46-81-40 16,3 0-17-16,5-4-11 15,0-4-16-15,0-8-80 16,11-10-150-16,18-10-94 15,-2-4-216 1,-2 0-758-16</inkml:trace>
  <inkml:trace contextRef="#ctx0" brushRef="#br0" timeOffset="130366.99">24143 6395 1405 0,'0'0'269'0,"0"0"-212"16,0 0 152-16,0 0 40 15,0 0-33-15,-25 108-52 16,21-74-17-16,2-4 0 0,2-6-92 16,0-6-25-1,0-8 7-15,4-6-25 0,7-4 27 16,5 0-39-16,2-12 0 16,2-10-60-16,4-6-106 15,5-4 43-15,5-2 6 16,1 2-31-16,5 0 50 15,3 8 58-15,-1 9 40 16,-1 8 25-16,-6 7 83 16,-2 0-8-16,-8 11-41 15,-8 10-23-15,-10-2 15 16,-7-1 55-16,0 0-11 16,-13-5-8-16,-14-7-8 15,-8-6 2-15,-7 0-41 16,-3-4-40-16,-2-15 0 15,2 1-76-15,-6-3-204 16,13 2-313-16,11 5-1093 0</inkml:trace>
  <inkml:trace contextRef="#ctx0" brushRef="#br0" timeOffset="132252.76">26026 4805 1147 0,'0'0'1005'0,"0"0"-705"0,0 0-117 0,0 0 20 16,0 0-65-16,0 0-20 15,0 0 9-15,-56-37-41 16,56 21-33-16,0-6-8 16,0 0-34-16,4 0 19 0,10 4-30 15,-1 4-6-15,1 8 5 16,-6 6-17-16,-1 0-11 15,-7 22 7 1,0 14 2-16,-9 10 20 0,-24 8 1 16,-14 3 1-16,-6-3 1 15,-1-8 4-15,5-8-7 16,13-10 8-16,9-12-8 16,17-6 0-16,5-6-1 15,5-2 2-15,0-2-1 16,17 2 1-16,15 0-1 0,13 0 10 15,9-2-10 1,8 0-10-16,7 0-48 0,20 0-103 16,-18-6-303-16,-13 0-260 15</inkml:trace>
  <inkml:trace contextRef="#ctx0" brushRef="#br0" timeOffset="132692.64">26389 4774 2041 0,'0'0'631'0,"0"0"-463"0,0 0-35 0,0 0-74 16,0 0-15-16,0 0-38 15,0 0 2-15,27 49 16 16,-21-8 3-16,-4 8-11 15,-2-1 10-15,0-4-17 16,-2-6-8-16,-4-10 7 16,-2-10 1-16,6-8 0 15,0-10-8-15,2 0 7 16,0-6-8-16,0-20-64 16,4-8-84-16,6-8-38 15,1-2-78-15,3 2-44 16,-4 10 104-16,-1 14 204 15,-3 12 167-15,0 6-27 0,-2 14 25 16,3 15 144-16,-1 8-142 16,6 3-73-16,1-4-50 15,9 0-13-15,7-8-31 16,9-6-48-16,24-6-106 16,-8-6-371-16,-12-6-340 0</inkml:trace>
  <inkml:trace contextRef="#ctx0" brushRef="#br0" timeOffset="133302.84">26752 5109 738 0,'0'0'1640'0,"0"0"-1169"15,0 0-310-15,0 0-28 16,0 0-85-16,0 0-30 16,0 0-4-16,123-128-5 15,-92 90-9 1,-2-5-22-16,-5-1-25 0,-6-2-25 15,-3-6 26 1,-1-4 10-16,-3-2-9 16,-2 0 33-16,-2 4 12 15,-3 6 33-15,-2 16 70 0,-2 11-15 0,0 13-13 16,-4 8-57 0,-14 8-18-16,-9 24 0 0,1 15 0 15,1 15 26 1,3 10 7-16,9 6-17 0,3 0-3 15,10-1 17-15,0-11-29 16,10-10 10-16,14-12-11 16,7-12-8-16,7-14 7 15,2-12-19-15,2-6-19 16,-1-8-32-16,-6-20-33 16,-3-8 8-16,-8-6 17 15,-6 0 12-15,-4 4 36 16,-6 7 31-16,-1 13 114 15,-5 12-6-15,-2 6-56 16,0 0-40-16,0 23-12 16,0 4 16-16,0 5 37 15,-2-3-28-15,2-7-5 0,0-6-14 16,0-8-5-16,0-6-2 16,0-2-5-16,4 0-12 15,12-16-15-15,3-6-52 16,4-2 22-16,4 0-18 15,0 4 5-15,0 3 76 16,-4 12 60-16,-2 5 34 16,-3 0-27-16,-9 11-52 15,-3 10 3-15,-2 2-18 16,-4 0-1-16,0-1-9 16,0-6-200-16,0-6-424 15,0-6-745-15</inkml:trace>
  <inkml:trace contextRef="#ctx0" brushRef="#br0" timeOffset="133773.41">27607 4823 1128 0,'0'0'925'0,"0"0"-594"0,0 0-76 16,0 0-26-16,0 0-113 0,0 0-66 16,0 0-18-16,76 1-25 31,-65 27-6-31,-7 9 34 16,-4 5-7-16,0-2 4 0,0 0-2 0,-10-6-11 15,1-8 9-15,5-8-27 16,-2-6 4-16,6-8 13 15,0-4-18-15,0 0 1 16,0-14-1-16,0-10-81 16,10-10-6-16,1-6-97 15,3-3-25-15,-3 6 74 16,-1 6 93 0,-3 12 42-16,-4 11 140 0,-3 8 17 0,0 0-92 15,0 18-27-15,0 9 23 16,-3 5 32-16,3 3-36 15,0-3-17-15,0-2-29 16,9-4-11-16,7-4-29 31,6-6-67-31,11-4-65 0,-6-4-216 0,0-6-373 0</inkml:trace>
  <inkml:trace contextRef="#ctx0" brushRef="#br0" timeOffset="135560.46">27440 4516 955 0,'0'0'240'0,"0"0"-178"0,0 0 1 0,0 0 34 16,0 0-22-16,0 0-3 16,0 0-27-16,5-13-18 15,-3 13-2-15,-2-1-19 16,2 1-5-16,-2-3-1 16,0 3 41-16,0 0 47 15,0-1 26-15,0-1 12 16,0-1 43-16,0 2-2 15,0-2 1-15,0-1-15 16,0 3 22-16,0-2-46 16,0 3-58-16,2-1-27 15,2 1-14-15,2 0-30 16,-2 0-2-16,0 4-19 0,-1 11 3 16,-3 7-1-1,0 5 2-15,-17 5 17 0,-4-2 27 16,-4-2-12-16,7-6 7 15,5-8-21-15,11-4 5 16,2-6 12-16,2 0-9 16,25 0-3-16,8-4-6 15,7 0-15-15,6 0-46 16,10 0-178-16,-12 0-241 16,-7 0-614-16</inkml:trace>
  <inkml:trace contextRef="#ctx0" brushRef="#br0" timeOffset="136597.57">25482 5574 1285 0,'0'0'561'0,"0"0"-407"0,0 0 78 0,0 0-40 15,0 0-39-15,0 0-44 16,0 0-51-16,58-8-18 15,-20 2-11-15,8 2 7 16,8 0 3-16,9 2-23 16,5-2 9-16,11 2-17 15,21-1-2-15,31-4 4 16,27-1 8-16,16 2-3 16,-5 0 14-16,-8 2-19 15,-17 0-8-15,-1 2 16 0,-7 2-17 16,-24 0-1-16,-23 0 2 15,-22 0-1-15,-7 0 1 16,4 8-2-16,7 0 0 16,3 2 0-16,-7 1-13 15,-9-6 12-15,-7-1 1 16,-6-4 0-16,-10 0 16 16,-6 0-16-16,-10 0-38 15,-13-6-118-15,-6-4-114 16,0 0-649-16</inkml:trace>
  <inkml:trace contextRef="#ctx0" brushRef="#br0" timeOffset="138466.63">25776 6432 1363 0,'0'0'1029'0,"0"0"-769"0,0 0-163 0,0 0 74 0,0 0-24 16,0 0-45-16,0 0-15 15,52-47-66-15,-13 14-21 16,3-5 0-16,-1-2-11 16,-5 0-22-16,-9 2 0 15,-8 2-6-15,-7 6 17 0,-6 4 10 16,-4 8 12-16,-2 6 13 15,3 6-11-15,-3 4 14 16,0 2-16-16,2 0-3 16,-2 9-22-16,0 18-4 15,0 9 29-15,0 12 19 16,-2 4-8-16,-7 2-10 16,5-1-1-16,-2-7-8 15,6-10-143-15,2-13-188 16,17-8-268-16,3-13-788 0</inkml:trace>
  <inkml:trace contextRef="#ctx0" brushRef="#br0" timeOffset="138638.71">26215 6330 1637 0,'0'0'672'0,"0"0"-512"16,0 0-66-16,0 0-35 15,151-8-32-15,-93 4-13 16,5 0-14-16,-3 0-57 16,-4 3-108-16,-2-6-138 15,-17 5-228-15,-12-2-462 0</inkml:trace>
  <inkml:trace contextRef="#ctx0" brushRef="#br0" timeOffset="138811.34">26578 6152 1418 0,'0'0'568'0,"0"0"-361"16,0 0 45-16,0 0-117 16,0 0-35-16,0 0 37 15,0 0-54-15,-71 124-26 16,62-72-18-16,4 1-24 16,5-2-15-16,0-4-48 15,7-5-176-15,13-12-159 16,3-14-424-16</inkml:trace>
  <inkml:trace contextRef="#ctx0" brushRef="#br0" timeOffset="139264.34">26834 6222 1796 0,'0'0'690'0,"0"0"-507"15,0 0-89-15,0 0-7 16,0 0-10-16,0 0-23 16,0 0-16-16,125 32-9 15,-113 10 3-15,-8 4-10 16,-4 1-1-16,0-4 3 16,0-4-1-16,0-11-13 15,0-8 1-15,0-10-2 0,0-10-5 16,0 0 13-16,0-6 26 15,0-22-43-15,8-8-36 16,6-9-10-16,4-6-41 16,-2-2-22-16,-1 7-32 15,-3 12 141-15,-6 16 42 16,-4 12 99-16,-2 6-97 16,0 14-32-16,-2 14-7 15,-2 8 19-15,4 4 24 16,0 0-6-16,6-4-20 15,21-4 5-15,4-5-27 16,3-7-31-16,3-8-43 16,-1-6-176-16,5-6-215 0,-10 0-158 15,-10-6-822-15</inkml:trace>
  <inkml:trace contextRef="#ctx0" brushRef="#br0" timeOffset="139861.01">27349 5953 821 0,'0'0'661'0,"0"0"-439"0,0 0-13 0,0 0-43 16,0 0 6-16,0 0 9 15,0 0-31-15,0-4-1 16,0 2-7-16,0-2-40 16,0 0-1-16,0 0-26 15,0-4-22-15,4 2-24 16,10 2-29-16,-1 3-1 15,3 1 0-15,-1 0-28 16,-4 13 23-16,-6 13-18 16,-5 7 24-16,0 4 0 15,-20 2 11-15,-3-6 26 16,1-2-19-16,9-11-1 16,7-6 11-16,6-8-28 15,2-4 14-15,27-2-1 16,8 0-13-16,7 0-10 15,8 0-92-15,27-8-117 0,-17 0-375 16,-6 0-416-16</inkml:trace>
  <inkml:trace contextRef="#ctx0" brushRef="#br0" timeOffset="152998.94">2495 9842 933 0,'0'0'609'0,"0"0"-434"0,0 0-34 0,0 0 6 0,0 0 0 15,0 0-3-15,-7-9 22 16,7 8-35-16,0 1 45 15,-2 0-7-15,2 0-47 16,0 0-29-16,0-3-16 16,0 3-28-16,0 0-7 15,0-1-26-15,7-2 11 16,17-1-27-16,12 1 6 16,6-1-15-16,7 1-3 0,0 3-8 15,-2 0 3 1,-7 0-52-16,-9 3-37 0,-6 4-231 15,-11 1-301-15,-8-1-1020 16</inkml:trace>
  <inkml:trace contextRef="#ctx0" brushRef="#br0" timeOffset="153155.06">2555 10098 1393 0,'0'0'1119'0,"0"0"-787"15,0 0-108-15,0 0-50 16,0 0-121-16,0 0-19 16,0 0-13-16,158-44-21 15,-104 38 0-15,19 2-82 0,-13 4-156 16,-6-2-591-16</inkml:trace>
  <inkml:trace contextRef="#ctx0" brushRef="#br0" timeOffset="154487.34">3810 10094 2089 0,'0'0'480'0,"0"0"-380"0,0 0 82 0,0 0-61 0,0 0-83 16,118-116-5-16,-61 60-17 16,9-8-16-16,-2-2 0 15,-2-1-47-15,-9-1-46 16,-6 0 27-16,-13 4 29 16,-14 0 37-16,-9 7 13 15,-11 9 71-15,0 10 39 16,0 14-13-16,-13 12-29 0,-5 10-54 15,-5 2-27 1,-1 20-15-16,-2 24 15 0,-3 18 6 16,6 15 38-16,5 9-29 15,9 0-3-15,9-6-5 16,0-12-5-16,9-11-4 16,16-17 2-16,6-16-15 15,6-12-12-15,9-12-13 16,-2-2-16-16,3-22-44 15,-7-8-106-15,-5-4 1 16,-8-5 49-16,-7 1 39 16,-9 6 96-1,-2 10 21-15,-7 10 153 0,-2 10 82 0,0 4-113 16,0 8-77-16,-4 18 17 16,-7 6 0-16,0 2 9 15,-1-1-55-15,8-5 1 16,0-9-17-16,4-6-24 15,0-11-66-15,6-2-169 16,10-19-83-16,-1-5-402 0</inkml:trace>
  <inkml:trace contextRef="#ctx0" brushRef="#br0" timeOffset="154893.6">4732 9713 963 0,'0'0'896'0,"0"0"-638"0,0 0-68 0,-20 141 9 15,7-108-53-15,3-6-24 16,2-13-40-16,6-10-55 16,2-4 25-16,0-2-7 15,2-22-45-15,16-8-170 16,8-5 24-16,5 0 7 16,5 0 6-16,4 9 16 15,-4 8 117-15,-3 14 6 16,-6 6 128-16,-7 8 9 15,-7 20-21-15,-8 2 17 16,-5 1-8-16,0-5-53 16,0-8 7-16,0-10-56 0,0-8-7 15,0 0 7 1,6-12-29-16,17-13-45 0,10-3-36 16,8-2-9-16,3 4-19 15,0 6 8-15,-1 8 38 16,-8 8 42-16,-8 4-1 15,-12 10 16-15,-7 21 4 16,-13 27-28-16,-19-7-192 16,-5-2-433-16</inkml:trace>
  <inkml:trace contextRef="#ctx0" brushRef="#br0" timeOffset="155457.71">4097 10515 1392 0,'0'0'751'0,"0"0"-630"0,0 0 26 0,0 0-16 15,0 0-23-15,0 0-27 16,0 0-29-16,87-22 2 15,-78 58 16-15,-9 10-12 16,0 3-26-16,0 1 2 16,-7-6 17-16,-4-8-30 15,2-10-2-15,2-10-11 0,5-10-8 16,2-6 24 0,0-2-24-16,0-26-7 15,15-10-62-15,1-10-39 16,5-6-64-16,-4 1 13 0,-3 9 75 15,-6 14 84-15,-5 14 57 16,-3 16 85-16,0 0-65 16,0 16-2-16,-5 14 15 15,1 3-53-15,4 0 3 16,0-1 2-16,15-5-34 16,12-9-8-16,20-8-60 15,-5-8-240-15,-4-2-343 0</inkml:trace>
  <inkml:trace contextRef="#ctx0" brushRef="#br0" timeOffset="155614.09">4369 10467 41 0,'0'0'2298'0,"0"0"-1777"0,0 0-472 15,0 0-17-15,0 0-26 16,129-8-5-16,-80 8 11 15,2 0-12-15,3 8-27 16,6 0-228-16,-16 0-316 16,-10-4-441-16</inkml:trace>
  <inkml:trace contextRef="#ctx0" brushRef="#br0" timeOffset="155848.69">4658 10291 1605 0,'0'0'832'15,"0"0"-459"-15,0 0-142 16,0 0-166-16,0 0-36 16,0 0-10-16,0 0-4 15,150 54 11-15,-115-18-26 16,-8 6 6-16,-11 0-6 16,-12 3-12-16,-4-4 4 15,-20 1-10-15,-11-7-4 16,-3-8-53-16,-1-13-190 15,10-9-59 1,10-5-312-16</inkml:trace>
  <inkml:trace contextRef="#ctx0" brushRef="#br0" timeOffset="156069.54">4944 10451 2038 0,'0'0'642'0,"0"0"-430"15,0 0-113-15,0 0-69 16,0 0 13-16,0 0-27 16,146-2-8-16,-110 0-8 15,-5 0 0-15,-4 2-69 16,-9-2-109-16,-7-2-57 0,-7 0-15 16,-4-18-92-1,0 2-251-15,0-4-74 0</inkml:trace>
  <inkml:trace contextRef="#ctx0" brushRef="#br0" timeOffset="156225.12">5202 10235 1298 0,'0'0'786'0,"0"0"-511"16,0 0-123-16,0 0 30 15,0 0-28-15,-60 142-30 16,44-96-6-16,5 2-48 16,5-6-53-16,6-2-17 15,0-10-34-15,4-5-180 16,16-14-123-16,-2-6-279 0</inkml:trace>
  <inkml:trace contextRef="#ctx0" brushRef="#br0" timeOffset="156663.57">5356 10276 1850 0,'0'0'381'16,"0"0"-270"-16,0 0 28 15,0 0-14-15,0 0-24 16,-7 119 34-16,7-83-50 16,0-2-55-16,0-4-3 15,0-4-27-15,0-10 7 16,7-7 19-16,1-9-8 16,6 0 19-16,4-11-6 0,6-17-31 31,3-6-14-31,4-6-17 15,3-2 9-15,-1 0 20 0,-2 4-11 0,-4 8 13 16,-2 7 19-16,-6 12 5 16,4 8 12-16,-3 3-18 15,-3 0-3-15,2 13 4 16,-4 5-13-16,-6 0 12 16,-4 0 2-16,-5-2 4 15,0-2 9-15,-16-4-18 16,-13-6 28-1,-13-2 20-15,-5-2-42 0,-6 0-3 0,-1-6-18 16,0-2-18-16,8 2-48 16,-6 6-66-16,17 0-207 15,8 0-388-15</inkml:trace>
  <inkml:trace contextRef="#ctx0" brushRef="#br0" timeOffset="158536.81">7038 9220 560 0,'0'0'1074'0,"0"0"-766"0,0 0-52 0,0 0 43 16,0 0-3-16,0 0-85 15,0 0-67-15,-26-44-54 16,36 32-39-16,11 2-50 15,6 4 8-15,4 6-9 16,0 0-11-16,-2 18 10 0,-10 14-19 16,-12 12 12-1,-7 10 7-15,-17 2-1 16,-26 5 1-16,-14-7 1 0,-9-8 0 16,-1-10 0-16,5-12 0 15,11-10 0-15,13-8 12 16,16-6-10-16,15 0 43 15,7 0 1-15,18-10-20 16,24-8-26-16,16 2-1 16,14 0-12-16,5 6 11 15,2 4-11-15,-6 6-48 16,6 0-113-16,-22 0-474 0,-14 2-727 16</inkml:trace>
  <inkml:trace contextRef="#ctx0" brushRef="#br0" timeOffset="159830.65">7544 9573 1857 0,'0'0'574'0,"0"0"-395"0,0 0-20 0,0 0-110 0,85-102-23 15,-43 49 11-15,0-5-6 16,3-4-10-16,-8 0-21 16,-1 0 0-16,-9-1-1 15,-11 5-13-15,-8 2 14 16,-8 8 24-16,0 6 0 16,0 10 34-16,-10 12-12 0,-2 12-1 15,-3 8-30 1,-3 6-15-16,-5 26 0 0,-1 18 5 15,2 16 14-15,1 15 26 16,11 5-31 0,5 0 1-16,5-6 13 0,0-10-19 15,13-13 11-15,8-17-14 16,5-15-5-16,3-12 8 16,3-13-9-16,-1 0 0 15,2-24-6-15,0-15-52 16,1-6 19-16,-3-8 6 15,-2-1-6-15,-4 2 7 16,-6 10 14-16,-3 12 18 16,-9 16 46-16,-3 14-25 0,-4 0-21 15,0 24 8-15,0 8 8 16,-4 4 20-16,-3-4-21 16,1-6 17-16,4-10-5 15,2-10-26-15,0-6 0 16,0 0 0-16,15-10-1 15,9-12-22-15,5-2-38 16,7 0 28-16,-3 6 25 16,1 6-12-16,-5 8 18 15,-7 4-6-15,-2 6 7 16,-9 16-7-16,-4 4 7 0,-5 0-30 16,-2-4-46-1,0-10-186-15,-4-6-259 0,-5-6-375 0</inkml:trace>
  <inkml:trace contextRef="#ctx0" brushRef="#br0" timeOffset="160222.57">8386 8726 1530 0,'0'0'664'0,"0"0"-511"0,0 0-26 0,0 0 10 0,0 0-49 16,0 0 42-16,0 0 37 15,-29-11-91-15,49 7-58 16,7 4-13-16,-2 0-4 15,-2 4-1-15,-7 24 0 16,-11 12 9-16,-5 10 0 16,-7 6 35-16,-15-4 8 15,-3-4 16-15,8-9-34 0,5-14-4 16,12-7-16-16,0-10-13 16,25-5 30-16,15-3-31 15,9 0-49-15,5-14-57 16,12-3-176-16,-12 4-298 15,-14 4-315-15</inkml:trace>
  <inkml:trace contextRef="#ctx0" brushRef="#br0" timeOffset="160691.97">8711 9258 1631 0,'0'0'527'0,"0"0"-281"16,0 0 29-16,0 0-76 16,0 0-65-16,0 0-23 15,0 0-45-15,42-64-59 16,-37 82 10-16,-5 12 4 15,0 8 0-15,0 8 28 16,0-2-37-16,-5-1 24 0,1-12-32 16,0-8-2-16,4-11-2 15,0-10 9-15,0-2-9 16,10-9 0-16,11-19-50 16,6-6-30-16,2-9-41 15,-2-2-62-15,-4 3-6 16,-7 8 77-1,-7 12 112-15,-7 14 103 16,-2 8 46-16,0 12-83 0,0 18 32 16,-6 4-23-16,4 4-28 15,2-4-23-15,0-4 1 16,16-6-25-16,12-6-7 16,37-11-122-16,-8-6-523 15,1-1-1000-15</inkml:trace>
  <inkml:trace contextRef="#ctx0" brushRef="#br0" timeOffset="162012.9">9680 9396 345 0,'0'0'1264'0,"0"0"-893"0,0 0-115 0,0 0 43 15,0 0 72-15,0 0-149 16,0 0-68-16,39-6-91 15,-4-2-54-15,12 0 7 16,4 2-16-16,5 1-10 16,0 0 10-16,-3-1-96 15,9-4-108-15,-15 2-430 0,-11 0-301 16</inkml:trace>
  <inkml:trace contextRef="#ctx0" brushRef="#br0" timeOffset="162216.04">9956 9178 1935 0,'0'0'567'0,"0"0"-347"16,0 0-18-16,-35 102-82 16,26-54-28-16,5 5-17 15,2 1-39-15,2 0-12 16,0-6-24-16,0-6-30 0,4-2-97 15,11-12-353 1,1-12-303-16</inkml:trace>
  <inkml:trace contextRef="#ctx0" brushRef="#br0" timeOffset="162860.56">10766 9160 1482 0,'0'0'663'0,"0"0"-414"0,0 0 9 0,0 0-15 0,0 0-84 0,0 0-18 15,0 0-101 1,6-85-5-16,17 71-35 0,1 3-9 16,3 4 9-16,-1 7-1 15,-5 0-16-15,-8 25 16 0,-13 8-31 16,0 8 32-1,-25 9 6-15,-19 2-6 16,-10 2 13-16,-6-4-13 0,6-6 7 16,8-10 16-16,13-10-13 15,12-7 13-15,15-12-22 16,6-5 10-16,4 0 21 16,25 0-8-16,11 0-13 15,12-9-11-15,6-4-17 16,4-2-1-16,-2 1-52 15,13-4-87-15,-13 3-368 16,-14 3-344-16</inkml:trace>
  <inkml:trace contextRef="#ctx0" brushRef="#br0" timeOffset="163235.93">11173 9174 667 0,'0'0'1239'15,"0"0"-728"-15,0 0-353 16,0 0-85-16,0 0 27 16,0 0 16-16,0 0-7 15,13 136-30-15,-13-96-35 16,-4-4 4-16,-2-8-47 16,3-7 9-16,3-12 5 15,0-9-15-15,0 0 30 16,11-16-15-16,7-13-15 0,2-14-24 15,0-5-52 1,-4-4-14-16,-5 2 2 16,-4 8-23-16,-5 14 111 0,-2 14 133 15,0 14-15-15,-5 4-53 16,-7 26-20-16,2 4 6 16,10 4-9-16,0 0-14 15,10-4 21-15,21-4-49 16,6-8 0-1,10-6-40-15,0-8-90 16,1-8-238-16,-9 0-315 0,-12 0-953 16</inkml:trace>
  <inkml:trace contextRef="#ctx0" brushRef="#br0" timeOffset="163537.37">11806 9308 1681 0,'0'0'985'0,"0"0"-640"0,0 0-195 0,0 0-68 0,0 0-43 16,0 0 31-16,0 0-17 15,-7-10-53-15,-4 2-51 16,-9 4-137-16,3 4-468 16,1 0-305-16</inkml:trace>
  <inkml:trace contextRef="#ctx0" brushRef="#br0" timeOffset="164696.43">12263 9071 854 0,'0'0'1059'0,"0"0"-677"0,0 0-204 0,0 0-63 0,0 0 11 31,0 0 3-15,0 0-1-16,-25-43-60 0,25 36-46 15,12 5-1-15,1 2-21 16,1 0 1-16,3 0-2 16,1 19-11-16,-3 4 12 15,-3 9-1-15,-8 7-6 16,-4 5 7-16,-4 2 0 16,-21 0 10-16,-6-4 37 15,-2-4-26-15,4-8 12 16,6-9-6-16,10-12-17 15,6-3 16-15,7-6-11 16,0 0 3-16,20 0 10 16,11 0-26-16,7-8-3 15,5 1 1-15,-3-2-18 0,-3 4 17 16,-1-2-85-16,0 7-35 16,-10 0-229-16,-8 0-483 15</inkml:trace>
  <inkml:trace contextRef="#ctx0" brushRef="#br0" timeOffset="168691.76">13192 8897 1528 0,'0'0'528'0,"0"0"-315"0,0 0 49 0,0 0-44 0,0 0-105 16,0 0-4-16,26-86-21 16,-12 50-62-16,-1-4-16 15,-2-2 4-15,1-1-7 16,-6 1-10-16,-1 4 9 16,-3 6-6-16,-2 8 18 15,0 8 3-15,0 6 27 16,0 6-18-16,0 4-29 15,2 0-1-15,-2 2-21 0,2 22-10 16,3 14 30-16,0 16 1 16,1 12 0-16,1 5 5 15,-3 1-5-15,0-4-34 16,-2-8-119-16,-2 4-184 31,0-16-232-31,0-11-443 0</inkml:trace>
  <inkml:trace contextRef="#ctx0" brushRef="#br0" timeOffset="168879.81">13004 9192 1721 0,'0'0'671'0,"0"0"-407"16,0 0 12-16,0 0-105 15,0 0-123 1,119-8-27-16,-57-2 15 0,12 0-17 15,2 2-2-15,-1 2-17 16,-8 2-12-16,-12 4-86 16,-5 0-286-16,-19 0-284 15,-13 4-873-15</inkml:trace>
  <inkml:trace contextRef="#ctx0" brushRef="#br0" timeOffset="169320.58">13203 9346 1066 0,'0'0'1092'0,"0"0"-708"0,0 0-134 16,0 0-121-16,0 0-83 15,0 0-5-15,113-34 32 16,-88 34-43-16,-5 0-9 15,-7 20-9-15,-5 8-11 16,-8 6 10-16,0 4 20 0,-16 1 17 16,-5-7 9-16,2-4-39 15,5-10-4-15,7-10-3 16,7-8-10-16,0 0 36 16,0-8-37-16,17-16-34 15,2-7-30-15,-1-5-17 16,-1 4-17-16,-3 5-6 15,-7 9 66-15,-7 11 38 16,0 7 36-16,0 2-21 16,0 21 61-16,0 3-34 15,0-1 3-15,0 0 20 16,16-6-40-16,15-2 5 16,13-9-30-16,12-6-39 0,22-2-111 15,-16-10-492 1,-8-2-525-16</inkml:trace>
  <inkml:trace contextRef="#ctx0" brushRef="#br0" timeOffset="170133.12">13891 9210 1677 0,'0'0'927'0,"0"0"-644"0,0 0-202 0,0 0-54 0,0 0-8 15,117-122 13-15,-84 81-25 16,-2 0-6 0,-4-6-1-1,-10-1-43-15,-3 0-25 16,-7-4-14-16,-7 4 37 15,0 3 36-15,0 12 9 16,-9 12 66-16,-7 21 28 16,-1 3-82-16,-4 34-10 15,-1 20 32-15,4 11 36 16,4 8 7-16,8 0-20 16,6-4 3-16,0-6-20 15,9-9-40-15,15-11 22 16,8-14-22-16,3-14-6 0,6-12-7 15,1-6-24 1,0-6-28-16,-4-22-44 0,-4-6-78 16,-5-8-22-16,-6-2 39 15,-4 3 66-15,-9 8 104 16,-2 12 101-16,-6 11 142 16,-2 10-94-16,0 5-119 15,0 18 11-15,0 5 30 16,-2 3-17-16,-1-5-13 15,1-7-40-15,2-6 0 16,0-8 5-16,0-5 0 16,0 0-12-16,7-9-3 15,8-11-59-15,8-6-24 16,6-2-83-16,2 3 70 16,2 10 105-16,-2 7 32 0,-6 8 89 15,-5 0-98 1,-9 23 3-16,-4 8 14 0,-5 1-34 15,-2-2 8-15,0-2-14 16,0-4-17-16,0-8-235 16,4-10-466-16</inkml:trace>
  <inkml:trace contextRef="#ctx0" brushRef="#br0" timeOffset="170541.24">14762 8992 1200 0,'0'0'891'0,"0"0"-498"0,0 0-156 0,0 0-151 16,0 0-52-16,0 0-33 15,0 0-1-15,110 29 31 16,-97 10 3-16,-9 2 23 15,-4 4-4-15,0-3-4 16,0-6 2-16,-11-8-30 16,3-10-9-16,3-10-2 0,5-8-4 15,0-2 33 1,5-24-39-16,12-10-135 0,3-6-74 16,1-6 11-16,-4-1 43 15,-1 6 9-15,-3 8 126 16,-3 13 20-16,-8 14 279 15,0 8-5-15,-2 4-149 16,0 22-73-16,2 6 0 16,7 3 25-16,7 2-20 15,5 0-12-15,13-6-45 16,7-2-24-16,19-5-99 16,-10-8-389-16,-9-4-80 0</inkml:trace>
  <inkml:trace contextRef="#ctx0" brushRef="#br0" timeOffset="172502.93">7035 10164 1545 0,'0'0'518'0,"0"0"-292"0,0 0 16 0,0 0-95 16,0 0-14-16,0 0 0 0,0 0-54 16,39-42-12-1,-15 30 1-15,7 0-41 0,5 0-5 16,6 0-7-16,10 0-15 15,4 2 6-15,6 0-6 16,7 2 0 0,4 0-3-16,3 0 3 0,6 4 0 15,3-2 1-15,2 2 5 16,4 2-8-16,3-4 2 16,0 0 0-16,-1 0-1 15,-1-2-16-15,-3 0 15 16,-2 2-14-16,-5 0 16 15,-2 2 7-15,-2-2-7 0,-2 2 0 16,-3-2-7 0,-1-2-9-16,-3 2 15 15,-5-2-10-15,1 4 11 0,-5 0 4 16,-2-1-4-16,-4 5 0 16,-4-1-6-16,0 1-6 15,-2-2 6-15,0 2-3 16,1 0 7-16,2-2 2 15,0-2 0-15,3 2 6 16,-1-2-6-16,-2 1-12 16,3 2 11-16,-3-1 1 15,-2 2 0-15,3-2 0 16,-2 2 0-16,0-2-11 0,1 0 1 16,0 0 10-1,2-1-12-15,1 2 12 0,-1 1 0 16,3 0-5-16,-5 0 6 15,3 0-1-15,1 0 0 16,1 0 4-16,2 0-5 16,0 0 1-16,2 0 0 15,0 0 0-15,1 0 1 16,1 0-1-16,0 0 1 16,-1 0-1-16,-1 0 0 15,0 0-5-15,0 0 5 0,-2 0-2 16,2 0 16-16,1 0-14 15,1 0 0 1,3 0 0-16,1 0 0 0,3 0 0 16,2 0-1-16,3-3 1 15,1-1-5-15,4 1-4 16,-2 1 9-16,2 2 0 16,0 0 4-16,2 0-4 15,0 0 0-15,0 0-6 16,4 0 14-16,2 0-7 15,3 0-1-15,-3 0 0 16,2 0 0-16,-3 0 0 16,-3 0 0-16,-1 0 5 15,-4 0-5-15,-4 0-1 0,-3 0 1 16,-2 0 1-16,-5 2-1 16,-3 0-4-16,-5 2 4 15,-3-3-2-15,-4 2 0 16,-4-2 1-16,-1 2 1 15,1-3 0-15,-3 0 3 16,0 0-3-16,1 0 0 16,-1 0-1-16,1 0-1 15,3 0 2-15,-1 0 0 16,4 0 1-16,0 0 4 16,-3-4-4-16,2 1 5 15,-2-1-6-15,-1 3 1 16,-3-1-14-16,1-2 13 0,-1 0 0 15,-2 0 0-15,3 0 12 16,-1-2-12-16,0 2 0 16,0-3 1-16,0 3-5 15,0-2 4-15,-3 2 0 16,-1 0 9-16,-3-2-7 16,-4 2-2-16,-4 0 4 15,-6-2 7-15,-6 4-10 0,-4-2-1 16,-6 2 0-1,-5 1-1-15,0 1-5 0,-8 0-82 16,-11 0-285 0,-6 0-448-16</inkml:trace>
  <inkml:trace contextRef="#ctx0" brushRef="#br0" timeOffset="173599.12">11826 10487 1482 0,'0'0'616'0,"0"0"-459"0,0 0 17 0,0 0-47 16,0 0-24-16,0 0-43 0,0 0-29 16,18-76 0-1,14 76-31-15,1 0 0 0,-4 8-1 16,-8 18-13-16,-9 10 14 16,-12 8 14-16,0 5 9 15,-31 5 34-15,-16-2-4 16,-7-2-9-16,-3-6 4 15,3-10-33-15,9-8 17 16,12-8 1 0,11-8 11-16,13-6 4 0,9-4-38 15,0 0 32-15,29 0 8 16,11-2-50-16,13-10 10 0,10 2-10 16,3-2-16-1,0 0-34-15,11-4-91 16,-14 4-311-16,-14 2-186 0</inkml:trace>
  <inkml:trace contextRef="#ctx0" brushRef="#br0" timeOffset="173958.49">12321 10550 1395 0,'0'0'718'16,"0"0"-451"-16,0 0-206 15,0 0 21-15,0 0 26 16,0 0 12-16,24 119 21 16,-24-74-48-16,0-3-12 0,0-2-36 15,-4-10-45-15,2-8 19 16,2-12-19-16,0-8 1 16,4-2 10-16,16-16-11 15,4-14-93-15,3-10-118 16,0-8-39-16,-7-2-46 15,-7 0-70-15,-4 7 137 16,-9 15 229-16,0 19 349 16,0 9-43-16,-2 11-69 15,-5 22-103-15,7 5-4 16,0 2-39-16,11-4 14 16,20-4-33-16,12-6-68 15,28-10-4-15,-8-6-309 0,-7-8-550 16</inkml:trace>
  <inkml:trace contextRef="#ctx0" brushRef="#br0" timeOffset="177068.39">15863 9733 995 0,'0'0'849'0,"0"0"-622"0,0 0-66 0,0 0 83 0,0 0-32 16,0 0-39-16,0 0-34 16,-2-2-66-16,15-2-37 15,7 0 6-15,5-2-30 16,4 0 1-16,7 0-10 16,1 2-3-16,1 2-25 15,9 2-135-15,-13 0-321 16,-8 0-181-16</inkml:trace>
  <inkml:trace contextRef="#ctx0" brushRef="#br0" timeOffset="177220.05">15903 9906 1783 0,'0'0'776'16,"0"0"-554"-16,0 0-37 15,0 0-64-15,0 0-79 16,114-34-36-16,-67 20-6 15,13-1-40-15,-11 8-295 16,-14 0-387-16</inkml:trace>
  <inkml:trace contextRef="#ctx0" brushRef="#br0" timeOffset="178490.63">17031 9869 1431 0,'0'0'859'16,"0"0"-663"-16,0 0-167 0,0 0 0 0,0 0-20 0,120-144-7 15,-76 88 15-15,1-6-17 0,2-6 0 0,-2 0-46 16,-10-3-30 0,-8 1 14-16,-14 6 11 0,-9 2 51 15,-4 8 70-15,0 12 53 16,-12 9 63-16,-1 15 23 15,-6 14-107-15,-1 4-63 16,-5 18-39-16,2 25 0 16,-4 31 33-16,8 32 0 15,11-1 6-15,8-10-6 16,0-12-4-16,11-25-5 16,13 0-12-1,10-2-12-15,3-18 0 0,8-15-11 16,2-18 2-16,-2-5-16 15,-3-8-22-15,-7-18 5 16,-8-8-50-16,-9-6-45 0,-7-6-15 16,-7 0 82-16,-1 6 70 15,-1 8 24-15,-2 14 155 16,0 12-31-16,0 6-102 16,0 10-45-16,0 16 5 15,0 8 6-15,0 2 9 16,3-2-21-16,-1-2 0 15,2-4 0-15,3-8-54 16,1-12-257-16,4-8-343 16,-3 0-404-16</inkml:trace>
  <inkml:trace contextRef="#ctx0" brushRef="#br0" timeOffset="178928.55">17884 9551 1935 0,'0'0'343'0,"0"0"-189"0,0 0 24 0,-18 120 32 0,7-92-89 16,0-8-12-16,6-8-74 15,5-10-23-15,0-2 22 16,0-8-5-16,10-16-29 16,12-8-46-16,4-6-17 15,8 0-49-15,-1 4-7 16,-2 10 80-16,-4 12 39 15,-9 12 19-15,-9 6 1 0,-9 22 50 16,0 10-1-16,0-2 22 16,-11-2-48-16,2-10-1 15,4-10-13-15,5-14-22 16,0 0 25-16,19-16-32 16,10-16-24-16,6-2-11 15,3-2-13 1,2 2 2-16,-2 8 30 0,-2 8-4 15,-7 10 20 1,-5 8 22-16,-4 0-21 0,-4 22 1 16,-7 8-2-16,-5 6-8 15,-4 20-28-15,0-10-260 16,-11-6-542-16</inkml:trace>
  <inkml:trace contextRef="#ctx0" brushRef="#br0" timeOffset="179445.92">17274 10429 1617 0,'0'0'667'0,"0"0"-460"0,0 0 33 0,0 0-52 0,0 0-85 15,0 0-49-15,0 0-18 16,35-56-12-16,-22 56-24 15,-3 22 10-15,-2 12-2 16,-5 8 7-16,-3 4 10 16,0 2 1-16,-5-3-13 15,-5-9 34-15,0-8-47 0,6-10 6 16,1-10-5-16,3-8-1 16,0-2 0-16,0-20-13 15,11-12-62-15,1-8 24 16,1-7-73-16,-3 3-66 15,-4 4 91-15,-2 12 99 16,-1 14 26-16,-3 14 106 16,0 2-93-1,0 12-19 1,0 14 17-16,0 6-5 16,0 2 14-16,10-2-22 15,11-4 1-15,8-3-25 16,17-10-76-16,-5-6-265 15,-8-9-510-15</inkml:trace>
  <inkml:trace contextRef="#ctx0" brushRef="#br0" timeOffset="179636.61">17499 10463 836 0,'0'0'1495'15,"0"0"-965"-15,0 0-442 16,0 0-37-16,0 0-51 15,151-54 0-15,-95 46 17 16,4 4-17-16,-6 4-1 16,-6 0-165-16,-2 0-187 15,-15 6-168-15,-12 0-152 0</inkml:trace>
  <inkml:trace contextRef="#ctx0" brushRef="#br0" timeOffset="179853.29">17924 10271 1633 0,'0'0'592'0,"0"0"-392"16,0 0 9-16,0 0-115 15,0 0-67-15,123 2 57 16,-96 28 103-16,-3 8-104 16,-6 6-29-16,-12 4-42 15,-6 0-11-15,0-4 8 16,-19-4-9-16,-4-8-42 15,3-7-91-15,5-14-217 0,8-8-258 16,5-3-711-16</inkml:trace>
  <inkml:trace contextRef="#ctx0" brushRef="#br0" timeOffset="180056.69">18201 10383 1706 0,'0'0'879'15,"0"0"-593"-15,0 0-157 16,0 0-83-16,0 0-21 0,0 0 52 16,126 0-43-16,-76 0-4 15,3 0-30-15,0-4-6 16,-5-2-49-16,-11 0-168 16,-8-4-134-16,-14 2-192 15,-9 0-362-15</inkml:trace>
  <inkml:trace contextRef="#ctx0" brushRef="#br0" timeOffset="180213.4">18526 10189 1714 0,'0'0'586'0,"0"0"-472"16,0 0-1-16,0 0-37 16,-62 124 15-16,50-78 69 0,10 2-78 15,2-6-48 1,0-8-34-16,11-10-125 0,27-18-111 15,-4-6-150-15,-1 0-369 16</inkml:trace>
  <inkml:trace contextRef="#ctx0" brushRef="#br0" timeOffset="180589.58">18809 10178 1092 0,'0'0'706'16,"0"0"-555"-16,0 0 38 15,0 0 12-15,-12 127-12 16,10-87 12-16,2-4-40 0,0-8-71 16,0-6-60-1,8-8-15-15,5-6 6 0,0-8-21 16,3 0-9 0,1-12-2-16,1-10-53 15,3-8-2-15,2-8-34 0,8-2-30 16,6 0 41-16,3 2 20 15,6 5 69-15,1 9 149 16,-3 10-21-16,1 8-4 16,-9 6-46-16,-7 0-46 15,-11 8-1-15,-11 9-24 16,-7 2 38-16,-7 2-1 16,-24-3-26-16,-10 0-5 15,-5-2-13-15,-8-4-22 0,0-4-50 16,-19-2-193-16,13-4-239 15,9-2-660-15</inkml:trace>
  <inkml:trace contextRef="#ctx0" brushRef="#br0" timeOffset="181862.03">20275 8740 679 0,'0'0'1111'0,"0"0"-828"0,0 0-171 15,0 0 40-15,0 0-26 0,0 0-73 16,0 0-10-16,4-33 4 15,-4 33-22-15,0 0-16 16,0 0-8-16,0 0 1 16,0-3 28-16,0-1 35 15,0-1 77-15,5-8-63 16,12-5-52-16,10 0-27 16,9 3-10-16,1 4-7 15,2 11 8-15,-8 2-21 16,-11 30 18-1,-11 14-3-15,-9 11 15 0,-16 7 12 16,-28 2 23-16,-14-2 11 16,-9-4 24-16,0-7-47 15,4-9 14-15,17-14 14 16,13-10-25-16,17-9 10 0,11-8-35 16,5-3 33-16,12 0 10 15,26-6-32-15,12-12-12 16,16-2-17-16,32-8-74 15,-17 6-240 1,-11 1-527-16</inkml:trace>
  <inkml:trace contextRef="#ctx0" brushRef="#br0" timeOffset="182456.6">20783 9065 628 0,'0'0'1410'0,"0"0"-1115"0,0 0-200 0,0 0 65 0,0 0 83 16,0 0-162-16,0 0-15 15,94-122-47-15,-55 70-19 16,-1-4-51-16,-1-8-94 16,-12-3 22-16,-6-2 63 15,-9 0 59-15,-7 5 1 16,-3 10 95-16,0 14 123 15,-9 18-70-15,-8 19-67 16,-6 3-59-16,-4 37-7 0,3 17 30 16,1 16 6-16,10 14 3 15,9 5 39 1,4-3-63-16,0-8 3 0,20-12-32 16,6-12 5-16,7-16-10 15,6-13 4-15,-1-15-39 16,-1-10 24-16,-1-3-42 15,-3-22 34-15,-4-11-35 16,-2-7-9-16,0-3 43 16,-4 0 0-16,-6 10 24 15,-1 10 10-15,-10 18 29 16,-4 8-36-16,-2 12 11 16,0 18-2-16,0 6 28 0,-6 0-16 15,0-4 1-15,1-10 19 16,5-10-43-16,0-8-1 15,0-4 0-15,15-4-6 16,8-18-25-16,4-2-32 16,4 0-12-16,0 2 51 15,-2 8-8-15,-2 8 31 16,-8 6-7-16,-3 0-12 16,-5 16 20-16,-9 8-63 15,-2-2-136-15,0-4-44 16,0-6-314-16,0-10-770 0</inkml:trace>
  <inkml:trace contextRef="#ctx0" brushRef="#br0" timeOffset="182831.62">21567 8285 1159 0,'0'0'852'0,"0"0"-477"0,0 0-59 0,0 0-111 16,0 0-30 0,0 0-63-16,0 0-26 0,0-42-34 15,14 42-51 1,3 0-2-16,-3 22-9 0,-8 13 10 15,-6 8 1-15,0 10 12 16,-20 1 23-16,1-4 9 16,0-8-44-16,11-10 11 15,8-14-12-15,0-10-1 16,15-6-7-16,16-2-61 16,29 0-59-16,-6-10-426 15,-2-2-423-15</inkml:trace>
  <inkml:trace contextRef="#ctx0" brushRef="#br0" timeOffset="183269.86">21937 8813 1347 0,'0'0'629'0,"0"0"-250"16,0 0 140-16,0 0-327 15,0 0-100-15,0 0-44 16,0 0-40-16,45-28-7 16,-41 36-2-16,-2 20-12 0,-2 10 13 15,0 2 18-15,-8 2-12 16,-6-6 37-16,3-6-21 16,2-9-21-1,7-11 19-15,2-10-19 16,0 0 0-1,13-13-1-15,10-13-67 0,0-10-70 0,2-6-162 16,-2-6-43-16,-7 2-140 16,-8 4-40-16,-3 12 522 15,-5 15 481-15,0 15 1 16,-7 11-153-16,-9 21-102 16,5 6-110-16,5 2-38 15,6-6 5-15,0-4 0 16,24-8-14-16,10-4-70 15,6-6-28-15,2-6-72 0,14-4-124 16,-14 1-396-16,-6-3-630 16</inkml:trace>
  <inkml:trace contextRef="#ctx0" brushRef="#br0" timeOffset="186582.03">22770 8879 1497 0,'0'0'692'0,"0"0"-431"0,0 0 56 0,0 0-103 15,0 0-78-15,0 0-91 0,0 0-15 16,103-24 7-16,-54 22-37 16,2 0 7-16,1 2-7 15,-8-2-52-15,1 2-98 16,-14 0-217-16,-11-2-240 0</inkml:trace>
  <inkml:trace contextRef="#ctx0" brushRef="#br0" timeOffset="186769.52">23007 8650 1787 0,'0'0'694'0,"0"0"-499"0,0 0-80 16,0 0-39-16,0 0 36 15,0 117-28-15,-3-63-18 16,-1 4-53-16,0-2-13 16,4 15-39-16,0-17-303 15,0-14-528-15</inkml:trace>
  <inkml:trace contextRef="#ctx0" brushRef="#br0" timeOffset="187333.84">23869 8466 1976 0,'0'0'298'16,"0"0"-237"-16,0 0-2 15,0 0-26-15,0 0 83 16,-56 118 94-16,25-53-80 16,-5 4-42-16,1-6-30 15,4-11-24-15,6-14-4 0,10-16-29 16,5-10 0-16,8-10 23 15,2-2-8-15,0 0 8 16,14-6-21-16,10-6-3 16,5 0-21-16,9 4 3 15,2 0-15-15,4 4 6 16,-1 0-64-16,-1 0-31 16,-4-2-50-16,-5-2-84 15,-6-4 36-15,-7-4 11 16,-11-6-6-16,-9-5-81 15,0 0 118-15,-2-1 178 16,-13 3 178-16,-1 7 204 0,3 8 189 16,1 10-263-16,3 0-62 15,1 18-96-15,-2 17-89 16,6 13-23-16,-1 6-5 16,1 8-32-16,4 0-2 15,-2 19-49 1,2-17-246-16,0-14-430 0</inkml:trace>
  <inkml:trace contextRef="#ctx0" brushRef="#br0" timeOffset="192365.62">24411 9093 1659 0,'0'0'762'0,"0"0"-621"0,0 0-4 0,0 0 85 16,0 0-62-16,0 0-110 15,0 0-34-15,91-108 2 16,-53 68-18-16,1-2-1 15,-1-4-8-15,-5-4-37 0,-6-2 20 16,-8-7-20 0,-7 3 4-16,-4 0 32 0,-8 4-22 15,0 6 32 1,0 12 12-16,-8 12-6 0,-2 8 14 16,1 14-20-16,-5 0 1 15,-3 20 10-15,-4 24-11 16,1 16 54-16,-1 17 22 15,4 9-34-15,9 0 23 16,4-10-31-16,4-12-23 16,0-14 10-16,10-18-20 15,13-11-1-15,6-11 0 16,4-10-8-16,3 0-13 0,-3-13-27 16,-4-13-15-1,0-8 17-15,-6-6-45 0,-2-4 5 16,-3 0 19-16,-2 6 67 15,-5 8 19-15,-2 14 71 16,-5 12-26-16,-4 4-38 16,0 10-17-16,0 16 27 15,0 6 22-15,0 0-29 16,0-4 20-16,0-4-33 16,0-8-15-16,0-8 1 15,0-4-2-15,0-4-6 16,0 0 6-16,10-10-55 15,5-10 7-15,3-6-53 16,6-2-26-16,5-2 35 16,0 8 22-16,0 6 70 0,-4 14 80 15,-5 2-15-15,-7 12 4 16,-6 16-45-16,-3 4-12 16,-4 2 30-16,0-4-36 15,0-2-6-15,0-8-12 16,0-6-211-16,0-8-277 15,0-6-333 1</inkml:trace>
  <inkml:trace contextRef="#ctx0" brushRef="#br0" timeOffset="192725.54">25288 8682 1642 0,'0'0'383'0,"0"0"-199"0,0 0-12 0,0 0-37 15,0 0 8-15,0 0 48 16,40 143-82-16,-40-97-27 16,-2-4-28-16,-7-4-27 15,3-10-7-15,-1-8-19 16,5-12-1-16,2-8 21 16,0 0-7-16,6-15-14 15,14-16-53-15,4-11-78 16,3-10-89-16,0-6-26 15,-4-2-53-15,-4 7 132 16,-7 15 167-16,-8 20 253 0,-4 18 21 16,0 6-58-16,-4 29-6 15,-4 6-100-15,8 6-50 16,0-1 6-16,12-6-24 16,24-4-13-1,13-10-29-15,6-6-47 0,26-8-109 16,-15-6-522-16,-16-4-267 0</inkml:trace>
  <inkml:trace contextRef="#ctx0" brushRef="#br0" timeOffset="194035.68">20148 9589 1573 0,'0'0'545'0,"0"0"-399"0,0 0 79 0,0 0-60 0,0 0-50 16,0 0 39-16,0 0-52 15,47-12-59-15,-20 4-7 16,8 2-21-16,5 0-8 15,7 0 2-15,4 2-9 16,7 0 0-16,7 0 0 16,1 0 2-16,8 0-2 0,0 2 0 15,2 2 0-15,1 0-1 16,2 0 0-16,-2 0 1 16,2 2 0-16,-2 4-3 15,2-2 1-15,-2-2-35 16,1-1-4-16,0-1 19 15,0 0-11-15,-2 0 23 16,-2 0 8-16,-3 0-1 16,3-3 3-16,-3-3 0 15,4 2 0-15,1-2 7 16,4 2-7-16,3 0 0 16,0 2-12-16,4 0 15 15,1-3-3-15,3 4 0 0,3-3 0 16,2 0 0-16,2-1 0 15,2 4 0-15,3-3-1 16,2 1 2-16,-1 0-9 16,-2 1 8-16,4 0 0 15,-4-1 14-15,-2 2-12 16,3-2-2-16,-3 2 0 16,-4-2 7-16,-1 3-14 15,-1 0-2-15,-5 0 9 16,-2 0-3-16,-4 0 10 15,-1 0-7-15,-4 0 0 16,0 0 0-16,0 0 3 16,0 0-3-16,2 0 0 0,3 0-4 15,1 0 10 1,-1 0-6-16,1-1 1 0,-3-3 8 16,-6-2-9-16,-4 2-1 15,-8 0 1-15,-7-2 7 16,-11-1 5-16,-10 2-22 15,-8 0 11-15,-10 1-1 16,-8 3 0-16,-4-2-9 16,-5 3-13-16,0 0-16 15,0 0-113-15,-27 0 10 16,1 0-196-16,-6 0-472 0</inkml:trace>
  <inkml:trace contextRef="#ctx0" brushRef="#br0" timeOffset="195029.58">23183 10189 940 0,'0'0'779'0,"0"0"-473"0,0 0-35 0,0 0-1 0,0 0-2 16,0 0-114-16,0 0-34 16,-50-69-66-16,50 51-35 15,0-2 1-15,16 0-20 16,6 2-8-16,3 4 8 16,4 4-5-16,2 6 4 15,0 4-7-15,-2 0 5 16,-2 4-3-16,-4 16-13 15,-10 8 18-15,-11 8 1 16,-2 4-4-16,-7 6-2 16,-22 3 0-16,-6-3 6 0,-10-2 0 15,-6-6 6-15,-5-6-6 16,-2-6 0-16,-4-6 1 16,4-6-3-16,7-6-11 15,8-4-6-15,12-2 18 16,8-2-12-16,10 0 12 15,7 0 1-15,6 0-4 16,0 0 2-16,0-8-26 16,17-2-71-16,10-2-1 15,4 0 27-15,3 4 54 16,-1 4 18-16,-2 4 1 16,-4 0-5-16,-4 4 5 15,-8 14 0-15,-1 4 24 16,-4 2-16-16,0 0 28 0,5-2 22 15,3-4-1-15,11-5-5 16,9-6-25-16,8-7 1 16,12 0-13-16,2-6-15 15,3-13-151-15,11-16-153 16,-19 7-251-16,-12 0-614 0</inkml:trace>
  <inkml:trace contextRef="#ctx0" brushRef="#br0" timeOffset="195469.05">23621 10153 1506 0,'0'0'608'0,"0"0"-361"0,0 0-15 0,0 0-147 0,0 0-50 16,0 0 25-16,0 0 13 15,63 94 3-15,-61-50-34 16,-2-2-13 0,0-2-10-16,0-8-13 0,0-8-3 15,0-8-3-15,0-10 6 0,0-6 21 16,4 0-11 0,8-10 10-16,5-16-26 0,4-8-66 15,1-10-13-15,2-8-102 16,-1-7 36-16,-1 8 19 15,-2 4 98-15,-9 17 28 16,-6 16 150-16,-5 14 1 16,-3 8-116-16,-19 24 61 15,-1 12-6-15,4 5-7 16,9 1-20-16,10-2-10 16,0-6-7-16,23-6-34 15,18-14 15-15,14-8-27 16,14-12-41-16,7-2-2 0,22-10-113 15,-22-8-308-15,-14 2-495 16</inkml:trace>
  <inkml:trace contextRef="#ctx0" brushRef="#br0" timeOffset="201700.99">2601 12607 1687 0,'0'0'398'0,"0"0"-179"0,0 0 54 0,0 0-3 15,0 0-115-15,0 0-55 16,-2 0 2-16,2 0-39 15,0 0-18-15,0 0 0 16,0 0-30-16,6 0-8 16,11-2 31-16,16-4-32 15,12-2-6-15,6 0 7 16,7 0-7-16,-2 2-1 16,-3-1-59-16,-6 7-45 0,-10 0-155 15,-10 0-433-15,-13 7-646 16</inkml:trace>
  <inkml:trace contextRef="#ctx0" brushRef="#br0" timeOffset="201857.51">2751 12858 1422 0,'0'0'1237'0,"0"0"-979"15,0 0-168-15,0 0 40 16,0 0-82-16,132-15-36 15,-81 8-12-15,15 4-31 16,-12 2-300-16,-11 1-762 0</inkml:trace>
  <inkml:trace contextRef="#ctx0" brushRef="#br0" timeOffset="202672.53">3892 13178 1737 0,'0'0'746'0,"0"0"-642"0,0 0 7 0,0 0 109 0,0 0-147 16,0 0-46-16,109-134-15 16,-59 76 0-16,2-6-12 15,2-7-13-15,-2-2 7 16,-4-8-35-16,-7 1 32 15,-10 2 2-15,-12 1 7 16,-12 11-2-16,-7 12 8 16,0 16 26-16,-19 18 15 0,-13 18-45 15,-3 4-4 1,-6 34-11-16,1 22 13 0,5 30 36 16,12 33 9-16,15-5 12 15,8-12 5-15,0-17-53 16,24-29 19-16,12 0-19 15,8-6-8-15,7-16 10 16,5-20-11-16,2-14-23 16,-3-2 4-16,-3-22-50 15,-8-12-56-15,-10-8-114 16,-10-4 22-16,-8-4-2 16,-7 1 39-16,-7 8 169 15,0 8 11-15,-2 17 271 16,0 12 9-16,0 4-180 0,0 17-61 15,0 12 72-15,0 7-63 16,-2 0-4-16,2-1-18 16,0-8-25-16,0-4-1 15,0-9-17-15,6-10-131 16,8-4-131-16,4-6-67 16,-2-16-140-1,-3-2-251-15</inkml:trace>
  <inkml:trace contextRef="#ctx0" brushRef="#br0" timeOffset="203064.58">4818 12787 1785 0,'0'0'326'0,"0"0"-101"0,0 0 33 0,0 0-49 15,6 118-72-15,-6-89-5 16,-3-9-80-16,3-6-29 16,0-10-13-16,0-4 1 15,0 0 17-15,5-16-28 16,10-8-39-16,7-7-3 15,7-2-73-15,3 1-9 16,-1 3 36-16,0 7 52 16,-4 12 36-16,-10 10 0 15,-7 4 14-15,-8 20 53 16,-2 6-8-16,0-2 3 16,0-6 10-16,-4-9-43 0,4-9-6 15,0-4 5-15,8-6-1 16,19-20-27-1,9-3-119-15,1-1-7 0,5 2 30 16,-1 6 41-16,-6 6 37 16,-1 10 18-16,-7 6 11 15,-5 0 39-15,-7 24-20 16,-4 11-15-16,-6 5-15 16,-5 20-74-16,-16-8-124 15,-4-8-703-15</inkml:trace>
  <inkml:trace contextRef="#ctx0" brushRef="#br0" timeOffset="203597.37">4132 13714 1553 0,'0'0'655'0,"0"0"-495"0,0 0 6 0,0 0-42 0,0 0-56 16,0 0 43-16,0 0-35 15,135-32-31-15,-116 64 10 16,-7 6-29-16,-8 6 12 16,-4 4 7-16,0-4-10 15,-2-2 8-15,-10-10-31 16,6-8-12-16,1-8 13 16,5-14-7-16,0-2-4 0,0-7-2 15,11-22-52 1,5-11-23-16,-1-8-71 0,2-2-93 15,-5 2 47-15,-3 12 126 16,-6 16 66-16,-3 12 127 16,0 8-77-16,-7 12 40 15,-4 16 38-15,5 4-34 16,3 2 3-16,3-8-32 16,7 0-16-16,20-6-22 15,8-8-27-15,7-4 0 16,16-8-120-16,-11 0-378 15,-9 0-396-15</inkml:trace>
  <inkml:trace contextRef="#ctx0" brushRef="#br0" timeOffset="203770.55">4494 13790 1588 0,'0'0'865'0,"0"0"-612"16,0 0-60-16,0 0-87 15,133-36-76-15,-75 28-6 16,7 2-20-16,-3 2-4 16,-4 2-46-16,2 2-281 15,-18 0-275-15,-13-2-462 0</inkml:trace>
  <inkml:trace contextRef="#ctx0" brushRef="#br0" timeOffset="203989.58">4876 13573 1707 0,'0'0'750'0,"0"0"-427"16,0 0-166-16,0 0-84 15,0 0-13-15,0 0-21 16,123 81 7-16,-109-35-34 16,-10 8-11-16,-4 4 16 15,-4 2-17-15,-21-6 2 16,-2-4-2-16,3-11-75 15,8-17-103-15,8-11-304 16,8-11-400-16</inkml:trace>
  <inkml:trace contextRef="#ctx0" brushRef="#br0" timeOffset="204223.95">5146 13746 2213 0,'0'0'717'0,"0"0"-527"15,0 0-81-15,0 0-61 16,0 0-48-16,0 0 0 16,141-20 10-16,-101 16-10 0,-3 2-25 15,-3-2-85 1,-9 0-138-16,-7-6-55 0,-10-1-205 15,-3 2-213-15</inkml:trace>
  <inkml:trace contextRef="#ctx0" brushRef="#br0" timeOffset="204402.33">5412 13551 1687 0,'0'0'637'16,"0"0"-447"-16,0 0 11 15,0 0-32-15,0 0-46 16,-67 117-29-16,55-76-69 15,4 0-10-15,3-1-15 16,5-6-4-16,0-12-76 0,7-8-148 16,20-14-38-16,-5 0-109 15,2-8-580-15</inkml:trace>
  <inkml:trace contextRef="#ctx0" brushRef="#br0" timeOffset="204789.16">5603 13569 1061 0,'0'0'1019'0,"0"0"-736"0,0 0-101 16,0 0-92 0,0 0 37-16,0 0 40 15,0 0-57-15,0 77-42 0,2-51-38 16,7-4-28-16,1-2 14 16,0-4-16-16,-1-6 1 15,3-4 14-15,1-4-14 16,0-2 18-16,5-2-16 15,4-17-3-15,7-4-6 16,3-4-29-16,3 0-7 16,1 3 6-16,1 5-40 15,-3 9 39 1,-1 9 17-16,-6 1 13 0,-3 0 7 16,-5 15 0-1,-8 1 18-15,-5 3 12 0,-6-6 13 16,0 0 5-16,-11-8-23 15,-16 0 13-15,-6-5 10 16,-7 0-42-16,-5 0-6 0,1-2-2 16,-1-2-64-16,-8 0-130 15,8 4-282-15,12 0-475 16</inkml:trace>
  <inkml:trace contextRef="#ctx0" brushRef="#br0" timeOffset="206553.17">7309 12146 927 0,'0'0'808'0,"0"0"-520"0,0 0 18 0,0 0-7 16,0 0-14-16,0 0-112 16,0 0-47-16,-21-24-48 15,21 3-58-15,2 3-14 0,15-1-6 16,4 4-10-16,-1 9 9 15,-3 6-14-15,-3 3-6 16,-7 24 20-16,-7 15-20 16,-9 12 20-16,-27 7 1 15,-11 3 0-15,-11-6 0 16,0-10 0 0,0-13 0-16,4-16-9 0,10-15 9 15,9-4-1-15,10-5 0 16,14-20-6-16,11 0 5 15,3-6-10-15,28 7 8 16,11 4-8-16,9 10 12 16,7 8 0-16,5 2 0 0,-3 8 1 15,-2 14-2-15,11 6-58 16,-16-2-421-16,-11-10-466 0</inkml:trace>
  <inkml:trace contextRef="#ctx0" brushRef="#br0" timeOffset="206700.93">7744 12382 2633 0,'0'0'517'0,"0"0"-471"16,0 0-46-16,0 0-154 15,0 0-300-15,0 0-210 16</inkml:trace>
  <inkml:trace contextRef="#ctx0" brushRef="#br0" timeOffset="207227.29">8176 12126 1818 0,'0'0'647'0,"0"0"-496"16,0 0-78-16,0 0-42 16,0 0 8-16,0 0 11 15,0 0 43-15,-73-53-33 0,73 40-30 16,6-4-30 0,17 3-5-1,4 4 5-15,-3 8 0 0,3 2-2 0,-7 12 2 16,-8 20 1-16,-10 11 5 15,-2 7 15-15,-21 6 7 16,-16 0 11-16,-4-6 18 16,3-8-44-16,9-12 8 15,12-14-12-15,10-8 3 16,7-8 11-16,11 0 14 16,23-6-22-16,10-10 2 15,5 0-11 1,5 2-12-16,-4 2-11 15,16 4-80-15,-15 4-252 16,-9 2-548-16</inkml:trace>
  <inkml:trace contextRef="#ctx0" brushRef="#br0" timeOffset="209227.7">9139 11977 1642 0,'0'0'592'0,"0"0"-452"0,0 0-9 0,0 0-28 16,0 0-41-16,0 0-51 15,22-124 6-15,-8 80-14 16,-3-4 3-16,-5-2 0 15,1 1-5-15,-2 1-1 0,-5 6 12 16,2 8 24 0,-2 10 107-16,0 12-48 0,0 8-50 15,0 4-37-15,0 2-8 16,0 26-16-16,2 14 16 16,5 12 2-16,-1 12 27 15,2 5-29-15,-2 3 0 16,0-2 0-16,1-6-74 15,3 2-180-15,-6-18-320 16,0-13-535-16</inkml:trace>
  <inkml:trace contextRef="#ctx0" brushRef="#br0" timeOffset="209431.94">8988 12206 1617 0,'0'0'821'15,"0"0"-502"-15,0 0-110 16,0 0-72-16,118-37-75 16,-58 28-14-16,9-1 0 15,6 0-35-15,6 3-1 16,-6 3-12-16,-5 3-54 16,-10 1-82-16,-7 0-325 15,-14 0-102-15,-18 8-635 0</inkml:trace>
  <inkml:trace contextRef="#ctx0" brushRef="#br0" timeOffset="209963.79">9258 12366 1796 0,'0'0'666'0,"0"0"-462"16,0 0-19-16,0 0-102 0,0 0-54 16,0 0-23-1,0 0 7-15,23 38-1 0,-23-10 9 16,0 4 37-16,0 2-17 16,-4 1 14-16,-7-7-5 15,-1-4-40-15,2-8 11 16,3-4-21-16,5-8 1 15,2-2 16-15,0 0-17 16,0-2 6-16,0 0 1 16,0 0-6-16,0 0 7 15,0-6-8-15,2-12-12 16,13-8 3-16,10-10-39 16,4-5 30-16,6 0-53 15,1 0-5-15,-2 7 7 16,-8 10 17-16,-10 12 38 15,-11 8 4-15,-5 4 4 16,0 6 6-16,-13 16 55 0,-6 8 8 16,4 4 31-16,6 2-53 15,9-4-10-15,0-4 2 16,11-6-9-16,21-5 2 16,10-11-26-16,5-6-11 15,3 0-74-15,8-6-229 16,-10-8-358-16,-13 0-946 0</inkml:trace>
  <inkml:trace contextRef="#ctx0" brushRef="#br0" timeOffset="212467.3">10099 12334 1395 0,'0'0'406'0,"0"0"-243"0,0 0-46 0,0 0-21 16,0 0-23-16,119-114-22 15,-77 70-50-15,3-4-1 16,-5-5-27-16,-5-3-53 15,-8-4-17-15,-12-4 37 16,-8-2 60-16,-7 2 19 16,0 3 105-16,0 11 50 15,-13 10 12-15,2 16-57 16,-5 10-60-16,1 14-50 16,-2 0 9-16,-2 28-14 0,-1 22 29 15,1 18 53 1,4 17-32-16,7 5-29 0,2-2 23 15,6-8-40-15,0-9 6 16,16-17-11-16,7-12-11 16,6-12 17-16,2-14-19 15,3-12 1-15,1-4-1 16,-2-8-1-16,-1-16-37 16,-8-8-10-16,-1-4-8 15,-8-2 3-15,-4-1-11 16,-2 9 64-16,-4 8 16 15,-3 15 47-15,-2 7-19 16,0 1-37-16,0 25-5 16,-2 6 41-16,-7 3-30 15,4-3 7-15,0-6-2 0,5-8-17 16,0-8 2-16,0-8-3 16,5-2 0-16,9 0-1 15,-1-16-17-15,5-9-21 16,2-2-21-16,4-4-52 15,1 3 34-15,2 6 78 16,-3 11 18-16,-4 8 73 16,-4 3-76-16,-5 17-6 15,-4 15 30-15,-5 5-28 16,-2 3-1-16,0-1-9 16,0-5-1-16,0-10-8 15,0-14-197-15,7-8-261 16,6-2-288-16</inkml:trace>
  <inkml:trace contextRef="#ctx0" brushRef="#br0" timeOffset="212798.29">10999 12041 1696 0,'0'0'780'0,"0"0"-606"0,0 0-141 0,0 0 62 15,0 0 41-15,2 103 16 16,-2-63-56-16,0-2-18 15,-2-2-46-15,-2-10-20 0,4-8-2 16,0-8-4-16,0-10-6 16,0 0 0-16,0-14-4 15,16-16-58-15,-1-8-11 16,3-10-37-16,0-2 1 16,-2 4-40-16,-5 6 149 15,-5 13 31-15,-6 19 177 16,0 8-102-16,0 14-82 15,-6 18 14-15,1 4 11 16,5 3-17-16,0-2 5 16,21-4-24-16,12-5-13 0,11-8-4 15,25-6-101-15,-13-6-240 16,-7-8-512-16</inkml:trace>
  <inkml:trace contextRef="#ctx0" brushRef="#br0" timeOffset="213863.45">11971 12212 988 0,'0'0'345'0,"0"0"-132"0,0 0 38 0,0 0-34 15,0 0 25-15,0 0-10 16,0 0-9-16,-14 0-4 15,14 0-63-15,0 0-98 16,0 0-8-16,0 0-29 16,5 0-5-16,15-2 17 15,11 0-32-15,9 0 11 16,7 0-12-16,7 0-6 16,-3-2 6-16,-2 2-16 15,-5-3-55-15,-5 1-117 16,-6 1-177-16,-9-1-196 15,-12 0-360-15</inkml:trace>
  <inkml:trace contextRef="#ctx0" brushRef="#br0" timeOffset="214036.44">12194 12025 2121 0,'0'0'625'0,"0"0"-501"15,0 0 47-15,0 0-61 16,-23 147-62-16,23-97-22 16,0 0-2-16,0 0-23 0,0-2-2 15,14 8-90 1,10-16-287-16,5-9-485 0</inkml:trace>
  <inkml:trace contextRef="#ctx0" brushRef="#br0" timeOffset="214663.33">13339 11975 1415 0,'0'0'621'0,"0"0"-300"0,0 0-160 0,0 0-135 15,0 0 15-15,0 0 11 16,-158 103 32-16,100-62 14 16,0-2-35-16,11-7-11 0,9-8-20 15,18-10-8-15,14-10 10 16,6-4 18-16,17 0 25 15,26-2-49-15,12-10-28 32,7 2 12-32,8 2-12 0,-5 4-10 0,-7 2 8 31,-8 2-49-31,0 0-149 0,-15 0-186 0,-12 0-349 0</inkml:trace>
  <inkml:trace contextRef="#ctx0" brushRef="#br0" timeOffset="-214644.68">13441 12015 1795 0,'0'0'778'0,"0"0"-562"16,0 0-17-16,0 0-65 0,-42 122-65 0,31-77-13 15,5-1-13-15,3 0-43 16,3 0-7-16,18-4-107 15,13-12-472-15,5-12-856 0</inkml:trace>
  <inkml:trace contextRef="#ctx0" brushRef="#br0" timeOffset="-214096.51">14348 11626 1073 0,'0'0'1258'0,"0"0"-905"0,0 0-180 0,0 0-33 16,0 0-49-16,0 0-59 0,0 0-25 16,11-90-1-1,-7 54 5-15,2-2-11 0,-6-2-15 16,0 1 14-16,0 6-23 16,0 8 24-16,0 14 1 15,0 11 25-15,-8 5-26 16,0 31-5-16,1 17 5 15,3 11 3-15,4 8-3 16,0 4 0-16,0-2-5 16,0 19-125-16,0-19-201 15,0-18-314-15</inkml:trace>
  <inkml:trace contextRef="#ctx0" brushRef="#br0" timeOffset="-213939.93">14025 12091 1685 0,'0'0'981'0,"0"0"-651"16,0 0-180-16,0 0-93 15,130-16-9-15,-59 6 3 16,14 0-36-16,8 1 4 16,5 0-19-16,-4 5-41 15,3 4-109-15,-22 0-512 16,-25 0-363-16</inkml:trace>
  <inkml:trace contextRef="#ctx0" brushRef="#br0" timeOffset="-213469.18">14371 12310 1631 0,'0'0'615'15,"0"0"-442"-15,0 0-110 16,0 0 23-16,0 0 0 0,0 0-13 16,0 0 63-16,102 48-46 15,-102-10-17-15,0 5-3 16,0-7-32-16,0-4 5 15,-2-10-37-15,2-10 0 16,0-10 9-16,0-2 2 16,11-8 7-16,11-16-24 15,5-11-75-15,0-6-2 16,-2-8-71-16,-2 1-46 16,-4 6 117-16,-6 10 77 15,-6 14 161-15,-7 14 57 16,0 4-143-16,0 14-35 0,0 14-26 15,0 6 11 1,11 0 29-16,14-2-37 0,12-4-17 16,7-4-6-16,19-3-117 15,-10-7-357-15,-13-6-479 16</inkml:trace>
  <inkml:trace contextRef="#ctx0" brushRef="#br0" timeOffset="-211604.75">7007 13305 886 0,'0'0'916'0,"0"0"-620"0,0 0-28 0,0 0-76 15,0 0-48-15,0 0-42 16,0 0-11-16,15-33-25 0,1 27-54 16,6 1 10-1,5 1-14-15,6-2 2 0,8 2 14 16,3-3-24-16,10-1 9 15,8-3-2-15,7-3-6 16,4-3-1-16,6-1 0 16,6 0 1-16,1 2-4 15,3 2 10-15,4 0-8 16,3 0 1-16,1 2-26 16,1 0-6-16,-3-2-19 15,-1 0 17-15,-5 2 23 16,-2 0-8-16,-3 0 18 15,-1 2 0-15,2-2 1 16,0 2-11-16,1 2 11 0,3-2 0 16,2 2 6-16,3 2-6 15,-1-1 0-15,-1 6 0 16,1-1 0-16,-1 2-1 16,-1 0 1-16,-2 0 0 15,1 0-6-15,-1 0 13 16,-2-2-4-16,0 0-3 15,-5-2-1-15,1 1 1 16,-6-1-7-16,-1 3-14 16,-5 1-5-16,-2 0-32 15,-3 0 51-15,-2 0 1 16,-2 0 4-16,1 0-4 16,3 0-2-16,3-4 8 0,5-2 0 15,4-5 0-15,7 0 5 16,2 1-4-16,4-2 14 15,3-1 9-15,-1 3-24 16,3 2 0-16,2 0-8 16,0 2 5-16,0 2 3 15,3 3-12-15,-1-2 12 16,2 1-14-16,1 0 15 16,-1 0-1-16,0 2 1 15,0 0 0-15,-1 0 0 16,2 0-1-16,-6 0 0 15,4 0-1-15,-5 0-11 16,-2 0-8-16,-5 0 20 16,-3 0-14-16,-3 0 14 0,-5 0 0 15,-2 0 6-15,-3 0-12 16,-1 0 15-16,-4 0-9 16,1 0 0-16,0 0-3 15,3 0 3-15,-1 0-10 16,0 0 10-16,1-2 5 15,1 0 4-15,1-2-9 16,2 0 14-16,-1 2-8 16,3-2-6-16,3 2 1 15,1 0-1-15,0 0 0 16,6 0 0-16,-1-2 4 0,1 0-4 16,1 0 1-16,0-2 0 15,1 0 17-15,-1 0 7 16,-4 0 1-16,-8-2-16 15,-3 0 6-15,-9-2-16 16,-9 0 0-16,-14-2 4 16,-13 2-4-16,-11 0 0 15,-18 0-81-15,0 2-177 16,-8 2-695-16</inkml:trace>
  <inkml:trace contextRef="#ctx0" brushRef="#br0" timeOffset="-210163.49">11839 13790 2191 0,'0'0'511'0,"0"0"-396"0,0 0-71 0,0 0-38 16,-11-106 3-16,32 76-9 15,8 2-1-15,4 7 1 16,-2 16 12-16,-4 5-12 16,-12 32-15-16,-13 20 15 15,-2 18 41-15,-31 8-21 16,-17 2 10-16,-8-3 3 16,-4-14-32-16,2-13 15 15,6-19-5-15,8-19-4 16,11-12 13-16,10-10-20 15,12-24-2-15,11-6 2 0,0-5-14 16,27 4 5-16,9 10 8 16,3 15 1-16,9 16 18 15,2 4-17-15,6 30 34 16,4 8 1-16,7 7-35 16,7-5-1-16,41 0-11 15,-17-12-222-15,-7-16-505 0</inkml:trace>
  <inkml:trace contextRef="#ctx0" brushRef="#br0" timeOffset="-209504.23">16657 12615 568 0,'0'0'1452'0,"0"0"-893"0,0 0-247 0,0 0-85 0,0 0-87 0,0 0-57 31,0 0-48-31,58-8-1 16,-12 6-22-16,10 0 6 15,2-2-18-15,0 4-34 16,-7 0-54-16,-13 0-73 16,-21 2-343-16,-9 10-114 15,-8 2-951-15</inkml:trace>
  <inkml:trace contextRef="#ctx0" brushRef="#br0" timeOffset="-209362.98">16626 12847 1837 0,'0'0'689'0,"0"0"-567"15,0 0 112-15,0 0-8 16,0 0-106-16,139 14-87 16,-76-14-33-16,15 0-36 15,-18-2-256-15,-13 2-500 0</inkml:trace>
  <inkml:trace contextRef="#ctx0" brushRef="#br0" timeOffset="-175263.42">18009 12930 2016 0,'0'0'542'16,"0"0"-443"-16,0 0-10 0,0 0 87 0,0 0-63 15,0 0-84-15,78-87 6 16,-35 40 5-16,3-10-28 0,8-9-10 16,-1-6-2-16,-2-4 0 15,-4-5-9-15,-11 3-14 16,-12 4 2-16,-11 4 0 16,-13 12-9-16,0 9 29 15,-10 17 2-15,-13 17 3 16,-6 15 21-16,-4 7-24 15,-5 33 7-15,-7 31 32 16,1 33-19-16,13 0 26 16,8-9-25-16,19-11-13 15,4-24 18-15,8 4-26 16,21 0 4-16,8-14-5 0,7-15-33 16,2-13 17-16,2-14-32 15,-1-8-24-15,-5-3-70 16,-7-20-106-16,-4-12 31 15,-6-2 30-15,-10-6 17 16,-1 5 130-16,-10 10 40 16,-1 10 219-16,-3 10 52 15,0 8-125 1,0 4-110-16,0 20 78 16,-3 6-40-16,1 2-32 0,2 2-42 15,0-4-2-15,0-6-80 0,9-8-179 16,7-7-272-1,-3-9-389-15</inkml:trace>
  <inkml:trace contextRef="#ctx0" brushRef="#br0" timeOffset="-174887.36">18867 12661 1753 0,'0'0'549'0,"0"0"-387"16,0 0 30-16,-36 124 38 0,23-94-105 15,2-9-71-15,3-11-17 16,6-6-36-16,2-4 13 16,0 0 13-16,0-14-27 15,8-11-41-15,5-3-2 16,5 0 0-16,-1 4 14 0,-1 8-17 16,-1 12 37-16,-3 4 9 15,-7 20 6-15,-3 16 45 16,-2 4-15-16,0 0-7 15,0-9 19-15,0-12-42 16,2-12 2-16,13-7 7 16,10-8-15-16,8-20-51 15,8-8-129-15,1-3-24 16,2-1 109-16,-3 6 53 16,-8 8 42-16,-4 10 19 15,-10 12-2-15,-3 4 8 16,-9 16 11-16,-5 16 14 0,-2 6-27 15,-2 22-23-15,-13-7-212 16,1-11-965-16</inkml:trace>
  <inkml:trace contextRef="#ctx0" brushRef="#br0" timeOffset="-173976.49">18014 13531 1689 0,'0'0'646'0,"0"0"-461"0,0 0-101 0,0 0 48 0,0 0-41 15,0 0-41-15,0 0 11 16,39-94-28-16,-16 90 1 16,-3 4-20-16,-2 16-13 15,-5 20 13-15,-4 14 27 16,-9 6 0-16,0 7 14 0,0-3-43 16,-6-4 6-16,-6-12-18 15,5-8 6-15,5-14-9 16,0-12 3-16,2-8 0 15,0-2-6-15,4-10-7 16,10-20-38 0,4-8-58-16,-2-14-119 15,-3-4 18-15,-5-1-53 0,-3 7 46 16,-2 14 217-16,-3 16 96 16,0 14 168-16,0 6-133 15,-10 17-3-15,1 10 33 0,5 7-71 16,4-1-8-16,0-1-18 15,11-2-47-15,16-6-2 16,8-2-15-16,3-8-89 16,20-10-223-16,-11-2-330 15,-9-2-775-15</inkml:trace>
  <inkml:trace contextRef="#ctx0" brushRef="#br0" timeOffset="-173804.15">18321 13596 1573 0,'0'0'842'0,"0"0"-459"0,0 0-92 0,0 0-177 0,0 0-75 15,0 0-36 1,0 0-3-16,158-25 0 0,-104 25-40 16,-6 0-119-1,2 4-222-15,-13 4-299 0,-14-2-549 0</inkml:trace>
  <inkml:trace contextRef="#ctx0" brushRef="#br0" timeOffset="-173598.36">18691 13385 1579 0,'0'0'648'0,"0"0"-414"16,0 0-18-16,0 0-122 15,0 0 15-15,0 0-27 16,64 106-39-16,-64-51 5 15,-20 0-42-15,-7-1-6 16,1-4 0-16,2-9-151 16,5-9-122-16,9-12-322 15,7-12-1007-15</inkml:trace>
  <inkml:trace contextRef="#ctx0" brushRef="#br0" timeOffset="-173395.12">18858 13573 1753 0,'0'0'1027'0,"0"0"-808"16,0 0-169-16,0 0-23 16,0 0-27-16,120-8 12 15,-73 7-12-15,-1-2-5 16,0-1-83-16,-2 0-260 15,-9 0-231-15,-10 1-233 0</inkml:trace>
  <inkml:trace contextRef="#ctx0" brushRef="#br0" timeOffset="-173240.45">19212 13367 1018 0,'0'0'1091'15,"0"0"-731"-15,0 0-124 16,0 0-53-16,-103 130-92 15,84-84-49-15,5-2-42 16,7-4-5-16,7-5-179 16,7-10-280-16,11-10-623 15</inkml:trace>
  <inkml:trace contextRef="#ctx0" brushRef="#br0" timeOffset="-172833.56">19375 13405 1908 0,'0'0'494'0,"0"0"-444"15,0 0 80-15,0 0-29 16,0 0-23-16,-7 116-5 16,7-86-39-16,0-2-22 15,0-6 15-15,11-5-26 16,1-9 0-16,1-7-1 15,5-1-42-15,1-9-31 16,6-16-26-16,4-7-17 16,0-6 17-16,2-2 16 15,0 0 77-15,-2 8 6 16,1 10 81-16,-1 10 47 16,-5 10-46-1,-2 2-12-15,-2 4-6 16,-7 14-16-16,-8 0 46 0,-5 2 9 0,0-2-44 15,-11-4-17-15,-18-2-33 16,-9-2 0-16,-11-6-9 16,-4-4-35-16,-3 0-83 15,-15 0-197-15,13 0-262 16,11-4-1211-16</inkml:trace>
  <inkml:trace contextRef="#ctx0" brushRef="#br0" timeOffset="-170066.38">21240 12007 1139 0,'0'0'530'0,"0"0"-315"0,0 0 34 0,0 0 72 16,0 0-50-16,0 0-58 16,0 0-36-16,-31-42-92 15,21 32-35-15,4 0-28 16,-1-4-13-1,5-2 21 1,2-2-29-16,0 2-1 0,9 2 0 16,9 4-9-16,-1 10 3 15,4 0-10-15,-6 24-4 16,-8 16 13-16,-7 10 1 16,-2 7 6-16,-29 2-6 15,-14 4 12-15,-9-9-15 16,-3-6 9-16,-3-10 0 15,2-14-8-15,8-12-4 0,10-10-9 16,14-2 11 0,15-6 7-16,11-14-9 15,4-2 12-15,27 4 0 0,13 2-12 16,10 8 18 0,4 8-6-16,0 0 0 0,0 2-62 15,9 20-255-15,-16-2-329 16,-11-4-820-16</inkml:trace>
  <inkml:trace contextRef="#ctx0" brushRef="#br0" timeOffset="-169439.66">21496 12364 1935 0,'0'0'657'0,"0"0"-480"15,0 0-101-15,0 0-28 0,0 0-33 16,96-134-2-16,-70 88-13 15,1-2-9-15,-4-5-65 16,-6 1-26-16,-6-2 36 16,-6-4 11-16,-5 2 48 15,0 5 5-15,0 12 134 16,-7 13 94-16,-4 18-83 16,0 8-92-16,-3 19-29 15,1 26-23-15,-1 15 22 16,8 8 41-16,6 4-40 15,0-6 10-15,6-6-21 16,15-7-12-16,6-13-2 16,4-10-4-16,2-10-30 0,3-10 2 15,1-10-44 1,0 0-11-16,-2-20-77 0,-3-10-60 16,-3-6 39-16,-3-2 37 15,-4 3 149-15,-6 8 0 16,-7 9 172-16,-5 13 118 15,-4 5-187-15,0 14-73 16,0 18 56-16,0 4-29 16,-9 3-9-16,5-3-8 15,0-6-39-15,2-8 10 16,2-8-11-16,0-8 0 16,0-6-11-16,0 0 2 15,4-16-42-15,9-8-46 16,7-8-44-16,5-2-4 15,1 2 38-15,3 4 56 0,-2 7 51 16,-7 16 83-16,-5 5 19 16,-5 9-13-16,-6 19-44 15,-4 7-13-15,0-1-31 16,0 0 0-16,0-6-1 16,-6-8-178-16,0-10-151 15,6-6-625-15</inkml:trace>
  <inkml:trace contextRef="#ctx0" brushRef="#br0" timeOffset="-169096.02">22360 11993 1835 0,'0'0'738'0,"0"0"-567"0,0 0-81 0,0 0 25 0,0 0-27 15,2 135-1-15,-6-94-14 16,-4 0-41-16,0-7-25 15,4-8-1-15,4-10-5 16,0-12-1-16,0-4 1 16,0-8-1-16,14-22-21 15,3-6-42-15,1-11-32 16,3-3-5-16,-4 2-58 16,-3 6 158-16,-6 12 39 0,-3 16 157 15,-5 14-8 1,0 0-120-16,-2 22-40 0,-7 10 11 15,5 7-27-15,4 1 40 16,0 0-31-16,4-2-21 16,20-4-6-16,7-6-113 15,16-6-85-15,-5-6-382 16,-9-6-429-16</inkml:trace>
  <inkml:trace contextRef="#ctx0" brushRef="#br0" timeOffset="-168360.43">20551 12843 1485 0,'0'0'542'0,"0"0"-449"0,0 0 56 0,0 0 17 0,0 0-34 15,0 0 25-15,0 0 10 16,-29-76-40-16,36 70-28 16,15 4-78-16,13 0 3 15,13 2-6-15,14 0 1 16,16 0 29-16,31 0-40 15,41 0 1-15,41-2 12 16,19-8-20-16,-3 0 5 16,-16 0-6-16,-26 4 8 15,-11 0-4-15,-9 4-4 16,-16 0 0-16,-22 2 0 16,-25 0-13-16,-22 0 13 15,-10 0 0-15,0 0 1 0,4-2 0 16,-5 2-1-16,-11 0 0 15,-11 0-1-15,-12-2 6 16,-5 2-16-16,-8 0-11 16,-2-2-23-16,0-2-44 15,0 2-253-15,0-2-268 0</inkml:trace>
  <inkml:trace contextRef="#ctx0" brushRef="#br0" timeOffset="-167732.35">21616 13186 1318 0,'0'0'894'0,"0"0"-608"0,0 0-167 0,0 0-57 15,0 0 20-15,0 0-36 16,78-116 28-16,-49 106 6 16,-4 10-26-16,-3 0-11 15,-5 16-34-15,-7 16 24 16,-6 13 27-16,-4 5-19 16,0 5 25-16,-14 3-21 0,-5-3-29 15,-1-5 18-15,0-10-14 16,4-8-20-16,5-14 24 15,9-8-24-15,2-10 6 16,0 0 4-16,17-26-10 16,15-14-37-16,5-12-21 15,6-8-28-15,-1 0 26 16,-9 7 0-16,-8 16 60 16,-14 16 42-16,-11 21 15 15,-2 0-33-15,-18 26 20 0,0 10-17 16,7 5 31-1,13-1-22-15,6-2 6 0,36-6-15 16,19-6-27-16,19-8-5 16,56-18-131-1,-20 0-437-15,-8 0-1428 0</inkml:trace>
  <inkml:trace contextRef="#ctx0" brushRef="#br0" timeOffset="-159362.48">23420 12643 1124 0,'0'0'354'0,"0"0"-215"0,0 0 19 0,0 0-9 0,0 0-71 0,0 0-8 16,-10-32-23-1,10 28 22-15,0 2 29 0,0 0-5 16,0 2 20 0,0 0-37-16,0 0-12 0,0 0-13 15,0 0 1-15,0 0 24 16,0 0-4-16,0 0-37 16,0 0-11-16,8 0-24 15,8 0 0-15,11 0 6 16,7 6-5-16,8-2 9 15,3 0-9-15,1-2 0 16,-1 0-1-16,-1 0-79 16,-6 2-133-16,-5 6-102 15,-10-2-329-15,-9 2-650 0</inkml:trace>
  <inkml:trace contextRef="#ctx0" brushRef="#br0" timeOffset="-159206.24">23459 12858 1670 0,'0'0'593'16,"0"0"-463"-16,0 0 123 16,0 0 15-16,0 0-133 15,115 0-60-15,-63-3-50 16,4 2-19-16,-5 1-6 16,14 0-81-16,-17 1-389 15,-7 9-415-15</inkml:trace>
  <inkml:trace contextRef="#ctx0" brushRef="#br0" timeOffset="-158030.09">24644 13078 1482 0,'0'0'721'0,"0"0"-583"0,0 0-64 0,0 0 30 15,0 0-76-15,0 0-15 16,120-146-11-16,-80 92-2 16,-1-5-33-16,-6-5-56 15,-2-4-16-15,-6-2-15 0,-8-4 36 16,-6-1 46 0,-8 5 33-16,-3 10 5 0,0 10 146 15,-9 16 70 1,-6 12-1-16,-6 14-60 0,1 8-97 15,-4 10-31-15,-1 28 9 16,3 14 25-16,1 18 17 16,11 12-24-16,5 8-2 15,5-1-31-15,0-7 2 16,21-10-17-16,8-13-6 16,8-15 12-16,5-15-12 15,3-12-11-15,2-16-5 0,-2-1-52 16,-8-15-69-16,-3-17-77 15,-7-8 28-15,-10-4-20 16,-3-3 10-16,-8 5 168 16,-4 14 28-16,-2 12 294 15,0 16 1-15,0 0-187 16,0 24-13-16,-4 8 25 16,-2 4-56-16,1-2-4 15,2-1-19-15,3-9-40 16,0-6 12-16,0-6-13 15,10-11-25-15,5-1 11 16,5 0-23-16,5-19-38 16,0-6-36-16,1-1-53 0,-2 1 49 15,-1 7 60-15,-3 7 55 16,-9 11 14-16,-2 2 18 16,-7 20 113-16,-2 5-23 15,0-2-43-15,0-3-2 16,0-8-44-16,0-7-32 15,0-7 29-15,0 0 1 16,18-17-25-16,13-9-6 16,7-2-45-16,7-2 11 15,1 6-8-15,-1 8 20 16,-5 10 21-16,-6 6-8 0,-8 0 3 16,-8 24-2-16,-9 9-2 15,-7 7 8-15,-2 24-13 16,-11-12-189-16,-9-6-398 15</inkml:trace>
  <inkml:trace contextRef="#ctx0" brushRef="#br0" timeOffset="-157567.91">24687 13546 2096 0,'0'0'377'0,"0"0"-270"0,0 0 31 0,0 0-27 0,0 0-65 16,0 0 8-16,0 0-5 15,96-75-40-15,-77 103-7 16,-3 10 22-16,-12 11 9 15,-4 5 29-15,0 0-11 16,0-4-19-16,-8-8-2 16,0-12-30-16,6-10 1 15,2-12 2-15,0-8-2 0,0-2-2 16,12-22-25-16,3-12-64 16,1-8-40-16,-3-7-51 15,-3 1 31-15,-4 9 55 16,-4 10 95-16,-2 15 159 15,0 14 56-15,0 2-148 16,0 17-16-16,0 8 3 16,0 5-8-16,5 1 1 15,17-5-31-15,7-4-4 16,7-6-12-16,16-4-78 16,-6-11-289-16,-13-1-371 0</inkml:trace>
  <inkml:trace contextRef="#ctx0" brushRef="#br0" timeOffset="-157417.65">25041 13611 2056 0,'0'0'631'0,"0"0"-507"16,0 0 40-16,120-46-102 16,-68 32-49-16,0 2 2 15,2 4-15-15,-4 4-6 16,-8 4-183-16,-11 0-319 15,-13 0-178-15</inkml:trace>
  <inkml:trace contextRef="#ctx0" brushRef="#br0" timeOffset="-157200.47">25424 13425 1295 0,'0'0'951'0,"0"0"-561"15,0 0-99-15,0 0-148 16,0 0-89-16,0 0-18 15,0 0-10-15,111 14-25 16,-111 22 13-16,0 8-13 16,-15 1-1-16,-16-2 0 15,-2-3-31-15,-4-3-56 16,8-9-84-16,12-6-164 0,10-8-239 16,7-8-472-16</inkml:trace>
  <inkml:trace contextRef="#ctx0" brushRef="#br0" timeOffset="-156965.48">25612 13583 1121 0,'0'0'1197'0,"0"0"-638"16,0 0-401-16,0 0-89 15,0 0-38-15,112-68-17 16,-78 64-2-16,-3 4-5 15,0 0-7-15,-6 0-18 16,-5 0-64-16,-7 2-168 16,-3-2-39-16,-6 0-172 15,-4 0-156-15</inkml:trace>
  <inkml:trace contextRef="#ctx0" brushRef="#br0" timeOffset="-156840.16">25892 13361 1655 0,'0'0'629'0,"0"0"-527"15,0 0 19-15,0 0-22 16,-62 102-38-16,46-58-9 16,5 2-22-16,7-2-30 15,4-5-17-15,8-6-169 16,13-12-202-16,2-11-375 0</inkml:trace>
  <inkml:trace contextRef="#ctx0" brushRef="#br0" timeOffset="-156432.35">26139 13383 1520 0,'0'0'473'0,"0"0"-393"16,0 0 78-16,0 0 8 16,0 0-18-16,-2 108-33 15,2-74-23-15,0-2-38 16,2-2-30-16,9-8-2 15,0-8-20-15,1-5 8 0,1-9 21 16,1 0-2-16,3-5-2 16,3-15-27-16,5-5-3 15,6-6 3-15,5-3-15 16,1 2 14-16,5 2 1 16,-3 6 0-16,-6 10 15 15,-4 10 12-15,-7 4-9 16,-8 2-4-16,-6 16-13 15,-8 0-1-15,0 2 27 16,-10-2 25-16,-17-4-3 16,-7-6-22-16,-5-6-16 15,-9-2 11-15,-3 0-22 16,-4-12-5-16,-1-4-37 16,4 2-119-16,-8 6-113 15,14 4-312-15,9 4-621 16</inkml:trace>
  <inkml:trace contextRef="#ctx0" brushRef="#br0" timeOffset="-154973.21">27694 11963 1622 0,'0'0'359'0,"0"0"-103"0,0 0 48 0,0 0-19 15,0 0-131-15,0 0-47 16,0 0-20-16,-75-54-39 16,75 32-19-16,0-2-4 15,0 4-25 1,15 4 0-16,5 10-16 0,-1 6-5 15,-9 18 12-15,-10 24-11 16,0 16 12-16,-27 10 7 16,-17 3-2-1,-9-3 3-15,-5-10 1 0,4-14 0 16,8-14 11-16,7-14-12 0,13-14 10 16,10-2 10-1,7-8-11-15,9-12 12 0,0-2-5 16,18 0-4-16,15 6-12 15,12 8-2-15,11 6 2 16,6 2 0-16,7 2-9 16,4 14 1-16,23 8-113 15,-18-4-361-15,-11-4-371 0</inkml:trace>
  <inkml:trace contextRef="#ctx0" brushRef="#br0" timeOffset="-154469.71">28568 11632 1957 0,'0'0'738'0,"0"0"-611"0,0 0-85 0,0 0-27 0,22-106 3 16,-13 66-8-16,0-4-10 15,0-2-13-15,-3 1-36 16,-1 1-21-16,2 8 38 16,-3 6 32-16,0 10 32 15,1 12 121-15,-3 8-60 16,0 0-62-16,2 24-29 15,0 14 19-15,-4 12 16 0,0 12-16 16,0 9-12 0,0 5-9-16,0 6-4 0,-8 24-132 15,-3-17-242-15,-2-19-395 0</inkml:trace>
  <inkml:trace contextRef="#ctx0" brushRef="#br0" timeOffset="-154314.84">28313 12101 1026 0,'0'0'1505'16,"0"0"-1137"-16,0 0-161 0,0 0-35 15,121-28-94 1,-61 16-41-16,12 0-28 0,3 0-9 16,4 4-15-16,-6 2-79 15,2 6-186-15,-19 0-502 16,-18 0-830-16</inkml:trace>
  <inkml:trace contextRef="#ctx0" brushRef="#br0" timeOffset="-153873.46">28741 12212 1647 0,'0'0'815'0,"0"0"-516"15,0 0-91-15,0 0-113 16,0 0-71-16,0 0 5 16,0 0-9-16,81-54-19 15,-72 80-2-15,-9 8 1 16,0 6 0-16,-3 0 23 16,-10-2 7-16,2-8 9 0,2-10-20 15,5-6-13 1,4-11 8-16,0-3-1 0,0-3-7 15,17-19-6-15,8-12-54 16,2-8-21-16,-1-2-47 16,-1 2-28-16,-8 6 150 15,-5 14 4-15,-7 11 151 16,-5 11-24-16,0 0-108 16,0 15-5-16,0 9-2 15,0 6 23-15,15 0 15 16,11-2-39-16,12-2-15 15,7-4-16-15,7-6-88 16,17-2-147-16,-13-4-326 0,-12-4-372 16</inkml:trace>
  <inkml:trace contextRef="#ctx0" brushRef="#br0" timeOffset="-153199.41">27396 12883 1744 0,'0'0'527'0,"0"0"-361"0,0 0 96 0,0 0-40 0,0 0-111 15,0 0-78-15,0 0 0 16,182-10-8-16,-52 13 7 0,48 3 3 16,31-5-34-16,9-1 10 15,-4 0 2 1,-24-10 4-16,-14-4 17 0,-18-2-20 15,-19 5 7-15,-33 0-17 16,-25 5-4-16,-28 0-12 16,-15 2-45-16,0 2-52 15,-7 2-114-15,-9 0-233 16,-13 0-246-16</inkml:trace>
  <inkml:trace contextRef="#ctx0" brushRef="#br0" timeOffset="-152697.78">28363 13734 1373 0,'0'0'958'0,"0"0"-768"0,0 0 137 0,0 0-148 0,0 0-94 16,91-127-35 0,-49 69-35-16,1-8-3 0,-1 0 4 15,-4 4-16 1,-9 8 15-16,-7 14 17 0,-11 13 35 15,-7 18 29-15,-4 9-66 16,0 1-30-16,0 31 1 16,-4 15 0-16,-2 13 13 15,-3 10-14-15,3 4-5 16,-2-4-54-16,6 15-108 16,0-22-349-16,2-14-518 0</inkml:trace>
  <inkml:trace contextRef="#ctx0" brushRef="#br0" timeOffset="-150762.59">29971 12579 1337 0,'0'0'801'0,"0"0"-511"0,0 0 166 15,0 0-264-15,0 0-85 0,0 0-19 16,0 0-15-16,0-4-40 16,27 4-9-16,9 0-13 15,11 0-11-15,6 0 2 16,-2 4-2-16,-1 2-27 15,-11 4-60-15,-10 8-118 16,-16-2-482-16,-10 0-1104 0</inkml:trace>
  <inkml:trace contextRef="#ctx0" brushRef="#br0" timeOffset="-150605.52">29831 13064 2034 0,'0'0'463'0,"0"0"-372"15,0 0 214-15,0 0-142 0,130 8-98 16,-70-12-65 0,4-8-20-16,14 4-193 15,-16 2-331-15,-13 4-783 0</inkml:trace>
  <inkml:trace contextRef="#ctx0" brushRef="#br0" timeOffset="-149302.03">31132 12186 1443 0,'0'0'580'0,"0"0"-455"0,0 0 19 0,0 0-31 16,0 0-12-16,0 0-1 16,0 0 40-16,-133 36 10 0,119 12-36 15,8 2-21 1,6 2-27-16,2-2-32 0,25-10 5 16,6-5-27-16,9-11-4 15,5-10 8-15,2-8-16 16,-2-6-1-16,-7-2-16 15,-11-16-19-15,-13-6 17 16,-14-7-4 0,-2-7-4-16,-12 0 21 0,-15-2 6 15,2 2 11-15,-4 8 35 16,2 10-26-16,2 8-20 16,2 12-21-16,2 10-113 15,5 20-242-15,3 2-347 0</inkml:trace>
  <inkml:trace contextRef="#ctx0" brushRef="#br0" timeOffset="-148924.78">30892 12876 1408 0,'0'0'863'0,"0"0"-640"0,0 0 143 0,0 0-94 16,0 0-92-16,0 0-56 16,0 0-61-16,118-26-36 31,-49 12-26-31,11-3-1 16,2 3-1-16,-1 2-32 0,-8 4-30 0,-13 4-83 0,-13 4-211 15,-16 0-368 1,-15 8-993-16</inkml:trace>
  <inkml:trace contextRef="#ctx0" brushRef="#br0" timeOffset="-148566.21">30960 13551 1482 0,'0'0'899'0,"0"0"-740"0,0 0 63 15,0 0-79-15,114-122-87 16,-74 74-37-16,-6-2-18 16,-3 3 14-16,-9 7-13 15,-3 8 25-15,-11 13 35 16,-4 6 43-16,-4 11-1 15,0 2-58-15,0 4-45 16,0 22 11-16,0 13 8 16,0 11 1-16,-2 6-21 15,2 6 0-15,0-4-67 16,0 4-107-16,11-14-488 16,5-16-750-16</inkml:trace>
  <inkml:trace contextRef="#ctx0" brushRef="#br0" timeOffset="-148033.49">31922 12711 1942 0,'0'0'529'0,"0"0"-149"0,0 0-86 0,0 0-118 0,0 0-57 16,0 0-50-16,0 0-30 16,46-10-28-16,-6 8-11 15,7 2-12-15,3 0-51 16,0 0-14-16,-8 0-44 15,-11 16-157-15,-13 0-329 0,-13 0-323 16</inkml:trace>
  <inkml:trace contextRef="#ctx0" brushRef="#br0" timeOffset="-147876.49">31830 12988 1440 0,'0'0'830'0,"0"0"-609"16,0 0 250-16,0 0-246 15,0 0-125-15,0 0-61 16,156-4-39-16,-105 2-27 16,17 0-90-16,-12 2-412 15,-6 0-657-15</inkml:trace>
  <inkml:trace contextRef="#ctx0" brushRef="#br0" timeOffset="-147030.78">32739 12569 1625 0,'0'0'254'0,"0"0"-129"0,0 0 101 16,0 0-66-16,0 0-17 0,-116 50-38 15,94-14-2-15,-3 6 12 16,3 8-30-16,-1 6-25 16,6 2-8-16,3 0-34 15,3 1 5-15,9-5-5 16,2-2-11-16,0-8 5 16,17-4-11-16,12-8 10 15,8-6 7-15,5-8-18 16,4-8 11-16,6-7-11 15,-5-3-1-15,6 0 1 16,-6-21 0-16,1-7 0 16,-3-6-1-16,-7-8 2 15,-11-10 1-15,-9-8 4 0,-13-6 25 16,-5-9 34-16,-14-1-13 16,-20 2 47-16,-6 8-24 15,-5 14-74-15,-5 14-1 16,-24 24-70-1,7 12-67-15,9 2-435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9-24T00:32:20.24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2279 2538 426 0,'0'0'526'0,"0"0"-315"0,0 0-30 0,0 0 24 0,0 0-121 0,0 0 54 15,0-12-14-15,0 9-70 16,0 0-27-16,0-1-10 16,0 2 10-16,0-2-12 15,0 2 12-15,0-2 17 16,0 2 27-16,0 1 29 16,0-2 11-16,0-1-23 15,0 2-15-15,0-2-29 16,0 0-30-16,0-4-8 15,0 0 2-15,0-4-8 16,0 2 0-16,0-2 0 0,0 0 0 16,0 2 0-16,0 0 9 15,2 4-2-15,-2 0 13 16,0 2 33 0,0 2 22-16,0-2-21 0,0 2-8 15,0 0-6-15,2 0-16 16,-2 2 2-16,0-2-1 15,0 2-2-15,0 0-5 16,0 0-1-16,0 0-6 16,0 0-1-16,0 0-10 15,0 0 0-15,0 0-6 16,0 8 0-16,0 2 6 0,0 2 0 16,0 2 0-1,0 2 1-15,0 0-1 16,0 2 0-16,0 0 0 0,0 0 0 15,0 0-1-15,0 0 1 16,0 0-1-16,0 0 1 16,2 0-1-16,-2-1 1 15,2 1-6-15,-2-3-2 16,3 0-2-16,-1 1-3 16,1 0 2-16,-1 0-5 15,0 0-1-15,0 0 8 16,1 0 8-16,-1 2-1 15,0-2 1-15,0 0-5 0,0 0-3 16,0 0 2 0,-2-2-11-16,2 0 3 15,1 0 3-15,-3-2 4 16,2 0 7-16,-2-1-14 0,2-4 8 16,-2 4 0-1,0-3 6-15,3-1 1 0,-3 1 0 16,0 1-7-16,0-1 1 15,0-4-5-15,0-1 4 16,0 1-1-16,0-1 7 16,0-2-4-16,0-1 5 15,0 3 0-15,-3-3 0 16,1 1 1-16,0-1 5 16,-1 3-1-16,1-3-4 15,2 0 7-15,0 0 9 16,0 0 4-16,0 0 7 0,0 0-4 15,5 0 3-15,9 0-3 16,5 0-6-16,4 0-5 16,1 0-5-16,1 0-7 15,2 0-1-15,2 0-55 16,-8 0-233-16,-5-3-535 0</inkml:trace>
  <inkml:trace contextRef="#ctx0" brushRef="#br0" timeOffset="652.38">2566 2773 1092 0,'0'0'706'0,"0"0"-450"0,0 0 35 0,0 0-37 0,0 0-12 0,0 0-79 15,0 0-69-15,-15 4-51 16,15-4-19-16,0 0-3 15,0 0-7-15,0 2-5 16,8 0 1-16,6 2-9 16,4 0 14-16,0 2-6 15,1-4-9-15,4 2-4 16,-3-2-31-16,0 0-53 16,0-2-213-16,-4 0-340 15,-5 0-983-15</inkml:trace>
  <inkml:trace contextRef="#ctx0" brushRef="#br0" timeOffset="856.49">2555 2925 2210 0,'0'0'529'0,"0"0"-356"15,0 0-27-15,0 0-77 16,0 0-42-16,0 0-19 16,0 0-8-16,143-9-51 15,-110 9-285-15,-11 3-679 0</inkml:trace>
  <inkml:trace contextRef="#ctx0" brushRef="#br1" timeOffset="16745.82">8714 2695 588 0,'0'0'523'0,"0"0"-455"0,0 0-44 0,0 0 149 0,0 0 387 15,0 0-337-15,0 14-38 16,0-14-18-16,0 0-10 15,0 0-4-15,0 0-26 0,0 0-34 16,0-2-35-16,0 0-10 16,0 2-7-16,0 0-8 15,0 0 3 1,0 0-9-16,0 0-3 0,0 0 4 16,0 0-10-16,0 0 4 15,0 0-7-15,0 0-6 16,10 0-7-16,15 0-2 15,11 0 6-15,9 0 3 16,7 0-8-16,6 0-1 16,-2 0-10-16,2 0-41 15,-4 0-57-15,4 0-98 16,-14 0-345-16,-13 0-339 0</inkml:trace>
  <inkml:trace contextRef="#ctx0" brushRef="#br1" timeOffset="17016.49">8769 2855 1614 0,'0'0'914'0,"0"0"-627"0,0 0-74 0,0 0-83 0,0 0-66 0,0 0-23 16,132-6-8-16,-74 4-18 15,2 0-15 1,-2 2-11-16,15 0-70 0,-17 6-214 16,-12 0-474-16</inkml:trace>
  <inkml:trace contextRef="#ctx0" brushRef="#br1" timeOffset="18127.98">9908 3017 307 0,'0'0'1780'0,"0"0"-1424"0,0 0-215 0,0 0 81 0,0 0-60 0,0 0-107 0,0 0-13 16,131-112-11-16,-73 64-21 15,9-6-10-15,2-8-19 16,1-4-23-16,-4-3-48 15,-8-5-37-15,-7 0 39 16,-8-4 17-16,-12 2 24 16,-9 3 31-16,-6 8 16 15,-8 6 23-15,-3 11 64 16,-5 10 37-16,0 10-21 0,0 10-22 16,-5 6-40-16,-8 4-24 15,-1 4-13-15,-1 4-4 16,-3 0-7-16,-1 10-5 15,-6 14 6-15,-2 10 0 16,0 8 0-16,-2 10 5 16,4 6 1-16,4 9 9 15,5 2 9-15,7 4 8 16,9 1 5-16,0-5-8 16,2-5-7-16,21-10-4 15,5-6-6-15,3-8-4 16,8-10 8-16,-2-6-4 0,3-10-6 15,1-8-13 1,-5-6-13-16,-3 0-11 0,-2-8-11 16,-2-14 0-1,-7-6-1-15,-4-4-8 0,-5 0 18 16,-4-3 15-16,-2 3 12 16,-3 6 12-16,1 7 8 15,-1 9 47-15,-1 7-6 16,-3 3-32-16,0 4-16 15,0 20 32-15,0 6 19 16,0 7-2-16,0 1-10 16,-3-2-31-16,-1-4-4 15,1-2-5-15,1-8-58 16,2-8-167-16,0-8-275 16,5-6-395-16</inkml:trace>
  <inkml:trace contextRef="#ctx0" brushRef="#br1" timeOffset="18586.53">10922 2578 1356 0,'0'0'486'0,"0"0"-285"0,0 0 48 15,-5 133-19-15,-2-93-68 0,3 0 1 0,2-4-63 16,2-6-58-16,0-8-24 0,0-6-9 15,0-8 4 1,0-8-1-16,8 0 4 16,8-12-7-16,2-16-9 0,4-6-38 15,3-6-30-15,0 2-23 16,-1 4 52-16,-2 10 39 16,-6 12 0-1,-3 12 15-15,-7 0-3 0,0 18 5 16,-6 10 54-16,0 4-20 15,0-2-4-15,0-4-13 16,0-8-27-16,0-6-5 16,0-8 5-16,8-4 8 15,9-2-3-15,8-18-12 16,9-8-49-16,6-2-17 16,2 0 38-16,2 2 13 15,-3 6 14-15,-3 10 1 0,-9 10 7 16,-7 2-7-16,-4 10-8 15,-10 14 8-15,-2 6-12 16,-6 16-160-16,0-10-332 16,-14-4-1160-16</inkml:trace>
  <inkml:trace contextRef="#ctx0" brushRef="#br1" timeOffset="19907.72">10114 3392 1499 0,'0'0'382'0,"0"0"-160"0,0 0-2 0,0 0-19 0,0 0-61 0,0 0-5 15,0 0-38-15,8-42-34 16,1 33-27-16,4 0-7 15,-2 1-13-15,2 4-1 16,-1 3 0-16,-1 1-6 16,-3 0-3-16,1 8-5 15,1 14-1-15,-4 3 11 16,-4 8 10-16,-2 5 0 16,0 4 0-16,0 2-5 15,0-2-1-15,-2 0-4 16,-7-6-5-16,2-6 0 0,3-5-5 15,-1-10 0-15,5-6 8 16,0-5-8-16,0-4 0 16,0 0-1-1,3-18-7-15,13-13-61 0,-1-9-56 16,3-6-81-16,-3-2 13 16,-3 4 5-16,-8 8 93 15,-2 8 82-15,-2 12 12 16,0 8 73-16,0 8 26 15,-4 0-5-15,-8 8 3 16,4 14 15-16,-3 4-8 0,7 4-24 16,1 2-21-1,3-2-26-15,0-4-15 0,11-2-4 16,12-6-5-16,4-5-9 16,4-4-42-16,19-9-182 15,-7 0-161-15,-7 0-465 16</inkml:trace>
  <inkml:trace contextRef="#ctx0" brushRef="#br1" timeOffset="20135.04">10469 3499 1694 0,'0'0'662'0,"0"0"-521"0,0 0-8 0,0 0-40 0,0 0-32 0,0 0 17 16,0 0 32-16,76 24-54 16,-36-22-36-16,4-2-20 15,2 0-29-15,-2 0-148 16,5-10-103-16,-9 0-217 16,-13 0-215-16</inkml:trace>
  <inkml:trace contextRef="#ctx0" brushRef="#br1" timeOffset="20378.84">10799 3350 1582 0,'0'0'719'0,"0"0"-483"16,0 0-90-16,0 0-88 15,0 0-17-15,0 0 33 16,0 0-4-16,90 57-31 0,-71-32-21 15,-3 4-12-15,-7 1-6 16,-7 0 2-16,-2 0-2 16,-11 0 8-16,-14-2-8 0,-4-2-44 15,0-4-143 1,7-10-87-16,4-6-201 0,12-6-385 16</inkml:trace>
  <inkml:trace contextRef="#ctx0" brushRef="#br1" timeOffset="20899.77">11202 3369 1580 0,'0'0'507'16,"0"0"-398"-16,0 0-23 15,0 0-17-15,0 0 32 16,0 0 21-16,0 0-16 16,-29 86-21-16,27-60-6 0,2 0-32 15,0-4-14 1,0-4-3-16,2-4-3 0,7-2-1 16,2-6-7-1,3-2-1-15,1-4-2 0,3 0 1 16,3-2-5-16,0-16-11 15,4-4-1-15,4-4-19 16,0-4-9-16,4-2 11 16,1 0 8-16,1 2 9 15,2 3 0-15,-4 8 6 16,-4 5-5-16,-5 10 11 16,-2 4-5-16,-4 0-7 15,-3 1 0-15,-6 13 0 16,-1 3 7-16,-8-2 2 15,0 2 5-15,0-1 14 16,-14-4 2-16,-11-2-7 16,-4-4 1-16,-7-2-2 0,-1-4-4 15,-5 0-13-15,-1 0-5 16,3 0-28-16,0 0-56 16,-7 0-181-16,11 0-216 15,7 0-351-15</inkml:trace>
  <inkml:trace contextRef="#ctx0" brushRef="#br1" timeOffset="22631.64">13268 1751 1177 0,'0'0'514'0,"0"0"-266"0,0 0-29 0,0 0 6 0,0 0-32 0,0 0-16 0,0 0-23 16,22-47-67 0,-22 47-32-16,0 0-19 0,0 0-11 15,-7 0-10-15,-8 0-1 16,-10 16-13 0,-4 6 0-16,-4 6 5 15,2 7 5-15,4 2 2 0,6 6 4 16,11-1 1-1,5 0 1-15,5-2-1 0,2-2 0 16,17-4-6-16,0 0-3 16,1-4 2-16,-4 1-5 15,-7-1-5-15,-7-2 5 16,-2 2-5-16,-4-2 8 16,-19-2-7-16,-8-4 4 15,0-4-5-15,0-6 11 16,4-10-12-16,4-2 0 15,8-2-2-15,6-22-14 0,9-10-33 16,0-7-50-16,22-6-51 16,14-1-35-16,9 3 49 15,5 9 50-15,2 10 42 16,-3 12 31-16,-4 10 13 16,-8 4 49-16,-10 6 32 15,-6 20-11-15,-9 6 33 16,-4 2-3-16,-6 1-37 15,0-3-31-15,-2-6-12 16,0-8-14-16,2-7 0 16,1-4-6-16,-1-7-29 15,6 0-57-15,4-22-117 0,5-8-253 16,6-11-33-16,2-3-73 16,4 2 193-16,0 8 369 15,0 12 118-15,-6 12 292 16,-2 10-24-16,-6 8-159 15,-3 20 16-15,-8 10-23 16,-4 3-61-16,0 0 29 16,0-2-70-16,0-10-51 15,0-8-37-15,0-10-17 0,0-6-7 16,0-5 21 0,0 0 11-16,4-18-20 15,15-10-18-15,4-7-60 16,8-5 18-16,8 4 3 15,3 2 18-15,3 12 21 16,-7 10 6-16,-5 12 15 0,-10 2-7 16,-8 24-6-16,-9 8-2 15,-6 6 2-15,0 2-8 16,0 7-79-16,-6-15-290 16,1-10-508-16</inkml:trace>
  <inkml:trace contextRef="#ctx0" brushRef="#br1" timeOffset="23174.98">14577 1546 1166 0,'0'0'967'0,"0"0"-702"0,0 0-175 0,0 0-74 0,0 0 1 16,0 0 65-16,-148 86 3 0,114-30 53 16,5 2-44-16,7 1-41 15,8-9-28-15,10-10-5 16,4-12-11-16,0-12 7 16,8-10-3-16,13-6-13 15,6-4-20-15,2-23-157 16,-2-6-42-16,-1-10-47 15,-2-4-62-15,-3-4-190 16,-5 3 36-16,-6 8 456 16,-1 12 26-16,-5 12 582 15,-4 12-200-15,0 4-123 16,0 10-101-16,0 18-1 16,-4 12-64-16,-2 8-32 15,-1 6-28-15,3 3-33 0,4 13-29 16,0-16-247-16,0-10-485 15</inkml:trace>
  <inkml:trace contextRef="#ctx0" brushRef="#br1" timeOffset="23516.5">14248 2148 1896 0,'0'0'799'0,"0"0"-510"0,0 0-117 0,0 0-67 16,0 0-41-16,0 0-31 0,118-7-9 16,-53-3-14-1,8 0-10-15,3 0 0 0,-2-2-36 16,-8 4-62-16,-1 4-122 16,-20 4-389-1,-14 0-471-15</inkml:trace>
  <inkml:trace contextRef="#ctx0" brushRef="#br1" timeOffset="23991.48">14473 2350 1337 0,'0'0'708'16,"0"0"-529"-16,0 0-13 0,0 0-25 15,0 0 4-15,0 0 64 16,0 0-85-16,65-43-62 16,-57 43-44-16,0 9-18 15,-8 15 1-15,0 6 7 16,0 6 26-16,-8 2 10 15,-5 0-11-15,-1-8-11 16,8-5-14-16,2-11-1 16,4-6-5-16,0-8-2 15,2 0-15-15,16-8-2 16,7-19-62-16,1-5-75 0,-4-6-73 16,-4 0 34-1,-7 6 124-15,-4 8 69 16,-5 12 175-16,-2 10 55 0,0 2-154 15,0 6-68 1,0 14 2-16,0 6 28 0,0 2 14 16,0 2-22-16,5-2-12 15,10-2-18-15,14-2-94 0,-6-6-257 16,-6-7-497-16</inkml:trace>
  <inkml:trace contextRef="#ctx0" brushRef="#br1" timeOffset="25319.42">12448 2945 993 0,'0'0'836'0,"0"0"-507"15,0 0-77-15,0 0-90 0,0 0-49 0,0 0 9 16,0 0-11-16,8 0-53 0,10 0-31 16,3 0-13-1,4 0-5-15,0 0 4 16,4 0-7-16,3 0 3 15,6 0-8-15,2 0 5 16,6 0-6-16,6 0 0 0,2 0 1 16,2-1-1-16,1-4 0 15,1 4 0-15,0-3 0 16,-2 0 0-16,-3-1 1 16,1 1-1-16,-1 0 0 0,-2 0 0 15,1 0 0 1,-4-2 7-16,2 2-7 15,-4 3-7-15,-3-3 7 16,-3 1-1-16,-3 3 1 16,-1 0-2-16,-3 0 2 15,-2 0-1-15,1 0 1 16,-3 0 0-16,-2-2 0 16,-1 2 0-16,-3-2 0 0,-4 2-1 15,2 0 1-15,-5-2 1 16,-1 2-1-16,1 0 0 15,1-2 0-15,2 2 0 16,-2 0 0-16,5-2 0 16,1 0 0-16,-1 2 0 15,0 0 0-15,1 0-1 16,-3 0 0-16,-3 0 0 16,4 0-5-16,-4 0 6 15,3 0-1-15,1 0 1 16,-2 0 0-16,6 0 0 15,-1 0 0-15,6 0 0 16,1 0 1-16,2 0-1 0,0 0 0 16,-1 0 1-16,-1 0-1 15,0 0 0-15,0 0 0 16,-2 0-1-16,2 0 1 16,3 0-1-16,-1 2 1 15,2 0 0-15,0 0 0 16,0 0-1-16,-4 0 1 15,1 0 0-15,-1 1 0 16,-2-2-2-16,0 2 2 16,0-2 0-16,-3 1 7 15,-2 0-6-15,-1 0-1 0,0-2-6 16,-4 0 6-16,1 0 0 16,1 0 0-16,-2 0 0 15,2 0-4 1,-3-4-56-16,-3-2-72 0,-2 2-56 15,-6-4-78-15,-2 4-202 16,-5 0-454-16</inkml:trace>
  <inkml:trace contextRef="#ctx0" brushRef="#br1" timeOffset="26205.94">13499 3427 1798 0,'0'0'678'0,"0"0"-523"0,0 0-34 0,0 0-27 0,0 0-5 16,0 0-23-16,0 0-24 15,110-89-33-15,-83 61 3 16,-3-2-12-16,-4 0-8 15,-4 2-2-15,-5 4-5 0,-7 4 15 16,-2 6 10 0,-2 4 18-16,0 6 13 0,0 2-19 15,0 2-10-15,0 0-11 16,0 0-1-16,0 6-20 16,0 14-3-16,0 8 23 15,0 8 7-15,0 4 1 16,0 6-7-16,0-1-1 15,0 0 0-15,0 0-91 16,0 7-177-16,0-10-215 0,0-10-481 16</inkml:trace>
  <inkml:trace contextRef="#ctx0" brushRef="#br1" timeOffset="26483.55">13237 3842 1555 0,'0'0'819'0,"0"0"-572"16,0 0 19-16,0 0-114 16,0 0-92-16,0 0 4 15,133-12-13-15,-66 6-12 16,11 2-13-16,7-2-16 15,6-2 0-15,3 2-10 16,-3-2-12-16,-7 0-30 0,-5 4-42 16,-10-1-115-16,-5 5-156 15,-19 0-212-15,-16 0-284 16</inkml:trace>
  <inkml:trace contextRef="#ctx0" brushRef="#br1" timeOffset="27138.91">13671 4171 1318 0,'0'0'524'16,"0"0"-436"-16,0 0 78 16,0 0 83-16,0 0-59 0,0 0-35 15,0 0-37-15,17-7-61 16,-5 6-35-1,1 1-12-15,-1 0-10 0,-1 0 0 16,-3 0 8 0,2 14-1-16,-4 4 26 0,-1 4 5 15,-5 2 4-15,0 4-7 16,0 2-15-16,0-2-5 16,-11 2-5-16,1-6-4 15,-1 0-4-15,3-6 5 16,0-4-6-16,4-3 0 15,2-6 0-15,2-5 5 16,0 0 6-16,0 0 8 16,0-4 2-16,4-18-22 0,17-7-27 15,8-12-40 1,4-3-66-16,2 0-32 0,-1 4 86 16,-7 10 60-16,-9 12 19 15,-10 8 45-15,-8 7 16 16,0 3-39-1,-4 0-10-15,-14 19 39 0,1 5-3 16,3 2 10-16,7 2 20 16,7 0-30-16,0-4-17 15,13-4-14-15,18-4-11 16,12-6-6-16,26-10-69 16,-6 0-275-16,-8-2-542 0</inkml:trace>
  <inkml:trace contextRef="#ctx0" brushRef="#br1" timeOffset="31311.25">2566 5081 1190 0,'0'0'404'0,"0"0"-133"0,0 0-42 0,0 0 19 0,0 0-52 16,0 0-6-16,0 0-9 15,2-62-46-15,-2 54-31 16,0 2-24-16,0 2-32 15,0 2-26-15,0 2-10 0,0 0-12 16,0 8-6-16,0 20-18 16,0 18 24-16,5 14 16 15,0 10 2 1,-1 4 1-16,0-1-11 0,1-5-7 16,-3-8 1-1,0-10-2-15,2-12-25 0,4-10-53 16,0-13-82-16,5-15-205 15,-3 0 16-15,-4-21-323 0</inkml:trace>
  <inkml:trace contextRef="#ctx0" brushRef="#br1" timeOffset="32167.89">2662 5007 1528 0,'0'0'591'16,"0"0"-365"-16,0 0-22 0,0 0-73 15,114 20-18-15,-81 18 8 16,0 12-37-16,-2 10-28 16,-2 8-14-16,-6 5-18 15,-10 1-12-15,-11-4-4 16,-2-6-7-16,-13-4 5 0,-20-8-5 16,-9-7 5-1,-12-11-6-15,-6-8-42 16,-7-8-95-16,-3-10-174 15,2-8-66-15,-6-8-13 16,19-24-154-16,17-6-140 0,17-1 684 16,21 13 89-16,5 2 496 15,20-3-185-15,10-2-47 16,17-1-96-16,8 2-132 16,13 6-29-1,8 0 3-15,10 4-20 0,7 0-35 16,2 2-26-16,-2 0 50 15,-7 2-15-15,-10 4-26 16,-17 4-12-16,-17 4 12 16,-20 2 6-16,-16 2-21 15,-11 20 9-15,-6 8 28 0,-26 8 11 16,-8 0-6 0,0 0-21-16,0-6-10 15,9-6-10-15,8-10-1 16,12-8-6-16,9-8-4 15,2 0-2-15,2-15-15 16,20-16-78-16,5-3-4 0,2-2-15 16,0 6 5-16,-6 8 64 15,-8 12 40-15,-4 10 3 16,-2 0 20-16,-5 22 65 16,5 8-19-16,3 2-23 15,3 0 0-15,10-8-16 16,8-8-6-16,7-9-3 15,5-7-3-15,1-7-15 16,-5-17-11-16,-8-6-22 16,-10-4-24-16,-10-4-25 0,-9-4-39 15,-4-4 25 1,0-6 49-16,0-4 23 0,0 1 10 16,0 7 14-1,0 12 39-15,0 14 100 0,0 16-15 16,0 6-86-16,6 16-37 15,4 20 46-15,-3 12-5 16,1 10 9-16,1 5-20 16,-2 5-11-16,0-2-10 15,-1-4-8-15,1-4-2 16,0-12-8-16,0-9-31 16,-1-13-45-16,-4-14-130 15,-2-10-35-15,0-13 48 16,-18-12-380-16,-4-6-171 0</inkml:trace>
  <inkml:trace contextRef="#ctx0" brushRef="#br1" timeOffset="32301.89">3646 5392 1370 0,'0'0'668'0,"0"0"-275"0,0 0-30 0,0 0-145 0,0 0-122 0,143-81-50 16,-95 74-34-16,0 3-12 0,-3 2-40 15,-9 2-226 1,-12 0-324-16,-13 0-622 0</inkml:trace>
  <inkml:trace contextRef="#ctx0" brushRef="#br1" timeOffset="32645.29">3272 4987 644 0,'0'0'1270'0,"0"0"-998"15,0 0-120 1,0 0-45-16,0 0-21 16,0 0 3-16,-111 118 31 15,116-82 8-15,24 0-41 16,11-2-36-16,9-3-33 16,22 1-18-16,-13-8-211 15,-14-4-398-15</inkml:trace>
  <inkml:trace contextRef="#ctx0" brushRef="#br1" timeOffset="32772.35">3317 5984 2324 0,'0'0'254'16,"0"0"-254"-16,0 0-305 0,0 0-530 0</inkml:trace>
  <inkml:trace contextRef="#ctx0" brushRef="#br1" timeOffset="33470.68">5202 5007 783 0,'0'0'1348'0,"0"0"-790"0,0 0-292 16,0 0-130-16,0 0-76 0,0 0-36 0,0 0-24 15,-4 26 0-15,4 28 9 16,-2 14 8-16,-1 11 2 16,3 3-4-1,0-4 5-15,0-6-19 0,0-12 12 16,11-13-7-16,12-11-6 15,6-17-7-15,4-8-38 16,5-11-71-16,-1-7-247 16,-5-16-227-16,-14-4-445 15</inkml:trace>
  <inkml:trace contextRef="#ctx0" brushRef="#br1" timeOffset="33634.83">5003 5438 1984 0,'0'0'542'0,"0"0"-380"16,0 0 62-16,0 0-109 16,123-12-58-16,-61 6-36 15,10 0-21-15,3 0 0 16,35 0-189-16,-21 0-176 16,-11 0-537-16</inkml:trace>
  <inkml:trace contextRef="#ctx0" brushRef="#br1" timeOffset="33951.01">6118 5368 1228 0,'0'0'837'0,"0"0"-360"16,0 0-129-16,0 0-147 16,0 0-108-16,0 0-57 15,0 0-12-15,92 0-17 16,-57 0-7-16,-4 0-23 15,-4 0-89-15,-12 2-223 0,-11 10-251 16,-4 0-234-16</inkml:trace>
  <inkml:trace contextRef="#ctx0" brushRef="#br1" timeOffset="34083.86">6138 5538 1735 0,'0'0'623'15,"0"0"-439"-15,0 0-3 16,0 0-94-16,0 0-50 15,113-4-17-15,-77-4-20 16,16 0-105-16,-13 2-216 16,-3 0-698-16</inkml:trace>
  <inkml:trace contextRef="#ctx0" brushRef="#br1" timeOffset="34712.03">7355 5224 1452 0,'0'0'695'0,"0"0"-451"0,0 0-132 0,0 0-74 0,0 0-18 16,0 0-3-16,0 0 13 15,75-131-17 1,-69 103-7-16,-6-4-5 0,0 0-1 15,0-2 0-15,0 3 15 16,0 5 161-16,0 7 11 16,-2 5-68-16,2 8-53 15,0 6-40-15,-2 0-26 16,2 0-11-16,-2 11-5 16,2 14 16-16,0 9 8 15,0 6-7-15,0 4-1 16,0 2 8-16,0 2-8 15,0-4 0-15,4-4-25 0,1-4-80 16,2-4-228-16,-1-11-304 16,-3-7-1318-16</inkml:trace>
  <inkml:trace contextRef="#ctx0" brushRef="#br1" timeOffset="34972.86">7078 5490 1684 0,'0'0'355'16,"0"0"-154"-16,0 0 19 15,0 0-14-15,0 0 10 16,0 0-80-16,0 0-55 0,160 0-30 16,-99 0-18-1,10 0-3-15,7-2 12 0,9-10-18 16,5-2-12-1,-3 0-11-15,-7-2-1 0,-6 2-15 16,-16 2-27 0,-14 4-52-16,-17 8-169 0,-13 0-229 15,-13 0-400-15</inkml:trace>
  <inkml:trace contextRef="#ctx0" brushRef="#br1" timeOffset="35554.4">7600 5704 1237 0,'0'0'604'0,"0"0"-346"16,0 0 56-16,0 0-44 16,0 0-84-16,0 0-68 15,0 0-48-15,37-18-34 16,-18 14-15-16,0 4-20 16,-3 0 1-16,-1 7-2 0,-5 15 1 15,-8 6 7-15,-2 6 18 16,0 6-7-16,-5 0 5 15,-8-2-3-15,0-2-4 16,-1-6 7-16,5-6-17 16,3-10-1-16,4-6 0 15,2-8 0-15,0 0 8 16,0 0-5-16,6-18-9 16,9-10-39-16,3-8-27 15,0-4-63-15,-2 0-78 16,-6 6 136-16,-2 8 71 15,-8 10 112-15,0 14 1 16,-3 2-61-16,-14 6-42 0,-2 16-9 16,4 6 28-1,3 4 5-15,10-2 16 0,2 0-20 16,0-6-12-16,25-2-3 16,13-9-15-16,9-8-10 15,11-5-28-15,6 0-104 16,30-34-243-16,-19 4-274 0,-10-2-760 15</inkml:trace>
  <inkml:trace contextRef="#ctx0" brushRef="#br1" timeOffset="35998.5">8647 5348 1247 0,'0'0'775'0,"0"0"-266"0,0 0-136 0,0 0-116 0,0 0-80 16,0 0-57-16,0 0-57 15,6-28-36-15,-4 19-5 16,1 0-14-16,-3 3-8 16,0 3-15-16,0 3-15 15,0 0-52-15,-5 7-78 16,-3 11-99-16,-2 0-450 0</inkml:trace>
  <inkml:trace contextRef="#ctx0" brushRef="#br1" timeOffset="36183.54">8637 5711 2640 0,'0'0'562'0,"0"0"-499"15,0 0-61-15,0 0-2 16,0 0-14-16,0 0-32 15,0 0-266-15,8-2-634 0</inkml:trace>
  <inkml:trace contextRef="#ctx0" brushRef="#br1" timeOffset="37896.15">10208 5462 1446 0,'0'0'378'0,"0"0"-146"0,0 0 47 0,0 0-22 0,0 0-3 0,0 0-84 15,0 0-52-15,-2-28-56 16,16 16-44-16,3 0-11 16,3 4 1-16,5 2-8 15,2 6 1-15,-2 0-1 16,-2 12 1-16,-4 14-1 16,-4 10 1-16,-8 8 5 15,-5 4 3-15,-2 4 6 16,0-3-5-16,0-3-1 15,-9-10-7-15,0-6 4 16,5-10-5-16,2-8-1 16,2-8-5-16,0-4-11 15,2 0-5-15,11-20-26 16,1-10-71-16,-1-13-138 16,-2-7-19-16,-2-1-71 0,-2 0 139 15,-7 11 207-15,0 14 77 16,0 14 213-16,0 12-93 15,-9 0-79-15,-3 20 58 16,4 6-22-16,3 6-66 16,5 1-41-16,0-4-10 15,13 2-7-15,18-8-15 16,8-1-15-16,7-5-10 16,28-11-118-16,-13-6-346 15,-7 0-377-15</inkml:trace>
  <inkml:trace contextRef="#ctx0" brushRef="#br1" timeOffset="38165.3">11011 5568 1267 0,'0'0'890'0,"0"0"-549"0,0 0 122 0,0 0-285 0,0 0-55 15,0 0-35-15,0 0-33 16,15-44-28-16,12 38-7 16,4 0-8-16,9 0-6 15,5 2-6-15,8-2 0 16,9-2-4-16,4-2-10 16,0 0-26-16,1 0-37 15,-5 0-50-15,5-2-212 16,-13 2-270-16,-16 2-345 0</inkml:trace>
  <inkml:trace contextRef="#ctx0" brushRef="#br1" timeOffset="38383.08">11597 5293 1109 0,'0'0'784'16,"0"0"-470"-16,0 0-34 15,0 0-91-15,0 0-32 16,0 0-71-16,0 0-21 0,73-33-14 15,-46 55 2-15,-2 7-21 16,-6 6-17-16,-7 1-6 16,-10 2-9-1,-2 0-1-15,-16 2-5 0,-17-2-37 16,-23 8-186-16,10-11-394 16,8-10-1098-16</inkml:trace>
  <inkml:trace contextRef="#ctx0" brushRef="#br1" timeOffset="39323.71">12298 5306 1260 0,'0'0'665'0,"0"0"-423"0,0 0-118 0,0 0-84 15,0 0-25-15,0 0 28 0,0 0 51 16,-82 102 16 0,75-52-18-16,3 0-1 0,4-4-30 15,0-5-23-15,0-9-10 16,4-13-9-16,12-6 4 16,4-12-13-16,4-1-10 15,3-1-68-15,0-19-36 16,2-6 11-16,-2-6 5 15,2-3 16-15,-2-3 17 16,-1 2 31-16,0 2 21 0,-3 8 3 16,-1 4 17-1,-1 6 7-15,-2 6 7 0,-1 6 7 16,2 2-11-16,2 2-10 16,-1 0-8-1,-2 0-8-15,-3 12 4 0,-3 2-4 16,-3 2 5-16,-8 0 12 15,-2 2 0-15,0 0 8 16,-2 0 6-16,-16-2 6 16,-5-2 2-16,-6-2-1 15,-2-4-9-15,-7-4-11 16,-4-4-1-16,-3 0-8 16,-1 0-2-16,-1-6-7 15,5-4-1-15,4-2-17 16,7 2-20-16,6 0-58 0,7 4-35 15,11 2-43 1,5 2-173-16,2-2-706 0</inkml:trace>
  <inkml:trace contextRef="#ctx0" brushRef="#br1" timeOffset="39950.75">13756 5372 1512 0,'0'0'562'0,"0"0"-349"0,0 0-27 0,0 0-49 0,0 0 44 0,0 0-13 15,0 0-43 1,11 6-42-16,16-6-5 0,10 0-17 16,11 0-28-1,6 0-9-15,9 0-14 0,-1-10-10 16,4 2-13-16,-6 2-32 15,-5 2-60-15,5 4-145 16,-15 0-246-16,-9 0-228 0</inkml:trace>
  <inkml:trace contextRef="#ctx0" brushRef="#br1" timeOffset="40299.75">13752 5581 9 0,'0'0'1540'16,"0"0"-1016"-16,0 0-253 0,0 0 1 16,0 0-56-1,0 0-110-15,0 0-28 16,137-8-42-16,-79-3-26 16,7 3-8-16,4-4-2 15,0 0-27-15,0 0-166 16,18-6-89-16,-20 4-107 15,-11 0-337-15</inkml:trace>
  <inkml:trace contextRef="#ctx0" brushRef="#br1" timeOffset="40552.36">14496 5216 1888 0,'0'0'634'16,"0"0"-552"-16,0 0-64 15,0 0-2-15,144 13 44 16,-113 14 41-16,-4 9 2 16,-13 8-56-16,-14 10-34 0,-2 6-13 15,-37 0-9-15,-32 16-116 16,4-16-105-16,7-15-336 0</inkml:trace>
  <inkml:trace contextRef="#ctx0" brushRef="#br1" timeOffset="41236.32">16004 4776 1699 0,'0'0'617'0,"0"0"-488"0,0 0-76 0,0 0-53 15,0 0 0-15,0 0 76 16,0 119 16-16,0-61 33 16,0 8 11-16,-2 4-52 15,-6 2-24-15,2-4-29 16,2-1-11-16,4-11-5 15,0-6-6-15,0-12 0 0,16-10 1 16,5-10-10-16,8-10-6 16,5-8-76-1,11-6-175-15,-8-14-130 16,-8-2-307-16</inkml:trace>
  <inkml:trace contextRef="#ctx0" brushRef="#br1" timeOffset="41423.93">15799 5252 1228 0,'0'0'987'0,"0"0"-670"15,0 0-153-15,0 0-103 16,0 0-7 0,149-14-35-16,-82 5-19 15,6 1-71-15,37-6-159 16,-19 5-281-16,-14-2-690 0</inkml:trace>
  <inkml:trace contextRef="#ctx0" brushRef="#br1" timeOffset="41910.36">16871 5261 1534 0,'0'0'637'0,"0"0"-341"0,0 0 39 0,0 0-81 0,0 0-85 0,0 0-65 0,0 0-33 16,42 0-51-16,-9 0-13 15,8 0-7-15,1 0 0 16,4 6-18-16,-1 1-32 16,-5-2-17-16,-2 1-86 15,-7 1-336-15,-11-3-138 16,-11-2-744-16</inkml:trace>
  <inkml:trace contextRef="#ctx0" brushRef="#br1" timeOffset="42099.98">16839 5424 1846 0,'0'0'678'15,"0"0"-539"-15,0 0 73 16,0 0-82-16,0 0-62 15,0 0-12-15,140 0-34 0,-80 0-22 16,5 2-1-16,3 2-108 16,16 2-219-16,-18-2-216 15,-10 0-186-15</inkml:trace>
  <inkml:trace contextRef="#ctx0" brushRef="#br1" timeOffset="42493.43">17842 5169 603 0,'0'0'1195'15,"0"0"-579"-15,0 0-335 16,0 0-97-16,0 0-114 15,0 0-37-15,0 0 19 16,-107 60 8-16,87-19-14 16,7 5-8-16,6 0-7 0,7 0-5 15,2-6 8-15,27-6 13 16,16-10-13-16,8-12-7 16,12-12-3-1,6 0-5-15,-5-26-8 0,-10-8-11 16,-16-4 1-1,-19-4 8-15,-21 0-3 0,0 2-4 16,-38 0-2-16,-12 5-16 16,-2 5-13-16,-4 10-17 0,4 8-63 15,-6 8-230 1,14 4-399-16,11 0-959 0</inkml:trace>
  <inkml:trace contextRef="#ctx0" brushRef="#br1" timeOffset="45720.51">2158 7339 844 0,'0'0'895'0,"0"0"-618"0,0 0 65 0,0 0-125 0,0 0-110 16,0 0-38-16,0 0 23 15,-13-22-14-15,13 22-45 16,0 10-24-16,0 20-8 16,0 16 50-16,-2 14 33 15,2 9-21-15,-2 5-33 16,-3-4-14-16,3-6 0 15,0-10-15-15,2-12-2 0,0-11-19 16,0-13-74-16,6-17-201 16,8-1-228-16,-1 0-321 15</inkml:trace>
  <inkml:trace contextRef="#ctx0" brushRef="#br1" timeOffset="45984.98">2250 7357 1707 0,'0'0'362'0,"0"0"-218"15,0 0 38-15,0 0-47 0,122 88 1 16,-88-40 17-16,-7 6-30 16,-5 7-35-16,-7 1-31 15,-10 0-11-15,-5 0-16 16,-7-2-10-16,-20-6-1 15,-8-8-5-15,-3-10-8 16,5-11-6-16,6-11-32 16,11-14-67-16,16-16-177 15,12-16-205-15,14-6-342 0</inkml:trace>
  <inkml:trace contextRef="#ctx0" brushRef="#br1" timeOffset="46204.21">2680 7720 95 0,'0'0'1867'0,"0"0"-1564"15,0 0-39-15,0 0-54 16,-21 120-67 0,17-79-59-16,4-8-20 0,0-8-19 15,21-11-18-15,10-10-2 16,6-4-17-16,1-12-8 16,-3-16-59-16,-8-4 1 15,-13-4 22-15,-14-1 15 16,0 3 0-16,-14 4 8 15,-13 8-2-15,-1 10 7 16,-1 12-17-16,9 0-185 16,7 2-371-16</inkml:trace>
  <inkml:trace contextRef="#ctx0" brushRef="#br1" timeOffset="46673.09">3841 7579 1521 0,'0'0'380'0,"0"0"-157"0,0 0 10 0,0 0-47 0,0 0-49 16,-139 119-21-16,118-81-19 16,3-2-51-16,11-4-22 15,7-8-1-15,0-7-4 16,19-12-2-16,8-5-17 0,7-1-41 16,-1-26-126-1,-4-5-52-15,-4-4-37 0,-9-28-81 16,-10 12-182-1,-4 0-121-15</inkml:trace>
  <inkml:trace contextRef="#ctx0" brushRef="#br1" timeOffset="46855.61">3843 7293 1617 0,'0'0'579'0,"0"0"-300"16,0 0-113-16,0 0-106 16,0 0-9-16,0 0 70 15,-4 102-32-15,4-45-21 16,0 4-25-16,0 5-22 15,6 1-20-15,1-7-1 16,-1-6-67-16,6-12-102 0,3-12-86 16,-1-12-213-1,-5-12-519-15</inkml:trace>
  <inkml:trace contextRef="#ctx0" brushRef="#br1" timeOffset="47209.85">3524 7638 867 0,'0'0'1215'0,"0"0"-988"15,0 0-174-15,0 0-5 0,120-20-5 16,-57 17 7-16,11 2 2 16,5 1-32-1,0 0-8-15,-6 0 10 0,-13 10 0 16,-15 10-2-16,-16 4 16 15,-11 4 32-15,-10 2 34 16,0-2-32-16,-4-4-27 16,0-4-13-16,3-6-18 15,5-6 3-15,5-8 7 16,3 0-22-16,5-4-43 16,-1-16-153-16,-4 0 28 15,-9-4 12-15,-6 4 44 16,-5 2 102-16,0 2 10 15,-18 8 53-15,-3 2-53 16,-5 4-17-16,2 2-229 0,8-2-506 16</inkml:trace>
  <inkml:trace contextRef="#ctx0" brushRef="#br1" timeOffset="47399.92">4326 7199 2072 0,'0'0'750'15,"0"0"-596"-15,0 0-139 16,0 0-15-16,0 0-6 0,-44 160 6 16,29-88-213-1,3-4-548-15</inkml:trace>
  <inkml:trace contextRef="#ctx0" brushRef="#br1" timeOffset="47650.11">4658 7979 1854 0,'0'0'701'0,"0"0"-653"15,0 0-39-15,0 0-3 0,0 0 24 16,-29 120 22-16,-9-84-48 16,-33 14-4-16,9-8-319 15,4-12-1354-15</inkml:trace>
  <inkml:trace contextRef="#ctx0" brushRef="#br1" timeOffset="48890.23">6285 7668 1540 0,'0'0'543'0,"0"0"-243"0,0 0-13 0,0 0-53 0,0 0-111 0,0 0-57 16,0 0-36-16,0-8-29 16,0 8-1-16,0 0-13 15,0 6 7-15,2 6 5 16,0 4 1-16,2 2 10 16,-1-2 8-16,0-4 2 15,-1-2-1-15,0-6 2 0,-2-2-3 16,2-2-4-1,-2 0-2-15,0 0-2 16,0 0 2-16,0 0-12 16,0 0 9-16,0 0-3 15,0 0 3-15,0 0-8 16,0 0 28-16,0 0-13 16,0 0 0-16,2 0 4 0,-2-2-11 15,3-8-8-15,-3 0-2 16,0-4-7-16,0 0-1 15,0-6-16-15,0-4-9 16,0-6-5-16,0-9 1 16,0-4 17-16,0-5 5 15,0-1-2-15,2 1 17 16,2 6 1-16,-2 6 8 16,0 8 4-16,0 4 4 0,-2 7 17 15,0 4 17 1,0 5-13-16,0 4-1 0,0 2-8 15,0 2-25 1,0 0-3-16,0 16-22 16,0 10 22-16,0 10 8 0,0 6-2 15,3 8 7-15,-3 6 2 16,2 0 3-16,-2 5 5 16,3-3-7-16,-1 0 1 15,2-2-2-15,1-4-5 16,1-5-2-16,-2-7-7 15,1-7 0-15,2-6 0 0,-2-7 0 16,-3-4 0 0,2-7-1-16,-4 0-1 0,0-5-6 15,0-2-5 1,0-2 3-16,0 0 3 0,0 0-8 16,2 0 14-16,-2 0 0 15,4 0-2-15,1 0 2 16,7 0 1-16,5 0-1 15,5-2 0-15,10-4-3 16,5 2 3-16,8 0 6 0,8-2 1 16,9-5-7-1,6 2 6-15,-1-5-6 16,-5 1 0-16,-4 2-51 0,0 3-74 16,-18 4-202-1,-9 1-552-15</inkml:trace>
  <inkml:trace contextRef="#ctx0" brushRef="#br1" timeOffset="49517.24">7856 7794 1332 0,'0'0'627'0,"0"0"-321"0,0 0 19 0,0 0 7 0,0 0-124 16,0 0-80-16,0 0-54 15,18 0-38-15,6 0-7 16,10 0-4-16,4 0-10 0,3 0-7 16,2 0-8-1,-1 0-10-15,-4 0-29 16,-7 0-49-16,-10 6-167 16,-8 4-407-16,-11-2-579 0</inkml:trace>
  <inkml:trace contextRef="#ctx0" brushRef="#br1" timeOffset="49713.42">7949 8067 1781 0,'0'0'755'16,"0"0"-464"-16,0 0-60 15,0 0-117-15,0 0-52 16,114-22-28-16,-76 14-19 15,-1 4-15-15,1 0-26 16,1 1-74-16,3 3-241 0,-9 0-169 16,-6 0-361-16</inkml:trace>
  <inkml:trace contextRef="#ctx0" brushRef="#br1" timeOffset="51352.66">9370 7993 819 0,'0'0'603'0,"0"0"-353"0,0 0-13 0,0 0 27 16,0 0 27-16,0 0-11 0,0 0-39 15,-33-12-90-15,40-11-108 16,11-7-20-16,4-10-16 16,7-6 1-16,3-6-8 15,1-4-10-15,2-4-8 16,-1-2 0-16,-5-7-24 16,-2-3-38-16,-8-2 18 15,-3 0 15-15,-5 2 11 16,-4 7 36-16,-4 15 0 0,-3 14 41 15,0 18 14-15,0 13-10 16,-12 5-41-16,-5 22-4 16,-8 19 0-16,2 22 0 0,1 25 41 15,7-2 11 1,6 11-17-16,7-1-4 16,2-16 2-16,0 2-13 15,11-10-7-15,9-13-11 16,9-15 7-16,4-12 0 15,3-14-9-15,4-14-6 0,2-4-9 16,-2-3-22-16,-2-19 4 16,-7-7-6-1,-2-8-24-15,-6-5-54 16,-8 0-14-16,-6 0 56 16,-4 8 53-16,-3 8 22 0,-2 14 105 15,0 12 7 1,0 0-75-16,-4 18-16 0,-10 14 22 15,3 6-16-15,-1 2-13 16,1-2 2-16,5-6-16 16,2-3-7-16,4-11-135 0,0-8-375 15,0-10-419-15</inkml:trace>
  <inkml:trace contextRef="#ctx0" brushRef="#br1" timeOffset="51802.12">10041 7672 1159 0,'0'0'872'0,"0"0"-765"0,0 0 34 0,0 0 10 0,11 102 21 16,-11-66 38-16,0 0-45 0,0-4-53 16,0-6-55-1,0-8-39-15,0-5-6 16,0-12-11-16,2-1 1 15,14-8 14-15,5-20-16 16,2-5-16-16,7-7-31 16,1-1-19-16,0 3-23 15,-2 10 35-15,-2 14 37 16,-5 12 17-16,-7 2 2 16,-5 20 22-16,-8 10 27 15,-2 2-8-15,0-2 11 0,0-8-30 16,0-6 1-1,0-7-13-15,0-9-10 0,0 0 26 16,13-17-25-16,16-11-3 16,11-4-46-16,9-4 22 15,5 4 23-15,-5 6 1 16,-4 10 9-16,-12 14 1 16,-8 2-9-16,-12 14-1 15,-7 16 0-15,-6 6 0 16,0 22-39-16,-9-10-245 15,-1-8-542-15</inkml:trace>
  <inkml:trace contextRef="#ctx0" brushRef="#br1" timeOffset="52541.73">9694 8520 1126 0,'0'0'810'0,"0"0"-428"0,0 0-68 0,0 0-88 0,0 0-93 16,0 0-63-16,0 0-28 0,9-32-23 15,-9 48-19-15,0 14 14 16,0 12 10-16,0 10 3 16,0 6 3-16,0 3-9 15,-5-7-11-15,3-8-4 16,2-10-5-16,0-12 4 0,5-8-5 16,13-10-23-16,3-6-25 15,15-2-157 1,-7-16-355-16,-7-2-334 15</inkml:trace>
  <inkml:trace contextRef="#ctx0" brushRef="#br1" timeOffset="52710.64">9462 8835 1595 0,'0'0'743'15,"0"0"-548"-15,0 0 3 16,0 0-10-16,0 0-104 0,163-18-56 15,-108 8-28-15,21-2-18 16,-13 2-237-16,-13 4-382 0</inkml:trace>
  <inkml:trace contextRef="#ctx0" brushRef="#br1" timeOffset="53001.6">10118 8749 1558 0,'0'0'730'15,"0"0"-422"-15,0 0-58 16,0 0-132-16,0 0-33 15,0 0-2-15,0 0-35 16,95 0-24-16,-59 2-18 16,4 0-6-16,-3-2-8 15,2 0-54-15,-6 0-113 16,3 0-140-16,-12-10-269 0,-6-2-577 16</inkml:trace>
  <inkml:trace contextRef="#ctx0" brushRef="#br1" timeOffset="53239.82">10418 8572 1528 0,'0'0'641'0,"0"0"-323"16,0 0-14-16,0 0-177 0,0 0-64 16,0 0-11-1,0 0-18-15,132 42-11 16,-111-11-14-16,-2 5 16 15,-6 4-11-15,-13 0-8 0,0 2-5 16,-7-2 7-16,-20-2-8 16,-2-6-12-16,2-6-77 15,4-8-268-15,7-10-362 16,9-8-1141-16</inkml:trace>
  <inkml:trace contextRef="#ctx0" brushRef="#br1" timeOffset="53700.37">10993 8500 1713 0,'0'0'725'0,"0"0"-524"16,0 0-16-16,0 0-117 15,0 0-45-15,0 0 22 16,0 0 34-16,-76 114 0 0,65-65-23 15,6 1-11 1,5-5 0-16,0-6-14 0,13-7-13 16,12-12 1-16,8-10-2 15,8-10-10 1,1 0 1-16,2-16-8 0,-5-14-15 16,-10-7-2-16,-14 0 9 15,-15-2-6-15,0 3-4 16,-22 3-36-16,-16 2-19 15,-4 11-26-15,-18 16-164 16,10 4-294-16,6 0-540 0</inkml:trace>
  <inkml:trace contextRef="#ctx0" brushRef="#br1" timeOffset="58266.66">11971 6952 876 0,'0'0'617'0,"0"0"-347"16,0 0-8-16,0 0-4 0,0 0-95 0,0 0-36 0,0 0-3 15,-7-28 24-15,7 26-53 16,0 0-27-16,0 2-22 0,0-2-19 15,0 2 6 1,0 0-9-16,0-2-8 16,0 2-5-16,0 0-10 15,0-2 0-15,0 2 7 16,0 0-8-16,0 0 0 16,0 0 0-16,-7 0-1 15,-6 0-15-15,-5 8 2 0,-9 8-4 16,1 8 18-1,-3 4 0-15,5 2 0 0,8 2 11 16,7 4-1-16,9 0 8 16,0 4-4-16,20 0 16 15,9 3-15-15,5-3-8 16,-1-2-1-16,-4-2-6 16,-7-4 10-16,-11 2-10 15,-11-2 17-15,0 1-8 0,-22-4 7 16,-12 0-4-16,-3-7-6 15,-1-8 2-15,4-7-7 16,8-7-1 0,8 0-6-16,11-19-26 0,7-13-23 15,5-11-34 1,26-3-26-16,11 0-6 0,7 2 31 16,3 10 32-16,-4 8 34 15,-3 12 24-15,-7 10 21 16,-7 4 45-16,-6 6 32 15,-8 18-15-15,-5 8-10 16,-8 2-7-16,-4 4-20 16,0-4-13-16,0-6-16 15,0-6-10-15,0-10-6 16,0-6 0-16,0-6-1 0,0 0-7 16,7-22-25-16,11-7-98 15,6-10-103-15,5-3-1 16,4 4 0-16,0 6 116 15,2 10 87-15,-10 14 31 16,0 8 40-16,-9 4 38 16,-7 20 28-16,-7 8 8 15,-2 4 19-15,0-2 11 16,-9-6-26-16,0-5-52 16,0-12-42-16,7-9-9 15,2-2 9-15,0-8-24 16,23-15-32-16,8-4-77 15,2-1 57-15,3 4 33 16,-3 10 10-16,-6 10 9 16,-5 4 1-16,-9 8-1 0,-6 16-1 15,-2 2-5 1,-5 0-61-16,9-4-116 0,-3-9-318 16,7-10-505-16</inkml:trace>
  <inkml:trace contextRef="#ctx0" brushRef="#br1" timeOffset="58496.44">12938 6803 2189 0,'0'0'696'0,"0"0"-593"0,0 0-89 0,0 0-13 16,0 0 48-16,-78 157 47 0,64-83-9 15,8 6-25-15,6 5-28 16,0-7-24-16,0-8-10 16,13-12-54-16,7-11-54 15,18-18-204-15,-7-13-228 16,0-11-592-16</inkml:trace>
  <inkml:trace contextRef="#ctx0" brushRef="#br1" timeOffset="58887.96">13295 7200 1077 0,'0'0'950'16,"0"0"-689"-16,0 0-200 16,0 0-46-16,0 0 77 15,0 0 74-15,-139 40 54 16,110 1-65-16,4 1-56 15,8-2-41-15,6-6-29 16,6-8-16-16,5-12-7 16,0-8 9-16,23-6-15 15,3 0-7-15,6-20-103 16,-1-2-132-16,-4-4 15 0,-7 6 49 16,-5 4 83-16,-6 6 95 15,-5 10 77-15,-1 0 58 16,2 8 1-16,-1 14 30 15,2 2-62-15,7 2-38 16,3-6-17-16,5-4-22 16,5-8-27-16,3-8-3 15,2 0-118-15,-4-18-76 16,-7-8-76-16,-7-20-56 16,-6 6-21-16,-4-2-306 0</inkml:trace>
  <inkml:trace contextRef="#ctx0" brushRef="#br1" timeOffset="59083.52">13490 6934 1192 0,'0'0'819'16,"0"0"-335"-16,0 0-189 16,38-110-54-16,-30 104-114 15,-4 6-96-15,0 18-23 0,-2 24 22 16,-2 14 12 0,0 16 13-16,0 8-16 0,0 5-23 15,0-3-9-15,7-6-7 16,7-10 0-16,3-9-21 15,6-12-2-15,3-13-17 16,6-18-66-16,-9-10-202 16,-7-4-407-16</inkml:trace>
  <inkml:trace contextRef="#ctx0" brushRef="#br1" timeOffset="59241.33">13290 7289 2223 0,'0'0'606'0,"0"0"-501"16,140-6-53-16,-64 4-35 16,8 0-17-16,39-2-38 15,-20 0-252-15,-15 0-679 0</inkml:trace>
  <inkml:trace contextRef="#ctx0" brushRef="#br1" timeOffset="59508.16">14105 6950 2592 0,'0'0'579'0,"0"0"-528"16,0 0-51-16,0 0-16 16,119 86 16-16,-100-26 1 15,-11 11 13-15,-8 9-14 16,-54 38-35-16,-4-22-313 16,-9-14-598-16</inkml:trace>
  <inkml:trace contextRef="#ctx0" brushRef="#br1" timeOffset="60410.83">11791 8063 1780 0,'0'0'548'0,"0"0"-459"0,0 0-46 0,0 0-2 0,151-38-15 16,-88 28-5-16,10 0 16 16,9 2 64-16,10 0-34 15,6 0-33-15,20 2 38 16,20-2-9-16,23-1-26 16,1 0-16-16,-12-1-9 15,-17-1 0-15,-33 4 0 16,-15 0-12-16,-18 0 6 0,-7 0-5 15,9 2-1-15,7-2 0 16,-1 0 15-16,-8 0 19 16,-9 3-12-16,-7 1-13 15,-9-1-3-15,-3 1 0 16,-6 1-5-16,-4 0 0 16,-3 2-1-16,-3-2-14 15,-5 0-111-15,-7 2-250 16,-5-2-590-16</inkml:trace>
  <inkml:trace contextRef="#ctx0" brushRef="#br1" timeOffset="61685.65">12925 8231 1327 0,'0'0'362'0,"0"0"-117"0,0 0 33 16,0 0-17-16,0 0-90 0,0 0-16 15,0 0-51-15,11 22-6 16,-7 4-9-16,-2 10-18 16,-2 10-25-16,0 7-1 0,0 5-19 15,0 4-5-15,0-1 6 16,0-2-13-16,0-6-14 16,7-7 1-1,13-8-1-15,9-12-12 16,6-10-43-16,6-10-41 0,3-6-257 15,-8-6-377-15,-14-10-1118 0</inkml:trace>
  <inkml:trace contextRef="#ctx0" brushRef="#br1" timeOffset="61827.64">12688 8779 2011 0,'0'0'783'0,"0"0"-552"16,0 0-148-16,143-50-39 15,-63 21-28-15,47-11-16 0,-20 6-128 16,-11 3-508-16</inkml:trace>
  <inkml:trace contextRef="#ctx0" brushRef="#br1" timeOffset="68133.27">15126 7744 646 0,'0'0'754'0,"0"0"-539"0,0 0-74 0,0 0 41 0,0 0-15 16,0 0 37-16,-13 0-12 15,13 0-34-15,0 0-1 16,0 0-15 0,-2 0-32-16,2 0-21 0,0 0 1 15,0 0-33-15,0 0-7 16,0 0 0-16,2 0-13 15,21 0-14-15,20 0-4 16,13 0-5-16,11 0-5 16,6 0-9-1,1 0-1-15,-3-2-22 0,-6 0-46 16,-11 2-43-16,-4 0-98 16,-13 0-375-16,-18 0-306 0</inkml:trace>
  <inkml:trace contextRef="#ctx0" brushRef="#br1" timeOffset="68404.89">15275 7972 1520 0,'0'0'920'15,"0"0"-639"-15,0 0-33 16,0 0-107-16,0 0-80 16,118 0 4-16,-53-5-26 15,6-8-18-15,3 4-21 16,-5-1-3-16,-9 3-90 0,-4 1-108 0,-18 2-287 16,-16 0-758-16</inkml:trace>
  <inkml:trace contextRef="#ctx0" brushRef="#br1" timeOffset="68896.82">15418 6982 1458 0,'0'0'779'15,"0"0"-519"-15,0 0-13 16,0 0-65-16,0 0-64 16,0 0-36-16,0 0-35 15,-36-70-20-15,36 98-26 16,0 16 26-16,0 14 12 16,5 13-16-16,-5 2-10 0,0-2-1 15,0-11-10-15,0-10 14 16,0-12-10-16,0-14-6 15,0-8 1 1,0-9-1-16,0-6-1 0,0-1-4 16,2 0 5-16,15-6 0 15,6-6-12-15,6 0-22 16,0 2-19-16,0 2-16 16,9-2-173-16,-7 4-309 15,-6 0-452-15</inkml:trace>
  <inkml:trace contextRef="#ctx0" brushRef="#br1" timeOffset="69133.25">15699 6928 1857 0,'0'0'614'0,"0"0"-507"16,0 0-6-16,0 0-55 0,0 0-35 15,0 0 114-15,0 0 5 16,-23 158-49 0,21-99-51-16,2-7-30 15,0-9-3-15,0-10-67 16,0-13-99-16,20-20-86 16,2 0-100-16,-2-2-379 0</inkml:trace>
  <inkml:trace contextRef="#ctx0" brushRef="#br1" timeOffset="69337.47">15812 6858 1877 0,'0'0'668'15,"0"0"-585"-15,0 0-66 16,0 0 32-16,16 104 64 16,-12-46 22-16,5 8-54 15,0-2-40-15,0-1-27 16,4-9-14-16,3-14-24 0,1-12-108 15,1-14-75 1,9-14-68-16,-4-6-205 16,-6-14-358-16</inkml:trace>
  <inkml:trace contextRef="#ctx0" brushRef="#br1" timeOffset="69503.67">16013 6880 1443 0,'0'0'921'16,"0"0"-581"-16,0 0-241 15,0 0-86-15,0 0 58 16,0 120 36-16,8-61 4 16,4 2-54-16,-3 1-39 0,1-1-18 15,0-11-69 1,3-8-202-16,-4-14-230 16,-5-12-204-16</inkml:trace>
  <inkml:trace contextRef="#ctx0" brushRef="#br1" timeOffset="69640.14">15877 7258 2141 0,'0'0'741'0,"0"0"-595"15,0 0-97-15,158-55-49 16,-72 33 0-16,55-17-194 16,-20 6-342-16,-30 6-1189 0</inkml:trace>
  <inkml:trace contextRef="#ctx0" brushRef="#br1" timeOffset="70852.92">16715 7979 963 0,'0'0'1076'0,"0"0"-730"0,0 0-192 0,0 0-91 0,0 0-50 16,124-121 0-16,-68 65-13 0,5-4-1 16,-1-6-15-1,-5-2-32-15,-2-5-12 16,-7-1-3-16,-11-4 15 16,-11 0 36-16,-8 0 12 15,-8 5 22-15,-5 9 110 16,-3 16 32-16,0 16-13 0,0 14-72 15,-13 16-57-15,-6 2-22 16,-2 30-14-16,-2 22 14 16,-1 18 43-16,1 31 36 15,8-5-17-15,6 4-8 16,9-1-20-16,0-19-14 16,13 2-13-16,12-14-1 15,8-18 3-15,3-16-9 16,6-16-9-16,1-16-3 15,1-2-30-15,-1-22-42 0,-3-14-136 16,-7-8 17-16,-6-8 53 16,-8-4 12-16,-3 2 40 15,-9 7 98-15,-3 10 61 16,-2 15 140-16,0 13 54 16,-2 9-110-16,0 2-119 15,4 24 4-15,-4 9 20 16,2 5 12-16,0 0-13 15,-2 0-20-15,2-6-25 16,0-6-4-16,0-10-57 16,0-6-80-16,3-12-184 15,-3 0-136-15,0-12-292 0</inkml:trace>
  <inkml:trace contextRef="#ctx0" brushRef="#br1" timeOffset="71302.31">17692 7470 1405 0,'0'0'622'0,"0"0"-544"0,0 0-47 0,0 0 52 0,10 142 74 15,-10-98 49-15,-7-4 60 0,0-4-97 16,2-8-95 0,3-8-51-16,2-8-13 15,0-10-8-15,0-2-1 16,0-4-1-16,14-16-8 15,8-8-47-15,7-4-77 16,4-2 20-16,6 2 32 16,-2 8 42-16,1 12 38 15,-5 10 2-15,-4 2 31 16,-8 18 19-16,-6 10 39 0,-3 4-4 16,-8 0-17-16,-2-4-21 15,-2-6-7-15,0-8-19 16,0-10-17-16,0-4 6 15,2 0 18-15,5-18-27 16,6-10-3-16,9-8-33 16,12-6-20-16,6 2 31 15,2 2 11-15,0 9 11 16,-8 15 22-16,-7 13 7 16,-9 1-22-16,-5 18 1 15,-6 12-2-15,-2 8-5 0,-5 6-1 16,0 14-31-16,-10-8-277 15,-3-10-630-15</inkml:trace>
  <inkml:trace contextRef="#ctx0" brushRef="#br1" timeOffset="71743.39">17185 8278 1517 0,'0'0'754'0,"0"0"-441"0,0 0-73 0,0 0-158 0,0 0-61 0,0 0-4 16,0 0 28-1,2 108-3-15,-2-52 16 16,-2 6-4-16,-9 2-20 0,1-1-10 15,4-5-10-15,6-12-2 16,0-10-11-16,0-12 11 16,18-14-12-16,9-10-51 15,15-16-126-15,-7-15-382 0,-4-1-502 16</inkml:trace>
  <inkml:trace contextRef="#ctx0" brushRef="#br1" timeOffset="71912.83">16960 8606 1513 0,'0'0'722'0,"0"0"-465"0,0 0 64 15,0 0-152 1,0 0-110-16,127-8-25 16,-71 0-34-16,6 0-7 0,20-4-208 15,-16 0-166-15,-8 2-401 16</inkml:trace>
  <inkml:trace contextRef="#ctx0" brushRef="#br1" timeOffset="72152.23">17459 8516 763 0,'0'0'1064'0,"0"0"-472"15,0 0-211-15,0 0-149 16,0 0-129-16,0 0-70 16,0 0-10-16,151-10-11 15,-93 6-11-15,0 0-1 16,-1-2-17-16,-7 2-76 16,-3-6-183-16,-13 2-191 15,-13-2-283-15</inkml:trace>
  <inkml:trace contextRef="#ctx0" brushRef="#br1" timeOffset="72325.38">17824 8307 986 0,'0'0'1306'0,"0"0"-767"16,0 0-376-16,0 0-105 0,0 0-43 16,0 0-14-16,123-4 32 15,-83 25-9-15,-7 6-10 16,-4 5-8-16,-13 7-5 15,-16 5 0-15</inkml:trace>
  <inkml:trace contextRef="#ctx0" brushRef="#br1" timeOffset="74733.48">18060 8552 880 0,'0'0'530'0,"0"0"-294"0,0 0 2 0,0 0-54 0,0 0 14 0,0 0-34 15,0 0-52-15,0 6-26 16,0 4-12-16,-2 8 5 15,-7 9 33-15,-4 6-68 16,-5 6-22-16,-3 2-10 16,2 0-12-16,-8-1-154 0,7-12-366 15,7-12-927-15</inkml:trace>
  <inkml:trace contextRef="#ctx0" brushRef="#br1" timeOffset="75083.61">18410 8406 2049 0,'0'0'486'15,"0"0"-439"-15,0 0 2 16,0 0 89-16,-74 140 15 16,74-90-31-16,0-6-43 0,27-6-49 15,12-12-12 1,9-15-5-16,6-11 2 0,0-4-15 16,-10-22-9-16,-9-9-9 15,-19 2 7-15,-16-2 2 16,0 3-27-16,-31 4-1 15,-14 8-50-15,-6 10-53 16,-11 10-14-16,10 4-170 16,13 10-599-16</inkml:trace>
  <inkml:trace contextRef="#ctx0" brushRef="#br1" timeOffset="79566.45">20106 6938 1235 0,'0'0'408'0,"0"0"-196"0,0 0-54 0,0 0 20 0,0 0-8 0,0 0-10 16,0 0-32-16,2-40-8 16,-2 40-32-16,-7 0-39 15,-13 2-25-15,-9 18-6 16,-6 10-2-16,-7 10 26 15,-4 14 12-15,4 6-23 16,5 3 14-16,8-5-24 0,11-6 2 16,9-10-23-1,9-12 10-15,0-10-3 16,17-10-7-16,12-8-12 16,7-2-31-16,0-10-49 0,0-14-88 15,-5-6 1-15,-6-6-51 16,-4-6-38-16,-5-7 72 15,-1-2 1-15,-3 2 149 16,-3 7 46-16,2 12 207 16,-5 10 1-16,1 10-8 15,0 10-49-15,-3 4-67 16,1 28 9-16,-1 14 82 16,-4 12-31-16,0 9-49 15,0-4-38-15,0-2-34 16,2-7-23-16,0-10-3 0,12-2-74 15,-3-12-219-15,3-12-381 0</inkml:trace>
  <inkml:trace contextRef="#ctx0" brushRef="#br1" timeOffset="79751.66">20440 7377 2241 0,'0'0'606'0,"0"0"-594"16,0 0-12-16,0 0-127 0,0 0-45 0,0 0-59 16,0 0-619-16</inkml:trace>
  <inkml:trace contextRef="#ctx0" brushRef="#br1" timeOffset="80661.84">21033 6824 1664 0,'0'0'484'16,"0"0"-213"-16,0 0-63 15,0 0-10-15,0 0-90 16,0 0-48-16,0 0-23 15,-67 8-3-15,36 38 28 16,-5 14 14-16,0 12-16 16,5 4-16-16,7-2-12 15,6-5-14-15,9-15-7 16,9-12-2-16,0-10-8 0,11-14-1 16,18-8-26-1,11-10-9-15,9 0-31 0,7-24-48 16,-2-6-76-16,-8-6-33 15,-6-1 15-15,-13 6 39 16,-11 4 169-16,-10 13 65 16,-6 9 140-16,0 5-34 15,-6 4-75-15,-13 18-14 16,2 6-4-16,-1 4-3 16,7-2-41-16,6-4-13 15,5-4-9-15,0-6-3 16,12-6-3-16,10-6-6 15,4-4-20-15,3 0-25 16,-2-8-37-16,-5-8-53 0,-6-6-6 16,-13-2 64-16,-3-2 44 15,-10 4 33-15,-17 4 66 16,-4 6 41-16,0 6-1 16,4 6-19-16,10 0-17 15,8 0-34-15,9 0-18 16,2 4-7-16,25-4-5 15,13 0-6-15,8 0-11 16,2-14-47-16,-6-7-71 16,-8-1-64-16,-10-4 71 15,-12-2 46-15,-7-2 44 16,-7-4 32-16,0 4 19 16,0 4 75-16,0 8 112 0,0 10-57 15,0 8-68-15,0 0-81 16,10 12-2-16,11 16 2 15,-1 12 18-15,3 8-10 16,-8 6 4-16,-4-1 1 16,-9-3 10-16,-2-6 2 15,-7-6 20-15,-17-6 2 16,-2-6-14-16,-3-6-20 16,4-6-13-16,7-6-33 15,16-8-83-15,2 0-344 16,0-10-581-16</inkml:trace>
  <inkml:trace contextRef="#ctx0" brushRef="#br1" timeOffset="80902.11">21864 6793 1053 0,'0'0'1130'0,"0"0"-775"0,0 0-193 0,0 0-87 0,0 0-8 16,0 0 36-16,0 0 23 16,-112 133-41-16,97-51-25 15,3 2-40-15,8-5-1 16,4-10-19-16,2-10-40 16,31-11-63-16,-2-16-213 15,1-14-391-15</inkml:trace>
  <inkml:trace contextRef="#ctx0" brushRef="#br1" timeOffset="81556.77">22217 7066 1735 0,'0'0'517'0,"0"0"-446"16,0 0 30-16,0 0 64 15,0 0 14-15,0 0 21 0,0 0-70 16,-133 106-49-16,106-60-12 16,8-1-24-16,3-7-24 15,7-8-21-15,9-10 10 16,0-8-10-16,7-8-26 16,13-4-9-16,4-6-32 15,3-16-71-15,-3-8-103 16,-3-4 19-16,-6-1 8 15,-1 8 97-15,-8 4 117 16,-2 15 230-16,-1 8-1 16,-3 0-159-16,0 18 2 15,0 11 46-15,0-3-18 16,0 0-40-16,0-2-16 16,4-6-26-16,8-6-7 15,1-4-11-15,3-8-1 16,3 0-17-16,4 0-47 15,1-8-102-15,3-12-41 0,2-4-17 16,-1-10-101-16,1-8 0 16,-2-10 98-16,-2-9 228 15,-3-7 28-15,-2-4 152 16,0-4 6-16,-4 1-23 16,-3 6 15-16,0 8-2 15,-1 17 60-15,-6 14 24 16,-1 14-92-16,-5 10-77 15,0 6-58-15,0 8-33 0,0 22-9 16,0 16 9 0,0 12 31-16,0 11-13 15,0 7 6-15,0 4-16 16,0-2-7-16,0-2 10 0,0-7-3 16,2-11-8-1,8-14-28-15,0-10-31 0,1-12-35 16,-1-18-119-16,-2-4-302 15,-6 0-166-15</inkml:trace>
  <inkml:trace contextRef="#ctx0" brushRef="#br1" timeOffset="81711.86">22429 7086 2154 0,'0'0'707'0,"0"0"-559"0,0 0-8 0,129-36-66 16,-65 30-52-16,2 0-22 0,1 0-9 15,-3 0-46 1,7-6-185-16,-17 0-395 0,-14 2-331 0</inkml:trace>
  <inkml:trace contextRef="#ctx0" brushRef="#br1" timeOffset="81884.53">23038 6709 1809 0,'0'0'800'16,"0"0"-491"-16,0 0-119 15,0 0-136-15,0 0-6 16,129 83 4-16,-113 1-14 0,-16 36-3 16,-7 26-18-1,-29-11-17-15,-8-27-115 0,-19-12-342 16,18-39-207-16,3-9-567 0</inkml:trace>
  <inkml:trace contextRef="#ctx0" brushRef="#br1" timeOffset="83484.38">19842 7885 694 0,'0'0'833'0,"0"0"-527"0,0 0-103 0,0 0-57 0,0 0-44 16,0 0-22-16,0 0-10 15,43-29-26-15,-16 25 2 16,9 2 5-16,6 1 22 15,11-3 22-15,8 4-17 16,10-3 14-16,7-1-33 0,6 2-40 16,7 0-11-1,10 0-7-15,-1 0-1 0,5 2-12 16,0 0-5-16,-5 0-1 16,-4 0 18-16,-5 0-7 15,-4 0 7-15,-5 0 5 16,-1 4-5-16,-3-2 0 15,2-2 10-15,0 0-9 16,2 0 5-16,3 0-6 16,0-2 0-16,0-4 0 15,-4 2 1-15,2 0-1 0,-6 0 0 16,-4-2 0 0,-7 2 1-16,-5-2 0 15,-6-2 7-15,-6 2-8 16,-8-2 1-16,-6 0-3 0,-6 2 10 15,-6 2-10 1,-8 0 3-16,-1 0-2 0,-6 4 0 16,-3 0-50-16,-5 0-108 15,0 0-227-15,0 2-325 0</inkml:trace>
  <inkml:trace contextRef="#ctx0" brushRef="#br1" timeOffset="84114.21">21188 8731 1810 0,'0'0'580'0,"0"0"-484"0,0 0-36 0,0 0-31 0,0 0-15 0,96-111 4 15,-69 65-1-15,0-2-17 16,-2 0-7-16,-4 2-3 16,-3 6 8-16,-7 9 2 15,-1 12 63-15,-6 6 182 16,-4 13-73-16,2 0-99 15,-2 18-61-15,2 18 9 16,1 15 2-16,1 9-10 16,2 8-4-16,-1 5-9 15,9 17-88-15,-6-18-259 16,4-18-486-16</inkml:trace>
  <inkml:trace contextRef="#ctx0" brushRef="#br1" timeOffset="84725.18">23719 7730 1530 0,'0'0'677'0,"0"0"-368"0,0 0 34 0,0 0-129 0,0 0-111 16,0 0-22-16,0 0-18 15,5 0-30-15,17 0-12 16,12 0 12-16,5 4-23 15,11 2-1-15,4-2-9 16,1-2-3-16,-2 0-54 16,5 4-41-16,-13-2-236 15,-16 0-460-15</inkml:trace>
  <inkml:trace contextRef="#ctx0" brushRef="#br1" timeOffset="84890.74">23702 7981 2158 0,'0'0'611'0,"0"0"-499"16,0 0-2-16,127 0-31 15,-54 0-49-15,6-2-7 16,0-2-23-16,15 1-21 0,-20 3-262 16,-21 0-715-16</inkml:trace>
  <inkml:trace contextRef="#ctx0" brushRef="#br1" timeOffset="85995.53">22579 7814 33 0,'0'0'1058'0,"0"0"-740"0,0 0-109 0,0 0-43 0,0 0-50 16,0 0-3-16,0 0 45 16,0-12 2-16,0 10-16 0,0 2-16 15,0-2 6-15,0 0 30 16,0 0-59-16,8 2-55 15,8-2-26-15,9 2-22 16,4 0 5-16,9 0-5 16,2 0-1-16,2 0-1 15,0 0-38-15,8 0-243 16,-13 0-329-16,-10 0-1137 0</inkml:trace>
  <inkml:trace contextRef="#ctx0" brushRef="#br1" timeOffset="91169.84">25571 7592 1423 0,'0'0'524'0,"0"0"-320"0,0 0 32 0,0 0-62 0,0 0-37 0,0 0 47 15,4-40-51-15,-4 35-47 16,0 4-26-16,0-2-19 16,-2 3-14-16,-7 0-18 15,-6 0-9-15,-5 3 0 16,-9 16 4-16,-5 12-3 16,-5 11 13-16,-6 10-2 15,0 6 15-15,5 4 0 16,4-4-2-16,9-4-13 0,10-8-6 15,8-9-5-15,9-11 4 16,0-10-5-16,11-10-18 16,16-6-5-16,4-2-18 15,5-20-36-15,1-10-41 16,-1-11-59-16,2-8-14 16,-4-7-11-16,-3-3 12 15,-4 5 137-15,-8 8 53 16,-7 16 136-16,-6 12 114 15,-6 12-16-15,0 8-140 16,0 0-61-16,-4 20-12 0,-8 12 39 16,2 10 4-1,1 6 11-15,7 6-21 0,2-2-20 16,0 1-13 0,19-9-6-16,10-4-9 0,9-8-6 15,7-10-29-15,22-10-66 16,-9-6-224-16,-8-6-494 0</inkml:trace>
  <inkml:trace contextRef="#ctx0" brushRef="#br1" timeOffset="91444.43">26179 8011 1341 0,'0'0'648'0,"0"0"-392"0,0 0 44 0,0 0 1 0,0 0-104 0,0 0-104 16,0 0-47-16,18-58-46 15,-56 58-40-15,2 15-282 16,3 6-343-16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24.27184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9-25T03:05:47.13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16863 5309 0,'17'0'453,"1"0"-453,0 0 16,-1 0-16,1 0 16,0 0-1,-1 0-15,1 0 16,0 0 0,-1 0-16,1 0 31,-1 0-16,1 0 17,0 0-17,-1 0-15,1 0 16,0 0 0,-1 0-1,1 0 1,0 0 15,-1 0-31,1 0 31,-1 0 110,1 0-110,0 0-15,-1 0-1,-17 18 267,0 0-235,0-1-32,0 1 1,0 0-1,-17-1 32,-1-17-31,0 0-16,1 0 31,-1 0-15,1 0-16,-19 0 15,19 0-15,-1 0 16,0 0 0,1 0-1,-1 0-15,0 0 16,1 0-16,-1 0 16,1-17-1,-1-1 1,18 0-1,-18 18 1,1-17-16,-1 17 31,0 0 1,1 0-17,-1 0 1,0 0 15,1 0 0,34 0 94,1 0-125,0 0 16,-1 0-16,1 0 16,0 0-1,-1 0-15,1 0 0,17 0 16,-17 0-1,-1 0-15,1 0 16,0 0 0,-1 0-1,1 0 1,0 0-16,-1 0 16,1 0-16,0 0 31,-1 0-31,1 0 15,-1 0 1,1 0 15,-18 17 1,18-17-32,-1 0 15,1 0 1,0 0 15,-1 0 78,-17 18-46,0 0-47</inkml:trace>
  <inkml:trace contextRef="#ctx0" brushRef="#br0" timeOffset="5591.46">17251 5133 0,'0'18'734,"0"-1"-703,17-17-15,-17 18-16,18-1 15,-18 1 1,0 0 0,18-18-16,-1 17 15,-17 1 1,0 0-16,0-1 16,18-17-1,-18 18-15,18-18 0,-18 18 16,17-18-16,-17 17 15,18 1 1,0-18 0,-18 18-16,17-1 31,-17 1-31,0-1 31,0 1 125,18-18-156,-18 18 110,0-1-79,0 1-15,0 0-1,-18-18 1,1 17 15,-1-17-15,0 0 15,18 18-31,-17-18 16,-1 0-1,18 18-15,-18-18 47,18 17-16,-17-17-15,-1 0 31,0 0 62,18 18-93,0-1 265,-17-17-31,-1 0-94,18 18-124,0 0 233,0-1-233,18-17 30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9-24T00:37:07.519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11745 3198 1265 0,'0'0'71'0,"0"0"-71"0,0 0-45 0,0 0 45 0,0 0 199 0,0 0-82 15,0 2-39-15,0-2 0 16,0 0-21-16,3 2 20 16,-3-2 17-16,0 0 31 15,0 0 36-15,0 0 22 16,0 0-21-16,0 0 8 0,0 0-22 16,0 0-28-1,0 0-53-15,0 0-20 16,0 0-4-16,0 0-7 15,0 0-9-15,0 0-6 0,3 2-10 16,8 0 2-16,9-2-6 16,6 2 1-16,8 0 1 15,8 0-8-15,2-2 6 16,6 2-7-16,-1 0-26 16,2 0-49-16,9 6-64 15,-11-2-313-15,-11 0-303 0</inkml:trace>
  <inkml:trace contextRef="#ctx0" brushRef="#br0" timeOffset="268.5">11815 3377 2054 0,'0'0'793'0,"0"0"-653"0,0 0-37 0,0 0-28 0,0 0-39 16,0 0-15-16,134-6-9 0,-81 6-12 15,21 0-44-15,-16 0-241 16,-9 2-633-16</inkml:trace>
  <inkml:trace contextRef="#ctx0" brushRef="#br0" timeOffset="1267.33">12707 3477 1884 0,'0'0'608'0,"0"0"-494"0,0 0-1 0,0 0-44 0,113-90-11 16,-60 49-10-16,10-7-24 15,1-2-24-15,1-4-3 16,-3-2-27-16,-4-2-18 0,-6-2-28 15,-8-1 5-15,-7 0 30 16,-8 2 20-16,-8 1 21 16,-7 8 14-16,-10 8 56 15,-4 8 28-15,0 10 11 16,0 6-41-16,-10 8-31 16,-5 6-22-16,-5 4-15 15,-5 4-15-15,-8 21 2 16,-3 16 6-16,-3 9 7 15,-1 14 13-15,1 8 13 16,8 7 6-16,7 1-2 16,10-6-10-16,10-6-7 0,4-10-5 15,0-10 5-15,23-10-11 16,6-10-2-16,6-10-12 16,3-12-38-16,2-6-45 15,0-2-77-15,-2-20-12 16,-5-8-9-16,-4-6 55 15,-8 0 61-15,-6 4 37 16,-7 4 40-16,-3 8 73 16,-2 8 112-16,-3 8-10 15,0 4-76-15,0 0-81 16,0 18-17-16,-8 8 34 16,-2 4-2-16,-1 4-18 15,1 1-15-15,4-2-27 16,4-2-134-16,2-9-315 0,0-10-382 15</inkml:trace>
  <inkml:trace contextRef="#ctx0" brushRef="#br0" timeOffset="1693.47">13604 3160 700 0,'0'0'1060'0,"0"0"-769"0,0 0-39 0,0 0-43 0,-56 131-43 0,44-98-14 16,-2 2-66-16,7-9-44 16,5-4-24-16,2-6-6 0,0-8-12 15,0-7-18-15,11-1-11 16,11-7 4-16,7-19-42 16,7-9-83-16,1-1 16 15,3 2 68-15,-3 6 51 16,-8 12 15-16,-10 12 46 15,-7 4-14-15,-10 4-2 16,-2 16 31-16,0 6 85 16,-4-2-23-16,-6-2-54 15,4-5-41-15,4-9-11 16,2-8-3-16,0 0-5 16,22-3-9-16,11-15-49 15,7-4-38-15,10-2-16 16,0 2 57-16,0 6 38 0,-8 6 8 15,-9 8 16-15,-8 2-5 16,-11 10-8-16,-8 18-3 16,-6 21-58-16,-20-5-259 15,-5-4-598-15</inkml:trace>
  <inkml:trace contextRef="#ctx0" brushRef="#br0" timeOffset="2486.98">12869 3814 937 0,'0'0'717'16,"0"0"-469"-16,0 0-69 0,0 0-54 0,0 0 19 0,0 0 23 16,0 0-33-1,87-58-56-15,-78 58-54 0,-3 15-23 16,-6 12 10-16,0 7 27 16,0 6 39-16,-6 2 2 15,-13 2-18-15,4-2-9 16,-3-4-25-16,5-6-10 15,5-6-11 1,0-12 1-16,6-3-7 0,2-11-6 16,0 0-22-16,10-7-11 15,11-19-117-15,4-12-70 16,0-8-61-16,-3-2-26 16,-3 4 67-16,-5 6 143 15,-7 10 103-15,-5 10 110 16,-2 10 93-16,0 6 32 15,0 2-56-15,-4 6-63 0,-10 14-18 16,3 6 23-16,2 2-33 16,5 0-42-16,4 0-20 15,0-4-11-15,2-2-15 16,18-4-66-16,25-6-128 16,-5-5-170-16,-1-7-553 0</inkml:trace>
  <inkml:trace contextRef="#ctx0" brushRef="#br0" timeOffset="2717.61">13247 3888 1684 0,'0'0'856'0,"0"0"-568"0,0 0-125 0,0 0-75 0,0 0-28 0,0 0-23 15,0 0-19-15,71-2-10 16,-28 4-7-16,4 4-1 16,0-2-21-16,-1-2-52 15,10-2-72-15,-9 0-175 16,-9 0-503-16</inkml:trace>
  <inkml:trace contextRef="#ctx0" brushRef="#br0" timeOffset="2958.89">13677 3757 1743 0,'0'0'771'16,"0"0"-503"-16,0 0-81 16,0 0-101-16,0 0-62 15,0 0-22-15,0 0 2 16,79 36-3-16,-64-7-2 0,-9 3 1 15,-6 6-1 1,0 4 1-16,-21 0 1 16,-12 0 11-16,-6-4-12 15,-7 1-21-15,10-13-182 16,11-10-433-16</inkml:trace>
  <inkml:trace contextRef="#ctx0" brushRef="#br0" timeOffset="3233.32">13965 4014 1280 0,'0'0'726'0,"0"0"-535"0,0 0-77 31,47-108-73-31,-34 72-22 16,1 2 38-16,-1 2 39 15,1 6-18-15,-6 5 38 16,-1 10 41-16,-3 4-18 0,-2 7-53 16,-2 3-56-16,0 22-29 15,0 15 21-15,0 15-10 0,0 7-6 16,-11 28-6 0,-4-17-190-16,-1-14-480 15</inkml:trace>
  <inkml:trace contextRef="#ctx0" brushRef="#br0" timeOffset="5395.59">14899 2231 927 0,'0'0'521'0,"0"0"-272"0,0 0-50 0,0 0-51 0,0 0 3 0,0 0-32 16,0 0-60-16,0-1-37 15,0 1-21-15,0 9 9 16,0 8 13-16,0 1-4 0,0 6 32 16,0 0 9-16,0 4 4 15,0 4-14 1,0 0-22-16,0 4-6 16,-2 4-11-16,-3 0 5 0,0 0-2 15,1 4-4-15,-1 3 2 16,1-1-6-16,2 4 18 15,2-2-9-15,0 2-8 16,0-2 1-16,0 2-7 16,0-1 0-16,0-3 0 15,0 2 11-15,-4-4-12 16,-3 0 0-16,0-2 1 16,0-2 0-16,1-1-1 15,1-6-1-15,1 2 1 0,4-5-1 16,0-1 1-1,0 2 0-15,0-3 1 0,0 0-1 16,0 0 0 0,0 2 1-16,0-2 3 0,-5-2-4 15,1 2 0-15,-1-2-1 16,1 1 1-16,0-4 0 16,-1 4-1-16,3-5 0 15,2 1 1-15,0 2 0 16,0-1 0-16,0 0-1 15,0 0 1-15,-2 0-1 0,0-2 1 16,-1 2-12 0,1-2-6-16,-1 0-2 15,1-2 5-15,2 1 8 0,0-2 6 16,0-2-8 0,0-2 0-16,0 2 3 15,0-5 0-15,0 2 5 0,0-4 0 16,0 2-5-16,0-2 5 15,0 2 1-15,0 0-10 16,0 0 8-16,0-2 1 16,-4 2-5-16,0-2 5 15,-1-2 1-15,1 2-1 16,2-4 1-16,2 2-1 16,-2-4 1-16,2 0 0 15,-4 0 0-15,2 0 0 16,2-2 0-16,-2 2 0 15,0-2 0-15,0 0 1 0,2 0-1 16,0-2 0 0,0 0 0-16,0 2 0 0,0-2 0 15,0 0 17-15,0 2 30 16,20 0 27-16,7 0 5 16,6 0-39-16,7-2-17 15,2 0-11-15,1 0-12 16,3 0-18-16,-7 0-214 15,-11 0-501-15</inkml:trace>
  <inkml:trace contextRef="#ctx0" brushRef="#br0" timeOffset="6206.15">14949 2173 1704 0,'0'0'691'0,"0"0"-377"0,0 0-32 0,0 0-96 0,0 0-63 0,0 0-35 16,0 0-24-16,6-4-22 15,13 4-25-15,10 0-16 16,9 0-1-16,7 0-10 16,-1 0-64-16,10 7-72 0,-12 2-334 15,-9 0-676-15</inkml:trace>
  <inkml:trace contextRef="#ctx0" brushRef="#br0" timeOffset="9349.84">15411 3236 1028 0,'0'0'356'0,"0"0"-119"0,0 0-55 0,0 0 3 0,0 0 29 16,0 0-23-16,0 0-54 15,5 0-26-15,-5 0 13 16,0 0 13-16,2 0-51 15,-2 0-34-15,0 0-1 16,0 0-12-16,2 0-14 0,3-2 2 16,-1 0-6-16,5 0-10 15,0-2-4-15,2 0-6 16,0 0 1-16,3 2-1 16,-1 0 0-16,3-2-1 0,-3 2 0 15,3 2 0 1,-1 0-2-16,3 0-4 15,-1 0 5-15,4 0 0 16,1 0 0-16,0 0 1 16,2 0 0-16,1 0 0 15,2 0 0-15,0 0 0 0,2 4-1 16,-2 0 1 0,-1-2 0-16,1 2 0 15,-3 0 0-15,3-2 0 16,0 0 1-16,0 0-1 0,0 0 0 15,1 2 1-15,1-2-1 16,0 2 0-16,2 0 0 16,-2 0-1-16,2 0 1 15,0 0-6-15,-2 0 5 16,3 1 0-16,-1-1-1 16,0-1 1-16,2-1-1 0,-2 2-4 15,3-2 0 1,0 2 5-16,-1-1-10 15,1-2 4-15,-3 3 1 16,2-2 0-16,-1 2 6 0,-1-1 0 16,0 1 0-1,-2 0-1-15,2-3-12 0,0 4 5 16,-2-4 1-16,0 2 1 16,-2-2 5-16,-1-1-1 15,3 3 1 1,0-3 0-16,0 0 0 0,2 0-1 15,0 1-5-15,1-1 6 16,-1 3 0-16,0-3-7 16,2 0 1-16,-4 1-1 15,3-1-4-15,-1 0 5 16,-2 0 6-16,0 2 0 0,-2-2 0 16,0 3 0-16,-1-3 1 15,-1 1-1-15,2-1 0 16,-1 0 1-1,1 0-1-15,0 0 1 0,-3 3 0 16,3-3 0-16,-2 0 0 16,-4 0 0-16,4 0 0 15,0 0 0-15,-3 0 0 16,2 0 0-16,1 0 0 16,2 0 0-16,2 0 0 15,2 0 0-15,2 0 0 16,1 0 0-16,1 0 1 15,-2 0-1-15,-1-3 1 16,-1 2 0-16,0-4 0 16,-2 4 0-16,0-2 1 0,2 3-2 15,-2-1 1-15,0-2-1 16,0 3 0-16,0-1 1 16,0 1-1-16,-2-3 1 15,0 2 5-15,-2 1-5 16,-2-3-1-16,2 1 1 15,0 1 5-15,0 1-5 16,-1-3 10-16,2 2-5 16,3-2-5-16,2 2 7 15,1-2-7-15,2 3 0 16,-1 0 0-16,-2-2 0 16,3 2 5-16,-1-2 0 15,3 0 2-15,-1 2-7 16,1-2 5-16,1 2-5 15,0-2 5-15,-4 2-6 0,-4 0 1 16,-5 0-1-16,-2 0 1 16,-6 0 11-16,0 0-3 15,-5 0 0-15,2 0-1 16,0 0-8-16,3 0 8 16,3 0-7-16,-2 0 0 0,3 0 0 15,0 0 5-15,0 0-4 16,-2 0 7-1,-3 0-3-15,-3 0-6 16,-1 0 1-16,-5 2-1 0,-1-2-2 16,-1 0-19-1,-2 0-10-15,-2 0-11 0,0 0-67 16,0 0-210-16,-9 0-335 16</inkml:trace>
  <inkml:trace contextRef="#ctx0" brushRef="#br0" timeOffset="13363.03">15940 3936 1377 0,'0'0'604'0,"0"0"-372"0,0 0-14 0,0 0-53 0,0 0-73 16,0 0-28-16,-6-32 0 16,6 24 11-16,0-4-29 15,6 0-23-15,4-2-8 16,3 0-14-16,3 0 5 0,-1 2-6 15,2 4-1 1,-9 5 0-16,-1 3-8 16,-7 0-21-16,0 21-17 15,-11 13 47-15,-22 10 39 16,-13 8 23-16,-9 2-13 16,-5-4-22-16,0-10-8 0,9-11-18 15,9-11 10-15,10-10-11 16,10-8 2-16,9 0 5 15,5-4 4-15,8-12 7 0,8-4-18 16,20-1-2-16,11 6-11 16,7 7 4-1,8 8-2-15,-1 0 2 0,3 14-3 16,-3 8 5 0,21 6-217-16,-16-6-237 15,-9-8-325-15</inkml:trace>
  <inkml:trace contextRef="#ctx0" brushRef="#br0" timeOffset="13654.05">16501 3703 2043 0,'0'0'586'0,"0"0"-533"0,0 0-52 0,0 0 33 0,0 0 59 15,-121 165 35-15,105-93-44 16,10 4-29-16,6-4-34 16,0-5-6-16,20-13-10 15,9-8-5-15,7-8-44 16,17-6-171-16,-11-10-249 15,-6-10-410-15</inkml:trace>
  <inkml:trace contextRef="#ctx0" brushRef="#br0" timeOffset="14724.5">16942 4219 1175 0,'0'0'697'0,"0"0"-427"0,0 0-17 0,0 0-60 0,0 0 8 16,0 0-50-16,0 0-61 15,16-24-45-15,-3 6-24 16,7-4-12-16,2-5-9 0,0-6 1 16,5-6-1-16,0-3-18 15,0-2-12-15,-6 0-3 16,0 6 21-16,-3 4 12 16,-7 8 16-16,-5 10 24 15,-4 6 4-15,1 4-5 16,-3 6-21-16,0 0-12 15,0 0-6-15,0 22-27 16,0 14 4-16,-5 14 23 16,-1 8 5-16,-1 3-4 15,3-2-1-15,2-6-23 16,2-1-174-16,4-14-276 0,11-14-315 16</inkml:trace>
  <inkml:trace contextRef="#ctx0" brushRef="#br0" timeOffset="14971.61">17599 4068 2169 0,'0'0'515'16,"0"0"-326"-16,0 0 13 0,0 0-75 15,0 0-70 1,0 0-36-16,0 0-6 0,147 10-13 16,-91 0-2-16,0-2-12 15,0 1-98-15,10-5-247 16,-12-3-337-16,-12-1-454 0</inkml:trace>
  <inkml:trace contextRef="#ctx0" brushRef="#br0" timeOffset="15465.21">18254 3964 1162 0,'0'0'905'0,"0"0"-539"16,0 0-143 0,0 0-72-16,0 0-48 0,0 0-19 15,0 0-29-15,78-54-31 16,-66 74-8-16,-6 10-4 15,1 8 5-15,-5 2 2 16,-2 4 2-16,0-3-3 16,0-5-6-16,-2-6 0 15,-3-6-12-15,3-6 1 16,0-8 5-16,2-4 3 16,0-4-9-16,0-2-2 15,0 0-4-15,11-10 0 0,7-14-40 16,1-12-89-1,6-8-98-15,0-9-4 0,-1 1 54 16,-4 4 117-16,-4 10 66 16,-7 10 22-16,-5 12 132 15,-4 10 20-15,0 6-41 16,0 0-81-16,-7 16-37 0,-8 12 37 16,-3 10 34-1,3 6-22-15,1 4-21 16,8-3-13-16,1-5-15 15,5-6-4-15,0-6-1 16,9-8 0-16,11-6-10 0,4-6-38 16,5-6-84-1,0-2-164-15,8-14-57 16,-12-8-250-16,-2-4-504 0</inkml:trace>
  <inkml:trace contextRef="#ctx0" brushRef="#br0" timeOffset="15665.64">18807 3752 1602 0,'0'0'821'0,"0"0"-585"0,0 0-109 0,0 0-43 0,0 0-17 16,129 118 0-16,-104-54 9 16,-6 4-29-16,-3 3-28 15,-5-5-11-15,-7-6-3 16,-4-6-5-16,0-8-56 15,-31 0-175-15,2-10-240 0,0-12-485 16</inkml:trace>
  <inkml:trace contextRef="#ctx0" brushRef="#br0" timeOffset="16890.12">19963 3294 778 0,'0'0'531'16,"0"0"-324"-16,0 0-6 0,0 0 11 0,0 0 24 0,0 0-11 15,0 0-32-15,-5-6 10 16,5 6-43-16,0 0-51 15,0 0-28-15,0 0-11 16,0 0-10-16,0 0-16 16,0 0-10-16,3 0-7 0,11 0-6 15,9 0 0-15,11 4 4 16,11 2-4-16,6-2-15 16,4 0-6-1,3-1-12-15,-4-2-58 0,8 2-81 16,-14 0-217-16,-13 0-367 0</inkml:trace>
  <inkml:trace contextRef="#ctx0" brushRef="#br0" timeOffset="18945.39">21262 3296 950 0,'0'0'519'0,"0"0"-284"0,0 0-15 0,0 0 25 15,0 0-23-15,0 0-37 16,0 0-37-16,-3-2-38 16,3 2-23-16,0 0-14 15,0 0-23-15,0 0-13 16,0 0-6-16,0 0-8 0,5 0-1 15,9 0-7 1,1 0-3-16,5 0-1 0,3 0-5 16,6 0-5-16,0 0 0 15,2 0-1-15,2 0 1 16,1 0-1-16,1 0 0 16,1 0 0-16,3 2 0 15,7 2-1-15,0 1 1 16,3-1-1-16,3 0-7 15,-4-1 2-15,2 1 5 16,-2 0 0-16,1 0 0 16,-1-1 1-16,-4-2 0 15,0 1 0-15,1-2 0 0,-3 0 2 16,-1 0-2 0,-1 3-1-16,-1-3 1 0,-1 0-1 15,1 1 1-15,-2 2 0 16,-1-2 0-16,2 2 0 15,-1-2-1-15,2-1 1 16,-4 3 0-16,1-2-1 16,-1 1 1-16,1 1 1 15,-3 1 0-15,1-3 0 16,0 3 0-16,-1-1 0 16,0-1 1-16,1 0-2 15,3 0 2-15,1-2-2 16,5 1 1-16,-1-1 0 15,0 0 0-15,-1 0 0 16,-4 0-1-16,-1 3 1 16,-5-3-1-16,-2 0 0 0,0 1 1 15,-4-1-1 1,2 0 1-16,0 0-1 0,-4 0 1 16,4 0 1-1,0 0 4-15,-2 0-5 0,2 0 8 16,0 0-8-16,2 0 1 15,2 0-2-15,0 0 1 16,0 0 0-16,0 0 0 16,3 0 5-16,-1 0-6 15,2 0 8-15,5 0-8 16,3 0 6-16,1 0-6 16,1 0 1-16,4 0 1 15,2 0-2-15,0-1 0 16,3-2 0-16,-3 2 1 0,-2-1-1 15,-4 2 0-15,-5 0 0 16,-3 0 1-16,-2 0-1 16,-4 0 0-16,-3 0 0 15,-1 0 1-15,-5 0-1 16,1 0 0-16,-6 0 0 16,1 0 0-16,1-2 0 15,-2 0 1-15,1-2 0 16,1 0 0-16,2 0 7 15,4-1-8-15,1 1 0 16,6 0-1-16,7 0 1 0,6-2 0 16,10 1-1-16,6 1 2 15,3 0-2-15,3-1 2 16,5 1-1-16,3 3 0 16,6-2 1-16,0 2 0 15,7 1 0-15,-1-3 0 16,2 3 8-16,-2 0-1 15,0 0-7-15,-3 0-1 16,-1 0 1-16,-5 0 0 0,-5 0 0 16,-4 0 0-1,-4 0-1-15,-9 4 0 0,-3 0 1 16,-6 0-1-16,-5 1 2 16,-2-1-2-1,-4-3 1-15,-5 3 0 0,0-1-1 16,-6-2 1-1,0 1 0-15,-3 1 0 0,-2-2-1 16,-2-1 0-16,-1 3 1 16,-1-3 0-16,-1 0 6 15,1 0 1-15,2 0-1 16,-2 0-5-16,2 0-1 0,-3 0 9 16,1 0-9-1,-3 0 6-15,-4 0-6 16,0 0 6-16,-7 0-5 15,1 0 4-15,-3 0-5 16,0 0 1-16,0 0-2 16,0 0-17-16,-17-4-92 15,-7-5-238-15,-4 1-478 0</inkml:trace>
  <inkml:trace contextRef="#ctx0" brushRef="#br0" timeOffset="21600.62">22178 3753 1602 0,'0'0'606'0,"0"0"-359"0,0 0-35 0,0 0-36 0,0 0-46 0,0 0-11 15,0 0-36-15,0 0-29 16,0 0-11-16,0 0-11 15,0 0-4-15,0-1 0 16,4-9-8-16,10-2-11 16,3-2-9-16,6 0-21 15,-1 1 3-15,0 8 9 16,-6 2-3-16,-5 3 0 16,-7 7-12-16,-4 18 3 15,0 10 13-15,0 5 8 16,-19 4 21-16,-4 2 6 15,-2-6-12-15,4-6-3 16,0-8-11-16,7-10 6 16,8-6-2-16,4-4-5 15,2-6-10-15,0 0-3 0,16-4 5 16,13-12-53 0,6-4-2-16,3 2 28 0,0 4-1 15,-7 8 6-15,-4 6 15 16,-9 0 2-16,-7 24-1 15,-11 8 14-15,0 8 2 16,-9 5 17-16,-16-4 11 16,-2 0-7-16,3-9-16 15,2-6-7-15,4-8-33 16,16-10-166-16,2-4-181 16,0-4-366-16</inkml:trace>
  <inkml:trace contextRef="#ctx0" brushRef="#br0" timeOffset="21844.23">22871 3693 1476 0,'0'0'816'0,"0"0"-674"0,0 0-38 0,0 0 55 16,-139 132-14-16,117-67-24 0,11 7-33 15,9 0-38 1,2-6-26-16,8-5-11 16,19-11-13-16,9-8-34 15,7-10-116-15,19-8-142 16,-9-10-342-16,-8-8-1070 0</inkml:trace>
  <inkml:trace contextRef="#ctx0" brushRef="#br0" timeOffset="22203.82">23252 4215 1827 0,'0'0'554'15,"0"0"-417"-15,0 0-5 0,0 0-39 16,0 0 14 0,0 0-22-16,135-66-52 0,-108 35-33 15,-2 0-24 1,-3-6-70-16,-4 1 31 0,-2 2 32 16,-3 6 31-16,-6 6 27 15,-3 10 76-15,-2 10-10 16,-2 2-59-16,0 0-34 15,0 22 0-15,0 12 1 16,0 8 20-16,-2 10-13 16,-5 3-7-16,-2-3-1 15,7 8-230-15,2-16-341 16,0-12-528-16</inkml:trace>
  <inkml:trace contextRef="#ctx0" brushRef="#br0" timeOffset="22476.94">23929 4082 1803 0,'0'0'879'0,"0"0"-572"15,0 0-111-15,0 0-100 16,0 0-49-16,0 0-10 16,0 0-16-16,154-18-21 0,-98 22-6 15,2 5-58-15,17-8-127 16,-15-1-446-16,-10 0-478 16</inkml:trace>
  <inkml:trace contextRef="#ctx0" brushRef="#br0" timeOffset="22859.52">24521 3986 1667 0,'0'0'387'15,"0"0"-229"-15,0 0 48 16,0 0-16-16,0 0 61 16,0 0-111-16,0 0-95 15,16 14-21-15,-13 20 10 16,-3 6-4-16,0 0 6 0,0-4-7 15,0-7-7-15,0-5-14 16,0-8-7-16,0-8 5 16,0-4 5-16,2-4-11 15,11 0-8-15,1-4-39 16,1-20-50-16,3-12-95 16,-3-8-22-16,-3-5-30 15,-1 1 45-15,-5 12 199 16,-2 12 191-16,0 16 122 15,-4 8-154-15,0 4-135 16,0 22 32-16,-4 9 30 16,2 1 4-16,2 1-46 15,0-1-25-15,19-1-7 0,12-9-12 16,9-8-45 0,20-4-76-16,-7-8-251 15,-8-6-369-15</inkml:trace>
  <inkml:trace contextRef="#ctx0" brushRef="#br0" timeOffset="23059.76">25255 3766 1235 0,'0'0'1596'0,"0"0"-1333"15,0 0-226-15,0 0-36 0,53 118 0 0,-40-48 44 16,-1 10 7-16,-5 4-19 15,-7-2-30 1,0-3-3-16,-27 9-99 0,-7-21-355 16,-3-20-361-16</inkml:trace>
  <inkml:trace contextRef="#ctx0" brushRef="#br0" timeOffset="25131.58">27501 2041 1162 0,'0'0'677'0,"0"0"-447"0,0 0 47 0,0 0-36 0,0 0 9 0,0 0-72 16,0 0-54-16,-3-6-37 15,3 6-31-15,0 0-29 16,0 0-1-16,5 0-11 16,11 0-4-16,5 0-5 15,6 0 1-15,0 6-5 16,0-2-1-16,0 2 0 15,-6-2 0-15,0 0-1 16,-3-2 0-16,-3 2 1 16,-3 0-1-16,-3-2 0 0,-3 2 0 15,-4 0-6-15,-2-2 5 16,0 2-8 0,0 2 1-16,0 4 2 0,2 2 6 15,-2 6 0-15,0 2-1 16,0 5 0-16,0 5 1 15,0 3 0-15,0 8 0 16,-8 5 6-16,-1 2 3 16,-3 4 2-16,4 2 2 15,1-2 8-15,1 0-13 16,0-1-7-16,2-1 5 0,-2 0-5 16,1 0 5-1,-3-2-5-15,-2 0 0 0,1-4 0 16,-1 1-1-16,0-3 2 15,-1-2-1-15,5-4 10 16,-4-2-11-16,6-2 0 16,0-2-1-16,-1 0 1 15,1-2-2-15,0 3 2 16,2-4-1-16,-3 4 1 16,0-2 0-16,1 0 1 15,-1-1-1-15,3 0 0 16,-2-2-1-16,2 0 0 15,-1 0 1-15,1 0 0 0,0-2 0 16,0 0 0-16,2 0-1 16,0-2-5-16,0-2-6 15,0 1 0-15,0-2 5 16,0-1 6-16,0 0-7 16,0-1 8-1,0-2 0-15,0 0-1 0,0-1 1 16,0-2-1-16,0 0 1 15,0-2 0-15,0 0-1 16,0-2 0-16,0 2 0 16,0-2-6-16,0-2 6 15,0 2 0-15,0 0 0 16,0 2 1-16,0-2-1 16,0 2 1-16,0 2-1 15,0 0 1-15,0 0-1 16,0 0-17-16,0 0 5 0,0-2-2 15,0 2-1-15,0 0 8 16,2-2 7 0,-2 0-8-16,0 2 8 0,0-2-5 15,0 2 5-15,2 1-12 16,0-2-10-16,1-1 7 16,-3 2-5-16,2-3 0 15,-2-1 7-15,0 0 7 16,0-1 5-16,0 4-4 15,0-1 5-15,0 0 1 0,0-2 0 16,0 0 0-16,0-2-1 16,0 0 1-16,0-2 0 15,0 0-1-15,0 0 1 16,0-2 0-16,-2 2 1 16,-1-2-1-16,1 0 0 15,2-2 1-15,-2 2 8 16,2 0-3-16,-2 0 5 15,-1-2 4-15,-1 2 3 16,-1-2 6-16,-1 2 10 16,-5 0 26-16,-3 0-8 15,-5 0-10-15,-2 0-12 16,-6 0-10-16,-2 0-13 16,-4 0-7-16,-9-2-45 15,-34 0-53-15,9 0-200 16,3 0-667-16</inkml:trace>
  <inkml:trace contextRef="#ctx0" brushRef="#br0" timeOffset="30626.55">16019 2769 350 0,'0'0'993'0,"0"0"-631"0,0 0-142 0,0 0 1 0,0 0 47 16,0 0-53-16,0 0 11 0,0 0-89 15,0 0-46 1,0 0-29-16,0 0-13 16,0 0 4-16,0 0-4 15,0 0 3-15,0 0-4 16,7 0-10-16,7-10-14 0,3-4-15 16,5-4-9-1,-1-2-18-15,0-2 6 0,0-2-23 16,-1-5 5-16,0-4-23 15,0-3-16-15,-4-3 16 16,-1 1 37-16,1 2 14 16,-5 6 1-16,-5 8 0 15,1 8-5-15,-5 4 6 16,-2 4 0-16,0 4 13 16,0 2-13-16,0 0 1 15,0 0-1-15,0 0-1 16,0 0-10-16,0 0-4 0,0 14-7 15,0 12 11 1,0 8 11-16,0 10 0 0,-6 4 19 16,-7 7-7-1,1 0 9-15,-1-2 6 0,2-3-19 16,-1-4-8-16,6-6 0 16,4-4-17-16,2-5-104 15,2-10-438-15,9-9-408 16</inkml:trace>
  <inkml:trace contextRef="#ctx0" brushRef="#br0" timeOffset="31209.65">16663 2693 902 0,'0'0'634'0,"0"0"-406"0,0 0-48 0,0 0 12 0,0 0-6 15,0 0-29 1,0 0-29-16,0 2-1 16,0-2 10-16,4 0-35 15,10 0-39-15,4 0-10 0,4 0-20 16,5 0-18-16,4 0-3 15,0 0-11-15,1 2 0 16,-1 2-1-16,0 2-28 16,0-4-80-16,-2 2-143 15,5-2-30-15,-8-2-91 16,-6 0-270-16</inkml:trace>
  <inkml:trace contextRef="#ctx0" brushRef="#br0" timeOffset="31481.23">16981 2512 1787 0,'0'0'739'0,"0"0"-614"16,0 0-73-16,0 0-22 15,0 0 78-15,0 0-2 16,-31 102-27-16,23-55-40 16,-3 1-23-16,1 2-5 15,4-4-11-15,-1-2-21 16,7 1-194-16,0-12-317 16,0-11-747-16</inkml:trace>
  <inkml:trace contextRef="#ctx0" brushRef="#br0" timeOffset="32509.33">17719 2578 954 0,'0'0'638'0,"0"0"-341"0,0 0-19 0,0 0-26 0,0 0-34 0,0 0-30 16,0 0-56-16,31-84-65 15,-19 76-22-15,-1 2-14 16,-3 2-14-16,0 2-5 15,-4 2-12-15,3 0 8 16,-3 0-8-16,2 18 0 16,2 6 5-16,-2 8-5 15,-1 2 10-15,-5 5-9 16,0 3 20-16,0-2-9 16,0 0 2-16,0-2 7 15,-5-4-11-15,-1-6-8 0,1-6 4 16,0-6-5-16,1-6-1 15,4-6 6 1,0-4 6-16,0 0 8 0,0 0-11 16,11-16-9-16,9-12-26 15,5-12-53-15,2-10-46 16,-3-6-145-16,0-3-7 16,-4 5-11-16,-7 10 162 15,-3 16 126-15,-6 12 104 16,-4 14 77-16,0 2-65 15,-6 8-27-15,-10 19 51 16,1 5-10-16,3 5-20 16,8 3-20-16,4 3-42 15,0-5-8-15,18-2-25 16,9-6 9-16,6-6-21 0,3-6-3 16,3-6-45-16,1-6-125 15,10-6-172-15,-13 0-235 16,-8 0-622-16</inkml:trace>
  <inkml:trace contextRef="#ctx0" brushRef="#br0" timeOffset="33148.67">18466 1842 1018 0,'0'0'889'0,"0"0"-553"0,0 0-68 0,0 0-74 0,0 0-84 0,0 0-11 15,0 0-20-15,0-96-40 16,7 66-12-16,-3 0-8 16,2-4-11-16,1 2 7 15,0-2 0-15,0 4 27 16,-1 4-12-16,-1 6-6 0,-1 6 1 15,-2 6 2-15,-2 4-15 16,0 4-11-16,0 0-1 16,0 0-6-16,0 8-16 15,0 16-1-15,-2 10 23 16,-5 12 0-16,-1 10 6 16,1 4-5-16,0 4 2 15,0 1-3-15,3-5-75 16,-7 6-164-16,4-16-258 15,0-14-397-15</inkml:trace>
  <inkml:trace contextRef="#ctx0" brushRef="#br0" timeOffset="33362.51">18243 2151 1091 0,'0'0'1052'15,"0"0"-731"-15,0 0-154 16,0 0-31-16,0 0 41 16,0 0-41-16,0 0-47 0,155 62-47 15,-103-51-35 1,0-1-7-16,8 2-97 16,-14-5-357-16,-13 0-311 0</inkml:trace>
  <inkml:trace contextRef="#ctx0" brushRef="#br0" timeOffset="33839.49">18408 2424 1159 0,'0'0'748'0,"0"0"-492"15,0 0-40-15,0 0-58 0,0 0-54 16,0 0-3-16,0 0-53 15,29-16-21-15,-16 12 1 16,1 4 5-16,-5 0-21 16,-1 0 1-16,-1 6-13 15,-5 12 1-15,-2 6-1 16,0 6 21-16,0-2 39 16,-2 3-6-16,-9-6-1 15,2-4-18-15,2-5-4 16,5-6-5-16,2-6-1 15,0-2-4-15,11-2 11 16,16 0-1-16,7 0-19 16,1 0-12-16,3-9-27 0,-3 2-42 15,13-4-109-15,-11 3-360 16,-6 2-370-16</inkml:trace>
  <inkml:trace contextRef="#ctx0" brushRef="#br0" timeOffset="37331.75">21423 2653 1358 0,'0'0'676'0,"0"0"-363"0,0 0-40 0,0 0-20 0,0 0-71 16,0 0-68-16,0 0-26 0,4 0-38 16,7-8-16-1,3-2-9-15,1-2-5 0,3-5-13 16,-1-1-6-16,2-4-1 16,-2-6-6-16,-1-2-1 15,1-4 6-15,1-6-11 16,1 0-12-16,0-2 14 15,-1 2-6-15,-3 4 16 16,-3 4 0-16,-5 9 1 16,-3 5 8-16,-2 9-9 15,0 3 0-15,-2 2 0 16,0 4 1-16,0 0-1 16,0 0-5-16,0 0-11 15,0 18-16-15,0 15 14 0,0 16 18 16,-2 13 20-1,-9 8-7-15,-3 4-5 0,4 0-1 16,-1-6 5-16,-1-5-12 16,8-7-6-16,2-8-54 15,2-6-159-15,4-14-481 16,12-12-1455-16</inkml:trace>
  <inkml:trace contextRef="#ctx0" brushRef="#br0" timeOffset="40769.1">22169 2619 1061 0,'0'0'668'0,"0"0"-447"0,0 0-36 0,0 0 29 0,0 0-16 0,0 0-47 15,0 0-16-15,0 0-23 16,0 0-28-16,6 0 2 16,7 0-17-16,6 0-31 15,10 0-17-15,6 0-8 16,10 0-5-16,8 0-8 16,5 0 0-16,0 0-7 15,0 0-51-15,-6-2-131 0,-2-2-175 16,-11 0-244-16,-13 0-561 15</inkml:trace>
  <inkml:trace contextRef="#ctx0" brushRef="#br0" timeOffset="41090.48">22518 2384 2244 0,'0'0'667'15,"0"0"-525"-15,0 0-58 16,0 0-47-16,0 0-8 15,0 0-23-15,0 0 16 16,-4 104-7-16,4-58-7 16,0 1-2-16,0-4-6 15,-4-3-48-15,-1 5-96 16,-1-9-349-16,3-10-562 0</inkml:trace>
  <inkml:trace contextRef="#ctx0" brushRef="#br0" timeOffset="41870.48">23204 2452 1378 0,'0'0'589'0,"0"0"-342"0,0 0-34 16,0 0-57-16,0 0-19 0,0 0 1 0,0 0-44 15,21-56-45-15,-13 54-28 16,2 2-10-16,-1 0-11 16,-1 12 13-16,2 12-4 15,-6 8-2-15,-4 7 2 16,0 2 5-16,0 1-8 16,0 1 10-16,0-3-14 15,0-4 10-15,0-6-5 16,0-6-1-16,0-8-5 15,0-4 0-15,0-4-1 16,0-6 17-16,0-2-4 16,7 0-13-16,11-8 0 15,3-14-40-15,6-8-95 0,2-8-76 16,0-8-46-16,-2-2-63 16,-6 4 35-16,-11 9 285 15,-5 12 16-15,-5 8 185 16,0 13 40-16,-7 2-44 15,-11 8-64-15,1 14-2 16,-4 10 10-16,8 3-61 16,6 3-29-16,7 2-21 15,0-4-1-15,18-2-19 16,16-4 1-16,8-8-11 16,9-4-69-16,14-12-188 15,-12-2-232-15,-13-4-336 0</inkml:trace>
  <inkml:trace contextRef="#ctx0" brushRef="#br0" timeOffset="42759.23">24018 1698 1016 0,'0'0'769'0,"0"0"-484"16,0 0-33-16,0 0-36 0,0 0-35 0,0 0-5 16,0 0-75-16,0-24-46 15,0 8-27-15,7-4-13 16,-1-4-7-16,2 0-8 16,-2-2 2-16,3 0-1 15,-3 2 0-15,1 4 0 16,-2 4 0-16,-3 8 22 15,0 1 16-15,-2 6-5 0,0 1-11 16,0 0-23 0,0 0 0-16,0 0-15 0,0 18-7 15,0 12 16-15,0 10 6 16,0 8 0-16,-4 6 0 16,-4 2-21-16,0 5-54 15,4 11-178-15,-1-14-124 16,3-16-385-16</inkml:trace>
  <inkml:trace contextRef="#ctx0" brushRef="#br0" timeOffset="43083.63">23848 2095 1874 0,'0'0'693'0,"0"0"-369"0,0 0-80 0,0 0-124 0,0 0-62 15,0 0-16 1,0 0-27-16,143-2-15 0,-95 2-5 16,0 0-49-16,10 2-105 15,-11 6-376-15,-13 0-293 16</inkml:trace>
  <inkml:trace contextRef="#ctx0" brushRef="#br0" timeOffset="43968.25">24035 2262 814 0,'0'0'633'0,"0"0"-393"0,0 0-33 0,0 0-19 0,0 0 14 0,0 0-23 16,0 0-46-16,-2 0-1 15,2 0 7-15,0 0-48 16,0 0-35-16,0 0-10 15,0 0-7-15,0 0 0 16,0 0-17-16,0 0-1 16,0 0-6-16,0 0 2 15,0 0-11-15,0 0-5 16,0 0 14-16,0 0-15 16,0 0-11-16,0 0 11 15,0 0-18-15,0 0 6 0,0 0 3 16,0 0-8-16,0 0 11 15,0 0 5-15,0 0 1 16,0 0-1-16,0 0 1 16,0 0 0-16,0 0-1 15,-2 0-8-15,2 0-4 16,0 0 2-16,0 0 11 16,0 0 1-16,0 0 15 15,0-2 1-15,2-5-17 0,10 3-5 16,-1 1-5-16,0 1 2 15,0 2 1 1,-4 0 1-16,-1 0 5 16,-4 5-5-16,-2 12 6 0,0 5 13 15,0 2-1-15,-2 2 14 16,-6-2-7-16,1-2-7 16,5-4-6-16,2-4 2 15,0-2 4-15,19-4 9 16,6 0-2-16,2-2-7 15,-4 0-10-15,-8-2-2 16,-11 2-1-16,-4 4-15 16,-6 4-31-16,-23 4 19 0,-11 6-35 15,-23 13-55 1,12-7-206-16,9-6-395 0</inkml:trace>
  <inkml:trace contextRef="#ctx0" brushRef="#br0" timeOffset="49438.35">24825 2573 753 0,'0'0'762'0,"0"0"-457"0,0 0-73 0,0 0 55 16,0 0-36-16,0 0-4 0,0 0-75 16,0 0-43-16,0 0-23 15,0 0-23-15,0 0-4 16,0 0-13-16,0 0-20 16,0 0-25-16,4 0 3 0,10 0 3 15,10 0-20 1,10 0-7-16,10 0-1 0,10 0 0 15,2 0-41 1,1 0-30-16,1 0-60 0,8 0-97 16,-12 0-383-16,-14-4-363 0</inkml:trace>
  <inkml:trace contextRef="#ctx0" brushRef="#br0" timeOffset="49694.75">25215 2364 1639 0,'0'0'806'0,"0"0"-604"0,0 0-35 16,0 0-43-16,0 0-34 15,0 0-59-15,0 0-10 16,-36 54 35-16,25-8-28 15,0 2-16-15,-1 3-7 16,3-8-5-16,5-3-31 16,4 1-108-16,0-11-197 15,0-10-363-15</inkml:trace>
  <inkml:trace contextRef="#ctx0" brushRef="#br0" timeOffset="50334.89">25680 2330 1635 0,'0'0'604'0,"0"0"-377"16,0 0-4-16,0 0-45 0,0 0-69 15,0 0-32-15,0 0-32 16,27-46-25-16,-25 46-20 15,-2 14-9-15,3 14 9 16,-3 10 25-16,0 6 5 16,0 4 8-16,0-2 13 15,-9-4-30-15,-1-4-5 16,4-7-2-16,-1-9-5 0,3-6-8 16,4-6 5-1,0-4-5-15,0-4-1 16,0-2-7-16,0 0-6 15,13-10-11-15,10-17-48 16,1-9-60-16,3-9-130 16,-3-10-28-16,-2 1-97 0,-3 8 188 15,-9 12 199-15,-5 14 101 16,-5 12 179-16,0 8-87 16,0 4-111-16,-18 22 88 15,0 10 19-15,2 8-60 16,8 0-47-16,5 2-34 15,3-6-16-15,9-1-14 16,18-7 7-16,6-8-25 16,8-4-31-16,-1-6-62 15,9-12-207-15,-9-2-259 16,-9 0-736-16</inkml:trace>
  <inkml:trace contextRef="#ctx0" brushRef="#br0" timeOffset="51334.32">26389 1526 1030 0,'0'0'500'0,"0"0"-251"0,0 0 9 15,0 0 21-15,0 0-76 0,0 0-74 16,0 0-15-16,-7-28-28 16,7 22-32-16,0-2-15 15,9 2-30-15,4 2-9 16,-1 0 0-16,-1 4-6 0,-5 0 5 15,-4 0-5 1,-2 0-18-16,0 18-11 0,-6 10 35 16,-19 4 1-1,-2 4 39-15,-6 2 28 0,2-2-22 16,5-4-19-16,5-4-9 16,7-4-3-16,8-4-5 15,6-4 1-15,0-3-2 16,0-2-3-16,20 0 12 15,5-5-18-15,2-1-8 16,1-1-21-16,1 1 4 16,0-4-18-16,-4 2-47 15,8-2-104-15,-6 2-115 16,-5-3-307-16</inkml:trace>
  <inkml:trace contextRef="#ctx0" brushRef="#br0" timeOffset="51598.02">26137 1945 1292 0,'0'0'962'0,"0"0"-667"0,0 0 2 0,0 0-124 0,0 0-95 0,0 0 3 15,0 0-15-15,92 34-35 16,-50-22-19-16,7 0-4 16,-1-2-8-16,4-2-32 15,-6 0-77-15,6 0-213 16,-12 0-304-16,-11-4-549 0</inkml:trace>
  <inkml:trace contextRef="#ctx0" brushRef="#br0" timeOffset="52270.54">26302 2199 778 0,'0'0'514'0,"0"0"-298"0,0 0 11 0,0 0-2 0,0 0 6 16,0 0-21-16,0 0-47 16,0 0-43-16,0 0-15 15,0 0-24-15,0 0-18 16,0 0-14-16,0 0-11 15,0 0-7-15,0 0-3 16,2 0-5-16,7 0-22 16,2 0-1-16,0 0 0 15,-2 0 0-15,0 0-9 0,-2 0 9 16,-3 10-7-16,0 5-2 16,-1 5 3-16,-3 0 6 15,0 4 6-15,0-2 12 16,0-4-17-16,0-2 17 15,-3-4-11-15,3-6-6 16,0 0 13-16,5-2 0 16,15 2 2-16,5-2-16 15,0 2-6-15,-6 0 5 16,-5 2 1-16,-8 4-13 16,-6 4-5-16,0 6 1 15,-8 2 2-15,-19 4 8 16,-29 9-108-16,7-9-338 0,0-6-667 15</inkml:trace>
  <inkml:trace contextRef="#ctx0" brushRef="#br0" timeOffset="62598.68">1562 6039 1617 0,'0'0'401'0,"0"0"-206"0,0 0 63 0,0 0-56 0,0 0 49 0,0 0-82 15,-23 0-73-15,23 0-33 16,9 0-15-16,11 0-17 15,9 0 8-15,7 0-14 16,6 4-10-16,3-1-7 16,1 1-8-16,1-4-23 15,-7 2-43-15,-2 3-103 0,-14-1-382 16,-10 3-370 0</inkml:trace>
  <inkml:trace contextRef="#ctx0" brushRef="#br0" timeOffset="62745.45">1637 6206 2271 0,'0'0'565'15,"0"0"-459"-15,0 0-5 0,0 0-69 16,118-4-23-16,-74 4-9 16,12 0-128-16,-11 4-375 15,-9 6-637-15</inkml:trace>
  <inkml:trace contextRef="#ctx0" brushRef="#br0" timeOffset="63709.08">2520 6272 494 0,'0'0'1506'0,"0"0"-1157"0,0 0-240 0,0 0-30 0,0 0-24 0,110-102-37 15,-67 64-3-15,-1-2-6 16,3-2 0-16,-3-2-9 16,-4-3-12-16,-2-3-27 15,-10-4 20-15,-3-4-3 16,-5-2 11-16,-7-2 2 16,-5 1 9-16,-1 9 63 15,-5 12 47-15,0 10 53 16,0 12-78-16,0 10-40 15,-9 8-36-15,-4 0-9 16,-3 18 7-16,-4 18-5 16,0 10 17-16,0 12 14 15,3 9 12-15,1 3-6 0,7 2-12 16,7-2 9-16,2-3 0 16,2-9-14-16,20-11-8 15,7-8-2-15,7-11-8 16,4-12-4-16,-3-8-37 15,1-8-20-15,-7 0-41 16,-2-4-130-16,-6-14-59 16,-8-8-17-16,-3-6 21 15,-6-2 78-15,-1-2 106 16,-3 4 99-16,-2 5 162 16,0 11 40-16,0 6 48 0,0 6-3 15,0 4-60 1,0 0-108-16,0 10-40 0,0 14 40 15,0 4-42 1,0 7-20-16,0-3-11 0,0-2-6 16,0-4-44-16,0-8-114 15,14-10-73-15,-1-6-162 16,3-2-311-16</inkml:trace>
  <inkml:trace contextRef="#ctx0" brushRef="#br0" timeOffset="64120.71">3324 5945 1842 0,'0'0'321'0,"0"0"-170"0,0 0 55 0,0 0-49 0,0 0 41 0,-9 130-71 16,2-97-57 0,2-7-28-16,3-6-22 0,0-6-20 15,2-6 1-15,0-8 17 16,0 0 3-16,2-8-21 15,14-16-9-15,9-10-52 16,1-2-77-16,5-3-23 16,0 10 91-16,-2 8 47 15,-4 13 10-15,-9 8 13 16,-9 4 13-16,-5 22 116 16,-2 2 8-16,0 3-25 0,0-4-41 15,-5-6-38-15,3-9-20 16,2-8 5-1,0-4-6-15,15 0-12 16,14-12-3-16,9-9-70 16,7 2 22-16,4-2-3 15,-4 7 3-15,-8 9 15 0,-5 5 14 16,-12 4-7-16,-9 20 4 16,-9 6 18-16,-2 6-44 15,-15 12-51-15,-12-10-201 16,-2-4-860-16</inkml:trace>
  <inkml:trace contextRef="#ctx0" brushRef="#br0" timeOffset="64895.54">2508 6681 1508 0,'0'0'396'0,"0"0"-135"0,0 0-22 0,0 0-100 0,0 0-7 16,0 0 59-16,0 0-80 15,122-72-63-15,-108 90-22 0,-7 14 12 16,-7 8 8-16,0 4-14 15,0 5 7-15,-13-3-21 16,-5-2 12-16,-1-8-8 16,6-8-11-16,5-8 3 15,6-10-13-15,2-10 7 16,0 0 4-16,0-8-6 0,17-18-6 16,8-14-51-1,-1-6-4-15,1-8-46 0,-6-1-50 16,0 10-3-16,-11 8 105 15,-1 13 49-15,-7 16 33 0,0 8 24 32,0 4-7-32,-13 20 27 15,-3 10 2-15,5 6-18 0,2 3-11 16,9-3-22-16,0-4-7 16,0-6-9-16,20-4-1 15,7-6-11-15,8-8-42 16,21-12-179-16,-7 0-370 15,-7 0-404-15</inkml:trace>
  <inkml:trace contextRef="#ctx0" brushRef="#br0" timeOffset="65137.09">2914 6761 142 0,'0'0'1948'0,"0"0"-1362"0,0 0-256 0,0 0-144 0,0 0-111 16,0 0-24-16,0 0-10 16,34-16-26-16,-1 16-15 15,7 0 0-15,2 0-1 16,1 4-4-16,-1 3-11 16,-2-3-32-16,-2-3-10 15,-3-1-43-15,-1 0-232 16,-7 0-191-16,-10 0-254 0</inkml:trace>
  <inkml:trace contextRef="#ctx0" brushRef="#br0" timeOffset="65383.64">3315 6639 1367 0,'0'0'613'0,"0"0"-309"15,0 0 19-15,0 0-77 16,0 0-105-16,0 0-85 15,0 0-42-15,42-14 1 16,-24 32 1-16,2 8 1 16,-2 7 29-16,-5 3-4 15,-7 1-21-15,-6 3-4 16,0-1-5-16,-15 1 1 0,-11-4-13 16,-6-4-7-1,1-4-58-15,-2-4-171 16,8-8-262-16,12-8-384 0</inkml:trace>
  <inkml:trace contextRef="#ctx0" brushRef="#br0" timeOffset="65903.7">3687 6914 1468 0,'0'0'809'0,"0"0"-583"0,0 0-69 16,0 0 10-16,0 0-7 15,0 0-39-15,0 0-40 16,9 0-53-16,-1-10-27 15,4-4 5-15,1-2 9 16,3-4-14-16,2-6-1 16,0-5 1-16,1-1-1 0,2-2-1 15,-3 2 1-15,-1 2 0 16,-5 8 6-16,-4 6-3 16,-1 6 5-1,-7 4 29-15,0 4 12 0,0 2-17 16,0 0-5-16,0 0-14 15,0 0-12-15,0 0-1 16,0 0-7-16,0 6 7 16,0 12 8-16,0 4 2 15,0 8 8-15,-7 6 3 16,1 3 2-16,-4 0-5 16,4 1-12-16,2-1-5 15,-1-1-1-15,3-4-24 16,2-2-64-16,0-6-108 15,0-8-509-15,0-6-1616 0</inkml:trace>
  <inkml:trace contextRef="#ctx0" brushRef="#br0" timeOffset="69215.97">4966 6162 905 0,'0'0'256'0,"0"0"-111"0,0 0 48 0,0 0 2 0,0 0 2 16,0 0-3 0,0 0 24-16,-7-26-16 15,7 22-28-15,0 2-47 16,0 0-29-16,0 2-18 16,0-2-29-16,0 2-17 15,0 0-13-15,0-2-9 16,11 2-11-16,3 0 13 15,1 0-7-15,5 0-5 16,5-2 7-16,0 2-9 0,4 0 0 16,2-2 1-1,0 2 0-15,5 0 0 0,-1 0-1 16,3 0 1 0,-1 0-1-16,4 0 1 0,1 0-1 15,0 0 0-15,3 0 0 16,-1-2 0-16,1 2 0 15,2 0 1-15,-4 0-1 16,-1 0 0-16,0-2 7 16,-4 2-7-16,0 0-2 15,0-2 1-15,1 2 1 16,0-2-1-16,1 2 1 16,-3 0-1-16,1 0 1 15,-1 0 0-15,-2 0 0 16,-2 0 0-16,1 0 0 15,1 0 3-15,1 0-3 16,1 0-1-16,4 2 1 0,1-2 6 16,0 0-6-16,3 0-1 15,-3 0 1-15,1 0-1 16,-5 0 1-16,-1 0-1 16,-3 0 0-16,-1 0 1 15,0 0-1-15,1 0 1 16,-1-2 0-16,4 0 0 15,-2 0 0-15,1 0 0 16,1 0 0-16,1 0 0 16,1 0 0-16,-2-1 0 15,-1 2 0-15,-1-2 0 16,1 2 0-16,-3-1 0 16,4 2 0-16,-4 0 0 15,0 0 0-15,-2 0 1 0,1 0 1 16,-6-2-1-16,3 2 5 15,-3-2-4-15,1 0-1 16,-2 0 5-16,2-1-5 16,0 2 5-16,2-2-5 15,0 2 0-15,0 1-1 16,4-2 0-16,3-2 1 16,5 2 0-16,7-3 0 15,5 1 1-15,8 1-1 0,5-1 0 16,3 1 1-16,4 3-1 15,4 0 0-15,-4 0 7 16,1 0-8-16,-5 0 0 16,-3 0 0-16,-3 0 0 15,-5 0 0-15,-7 0 1 16,-2 5-1-16,-9-1 0 16,-2 1-1-16,-7 2 0 15,-4-3 1-15,-5 2 0 16,-4-5 0-16,-1 4-1 15,-3-3 2-15,-1 0 0 16,-1-2-1-16,-3 2 0 16,-1-2 0-16,-1 0 1 0,2 0-1 15,-2 0 0 1,4 0 0-16,0 0 1 0,2 0 0 16,3 0-1-16,2 0 2 15,0 0-1-15,3 0 0 16,2-4 0-16,2 2-1 15,6 0 1-15,0 2-2 16,5 0 1-16,3 0 0 16,2 0 0-16,5 0 0 0,4 0 0 15,1 0 1 1,2 4-1-16,3 0 0 16,0-1 1-16,-2 4 0 15,-4-1-1-15,0 0 0 16,-4 0 0-16,1 0 0 15,-5 2 0-15,-1-2 0 16,1 0 1-16,-2-2-1 16,3 0 0-16,-3 0 1 0,2-2-2 15,0 0 1-15,0 0 0 16,4-2 0-16,-4 2 0 16,-1 0 0-16,5-2-1 15,-4 0 1-15,3 0 0 16,-3 0 0-16,0 0 0 15,1 0-1-15,-2 2 1 16,1-2 0-16,1 2 0 16,-3-2 0-16,3 2 0 15,1 0 0-15,0-2 0 0,2 2 0 16,0-2 0 0,-1 0 0-16,-1 0 1 15,1 0 0-15,-3 0-1 0,-2 0 0 16,3 0 1-16,-3-2-1 15,2 0 0-15,3 0 1 16,-1 0-1-16,3-2 2 16,5 0-2-16,-4 2 1 15,6-2-1-15,-3 0 0 16,2 0 0-16,-1 2 0 16,-1-2 0-16,0 0-1 15,3 2 0-15,-1-2 1 16,0 0 0-16,1 0 0 0,0 0 0 15,-3 2 0-15,2 0 0 16,-2 2 0-16,1-2-1 16,-1 0 1-16,2 0 0 15,-1 0 0-15,1-2 1 0,0-1-1 16,1 1 0 0,-2 1 1-16,-2-1 6 15,-2 0 4-15,-4 0 4 16,1 0-9-16,-5 0-5 15,-3 2 5-15,-3-2-4 16,-7 1-1-16,-7 2 0 16,-9-2-1-16,-9 3 0 15,-2-1-53-15,-54 1-165 0,-8-2-108 16,-16 0-651-16</inkml:trace>
  <inkml:trace contextRef="#ctx0" brushRef="#br0" timeOffset="70321.27">7914 6527 1075 0,'0'0'781'0,"0"0"-570"0,0 0-42 0,0 0-37 0,0 0-12 0,0 0 14 15,0 0 20-15,-32-59-48 16,16 59-50-16,-5 11-11 16,-8 13 28-16,-2 10-8 15,-5 14-8-15,0 8-9 16,4 8-17-16,9 6 17 15,4 2-6-15,11-3-21 16,8-5-3-16,0-8-8 16,17-8 1-16,14-12 1 0,12-7-8 15,4-15-4-15,2-9-18 16,-5-5-15-16,-3 0-4 16,-12-14-8-16,-12-8 6 15,-13 0 18-15,-4-4-1 16,-13 2 11-16,-16 2 11 15,-6 4 1-15,-1 6 4 16,2 8-5-16,8 4-25 16,4 0-174-16,11 0-268 15,6 8-286-15</inkml:trace>
  <inkml:trace contextRef="#ctx0" brushRef="#br0" timeOffset="70661.28">8375 6509 1894 0,'0'0'554'0,"0"0"-472"0,0 0-34 0,0 0-38 0,0 0 47 15,0 0 102-15,-112 120-11 0,97-58-37 16,3 4-44-16,8 2-26 16,4-3-17-16,0-7-11 15,14-8-7-15,11-6-6 16,6-9-4-16,17-13-122 15,-8-8-380-15,-4-13-712 0</inkml:trace>
  <inkml:trace contextRef="#ctx0" brushRef="#br0" timeOffset="70963.12">8560 7070 1542 0,'0'0'908'15,"0"0"-783"-15,0 0-125 0,0 0-6 16,0 0 6-16,77-126 24 16,-59 86 20-16,-1-2-21 15,-4 2-23-15,-3-3-7 16,0 6-11-16,-1 0 18 16,-5 7 39-16,0 10 210 15,-2 8-50-15,-2 6-73 16,0 6-85-16,0 0-41 15,0 10-9-15,0 18 9 16,-6 12 16-16,-5 9-4 0,1 2-6 16,2 6-6-1,4-1-30-15,4 6-81 16,2-16-239-16,12-12-373 0</inkml:trace>
  <inkml:trace contextRef="#ctx0" brushRef="#br0" timeOffset="71202.55">8919 6896 1758 0,'0'0'822'15,"0"0"-469"-15,0 0-170 0,0 0-110 16,0 0-44 0,127-14-23-16,-77 12-6 0,20-4-34 15,-15 0-228-15,-6 0-484 0</inkml:trace>
  <inkml:trace contextRef="#ctx0" brushRef="#br0" timeOffset="71659.47">9429 6771 1612 0,'0'0'538'0,"0"0"-245"0,0 0-61 16,0 0-74 0,0 0-20-16,0 0-66 15,0 0-41-15,102-18-13 0,-88 44 16 16,-6 9-5-1,-6 1 10-15,-2 4 1 0,0 0-2 16,0-2-7-16,-8-2-5 16,1-8-15-16,3-8-5 15,4-6-5-15,0-10 0 16,0-4-1-16,0 0-1 16,15-11-32-16,3-14-48 0,2-9-37 15,4-8-133 1,3-6-12-16,0-2-25 15,-2 4 121-15,-6 7 167 16,-3 13 138-16,-11 12 136 0,-5 10 30 16,0 4-177-16,-11 11-94 15,-5 14 24-15,-1 10 13 16,3 5-4-16,7 2-13 16,7 0-28-16,0 0-11 15,2-8-8-15,19-4 0 16,5-8-6-16,8-8-52 15,17-14-85-15,-6 0-345 16,-10-4-368-16</inkml:trace>
  <inkml:trace contextRef="#ctx0" brushRef="#br0" timeOffset="71870.32">10008 6687 2051 0,'0'0'658'0,"0"0"-495"0,0 0-90 0,0 0-23 0,141 44 65 0,-110-5-45 0,-7 11 14 16,-6 8-12-16,-9 8-30 15,-9 4-23-15,0-2-11 16,-23-5-8-16,-12-8-57 16,-24-4-99-16,7-15-397 15,4-12-784-15</inkml:trace>
  <inkml:trace contextRef="#ctx0" brushRef="#br0" timeOffset="75273.03">5309 5336 1132 0,'0'0'490'0,"0"0"-364"0,0 0 73 0,0 0-23 0,0 0 13 16,0 0 14-16,0 0-25 15,-24-14 15-15,24 8-55 16,0-3-47-16,0 0-37 16,0-4-14-16,0-1-19 15,2 3-21-15,7-1 12 16,-1 2-12-16,4 1 0 16,-1 4-2-16,0 5 1 15,-2 0 0-15,0 0 0 16,-3 7-14-16,-1 14 15 15,-3 9-6-15,-2 4 6 0,0 6 9 16,-2 2 0 0,-11-4 0-16,-1-2 3 0,3-6-3 15,0-8 3-15,4-5-12 16,2-8-1-16,3-5 1 16,2-2-6-16,0-2 6 15,0 0-10-15,16 0-22 16,6-8-53-16,5 1-14 15,4 4 21-15,0 3 47 16,0 0 7-16,-6 14 6 16,-7 12 5-16,-11 5 2 0,-7 2 11 15,0 4 51 1,-11-3 22-16,-14 0 6 0,-4-4-22 16,-2-6-31-1,4-2-7-15,2-8-19 0,8-6-77 16,5-8-132-16,8 0-166 15,4-4-724-15</inkml:trace>
  <inkml:trace contextRef="#ctx0" brushRef="#br0" timeOffset="75754.23">5788 5570 1060 0,'0'0'554'0,"0"0"-322"0,0 0 24 0,0 0 27 0,0 0-53 0,0 0-38 16,0 0-51-16,40 0-92 16,-11 0-10-16,9 0-6 15,5 0-18-15,-2 0-6 16,5 0-9-16,-7 0 0 16,-5 0-109-16,1 0-188 15,-8 0-182-15,-11-2-184 0</inkml:trace>
  <inkml:trace contextRef="#ctx0" brushRef="#br0" timeOffset="75944.88">6096 5374 1894 0,'0'0'611'0,"0"0"-541"16,0 0 49-16,0 0 52 15,0 0-67-15,-56 140-50 0,45-90-31 16,1 3-21-16,2 9-2 16,1-10-257-1,5-14-385-15</inkml:trace>
  <inkml:trace contextRef="#ctx0" brushRef="#br0" timeOffset="76905.14">6779 5370 1119 0,'0'0'406'0,"0"0"-106"0,0 0-41 0,0 0-74 0,0 0-56 0,0 0-26 16,0 0-45-16,50-26-1 16,-35 26 7-16,-3 4-19 15,-6 18-9-15,-4 8 2 16,-2 6 39-16,0 8 2 15,-4 2 0-15,-8-2-15 16,-1 0-19-16,2-8-13 0,2-7-19 16,5-11-5-1,4-8-8-15,0-6 8 16,0-4 5-16,4 0-2 16,14-14-11-16,5-12-35 0,-2-10-50 15,0-11-78 1,-3-7-125-16,-3-4-66 0,-4 6-123 15,-2 10 255-15,-4 16 222 16,-5 18 243-16,0 8-134 16,0 14 75-16,-5 20 63 15,-2 8-82-15,3 6-45 16,4 0 31-16,0 0-12 16,0-2-64-16,20-7-44 15,7-9-15-15,8-10-16 16,7-10-61-16,23-10-171 15,-9 0-140-15,-7-12-459 0</inkml:trace>
  <inkml:trace contextRef="#ctx0" brushRef="#br0" timeOffset="77706.81">7450 4867 1294 0,'0'0'489'0,"0"0"-332"0,0 0 35 0,0 0-7 0,0 0-48 0,0 0-18 16,0 0-23-16,2-103-14 16,3 79-48-16,-1 2 33 15,0 2-3-15,-2 4-26 16,2 4-17-16,-2 6-9 16,-2 2 7-16,2 4-19 15,-2 0-6-15,0 0-9 16,0 10-13-16,0 10 19 15,0 10 9-15,0 8 6 16,0 4 3-16,0 4-8 16,0 0-2-16,0-2-79 15,0 5-144-15,0-11-123 16,0-12-367-16</inkml:trace>
  <inkml:trace contextRef="#ctx0" brushRef="#br0" timeOffset="77906.09">7303 5095 1827 0,'0'0'592'16,"0"0"-455"-16,0 0-60 16,0 0-4-16,0 0-7 15,127 10-9-15,-78-10-36 16,0 0-21-16,9 0-106 0,-11 0-247 15,-14 0-460-15</inkml:trace>
  <inkml:trace contextRef="#ctx0" brushRef="#br0" timeOffset="78375.92">7500 5275 1132 0,'0'0'747'0,"0"0"-514"16,0 0-13-16,0 0-64 16,0 0-16-16,0 0 2 15,0 0-90-15,23-27-36 16,-2 22-1-16,-1 5-15 16,-3 0 0-16,-3 0-6 15,-9 21-9-15,-5 3 15 16,0 8 19-16,-19 0 51 15,-5 0-4-15,0-4 3 16,6-8-35-16,7-4-10 0,11-8-7 16,0-4 1-16,11-2-3 15,22-2 0-15,9 0-15 16,5 0-61-16,3-10-65 0,-6 0-67 16,10 0-47-1,-15 2-230-15,-7 2-387 0</inkml:trace>
  <inkml:trace contextRef="#ctx0" brushRef="#br0" timeOffset="82731.28">6630 5193 114 0,'0'0'349'0,"0"0"-194"0,0 0-90 0,0 0 80 0,0 0 14 16,0 0-21-16,0 0-89 15,-15 14-30-15,11-10-18 16,1 1 5-16,0-1-6 16,3 3 0-16,-2 1 6 15,-2 0-5-15,2 2-1 16,-3 3 0-16,-1-4 0 0,2 1-13 15,-1 1 12 1,2-1 1-16,1-2 0 0,2-2 1 16,0-2 11-16,0 0 4 15,0-3 20-15,0 2 32 16,-2-3 7-16,2 2 92 16,-2-2 5-16,-1 0 5 15,3 0-32-15,-2 0-22 16,2 0 7-16,0 0-4 15,0 0-6-15,0 0-19 16,0 0-2-16,-2 0-1 16,2 0-26-16,0 0-23 15,0 0-10-15,0 0-2 0,-2 0-5 16,2 0 8 0,-2 0-10-16,0 0-9 0,-1-2-12 15,3-5-1-15,0-2-7 16,0 0-1-16,0 0-12 15,0 0-4-15,0 2-7 16,3 3 5-16,1 0 8 16,0 0 1-16,-2 4 7 15,1 0-5-15,-1 0-5 16,0 0-8-16,-2 14 11 0,0 8-1 16,0 10 10-16,0 4 0 15,0 6 15-15,-11 0 9 16,-2-2 10-1,-3-2-5-15,1-8-4 0,-1-4-14 16,5-8-4-16,2-4-6 16,4-6 0-16,3-4-1 15,2-1-1-15,0-1-12 16,0-2-2-16,0 0 0 16,0 0-11-16,14 0-32 15,1-2-15-15,3 2 38 16,2 0 7-16,-4 3-1 15,-3 18 9-15,-1 2 5 16,-10 6 9-16,-2 1 6 16,0-2 19-16,-7-4 18 0,-13 0-4 15,-5-4-12 1,-2-4-21-16,-6-4-159 0,6-2-161 16,8-6-433-16</inkml:trace>
  <inkml:trace contextRef="#ctx0" brushRef="#br0" timeOffset="85931.97">8302 5508 532 0,'0'0'967'0,"0"0"-704"0,0 0-143 0,0 0 9 0,0 0 37 16,0 0 25-16,0 0-20 15,-16 0-30-15,16 0 17 0,0 0-22 16,0 0-34-16,0 0-51 16,0 0-12-16,0 0-6 15,0 0 0-15,0 2-9 16,0 0-3-16,0 0-8 16,2 0-2-16,18 2-2 15,7-2 10-15,11 0-3 16,6 0-5-16,5-2-10 15,5 0-1-15,-6 0 0 16,2 0-52-16,0-2-89 0,-9-2-369 16,-12 0-349-16</inkml:trace>
  <inkml:trace contextRef="#ctx0" brushRef="#br0" timeOffset="87505.49">9422 5384 1585 0,'0'0'333'0,"0"0"-248"0,0 0-34 0,0 0 46 0,0 0 43 16,0 0-26-16,0 0-57 16,-4 0-57-1,4 0-6-15,-2 0-148 16,-3 0-358-16</inkml:trace>
  <inkml:trace contextRef="#ctx0" brushRef="#br0" timeOffset="87961.86">9422 5384 1345 0,'25'10'649'15,"-32"-16"-470"-15,4-6-24 16,3-6-57-16,0-4-47 16,0-3-7-16,14 2 2 0,6-4-20 15,2 5-11-15,-2 4-5 16,-2 6-8-16,-7 9 19 16,-2 3-21-16,-5 0-8 15,-4 11 7-15,0 14 1 16,0 7 12-16,-6 5 6 15,-14 8 20-15,-9-1-12 16,-7 4 29-16,-6-2-4 16,-7-4-23-16,-2-5-19 15,-3-11-7-15,5-8-2 16,3-11-29-16,8-7 10 16,7 0 10-16,8-15 4 15,15-8 5-15,8-1 12 16,0 3-12-16,13 4 1 15,13 9 6-15,8 8-6 0,6 0 8 16,3 20 3-16,-2 8-10 16,-1 4 5-16,3 3-7 15,15-3-89-15,-11-6-189 16,-5-12-455-16</inkml:trace>
  <inkml:trace contextRef="#ctx0" brushRef="#br0" timeOffset="105323.05">9912 5492 1114 0,'0'0'370'0,"0"0"-170"0,0 0-18 0,0 0-30 0,0 0-5 0,0 0-1 15,0 0-15-15,0 0-30 16,0 0-12-16,0 0-3 15,0 0-11-15,0 0-2 16,0 0-15-16,0 0-5 16,0 0-1-16,0 0-1 0,0 0-3 15,0 0 12 1,0 0 12-16,0 0-12 16,0 0-4-16,0 0-12 15,0 0-10-15,0 0-1 16,13 0-7-16,14 0-7 15,11 0-8-15,11 0-4 0,11-2-7 16,3-4-38-16,-3-2-49 16,11 0-61-16,-15 0-321 15,-16 2-540-15</inkml:trace>
  <inkml:trace contextRef="#ctx0" brushRef="#br0" timeOffset="106290.01">10885 5266 1525 0,'0'0'533'0,"0"0"-406"0,0 0 47 16,0 0-39-16,0 0-38 0,0 0 5 0,0 0-19 16,-2-42-45-16,16 29-11 15,-1 4 25-15,3-4-19 16,1 5 0-16,2 2-15 15,-4 0-10-15,3 6-7 16,-5 0 5-16,1 0-6 0,-3 0-9 16,-2 10-1-16,-4 6 2 15,-3 5 8-15,-2 1-5 16,0 1 5 0,0 4 2-16,-10-1 10 15,-3-2-5-15,-2 0-5 16,1 0-2-16,-1-4 1 0,-3 0 5 15,3 0 2-15,-6-2-8 16,1 0 6 0,1 0-6-16,-6-2 2 0,0 2 7 15,0 0-8-15,1-2 0 16,2 0-1-16,2-1-6 16,1-4 5-16,9-3-1 15,1-2 1-15,3 1-5 16,2-6 5-16,2-1 1 15,2 3-1-15,0-3 0 16,0 0 0-16,0 0-1 16,0 0 1-16,0 1-7 0,0 2 8 15,0-1 1 1,10-1 8-16,7 3 11 16,10-4 5-16,6 3-12 15,10-3-5-15,4 0-8 0,0 0 0 16,-5 0-36-16,-2 0-103 15,-2 0-118-15,-12 1-338 16,-3 2-800-16</inkml:trace>
  <inkml:trace contextRef="#ctx0" brushRef="#br0" timeOffset="106877.79">11313 5588 1197 0,'0'0'490'0,"0"0"-281"0,0 0-15 0,0 0-26 0,0 0-57 0,0 0-18 15,0 0-3-15,29 22-10 16,-15-22-18-16,1 0-42 16,-3-6-1-16,-8-2 13 15,-1 0 63-15,-3 2 11 16,0 1-55-16,-3 1-51 16,-13 1 0-16,-5 3-143 15,3 0-211-15,-1 7-543 0</inkml:trace>
  <inkml:trace contextRef="#ctx0" brushRef="#br0" timeOffset="107963.2">11659 5274 751 0,'0'0'839'0,"0"0"-554"0,0 0-62 0,0 0-20 0,0 0-26 0,0 0-46 16,0 0-8-16,9-29-42 15,2 23-17-15,5 2-22 16,-1 4-29-16,1 0 2 15,1 0-5-15,-3 14-10 16,-3 11 0-16,-2 5 5 16,-7 6 9-16,-2 4 22 15,0 2-5-15,0-2-1 16,-5-2 4-16,-5-2-16 16,1-4 2-16,-1-8-4 15,6-3-8-15,0-10-1 0,4-4-6 16,0-7 5-16,0 0 2 15,8-8-8-15,11-16-9 16,5-9-48-16,1-7-46 16,-1-8-108-16,1-2 4 15,-5 0-31-15,-3 10 32 16,-5 12 206-16,-10 11 18 16,-2 16 111-16,0 1-45 15,-8 8-1-15,-11 17 54 16,3 8 20-16,3 7-20 15,7 2-40-15,6 0-24 0,0-2-35 16,6-3-16-16,19-8-11 16,6-4-11-1,9-10-26-15,18-8-114 0,-9-7-192 16,-7 0-422-16</inkml:trace>
  <inkml:trace contextRef="#ctx0" brushRef="#br0" timeOffset="109526.05">12187 4805 1386 0,'0'0'476'0,"0"0"-367"0,0 0-3 0,0 0 61 0,0 0 24 16,0 0 10-16,0 0-45 16,18-17-76-16,-7 3-33 15,0-4-23-15,0-2-15 16,-1-2-1-16,-2 0-7 16,-1-2 0-1,-3 0-1-15,0 2 0 0,-1 2 0 16,0 4 12-16,-3 4 51 15,0 6 21-15,0 4-35 16,0 0-22-16,0 2-15 16,0 0-12-16,0 0-6 15,0 0-9-15,0 14-6 16,0 8 12-16,0 8 8 0,0 8 0 16,0 2 1-16,0 2-7 15,0-1-50-15,0-4-97 16,0 2-140-1,0-10-280-15,0-11-895 0</inkml:trace>
  <inkml:trace contextRef="#ctx0" brushRef="#br0" timeOffset="109739.84">12102 4959 2016 0,'0'0'737'16,"0"0"-533"-16,0 0-107 16,0 0-55-16,0 0-3 0,0 0-10 15,148 6-14-15,-102-2-15 16,6 2-9-16,10-2-107 16,-11-2-358-16,-11 0-258 0</inkml:trace>
  <inkml:trace contextRef="#ctx0" brushRef="#br0" timeOffset="110374.69">12316 5145 1023 0,'0'0'368'0,"0"0"-96"16,0 0-42-16,0 0-27 0,0 0 27 0,0 0-39 0,0 0-45 15,-2 0-38-15,2 0-20 16,0 0-29-16,0-4-29 15,2-2-15-15,9 0 0 16,1 0-7-16,3 2-8 16,1 2 15-16,-3 2 0 15,-2 0 8-15,-2 0-16 16,-4 14-5-16,-5 6-1 16,0 4 23-16,0 4 12 0,-2-4 1 15,-5-2-8-15,2-4-14 16,5-6-8-16,0-3 2 15,3-5 2 1,16-3-1-16,4 2-10 0,-3-3-16 16,-2 2 5-16,-10 2 1 15,-6 4-13-15,-2 4 1 16,-2 4-7-16,-19 6 8 16,-8 2-16-16,-21 14-110 15,8-6-133-15,5-4-452 0</inkml:trace>
  <inkml:trace contextRef="#ctx0" brushRef="#br0" timeOffset="111477.73">13074 6084 195 0,'0'0'775'0,"0"0"-473"0,0 0-91 0,0 0-19 0,0 0 5 15,0 0-52-15,0 0-19 16,7 0-5-16,-7 0-32 16,0 0-22-16,0 0-12 15,0 0 22-15,0 0 24 16,0 0 4-16,2 0 7 16,0 0-11-16,0 0-23 0,0 0-26 15,3 0-19-15,-1 0-16 16,3 0-8-16,2 0-3 15,2-2-6-15,3 2 2 16,3 0 5-16,8-3-1 16,4 2-4-16,8-2 5 15,11 2-6-15,7-1 8 16,10 2-9-16,8-2 0 16,12 0 23-16,4 0 20 15,3-3-19-15,1 4-4 16,-3-3-7-16,-4 2-3 15,-8-2-4-15,-11 1-6 16,-14 3 1-16,-13-1-1 16,-15 1 0-16,-12 0-8 15,-6 0-11-15,-7 0-17 0,0 0-34 16,0 0-96-16,-7-3-288 16,-4-1-208-16</inkml:trace>
  <inkml:trace contextRef="#ctx0" brushRef="#br0" timeOffset="112165">13100 5573 1401 0,'0'0'608'0,"0"0"-313"0,0 0-34 16,0 0-9-16,0 0-70 0,0 0-56 0,0 0-32 15,33 0-23-15,-10 0-21 16,4 1-9-16,2 2-19 16,0-2-11-16,2 2-10 15,2-3-1-15,1 0-22 16,1 0-50-16,-1 1-73 15,2-1-216-15,-10 0-306 16,-3 0-696-16</inkml:trace>
  <inkml:trace contextRef="#ctx0" brushRef="#br0" timeOffset="113520.43">13927 5342 1327 0,'0'0'390'0,"0"0"-175"0,0 0-44 0,0 0 21 0,0 0-19 16,0 0-36-16,0 0-24 15,-13-97-31-15,15 81-10 16,7 3-18-16,3-1-21 0,-2 3-15 16,-1 4-8-16,0-2-2 15,2 3-8-15,-2 0 1 16,0 2-1-16,0 2-1 15,0 2-5-15,-1 0-5 16,-1 0 4-16,0 0-13 0,-2 6-1 16,-1 8 5-1,0 4 4-15,1 4 3 16,-5 3 7-16,0 3 1 16,0-2-6-16,0-2 7 15,0-2-1-15,-5-2 1 16,-3-2 1-16,1-6 6 15,-2-2-6-15,0-2 9 16,0-2-8-16,-2 0 7 16,-2 0 3-16,-6 0-12 0,-2 0-11 15,0 2-4-15,1 0-10 16,3 4 8-16,1 0 5 16,1 2 2-16,3 2 8 15,1 0 1-15,2 4 1 16,0 0 0-16,2-2 6 15,1 2-6-15,2-4 0 16,-1-1 0-16,3-4 0 16,0 0 1-16,0-5 0 15,2-2-1-15,0 0 9 16,0-4-9-16,0 2 2 16,0-2 9-16,0 0-11 15,0 0 0-15,0 0-1 0,0 2 1 16,0 0-1-16,0 0 2 15,2 0 10-15,11-1 1 16,9-1 10-16,5 0 3 16,5 0-7-16,3 0 11 15,3 0-5-15,-3 0-14 16,-2 0 7-16,-1 0-5 16,-8 0-11-16,-3 4-1 0,-2 1-1 15,2-1-50-15,8 0-116 16,-5-4-171-16,-2 0-414 0</inkml:trace>
  <inkml:trace contextRef="#ctx0" brushRef="#br0" timeOffset="114489.08">14363 5595 1119 0,'0'0'908'0,"0"0"-555"15,0 0-76-15,0 0 2 0,0 0-121 0,0 0-107 16,0 0-51-16,0 0-7 16,0 0-237-16,0 0-517 0</inkml:trace>
  <inkml:trace contextRef="#ctx0" brushRef="#br0" timeOffset="115112.61">14580 5458 1352 0,'0'0'726'0,"0"0"-544"0,0 0-67 15,0 0 3-15,0 0-20 16,0 0 12-16,0 0 0 15,13-44-44-15,-8 44-38 16,1 4-11-16,-1 14 11 16,-3 4 1-16,1 8-1 15,-3 4 1-15,0 3-9 16,0 0-2-16,0-2 2 16,0-3-10-16,0-6 1 15,0-6-5-15,0-6-5 16,0-6 7-16,0-2-8 0,2-4 0 15,2-2-15-15,5 0-3 16,2-2-7-16,5-17-63 16,4-6-89-16,2-9-49 15,3-7-64-15,-3-3-22 16,-5 4 107-16,-1 8 205 16,-9 8 31-16,-7 12 196 15,0 6-6-15,0 6-61 16,-15 0-46-16,-6 4-5 15,-1 16-27-15,2 4-5 16,2 4 4-16,10 4-36 16,5 2-9-16,3-4-18 0,5-2 0 15,19-3-18-15,4-7-5 16,9-6-126-16,14-10-102 16,-9-2-267-16,-6 0-514 15</inkml:trace>
  <inkml:trace contextRef="#ctx0" brushRef="#br0" timeOffset="116165.76">15186 4845 1181 0,'0'0'619'0,"0"0"-348"0,0 0 36 0,0 0-72 15,0 0-40-15,0 0-89 0,0 0-49 16,-2-13-12-16,2 8-2 16,0 1-8-16,0-3-17 15,0 1-9-15,8 2-9 16,2 0-2-16,-1 4-7 16,-1 0 2-16,1 0-5 15,-4 0 1-15,-3 14-10 16,-2 4 5-16,0 3 1 15,-7 2 8-15,-13 2 1 16,-4 1 5-16,-3 0 1 16,0-4 0-16,2-2 0 15,10-6-1-15,4-4 1 0,9-4 1 16,2-4-1-16,0 0-2 16,15-2-8-16,8 0 4 15,6 0-12-15,2 0-42 16,2 0-54-16,-4 0-48 15,7 0-83-15,-11 0-134 16,-6 0-303-16</inkml:trace>
  <inkml:trace contextRef="#ctx0" brushRef="#br0" timeOffset="116399.2">15010 5149 1532 0,'0'0'631'0,"0"0"-335"0,0 0-20 0,0 0-55 0,0 0-69 16,0 0-59 0,130 0-61-16,-88 0-20 15,2 0-12-15,1 0-48 16,13 0-120-16,-14 0-287 15,-9 0-225-15</inkml:trace>
  <inkml:trace contextRef="#ctx0" brushRef="#br0" timeOffset="117187.88">15211 5336 857 0,'0'0'566'0,"0"0"-367"0,0 0-15 0,0 0-17 0,0 0 11 0,0 0-13 16,0 0-26-16,0 0-32 15,0 0-16-15,0 0-3 16,0 0-1-16,0 0-41 16,0 0-24-16,0 0-14 15,0 0-8-15,0 0-1 16,0 0-12-16,0 0-5 15,0 0 2-15,0 0 7 16,0 0 0-16,0 0 3 16,0 0 4-16,0 0 1 0,0 0 1 15,0 0 0 1,0 0 7-16,0 0 14 16,0 0 3-16,0 0 1 15,2 0-11-15,9-2-13 16,0 0 1-16,2-1-1 0,1 3 7 15,-3 0-2-15,-2 0-5 16,-5 0-1 0,0 5-2-16,-1 5-7 0,0 2 9 15,-1 2 1-15,4-2-1 16,7 0 15-16,5 0 6 0,5 0-3 16,-2-4-6-1,0 0-12-15,-8 0-2 16,-6 2-16-16,-7 2-10 15,0 4-11-15,-22 4 25 0,-9 2 13 16,-5 0-74-16,-16 8-16 16,13-5-139-1,5-7-452-15</inkml:trace>
  <inkml:trace contextRef="#ctx0" brushRef="#br0" timeOffset="118321.45">14248 6052 696 0,'0'0'576'0,"0"0"-248"0,0 0-27 0,0 0-9 0,0 0-42 0,0 0-60 16,0 0-39-16,0 0-6 15,7-2-54-15,1-2-37 16,4 1-6-16,5-1-5 16,4 0-10-16,4 1-3 15,0 0-21-15,4-1-3 16,5 3 0-16,4-2-5 15,0 3 0-15,4 0-1 16,3 0-1-16,1 0 0 0,6 0 1 16,4 0 0-16,8 0 0 15,5 4-7-15,10 0-7 16,0-1-10-16,6-1-9 16,2-1 12-16,-5 2 9 15,1-2 6-15,-7 2 5 16,-5-3 0-16,-4 0 1 15,-7 0-1-15,-8 0 1 16,-13 0-9-16,-12 0-24 16,-12 0-102-16,-15 0-145 0,-8 4-372 15,-19-4-700-15</inkml:trace>
  <inkml:trace contextRef="#ctx0" brushRef="#br0" timeOffset="123059.87">1579 9294 1570 0,'0'0'375'0,"0"0"-199"0,0 0 90 0,0 0-70 0,0 0-29 15,0 0 18-15,2 0-61 16,8 0-64-16,0-4-4 16,9 0-19-16,4 2-10 0,9 0-3 15,6 2-7 1,9 0-11-16,2 0-5 0,2 0-1 15,0 2-1-15,-4 6-17 16,-9 0-73 0,-7 2-186-16,-8-2-299 0,-17 0-437 15</inkml:trace>
  <inkml:trace contextRef="#ctx0" brushRef="#br0" timeOffset="123224.98">1722 9505 1879 0,'0'0'616'16,"0"0"-409"-16,0 0 6 16,0 0-118-16,0 0-67 0,147-33-18 15,-101 29-10 1,8 4-172-16,-12 0-304 0,-9 3-598 16</inkml:trace>
  <inkml:trace contextRef="#ctx0" brushRef="#br0" timeOffset="124383.23">2954 9599 1190 0,'0'0'957'0,"0"0"-747"0,0 0-43 0,0 0 125 0,0 0-111 0,0 0-111 15,0 0-46-15,91-78 11 16,-47 42-22-16,2-6-12 0,0-5 0 16,1-1-1-1,-1-4-10-15,0-4-6 16,-5-2-20-16,-3-2-19 15,-5-2-32-15,-6-1-9 16,-6 5 66-16,-8 6 24 16,-4 8 6-16,-9 10 38 15,0 10 24-15,0 12 1 16,-4 6-34-16,-12 6-29 16,-7 2-1-16,0 20 1 15,-6 10 7-15,0 12 21 16,0 10-1-16,2 10 3 0,6 7-23 15,6 3 23-15,11 0-10 16,4-4-5-16,0-8 0 16,21-6-15-16,13-12 6 15,4-9 2-15,9-12-8 16,4-12-56-16,0-11-51 16,-2 0-85-16,-7-8 10 15,-7-14-14-15,-14-4 58 0,-5-5 32 16,-9 1 10-1,-7-4 60-15,0 4 36 16,0 2 98-16,0 8 158 16,0 8-17-16,0 6 0 15,-2 6-134-15,-3 0-81 16,1 14-23-16,-4 12 5 16,0 6-6-16,1 2 0 0,3-2-52 15,4 0-233-15,0-10-319 16,0-7-504-16</inkml:trace>
  <inkml:trace contextRef="#ctx0" brushRef="#br0" timeOffset="124832.84">3856 9286 570 0,'0'0'1257'0,"0"0"-1091"0,0 0-14 0,0 0 57 0,0 0-73 0,-46 122-4 0,38-95-35 16,6-8-9-16,2-2-50 16,0-7-16-1,0-6 2-15,2-4 6 0,14 0 15 16,5-20-45-16,3-6-45 16,5-7-46-16,0-1 13 15,0 6 23-15,-3 10 33 16,-7 10 13-16,-6 8-2 15,-9 6 11-15,-4 22 29 16,0 5 59-16,-2 0 31 0,-9-1-27 16,2-7-32-1,2-10-35-15,7-6-12 16,0-9 10-16,10-2-23 16,19-20-23-16,6-9-189 0,5 0 57 15,0-4 80-15,-2 7 49 16,-2 6 19-16,-5 8 7 15,-6 10 40-15,-8 4-21 16,-3 4-7-16,-10 18-6 16,-4 9 5-16,0 1-10 0,0 13-2 15,-12-6-252 1,-3-7-924-16</inkml:trace>
  <inkml:trace contextRef="#ctx0" brushRef="#br0" timeOffset="125963.13">1610 8570 1370 0,'0'0'509'0,"0"0"-276"16,0 0 56-16,0 0-93 0,0 0-85 0,0 0 9 0,0 0-49 15,-4-44-48-15,2 44-23 16,-1 22-39-16,1 12 39 16,-2 15 31-16,-2 6 17 15,-4 8 6-15,1-1-29 16,1-8-7-16,0-8-6 16,2-12-6-16,1-12-5 15,3-10 0-15,2-6 11 0,0-3 6 16,0-3 5-16,2 0-4 15,15 0-2-15,0-3-16 16,7-3-1 0,1 4-5-16,4 0-19 0,0 2-51 15,13-2-173-15,-8 0-131 0,-5-2-330 16</inkml:trace>
  <inkml:trace contextRef="#ctx0" brushRef="#br0" timeOffset="126189.31">1911 8482 1778 0,'0'0'379'0,"0"0"-330"0,0 0-36 15,0 0 51-15,-13 102 25 16,6-51-3-16,0 3-7 15,3 0-47-15,0-8-32 16,4-8-20-16,0-12-142 16,0-12-103-16,6-12-234 0</inkml:trace>
  <inkml:trace contextRef="#ctx0" brushRef="#br0" timeOffset="126381.58">2052 8508 363 0,'0'0'1120'0,"0"0"-903"16,0 0-75-16,0 128-10 15,0-75-43-15,0 1-17 16,0-8-37-16,13-10-33 16,3-12-2-16,12-20-93 15,-3-4-157-15,-3 0-528 0</inkml:trace>
  <inkml:trace contextRef="#ctx0" brushRef="#br0" timeOffset="126548.26">2183 8450 1279 0,'0'0'850'0,"0"0"-686"16,0 0-53-1,0 138-50-15,2-77 24 0,3 1-25 16,1-4-11-16,4-2-37 15,-4-10-12-15,-2-6-160 16,-1-14-211-16,-3-12-492 0</inkml:trace>
  <inkml:trace contextRef="#ctx0" brushRef="#br0" timeOffset="126671.87">2087 8758 1766 0,'0'0'789'16,"0"0"-592"-16,0 0-123 15,136-32-74-15,-11 21-68 16,-14 3-309-16,-4-3-823 0</inkml:trace>
  <inkml:trace contextRef="#ctx0" brushRef="#br0" timeOffset="127976.66">3432 10008 510 0,'0'0'628'0,"0"0"-453"0,0 0-7 0,0 0 59 0,0 0-25 15,0 0-54-15,0 0 38 16,-33-8 24-16,33 0-49 16,0-2-27-16,0-2 10 15,0-2-48-15,0 0-51 16,5 0-21-16,6 0-23 15,0 0 6-15,1 6 8 16,-4 2-13-16,1 3-2 0,0 3-10 16,-4 0 1-16,-1 9-11 15,-2 15 10-15,-2 6 10 16,0 6 19-16,0 4-18 16,0 0 16-16,-6-2-9 15,-2-6-7-15,2-4 0 16,2-6 0-16,2-8 13 15,2-6-14-15,0-4 9 16,0-4-2-16,0 0 14 0,10-8-21 16,9-17-30-16,-1-12-49 15,1-3-109-15,-3-4-12 16,-5 4-29-16,-4 10 122 16,-5 10 107-1,-2 12 36-15,0 8 28 0,-9 0-26 16,-4 14 65-16,-1 10 5 15,3 2-3-15,5 6-19 16,6 0-16-16,0 2-23 16,2-3-25-16,18-4 2 0,4-4-24 15,3-7-157-15,19-13-127 16,-5-3-249 0,-5 0-820-16</inkml:trace>
  <inkml:trace contextRef="#ctx0" brushRef="#br0" timeOffset="128160.78">3743 10024 1737 0,'0'0'592'0,"0"0"-391"0,0 0-60 0,0 0-81 0,0 0-18 15,0 0-31-15,0 0-9 16,113-8-2-16,-68 8-33 15,10 0-157-15,-10 0-167 16,-9 0-319-16</inkml:trace>
  <inkml:trace contextRef="#ctx0" brushRef="#br0" timeOffset="128412.96">4110 9896 1592 0,'0'0'813'15,"0"0"-590"1,0 0-108-16,0 0-69 16,0 0-39-16,0 0 1 15,0 0-7-15,120 46-1 0,-95-16-8 16,-7 6 7 0,-11 4 1-16,-7 0 0 15,0 3-2-15,-25-6 2 16,-4-2 9-16,-2-7-9 15,4-8 0-15,5-14-164 0,8-6-162 16,10 0-306-16</inkml:trace>
  <inkml:trace contextRef="#ctx0" brushRef="#br0" timeOffset="128664.81">4348 10160 1517 0,'0'0'551'0,"0"0"-364"15,0 0 10-15,0 0-76 16,0 0-54-16,0 0-14 16,106-132-15-16,-87 94-25 0,-3 2-5 15,-5 4 27 1,-4 6 80-16,-5 10 35 0,-2 5-15 16,0 11-35-1,0 0-94-15,0 17-6 0,0 15-7 16,0 12 6-16,0 6 1 15,0 26-48-15,0-11-184 16,0-11-565-16</inkml:trace>
  <inkml:trace contextRef="#ctx0" brushRef="#br0" timeOffset="131084.22">5439 9503 1440 0,'0'0'364'0,"0"0"-232"0,0 0 20 16,0 0 18-16,0 0-41 0,0 0 0 0,0 0-35 15,25 0-39 1,-8 0-5-16,3 0-11 0,4 0-6 15,7 0-2-15,5 0-5 16,0 0-14-16,4 0-5 16,-1 0 2-16,2 0-9 15,-1 0 0-15,0 0 0 16,3 0-1-16,1 0 2 16,3 0-1-16,4 0 0 0,3 0 1 15,1 0 0 1,3 0 0-16,-3-2-1 0,3 0 0 15,-2 0 1 1,0-1-1-16,-2 2 1 0,-3-2 0 16,0-1-1-16,-4 3 0 15,-3-3-1-15,1-1-1 16,0 1 1-16,-3-1 0 16,3-1 0-16,-3-1-1 15,0 2 1-15,-1 0 1 16,0 1-1-16,-1 0 1 15,1 3-1-15,-1-2 1 16,0 2 0-16,3-2 0 16,-1 1-1-16,3 1 0 15,1-3 1-15,1 1 0 0,2 2 0 16,0-3 0-16,-3-1 0 16,4 3 0-16,-6-1 0 15,1-1 0 1,-1 1 0-16,-1 1 0 0,-1 2 0 15,-2 0 0-15,3 0 0 16,-3 0 1-16,2-2-1 16,3 2 58-16,3 0-11 15,6 0-29-15,4 0-8 16,4 0-8-16,5 0 5 0,5 0-6 16,1 0-1-1,2 0 1-15,0 0-1 16,0 0 0-16,-3 4-1 15,-1 4 1-15,-2 1 1 16,-1-1-1-16,2-1 0 16,-1 0 1-16,0-3-1 0,0 1 1 15,1 0 0-15,-4 0-1 16,-1-1 2-16,-1 3-1 16,-1-4 1-16,-3 0-1 15,0-2 0-15,-2-1 0 16,-5 0 0-16,1 0 0 15,-1 0 0-15,-1 0 0 16,-4 0-1-16,2 0 0 16,-2 0 1-16,-3 0-1 15,-1 0 1-15,-1 0 0 16,-1 0 0-16,2 0 1 16,2 0-1-16,0 0 5 15,-1 0-6-15,-1 0 0 0,1 0 1 16,1 0-1-1,2 0 0-15,-2 0-1 0,8 0 1 16,-1 0 1-16,8 0-1 16,1 0 0-16,3 0 1 15,1 0-1-15,-1 0 1 16,-3-1-1-16,-2 1 1 16,-2-3 0-16,0 3-1 15,-2-1 0-15,-1-3 1 16,1-1-1-16,2 1 1 15,-2 0-1-15,2 0 1 16,-2 1-1-16,-3-1 2 16,0 0-2-16,-1 1-2 15,-1-1 2-15,2 2 0 16,1-3 0-16,0 1 2 0,2 0-2 16,1-1 0-1,3 1 2-15,0 3-1 0,0-3 8 16,1-1-7-16,1 3-1 15,0-2 14-15,5 1 5 16,1-1-1-16,-2-3 4 16,5 1-7-16,2 1-5 15,2 0-11-15,0-1 2 16,3 2 5-16,-2 0-7 16,0 0 1-16,-3 0 0 15,-4 0-1-15,-2 2 1 0,-4-2 5 16,-8 2-5-16,-4 0 0 15,-3-2 8-15,-9 2 0 16,-3 2 0-16,-7-2-9 16,-4 2 0-16,-8 0 2 15,-1 0-2-15,-3 0 0 16,-3 0 1-16,-4 0 0 16,3-2 0-16,-3 2 0 15,4-4 7-15,-2 2 2 16,3-2 5-16,1 0 0 15,-3 0-13-15,-1 0-1 16,4 0-1-16,-3 0 0 16,-1 0 0-16,1 2 1 15,3-2-1-15,-4 2 0 0,3 0 0 16,-4 0 0-16,2 2-1 16,-5 0 0-16,-1 0 1 15,-1 0-1-15,-2 0 1 16,0 0 0-16,0 0 0 15,0 0 1-15,0 0 0 16,0 0-1-16,2-2 0 16,2 2 1-16,1-2-1 15,4 0 0-15,2 0 0 0,5 0 1 16,-1-2 7 0,1 2-7-16,1-2 7 15,2 0-2-15,-2 0 0 16,1 2-6-16,0-2-1 15,0 2 1-15,-2 2 0 16,-1 0 0-16,-3 0 0 0,-6 0 0 16,-2 0 0-16,-2 0 0 15,1-2 0-15,-3 2 0 16,2-2 1-16,0 0 0 16,4 0 0-16,4 0 0 15,-1-2 0-15,4 0-1 0,1 2 0 16,-4-2 0-1,2 0-2-15,-5 0 1 16,-3 0 1-16,-4-2-6 16,0 2-6-16,0-4-26 15,-13-6-68-15,-7 0-208 0,-3-2-394 16</inkml:trace>
  <inkml:trace contextRef="#ctx0" brushRef="#br0" timeOffset="132237.14">9968 10144 1437 0,'0'0'512'0,"0"0"-336"0,0 0 93 0,0 0-2 0,0 0-34 15,0 0-94-15,0 0-42 16,7 0-34-16,13 0-30 16,8 2-12-16,9-2-10 15,5 0-10-15,7 0-1 16,2 0-45-16,23-2-241 16,-12-4-346-16,-9 3-537 0</inkml:trace>
  <inkml:trace contextRef="#ctx0" brushRef="#br0" timeOffset="132905.87">11026 9825 1395 0,'0'0'505'0,"0"0"-328"0,0 0 35 0,0 0-5 0,0 0-60 16,0 0 8-16,0 0-27 15,-62-33-54-15,44 33-35 16,-6 5-1-16,-3 16-5 16,-6 4-6-16,-3 12 3 15,0 7 2-15,2 6-1 16,3 6 8-16,6 0-3 15,10 0-16-15,9-4-3 16,6-6-6-16,0-3-11 16,25-9 9-16,10-8-1 0,7-8-8 15,5-10-12 1,-3-8-10-16,-4 0-8 0,-9-6 14 16,-10-12 4-16,-19-2 12 15,-2-4-6-15,-23 2-6 16,-21 1-20-16,-54 16-46 15,9 3-155-15,-2 2-359 0</inkml:trace>
  <inkml:trace contextRef="#ctx0" brushRef="#br0" timeOffset="137422.34">5418 8657 1287 0,'0'0'367'0,"0"0"-253"0,0 0 35 0,0 0-27 0,0 0 31 16,0 0 5-16,-27-21 1 16,27 17-80-16,0 3-11 15,0-2 5-15,0 3 8 0,0-2-6 16,0 2-26 0,0-2-15-16,0 0-13 15,0-2-12-15,0 0-7 16,3-2-2-16,7 2 0 0,0 0-1 15,1 2-5 1,-3 2 0-16,2 0 5 0,-1 2-8 16,-5 15-3-16,-4 6 12 15,0 8 0-15,0 5 12 16,-13 2 7-16,-5-2 11 16,0-4-10-16,2-4-9 15,3-10 2-15,6-6-12 16,3-8 6-16,4-2 6 15,0-2 16-15,0 0-25 16,6 0-4-16,15-10-43 16,1 2-30-16,3 2 8 15,2 6 32-15,-4 0 7 16,-2 4 8-16,-8 16 1 16,-8 4-1-16,-5 2 18 0,0 4 17 15,-12 1 11-15,-10-2 0 16,-4-3 5-16,-3-1-16 15,0-5-17-15,-7-7-133 16,7-3-168-16,9-6-371 0</inkml:trace>
  <inkml:trace contextRef="#ctx0" brushRef="#br0" timeOffset="137748.63">5757 8921 1224 0,'0'0'603'0,"0"0"-436"0,0 0 67 0,0 0-45 0,0 0-73 0,0 0-32 0,0 0 14 16,4 10 27 0,5-6-34-16,0-2-31 15,-2-2-18-15,-5 0 1 16,-2 0-8-16,0 0-16 0,-4 0-19 16,-23-2-139-1,4 2-192-15,-1 0-310 0</inkml:trace>
  <inkml:trace contextRef="#ctx0" brushRef="#br0" timeOffset="139343.91">6162 8576 639 0,'0'0'946'0,"0"0"-727"0,0 0-34 0,0 0 53 0,0 0-13 16,0 0-12-16,0 0 18 16,16-6-113-16,-9-4-30 15,1-4-37-15,1-2-19 16,1-2-5-16,-4 0-8 15,3-2-10-15,-3-2-9 16,0 0-5-16,-2 2-7 16,-2 4-8-16,-2 2-4 0,2 6 11 15,-2 4 5-15,0 1 1 16,0 3-10 0,0 0 1-16,0 0-5 15,0 0-5-15,0 5-2 0,0 11 16 16,0 8 11-1,0 6 1-15,0 6-1 0,0 4-1 16,0 4 1-16,-4 0 1 16,0 1 0-16,4-8-1 15,0-2-168-15,0-3-93 16,4-10-285-16,7-6-517 0</inkml:trace>
  <inkml:trace contextRef="#ctx0" brushRef="#br0" timeOffset="139558.64">6104 8889 385 0,'0'0'1586'0,"0"0"-1269"0,0 0-237 0,0 0 23 0,0 0-45 0,0 0 1 15,154 0-35-15,-107 0-24 16,18 0-25-16,-15-6-324 16,-7 0-953-16</inkml:trace>
  <inkml:trace contextRef="#ctx0" brushRef="#br0" timeOffset="140006.13">6225 9097 1562 0,'0'0'559'15,"0"0"-268"-15,0 0 23 16,0 0-105-16,0 0-126 16,0 0-43-16,0 0-24 15,58-37-15-15,-38 34-1 0,-3 3 0 16,-7 0-11 0,-8 12-4-16,-2 11-4 15,-7 4 7-15,-22 8 12 0,-9 1 10 16,-2 0 32-16,0-2-2 15,7-6-11-15,8-6 2 16,11-10-19-16,12-4-10 16,2-8 13-16,18 0-8 15,16 0-7-15,8 0-4 16,3-10-52-16,-1 2-4 16,-1 0-40-16,-5 2-105 15,17-2-119-15,-10 0-225 16,-6 2-435-16</inkml:trace>
  <inkml:trace contextRef="#ctx0" brushRef="#br0" timeOffset="140643.84">6786 8913 26 0,'0'0'1297'0,"0"0"-1024"0,0 0-188 0,0 0 18 0,0 0 35 16,0 0-21-16,0 0 6 15,-13 28-3-15,13-22 4 16,0-2-18-16,11-2-29 16,3-2-5-16,-4 0-26 15,1 0-13-15,-3-8 17 0,-8-2 28 16,0-4-27-16,0 2-24 16,-8 2-27-1,-7 2-27-15,-3 4-90 0,1 2-59 16,3 2-348-16,7 0-1018 15</inkml:trace>
  <inkml:trace contextRef="#ctx0" brushRef="#br0" timeOffset="141244.24">7066 8743 1111 0,'0'0'729'16,"0"0"-587"-16,0 0-63 15,0 0 48-15,0 0-7 16,0 0 15-16,0 0-18 16,81-22-63-16,-81 44 7 15,0 8 0-15,0 2-6 0,0 4 9 16,0-2-16-16,-9 0-14 16,5-4-5-1,-3-4-10-15,5-3-1 16,-1-10 0-16,3-4 5 0,0-6-10 15,0-3-1-15,0 0 18 16,16-7-27-16,2-16-3 16,6-5-70-16,1-6-116 15,2-6-26-15,-2-4-22 16,-2 2-3-16,-4 5 184 16,-6 12 53-16,-6 9 158 15,-7 12-18-15,0 4-67 16,-2 0-3-16,-12 20 45 15,-1 5 37-15,-1 10-21 16,5 1-38-16,1 2-44 0,8 0-14 16,2-2-7-1,2-4-16-15,23-6-3 0,8-6-9 16,8-6-19-16,3-8-68 16,17-6-206-16,-14 0-254 15,-12-7-554-15</inkml:trace>
  <inkml:trace contextRef="#ctx0" brushRef="#br0" timeOffset="145196.66">7228 8315 696 0,'0'0'303'0,"0"0"-77"16,0 0-13-16,0 0 31 0,0 0-16 0,0 0-7 0,0 0 10 0,-2 3-72 31,2-3-65-31,0 0 7 0,0 0 14 16,0 0-17-16,0 0-27 16,0 0-25-16,0 0-15 15,0 0-1-15,4 0-10 16,11 0-11-16,1 0-3 15,3 0-3-15,4 0-3 16,0 2-1-16,1 2-47 16,14-4-189-16,-7 0-279 15,0 0-595-15</inkml:trace>
  <inkml:trace contextRef="#ctx0" brushRef="#br0" timeOffset="145694.34">7809 8026 1470 0,'0'0'694'0,"0"0"-489"0,0 0 3 0,0 0-84 0,0 0 43 0,0 0-70 16,0 0-9-16,0-81-40 15,5 57-34-15,-1-1-14 16,2-1 2-16,-1 2 4 0,1 0 0 16,-1 6 4-1,0 2-2-15,-1 6 1 0,-4 4-8 16,2 2 0 0,-2 4 0-16,0 0-1 15,0 0-14-15,0 14-5 0,0 10 18 16,0 6 1-16,0 6 0 15,0 2 1-15,0 5-1 16,0-3-20-16,0 0-84 16,0 4-159-16,0-10-257 15,5-8-446-15</inkml:trace>
  <inkml:trace contextRef="#ctx0" brushRef="#br0" timeOffset="145933.44">7742 8360 1048 0,'0'0'934'0,"0"0"-588"0,0 0-90 16,0 0-79-16,0 0-83 15,0 0-24-15,0 0-19 16,124-14-25-16,-85 10-19 15,1 4-7-15,-3 0-199 16,6 0-125-16,-11 0-302 0,-9 0-804 16</inkml:trace>
  <inkml:trace contextRef="#ctx0" brushRef="#br0" timeOffset="146348.44">7831 8568 1311 0,'0'0'566'16,"0"0"-377"-16,0 0-9 0,0 0-41 16,0 0-19-16,0 0-51 15,0 0-47 1,58-28-14-16,-52 28-8 0,-3 8 6 16,-3 14-6-16,0 8 43 15,-18 6 37-15,-6 4 74 16,-3-1-36-16,4-3-36 15,8-8-25-15,9-8-22 16,6-8-14-16,4-8-5 16,25-4 14-16,9 0-30 15,7-4-33-15,-1-8-66 16,5-4-209-16,-11 4-270 16,-11 4-222-16</inkml:trace>
  <inkml:trace contextRef="#ctx0" brushRef="#br0" timeOffset="150490.07">8785 8915 1487 0,'0'0'517'0,"0"0"-354"0,0 0 40 0,0 0-38 0,0 0-30 16,0 0 16-16,0 0-18 16,47 0-52-16,-26 0-32 15,4 0-24-15,2 0-11 0,2 0-14 16,0 0 0-16,20 0-88 16,-9 0-284-16,-2-2-645 0</inkml:trace>
  <inkml:trace contextRef="#ctx0" brushRef="#br0" timeOffset="151195.16">9574 8653 1545 0,'0'0'515'0,"0"0"-284"0,0 0-53 0,0 0-86 0,0 0 11 0,0 0-28 16,0 0-17-16,24-95-21 15,-9 87-13-15,4 6-3 16,-4 2-21-16,-1 0-1 15,-6 8-8-15,1 10 1 16,-5 6 8-16,-4 4 1 16,0 4 8-16,0 3 1 15,0-2-1-15,-11 4-2 16,-4-5 2-16,-3-2-1 0,0-4-7 16,-1-2 7-16,-2-4-8 15,-1 0 1-15,0 0 5 16,-1 0-5-1,-1 0 0-15,-1 0 0 0,3 0-1 16,6-2 0-16,3 0 0 16,6-4 0-16,3-4 0 15,4 1 0-15,0-5 5 16,0-5 1-16,9 2 9 16,9-3 8-16,4 0 1 15,5 0-3-15,2 0-12 16,2-3 0-16,2-2-9 15,-1-1 0-15,-3-1-1 0,0 6-48 16,0-2-99 0,8 3-34-16,-3 0-90 15,-5 0-453-15</inkml:trace>
  <inkml:trace contextRef="#ctx0" brushRef="#br0" timeOffset="152287.22">10095 8935 937 0,'0'0'521'0,"0"0"-322"0,0 0-48 0,0 0-59 0,0 0-35 0,0 0-7 16,0 0 20-16,0 8-5 15,0-4-18-15,0-2-22 16,0 2 25-16,11-4-2 15,-3 0-7-15,4 0-13 16,-3 0-20-16,-3 0 1 16,-3 0 5-16,-3 0 32 0,0 0 38 15,0 0 6-15,-9 0-40 16,-2 0-37-16,-3 0-13 16,6 0 1-16,1 0 11 15,3 0-12-15,4 0 0 16,0 0-30-16,0 0-56 15,0 0-113-15,2 0-341 0</inkml:trace>
  <inkml:trace contextRef="#ctx0" brushRef="#br0" timeOffset="153176.1">10756 8506 1134 0,'0'0'570'0,"0"0"-361"0,0 0 43 0,0 0 6 0,0 0-38 0,0 0-125 16,0 0-22-16,21-64 4 15,-13 38-21-15,-1-2-12 16,-4-2-22-16,-1 0-5 15,0-2-16-15,-2 3 20 0,0 4 19 16,0 4 20 0,2 7-9-16,-2 6-27 15,0 6-22-15,0 2-2 16,0 0-17-16,0 8-11 16,0 14 7-16,0 12 19 15,0 11-5-15,0 5 7 16,0 6 1-16,3 4-1 15,-1-2-17-15,-2-2-88 0,2 7-150 16,-2-16-109-16,0-10-357 16</inkml:trace>
  <inkml:trace contextRef="#ctx0" brushRef="#br0" timeOffset="153372.34">10594 8891 1669 0,'0'0'623'16,"0"0"-442"-16,0 0 54 0,0 0-99 15,118 0-86-15,-69 0-27 16,7-4-18-16,-1 0-5 16,16-2-128-1,-15 2-231-15,-8 2-504 0</inkml:trace>
  <inkml:trace contextRef="#ctx0" brushRef="#br0" timeOffset="154150.29">10821 9075 1041 0,'0'0'675'0,"0"0"-488"16,0 0-63-16,0 0 40 16,0 0-47-16,0 0-6 15,0 0 2-15,-4-1-37 16,4-2-14-16,0 3-16 16,0 0-11-16,0 0-13 0,0 0-3 15,0 0-18-15,0 0 0 16,0 0-1-16,0 0-2 15,0 0-12-15,0 0-6 16,0 0 2-16,-5 0 9 16,1 0 9-16,2 0 0 15,0 0 6-15,-1 0 2 16,3 0 1-16,0 0-8 16,0 0 1-16,0 0 11 15,0 0-12-15,0 0 20 16,0 0-2-16,0 0 14 0,0 0-22 15,5 0-11 1,6 0-12-16,0-2 0 16,0 1 10-16,0 1 2 0,-2 0-6 15,0 0 5-15,-2 0-6 16,-5 7 0-16,-2 8 5 16,0 1 2-16,0 2 24 15,0 0 11-15,-5-4-13 16,3-2-4-16,2-4-11 15,0-4 13-15,13-2-5 16,8-2 4-16,3 0-19 16,-3 2-9-16,-8 2 2 15,-5 4-13-15,-8 4-1 16,0 6 3-16,-17 2 18 0,-16 4 27 16,-10 2-6-1,-6 2-8-15,-4-2-13 0,-1-2-15 16,-6 5-146-16,16-7-158 15,8-7-439-15</inkml:trace>
  <inkml:trace contextRef="#ctx0" brushRef="#br0" timeOffset="154840.73">11394 8881 833 0,'0'0'589'0,"0"0"-361"0,0 0-21 0,0 0-21 16,0 0-31-16,0 0-41 0,0 0-11 16,-9 18-37-16,9-18-25 15,2 0 7-15,9 0 8 16,5 0-8-16,-5 0-20 15,-2-6-26-15,-5-2 16 16,-4 2 95-16,0-2-22 0,-6 2-55 16,-10 0-36-1,-4 4-79-15,-5 2-125 16,6 0-275-16,5 0-560 0</inkml:trace>
  <inkml:trace contextRef="#ctx0" brushRef="#br0" timeOffset="156887.84">11714 8653 546 0,'0'0'974'0,"0"0"-653"0,0 0-122 0,0 0-5 0,0 0-47 0,0 0-30 16,0 0 6-1,-6 0-6-15,8 0-37 0,10 0-27 16,-1 0-27 0,1 0-2-16,2 1-24 0,-1 13-7 15,-3 8 7-15,-4 9 37 16,-3 6 11-16,-3 6 3 15,0 1-9-15,-3-2-17 16,-8-6-2-16,2-6-4 16,3-8-7-16,1-8-4 15,5-6-8-15,0-6 6 16,0-2-4-16,9 0-2 16,9-20-26-16,4-8-55 0,-2-12-122 15,-2-8-18 1,-3-4-42-16,-4 2 10 15,-3 7 186-15,-6 18 67 0,-2 14 245 16,0 11-102-16,0 8-97 16,-7 23 29-1,0 6-13-15,7 4 20 0,0 1 23 16,4-4-13-16,21-2-32 0,8-4-30 16,8-6-30-1,3-7-106-15,21-10-167 16,-14-4-221-16,-9-5-324 0</inkml:trace>
  <inkml:trace contextRef="#ctx0" brushRef="#br0" timeOffset="157604.81">11810 8195 485 0,'0'0'1092'0,"0"0"-721"0,0 0-147 0,0 0-76 0,0 0 0 16,0 0-48-16,0 0 12 0,103 6-39 15,-72-4-44-15,1 0-29 16,-1-2-1-16,11 0-196 16,-9 0-360-16,-4-6-731 0</inkml:trace>
  <inkml:trace contextRef="#ctx0" brushRef="#br0" timeOffset="158197.66">12410 7834 1722 0,'0'0'372'0,"0"0"-267"15,0 0-12 1,0 0-32-16,0 0-20 0,0 0-14 16,0 0-11-16,40-34-10 15,-26 34 7-15,-1 0 2 16,-3 0 6-16,0 4 3 15,-4 8-2-15,-6 6-10 16,0 4-2-16,0 7 8 16,-10 0 11-16,-11 6 8 15,1-1 3-15,-2 0 23 16,2-2-10-16,4-8 7 16,7-6-11-16,7-6-23 15,2-8-2-15,0-2 3 16,20-2 4-16,9 0-8 0,3 0-23 15,1-8-2 1,0 2-68-16,-2 0-92 0,-4 6-30 16,-2 0-84-16,-8 0-322 15,-6 0-452-15</inkml:trace>
  <inkml:trace contextRef="#ctx0" brushRef="#br0" timeOffset="158463.96">12321 8340 45 0,'0'0'1770'0,"0"0"-1195"0,0 0-358 15,0 0-7-15,0 0-53 0,0 0-73 0,0 0-47 16,127-18-22-16,-78 7-15 16,5 1-3-16,8 1-118 0,-14 0-334 15,-10 5-326-15</inkml:trace>
  <inkml:trace contextRef="#ctx0" brushRef="#br0" timeOffset="159090.99">12539 8508 905 0,'0'0'390'0,"0"0"-131"0,0 0-37 16,0 0-60-16,0 0-46 15,0 0 2-15,0 0 0 16,-7 0-23-16,5 0-23 16,2 0-2-16,0 0-24 15,0 0 11-15,0 0 14 16,0 0 34-16,0 0-29 15,9 0-33-15,5 0-35 16,3 0-8-16,-1 0 0 16,-3 0-6-16,-6 0-8 0,-5 14 4 15,-2 4 10 1,0 4 43-16,-5 2 29 0,-5-4 10 16,5 0-19-16,3-6-31 15,2-4-16-15,0-2-5 16,9 1 4-16,6-5-3 15,1 1-11-15,-7 0 0 16,-5 3-1-16,-4 2-9 16,0 6 2-16,-19 4 7 0,-11 2-30 15,-9 12-87-15,2-6-198 16,10-4-343-16</inkml:trace>
  <inkml:trace contextRef="#ctx0" brushRef="#br0" timeOffset="160426.93">14424 9230 567 0,'0'0'264'0,"0"0"-104"0,0 0 1 0,0 0-28 0,0 0 21 16,0 0-21-16,0 0-29 15,-53 0-18-15,53 0-10 16,-2 0 7-16,-1 0-45 16,-2 0-2-16,-1 0 35 15,2 0 1-15,-1 0 14 16,1 0 43-16,4 0-36 16,0 0-32-16,0 0 24 15,0 0 47-15,0 0-24 16,2 0-38-16,13 0-49 15,10 0 0-15,8 0-2 16,14 2-1-16,16 0 17 0,30-2-1 16,41 0-12-16,42 0-2 15,11-12 17-15,-11-2-14 16,-25 0-16-16,-46 6-7 16,-22 0-8-16,-23 2 8 15,-9 0 0-15,0 2-1 16,-4-2 1-16,-2 0-15 15,-23 2-34-15,-17 0-98 16,-26-2-56-16,-19 0-123 0,-7 2-865 16</inkml:trace>
  <inkml:trace contextRef="#ctx0" brushRef="#br0" timeOffset="161303.68">13339 8873 1513 0,'0'0'671'0,"0"0"-384"0,0 0-71 0,0 0-61 15,0 0-46-15,0 0-19 0,0 0-23 16,136 0-34-16,-87 0-33 15,2 0-7-15,20 0-247 16,-13 0-353-16,-6-2-589 16</inkml:trace>
  <inkml:trace contextRef="#ctx0" brushRef="#br0" timeOffset="161720.37">14170 8546 1260 0,'0'0'755'15,"0"0"-422"-15,0 0-66 16,0 0-33-16,0 0-122 15,0 0-65-15,0 0-17 16,56-74-17-16,-31 74-10 16,-4 0-3-16,-1 14-2 15,-6 10 1-15,-9 10 1 16,-5 6 6-16,-14 8 12 16,-17 5 13-16,-9-2-1 15,-2-2 2-15,5-11-7 16,11-10 2-16,10-8-10 0,10-8-7 15,6-4 5-15,0-4-14 16,4 2 14-16,17-2-6 16,2-2-9-16,11 2-12 15,2-4-56-15,22 0-150 16,-12 0-360-16,-1-2-447 0</inkml:trace>
  <inkml:trace contextRef="#ctx0" brushRef="#br0" timeOffset="161998.94">14640 8781 1461 0,'0'0'387'0,"0"0"-226"15,0 0 42-15,0 0-78 16,0 0-51-16,0 0-1 15,0 0-7-15,24 66-25 16,10-66-28-16,-5 0-13 16,-4-8-24-16,-13-6 16 15,-8-4 7-15,-4 2 1 16,-6-2-57-16,-15 6-15 16,-10 6-72-16,4 2-98 15,6 4-494-15</inkml:trace>
  <inkml:trace contextRef="#ctx0" brushRef="#br0" timeOffset="163443.87">15190 8289 666 0,'0'0'762'0,"0"0"-440"0,0 0-120 0,0 0-54 0,0 0 50 0,0 0-89 15,0 0-28-15,-17-50-17 16,26 40-26-16,6 2-29 16,1 4-8-16,2 2 0 15,-5 2-1-15,-4 0-1 16,-7 16-9-16,-2 6 10 15,0 3 4-15,-13 4 23 16,-10 2 15-16,-6 1 17 16,-2-2-15-16,0 0 5 15,2-4-28-15,9-6-11 16,4-8-8-16,12-2-1 0,4-6 6 16,0-2 4-1,0 0 1-15,15 2 8 16,3 0-9-16,7 2-10 0,2 0 1 15,2 2-2-15,4 0-10 16,3-2-53-16,-1 2-59 16,5 0-78-16,-7-2-285 15,-8 0-586-15</inkml:trace>
  <inkml:trace contextRef="#ctx0" brushRef="#br0" timeOffset="163684.13">15005 8781 1222 0,'0'0'872'0,"0"0"-523"0,0 0-92 0,0 0-82 0,0 0-87 15,119-16-34-15,-74 14-21 16,5 2-18-16,6 0-14 15,-2 0-1-15,-4 0-193 16,2 0-181-16,-16 0-380 16,-14 2-924-16</inkml:trace>
  <inkml:trace contextRef="#ctx0" brushRef="#br0" timeOffset="164406.99">15134 8937 430 0,'0'0'769'16,"0"0"-478"0,0 0-123-16,0 0-43 0,0 0 1 15,0 0-5 1,0 0 3-16,0 0-21 0,0 0-35 16,0 0-38-16,0 0 0 15,0 0 10-15,0 0 15 16,0 0-17-16,0 0-1 15,0 0-16-15,0 0 11 16,0 0-3-16,0 0-11 16,0 0-6-16,0 0-11 15,0 0 0-15,0 0-1 16,0 0-9-16,-2 0 0 16,-2 0 8-16,2 2 0 15,0 0 0-15,2 0 1 16,0-2 9-16,0 0 3 0,0 0 7 15,0 0 18-15,0 0 27 16,4 0-41-16,8 0-22 16,1-2 10-16,0 0-11 15,-2 0 0-15,0 2 0 16,-4 0 0-16,-2 0-1 16,-3 0 0-16,-2 10-11 15,0 4 12-15,0-2 19 16,-7 0 5-16,0-2-12 15,5-4-11-15,2-1 11 16,0-5 9-16,11 0-2 16,11 0-5-16,-1 0-14 0,-2 0 0 15,-5 5-6-15,-10 5-15 16,-4 4-3-16,0 4 24 16,-15 4 23-16,-14 3 14 15,-4-3-13-15,-6 0-24 16,4-4-24-16,-1-4-173 15,9-6-267-15,12-4-436 0</inkml:trace>
  <inkml:trace contextRef="#ctx0" brushRef="#br0" timeOffset="168567.93">15525 8636 776 0,'0'0'352'0,"0"0"-116"0,0 0-37 0,0 0-80 0,0 0-8 0,0 0 10 16,0 0-7-16,0 0 17 15,0 0 14-15,0 0-28 16,0 0-35-16,0 0-23 16,0 0-21-16,0 0 5 15,0 0-13-15,0 0 2 16,0 2-30-16,0 0-2 15,0 0 0-15,0 5-7 16,0 2 6-16,0 9-38 0,0-1-176 16,0-3-399-16</inkml:trace>
  <inkml:trace contextRef="#ctx0" brushRef="#br0" timeOffset="169232.78">15799 8839 1197 0,'0'0'405'0,"0"0"-217"16,0 0 38-16,0 0 5 0,0 0-95 0,0 0-62 0,0 0-1 16,0-8-45-16,0 6 17 15,0 0 38-15,0 2 2 16,0-2-12-16,0 2-6 15,0-2-34-15,-2-2-18 16,-5 2-15-16,3 0 1 16,-6 2-1-16,2 0 6 15,-5 0-5-15,-1 0 0 16,1 0-1-16,-1 0 1 16,3 4 0-16,5 0 1 15,1-4 4-15,5 2-6 16,0-2 9-16,0 0-9 15,0 0-15-15,0 0 4 0,5-2 11 16,-1-4 1-16,-4 0 50 16,0-2 7-16,0 0-10 15,0 0-30-15,0 0-18 16,-4 4-37-16,-6 2-157 16,3 0-494-16</inkml:trace>
  <inkml:trace contextRef="#ctx0" brushRef="#br0" timeOffset="171720.26">15857 9200 925 0,'0'0'304'0,"0"0"-204"0,0 0-68 15,0 0 4-15,0 0 3 0,0 0-5 0,0 0 9 16,-21 0-15-16,21 0-6 16,0 0 87-1,0 0 38-15,0 0-13 0,0 0 8 16,0 0 29-16,0 0-29 16,0 0-16-16,0 0-29 15,0 0-30-15,0 0 0 16,0 0-16-16,0 0-6 15,3 0-16-15,10 0 3 16,9 0 11-16,9 0 14 16,12 0-40-16,11 0-1 15,13 0-6-15,12 0-2 16,29-8-8-16,-6-2 0 16,5 2 4-16,2-2-4 15,-18 4 0-15,7-1 7 0,-4 4-7 16,-12 1 1-16,-5 2-2 15,-8 0 1-15,-9 0-1 16,-4 0 0 0,-8 0-21-16,-6 0-29 0,-3 2-85 15,-10 0-62-15,-2-2-103 16,-10 0-194-16,-3 0-267 0</inkml:trace>
  <inkml:trace contextRef="#ctx0" brushRef="#br0" timeOffset="172993.43">16306 8364 776 0,'0'0'559'0,"0"0"-260"0,0 0-50 0,0 0-50 0,0 0 50 0,0 0-10 15,0 0 33-15,-8 0-63 16,8 0-91-16,2-4-55 16,10 0-46-16,3-1-5 15,3 5-8-15,-3 0-4 16,3 19-7-16,-7 11 6 16,-2 8 1-16,-6 8 12 15,-3 2 8-15,0-2 8 16,-10-4-4-16,-1-5-9 15,1-9-5-15,2-10-1 0,4-8-8 16,4-5 5-16,0-5-6 16,0 0-1-16,0 0-8 15,8-14-13-15,11-12-54 16,1-10-25-16,2-10-81 16,-2-8-92-16,-4 2 33 15,-5 6 53-15,-2 14 133 16,-9 12 55-16,0 18 102 15,0 2-54-15,-13 20 21 16,-3 14 91-16,5 6-7 16,9 4-11-16,2-2-21 15,0-2-55-15,24-8-38 16,10-3-14-16,5-10-14 0,9-6-63 16,11-12-224-16,-10-1-306 15,-11 0-855-15</inkml:trace>
  <inkml:trace contextRef="#ctx0" brushRef="#br0" timeOffset="173364.54">16574 7993 1891 0,'0'0'697'0,"0"0"-515"0,0 0-124 0,0 0-43 0,120-26-15 16,-59 13-66-16,-12 6-159 15,-5-1-439-15</inkml:trace>
  <inkml:trace contextRef="#ctx0" brushRef="#br0" timeOffset="173648.96">17224 7529 1472 0,'0'0'517'0,"0"0"-262"0,0 0-6 15,34-110-108 1,-32 88-29-16,-2 6 37 0,0 6 5 16,0 8-76-1,0 2-78-15,0 0-3 0,0 18-18 16,-4 14 21-16,-7 12 15 16,0 10 0-16,-1 11-6 15,4 3-9-15,-1 4-6 16,2 14-187-16,2-17-170 15,5-18-357-15</inkml:trace>
  <inkml:trace contextRef="#ctx0" brushRef="#br0" timeOffset="173844.89">17058 8043 2004 0,'0'0'790'0,"0"0"-637"0,0 0-104 16,0 0-26-16,0 0-14 16,151 18-8-16,-95-12-1 15,15 0-145-15,-15-4-402 16,-12 0-665-16</inkml:trace>
  <inkml:trace contextRef="#ctx0" brushRef="#br0" timeOffset="174557.22">17218 8325 1107 0,'0'0'374'0,"0"0"-153"16,0 0-16-16,0 0-31 0,0 0-14 0,0 0-38 15,0 0 8-15,0 0-8 0,0 0 0 16,0 0-21-16,0 0-69 16,0-3-4-1,0-1-6-15,0 1 7 16,2 3 13-16,2-1-12 0,6 1-6 16,-1-3-23-1,4 3-1-15,1 0 0 0,-2 0-1 16,-3 0-8-16,-1 7-6 15,-8 7-3-15,0 5 6 16,0 4 12-16,-5-1 21 16,-4-2 3-16,4-4-5 15,5-2-6-15,0-2-4 16,7-4 8-16,11 0-7 16,-1 0-10-16,1 0 0 15,-9 2-1-15,-5 2-11 16,-4 4 0-16,0 6 12 0,-19 4 26 15,-12 4 1-15,-2 4-27 16,-8 16-18-16,7-7-211 16,13-9-549-16</inkml:trace>
  <inkml:trace contextRef="#ctx0" brushRef="#br0" timeOffset="175070.81">18296 9064 424 0,'0'0'1648'0,"0"0"-908"0,0 0-508 0,0 0-77 0,0 0-48 15,0 0-31-15,0 0-10 16,54 0-35-16,-14 1-10 15,7 2-21-15,4 0-22 0,-2 4-22 16,-9 1-37-16,-15 3-100 16,-12 0-415-1,-13-1-504-15</inkml:trace>
  <inkml:trace contextRef="#ctx0" brushRef="#br0" timeOffset="175217.31">18211 9322 1177 0,'0'0'966'0,"0"0"-579"16,0 0-22-16,139 0-210 16,-72 0-110-16,2-4-45 15,-7-2-37-15,-6 2-241 16,-21 2-286-16,-14 0-833 0</inkml:trace>
  <inkml:trace contextRef="#ctx0" brushRef="#br1" timeOffset="188939.51">7664 7570 1114 0,'0'0'264'0,"0"0"-134"0,0 0-48 0,0 0 39 0,0 0-6 15,0 0-7-15,-12-13 8 16,10 12-6-16,2 1-11 0,0-3 1 15,-2 2-7-15,2-1-7 16,-2-1-43-16,-2 2-31 16,-1-2-11-16,-1 3 35 0,-4 0-27 15,2 0 0 1,-3 0-9-16,-1 0-6 16,-1 0 6-16,2 0 6 15,-3 0-6-15,1 0 0 16,-3 4-1-16,1 2 1 15,-1 2 0-15,-1 3 0 16,1-1 1-16,-1 1-1 16,-2 0 0-16,1 0 1 15,5 2-2-15,-2-3 1 16,3 0-1-16,2-2 0 16,-2 2 0-16,3-2 1 0,1 2-1 15,1 2 0-15,0-2 1 16,-2 2 0-16,0 0 1 15,1 0-1-15,-2-2 2 16,1 2-1-16,1 0-1 16,-2-2-1-16,4 0 0 15,-1 0 0-15,3 0 1 16,-2 2 1-16,0-2-1 16,0 1-10-16,-1 0-13 15,-1 1 12-15,-2 1 5 16,1-2 0-16,1 0 6 15,-1 0 0-15,0-1 0 16,2 1-1-16,1-1 2 0,-1-2-2 16,2 2 1-16,-2 0-15 15,3-1-7-15,-2 2 7 16,-1-1 14-16,0 0-8 16,0 2 8-16,-1-2 1 15,1 0-1-15,1-2 0 16,-2 0-1-16,2 0 2 15,1-2 0-15,1 0 0 0,2 0 0 16,-2 2 0 0,-2-2-1-16,2 4 1 0,0-2 0 15,-1 4-2 1,-1-2 2-16,2 0 1 16,-1 0 0-16,0 0 0 15,3 0 0-15,2 0-1 0,0 2 0 0,0-2 0 16,-2 2 1-1,2 2-1-15,-5 0 0 16,1 3 1-16,0-2 8 16,-1 3 3-16,0-1-5 15,3-1-7-15,2-2 0 16,0 0 1-16,0 0 1 16,0-2-2-16,0 2 0 15,0 0 1-15,0 0-1 16,0 2 1-16,0 2-1 15,0 2 0-15,0-2 1 16,2 2 0-16,3-2-1 16,2 0 1-16,-1 0-1 0,1-2 1 15,0 3 5 1,0-1-6-16,-1-3-1 0,1 3 1 16,-1 3 0-16,2-2 2 15,-4 2-2-15,2 1 1 16,1 0 0-16,-3-2 8 15,4-2-9-15,-4-2 0 16,2-2 0-16,1 0 1 0,-1 0 6 16,4 0-5-1,-1-2 5-15,-1 2 3 16,4 0-10-16,1 0 0 16,-2 2 3-16,-2 0-3 15,2 0-1-15,-2-2 1 16,-2 2 1-16,2-3-1 0,-1-2 0 15,-1 0 4-15,3-4-3 16,-2 1 0-16,1 1 0 16,-1-1 5-16,2 0-6 15,-1-2 0-15,-1 2 5 16,0-1-5-16,-2 1 0 16,1 1 0-16,1-1 0 15,2-2 3-15,1-2 6 16,2 0-3-16,1 0 9 0,-2 0-15 15,2 0 7-15,-1 0-6 16,-2 2-1 0,-1 0-5-16,1 0 5 15,-3 0 2-15,2 0-2 0,-2-2 14 16,3 2-4-16,1-4-1 16,-1 2-8-16,0-2 1 15,2-2 7-15,0 2-8 16,1 0 0-16,-1 2 7 15,-4 0-8-15,0 0-7 16,-2 0 7-16,2 0 1 16,0-2 23-16,2 0 30 15,4-2-12-15,1 0-18 16,5 0-14-16,-2 0-9 16,4 0 6-16,-3-4-7 0,-3 2-1 15,1 0-1 1,-2 0 1-16,0-2 1 0,1-2 1 15,3 0 24 1,3-4-8-16,2-2-5 0,-2 0-2 16,2-1 4-16,-5 6-5 15,0-1-3-15,-2 0 1 16,-3 2 19-16,1-1-4 16,-1 2 8-16,1-4-6 15,5 0-6-15,2-5-6 16,2 0-6-16,2-3 3 15,2 2-3-15,0-2-5 0,0 1 0 16,-2 0 44-16,-4 0-24 16,-4 0-15-1,-1 0-5-15,-1-2 5 16,0-2-5-16,-5-2 0 0,2-4 6 16,-3-2-7-16,-2-4 1 15,3-2 9-15,-6 0-1 16,3-1 2-16,-3-1-10 15,2 0 8-15,-2 0-8 16,3-4-1-16,-3 0 0 16,2-2 0-16,-4 0 1 15,-2 2 5-15,-2-2 3 16,0 2 5-16,0 1 5 0,0 1 8 16,-6 2-15-1,-8 2-12-15,1 2 6 16,-1 2-5-16,-1 2 5 15,-4 2-5-15,2 0 0 0,-3 0-1 16,-3-1 0-16,4 2-1 16,-4 3-5-16,1 0 5 15,2 5 1-15,0 2-1 16,2 4 0-16,0 1 0 16,0 2 0-16,3 0 1 15,-1 2 0-15,-1-2 0 16,1 2 0-16,-3-2 0 15,0 0 0-15,-1 0 0 16,-3-4-1-16,2-2 1 16,-2 0 1-16,0-2-1 15,4 2 1-15,3 0-1 16,1 4 2-16,3 0-1 0,1 4 0 16,3 0 0-1,0 2-1-15,0 2 0 0,1 0-1 16,3 2-1-1,-4 0-4-15,4 0-11 0,2 0-57 16,0 0-67-16,2 10-188 16,2-2-332-16,12-2-1313 0</inkml:trace>
  <inkml:trace contextRef="#ctx0" brushRef="#br1" timeOffset="189403.69">8647 7827 1470 0,'0'0'760'0,"0"0"-539"0,0 0-77 0,0 0-54 0,0 0-5 0,0 0 52 15,0 0-50-15,75-119-35 16,-65 91-19-16,-6-2-17 15,3-2-14-15,-3 0 4 16,2-1-6-16,1 9 6 16,-2 5 38-16,-1 8 50 15,-4 7-13-15,0 4-36 16,0 0-45-16,0 18 3 16,0 16-3-16,0 12 9 15,-4 13-9-15,-1 5 0 16,3 4-42-16,2 15-91 0,0-18-383 15,0-11-699-15</inkml:trace>
  <inkml:trace contextRef="#ctx0" brushRef="#br1" timeOffset="192134.8">12767 7391 876 0,'0'0'360'0,"0"0"-114"0,0 0 0 0,0 0-50 0,0 0-27 15,0 0 8-15,0 0-10 0,-23 0-24 16,19 0-37-1,-4 0-30-15,4 0 18 16,-4 0-20-16,-3 0-32 16,-3 0-12-16,-1 0-16 15,-4 0-13-15,-1 0 17 0,1 0-17 16,-4 0 6 0,1 0 9-16,-2 0 1 15,1 0-5-15,-1 4-5 16,-5-2-1-16,0 2-5 15,-3 2 0-15,-1 0-1 0,0 2 3 16,-3 2-3-16,3 2-1 16,-3 0-9-16,3 3-7 15,2-2-1-15,2 1 1 16,2 2-10-16,2 0-3 16,3-2-5-16,4 0 10 0,-2 1 16 15,2-4 7 1,3 2 1-16,-1 1-10 15,1-2-2-15,-2-2 2 16,2 2 10-16,-1 0-6 0,3-2 6 16,-1 2-4-16,1 0 4 15,3-2-4-15,0-2 5 16,4 0-1-16,-1-2-4 16,1 0 4-16,-1 2 0 15,0 0 1-15,-2 0 0 16,0 2-1-16,0-2 0 15,0 2 1-15,1 0 0 16,1-2 0-16,0 0 1 16,0 2-1-16,1-2-1 15,-1 2 0-15,-2 2-1 0,2-2 1 16,-1 1 1-16,-1-1 0 16,-1-1-1-16,2 0 1 15,-1-1 1 1,3-4-1-16,0 2 0 0,4-2 0 15,-2 0 0-15,-1 2 0 16,1-1 1-16,-2 3 14 16,-2 2 5-16,0 3 3 15,1 1-2-15,-1-1-6 16,0 2 2-16,2 1-4 16,1-2-4-16,1 0-1 15,0 2-7-15,2 0 0 16,-3 0 1-16,0 2-1 15,3 2 5-15,-3 2-6 16,1 2-1-16,-2 2 1 16,1 2 2-16,3-2 10 15,0 2 1-15,2 1-5 16,0-4-2-16,0 4 0 0,0-3-5 16,0 0 0-16,0-2 1 15,0-2-2-15,0 0 0 16,0 0 1-16,2-2 0 15,-2 0 0-15,0 0 0 16,0-2 0-16,2 3 1 16,-2-3 4-16,2-3-5 15,3 3 5-15,-1-1-6 16,-2-2 1-16,3 4 8 0,-1-3 4 16,1 0 4-1,0 0-8-15,-1 2-8 16,0-2 6-16,3 2-5 15,2 0 5-15,0 0-6 0,4 0-1 16,-1 2 8 0,0-2-7-16,2 2 0 0,-1 0 5 15,0 0-6-15,1 1 1 16,-1-6 0-16,3 3 1 16,1-1 4-16,4-4-5 15,-1 4 5-15,2-3-6 16,3-3 1-16,1 2 6 15,-1-1-6-15,2-2 0 16,-3 0-1-16,0 0 2 16,1 0-1-16,0 0 0 0,2 0-1 15,-3-2 1-15,0 2 0 16,1-2 0-16,2-2-1 16,0 2 1-16,-1-4-1 15,4 0 1-15,-4-4 5 16,2 2-5-16,-1-2 0 15,0 0 0-15,-2 0-1 16,-3 0 1-16,-2 2-1 16,-2 0 0-16,0 2 0 15,0 2 2-15,0-4 8 16,1 0 2-16,4-2 12 0,1 0-4 16,3 0-2-1,0 0-5-15,-1-8-5 16,1 0-7-16,0 0 5 15,2-2-6-15,-2 0 1 0,2-2-1 16,2 0 1 0,0-2 0-16,-2 0 1 0,2-3-1 15,-4 2 0-15,0-3 0 16,0 1 0-16,-6-1 0 16,2 0 0-16,0-1-1 15,-4 1-1-15,1-3 1 16,-1 3 0-16,-4 0-1 15,-5-2 1-15,4 0 0 16,-5 0 0-16,0-2 0 16,2 0 0-16,-2-2-1 15,2-4 1-15,1 0 0 0,1-1 0 16,-2 0 0 0,0 0 0-16,-2 0 6 0,0-2-4 15,0-1-1-15,0 0-1 16,-5-2 3-16,3 0 6 15,-2 2-9-15,-1-2 0 16,0 2-1-16,1 0 1 16,-3 1 0-16,-2-1 1 15,0 2 14-15,0-4-14 16,0 2 0-16,0 0 0 0,-9 0-1 16,3 2 0-1,-4 0 1-15,1 2-1 16,-1 0 1-16,-2 2-1 15,-1-1 11-15,-3-1-5 0,1 1-6 16,-3-5 1-16,2 0 0 16,0-5 5-16,1 3-6 15,-1-2 0-15,1 2 8 16,-3 0 1-16,1 2-3 16,-4 2-5-16,1 1 8 15,0 3 8-15,2 4-2 16,1 2 4-16,1 4-2 15,1 5 1-15,-1-2-11 16,-3 3-6-16,0 0-1 16,-4 2 0-16,-6 2-1 15,0 4-5-15,-2 0 5 0,2 2 0 16,2 0-11-16,6 0-27 16,3 0-22-16,5 0-29 15,7-2-70 1,4-4-206-16,2-2-338 0</inkml:trace>
  <inkml:trace contextRef="#ctx0" brushRef="#br1" timeOffset="192486.94">13237 7237 1854 0,'0'0'531'0,"0"0"-426"0,0 0 11 0,0 0-59 0,75-141-26 0,-52 87 44 15,-5 0 44-15,-5-2-67 16,-3 4-25-16,0 6 21 15,-3 9 0-15,-3 14 39 16,-2 9 21-16,-2 11-38 16,0 3-67-16,0 14-3 15,0 25-13-15,0 13 11 16,0 14 2-16,0 10-19 0,0 29-128 16,0-21-451-16,2-14-900 15</inkml:trace>
  <inkml:trace contextRef="#ctx0" brushRef="#br1" timeOffset="194929.81">17419 6954 1033 0,'0'0'606'0,"0"0"-387"0,0 0-130 0,0 0-54 0,0 0 21 15,0 0 54-15,0 0 8 16,-62-26-17-16,52 26-28 15,-3 0 20-15,-1 0-30 16,-1 0-20-16,-3 0-10 16,-4 0-18-16,0 8 7 15,-5 2 2-15,0 2-12 16,0 2-3-16,0 2-8 16,-2 0 0-16,1 0 5 15,1 0 0-15,-2 4-5 16,2-2-1-16,0 4 6 15,1 0 6-15,-1-1-6 16,2 0-5-16,3 1 0 16,0 0 0-16,4-4-1 0,0 0-20 15,2 0 0-15,1-1 13 16,-1-1 1 0,1 0 5-16,-1 2 0 0,3 0 0 15,-1 0 1-15,1-2-6 16,0 0 5-16,-1 0 0 15,4-2 0-15,-2 2 0 0,1 0-5 16,0-1 5 0,-3 3 0-16,1-3 1 15,-1 3 0-15,-1 0-1 16,-1 0 1-16,3 0 0 16,3 0 0-16,-2-1-1 15,3-1-5-15,3 2-7 16,-2-4 7-16,0 2 5 15,-1 0-6-15,0 0 6 0,-2 0 0 16,-2-2 1-16,4 2-1 16,-1 0 0-16,4-2 1 15,-1 0 0-15,5-2-1 16,-2 2 1-16,2 0-1 16,-4-1 1-16,2 1 0 15,0 1 0-15,-3-1 0 16,1 2 1-16,-2-2 0 15,2 0-1-15,2-1 0 16,2 1 1-16,-3-2 0 16,3-1 8-16,2 2-8 15,-2 1 0-15,2-1 1 0,-2 2-1 16,0 1 1-16,-4 0-2 16,2 2 1-16,-3 0 5 15,1 0-5-15,2-4 0 16,-1 0 9-16,2-2 7 15,1 0-7-15,2-2-8 16,-2 0-1-16,2 2 1 16,-4 0-1-16,1 3 0 15,-1-2 0-15,2-1 0 16,0 0 0-16,0-2 9 16,2 2 15-16,0-2 14 15,0 3-7-15,0 0-17 0,0 5-6 16,0 3-8-1,0 3 1-15,6 2 4 16,3 2 6-16,0 0 8 16,4 2-1-16,0-2-2 0,3-2 4 15,-1 2 3-15,2 0-6 16,-5-1-6-16,2-1-5 16,1 2-5-16,-1-2 0 15,2 0 4-15,2-2 1 16,-3-2-1-16,5-2-6 15,1-2 1-15,-2 0-1 16,1-4 8-16,1 2-8 16,-4-2 0-16,1-2 1 0,0-2 0 15,-2 0 1-15,-3 0-1 16,3-2 5-16,1 0-6 16,-1 0 1-16,4 0 0 15,0-2 0-15,2 2-1 16,1-1 2-16,3-2 4 15,-1 1-6-15,-3 1 2 16,-1-4-1-16,-4 3 0 0,-1 0-1 16,-3 1 1-1,-1 0-1-15,0 1 0 16,1 1-1-16,1-4 0 16,1 3 1-16,2-3 1 15,5-1 0-15,2-4 0 16,5 0 8-16,4 0-8 0,6 0 0 15,-2-9 0 1,3 1 0-16,-4-2-1 0,-1 2 0 16,-4-3 1-1,2-2 0-15,-5 1 0 0,1-3 0 16,2-2 0-16,-2-1 1 16,2-4 5-16,0 0-5 15,-2 0-1-15,2-4-1 16,-2 0 1-16,0-2 8 0,1-4-1 15,-4 0-7 1,3-2 0-16,0-3 0 0,0-3 6 16,3 0-6-1,-3-2 0-15,2 2-1 0,-4 0 0 16,-4 0 11-16,-2 4-2 16,-7-1 9-16,-6 1 3 15,-1 0-2-15,-3 0 1 16,0-4-10-16,-1 0 11 15,-1-4-4-15,1 0-2 16,-1 0 7-16,-2-2 0 16,0 1 7-16,0-1-1 15,0 0-1-15,-5-2-1 16,-6-2-2-16,-4-2-11 16,-1-2-12-16,-1 0 0 15,-4 1 0-15,3 3 4 16,1 6-4-16,-4 4 24 15,-1 6-15-15,-7 4-2 16,-2 4-2-16,-3 2-6 0,-1 0 1 16,-1 0 0-16,5 0 1 15,0 0-1-15,4-2 5 16,0-2-6-16,6 1-2 16,-2 1-14-16,5 4-14 15,5 7 1-15,3 2 2 16,4 5-43-16,4 6-26 15,2 0-13-15,0 2-104 16,0 0-257-16,6 0-240 16,10 0-1027-16</inkml:trace>
  <inkml:trace contextRef="#ctx0" brushRef="#br1" timeOffset="195279.62">18111 7099 1674 0,'0'0'390'15,"0"0"-204"-15,0 0-68 0,0 0-58 0,0 0-25 16,61-141 19-16,-41 93-20 16,2-4-7-16,-2 4 4 15,0 3 38-15,-5 11 137 0,-3 10 0 16,-3 12-64-16,-7 12-76 16,-2 0-66-16,0 18-12 15,0 26 3-15,-2 31 9 16,-12 35 0-16,3 22-54 15,0-17-459-15,7-29-601 0</inkml:trace>
  <inkml:trace contextRef="#ctx0" brushRef="#br1" timeOffset="197565.66">19522 9234 1315 0,'0'0'540'0,"0"0"-344"0,0 0 12 0,0 0-11 0,0 0-79 15,0 0-18-15,0 0 22 16,20 0 3-16,-17-2-53 16,-1 0 1-16,0 2-4 15,0 0-16-15,4-2-2 16,5 2-8-16,12-4-13 15,8 0-11-15,16 0-10 0,18-2-1 16,28-2 1 0,34 2-8-16,38 2 5 15,15-2 2-15,1 2-7 16,-9 0 24-16,-18-5-1 16,-8 0-6-16,-3-1-7 15,-25 2-11-15,-24 2-7 0,-23 3-14 16,-15 3-14-16,-1 0-7 15,1 0-5-15,-7 0-15 16,-14 3-47-16,-12 9-162 16,-12-2-55-16,-6-2-301 0</inkml:trace>
  <inkml:trace contextRef="#ctx0" brushRef="#br1" timeOffset="198320.34">19961 10142 1936 0,'0'0'693'16,"0"0"-491"-16,0 0-56 0,0 0-65 0,0 0-30 0,122-14 3 0,-70 14-15 15,2 0-23-15,-2 0-16 16,2 0-35-16,13-4-195 16,-14-2-380-16,-6-4-643 0</inkml:trace>
  <inkml:trace contextRef="#ctx0" brushRef="#br1" timeOffset="198689.28">21077 9697 924 0,'0'0'1270'16,"0"0"-991"-16,0 0-208 0,0 0-31 15,0 0-4-15,0 0 18 16,0 0 116-16,-136 38-12 15,107 19-55-15,2 9-44 16,8 8-17-16,7 4-18 16,12-2 0-16,0-4-11 15,27-9-2-15,11-13-3 16,11-12-8-16,3-16-17 16,-4-14-1-16,-8-8 0 15,-11-6 8-15,-17-20 9 16,-12-5 1-16,-16-5 0 0,-31-1 9 15,-13 2-9-15,-14 5-1 16,-1 9-37-16,-10 8-164 16,20 9-365-16,19 2-905 0</inkml:trace>
  <inkml:trace contextRef="#ctx0" brushRef="#br1" timeOffset="199509.72">21554 9150 829 0,'0'0'716'0,"0"0"-421"0,0 0-36 0,0 0-9 0,0 0-43 0,0 0-4 0,0 0-3 15,-4 0-32-15,6 0-75 16,17 0-20-16,12 0-33 16,19 0 1-16,14 0-10 15,32 0-10-15,33-4-4 16,30-9-16 0,-15 2 5-16,-26-1-6 0,-39 3-51 15,-8 1-74-15,-15 3-388 16,-10-1-395-16</inkml:trace>
  <inkml:trace contextRef="#ctx0" brushRef="#br1" timeOffset="202002.53">19790 7967 1547 0,'0'0'391'0,"0"0"-186"0,0 0-16 0,0 0-52 0,0 0-26 0,0 0 7 0,0 0-5 0,-6-27-20 16,6 15-29-1,0-2-14-15,0 0-23 0,10 0-5 16,3 0-7-1,3 6-14-15,-3 0 8 0,1 6-9 16,-3 2 0-16,-5 0-6 16,-2 4 5-16,-4 15 1 15,0 4 18-15,-4 8 9 16,-16 1-2-16,0 2 1 16,0-5-10-16,5-2-8 15,3-7-7-15,10-6 5 16,2-4-5-16,0-4-1 15,14-2 0-15,1 2-7 0,1-2-7 16,-3 2 13 0,-2 0-7-16,-6 4-1 0,-3 0 8 15,-2 4-8-15,0 2 3 16,0 4 5-16,-4 1 1 16,-6-2-11-16,-5 12-155 15,1-8-210-15,3-1-404 0</inkml:trace>
  <inkml:trace contextRef="#ctx0" brushRef="#br1" timeOffset="202178.18">19499 8524 1542 0,'0'0'695'0,"0"0"-409"16,0 0 50-16,0 0-120 15,152-14-117-15,-90 6-63 16,1 0-22-16,1 2-14 15,-4 2-7-15,1 4-76 16,-18 0-428-16,-12 6-233 0</inkml:trace>
  <inkml:trace contextRef="#ctx0" brushRef="#br1" timeOffset="202534.89">19856 8660 1455 0,'0'0'514'0,"0"0"-291"16,0 0-38-16,0 0-78 15,0 0-1-15,0 0 44 16,0 0-65-16,102-11-25 15,-93 15-30-15,-9 14-15 16,0 10 12-16,-21 6 31 16,-13 4 35-16,-4 2-38 15,6-4-13-15,9-6-13 16,9-8-7-16,14-6-7 16,0-6 11-16,22-6-14 0,16-4-12 15,6 0-8 1,8 0-73-16,-3-12-22 15,13-8-144-15,-15 2-81 16,-12 4-169-16</inkml:trace>
  <inkml:trace contextRef="#ctx0" brushRef="#br1" timeOffset="204783.1">20694 8486 1478 0,'0'0'624'0,"0"0"-356"0,0 0-45 0,0 0-41 0,0 0-23 16,0 0-60-16,0 0-14 0,104-14-25 16,-67 14-28-1,2-2-28-15,1 0-4 0,-2 0-57 16,18-2-124-16,-11 0-306 15,-5-2-501-15</inkml:trace>
  <inkml:trace contextRef="#ctx0" brushRef="#br1" timeOffset="205408.7">21986 7845 1172 0,'0'0'368'0,"0"0"-114"0,0 0 11 0,0 0-7 0,0 0-90 0,0 0-58 15,0 0-43-15,60-51-27 16,-45 51-15 0,-3 0-8-16,-3 4-5 0,-7 14 1 15,-2 8 24-15,-2 4 4 16,-25 5-2-16,-8 1-10 15,-7 0 1-15,1 0 0 16,3-6-13-16,11-4-2 16,10-8-6-16,10-4-2 15,7-6-5-15,0 0 24 16,16-2-9-16,13 0-7 0,4-2-10 16,9 2 0-1,1-4-37-15,1 2-44 0,1-2-5 16,-7 0-7-1,-5 2-113-15,-10 2-148 0,-10-2-383 0</inkml:trace>
  <inkml:trace contextRef="#ctx0" brushRef="#br1" timeOffset="205642.41">21781 8420 1759 0,'0'0'748'0,"0"0"-523"16,0 0 6-16,0 0-151 15,116-2-46 1,-64-2 20-16,8 0-26 0,9 0-28 16,2-1-24-16,-3 4-169 15,9 1-175-15,-19 0-254 16,-16 0-150-16</inkml:trace>
  <inkml:trace contextRef="#ctx0" brushRef="#br1" timeOffset="206343.42">22038 8650 674 0,'0'0'691'0,"0"0"-307"0,0 0-116 16,0 0-16-16,0 0 0 15,0 0 8-15,0 0-59 16,0 0-89-16,0 0-60 16,0 0-17-16,-2 0-8 15,2 0-6-15,0 0-5 0,0 0-10 16,0 0 0-1,0 0-4-15,0 0-2 16,0 0 0-16,0 0 5 16,0 0-5-16,0 0-1 15,-6 0-7-15,4 0 7 0,-4 0-1 0,-1 0-4 32,-1 0 6-32,2 0 0 15,2 0 1-15,2 0-1 16,2 0 7-16,0 0-5 0,0 0 8 15,2 0-10-15,14 0-17 16,-1 0 7-16,1 0 4 16,-3 0 4-16,-1 3-7 15,-6 7 8-15,-1 3-5 16,-3 4 6-16,0 3 7 0,2 0 11 16,3 2 0-1,7-1 0-15,3 0-1 0,3-1 5 16,3 0 2-1,-8-2-17-15,-3 2-7 0,-12 0 0 0,0 4 0 32,-27 4 1-32,-13 0-1 15,-9 3 0-15,-3-4-67 16,-10 5-124-16,16-5-452 16,10-8-927-16</inkml:trace>
  <inkml:trace contextRef="#ctx0" brushRef="#br1" timeOffset="207167.62">22641 9202 550 0,'0'0'782'0,"0"0"-524"0,0 0-55 0,0 0-13 0,0 0-78 15,0 0-9-15,0 0-6 16,-7-22-43-16,7 22-8 16,0-2 11-16,0 2 3 15,0 0 4-15,11-2-3 16,5 2 3-16,7-2 30 15,8 2 4-15,9-2-30 0,11 2-29 16,14 0-15-16,12 0-9 16,33 0 1-1,26 0 21-15,28 2 1 16,6 4-7-16,-14 0 1 16,-15-2-7-16,-37-4-23 15,-15 0 11-15,-22 0-13 0,-11 0-10 16,-2 0-29-16,-6 0-36 15,-15 0-226-15,-17 2-333 16,-16-2-918-16</inkml:trace>
  <inkml:trace contextRef="#ctx0" brushRef="#br1" timeOffset="209593.6">23058 8267 1793 0,'0'0'557'0,"0"0"-449"0,0 0 86 0,0 0 39 0,0 0-84 15,0 0-49-15,0 0-19 16,123-11-37-16,-73 6-25 16,6 3-17-16,-2 0-2 0,0 2-40 15,6 0-80 1,-14 0-352-16,-8 0-360 0</inkml:trace>
  <inkml:trace contextRef="#ctx0" brushRef="#br1" timeOffset="210121.15">24031 7712 2105 0,'0'0'390'0,"0"0"-312"15,0 0-46-15,0 0-32 0,0 0 10 16,0 0 30-16,0 0 75 16,10 158-10-16,-20-93-26 15,-5-3-37-15,-3-6-17 16,1-10-23-16,0-10 4 16,5-12-5-16,2-12-1 15,6-6 0-15,4-6-17 16,0 0 8-16,0-14-60 15,2-4-22-15,16 0 58 16,7 2-1-16,2 6 9 16,4 2 2-16,2 6 2 15,0 0-10-15,-1 0-21 0,-1 0-28 16,-2-4-10 0,-2-2-58-16,-8-4-35 0,-3-6 7 15,-7-4-52-15,-7-4 59 16,-2 0 169-16,0 4 70 15,0 2 193-15,-2 8 69 16,-3 6-60-16,1 6-58 16,4 0-40-16,-2 14-104 15,2 15-25-15,-2 11-24 16,0 9-21-16,-4 3-29 0,2 2-131 16,-9 16-83-1,1-14-234-15,2-12-290 0</inkml:trace>
  <inkml:trace contextRef="#ctx0" brushRef="#br1" timeOffset="210321.83">23815 8486 2192 0,'0'0'729'0,"0"0"-573"0,0 0-38 15,0 0-65-15,129-26-34 0,-59 16-7 0,12 2-6 16,7 0-6-16,2 4-26 16,12 4-72-16,-23 0-274 0,-20 0-387 15</inkml:trace>
  <inkml:trace contextRef="#ctx0" brushRef="#br1" timeOffset="210875.87">24187 8682 854 0,'0'0'838'15,"0"0"-570"-15,0 0-86 0,0 0-20 16,0 0-30-16,0 0-9 15,0 0-20-15,-11-18 8 16,18 12-32-16,11 1-21 16,1-2-1-16,6 3-8 15,-2 0-7-15,-3 4-6 16,-5 0-14-16,-6 0-10 0,-4 8-11 16,-5 14 17-1,0 5 12-15,-2 3 8 0,-10 0-5 16,8-2-6-1,4-4-2-15,0-4-4 0,27-4 1 16,8-4-5-16,3-2-7 16,-3-2-8-16,-10 0-2 15,-11 2 0-15,-14 4-16 16,-4 2-2-16,-31 4 8 16,-9 2-25-16,-16 10-68 15,8-6-231-15,17-4-433 0</inkml:trace>
  <inkml:trace contextRef="#ctx0" brushRef="#br1" timeOffset="211316.11">25411 9202 2034 0,'0'0'801'0,"0"0"-552"0,0 0-78 15,0 0-109-15,0 0-40 0,129-28-13 16,-65 26 7-16,8 2-16 15,-1 0-1-15,-6 0-37 16,-14 0-60-16,-22 4-209 16,-16 6-389-16,-13-2-759 0</inkml:trace>
  <inkml:trace contextRef="#ctx0" brushRef="#br1" timeOffset="211460.84">25330 9368 1433 0,'0'0'804'0,"0"0"-489"15,0 0-49-15,0 0-62 16,183 0-116-16,-101 0-63 16,8 0-19-16,1 0-6 15,21 8-51-15,-24 2-249 16,-16 0-460-16</inkml:trace>
  <inkml:trace contextRef="#ctx0" brushRef="#br1" timeOffset="211896.76">27369 8769 2065 0,'0'0'658'0,"0"0"-470"16,0 0-14-16,22-115-80 15,-6 79-17-15,1 4-32 16,8 6-4-16,0 8-20 15,2 10-19-15,2 8-2 16,-5 2-2-16,0 24-7 16,-4 10 8-16,-6 12-8 15,-7 10 9-15,-7 5 10 16,-2 5-4-16,-23 0-5 16,-8 2 1-16,-10 3-2 15,-1-4-15-15,-6 0-55 16,-14 13-117-16,13-16-464 15,8-13-1131-15</inkml:trace>
  <inkml:trace contextRef="#ctx0" brushRef="#br1" timeOffset="212054.23">27081 9683 1624 0,'0'0'707'16,"0"0"-363"-16,0 0 26 15,0 0-175-15,0 0-114 16,0 0-55-16,0 0-18 15,65-14-8-15,-65 6-45 16,-2 2-112-16,-13 0-325 16,-6 4-307-16</inkml:trace>
  <inkml:trace contextRef="#ctx0" brushRef="#br1" timeOffset="212936.92">24195 9254 1352 0,'0'0'378'0,"0"0"-187"0,0 0 106 0,0 0-26 16,0 0-74-16,0 0-6 15,0 0-36-15,86-36-50 16,-52 36-68-16,4 0-22 0,6 0-6 15,3 2-9 1,1 2-18-16,8 0-72 0,-11-2-261 16,-11 0-456-16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9-24T00:44:09.600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context xml:id="ctx1">
      <inkml:inkSource xml:id="inkSrc121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24.27184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1" timeString="2024-09-24T00:46:56.952"/>
    </inkml:context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10719 3172 880 0,'0'0'497'0,"0"0"-348"0,0 0-148 0,0 0-1 0,0 0 1 16,0 0 555-16,0 0-262 15,0 4-104-15,0-4 13 16,0 0-42-16,-2 0-43 16,2 0-31-16,0 0-15 15,-3 0-21-15,3 0-11 16,0 0-17-16,0 0-9 16,0 2-3-16,0 0-5 15,9 2-5-15,11 2-1 16,9 2 6-16,7 0-4 15,6 0-2-15,5 0-13 16,7-2-20-16,-1 0-27 0,-2 0-39 16,-5 0-130-16,2 2-129 15,-17-2-271-15,-9 0-533 16</inkml:trace>
  <inkml:trace contextRef="#ctx0" brushRef="#br0" timeOffset="215.43">10830 3427 2221 0,'0'0'643'16,"0"0"-501"-16,0 0-7 16,0 0-39-16,0 0-44 15,0 0-10-15,123 0-17 16,-68 0-24-16,1 0-1 15,-2 0-61-15,1 12-93 16,-13 2-449-16,-10 0-722 0</inkml:trace>
  <inkml:trace contextRef="#ctx0" brushRef="#br0" timeOffset="1320.52">12296 3419 462 0,'0'0'1299'0,"0"0"-897"0,0 0-170 0,0 0-25 0,0 0 3 16,0 0-68-16,0 0-32 0,4 0-36 16,8 0-28-1,5-8-11-15,4 0-11 0,3-4-14 16,1-1 1-16,4-1-4 15,2-4-1-15,5 0-5 16,-1-5 0-16,5-2-1 16,0-1-6-16,-1-2-5 15,-2 0-1-15,-1 2-3 16,-5 0-7-16,-6 2 4 16,-3-2 0-16,-5 2 1 15,-5 0-1-15,-3-3 6 16,-3 4-1-16,-4-4 2 15,1 1-4-15,-3 4 9 16,0 0 5-16,0 4 1 16,-13 4 0-16,-3 0 9 0,-2 4-1 15,-2 2-1-15,-7 2-5 16,-2 6-1-16,-6 0-1 16,-5 0-1-16,-8 12 1 15,-2 10-6-15,-6 7 6 16,2 4 1-16,3 6 9 15,4 5 1-15,12 0-5 16,8 6 4-16,15 4 2 0,12 4 3 16,0 4 8-1,18-2 13-15,14-2-27 16,10-5 4-16,5-9-2 16,7-10-4-16,2-10-7 0,1-8 0 15,-4-10-31 1,-3-6-64-16,6-2-213 0,-14-12-197 15,-11 0-273-15</inkml:trace>
  <inkml:trace contextRef="#ctx0" brushRef="#br0" timeOffset="2461.51">13081 2390 438 0,'0'0'1117'0,"0"0"-636"0,0 0-221 0,0 0-17 0,0 0-39 0,0 0-35 16,0 0-21-16,-5 2-49 15,10-2-12-15,10-12-18 16,10-8-31-16,8-8-24 16,5-10-14-16,7-8-1 15,1-11-21-15,1-4-5 16,-3-6-1-16,1-9-1 0,-7-4-31 16,-5-8 20-1,-4-5 2-15,-4 1-1 0,-2 6 17 16,-6 5 13-1,-3 13 8-15,-8 12 1 0,-1 12 15 16,-5 12 23-16,0 10-7 16,0 8-11-16,0 8-7 15,0 4-1-15,0 2-12 16,-9 0-10-16,-3 16-2 16,-3 14 11-16,-7 8-1 15,-3 13 2-15,-2 8 9 16,0 9 6-16,1 9 16 15,4 1-8-15,3 6-4 16,9-3-8-16,8-5-10 16,2-8 0-16,0-10-1 0,12-10 1 15,13-8 0-15,4-9-1 16,2-12 0-16,5-7-10 16,-3-10-4-16,3-2-4 15,-2-14-16-15,-3-16-14 16,-3-8-14-16,-1-10-50 15,-2 0-28-15,-5-2 64 16,-7 6 38-16,-1 10 38 16,-6 9 69-16,-3 13 68 0,-3 10-33 15,0 2-48 1,0 6-44-16,-3 23-11 16,-8 11 41-16,-2 6 0 0,0 4-11 15,-1 2-13-15,5-6-16 16,1-6-2-16,2-6-41 15,6-6-71-15,0-10-236 16,0-9-371-16</inkml:trace>
  <inkml:trace contextRef="#ctx0" brushRef="#br0" timeOffset="3012.95">13896 1778 1290 0,'0'0'554'0,"0"0"-398"0,0 0-23 0,0 0-67 0,0 0 16 15,0 0 26-15,0 0 19 0,31 81-20 16,-31-41-45-16,0 2 21 16,0 0 8-16,0-2-13 15,-9-2-8-15,1-4 8 16,-2-6-36-16,1-6-15 15,5-5-14-15,2-8-5 16,2-4-1-16,0-5 5 16,0 0 12-16,0-5 3 15,9-17-16-15,11-8-11 16,7-10-27-16,4-2-20 16,2 0-17-16,1 6 14 15,-1 9 32-15,-4 12 8 16,-4 12 9-16,-10 3 0 15,-3 9 1-15,-10 17 11 0,-2 6 30 16,0 6 2-16,0-2-5 16,-8-2-11-16,2-8-12 15,4-8-14-15,0-6 7 16,2-9-7-16,0-3 2 16,18-4-3-16,15-19-33 15,11-9-13-15,12-4-2 16,4 0-12-16,1 2 32 15,-3 8 20-15,-10 8 8 16,-7 11 27-16,-14 7-3 16,-8 5-8-16,-12 21-14 15,-7 8-1-15,0 12-2 0,-40 26-7 16,-2-10-264-16,-1-5-558 16</inkml:trace>
  <inkml:trace contextRef="#ctx0" brushRef="#br0" timeOffset="3784.3">13283 2466 1257 0,'0'0'584'0,"0"0"-407"0,0 0-15 0,0 0-22 0,0 0-14 0,0 0-19 15,0 0-1-15,83-46-33 16,-70 50-34-16,-4 16-28 16,-4 8 3-16,-5 6 26 15,0 1-7-15,0 1 0 16,-9-3-12-16,-1-2-9 15,0-8-3-15,3-2-3 0,3-9-6 16,1-6 0 0,3-6-2-16,0 0-35 0,0-6-15 15,11-20-154-15,7-8-78 16,2-8-54-16,0-2-206 16,-2 3 274-16,-7 9 270 15,-4 12 207-15,-7 10 167 16,0 10-76-16,0 0-93 15,-11 8-18-15,-5 14-55 16,1 4-14-16,3 4 3 16,6 0-51-16,4 2-33 0,2-4-14 15,0-1-20 1,15-5-3-16,9-4-139 0,19-10-106 16,-5-4-250-1,-5-4-631-15</inkml:trace>
  <inkml:trace contextRef="#ctx0" brushRef="#br0" timeOffset="3979.28">13607 2546 1998 0,'0'0'718'0,"0"0"-524"0,0 0-107 0,0 0-54 0,0 0-14 16,0 0 5-16,118 0-13 15,-74 2-11-15,3 5-22 16,2-2-165-16,13-1-20 0,-13-2-279 16,-9-2-183-16</inkml:trace>
  <inkml:trace contextRef="#ctx0" brushRef="#br0" timeOffset="4287.41">13987 2446 1377 0,'0'0'636'0,"0"0"-439"16,0 0-64-16,0 0-7 16,0 0-19-16,0 0-17 0,0 0-22 15,33 10-17-15,-12 2-24 16,1 2-21-16,-2 2 6 15,-2 2-6-15,-7 0-5 16,-7 3 11-16,-4 1-6 16,0 2 3-16,-15-1 0 15,-12 2-8-15,-4-1 3 16,0-4-4-16,2-4-94 16,8-6-115-16,8-8-302 15,11-2-476-15</inkml:trace>
  <inkml:trace contextRef="#ctx0" brushRef="#br0" timeOffset="4540.49">14301 2546 1551 0,'0'0'370'0,"0"0"-187"16,0 0 50-16,0 0-47 15,0 0-72-15,-40 107-9 16,49-91-37-16,22-4-23 15,8-8 3-15,5-4-11 16,1 0-8-16,-7-12-14 16,-12-6-3-16,-13 0 4 15,-10 0-16-15,-3-2-1 16,-7 2-70-16,-15 1-5 0,-1 5 37 16,-5 4-56-1,5 5-252-15,7-1-727 0</inkml:trace>
  <inkml:trace contextRef="#ctx0" brushRef="#br0" timeOffset="5810.7">15282 1237 1317 0,'0'0'579'0,"0"0"-328"0,0 0-13 0,0 0-48 16,0 0-69-16,0 0-46 0,0 0-20 0,0-50-25 15,0 50-29 1,0 0-1-16,0 0-8 16,0 0-12-16,0 0-1 15,0 0 6-15,0 0 5 16,0 0 0-16,0 0-8 0,0 2-8 15,0 10 17 1,-3 6 9-16,-1 4 17 0,0 4-16 16,0 10 14-16,-1 6 0 15,2 8 22 1,-1 7 7-16,-1 7 24 0,1 8-15 16,0 4-14-16,-1 8-14 15,-1-1-7-15,1-3-5 16,0-2 5-16,1-6 5 15,0-2-4-15,2-2-4 0,-5-3-14 16,3-5 5 0,-1-6-6-16,0-8 2 0,1-2-1 15,0-6 0 1,-1-3-1-16,1-3 1 16,2-4-1-16,-3-5 1 0,2-1-1 15,1-4 0-15,2-1-6 16,0-3-5-16,0-2 1 15,0-2-4-15,0 0 7 16,0-2 1-16,0-2 0 0,0-2 5 16,0 0 1-1,0-4-1-15,0 2 1 16,0-2 0-16,0 2 0 16,0-2 0-16,0 2-10 0,0 0-2 15,0 0 3 1,0 0-3-16,0 0 2 0,0-2 9 15,0 0 1-15,0 0 1 0,2 0 14 32,10 0 1-32,5 0 1 0,6 0-5 15,8-2-3-15,9-2 3 16,5 0-5-16,3 0-1 16,4 2-5-16,-3 0 5 15,-4 2-6-15,-6 0-57 16,-10 0-279-16,-10-4-593 0</inkml:trace>
  <inkml:trace contextRef="#ctx0" brushRef="#br0" timeOffset="6375.4">15396 1149 1318 0,'0'0'836'0,"0"0"-477"0,0 0-19 0,0 0-129 0,0 0-112 0,0 0-45 15,0 0-27-15,51 0-18 16,-15 0 4-16,3 4-13 16,3 2-2-16,10-1-56 0,-10 2-249 15,-11-3-501 1</inkml:trace>
  <inkml:trace contextRef="#ctx0" brushRef="#br0" timeOffset="8525.27">16730 1638 1467 0,'0'0'351'0,"0"0"-197"0,0 0 44 0,0 0 46 0,0 0-97 16,0 0-68-16,0 0-45 15,109-80-15-15,-75 50-19 16,-1-4-16-16,-2-4-7 0,-2-2 16 16,-4 0 7-16,-8-1 13 15,-1 7 54-15,-5 6 60 16,-4 6 1-16,-2 6-34 16,-5 6-40-1,2 4-28-15,-2 2-8 0,0 4-8 16,0 0-10-16,0 10-18 15,0 18 4-15,-7 12 14 16,-6 12 21-16,0 6 0 16,-1 5-10-16,1-1-1 15,1-2-10-15,6-4-16 16,6-8-55-16,4-4-171 16,21-11-229-16,-1-18-540 0</inkml:trace>
  <inkml:trace contextRef="#ctx0" brushRef="#br0" timeOffset="8791.9">17474 1496 1824 0,'0'0'740'0,"0"0"-579"0,0 0-76 0,0 0-34 0,0 0-13 15,0 0 3-15,136 0-14 16,-89 0-27-16,-2 0-27 0,-8 0-154 16,1 0-140-1,-11 0-187-15,-9-4-403 0</inkml:trace>
  <inkml:trace contextRef="#ctx0" brushRef="#br0" timeOffset="8963.84">17735 1293 1558 0,'0'0'662'0,"0"0"-524"16,0 0-20-1,0 0 41-15,0 0-36 16,-87 148-28-16,72-95-53 15,7-3-42-15,8 6-72 16,8-12-196-16,11-12-513 0</inkml:trace>
  <inkml:trace contextRef="#ctx0" brushRef="#br0" timeOffset="9272.77">18292 1133 1151 0,'0'0'1001'0,"0"0"-690"16,0 0-101 0,0 0-51-16,0 0-111 0,0 0-35 15,0 0-1-15,-6 62 75 16,-6-10 0-16,1 8-30 15,0 2-23-15,-1-4-19 16,6-1 0-16,2-5-15 16,4-8-8-16,0-6-35 15,0-8-114-15,0-10-178 16,0-8-264-16,0-10-597 0</inkml:trace>
  <inkml:trace contextRef="#ctx0" brushRef="#br0" timeOffset="10000.34">18047 1449 1783 0,'0'0'659'0,"0"0"-502"0,0 0-67 15,0 0-64-15,131-51-26 16,-66 44-5-16,9 3-23 16,5 2-19-16,0 2-15 15,-8 0 35-15,-13 0 20 16,-21 6 7-16,-14 4 44 15,-19 5 46-15,-4 3 32 16,-6 4 20-16,-21 3-11 16,-2 4-36-16,-4 0-29 15,4 0-23-15,6-7-29 16,8-4-14-16,6-4 0 16,9-8-2-16,0-4-20 15,0-2-25-15,22 0 14 16,5-10-27-16,4-14-113 15,2-8-91-15,-4-6 39 0,-4 0-55 16,-7 3 120-16,-5 8 160 16,-4 10 97-16,-7 11 151 15,-2 6-92-15,0 0-110 16,0 20 61-16,-4 9 83 16,-1 0-29-16,1 2-55 15,4-4-64-15,0-4-25 16,0-5 1-16,0-4-18 15,4-8-2-15,10-4-25 16,1-2-19-16,8 0-53 16,2-20-174-16,0-4-36 15,7-6-13-15,-1 0 35 0,-2 2 144 16,-4 7 143-16,-9 10 302 16,-8 8 76-1,-8 3-176-15,0 4-85 0,0 16 39 16,-4 2 1-16,-8 0-21 15,4-1-52-15,1-7-47 16,5-4-25-16,2-4-4 16,0-6-8-16,0 0-1 15,4 0-7-15,12-12-34 16,8-6-55-16,5-4-60 0,2 0-3 16,3 5 42-1,-1 6 67-15,-4 4 51 16,-4 7 83-16,-7 0 15 0,-7 11-32 15,-5 11-29 1,-4 2-1-16,-2 2-16 0,0-2-11 16,0-2-9-16,0-4-171 15,0-8-168-15,0-4-407 0</inkml:trace>
  <inkml:trace contextRef="#ctx0" brushRef="#br0" timeOffset="10350.03">19350 1389 1054 0,'0'0'918'0,"0"0"-551"0,0 0-173 0,0 0-121 0,0 0 15 0,0 0 34 16,0 0 35-16,4 100-54 16,-12-61-44-16,1-7-25 15,3-4-20-15,4-8-4 16,0-8 1-16,0-8 1 15,8-4 1-15,9 0-8 16,2-16-5-16,1-12-53 16,1-4-37-16,-6-6-62 15,-1-2-14-15,-3 8 51 0,-5 3 115 16,-2 14 78 0,-1 6 149-16,-1 9-133 15,0 0-94-15,3 13 1 16,4 10 29-16,2 5-5 0,9 4-14 15,5 3-11 1,6-3-41-16,11 6-177 0,-9-10-251 16,-6-6-371-16</inkml:trace>
  <inkml:trace contextRef="#ctx0" brushRef="#br0" timeOffset="11147.8">16655 1885 358 0,'0'0'1390'0,"0"0"-1053"0,0 0-199 0,0 0-3 0,0 0 27 15,0 0-22-15,0 0-12 16,24 11-47-16,12-4-7 0,16 3-12 16,33 0-31-1,40-1-3-15,49 0-2 16,20 1-10-16,-1-2 13 0,-8-2-7 15,-19 2-10-15,-2-2-3 16,-6 0-3-16,-8 4-5 16,-12-4 0-16,-25 2 0 15,-23-2 0-15,-22 0 0 16,-9-2 1-16,5 0-2 16,8 2 2-16,3-2-2 15,-10-2 1-15,-5 2 0 16,-11-2 5-16,-4 2-4 15,-7 0-1-15,-7-2-1 16,-7 0 1-16,-1 2 0 16,-5-2-1-16,-3 2 0 0,-3 0-8 15,-6 0-17-15,1 0-58 16,-5 0-198-16,0-2-252 16,-2-2-362-16</inkml:trace>
  <inkml:trace contextRef="#ctx0" brushRef="#br0" timeOffset="12077.65">16924 2713 1091 0,'0'0'1000'0,"0"0"-672"0,0 0-184 0,0 0-62 0,0 0-48 15,0 0-18-15,136-89-10 16,-98 57-6-16,-1-1-6 15,-2-2-18-15,-10 1-12 16,-2 2-2-16,-7 6 38 16,-5 8 16-16,-7 6 60 15,-2 6 39-15,-2 6-27 16,0 0-82-16,0 10-6 16,0 16 0-16,-2 8 0 15,-7 8 28-15,1 6-16 16,0-1-10-16,4-4-2 15,4 6-154-15,2-15-178 16,14-12-537-16</inkml:trace>
  <inkml:trace contextRef="#ctx0" brushRef="#br0" timeOffset="12322.96">17573 2588 1228 0,'0'0'1186'0,"0"0"-827"0,0 0-153 15,0 0-81-15,0 0-83 16,0 0-31-16,127-19-11 16,-77 19 0-16,4 0-1 15,-3-3-83 1,-4 3-208-16,0-6-186 0,-14 1-145 15,-10-2-793-15</inkml:trace>
  <inkml:trace contextRef="#ctx0" brushRef="#br0" timeOffset="12493.99">17949 2386 1431 0,'0'0'813'0,"0"0"-631"16,0 0-134-16,0 0 31 15,0 0 20-15,-49 112-6 0,38-69-43 16,2-3-50-16,6-2-3 16,3 0-204-16,10-13-292 15,9-8-574-15</inkml:trace>
  <inkml:trace contextRef="#ctx0" brushRef="#br0" timeOffset="13001.61">18550 2332 1698 0,'0'0'473'0,"0"0"-224"0,0 0-28 16,0 0-48-16,0 0-80 15,0 0-33-15,0 0-11 16,-106 6-10-16,83 18-26 15,4 4-1-15,3 2-1 16,5 2 2-16,5 2-2 16,6 0 1-16,0 1-5 15,0-3-1-15,4 0-5 16,4-5 8-16,-1 0-8 16,-5-3-1-16,-2-2 6 15,0-2-6-15,-7-4 2 16,-13-2 8-16,-5-4-2 15,-1-4 2-15,0-4 2 0,1-2-12 16,4 0-5 0,8-6-16-16,11-12-9 15,2-8-92-15,11-4-198 16,22-6-56-16,13 2 97 0,6 3 92 16,0 9 22-16,-1 7 165 15,-9 6 138-15,-8 9 145 16,-5 0-32-16,-11 3-74 15,-5 12-76-15,-7 6-47 16,-6-1-23-16,0 0-13 0,0-2-18 16,0-4-3-1,3-12-147-15,2-2-165 0,1 0-370 16</inkml:trace>
  <inkml:trace contextRef="#ctx0" brushRef="#br0" timeOffset="13323.1">18851 2492 1986 0,'0'0'253'0,"0"0"-162"0,0 0 18 0,-9 113 69 0,-2-79 19 16,0-2-39-16,2-4-62 16,3-8-54-16,4-4-27 15,2-8-6-15,0-6-9 16,0-2 0-16,0-4-1 0,17-16-40 15,5-6-57 1,10-5-47-16,1-1 31 0,5 5 62 16,-1 4 52-1,0 10 148-15,-6 8 13 0,-5 5-77 16,-4 0-39-16,-8 14-23 16,-5 7-16-16,-3 1 3 15,-3 2-9-15,-1-2-16 16,-2-4-126-16,0-4-187 15,0-6-291-15,0-6-500 0</inkml:trace>
  <inkml:trace contextRef="#ctx0" brushRef="#br0" timeOffset="13674.14">19317 2468 1069 0,'0'0'768'0,"0"0"-603"16,0 0-31-16,0 0 31 15,0 0 22-15,-20 119 27 16,2-79-40-16,2-3-53 16,5-2-56-16,2-9-39 15,7-8-11-15,2-8-6 16,0-8 9-16,2-2-18 16,18 0-2-16,5-20-86 15,4-10-182-15,4-6 39 16,-2-6-29-16,-2-3-28 15,-4 5 144-15,-9 8 144 16,-10 14 469-16,-6 14-176 16,0 4-216-16,0 8-70 0,-8 16 58 15,-2 2 53-15,4 2-20 16,6 1-53-16,0-5-45 16,29-6-28-16,44-6-232 15,-3-6-59-15,-1-6-631 0</inkml:trace>
  <inkml:trace contextRef="#ctx0" brushRef="#br0" timeOffset="14123.07">20017 2083 1279 0,'0'0'1116'0,"0"0"-565"0,0 0-394 0,0 0-103 0,0 0-32 16,0 0-7-16,135-8-15 16,-92 8 0-16,10-2-196 15,-10 2-466-15,-10-2-1532 0</inkml:trace>
  <inkml:trace contextRef="#ctx0" brushRef="#br0" timeOffset="14386.34">20567 2117 1365 0,'0'0'339'0,"0"0"-142"0,0 0-2 15,0 0 50-15,27-136-53 16,-16 92-54-16,2-2-1 16,3-3-49-16,2 1-31 15,1 6 43-15,0 8 5 16,-7 10-3-16,0 8-11 15,-5 10-26-15,-5 6-58 16,-2 10-7-16,0 26-16 16,0 16 10-16,0 16 5 15,0 8-20-15,-9 31-88 16,-3-21-266-16,4-17-582 0</inkml:trace>
  <inkml:trace contextRef="#ctx0" brushRef="#br0" timeOffset="15328.28">21592 1295 1722 0,'0'0'643'0,"0"0"-393"0,0 0 16 0,0 0-118 0,0 0-80 0,0 0-68 15,0 0 11-15,4 70-11 16,0 36 25-16,-4 43 17 16,-2 15-6-16,-22-3-15 15,-5-21-9-15,2-37-12 16,-2-24-10-16,3-18-35 15,-26 17-96-15,4-12-165 16,-2-8-333-16</inkml:trace>
  <inkml:trace contextRef="#ctx0" brushRef="#br0" timeOffset="16040.82">16387 1376 810 0,'0'0'1243'0,"0"0"-926"16,0 0-195-16,0 0-67 0,0 0-50 0,0 0 3 15,0 0-8-15,-131 58 84 16,93 54 49-16,-1 42-16 16,6 13-16-16,14-9-40 15,13-39-36-15,6-43-10 16,8-20-7-16,21-10-8 16,48 16-42-16,-6-10-202 15,10-8-402-15</inkml:trace>
  <inkml:trace contextRef="#ctx0" brushRef="#br0" timeOffset="17326.16">22129 1973 1061 0,'0'0'253'0,"0"0"-93"0,0 0 44 0,0 0-10 0,0 0-32 15,0 0-16-15,0 0-38 16,0 38-43-16,4-34-22 0,1-2-16 15,-1-2-9-15,-2 2-4 16,0-2-3-16,-2 0-4 16,0 0 4-16,0 0 15 15,0 0 40-15,0 0 22 16,-2 0 21-16,-2 0-15 16,2 0-39-16,2 0-34 15,0 0-21-15,0 0-18 16,0 0-117-16,0 2-37 15,0 2 51-15,4 0 26 16,0 0-6-16,-4-2 39 0,3-2 58 16,-3 0 4-1,0 0 102-15,0 0 40 16,0 0-33-16,0 0-51 16,0-4 10-16,0 2-5 0,0 0-36 15,0 2-27-15,0 0-1 16,0 0-76-16,-7 0-108 15,1 0-425-15</inkml:trace>
  <inkml:trace contextRef="#ctx0" brushRef="#br0" timeOffset="20196.64">23323 1516 1242 0,'0'0'604'0,"0"0"-474"0,0 0 14 0,0 0 55 0,0 0-8 0,0 0-40 15,0 0 14 1,-5 0-32-16,5 0-34 0,0-2-21 16,9-10-21-16,5-6-35 15,3-7-8-15,4-3-8 16,-1-5-6-16,1-6 0 0,0-3-9 16,-1 0-1-1,-5 2 2-15,-1 2 8 16,-3 5 0-16,-2 8 6 15,-2 7 18-15,-5 7 2 16,0 6-7-16,-2 3-5 16,3 2-14-16,-3 0-8 15,0 0-9-15,0 18-19 0,0 16 17 16,-5 14 19-16,-11 10-1 16,1 10 1-16,-3 2 1 15,3 2-1-15,-1-1-56 16,3 17-119-16,1-16-198 15,8-14-381-15</inkml:trace>
  <inkml:trace contextRef="#ctx0" brushRef="#br0" timeOffset="20944.86">22612 1871 162 0,'0'0'1534'0,"0"0"-1147"0,0 0-170 0,0 0-24 0,0 0-52 16,0 0 5-16,0 0-38 15,-2 0-48-15,42 0-39 16,18 0-6-16,18 0 0 15,35 0-3-15,38 7 1 16,38 0 7-16,8-1 21 16,-16-2 4-16,-22-4-10 15,-48 0-11-15,-22 0-15 0,-25 0-8 16,-15 0-1-16,2 0-5 16,-4 0-23-1,-5 0-46-15,-15 0-113 16,-17 0-53-16,-8 4-84 0,-16-2-256 15,-5-2-67-15</inkml:trace>
  <inkml:trace contextRef="#ctx0" brushRef="#br0" timeOffset="21592.12">23060 2195 1677 0,'0'0'512'0,"0"0"-321"0,0 0 21 0,0 0-17 0,0 0-102 16,0 0-35-16,0 0-35 0,-49-46-22 16,15 63 21-1,5 5-10-15,3 3 11 0,6 6 6 16,8 3 4-16,8 2 3 15,4 2-15-15,0 2-7 16,11-2-8-16,7 0 3 16,0-4-3-16,-5-4-5 15,-8-3 0-15,-5-4 0 0,0-2-1 16,-13-5 2-16,-10-3-1 16,-2-3 11-16,1-3-3 15,2-7-7 1,2 0 5-16,5 0-1 15,5-18-6-15,6-7-19 16,4-7-19-16,4-1-13 16,19-2 18-16,8 3 9 0,2 4-29 15,3 10-3-15,-1 6 26 16,-1 10 18-16,-6 2 11 16,-5 2 0-1,-3 16 0-15,-7 6 0 0,-3 0-7 16,-6 2 8-16,1-2 0 15,-3-4-37-15,2-9-200 16,0-5-282-16,1-6-252 0</inkml:trace>
  <inkml:trace contextRef="#ctx0" brushRef="#br0" timeOffset="21938.08">23361 2274 2121 0,'0'0'328'0,"0"0"-284"0,0 0-9 0,0 0 40 0,0 102 38 16,-9-58 54-16,2 0-52 15,3 0-58-15,2-4-32 16,2-10-13-16,0-5-4 16,0-11-2-16,0-7-5 15,0-4-1-15,2-3-9 16,13-6 8-16,5-23-84 15,5-7-52-15,8-6-31 16,3-4 21-16,2 6 22 16,0 12 125-16,-4 14 5 15,-9 14 130-15,-4 0-44 16,-7 18-42-16,-12 12-12 0,-2 6 8 16,0 0-18-1,-2-1-27-15,-10-3-17 0,5-9-173 16,5-6-280-1,2-11-435-15</inkml:trace>
  <inkml:trace contextRef="#ctx0" brushRef="#br0" timeOffset="22280.26">23858 2340 1805 0,'0'0'475'0,"0"0"-423"0,0 0 0 16,0 0 38-16,0 0 34 15,6 118 28-15,-22-75-8 16,-1-2-48-16,1-5-52 16,3-8-22-16,7-7-15 15,6-11 4-15,0-6-11 16,2-4-19-16,21-6-27 16,7-19-156-16,1-8-38 15,3-12-23-15,-6-3-49 16,-5 2-189-16,-7 6 501 15,-8 16 208-15,-8 14 299 16,0 10-347-16,0 12-111 16,-13 20 16-16,2 8 27 15,4 2-7-15,7 2 18 0,4 0-54 16,30-3-49-16,49-3-152 16,-8-13-72-16,1-8-328 15</inkml:trace>
  <inkml:trace contextRef="#ctx0" brushRef="#br0" timeOffset="23429.5">24727 1121 1602 0,'0'0'592'0,"0"0"-353"0,0 0-55 0,0 0-93 0,0 0-39 0,0 0-18 15,0 0 2-15,116-11-9 16,-76 11-6-16,-1 0-9 15,-1 0 0-15,-1 0-5 16,-12 0 1-16,0 0 10 16,-7 0 6-16,-7 0-3 15,-4 0 1-15,-4 0 7 16,-3 0-1-16,0 0-9 0,0 0-10 16,0 0-9-1,0 7-5-15,0 9 4 0,0 4 1 16,-6 8 0-16,4 8 8 15,-2 8-1-15,-2 8-1 16,1 6 0-16,-1 6 12 16,-4 4 5-16,4 3-1 15,-3 1-5-15,3 2 4 16,-2 2-5-16,2 2-15 16,1 1 0-16,1-1 5 0,0-4-6 15,-1 1 6-15,0-6-6 16,3-2 6-1,2-3-6-15,0-4 0 16,0-2 1-16,0-5-1 0,0-3 1 16,0-5-1-1,0-2-2-15,2-7 2 16,3-2-2-16,-2-6 1 0,-3-6-6 16,0-4 7-1,0-4 0-15,0-6 0 0,0 0-1 16,0-4 1-16,0-2 0 15,0-2 0-15,0 2 1 16,0-2 0-16,0 0 5 16,0 0-5-16,0 0 0 15,-3 0 1-15,-6 2-1 16,-4 2 6-16,-5-2-6 0,-7 0-1 16,-6 0-13-16,-11 2-24 15,-31 2-110-15,8-2-223 16,5 0-444-16</inkml:trace>
  <inkml:trace contextRef="#ctx0" brushRef="#br0" timeOffset="30479.33">11084 5500 510 0,'0'0'263'0,"0"0"-165"0,0 0-70 0,0 0-21 0,0 0 25 15,0 0 17-15,-58 41 42 16,50-36 7-16,1 3-4 15,-3 0-7-15,2-2-18 16,1-1-3-16,3-1-5 16,-1 0-21-16,3-3-13 15,2-1 35-15,0 0 21 16,-3 2 19-16,3-2 5 16,-2 2 38-16,-2-2 35 15,2 0-24-15,-2 2-36 16,1-2-5-16,-1 0 9 15,2 0-14-15,0 0-23 16,-1 3-12-16,0-3-18 16,1 0-14-16,2 1-14 0,0-1-1 15,0 0-1-15,0 0-6 16,0 0 3-16,0 0 1 16,19 0-10-16,7 0-1 15,12 0-2-15,2 0-3 16,3 0-9-16,-3 0-6 15,-7 0-27-15,-6 0-28 16,-12 0-40-16,-15 10-255 16,0 1-355-16,-22-1-538 0</inkml:trace>
  <inkml:trace contextRef="#ctx0" brushRef="#br0" timeOffset="30639.34">10729 5849 2006 0,'0'0'657'0,"0"0"-448"0,0 0-3 16,0 0-79-16,0 0-61 0,137 0-24 0,-79 0-33 15,4 0-9-15,16 0-33 16,-18 0-133-16,-11 0-600 0</inkml:trace>
  <inkml:trace contextRef="#ctx0" brushRef="#br0" timeOffset="31273.88">12532 6014 1467 0,'0'0'671'0,"0"0"-424"0,0 0-3 0,0 0-28 0,0 0-68 0,0 0-43 16,134-35-66-16,-83 9-20 15,3-4-2-15,-5-2-10 16,-4-4-6-16,-10-2-1 16,-8 0 0-16,-12 0-7 15,-13-3-1-15,-2 1 1 0,-13 4 7 16,-20 4 5-16,-10 13 8 16,-5 12-4-16,-8 7-9 15,2 18 0 1,8 21-5-16,8 9 5 0,13 6 15 15,16 4 6-15,9 4 3 16,11-2-6-16,27-4-6 16,12-7-12-16,10-12 0 15,9-9-40-15,2-11-25 16,-3-12-74-16,19-5-145 0,-20-7-62 16,-11-11-528-16</inkml:trace>
  <inkml:trace contextRef="#ctx0" brushRef="#br0" timeOffset="32035.03">13430 5189 849 0,'0'0'1100'0,"0"0"-746"0,0 0-161 0,0 0-10 0,0 0-93 16,0 0-1-16,0 0-2 15,141-104-50-15,-95 60-16 16,4-8-4-16,-2-8-17 15,2-9-2-15,-6-7-4 0,1-22-7 16,-10 8-7 0,-8-4 19-16,-4 1 1 15,-15 23 1-15,-6 2 22 0,-2 20 8 16,0 18 12-16,-8 18 5 16,-10 12-45-16,-5 6-2 15,-6 34-1-15,-2 32 15 16,0 38 16-16,7 29 16 15,6-9-4-15,13-26-4 16,5-34-15-16,0-23-12 16,9 1-11-16,11-2 3 15,7-4-4-15,4-16-13 16,3-14-5-16,-1-12-4 16,3 0-13-16,-3-18-53 15,-4-16-128-15,-2-8-9 0,-7-6 74 16,-5-1 80-16,-4 8 71 15,-6 9 22-15,-2 14 163 16,-3 11 19-16,0 7-123 16,0 2-72-16,0 21 8 15,-3 2-1-15,-2 4-15 16,3-1-1-16,2-5-34 16,0-6-228-16,0-9-274 15,12-8-337-15</inkml:trace>
  <inkml:trace contextRef="#ctx0" brushRef="#br0" timeOffset="32467.38">14306 4734 1835 0,'0'0'324'0,"0"0"-94"0,0 0 16 0,-22 116 5 0,8-84-79 15,3-4-64-15,5-7-45 16,4-7-36-16,2-9-15 15,0-2 7-15,0-3-2 16,4 0-5-16,16-21-12 16,6-6-2-16,5-7-10 15,8-5-36-15,-1 5 6 0,-7 10 22 16,-4 10 19-16,-12 14-6 16,-9 0 7-16,-6 26 3 15,0 11 29 1,-4 0-5-16,-9 2 16 0,2-9-19 15,4-9-13-15,5-8-10 16,2-11 9-16,0-2-4 16,18-2-6-16,13-18-1 15,4-6-29-15,10-2 3 16,2-1 11-16,-1 5 14 16,-3 6 2-16,-5 9 12 0,-11 6 6 15,-7 3-17 1,-11 12-1-16,-9 19-6 15,0 6 5-15,-21 8-32 0,-37 21-120 16,3-10-506-16,4-10-596 16</inkml:trace>
  <inkml:trace contextRef="#ctx0" brushRef="#br0" timeOffset="33076.96">13564 5432 1227 0,'0'0'851'0,"0"0"-478"16,0 0-129-16,0 0-71 0,0 0-62 0,0 0-26 15,0 0-28-15,89-60-21 16,-65 60-24-16,-1 0-5 15,-8 14 4-15,-7 16-5 16,-8 8 0-16,0 4 16 0,-10 4 1 16,-9 0-8-1,-2-6 13-15,3-8-14 0,7-10-1 16,5-9-12-16,4-9-1 16,2-4 8-16,0 0-5 15,6-14-3-15,12-14-65 16,4-11-2-16,3-5-28 15,-5 0-66-15,-5 4 31 16,-3 10 92-16,-6 10 38 16,-4 10 134-16,-2 10-27 15,0 0-52-15,0 6-16 16,0 16 9-16,0 4-18 0,0 2-3 16,0 2-9-1,0 1-8-15,5-5 1 0,13-5-11 16,1-5-30-16,17-10-68 15,-5-3-251-15,-6-3-377 16</inkml:trace>
  <inkml:trace contextRef="#ctx0" brushRef="#br0" timeOffset="33522.67">13898 5448 1993 0,'0'0'668'0,"0"0"-410"0,0 0-133 0,0 0-63 0,0 0-15 16,0 0-17-16,132-8-18 16,-92 12-12-16,-2 4-1 0,-1 2-48 15,-3-2-22 1,-8-4-133-16,-1-2-54 0,-7-2-1 16,-5 0-30-16,-6 0-100 15,-5-14-106-15,-2-4 289 16,0-2 179-16,0 0 27 15,-4 0 324-15,-3 4 48 16,1 2-46-16,4 6 43 16,2 0-52-16,0 6-31 15,0 0-138-15,0 2-86 16,8 0-47-16,3 4-14 16,3 10 5-16,1 6-5 15,3 4 5-15,-1 2-4 16,0 6 26-16,-7-2-14 15,-5 2-7-15,-5 0 4 0,0-2-2 16,-15-2 4-16,-10-2 1 16,-4-5-8-16,2-7-6 15,5-4-38-15,6-8-59 16,16-2-134-16,0-11-97 16,5-8-718-16</inkml:trace>
  <inkml:trace contextRef="#ctx0" brushRef="#br0" timeOffset="33755.94">14606 5420 1763 0,'0'0'602'0,"0"0"-527"0,0 0 43 16,0 0 2-16,0 0 54 0,-23 122-32 0,38-102-39 16,22-5-47-16,15-11-34 15,4-4 1-15,0-3-16 16,-10-19-5-16,-13-2 4 15,-16-4-1-15,-17-2-5 16,0 2-25-16,-32 2-52 16,-13 6-20-16,-3 10-45 15,-18 8-47-15,16 2-323 16,10 0-788-16</inkml:trace>
  <inkml:trace contextRef="#ctx0" brushRef="#br0" timeOffset="42080.2">16456 3753 1655 0,'0'0'566'0,"0"0"-373"0,0 0-56 0,0 0-42 0,0 0 11 0,0 0 62 16,0-65-52-16,0 65-46 15,-2 0-39-15,-1 10-31 16,-1 23 6-16,-2 18 3 16,-1 15 14-16,2 12-4 15,0 2 10-15,1-2-8 16,4-7-9-16,0-13-3 16,0-8-8-16,0-8-1 15,0-10-11-15,4-6-29 16,8-6-71-16,-3-5-181 0,-3-15-81 15,-1 0-134 1,-5 0-195-16</inkml:trace>
  <inkml:trace contextRef="#ctx0" brushRef="#br0" timeOffset="42802.03">16200 4177 1689 0,'0'0'523'15,"0"0"-294"-15,0 0 39 0,0 0-55 16,0 0-109-16,0 0-82 15,0 0-22-15,174-103-2 16,-97 95 0-16,10 1-8 16,1 4 9-16,-11 3-1 15,-13 0 1-15,-12 0-11 16,-19 8 5-16,-14 9-2 0,-13 7 7 16,-6 6 2-1,-11 8 58-15,-18 4 23 0,-4 4-19 16,0-6-13-1,4-4-19-15,6-8-11 0,9-8-18 16,10-10 6-16,4-6-7 16,0-4-11-16,20 0-13 15,7-18 15-15,6-12-36 16,3-10-64-16,-3-10-144 16,-2-4 15-16,-4 2 37 15,-6 7 192-15,-6 16 9 16,-7 16 99-16,-4 13-24 15,-4 5-57-15,0 22 49 0,0 10 107 16,0 5-39-16,0-2-37 16,2-4-41-16,8-4-31 15,1-10-14-15,3-6-12 16,1-6 15-16,4-8-14 16,1-2-1-16,1 0-16 15,4-20-58-15,2-8-63 16,0-4-56-16,2-4 53 15,-2 0 22-15,-6 8 95 16,-2 10 23-16,-9 11 74 16,-5 7-25-16,-5 7-16 15,0 15 73-15,0 4 64 16,0-2-40-16,-7-4-46 0,1-6-54 16,4-6-18-16,2-6-5 15,0-2 8-15,0 0-1 16,13-16-14-16,11-8-106 15,7-4-75-15,3-2 40 16,-1 4 74-16,-4 5 23 16,-4 13 44-16,-9 8 19 15,-5 0 5-15,-5 25 42 16,-6 7-2-16,0 4-14 16,0 2-14-16,0-2-36 15,0-6-146-15,0-10-471 16,0-10-888-16</inkml:trace>
  <inkml:trace contextRef="#ctx0" brushRef="#br0" timeOffset="43162.58">17779 4000 1729 0,'0'0'575'0,"0"0"-513"0,0 0 40 0,0 0 46 0,-17 117 59 0,1-71-14 16,1 0-71-16,-1-6-62 16,7-6-24-16,5-6-21 15,4-10 2-15,0-10-16 16,0-6 5-16,17-2-6 16,6-8-15-16,3-18-43 15,-3-6-64-15,-4-10-91 0,-5-4 11 16,-7 0 7-16,-5 7 195 15,-2 12 33-15,0 13 189 16,0 14-40-16,0 1-137 16,-4 26-18-16,-1 4 27 15,1 8 4-15,4-1-16 16,0 2-26-16,4-4-16 16,16-6-39-16,13-2-151 15,-2-8-136-15,-2-10-294 0</inkml:trace>
  <inkml:trace contextRef="#ctx0" brushRef="#br0" timeOffset="43330.27">18178 4243 2096 0,'0'0'730'0,"0"0"-585"15,0 0-79-15,0 0-31 0,145-24-15 16,-89 22-17-16,33 0-3 15,-13 2-277-15,-10 0-598 0</inkml:trace>
  <inkml:trace contextRef="#ctx0" brushRef="#br0" timeOffset="43963.09">19508 3894 1864 0,'0'0'723'16,"0"0"-419"-16,0 0-111 0,0 0-127 15,0 0-15-15,0 0-26 16,0 0-17-16,-94-54-8 15,63 90 12-15,5 14 0 16,10 10 5-16,8 9 8 16,8-1 8-16,0-6-18 15,0-8-3-15,6-8-6 16,-4-8 0-16,-2-10-5 16,0-6 0-16,-10-4 6 15,-15-8 2-15,-4-6-1 16,0-4-8-16,2 0 0 15,7-18-12-15,11-14-12 0,9-8-53 16,2-8-75 0,29-2-171-16,12 8 115 0,6 13 130 15,2 15 53-15,-7 14 25 16,-1 0 4-16,-12 23 65 16,-9 7 49-16,-6 2 26 15,-7 0-17-15,-7-2-65 16,-2-6-36-16,2-4-26 15,-2-6-11-15,12-14-196 16,-1 0-100-16,-3-6-309 0</inkml:trace>
  <inkml:trace contextRef="#ctx0" brushRef="#br0" timeOffset="44286.18">19780 4028 1491 0,'0'0'942'15,"0"0"-786"-15,0 0-109 0,0 0-18 0,39 135 69 0,-39-89 59 16,0-2-15-16,0-6-66 16,-3-4-38-16,-2-8-25 15,3-10-2-15,2-6-10 16,0-10 10-16,0 0 2 16,7-10-5-16,11-16-8 15,6-8-48-15,8-6-30 0,3 0-7 16,1 6 38-1,-3 12 47-15,-2 14 15 16,-6 8 39-16,-5 1-21 0,-2 24-8 16,-5 3 22-1,-6 4-14-15,-1 0-9 0,-3-2-14 16,1-6-10-16,-2-6-41 16,5-6-161-16,-2-8-293 15,-1-4-196-15</inkml:trace>
  <inkml:trace contextRef="#ctx0" brushRef="#br0" timeOffset="44645.08">20297 4052 1521 0,'0'0'682'16,"0"0"-451"-16,0 0-72 16,0 0-65-16,0 0 13 0,0 0 48 15,0 0-47-15,100 94-21 16,-100-47-29-16,0-3-11 15,0-2-16-15,0-8-17 16,0-10-8-16,0-10-5 16,0-8 11-16,0-6-12 15,14 0 0-15,1-22-19 16,3-10-52-16,-5-10-17 16,1-6-41-16,-7-2 4 15,-1 5 125-15,-4 14 25 16,-2 14 144-16,0 17-60 0,0 0-95 15,0 29-7-15,0 7 14 16,0 4 27 0,14 4-9-16,10 0-30 0,15-4-9 15,16-4-39-15,10-8-24 16,15-4-73-16,-14-8-384 16,-14-6-806-16</inkml:trace>
  <inkml:trace contextRef="#ctx0" brushRef="#br0" timeOffset="46686.75">16028 4780 1350 0,'0'0'555'0,"0"0"-319"0,0 0-7 0,0 0-26 0,0 0 2 0,0 0-52 16,0 0-54-1,22 0-47-15,5 0-29 16,9 0-22-16,9-2 16 16,1-2-7-16,4 2-1 0,0-2 0 15,4 2-7-15,0 0-2 16,4 0-1-16,2 0 1 16,6 0 8-16,5-4-7 15,6 2-1-15,0 0 2 16,2 0-1-16,-2 2-1 15,-1 0-6-15,-5 2 4 0,-2-2-2 16,-6 2 4-16,-5 0-1 16,-2-2 1-16,-3 2 0 15,0-2 0-15,-1 2-1 16,1-2 1-16,-1 2 0 16,-4 0 0-16,4 0 0 15,-6 0 0-15,4 0 0 16,-4 0 10-16,1 0-10 15,-1 0 0-15,2 0 0 16,1 0 9-16,0 0-7 0,2 0-1 16,3 0-1-1,-4 0-5-15,0 0 5 0,-2 0 8 16,2 0-8 0,-1 0 0-16,2 0 1 15,0 0-1-15,3 0 1 16,-1 0 0-16,-2 0-1 15,1 0 0-15,-4 0 0 0,0 2-11 16,-6 2 11-16,-3 2-1 16,0-2 1-16,-1 2-1 15,1-2 0-15,-1-2 1 16,3 2 0-16,1-2 0 16,-2 2 1-16,1-2 0 15,-4 0-1-15,1 2 0 16,-1-2 11-16,2 2-11 15,1-2-5-15,2-2 5 16,5 0 1-16,5 0 0 0,0 0 0 16,4 0 0-1,0 0 7-15,-2 0-8 16,-1 0 0-16,-4 0 8 16,1 0-8-16,-2 0 9 0,1 0-1 15,2 0 5-15,5-2-5 16,0 2 17-16,4 0-4 15,2 0 5-15,5 0 1 16,2 0 1-16,5 0-9 16,1 0-17-16,-1 0 11 15,2 0 1-15,-7 0 11 16,-5 0-19-16,-10 0 5 16,-13 0-11-16,-16 0-8 0,-13 0-14 15,-12-2-49 1,-12-6-78-16,-19 0-346 0,0-2-530 0</inkml:trace>
  <inkml:trace contextRef="#ctx0" brushRef="#br0" timeOffset="49058.73">16405 5562 1113 0,'0'0'536'16,"0"0"-358"-16,0 0-33 0,0 0 21 0,0 0 38 0,0 0-22 16,0 0-27-16,0 0 5 15,0 0-53-15,0 0-50 16,0 0-24-16,0 0 3 15,0 0-11-15,0 0-7 0,0 0-6 16,0 0 3-16,0 0 11 16,0-2-13-16,0-4-7 15,2 2-6 1,0-2 1-16,3 3-1 0,-5 0 0 16,2 1 0-16,-2 2 0 15,2-4 1-15,2 0 0 16,-2-2 0-16,3 0-1 15,0 2 1-15,-1 0 6 16,-4 0 9-16,0 4 14 0,0 0-21 16,0 0 0-16,0 0 0 15,0 0-3-15,0 0-6 16,0 0 0 0,0 0-32-16,0 0-8 15,0 0-61-15,11-10-232 0,0-2-294 16,1-4-851-16</inkml:trace>
  <inkml:trace contextRef="#ctx0" brushRef="#br0" timeOffset="49674.23">16777 5167 1783 0,'0'0'398'0,"0"0"-288"0,0 0-9 0,0 0 37 16,0 0-38-16,0 0-66 0,0 0-19 15,29-22 1-15,-20 12-5 16,-5 2-5-16,-2-2-5 0,-2 2 16 16,0 0-1-16,0 2 33 15,0 4 56 1,-15 2-48-16,-12 0-38 16,-8 6-17-16,-4 16 11 0,4 10 14 15,6 6 0-15,9 6 16 16,11 5 10-16,9 3-7 15,0 0-14-15,0-2-10 16,7-4-7-16,-3-6-13 16,-4-5 4-16,0-6 1 15,-11-4 1-15,-13-7 1 16,-7-7 4-16,0-7-11 16,-4-4-2-16,7-1-3 15,6-24-20-15,8-9-20 16,14-6-37-16,0 0-78 15,24 2-74-15,19 10 90 16,6 10 64-16,9 10 54 16,0 8 18-16,0 0 6 0,-8 12 49 15,-4 4 15-15,-9 2 18 16,-10-2-49 0,-6 0-20-16,-9-4-13 0,-1-4-36 15,-1-8-133-15,-4 0-178 16,-1-4-308-16</inkml:trace>
  <inkml:trace contextRef="#ctx0" brushRef="#br0" timeOffset="50007.32">17164 5209 1737 0,'0'0'305'0,"0"0"-146"0,0 0 72 0,10 147-23 0,-10-91 23 16,-2-2-66-16,-8-6-64 0,1-10-66 15,5-9-14-15,2-11-13 16,2-11-8-16,0-7 0 16,0 0-8-16,0-15 8 15,4-22-36-15,17-9-49 16,5-10-95-16,10-2-9 16,6 8 70-16,2 13 119 15,1 19 9-15,-5 17 110 16,-7 1-1-16,-10 26-44 15,-10 10-6-15,-11 6 17 16,-2 2-28-16,0-4-27 16,-2-4-30-16,-5-7-18 0,3-11-166 15,4-17-177 1,0-1-268-16,0 0-599 0</inkml:trace>
  <inkml:trace contextRef="#ctx0" brushRef="#br0" timeOffset="50353.27">17635 5266 1564 0,'0'0'785'16,"0"0"-539"-16,0 0-167 15,0 0-46-15,0 0 83 0,0 0 43 16,0 0-11 0,11 134-63-16,-13-90-23 15,-3-2-37-15,1-8-24 0,4-8 14 16,0-12-9-16,0-8-6 15,2-6-12-15,15 0 2 16,4-24-32-16,4-10-62 16,-6-10-68-16,-1-6-21 15,-5 2 34-15,-3 10 98 16,-6 14 61-16,-2 18 186 16,-2 6-90-16,0 13-87 15,0 20 38-15,0 3 0 16,0 4 11-16,0 0-29 15,9-4-29-15,18-6-8 16,13-8-210-16,34-6-37 16,-12-10-364-16,-2-3-1174 0</inkml:trace>
  <inkml:trace contextRef="#ctx0" brushRef="#br0" timeOffset="50649.78">18319 5498 859 0,'0'0'1013'0,"0"0"-533"0,0 0-217 0,0 0 65 0,0 0-94 16,0 0-84-16,0 0-61 15,22-10-41-15,12 6-28 16,6 0-10-16,4-2-10 0,1 2-8 16,-3 0-7-16,-5 0-49 15,-5 0-27-15,-8 0-50 16,-8-4-169-16,-9 2-223 16,-7-4-186-16</inkml:trace>
  <inkml:trace contextRef="#ctx0" brushRef="#br0" timeOffset="50788.07">18622 5284 1949 0,'0'0'625'0,"0"0"-549"0,0 0 48 0,0 0 15 16,-70 114-69-16,51-66-50 16,1 22-20-16,5-13-71 15,8-12-505-15</inkml:trace>
  <inkml:trace contextRef="#ctx0" brushRef="#br0" timeOffset="51547.5">19603 5131 1099 0,'0'0'723'0,"0"0"-336"0,0 0-68 0,0 0-111 0,0 0-141 0,0 0-35 16,0 0 30-16,-159 2 24 16,114 42-15-16,12 13-11 15,10 2-4-15,17 2-13 16,6-3 7-16,4-4-23 15,17-8-14-15,-2-8-1 0,-1-10-6 16,-9-6-5 0,-9-8-1-16,0-4-15 0,-13-3 15 15,-14-6 10-15,-2-1-10 16,0 0 0-16,7-23-9 16,11-12-24-16,11-11-21 15,0-4-83-15,25 4-148 16,12 6 164-16,7 12 64 15,1 16 41-15,-3 12 16 16,-4 2 25-16,-7 22 30 16,-8 8 17-16,-7 4 8 0,-5 0-2 15,-7-2-42 1,-2-6-23-16,0-6-13 0,4-10-9 16,0-9-134-1,11-10-61-15,2-19-317 0,-4-4-1450 16</inkml:trace>
  <inkml:trace contextRef="#ctx0" brushRef="#br0" timeOffset="51846.5">19832 5304 1852 0,'0'0'337'16,"0"0"-146"-16,0 114-20 0,-5-64 99 16,-9-6-59-16,4-8-101 15,3-10-72 1,3-9-23-16,2-12-15 0,2-5 12 15,0 0 9-15,8-18-21 16,17-14-34-16,4-6-82 16,11-6-124-16,2 2 37 15,5 6 115-15,-3 12 88 16,-3 16 42 0,-10 8 93-16,-7 6-27 0,-10 22-37 15,-8 6 7-15,-6 2-19 16,0 2-18-16,0-6-20 15,0-6-21-15,0-6-34 16,0-16-168-16,0-4-252 16,0 0-399-16</inkml:trace>
  <inkml:trace contextRef="#ctx0" brushRef="#br0" timeOffset="52203.89">20266 5011 413 0,'0'0'1424'0,"0"0"-939"0,0 0-266 0,0 0 22 0,0 0-42 0,0 0-78 15,0 0-52 1,27-16-55-16,-23 32-13 16,-4 10 6-16,0 4-7 15,0 2 15-15,-4 0 10 0,0-6-1 16,4-6-7-16,0-6 1 16,0-6-6-16,24-1 1 15,7-7-13-15,9 0-9 16,4 0-66-16,14-15-155 15,-8-3-362 1,-10 0-584-16</inkml:trace>
  <inkml:trace contextRef="#ctx0" brushRef="#br0" timeOffset="52686.17">20705 5356 1737 0,'0'0'751'16,"0"0"-426"-16,0 0-123 15,0 0-108-15,0 0-36 16,0 0-34-16,0 0-24 15,33 8 0-15,-33 24 0 16,0 8 20-16,0 6 10 16,-15-2 1-16,-3-2 2 0,0-8-22 15,7-8-4-15,4-9-5 16,5-9 5-16,2-8 3 16,0 0-10-16,20-14-13 15,5-16-70-15,3-11-40 16,3-9-152-16,-4 0 37 15,-6 0-49-15,-8 12 287 16,-4 12 1-16,-7 14 331 16,-2 12-55-16,0 4-194 15,0 24-48-15,-6 8 52 16,4 8-6-16,2 2 9 16,6-2-50-16,23 0-35 0,13-8-5 15,14-6-78 1,33-5-22-16,-13-11-229 15,-12-7-373-15</inkml:trace>
  <inkml:trace contextRef="#ctx0" brushRef="#br0" timeOffset="63522.9">1880 8025 1637 0,'0'0'336'15,"0"0"-61"-15,0 0-16 0,0 0-41 0,0 0-36 0,0 0-50 16,-2-62-32-16,2 60-36 16,0 2-20-16,0 0-26 0,-2 4-18 15,-3 21-7-15,-4 16 7 16,0 13 24-16,-2 8-5 16,0 4 1-16,2 0-19 15,0-5 9-15,3-13-9 16,0-10-1-16,2-12-5 15,4-10 4-15,0-8-16 16,-2-8-8-16,2 0 8 16,-4-4 11-16,-1-18-49 15,1-6-23-15,2-4 15 16,2-7 3-16,0 2 27 16,15-2-58-16,14 6-43 0,4 4 20 15,6 11 65-15,-6 6 31 16,-1 10 18-16,-11 2 9 15,-3 0 20-15,-11 14 23 16,-7 6 13-16,0 4 44 16,-13 2-3-16,-16 2-25 15,-4-1-26-15,-6-4-25 16,1-5-15-16,5-5-15 16,2-9-16-16,4-4-69 15,7-4-117-15,2-23 5 16,5-5-53-16,1-8 11 15,4 3 84-15,-1 2 155 16,5 9 87-16,1 14 259 0,3 12-89 16,0 0-143-1,22 26-7-15,9 14-13 0,7 7-59 16,30 22-35-16,-11-12-130 16,-3-13-470-16</inkml:trace>
  <inkml:trace contextRef="#ctx0" brushRef="#br0" timeOffset="71390.28">3214 8536 1239 0,'0'0'642'0,"0"0"-424"0,0 0 18 0,0 0-68 0,0 0-42 0,0 0-2 15,-4 0 0 1,4 0-25-16,0 0-26 16,20-6-19-16,9-10-27 0,13-6-6 15,8-6-8-15,6-8-11 16,-2-2 3-16,0-2-5 16,-4 1-20-16,-13 3-19 15,-8 6-13-15,-16 5-9 16,-11 4 32-16,-2 7 4 15,-10 4 5-15,-15 4 5 16,-6 4 14-16,2 2-1 16,2 0 1-16,5 0-6 15,6 0 7-15,5 4 0 0,9-2-11 16,2 0-4-16,0-2-8 16,0 2-4-1,0 0 26-15,0 0-5 16,0-2 6-16,0 2 0 0,0-2-5 15,0 0 5-15,0 2 2 16,0-2-1-16,0 0-1 16,0 0 0-16,2 0 0 15,1 0-6-15,1 0 6 16,-2 2 1-16,-2-2 0 16,2 0 1-16,-2 0 7 15,0 0-2-15,0 0-7 16,0 0 1-16,0 0 0 15,0 0 1-15,0 0-1 16,0 0 0-16,0 0 0 16,0 0-1-16,0 0 0 15,0 0-12-15,0 2-79 0,2 0-89 16,1 0-158-16,-3-2-615 0</inkml:trace>
  <inkml:trace contextRef="#ctx0" brushRef="#br0" timeOffset="72052.12">3235 8618 1768 0,'0'0'519'16,"0"0"-356"-16,0 0-7 0,0 0-93 0,0 0-38 0,126-142 24 15,-80 88-31-15,2-3-10 16,-3 2-8-16,-5-4-27 15,-5-1-7-15,-8-4-18 16,-4 0-18-16,-10-4 44 16,-1 1 21-16,-8 3 5 0,-4 4 36 15,0 12 38-15,0 10-23 16,0 14-8-16,-12 10-9 16,-3 12-11-16,-5 2-22 15,-5 22-1-15,-4 26 12 16,-2 34 33-16,0 35 41 15,11 25 8-15,6-11-11 16,14-27-31-16,0-36-13 16,4-22-18-16,19 2-10 15,6 0-4-15,11-4-1 16,5-14 5-16,3-14-11 16,4-16-24-16,0 0-9 15,-8-26-28-15,-7-14-87 16,-8-6-62-16,-8-8 40 0,-10 2 78 15,-6 4 58-15,-5 10 34 16,0 15 95-16,0 14 54 16,0 9-65-16,-12 8-68 15,1 20 23-15,0 8 7 16,4 4-8-16,3-2-23 16,4-6-15-16,0-6-111 15,14-16-169-15,5-8-308 16,1-2-1042-16</inkml:trace>
  <inkml:trace contextRef="#ctx0" brushRef="#br0" timeOffset="72447.2">4105 8360 1455 0,'0'0'395'0,"0"0"-65"0,0 0 30 0,-17 116-99 0,8-90-122 16,2-8-76-16,5-6-33 15,0-8-18-15,2-4 13 16,0 0 8-16,0-10-33 16,8-14-18-16,11-8-75 15,3-2-95-15,5 2 48 0,-1 4 52 16,3 10 70-16,-6 14 18 16,-5 4 58-1,-10 14 22-15,-5 16 43 16,-3 4-13-16,0-6-12 15,0-6-4-15,-3-10-49 16,3-10-27-16,0-2 3 16,13-12-21-16,14-16 0 0,4-4-50 15,5 0-14-15,0 1 18 16,-2 12 17-16,-5 5 14 16,-8 11-4-16,-5 3-2 15,-7 13 1-15,-9 19 4 16,0 8-13-16,-17 26-159 15,-12-10-191-15,0-6-683 0</inkml:trace>
  <inkml:trace contextRef="#ctx0" brushRef="#br0" timeOffset="72992.67">3395 9220 1763 0,'0'0'496'0,"0"0"-389"0,0 0 50 0,0 0-66 0,0 0 4 0,0 0 65 16,0 0-67-16,105-60-62 15,-96 84-7-15,-5 10 12 16,-4 8 4-16,0 6 4 16,0 0-11-16,-4-1-8 15,-7-7 11-15,4-8-19 16,2-10-8-16,5-11-2 15,0-6-7-15,0-5-6 16,7-6-14-16,9-20-23 16,-1-11-52-16,-3-4-121 15,-6-6-20-15,-4 3-30 16,-2 10 158-16,0 10 108 16,0 14 145-16,0 10-6 0,-6 0-39 15,-1 18 57 1,5 8-45-16,0 4-34 0,2 0 1 15,0 0-43-15,15-4-21 16,8-4-15-16,1-5-63 16,16-11-227-16,-4-6-324 15,-9 0-588-15</inkml:trace>
  <inkml:trace contextRef="#ctx0" brushRef="#br0" timeOffset="73204.86">3673 9292 2080 0,'0'0'576'16,"0"0"-402"-16,0 0-21 15,0 0-82-15,0 0-15 16,0 0-23-16,148-38-21 16,-103 34-7-16,-1 2-5 15,-2 2-33-15,-1 0-44 16,-6 0-103-16,1 0-113 15,-10 0-221-15,-6 0-450 0</inkml:trace>
  <inkml:trace contextRef="#ctx0" brushRef="#br0" timeOffset="73460.7">4151 9093 1099 0,'0'0'1000'0,"0"0"-468"15,0 0-251-15,0 0-169 0,0 0-58 16,0 0-36-16,0 0-12 16,58 3 0-16,-41 25 1 15,1 6 7-15,-5 4 1 16,-6 2 19-16,-4 0-4 16,-3 0-9-16,0-4-9 15,-12-3-6-15,-3-8-6 16,-1-7-4-16,3-10-43 15,5-8-95-15,6-5-148 16,2-18-407-16</inkml:trace>
  <inkml:trace contextRef="#ctx0" brushRef="#br0" timeOffset="73699.47">4340 9236 1202 0,'0'0'733'0,"0"0"-491"0,0 0-70 16,0 114-6-16,2-86-37 15,18-7 1-15,14-12-22 16,12-9-28-16,10 0-32 0,6-20-12 16,-2-12-20-1,-6-6-8-15,-18-2-2 16,-16 0 4-16,-18 0 2 0,-2 2 12 16,-36 6-4-16,-13 8-5 15,-9 8-6-15,-6 10-9 16,1 6-8-16,-5 0-168 15,14 10-467-15,16-1-942 0</inkml:trace>
  <inkml:trace contextRef="#ctx0" brushRef="#br0" timeOffset="76841.34">5681 7506 1220 0,'0'0'578'0,"0"0"-242"0,0 0-6 0,0 0-94 0,0 0-21 15,0-115-77-15,0 105-66 16,0 6-27-16,0 4-15 16,0 0-30-16,0 24 7 15,-3 20-7-15,-1 18 39 0,0 13 5 16,0 5-13-16,-3 0-10 16,3-4-12-1,-4-8-9-15,4-7 0 0,4-11-19 16,0-12-40-16,0-10-49 15,0-8-197-15,0-12-161 16,0-8-82-16,0 0-602 0</inkml:trace>
  <inkml:trace contextRef="#ctx0" brushRef="#br0" timeOffset="77473.03">5487 7832 1896 0,'0'0'511'0,"0"0"-363"16,0 0-75-16,0 0-40 0,172-84-19 15,-105 72 23-15,-1 4 29 16,-1 6 7 0,-7 2-9-16,-11 10-39 0,-13 18-7 15,-19 8 21-15,-13 6 30 16,-2 4-3-16,-13 1-9 16,-12-5-15-16,0-8-24 15,8-8-8-15,3-12-8 16,10-8 5-16,4-6-6 15,0-2-1-15,4-22-33 16,17-12-90-16,1-6-107 16,4-7-18-16,1 5 94 15,-4 8 74-15,-5 12 80 16,-7 14 19-16,-5 10 52 0,-6 10 32 16,0 18 53-1,0 7-23-15,0 1-13 0,0-7-19 16,0-3-51-16,2-8-20 15,10-7-24-15,1-8 1 16,5-3-6-16,2-1-1 16,4-19-32-16,3-6-44 15,-2-6-81-15,2-3-34 16,-6 5 52-16,0 6 75 16,-8 10 64-16,-4 12 25 15,-4 2-2-15,-5 14 87 16,0 10-24-16,0 0 6 0,-3-6 11 15,-1-4-21-15,2-7-52 16,2-7-8 0,0 0 10-16,4-15-20 0,13-6-12 15,8-8-54-15,2 3-25 16,2 6 32-16,0 6 26 16,-2 10 5-16,-2 4 4 15,-8 8 9-15,-3 20 3 16,-8 7 9-16,-6 5-3 15,0 0-5-15,0-4-1 16,-4-8-147-16,-6-10-238 0,8-12-557 16</inkml:trace>
  <inkml:trace contextRef="#ctx0" brushRef="#br0" timeOffset="77817.42">6746 7720 1787 0,'0'0'332'0,"0"0"-198"0,0 0 38 0,0 0-20 0,27 104 30 15,-27-68 1-15,-4 0-45 16,-8-5-80-16,1-8-26 16,5-8-31-16,3-8 2 15,3-7-3-15,0 0-8 16,0-18-77-16,13-9-156 0,1-10-24 15,-3-3-214-15,-4 0-60 16,-3 6 193-16,-4 8 346 16,0 14 163-16,0 12 227 15,0 0-100-15,0 22 27 16,0 10-149-16,0 4-76 16,0 0-59-16,0-4-9 15,18-3-24-15,11-9-52 16,25-8-227-16,-6-8-107 15,0-4-637-15</inkml:trace>
  <inkml:trace contextRef="#ctx0" brushRef="#br0" timeOffset="77980.39">7216 7910 1998 0,'0'0'601'0,"0"0"-503"16,0 0 5-16,0 0-61 0,116-6-8 15,-74 2 12-15,7 3-46 16,14-3-118-16,-10-1-405 16,-11 1-1098-16</inkml:trace>
  <inkml:trace contextRef="#ctx0" brushRef="#br0" timeOffset="78725.34">8188 7542 1290 0,'0'0'582'0,"0"0"-288"0,0 0 20 0,0 0-118 15,0 0-56-15,0 0-37 0,0 0-76 16,-18-93-13-16,-14 93-8 15,-3 21 10-15,4 12 14 16,8 11 13-16,8 11 20 16,11 5-4-16,4 0-2 0,0 0-20 15,8-8-16-15,1-8-12 16,-5-5 4-16,-4-11-13 16,0-8 0-16,-13-6 11 15,-9-8-11-15,-3-6-11 16,6-2-19-16,3-24-31 15,11-14-19-15,5-10-144 16,19-5-139-16,22 1-122 16,9 12 318-16,3 16 167 15,0 18 56-15,-8 8 90 16,-7 12 2-16,-9 16-4 16,-9 4 4-16,-9-2-6 15,-6-2 32-15,-5-6-75 0,0-6-60 16,0-6-26-16,0-6-13 15,2-4-32-15,6-4-45 16,13-40-306-16,-5 4-317 16,1-4-412-16</inkml:trace>
  <inkml:trace contextRef="#ctx0" brushRef="#br0" timeOffset="79033.73">8549 7588 909 0,'0'0'1227'15,"0"0"-926"-15,0 0-144 16,0 0-20-16,38 126 39 0,-38-92-77 15,0-4-15-15,0-10-42 16,0-6-17-16,0-8-8 16,0-6-16-1,2 0 31-15,2-12-11 0,5-12-21 16,7-6-24-16,9-6-3 16,4 0-11-16,6 8 5 15,3 8 12-15,2 12 21 16,-7 8 6-16,-2 9 32 15,-6 20-8-15,-9 7 0 16,-8 0-9-16,-1 2 9 16,-5-6-29-16,-2-4 5 15,2-8-6-15,-2-8-31 16,0-6-121-16,2-6-145 16,-2-3 35-16,3-18-318 15,-3-3-180-15</inkml:trace>
  <inkml:trace contextRef="#ctx0" brushRef="#br0" timeOffset="79357.16">9077 7582 1517 0,'0'0'753'16,"0"0"-518"-16,0 0-144 15,0 0-45-15,0 0 108 16,0 0 9-16,71 102-20 16,-71-68-33-16,0 0-46 15,0-4-9-15,0-6-32 16,0-8-23-16,0-8 14 15,9-8-14-15,4 0-5 16,5-16-7-16,6-14-27 16,1-12-9-16,2-6-1 15,-8-4-8-15,-5 3 4 16,-9 12 53-16,-5 13 45 0,0 16 48 16,-19 8-51-16,2 11-22 15,1 19-14-15,10 9 17 16,6 5 12-16,8 0-8 15,31-2-27-15,16-6-39 16,15-6-64-16,30-2-139 16,-15-10-282-16,-17-4-471 0</inkml:trace>
  <inkml:trace contextRef="#ctx0" brushRef="#br0" timeOffset="80616.28">5481 8456 1083 0,'0'0'690'0,"0"0"-517"0,0 0-67 0,0 0 37 0,0 0-39 16,0 0-14-16,116-56 19 0,-77 56-8 15,13 0-36-15,6 0-20 16,11 0 0-16,8 0 35 16,8 1-22-16,5 4-20 15,3-5-14-15,3 0-2 0,4 0-5 16,3 0-11 0,-1-2 0-16,-2-2-5 15,-4 0 0-15,-3 0-1 16,-1 2 1-16,-3 0-7 15,-2 0 6-15,-4 2-9 16,-4-3 3-16,-2 3 6 0,-4 0 1 16,-1 0 0-16,-1 0-1 15,0 0 0-15,-2 0 0 16,3 0 0-16,-1 0 0 16,0-1 0-16,-2-1 1 15,2-2-1-15,0 2 1 16,-1-2 0-16,-3 2 0 15,2-1-1-15,-5-1-6 16,3 3 6-16,0-1 1 16,0 0-1-16,0 0-11 0,0-1 10 15,-5 3-7-15,-2 0 7 16,-8 0 1 0,-8 0-1-16,-2 0 1 0,-7 0 0 15,4 0 0 1,-4 0 0-16,5 0-1 0,-2 0 1 15,5 0 1 1,-3 0 5-16,2 0-6 0,-2-4 0 16,0 3 16-16,-2-2-15 15,0 2 5-15,-2-1-5 16,-3 2-1-16,-4 0 0 16,-2 0 1-16,-3 0-2 15,-2-2 1-15,-1 2 0 16,-4-2 14-16,4-1-6 15,-6 2-8-15,1-2 0 16,-6-1 0-16,-2 3 0 0,-8 1-30 16,-8-4-148-16,-13 2-376 15,-12-5-576-15</inkml:trace>
  <inkml:trace contextRef="#ctx0" brushRef="#br0" timeOffset="81721.2">6111 8869 1300 0,'0'0'90'0,"0"0"-90"0,0 0 0 0,0 0 116 0,0 0 18 15,0 0 42-15,0 0-51 0,-38-28-2 16,11 30-10 0,3 8 44-16,2 2-49 0,6-2-22 15,9 2-29-15,7 2-17 16,0 4-19-16,9 6 15 15,13 6 14-15,3 4 7 16,2 5 19-16,-2 1-18 16,-8 2-22-16,-5-2-3 15,-12-2 2-15,0-2-3 16,-6-6 3-16,-17-2-1 16,-8-6-13-16,-4-6-7 15,2-8-5-15,4-6-3 16,5-2-5-16,6-6-2 0,7-18-20 15,9-10-61-15,2-4-101 16,13-2-11-16,20 2 32 16,7 8 0-16,7 7 69 15,3 14 72-15,-2 9 21 16,-5 0 73-16,-5 8 59 16,-9 11-18-16,-12 6-48 15,-5-1-23-15,-8-2-12 16,-4-2-14-16,0-6-4 15,0-6-13-15,0-8-70 16,0-4-86-16,0-16-311 16,0-8-635-16</inkml:trace>
  <inkml:trace contextRef="#ctx0" brushRef="#br0" timeOffset="82006.39">6451 9017 1307 0,'0'0'548'0,"0"0"-346"0,0 0-16 0,14 129-20 0,-14-87 11 0,0-8-28 16,0-6-43-16,0-8-63 16,0-10-31-16,0-10 12 15,0 0-24-15,11-8-3 16,7-20-166-16,9-6 19 16,4-7-42-16,9 0 8 15,2 1 87-15,3 9 97 16,-1 12 58-16,-8 10 190 15,-7 9-65-15,-9 4-73 16,-4 20-44-16,-7 7 10 16,-5 3-9-16,-1 0-26 0,-1 2-41 15,-2-2-8-15,0-6-237 16,0-12-398-16</inkml:trace>
  <inkml:trace contextRef="#ctx0" brushRef="#br0" timeOffset="82352.7">7136 8957 2020 0,'0'0'358'0,"0"0"-256"16,0 0-80-16,0 0-11 0,0 0 57 16,9 122 136-1,-22-83 12-15,-1-3-83 0,3-4-72 16,5-8-38-1,6-8-16-15,0-8-7 0,0-8 0 16,8 0-9-16,12-20-27 16,0-10-31-16,1-6-89 15,-8-4-39-15,-7 0-1 16,-3 1 0-16,-3 11 196 16,0 12 21-16,0 14 199 15,0 2-138-15,0 18-52 16,0 13 41-16,0 1-8 15,0 4 3-15,7-4-36 0,10-2-30 16,24-4-81-16,-2-10-247 16,1-8-370-16</inkml:trace>
  <inkml:trace contextRef="#ctx0" brushRef="#br0" timeOffset="82553.37">7735 9078 1664 0,'0'0'874'16,"0"0"-546"-16,0 0-187 15,0 0-97-15,0 0-23 16,0 0 6-16,0 0-9 0,154-40-18 16,-107 37-40-1,18 0-204-15,-15-1-307 16,-9-3-303-16</inkml:trace>
  <inkml:trace contextRef="#ctx0" brushRef="#br0" timeOffset="82692.42">8020 8919 1818 0,'0'0'784'0,"0"0"-641"16,0 0-137-16,0 0-4 15,0 0 8-15,0 0 1 16,-82 137-7-16,58-78-4 0,1-8-319 15,8-9-1247-15</inkml:trace>
  <inkml:trace contextRef="#ctx0" brushRef="#br0" timeOffset="83321.38">8701 8753 2333 0,'0'0'206'0,"0"0"-206"16,0 0-203-16,0 0 2 16,0 0 201-16,0 0 136 15,-154 26 98-15,120 24-60 16,8 6-46-16,14 4-47 15,12-4-42-15,0-4-14 16,25-8 25-16,6-5-10 0,0-11-7 16,-2-8-9-1,-11-6-11-15,-9-4-13 0,-9-4-8 16,-9-2-28-16,-25-2 35 16,-6-2-12-16,-4 0 3 15,5-14 10-15,11-12-6 16,17-8-16-16,11-6-59 15,11 2-94-15,29 5 47 16,9 9 37-16,4 10 52 16,1 14 25-16,-10 0 14 15,-7 10 1-15,-9 15 24 16,-12 0 19-16,-6 4-5 0,-7-4-8 16,-3-4-13-1,0-3-9-15,0-8-9 0,2-6-24 16,10-4-127-16,1-14-221 15,0-8-863-15</inkml:trace>
  <inkml:trace contextRef="#ctx0" brushRef="#br0" timeOffset="83596.78">8998 8947 707 0,'0'0'1191'16,"0"0"-923"-16,0 0-132 15,0 0-36-15,7 117 48 16,-7-93 1-16,0-4-3 15,0-9-76-15,-2-4-44 0,2-7-10 16,0 0 7 0,0 0-23-16,0-20-20 15,0-8-131-15,14-3 44 0,7-3-48 16,8 4-16-16,2 8 65 16,1 8 106-16,-1 14 80 15,-6 0 6-15,-5 16-36 16,-9 13-2-1,-7 0-19-15,-2 1-18 0,-2-2-11 16,0-6-27-16,-4-5-193 16,-5-11-373-16</inkml:trace>
  <inkml:trace contextRef="#ctx0" brushRef="#br0" timeOffset="83880.09">9268 8602 1879 0,'0'0'688'16,"0"0"-545"-16,0 0-50 16,0 0-87-16,0 0 40 15,0 0 35-15,-2 116-11 16,2-79-7-16,7-5-8 15,7-8-19-15,7-10-4 16,8-8-2-16,7-6-18 16,4 0-12-16,5-6-77 15,6-18-207-15,-11 2-233 16,-9 4-632-16</inkml:trace>
  <inkml:trace contextRef="#ctx0" brushRef="#br0" timeOffset="84342.81">9640 8988 1698 0,'0'0'635'0,"0"0"-396"16,0 0 57-16,0 0-150 0,0 0-77 15,0 0-24-15,0 0-35 16,76-15 5-16,-65 37 17 16,-6 11-16-16,-5 0 8 15,0 6 17-15,0-3-23 16,-7-4 4-16,1-6-2 16,-2-8 14-16,6-8-15 15,2-6-1-15,0-4-12 16,7 0-6-16,11-12-30 15,2-14-23-15,2-11-16 16,-2-3-44-16,-2-2-17 16,-9 6 58-16,-2 6 72 15,-7 15 47-15,0 12 90 0,-3 3-89 16,-10 14-46-16,-3 12 11 16,10 6 13-16,6 3 23 15,0-3-2-15,13-2-21 16,20-4-26-16,10-6-16 15,9-6-71-15,12-8-148 16,-11-4-344-16,-8-2-673 0</inkml:trace>
  <inkml:trace contextRef="#ctx0" brushRef="#br0" timeOffset="92370.5">10336 8271 454 0,'0'0'961'0,"0"0"-656"0,0 0-94 0,0 0-19 0,0 0 21 16,0 0-56-1,-5-4-20-15,5 0 21 16,0 2-6-16,0 1-74 16,0 1-38-16,0 0-13 15,5-3-6-15,4 3-3 16,6-1-7-16,9 1-10 15,8 0 10-15,7 0-11 0,11 0 0 16,1 0 0 0,0 0-34-16,14 0-173 0,-16 0-162 15,-12 0-349-15</inkml:trace>
  <inkml:trace contextRef="#ctx0" brushRef="#br0" timeOffset="92540.16">10432 8462 1053 0,'0'0'1183'0,"0"0"-833"15,0 0-164-15,0 0-99 16,0 0-53-16,120-20-34 16,-58 14-51-16,-9 4-148 15,-10 0-361-15</inkml:trace>
  <inkml:trace contextRef="#ctx0" brushRef="#br0" timeOffset="99765.02">11448 8566 854 0,'0'0'845'0,"0"0"-652"0,0 0-130 0,0 0 7 0,133-152-36 16,-86 94-21-16,2-6-7 15,0-8-6-15,-3-9-25 16,-3-5-78-16,-9-2-42 15,-7-3 118-15,-10 5 27 16,-5 8 129-16,-10 16 53 0,-2 16 70 16,0 14-69-1,0 18-95-15,-14 14-57 0,-6 0-19 16,-7 32 9-16,-2 20 73 16,-6 34 46-1,6 0-52-15,4 10 15 0,9 3-49 16,12-19-13-16,4 4-20 15,0-12-5-15,18-14-7 16,11-13-9-16,4-15-25 16,9-14-17-16,1-12-32 15,1-4-111-15,-2-16-63 16,-5-14-82-16,-4-6-249 16,-9-4 7-16,-4-1 476 15,-9 9 96-15,-1 8 483 16,-8 10-129-16,-2 14-38 15,0 0-208-15,0 16-21 16,-2 12 42-16,-8 4-42 0,4 3-22 16,-1-2-20-16,5-2-45 15,2-9-1-15,0-12-117 16,15-8-165-16,6-2-303 0</inkml:trace>
  <inkml:trace contextRef="#ctx0" brushRef="#br0" timeOffset="100043.66">12318 8253 1573 0,'0'0'546'0,"0"0"-366"0,0 0 19 0,-29 105-19 0,19-85-11 16,2-10-99 0,8-8-36-16,0-2-4 0,6-8-30 15,17-20-9-15,12-6-236 16,4-8 3-16,8-1 73 15,2 5 74-15,-3 4 95 16,-3 12 22-16,-7 10 220 16,-9 12 6-16,-10 0-70 0,-5 14-82 15,-8 14-8-15,-4 2-49 16,0 7-20-16,0 0-17 16,-6 8-2-1,-8-7-259-15,1-10-724 0</inkml:trace>
  <inkml:trace contextRef="#ctx0" brushRef="#br0" timeOffset="100706.18">11708 8841 1741 0,'0'0'602'0,"0"0"-407"0,0 0-85 0,0 0-55 0,0 0-22 0,0 0 52 16,0 0-33-16,98-18-37 16,-84 54 28-16,-6 10 16 15,-8 4-14-15,0 2 8 16,0-2-8-16,-13-10-10 16,2-7-20-16,4-12-6 15,3-10-8-15,4-11 7 16,0 0-1-16,4-14-7 15,12-19-66-15,1-8-31 16,-1-8-71-16,-5-3-23 16,-2 6 82-16,-7 8 109 15,-2 16 17-15,0 14 170 16,0 8-95-16,0 10-75 16,0 18 18-16,0 6 17 15,0 2-2-15,2-2-10 16,21-3-40-16,6-10-14 15,20-9-208-15,-7-8-271 0,-6-4-635 16</inkml:trace>
  <inkml:trace contextRef="#ctx0" brushRef="#br0" timeOffset="100874.01">12007 8923 2129 0,'0'0'534'16,"0"0"-484"-16,0 0-30 15,0 0-19-15,149-20-1 16,-105 20 0-16,-4 0-26 16,-1 2-145-16,-10 8-212 15,-14-2-400-15</inkml:trace>
  <inkml:trace contextRef="#ctx0" brushRef="#br0" timeOffset="101074.8">12474 8763 1288 0,'0'0'718'16,"0"0"-493"-16,0 0-79 16,0 0-8-16,0 0-10 15,42 126 36-15,-52-80-14 0,-9 0-66 16,2-6-50 0,3-8-20-16,6-7-14 15,5-11-43-15,3-13-166 16,14-6-27-16,10-19-375 15,1-2-768-15</inkml:trace>
  <inkml:trace contextRef="#ctx0" brushRef="#br0" timeOffset="101249.08">12564 8975 1018 0,'0'0'889'0,"0"0"-528"16,0 0-149-16,0 0-81 16,35 108-46-16,3-98-31 15,9-10-16-15,7 0-12 16,-1-24-1-16,-13-3-7 15,-16-4 2-15,-14-1 2 16,-10 0-21-16,-21 2-1 0,-16 4-16 16,-9 6-94-16,0 4-26 15,11 6-81-15,14 2-434 0</inkml:trace>
  <inkml:trace contextRef="#ctx0" brushRef="#br0" timeOffset="101994.45">14317 7062 1659 0,'0'0'493'0,"0"0"-395"0,0 0 33 0,0 0 20 0,0 0-56 0,0 0-17 16,0 0-41-16,80-130-22 16,-64 84-14-16,-3-6 5 15,1 0-6-15,-6-3 2 16,-1 7 23-16,-2 10 118 16,-5 10-11-16,0 10-42 15,0 12-41-15,0 6-49 16,0 2-6-16,0 26-7 15,0 16 0-15,0 17 13 16,0 12 6-16,0 10-6 16,0 5-50-16,-5 21-143 15,-2-26-304-15,3-16-396 0</inkml:trace>
  <inkml:trace contextRef="#ctx0" brushRef="#br0" timeOffset="102219.29">13860 7415 1847 0,'0'0'844'0,"0"0"-588"16,0 0-161-16,0 0-63 16,189-26-3-16,-54 10-1 15,36 0 22-15,9 2-23 16,-30 4-17-16,-44 4 5 15,-45 4-15-15,-14 2-35 16,9 0-98-16,-12 2-345 16,-9 6-451-16</inkml:trace>
  <inkml:trace contextRef="#ctx0" brushRef="#br0" timeOffset="103113.26">14484 7626 1273 0,'0'0'556'0,"0"0"-346"15,0 0 82-15,0 0-108 16,0 0-99-16,0 0-31 16,0 0 14-16,-113 28 53 15,70 14-27-15,1 10-16 16,4 2-2-16,2 2-10 15,10-4-30-15,8-5-7 16,7-9-13-16,9-10-1 0,2-8-4 16,0-10-11-16,11-6-8 15,11-4 8-15,5 0-6 16,6-20-25-16,5-6-23 16,2-6-32-16,-3-2-45 15,0 3-13-15,-11 5 97 16,-8 10 47-16,-9 8 38 15,-9 8 10-15,0 0-38 16,0 3-2-16,-2 16 54 16,-7 3-24-16,0 2-5 15,5 1-8-15,4-7-7 16,0-4-5-16,0-6 1 0,13-6 2 16,7-2 2-1,2 0 2-15,0-16-20 0,-5-4-8 16,-7-7-11-16,-10-1-4 15,0-3 7-15,-4 0 8 16,-16 3 8-16,-1 8 39 16,6 6 33-16,4 8-2 15,6 2-23-15,5 4-34 16,0-2-6-16,16 0-7 16,15-2-8-16,9-2 7 15,7-2-23-15,-3-2-42 16,-3-2-16-16,-7 0 20 15,-13 0 25-15,-5-2 19 16,-7 4 18-16,-7 2 43 16,-2 2 63-16,0 4-7 0,0 2-69 15,2 0-30-15,2 4-20 16,4 16 4-16,1 10 16 16,-1 6 5-16,-1 8-5 15,-4 5-1-15,-3-3 1 16,0-1 8-16,0-2-8 15,-8-9-7-15,0-8 5 16,-1-10-46-16,5-10-116 16,4-6-177-16,0-14-218 15,0-11-415-15</inkml:trace>
  <inkml:trace contextRef="#ctx0" brushRef="#br0" timeOffset="103427.08">14926 7742 1906 0,'0'0'708'0,"0"0"-602"0,0 0-61 0,0 0 7 0,0 0 75 0,0 0-6 16,58 104-16-16,-58-69-48 15,0-6-26-15,0-4-16 16,0-11 5-16,8-9-20 16,7-5-21-16,6-5-12 15,1-17-50-15,-6-9-168 16,-5-5-10-16,-9-2-27 15,-2 2 14-15,0 6 274 16,0 10 47-16,-5 14 346 16,3 6-86-16,0 0-212 0,2 18-24 15,0 6 30-15,7 4-5 16,15 0-28-16,15-4-44 16,13-6-24-16,10-7-39 15,32-11-60-15,-19 0-367 16,-6-3-435-16</inkml:trace>
  <inkml:trace contextRef="#ctx0" brushRef="#br0" timeOffset="103709.07">15940 7321 2109 0,'0'0'870'0,"0"0"-643"0,0 0-123 0,0 0-78 0,112-20-15 0,-58 16-11 15,33 0-49 1,-16 2-166-16,-6 0-618 0</inkml:trace>
  <inkml:trace contextRef="#ctx0" brushRef="#br0" timeOffset="104202.69">16757 7253 909 0,'0'0'94'16,"0"0"-52"-16,0 0 39 16,0 0 415-16,0 0 49 15,0 0-188-15,0 0-65 16,-29-56-116-16,29 56-98 16,0 0-39-16,0 0-15 15,0 0 6-15,0 0-15 16,-2 0-15-16,-1 0-2 15,1 0 1-15,2 0 1 16,0 0 11-16,0 0-10 0,0 0 23 16,0 0-3-16,0 0-7 15,0 0-5-15,0 0-3 16,0 0-5-16,0 0 0 16,0 0 4-16,0 0-5 15,0 0-2-15,0 0 2 16,0 0 1-16,0 0 7 15,0 0 13-15,0 0 6 16,0 0 20-16,0 0-2 16,0 0 11-16,0 0-16 15,0 0-25-15,0 0-15 16,0 0-1-16,0 0 0 0,0 0-26 16,0 0-8-16,0 0-2 15,0 0-2-15,2 0-27 16,1 0-57-16,-3 2-361 15,0 2-149-15,0-3-535 0</inkml:trace>
  <inkml:trace contextRef="#ctx0" brushRef="#br0" timeOffset="104646.06">16736 7289 1545 0,'0'0'890'0,"0"0"-419"0,0 0-232 0,0 0-72 15,0 0-90-15,0 0-53 16,0 0-6-16,23-89-7 0,-15 61-11 16,0-2-17-1,-2-2-8-15,-1 4-1 0,-1 5 20 16,0 4-5-16,-1 7 11 15,-3 8 24-15,2 4 3 16,-2 0-16-16,3 8-5 16,-1 19-6-16,2 10 24 15,-2 13-12-15,1 7-12 16,-3 5-32-16,0 20-104 16,0-18-455-16,-9-10-944 0</inkml:trace>
  <inkml:trace contextRef="#ctx0" brushRef="#br0" timeOffset="105441.09">13794 8361 1513 0,'0'0'645'0,"0"0"-322"0,0 0-88 0,0 0-88 0,0 0-70 0,114-41 1 16,-43 31-12-1,37 1-11-15,46 1-14 0,51-2-1 16,25 2-4 0,1-4-15-16,-4-2-12 0,-17-4 3 15,0 0-5 1,-7-2-7-16,-14 0-13 0,-18 6 11 15,-17 4 1-15,-34 6 1 16,-31 2-2-16,-28 2 2 16,-16 0-8-16,-5 0 1 15,-5 0 1-15,-4 0 6 16,-10 0 0-16,-11 0 0 16,1 0 0-16,1-2-1 15,3-4-30-15,3 2-95 0,-3 0-160 16,-1 0-196-1,-7 2-470-15</inkml:trace>
  <inkml:trace contextRef="#ctx0" brushRef="#br0" timeOffset="107039.37">14251 9202 2147 0,'0'0'367'0,"0"0"-291"0,0 0-57 0,0 0-19 0,0 0-16 15,0 0 16-15,77-124 8 16,-59 85-8-16,-3-1-2 0,-3 0-32 15,-1 4-15-15,-5 8 49 16,1 6 56 0,-2 10 83-16,-1 10 0 0,3 2-139 0,-1 10-5 31,4 22 5-31,-1 10 24 0,-1 10-3 16,-1 6-21-1,4 15-36-15,0-15-198 0,-2-14-444 16</inkml:trace>
  <inkml:trace contextRef="#ctx0" brushRef="#br0" timeOffset="107426.74">15082 9114 1667 0,'0'0'563'0,"0"0"-403"0,0 0 38 0,0 0 0 0,0 0-70 0,0 0-44 15,0 0-24-15,131-18-35 16,-87 14-17 0,1 2-8-16,-3 2-15 0,-4 0-55 15,-2 0-154-15,-12 0-102 16,-6 2-298-16</inkml:trace>
  <inkml:trace contextRef="#ctx0" brushRef="#br0" timeOffset="107811.81">15277 8951 1502 0,'0'0'962'0,"0"0"-582"15,0 0-276-15,0 0-86 16,0 0-18-16,0 0 44 16,0 0 23-16,-22 106-31 15,20-57-33-15,-1-4-3 0,-1 12-142 16,0-15-240-16,2-12-618 0</inkml:trace>
  <inkml:trace contextRef="#ctx0" brushRef="#br0" timeOffset="110164.12">16213 8813 1294 0,'0'0'486'16,"0"0"-284"-16,0 0 46 0,0 0-67 0,0 0-71 0,0 0-5 15,0 0-9-15,16-100-47 16,-16 95 32-16,0 4-23 0,0 1-21 16,-9 0-23-16,-18 11-7 15,-6 16 22-15,0 4 11 16,1 10 18 0,12 1-16-16,11 2-13 0,9 0-2 15,0-3-5-15,22-1 8 16,7-7-12-16,0-4-6 15,-4-5-4-15,-9-5-8 16,-14-1-7-16,-2-1-1 16,-14-1 8-16,-17-2 15 15,-2-4-9-15,-1-8-6 16,9-2-1-16,15-6-24 16,10-22-29-16,4-8-123 15,34-4-166-15,9 0 76 16,9 5 149-16,-6 11 118 0,-2 11 7 15,-13 10 116 1,-8 3-10-16,-10 10-24 0,-5 12 14 16,-8 7 29-16,-4-1-41 15,0-1-37-15,0-2-30 16,0-7-18-16,0-4-6 16,9-12-108-16,-3-2-191 15,4 0-263-15</inkml:trace>
  <inkml:trace contextRef="#ctx0" brushRef="#br0" timeOffset="110514.93">16628 8857 1813 0,'0'0'503'0,"0"0"-435"0,0 0 69 0,0 0-8 0,8 136 77 15,-8-94-31-15,0-2-54 16,0-5-74-16,0-5-28 0,0-8-14 15,0-6-5-15,0-8-41 16,0-6-55-16,0-2 37 16,12-2 3-16,7-20-211 0,6-10-28 15,9-7-56 1,5-3-175-16,2 4 526 16,-1 8 52-16,-2 16 238 15,-7 12 24-15,-7 2-123 16,-5 22-62-16,-11 10-23 15,-3 7 25-15,-5 1 4 0,0-2-34 16,0-2-29-16,0-8-39 16,0-6-24-1,0-8-9-15,0-8-92 16,0-6-194-16,0-8-47 0,6-14-652 16</inkml:trace>
  <inkml:trace contextRef="#ctx0" brushRef="#br0" timeOffset="110812.89">17185 8921 1741 0,'0'0'292'0,"0"0"-147"0,0 0 39 15,0 0 11 1,6 136 52-16,-15-97-69 0,1-5-72 16,-2-6-74-1,4-10-22-15,6-8 5 0,0-10-14 16,0 0 5-1,14-12-6-15,9-18-110 0,4-8-56 16,2-7-24-16,-6 1 34 16,-8 6 32-16,-5 10 124 15,-10 14 103-15,0 14 41 16,0 2-101-16,-8 26 5 16,2 8 9-16,6 4 6 15,4-1-22-15,29-6-41 16,46-4 0-16,-8-11-299 15,1-11-657-15</inkml:trace>
  <inkml:trace contextRef="#ctx0" brushRef="#br0" timeOffset="111702.73">16661 8127 1128 0,'0'0'768'0,"0"0"-275"0,0 0-209 0,0 0-74 16,0 0-104-16,0 0-30 0,0 0 7 16,167-34-16-16,-89 34-11 15,7 0-31-15,6 0-25 16,-1 0-3-16,16 0-79 15,-23-2-241-15,-14-2-430 16</inkml:trace>
  <inkml:trace contextRef="#ctx0" brushRef="#br0" timeOffset="152340.6">18192 7983 836 0,'0'0'366'0,"0"0"17"0,0 0-115 0,0 0-48 0,0 0 12 0,0 0-28 15,0-18 5-15,0 14-20 16,0 1-85-16,0 2-13 15,0-2-15-15,0 2-20 16,0 1-19-16,0 0 2 16,0 0 3-16,0 0-2 15,0 0-1-15,0 0-6 16,0 0-12-16,0 0 3 16,0 0-9-16,9 0-15 15,9 0-5-15,8 0 5 16,8 0 0-16,6 0-35 0,2 0-30 15,3 4-32 1,8 7-72-16,-8 0-339 0,-14-4-201 16</inkml:trace>
  <inkml:trace contextRef="#ctx0" brushRef="#br0" timeOffset="152546.37">18111 8215 1298 0,'0'0'1046'16,"0"0"-672"-16,0 0-230 15,0 0-49-15,0 0-42 0,141-16-25 16,-90 16-16-16,0 0-12 16,14 2-119-1,-11 10-392-15,-12-2-741 0</inkml:trace>
  <inkml:trace contextRef="#ctx0" brushRef="#br0" timeOffset="153513.87">19936 7762 1064 0,'0'0'264'0,"0"0"-199"0,0 0-54 0,0 0-11 0,0 0-2 16,0 0 1-16,0 0 1 15,-2 4 0-15,2-4 6 16,0 0 7-16,0 0-13 16,0 0-34-16,0 0 34 15,0 0 31-15,0 0 36 16,0 0 62-16,0 0 59 16,-2 0 7-16,-1 0-8 15,1 0-63-15,0 0-43 16,0 0-33-16,2 0-32 0,0 0-6 15,0 0-8-15,0 0 13 16,0 0 1-16,0 0-3 16,0 0-5-16,-2 0-8 15,0 0 0-15,2 0 0 16,-2 0 0-16,2 0 0 16,0 0 0-16,0 0 17 15,0 0 30-15,0 0 28 16,-3 0-31-16,3 0-29 15,0 0-9-15,-2 0-6 16,2 0 0-16,0 0-18 16,0 0-56-16,0 0-3 15,0 0 10-15,-5 0-36 16,3 0-123-16,-3 0-319 0</inkml:trace>
  <inkml:trace contextRef="#ctx0" brushRef="#br0" timeOffset="153890.78">19998 7413 1859 0,'0'0'385'0,"0"0"-288"0,0 0 7 0,0 0 27 0,-137 54-14 16,108-4 58-16,8 12-34 15,15 7-38-15,6-1-31 16,0-4-29-16,29-8-28 16,11-10-1-16,11-15-5 15,9-16-8-15,3-12-1 16,-5-3-34-16,-12-21-11 15,-17-17 6-15,-15-10 13 16,-14-8 11-16,-6-6 3 0,-27 0 6 16,-2 6 6-1,-3 11 1-15,3 19-1 0,-7 26-17 16,13 0-446-16,6 22-459 0</inkml:trace>
  <inkml:trace contextRef="#ctx0" brushRef="#br0" timeOffset="154320.24">19628 8292 1859 0,'0'0'690'0,"0"0"-392"0,0 0-146 0,0 0-111 16,193-7-16-16,-68 4 3 0,28 0-10 16,-11 2-4-1,-32 1-14-15,-37 0 0 0,-13 0-257 16,-10 0-318-16,-11 5-456 15</inkml:trace>
  <inkml:trace contextRef="#ctx0" brushRef="#br0" timeOffset="154714.74">19780 8999 1252 0,'0'0'703'0,"0"0"-397"16,0 0-80-16,0 0-6 15,0 0-56-15,0 0-67 16,96-128-43-16,-67 82-12 16,0-3-18-16,-2 2-12 15,-5 4-11-15,-7 10 5 16,-5 12 0-16,-8 11 9 0,-2 10 2 16,0 9-17-16,-6 24-3 15,-11 18 3-15,1 10 6 16,3 10-5-16,7 5 4 15,6 0-5-15,2 15-121 16,19-23-478-16,4-16-922 16</inkml:trace>
  <inkml:trace contextRef="#ctx0" brushRef="#br0" timeOffset="155141.87">21184 8260 1672 0,'0'0'682'0,"0"0"-410"0,0 0 55 0,0 0-146 0,0 0-75 0,0 0-43 16,0 0-26-16,114-45-23 16,-68 45-5-16,6 0-5 15,-2 0-4-15,-2 10-62 16,-6 7-90-16,-11-6-385 16,-13-1-355-16</inkml:trace>
  <inkml:trace contextRef="#ctx0" brushRef="#br0" timeOffset="155328.6">21170 8428 765 0,'0'0'1428'0,"0"0"-901"16,0 0-351-16,0 0-87 16,0 0-55-16,0 0-7 15,145 0-2-15,-87 0-25 16,34-2-76-16,-17 0-394 15,-3-2-558-15</inkml:trace>
  <inkml:trace contextRef="#ctx0" brushRef="#br0" timeOffset="155578.01">22155 8125 2436 0,'0'0'626'0,"0"0"-534"0,0 0-77 16,0 0-15-16,0 0 0 15,0 0 13-15,0 0 32 16,-22 122-6-16,56-86-19 16,12-4-10-16,14-11-3 15,5-14-6-15,-1-7-1 16,-8-3 0-16,-13-22-2 16,-17-5 1-16,-21-6 0 15,-5-2-15-15,-29 0-7 16,-20 4 5-16,-13 6-18 15,-34 14-109-15,13 8-345 0,8 6-241 16</inkml:trace>
  <inkml:trace contextRef="#ctx0" brushRef="#br0" timeOffset="157309.47">2306 11001 1982 0,'0'0'473'16,"0"0"-370"-16,0 0-9 0,0 0 46 0,0 0-115 0,0 0 1 15,0 0 27-15,44 122 45 16,-19-46-42-16,1 0-2 0,3-4-36 15,-2-7-9 1,4-15 7-16,-2-10-15 0,5-14 0 16,-1-14 6-16,0-12-7 15,3 0-12-15,-5-20-42 16,-2-16-40-16,-4-14-45 16,-3-8-3-16,2-8-35 15,5 1 11-15,8 9 110 16,5 10 35-16,9 16 21 15,6 14 0-15,3 12 28 0,1 4 22 16,-8 0 20 0,-11 20 19-16,-15 6-19 15,-15 6-16-15,-12 4 25 16,-2 6 61-16,-25 2-52 0,-2-1-46 16,-2-6-21-1,4-6-12-15,7-9-8 0,11-11-1 16,9-11-9-16,0 0-19 15,13-15-46-15,16-20-176 16,4-1-8-16,-2-1 38 16,-6 8 220-16,-11 15 43 15,-8 14 111-15,-6 0-94 16,0 26 31-16,0 9 9 16,0 2-29-16,0-1 5 15,0-5-35-15,7-7-13 16,22-10-4-16,6-8-24 15,8-6-51-15,2-6-93 16,-4-16-71-16,-4-4-94 16,-13-2 93-16,-13 6 216 0,-6 4 0 15,-5 10 235-15,0 8 20 16,-11 0-151-16,-3 15-23 16,3 10 27-16,7-1-13 15,4-2-44-15,2-8-23 16,22-10-10-16,7-4-18 15,8-6-109-15,-4-20-141 16,-6-4-109-16,-12-2-217 16,-7 4 85-16,-8 6 183 15,-2 9 308-15,0 12 227 16,0 1-7-16,0 33 125 16,0 21-7-16,0 33-124 15,-4 35-51-15,4 29 9 0,0 3-26 16,0-28-39-16,6-35-19 15,-1-36 6-15,-1-8-58 16,-4 3-30-16,0 0 8 16,-4-2-13-16,-19-14-1 15,-6-16-7-15,-4-16-2 16,2-2 9-16,8-26 1 16,17-22 17-16,6-14-18 15,11-18-110-15,29-53-151 16,-2 17-338-16,-9 12-875 0</inkml:trace>
  <inkml:trace contextRef="#ctx0" brushRef="#br0" timeOffset="157461.41">3286 11231 1776 0,'0'0'638'0,"-22"-102"-354"0,22 38-30 0,0-12-82 0,20 1-67 15,18 3-30-15,10 10-38 16,4 12-37-16,1 18-15 15,3 32-64-15,-16 22-189 16,-13 18-587-16</inkml:trace>
  <inkml:trace contextRef="#ctx0" brushRef="#br0" timeOffset="157586.74">3335 11877 1906 0,'0'0'549'0,"0"0"-329"0,0 0-11 16,0 0-115-16,0 0-94 15,0 0-60-15,0 0-309 16,60 4-1014-16</inkml:trace>
  <inkml:trace contextRef="#ctx1" brushRef="#br1">20655 12929 0</inkml:trace>
  <inkml:trace contextRef="#ctx0" brushRef="#br1" timeOffset="172598.16">2252 2532 1200 0,'0'0'318'0,"0"0"-95"0,0 0-27 0,0 0-11 0,0 0-185 16,0 0-24-16,6-18 24 16,-3 14 155-16,-1 0-44 15,-2 0-35-15,3 0 42 16,-3 2 18-16,0 0-6 16,0 2-21-16,0 0-28 15,0 0-28-15,0 0-21 16,0 0-8-16,0 0-8 15,0 0-14-15,0 0-2 0,0 10-7 16,0 9 7-16,0 9 1 16,0 8 6-16,0 9 4 15,0 10 2-15,0 5 7 16,0 6-4-16,0 0-4 16,0 0-6-16,0-4-4 15,-5-3-1-15,0-9 0 16,1-6 5-16,0-10-5 15,1-10 1-15,3-8-2 16,0-8 0-16,0-4-7 16,0-4 1-16,0 0 6 0,0 0 0 15,0-4 0-15,0-8-17 16,0-2 7 0,0 2 1-16,3 2-3 15,7 2 6-15,2 2-2 0,3 0 7 16,1 2-5-16,2 2 5 15,0 2-12-15,-1 0-37 16,4 0-98-16,-5 0-122 16,-3-2-342-16</inkml:trace>
  <inkml:trace contextRef="#ctx0" brushRef="#br1" timeOffset="173006.8">2379 2837 1986 0,'0'0'808'0,"0"0"-574"0,0 0-118 0,0 0-38 0,0 0-34 0,0 0-29 16,0 0-15 0,93 0-24-16,-66 0-74 15,-9 4-247-15,-7 6-358 16,-9 2-594-16</inkml:trace>
  <inkml:trace contextRef="#ctx0" brushRef="#br1" timeOffset="173130.34">2368 3072 1136 0,'0'0'1132'16,"0"0"-841"-16,0 0 12 0,0 0-99 16,0 0-103-1,0 0-83-15,0 0-18 0,140-2-193 16,-113 2-780-16</inkml:trace>
  <inkml:trace contextRef="#ctx0" brushRef="#br1" timeOffset="174396.4">5485 10818 1713 0,'0'0'575'0,"0"0"-512"0,0 0-46 0,0 0 7 0,0 0-2 16,0 0 78-16,4 140 81 0,8-27 31 16,-1-3-67-16,0-8-59 15,-4-13-38-15,-3-25-27 16,1 4 9-16,3 4-11 16,-1-13 7-1,0-14-25-15,-3-11 5 0,1-12-4 16,-3-10 5-16,0-9 1 15,0-3 23-15,7 0 50 16,5-21-32-16,11-1-38 16,8-1 2-16,17 0-13 15,18 3-9-15,28 8 8 16,-3 4-26-16,45 8-57 16,-24 0-102-16,-31 0-564 0</inkml:trace>
  <inkml:trace contextRef="#ctx0" brushRef="#br1" timeOffset="174962.07">7125 11468 1622 0,'0'0'1108'0,"0"0"-897"0,0 0-159 0,0 0-2 0,0 0 14 0,130 16-30 16,-66-16-19-16,3 0-15 0,-5 0-40 16,-6-4-99-1,-12-6-161-15,-17 0-157 16,-16 0 137-16,-11-3-71 15,-15 4 31-15,-33-1 360 0,-12 2 3 16,-13 3 280-16,-5 5 53 16,4 0 14-1,12 17-4-15,18 9-42 0,15 6-92 16,21 6-76-16,8 6-50 16,21 0-32-16,21 0-30 15,12-4 3-15,8-4-15 16,5-8-12-16,2-7-23 0,-2-7-48 15,13-12-98 1,-18-2-380-16,-8 0-479 0</inkml:trace>
  <inkml:trace contextRef="#ctx0" brushRef="#br1" timeOffset="175682.94">8450 11662 1716 0,'0'0'855'0,"0"0"-706"15,0 0-124-15,137-46-4 0,-64 14-15 0,3-8-1 16,-3 0-5-16,-6-4-33 16,-16 3-45-16,-17 1-44 15,-21 3-13-15,-13 0 74 16,-17 3 61-16,-29 6 72 15,-14 8 48-15,-6 10 25 0,-3 10 13 16,2 6-55 0,9 28-27-16,16 13-19 0,19 11 12 15,21 7-17-15,2 2 7 16,40-1-34-16,18-8-10 16,15-8-15-16,14-11-6 15,9-16-48-15,38-16-76 16,-25-7-331-16,-18 0-245 0</inkml:trace>
  <inkml:trace contextRef="#ctx0" brushRef="#br1" timeOffset="175989.69">9137 10720 2223 0,'0'0'463'16,"0"0"-381"-16,0 0 62 16,0 0 10-16,-76 134-59 15,90-88-28-15,30-6-16 16,14-9-19-16,9-12-19 16,1-10-13-16,-7-9-7 15,-14-5-7-15,-20-21 5 16,-23-7 2-16,-4-10-19 0,-40-5 13 15,-13-2 1 1,-12 6 0-16,3 10-14 16,4 16-4-16,10 18-116 0,19 10-339 15,16 14-480-15</inkml:trace>
  <inkml:trace contextRef="#ctx0" brushRef="#br1" timeOffset="176389.28">10646 11638 2282 0,'0'0'756'0,"0"0"-558"0,0 0-26 0,0 0-88 0,0 0-68 16,160-20-1-16,-87 12-15 0,1 2-46 15,6 6-93-15,-22 0-393 16,-21 0-627-16</inkml:trace>
  <inkml:trace contextRef="#ctx0" brushRef="#br1" timeOffset="176528.02">10663 11817 1967 0,'0'0'878'16,"0"0"-637"-16,0 0-91 15,122-16-53-15,-41 2-68 16,10 0-29-16,36 2-70 0,-22 4-240 16,-16 2-731-16</inkml:trace>
  <inkml:trace contextRef="#ctx0" brushRef="#br1" timeOffset="176947.05">11973 11729 1877 0,'0'0'571'0,"0"0"-471"15,15-117-48-15,-7 63 27 16,-2 0-21-16,-1 2-21 15,-1 4 5-15,0 5 28 16,-2 11 12-16,1 8 57 16,-3 11-2-16,2 8-55 15,3 5-66-15,-1 6-16 16,1 22-9-16,3 15 9 0,-3 11 0 16,-1 12-1-1,-4 8-7-15,0 8 2 0,0 3-55 16,-15-1-26-16,-10-4-109 15,-8-8-46-15,-7-10 54 16,-9-12-12-16,-3-12-1 16,4-12 89-16,12-9 112 15,16-11 91-15,20-6 282 16,8 0 169-16,44 0-315 16,37-13-41-16,44 2-69 15,48 1-73-15,20 3-44 16,-7 7-41-16,-34 0-101 0,-64 0-201 15,-36 10-1853-15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9-24T00:48:29.36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10972 3364 801 0,'0'0'136'0,"0"0"-106"0,0 0-30 0,0 0-13 0,0 0 13 16,0 0 232-16,0 13-37 0,0-16-95 16,3 0 121-1,-3 1-21-15,0 2-8 16,0 0-12-16,0 0-18 15,0 0-32-15,0 0-6 16,0-2 0-16,0 2-21 16,0-3-25-16,0 2-16 15,0-2-11-15,0-1 3 16,0 3 15-16,0-2 9 16,0 1 1-16,0 1-11 15,0-2-8-15,0-1-15 16,0 3-14-16,2-3-19 0,7-1-10 15,6 4-2-15,6-2 0 16,4 3-6-16,4 0-6 16,4 0-12-16,2 3-17 0,3 3-38 15,0-1-44-15,13-2-54 16,-11-3-474 0,-7 0-1033-16</inkml:trace>
  <inkml:trace contextRef="#ctx0" brushRef="#br0" timeOffset="221.62">11011 3477 1510 0,'0'0'1289'0,"0"0"-1052"0,0 0-148 0,0 0-35 0,0 0-15 15,115-4-19-15,-63 4-20 16,-1 0-3-16,10 8-90 16,-15 6-417-16,-11 2-709 0</inkml:trace>
  <inkml:trace contextRef="#ctx0" brushRef="#br0" timeOffset="1097.82">12034 3613 1881 0,'0'0'669'0,"0"0"-556"0,0 0 50 0,0 0-59 0,0 0-59 16,122-140-16-16,-73 92-13 16,6-6-4-16,1-4-11 15,-2-7 0-15,-5-1-1 16,-9-8-14-16,-6-4 1 16,-11-4-7-16,-7-1 8 15,-5 7 11-15,-3 8 1 16,-8 11 20-16,0 17-5 15,0 17 0-15,-3 9-6 0,-13 14-9 16,-4 0 1-16,-7 27-1 16,-6 20 1-16,-5 15 24 15,1 14 27 1,-1 10 23-16,7 6 3 0,6 1-25 16,11-9-12-16,12-8-23 15,2-14-10-15,7-12-8 16,19-11-15-16,9-13-6 15,2-10-34-15,3-10-34 16,-2-6-50-16,-7 0-129 16,-6-18-37-16,-5-8 47 15,-9-7-3-15,-5-3 26 16,-1-2 71-16,0 2 164 16,-1 8 14-16,-2 10 239 15,0 12 89-15,-2 6-69 16,0 6-118-16,0 22 48 0,0 6-84 15,-8 6-47-15,-4 3-30 16,1-6-42 0,1 2-4-16,4-3-130 0,4-10-349 15,2-10-368-15</inkml:trace>
  <inkml:trace contextRef="#ctx0" brushRef="#br0" timeOffset="1533.74">12749 3242 1627 0,'0'0'650'0,"0"0"-404"0,0 0 55 0,-63 140-113 16,43-101-98 0,7-7-47-16,4-8-20 15,4-8-13-15,5-8-10 0,0-8-5 16,0 0-14-16,14-8-7 15,5-20-31-15,8-6-20 16,2-5-38-16,4 2-5 0,1 6 56 16,-5 12 55-16,-7 12 9 15,-8 7 27 1,-9 16 37-16,-5 19 75 16,0 1-33-16,-12 0-34 0,-1-8-30 15,4-6-26-15,4-12-10 16,5-10-5-16,0 0 7 15,14-12-8 1,13-12-45-16,10-4-6 0,11 0-9 16,4-1 12-1,2 7 38-15,-2 8 10 0,-10 10 16 16,-11 4 7-16,-11 11-16 16,-11 17-7-16,-9 9-20 15,-9 22-207-15,-15-9-238 16,-3-6-498-16</inkml:trace>
  <inkml:trace contextRef="#ctx0" brushRef="#br0" timeOffset="2195.94">12027 3902 1609 0,'0'0'685'0,"0"0"-421"0,0 0-26 0,0 0-93 0,0 0-88 15,127-72-10-15,-105 72-9 16,-4 18-11-16,-10 20 3 16,-5 8 8-16,-3 10 11 0,-7 0 4 15,-15 0 3 1,0-6-12-16,-1-11-19 16,5-9-14-16,7-10-5 15,9-10-6-15,2-10-16 0,0 0-8 16,15-16-20-16,10-17-27 15,4-8-9-15,-4-12-32 16,-1-3-78-16,-6 6 3 16,-9 8 120-16,-4 14 67 15,-5 18 69-15,-2 10 55 0,-19 8-11 16,-1 22-24 0,2 8-27-16,2 3-29 15,9-4-9-15,7-2-9 16,2-7-15-16,7-8 0 15,15-4-66-15,20-10-198 16,-9-4-361-16,-1-2-775 0</inkml:trace>
  <inkml:trace contextRef="#ctx0" brushRef="#br0" timeOffset="2387.79">12296 3990 1375 0,'0'0'1011'0,"0"0"-673"15,0 0-122-15,0 0-92 0,0 0-68 16,141-20-25 0,-99 20-8-16,-1 0-22 15,-4 2-1-15,-4 6-57 16,-6 2-140-16,0 0-152 16,-7-2-173-16,-6-4-180 0</inkml:trace>
  <inkml:trace contextRef="#ctx0" brushRef="#br0" timeOffset="2621">12715 3852 1568 0,'0'0'805'0,"0"0"-524"0,0 0-41 0,0 0-111 16,0 0-89 0,0 0-15-16,0 0 2 15,94 28-9-15,-72 2-7 16,-2 6-10-16,-4 4 0 0,-8 2 15 15,-5 3 5 1,-3-4-10-16,-9-2-2 0,-14-5-9 16,-3-6-5-16,1-8-27 15,5-8-46-15,16-12-143 16,4 0-50 0,0-12-440-16</inkml:trace>
  <inkml:trace contextRef="#ctx0" brushRef="#br0" timeOffset="2837.72">13007 3934 1071 0,'0'0'1083'16,"0"0"-721"-16,0 0-126 15,-20 104-53-15,20-64-75 16,0-8-33-16,29-7-33 16,13-10-35-16,10-10-7 15,3-5-46-15,-4 0-20 16,-13-14-55-16,-20-10 15 0,-18-6 43 15,-2-2 21 1,-36 0-37-16,-11-1-83 0,-29 11-31 16,11 6 2-1,16 8-290-15</inkml:trace>
  <inkml:trace contextRef="#ctx0" brushRef="#br0" timeOffset="4934.76">13918 3491 1371 0,'0'0'561'16,"0"0"-402"-16,0 0 9 0,0 0-14 0,0 0-17 0,0 0-6 16,0 0-18-16,47-28-60 15,-27 26-26-15,3 0 19 16,-1 2-3-16,4 0-17 16,1 0-7-16,2 0-1 15,4 0-7-15,1 0-10 16,4 0 5-16,2 0-4 15,2 0-2-15,1 2 0 16,-1-2-1-16,-2 0-5 0,-4 2 4 16,0-2-4-16,-1 0-4 15,3 0-4-15,4 0-4 16,3 0 12-16,6 0 5 16,0 0 1-16,5 0-11 15,-2 2-10-15,-2 0-15 16,2 2 8-16,-2-2 10 15,-1 0 13-15,-2 2 4 16,-2 0 0-16,-3 0 0 16,-2-2 1-16,-1 2 0 15,-1 0-12-15,-3-2 1 0,4 0 1 16,-1 0 2-16,2 0 8 16,1 0-1-1,-1-2 0-15,0 2 1 0,3 0 0 16,-1-2-1-16,3 2 1 15,-3-2-1-15,4 0-5 16,-2 0-25-16,-1 0 3 16,1 0 8-16,-1 0-7 15,0 0 10-15,0 0 11 16,-3 0 6-16,2 0 0 16,1 0 0-16,-1 0 1 15,3 0-1-15,-1 0 1 16,4 0 0-16,-1 0 0 15,0 0 0-15,-2 0 10 16,-1 0 0-16,4 0-11 0,0 0 0 16,2 0 1-16,2 0-1 15,-3 0 6-15,0 0-6 16,0 0-7-16,-4 0 6 16,2 0 1-16,0 0 0 15,0 0 9-15,2 0-8 16,5 0 1-16,1 0 7 15,7 0 0-15,2 0-2 16,8 2 4-16,2 0 1 16,6 0-5-16,3-2 8 15,4 2-8-15,2 2-6 16,-2 0 0-16,3 0 0 0,-5 0-1 16,1 0 1-1,1 2-1-15,1 0 1 0,-1 0 5 16,0-2-5-16,2 2 7 15,3 0-8-15,-1 0 0 16,1 0 0-16,0 0 0 16,-1-2-1-16,-2 2 1 15,3 0 0-15,0 0 1 16,-3 0-1-16,0 0 0 16,1 0 0-16,-3 0-1 15,2 0 1-15,-1 0 0 16,-1 0 0-16,0-1 6 15,0 0-6-15,-3 1 0 16,4-2-1-16,-1 0 0 0,0 0-10 16,5-1 4-16,-1 0-2 15,3-1 9-15,2 0-1 16,0-2 0-16,3 3 0 16,3-3 0-16,3 0 0 15,2 1 1-15,1-1-1 16,0 0 1-16,0 0 0 15,0 0 7-15,-6 0-7 16,-2 0 0-16,-6 0 0 16,-5 0-6-16,-4 3 6 15,-8 1 0-15,-6-1 0 16,-4 1 8-16,-9 0-2 0,-6-1-5 16,-8 1 8-16,-7-3-9 15,-10 1 0-15,-12-2-8 16,-15 3-24-1,-9-3-171-15,-19 0-300 0,-12 0-514 16</inkml:trace>
  <inkml:trace contextRef="#ctx0" brushRef="#br0" timeOffset="6177.74">14409 3739 1134 0,'0'0'1110'0,"0"0"-889"0,0 0-168 0,0 0 4 16,0 0 25-16,0 0 74 0,-114 85 1 15,89-15-31-15,3 16-24 16,4 7-15-16,5-5-25 16,6-10-36-16,7-14-14 15,0-12-12-15,18-14 0 16,15-8-46-16,30-14-60 15,-5-7-143-15,-9-8-530 0</inkml:trace>
  <inkml:trace contextRef="#ctx0" brushRef="#br0" timeOffset="6487.64">14540 4371 1237 0,'0'0'1101'0,"0"0"-798"16,0 0-136-16,0 0-80 16,0 0-56-16,0 0-19 15,0 0-4-15,74-124-7 16,-57 90 5-16,1 0-6 16,-3-4 1-16,2 2 0 15,-7 1-1-15,-1 11 63 0,-5 10 57 16,-1 14-35-1,-3 2-55-15,0 28-18 0,0 11 27 16,0 4-8-16,-5 4-21 16,1-3-10-1,-1-2-62-15,5 0-108 0,0-12-403 16,0-8-622-16</inkml:trace>
  <inkml:trace contextRef="#ctx0" brushRef="#br0" timeOffset="6754.46">15082 4181 1322 0,'0'0'1220'0,"0"0"-753"15,0 0-339-15,0 0-60 16,0 0-29-16,0 0-15 16,0 0 7-16,129-32-13 15,-94 32-18-15,-2 0-31 16,1 0-98-16,-9 0-371 16,-7 0-478-16</inkml:trace>
  <inkml:trace contextRef="#ctx0" brushRef="#br0" timeOffset="7621.05">15884 3918 1719 0,'0'0'705'0,"0"0"-558"16,0 0-25-16,0 0-11 15,0 0-7-15,0 0 1 16,-135 60-12-16,96-6-6 0,-1 9-17 15,4 3-17-15,5-6-15 16,8-4-12-16,10-10-19 16,8-10-7-16,5-8-7 15,5-10-19-15,19-12-14 16,10-6-14-16,6 0-46 0,2-18-174 16,2-10-33-1,-1-2-17-15,-7-2 30 0,-7 4 111 16,-9 4 183-1,-9 8 76-15,-7 6 168 16,-4 10 16-16,0 0-109 16,-13 6-5-16,-5 14 25 0,-2 2-62 15,5 4-40-15,2-2-20 16,8-4-25-16,2-2-6 16,3-6-7-16,0-4-10 15,16-6 5-15,4-2-6 16,7 0-27-16,-3-4-31 15,1-14-10-15,-4-2-17 16,-9-6 4-16,-7 0 14 16,-5-2 66-16,0 4 1 15,-11 4 97-15,-3 6 30 16,1 6-24-16,7 4-30 16,4 4-13-16,2 0-21 15,0 0-18-15,17-2-19 0,16-2-2 16,10-4-27-16,3-6-73 15,2-3-136-15,-11-2 9 16,-10-6 63-16,-10 0 84 16,-9-4 80-16,-8 1 53 15,0 2 92-15,0 4 138 16,0 8-83-16,-2 6-74 16,2 8-69-16,0 0-42 15,0 18-15-15,8 18-1 16,7 10 1-16,-3 9 1 15,-3 1-1-15,-9-2 1 16,0-2-1-16,0-8 0 16,-18-6 1-16,-6-8 16 15,-5-10-10-15,-5-8-7 0,-4-12-19 16,7 0-114-16,11 0-589 16</inkml:trace>
  <inkml:trace contextRef="#ctx0" brushRef="#br0" timeOffset="8321.93">16322 4091 690 0,'0'0'1349'0,"0"0"-795"0,0 0-306 0,0 0-97 15,0 0-59-15,0 0-27 16,0 0-22-16,58-71-17 0,-43 71-16 16,2 6-9-16,-5 18 0 15,0 8 9 1,-7 4 10-16,-5 3 4 0,0-1-3 15,0-2 8 1,-7-4-12-16,-5-2-1 16,2-4-4-16,1-6-3 0,-1-4-1 15,4-6-8-15,2-2 0 16,-1-2 6 0,3-4-5-16,0 0-1 0,0 0 1 15,0-2 0-15,2 0 5 16,0 0 3-16,0 0-2 15,0 0-5-15,0 0 10 16,0 0-12-16,0 0 11 16,0 0-11-16,0 0 8 0,0 0-2 15,0 0-6 1,0-6 0-16,0-4 2 0,4 0-2 16,11-2-15-16,5-4-5 15,3 2-4-15,3 2 6 16,-1 2 2-16,-1 4 8 15,-1 6 7-15,-4 0 0 16,-3 0 1-16,-7 10 0 16,-3 10 0-16,-6 4 8 0,0 4 13 15,-2 2 4 1,-17 0-4-16,-6-2 2 16,-6-2-7-16,-5-5 2 15,-2-3-10-15,0-7-8 16,3 0-26-16,1-7-35 15,10-2-50-15,6-2-132 0,9-2-393 16,9-10-477-16</inkml:trace>
  <inkml:trace contextRef="#ctx0" brushRef="#br0" timeOffset="8748.25">16632 4153 1722 0,'0'0'740'0,"0"0"-514"0,0 0-65 0,0 0-43 0,0 0-40 15,114-39-32-15,-101 56-8 16,-7 13 10-16,-6 4 13 16,0 6-7-16,0 0-8 15,-10-2 4-15,-3-2-11 0,1-6-18 16,5-6-9-16,3-8-11 15,2-10-1-15,2-6-14 16,0 0-10-16,6-9-16 16,10-18-36-16,2-7-20 15,0-8-26-15,1-2-82 16,0 4-4-16,-6 8 117 16,-4 12 91-16,-7 14 81 15,-2 6 48-15,0 8 19 16,0 18-4-16,-4 2-68 15,-1 4-34-15,5 0-16 16,0-4-16-16,18-4-10 16,11-6-8-16,9-4-38 15,-1-6-58-15,6-6-175 16,-9-2-198-16,-8 0-354 0</inkml:trace>
  <inkml:trace contextRef="#ctx0" brushRef="#br0" timeOffset="8961.81">17289 3894 1714 0,'0'0'952'16,"0"0"-668"-16,0 0-163 16,0 0-43-16,0 0 19 15,64 143 2-15,-47-81-32 16,-1 3 7-16,-3 4-37 15,-7-1-17-15,-6-4-20 0,-4-4-29 16,-46 11-83 0,2-17-84-16,3-12-529 0</inkml:trace>
  <inkml:trace contextRef="#ctx0" brushRef="#br0" timeOffset="11107.19">22977 3680 378 0,'0'0'496'16,"0"0"-269"-16,0 0-21 0,0 0-50 0,0 0 60 0,0 0-13 16,0 0-57-16,0-18-39 15,0 18 26-15,0-3 11 16,0 3-28-16,0 0-12 16,0 0-31-16,0 0-19 15,0 0 4-15,0 0 5 16,0 0-7-16,0 0 6 15,3 0 0-15,-1 0-14 16,-2 0-7-16,0 0-10 16,2 0-8-16,-2 0-1 0,4-2-8 15,4 0-1-15,5 0-13 16,3 0 2 0,5 0-1-16,6 1 5 0,4-2-6 15,3 3 0-15,4 0 0 16,2 0-1-16,4 0 1 15,10 0-1-15,13-2 1 16,9 2 0-16,13-2 6 16,7 0-6-16,6 0 12 15,2 0 0-15,2 0 6 16,-2 0-10-16,1 0 4 16,0-2-4-16,-1-2-7 15,1-2 14-15,2 0 5 16,-4 0-7-16,-7 0-12 15,-7 2 0-15,-12 2-1 0,-17 0-11 16,-14 2-11-16,-25 2-14 16,-17-2-28-16,-25-2-124 15,-20 2-336-15,-9-2-787 16</inkml:trace>
  <inkml:trace contextRef="#ctx0" brushRef="#br0" timeOffset="12211.34">18029 3784 97 0,'0'0'1008'16,"0"0"-747"-16,0 0-17 0,0 0 29 0,0 0 12 0,0 0-41 0,0 0 0 15,-9-59-17 1,9 59-88-16,-2 0-53 15,-5 0-53-15,1 6-12 16,-10 16-9-16,-1 14 8 0,-10 17 17 16,-4 15 4-16,-1 14-1 15,-1 8 8-15,6 3 10 16,5-3-5-16,11-6-16 16,9-6-11-16,2-7-14 15,13-9-6-15,18-8-6 0,6-6 0 16,9-10-26-1,2-6-35-15,1-6-8 16,-5-6-37-16,6 0-109 16,-15-6-378-16,-6-6-349 0</inkml:trace>
  <inkml:trace contextRef="#ctx0" brushRef="#br0" timeOffset="13071.91">18450 4377 1162 0,'0'0'990'0,"0"0"-669"0,0 0-162 0,0 0-17 0,0 0-11 0,0 0-86 16,0 0 15-16,94 18-9 15,-61-2-27-15,0 4-12 16,-2 2-12-16,-4-4-5 15,-4-1-50-15,8-3-111 16,-6-5-117-16,-2-3-371 0</inkml:trace>
  <inkml:trace contextRef="#ctx0" brushRef="#br0" timeOffset="13447.43">19071 4034 1303 0,'0'0'519'16,"0"0"-427"-16,0 0 37 16,0 0 46-16,0 0 7 15,0 0 32-15,0 0-4 0,-73 141-59 16,44-87-48-16,0 2-35 16,2-2-32-16,1-4-3 15,6-4-27-15,4-10 4 16,5-8-10-16,7-6-43 15,4-9-68-15,0-9-201 16,13-4-165-16,3 0-253 0</inkml:trace>
  <inkml:trace contextRef="#ctx0" brushRef="#br0" timeOffset="13766.97">19107 3994 1200 0,'0'0'744'16,"0"0"-456"-16,0 0-26 16,0 0-36-16,145 8-45 15,-85 4-58-15,9-2-37 16,10 0-30-16,0 0-20 15,4-6-14-15,-2 0-10 16,-8-4-11-16,-7 0 8 16,-10 0-8-16,-8 0-1 0,-15 0 0 15,-8-4-23 1,-12 0-29-16,-7 1-55 0,-6-4-174 16,-9 3-257-1,-9-2-645-15</inkml:trace>
  <inkml:trace contextRef="#ctx0" brushRef="#br0" timeOffset="14688.47">18651 3874 1104 0,'0'0'527'0,"0"0"-273"0,0 0-10 0,0 0-31 0,0 0-44 0,0 0-17 16,0 0 8-16,0-2-59 15,0 0-38-15,0 2-27 16,0-2 6-16,0-2-12 15,0-2-14-15,9-2-16 16,-1 2 0-16,4-2-6 16,-3 2 5-16,1 4 0 15,2-1-1-15,-3 3 1 16,2 0-5-16,-5 7 6 16,-1 11 0-16,-5 8 7 15,0 6 14-15,-3 4 4 16,-14 0 8-16,-3 0 6 15,2-8-10-15,2-6-16 0,8-6-5 16,3-7-8-16,5-8 1 16,0-1-1-16,11 0-15 15,14 0 6-15,4 0 9 16,0 0-1-16,-4 0 1 16,-10 7-6-16,-5 7-9 15,-10 4 3-15,0 6-3 16,-2 0-4-16,-21 2-38 15,-18 14-159-15,3-6-170 16,5-8-409-16</inkml:trace>
  <inkml:trace contextRef="#ctx0" brushRef="#br0" timeOffset="17104.59">20012 4026 846 0,'0'0'364'0,"0"0"-194"0,0 0-14 0,0 0 34 0,0 0-31 0,0 0 12 15,0 0 25-15,0-6-36 16,0 4-36-16,0 2-13 16,0-2-2-16,0 0 11 15,9-2-46-15,5 0-33 16,5 2-2-16,8-2-20 16,11 2-1-16,5 0 13 15,7 0 4-15,4 0-4 16,4 2-10-16,-2-2 5 15,0 0-23-15,-3 0-3 0,-4-4-1 16,-7 2 1-16,-9-2-33 16,-6 2-71-16,-9 2-166 15,-9 2-95-15,-7-2-433 0</inkml:trace>
  <inkml:trace contextRef="#ctx0" brushRef="#br0" timeOffset="18343.3">19486 4231 1420 0,'0'0'602'0,"0"0"-382"0,0 0-2 16,0 0-83-16,0 0-34 0,0 0 5 0,0 0-40 15,-51-22-18-15,36 22-11 0,-8 4-10 16,-1 12 14 0,-8 4 26-16,-1 8-16 15,0 4-20-15,-1 4-11 16,5 0-7-16,7 0 4 16,9-5-5-16,5-4 4 15,8-6-10-15,0-3-5 16,12-4 0-16,15-7-1 0,4-3-1 15,5-4-15-15,1 0-26 16,3 0-24-16,-1-4-24 16,-4-7-39-16,-4-2 1 15,-4 0 43-15,-7 0 33 16,-4 3 31-16,-5 2 21 16,-7 2 8-16,-4 2 27 15,0 3 17-15,0 1-22 16,0 0-11-16,-4 1 9 15,-9 13 8-15,-1 0 14 16,1 3-10-16,4-2-9 16,2-2-4-16,7-1-15 15,0-6-4-15,5-2-7 16,12-2-1-16,6-2 0 16,-1 0-33-16,-2-4-34 15,-2-8-18-15,-9-2 21 0,-7-3 13 16,-2 3 21-16,0-2 22 15,-9 2 8-15,-7 0 19 16,3 6 29-16,5 2 14 16,2 5-18-16,6-2 12 15,0 3-11-15,0 0-7 16,16 0-23-16,5 0-9 16,6 0-6-16,-2-6 0 15,4-2-8-15,-2-2-31 16,-4-2-34-16,-3-4 13 0,-7 0 22 15,-4 0 9-15,-3 0 29 16,-3 4 29-16,0 2 42 16,-3 4 14-16,0 4-16 15,4 2-35-15,0 0-31 16,3 2-3-16,3 14 0 16,2 6-1-16,-1 6-1 15,-7 4-5-15,-4 2-1 16,0-2 8-16,-2 0 0 15,-15-3 1-15,-3-5 12 16,-1-6-13-16,2-4-21 16,3-8-173-16,5-4-144 15,9-2-550-15</inkml:trace>
  <inkml:trace contextRef="#ctx0" brushRef="#br0" timeOffset="18656.34">20108 4355 1397 0,'0'0'533'15,"0"0"-446"-15,0 0 20 0,0 0 49 0,0 0-20 0,0 0 8 16,-123 116-24-16,101-91-28 0,5-7-31 15,3-4-25-15,7-7-25 16,7-3 2-16,0-4 6 16,4 0-19-16,21 0-47 15,4 0-22-15,5-7 6 16,1-1-32-16,1 1-36 16,-3 4-13-16,-4-1-38 15,0 1 21-15,-7 2-125 16,-6-2-409-16</inkml:trace>
  <inkml:trace contextRef="#ctx0" brushRef="#br0" timeOffset="18834.4">20108 4355 935 0,'104'52'902'0,"-106"-52"-589"15,-4 2-126-15,-1 14-6 0,1 11-30 16,-4 2-34-16,1 6-18 15,3-1-97-15,-1-2-2 16,7 4-190-16,0-10-167 16,0-8-468-16</inkml:trace>
  <inkml:trace contextRef="#ctx0" brushRef="#br0" timeOffset="19233.9">20399 4391 1190 0,'0'0'603'0,"0"0"-376"0,0 0-12 16,0 0-70-16,0 0 43 15,0 0-18-15,0 0-12 16,25 84-57-16,-25-57-30 15,0-1-32-15,0-2-19 16,0-6-14-16,-2-4-5 16,2-8 0-16,0-4 0 15,0-2-1-15,0 0-23 16,16-18-93-16,1-4-49 16,4-6-20-16,-4 0-33 15,-1 2-19-15,-5 4 166 0,-7 5 71 16,-4 11 219-1,0 6-17-15,0 0-53 0,0 14 37 16,-2 6-80-16,2 2-37 16,0 0-39-16,16-4-30 15,17 3-66-15,-2-7-219 16,-1-6-338-16</inkml:trace>
  <inkml:trace contextRef="#ctx0" brushRef="#br0" timeOffset="23746.89">17557 3615 819 0,'0'0'349'0,"0"0"-110"0,0 0-36 0,0 0-23 0,0 0-46 16,0 0-21-16,0 0-10 16,4-40-13-16,-4 38 0 15,0 0 24-15,0 2 1 16,0 0-7-16,0 0-24 0,0 0-34 16,0 0-2-16,0 0-36 15,0 0-9 1,0 0-3-16,0 12 0 15,0 6 20-15,0 10 22 16,0 5 10-16,-2 4 5 16,-3 7 7-16,1 5-20 0,0 3-14 15,0 0-11-15,-2 2-5 16,2 2-2-16,0-3-11 16,-1-2 12-16,1-4-7 15,2-4 12-15,-5 0-4 16,2-3-2-16,-1-2-3 15,-3 0-8-15,2 1-1 16,0-3 8-16,3-3-8 16,-1-1 8-16,3 1-8 15,0-5-2-15,0 2 2 0,2-4 0 16,-2 0 0 0,0 0 7-16,-1-4-7 15,3 2-6-15,-2-2 6 16,2 0-2-16,0-2 1 0,0 0-5 15,0 0 5 1,0-2 1-16,0 1 0 0,0-1 0 16,0-2-4-16,0-2 3 15,0 0 1-15,0-2-6 16,0 0-5-16,0 0 1 16,0 0 9-16,0 2-5 15,0 0 5-15,0 0 0 16,0 0 0-16,0 0 0 15,-4 0-5-15,1 0 6 16,-1 0 0-16,1 0 2 16,1 0-2-16,0 0 0 0,2-2 1 15,0 0-1-15,0-2 1 16,0-2-1-16,0-2 1 16,0 0-1-16,0-4 8 15,0-2-8-15,4 2 2 16,8-2 5-16,1 0-1 15,5 0-4-15,2 0-1 16,0 0 6-16,1-4-7 16,0-2-7-16,-1 0-14 15,-1 0-41-15,-2-2-80 0,6-6-176 16,-6 0-322-16,1-2-1057 16</inkml:trace>
  <inkml:trace contextRef="#ctx0" brushRef="#br0" timeOffset="24458.52">17644 3627 988 0,'0'0'821'0,"0"0"-490"0,0 0-47 0,0 0-51 0,0 0-40 0,0 0-72 16,0 0-64-16,66-16-37 15,-43 16-20-15,-4 0 0 16,10 0-124-16,-6 2-225 16,-5 4-583-16</inkml:trace>
  <inkml:trace contextRef="#ctx0" brushRef="#br0" timeOffset="25932.16">20874 3928 899 0,'0'0'734'0,"0"0"-387"0,0 0-40 0,0 0-42 0,0 0-43 0,0 0-45 16,0 0-56-16,36-28-35 15,-32 26-26-15,3 2-18 16,-3 0-15-16,6 0-9 15,-2 4-9-15,5 18-2 16,5 12 1-16,-1 12 5 16,-2 10 2-16,1 8 9 15,-10 3 1-15,-4 3-5 16,-2 0-4-16,-2-2-1 16,-18-6-7-16,-7-6-8 0,-2-5-1 15,0-13 1-15,3-8-21 16,8-10-38-1,9-12-51-15,5-6-218 16,4-2-347-16</inkml:trace>
  <inkml:trace contextRef="#ctx0" brushRef="#br0" timeOffset="26511.26">21398 3864 639 0,'0'0'755'0,"0"0"-399"0,0 0-86 0,0 0-25 0,0 0-52 16,0 0-24-16,0 0-33 16,13-44-63-16,1 40-26 15,-1 4 23-15,-2 0-13 16,-4 6-8-16,-7 22-16 16,0 8 0-16,-7 8 22 15,-15 6-7-15,-5-2 2 0,3-3-1 16,1-12-9-1,12-7-14-15,7-5-5 16,4-10-14-16,2-2 2 0,21-5-9 16,6-4-3-1,4 0-42-15,2 0-10 16,-1 0-12-16,-1-4-59 16,5-1-169-16,-9 1-225 0,-5 3-239 15</inkml:trace>
  <inkml:trace contextRef="#ctx0" brushRef="#br0" timeOffset="27339.79">21850 4439 393 0,'0'0'842'0,"0"0"-457"15,0 0-81-15,0 0-30 0,0 0-7 0,0 0-16 0,0 0-12 16,-9 0-77-16,9 0-59 16,12 0-28-1,5 0-35-15,10 0-28 16,6 0-6-16,7 0-5 0,1 0-1 15,-1 0-20-15,-5 0-47 16,-4 0-65-16,-4 0-210 16,-9 0-215-16,-5 0-192 15</inkml:trace>
  <inkml:trace contextRef="#ctx0" brushRef="#br0" timeOffset="27533.88">22073 4325 1250 0,'0'0'991'0,"0"0"-665"0,0 0-88 16,0 0-72-1,0 0-94-15,0 0-11 0,-74 112-14 16,65-72-36-16,5 0-11 16,2 0-77-16,2 7-162 15,9-11-232-15,7-8-380 0</inkml:trace>
  <inkml:trace contextRef="#ctx0" brushRef="#br0" timeOffset="28482.02">22653 4511 1345 0,'0'0'671'0,"0"0"-397"16,0 0 64-16,0 0-65 0,0 0-107 0,0 0-70 15,0 0-39-15,17-44-31 0,-1 44-17 0,6 18-3 31,2 7 1-31,3 0-5 0,-2 1-2 16,0-3-11 0,-2-5-56-16,0-4-81 0,4-8-133 15,-5-2-175-15,-4-4-250 16</inkml:trace>
  <inkml:trace contextRef="#ctx0" brushRef="#br0" timeOffset="28728.62">23118 4181 1699 0,'0'0'689'0,"0"0"-546"16,0 0-84-16,0 0 63 0,0 0 87 16,-62 120-67-16,39-64-44 15,1 3-31-15,2-1-32 16,2-7-19-16,2-6-8 15,5-9-8-15,5-12-29 16,2-6-46-16,4-8-103 16,0-6-130-16,0-4-2 0,4-6-192 15,4-12-545-15</inkml:trace>
  <inkml:trace contextRef="#ctx0" brushRef="#br0" timeOffset="29055.65">23265 4077 1640 0,'0'0'554'16,"0"0"-361"-16,0 0-17 0,0 0-21 16,116-40-40-1,-67 37 26-15,11 3-61 16,11 0-20-16,29 8-15 0,35 6-3 15,36-4 5-15,14-3 22 16,-9-7-26 0,-38 0-4-16,-45 0-20 0,-23-9-8 0,-14 1-2 31,3 0-9-31,1 1-10 16,-6-4-12-16,-19 5-13 0,-14 5-15 15,-13-2-24-15,-5 3-28 16,-3 0-158-16,-11 0-98 15,-7 0-189-15,-2 0-861 16</inkml:trace>
  <inkml:trace contextRef="#ctx0" brushRef="#br0" timeOffset="30064.74">22786 3966 1132 0,'0'0'292'0,"0"0"-93"0,0 0-1 0,0 0-29 0,0 0-26 16,0 0 5-16,0 0-7 0,-6 0-25 16,6 0-20-16,0 0-6 15,0-4-16 1,0-4-33-16,0-2-23 0,0 2 0 15,0 0-17-15,4 0 0 16,5 2 6-16,-1 0-7 16,2 4 0-16,-2 0 0 15,-3 2-1-15,-1 0 0 16,-2 2-8-16,0 14 5 16,-2 4 4-16,0 8 31 15,0 2 11-15,-10 4 4 16,-6-2 4-16,3-3-12 0,4-7-17 15,2-7-9-15,4-6-4 16,3-4 1-16,0-2-3 16,12-3 0-1,5 1-6-15,4-1-6 0,-1 3 6 16,-5 3-1-16,-5 2 1 16,-6 4-9-16,-4 6-1 15,0 4 9-15,-2 4 1 16,-16 0 0-16,-3 0-33 15,-8 10-223-15,6-6-296 16,2-6-634-16</inkml:trace>
  <inkml:trace contextRef="#ctx0" brushRef="#br0" timeOffset="31243.29">23726 4327 1360 0,'0'0'676'0,"0"0"-405"0,0 0-81 0,0 0-31 0,0 0 22 0,0 0-51 16,0 0-60-16,-92-32-27 16,59 48-7-16,-7 10-1 15,-2 6-8-15,-1 4-2 16,6 4 2-16,6 0-1 15,6-4-13-15,12-3 1 0,11-7-14 16,2-8 0-16,6-6-10 16,21-4-2-16,9-8-27 15,3 0-33-15,6 0-39 16,-3-12-103-16,-6-4 50 16,-7 0 42-1,-9 2 63-15,-9 2 23 0,-7 2 36 16,-4 6 80-16,0 4-19 15,-10 0-25-15,-5 0 4 16,-4 12 29-16,3 2 7 16,3 1-37-16,9 0-5 15,4-3-15-15,0-4-11 16,4-2-2-16,19-4-6 16,2-2-9-16,0 0-52 15,0 0-15-15,-4-8 5 16,-9-6-3-16,-5-2 20 15,-7 0 27-15,0-2 27 0,-7 2 24 16,-10 2 38-16,-3 4 5 16,2 3 51-16,7 4-22 15,4 3-36-15,5 0-26 16,2 0-19-16,2 0-13 16,19 0-2-16,5 0-1 15,7 0-24-15,3-4-76 16,-2-4-25-16,-1-5 0 15,-4-1 22-15,-7-4 54 16,-2 0 32-16,-6 2 18 0,-3 0 24 16,-5 4 67-16,-1 6 28 15,-3 2 17-15,0 4-72 16,0 0-51 0,3 4-13-16,0 16 7 0,-1 6 17 15,-2 5 8-15,-2 2 8 16,0 3 21-16,0-1-20 15,-18-5-4-15,-4-4-4 16,-2-2-15-16,-1-8-6 0,2-4-12 16,8-4-19-1,3-6-86-15,12-2-178 16,0-2-192-16,19-12-777 0</inkml:trace>
  <inkml:trace contextRef="#ctx0" brushRef="#br0" timeOffset="31506.41">24245 4405 1129 0,'0'0'696'0,"0"0"-508"0,0 0-30 0,0 0 33 0,0 0 42 0,0 0 3 16,0 0-79-16,-104 116-75 15,73-85-27-15,-1-5-26 16,8-6-17-16,9-6-4 15,3-6-8-15,12-4 0 16,0-4 7-16,14 0-7 16,17 0-3-16,9 0-12 15,9-2-24-15,0-4-52 16,-2 0-111-16,3 2-48 16,-14 2-125-16,-9 0-320 0</inkml:trace>
  <inkml:trace contextRef="#ctx0" brushRef="#br0" timeOffset="31711.66">24390 4430 568 0,'0'0'1404'0,"0"0"-890"0,0 0-371 16,0 0 49-16,0 0-23 15,0 0-61-15,-22 124-32 16,17-82-31-16,3 0-44 15,2-6-1-15,0-6-69 16,0-6-109-16,0-12-154 16,7-6-298-16,4-6-972 0</inkml:trace>
  <inkml:trace contextRef="#ctx0" brushRef="#br0" timeOffset="32090.08">24593 4449 1160 0,'0'0'697'0,"0"0"-487"16,0 0-42-16,0 0 5 0,0 0 26 15,0 0 44-15,3 121-71 16,-17-85-73 0,3 0-51-16,-1-8-9 0,8-8-5 15,2-6-23-15,2-10-2 16,0-4-3-16,6 0-6 15,12-8-56-15,3-14-78 16,0-6-136-16,-3-4 24 16,-5-6-74-16,-1 0 52 15,-5 2 56-15,-7 10 212 16,0 9 381-16,0 15 1 16,0 2-96-16,-11 14-77 15,-1 17-88-15,6 2-34 16,3 6-25-16,3-5-25 15,0-2-18-15,17-4-19 16,8-8-47-16,7-4-37 0,17-6-127 16,-9-6-254-16,1-4-394 15</inkml:trace>
  <inkml:trace contextRef="#ctx0" brushRef="#br0" timeOffset="32576.77">25213 4628 1726 0,'0'0'714'0,"0"0"-566"0,0 0-14 0,0 0 28 0,0 0-44 16,0 0-39-16,0 0-49 16,33 0-20-16,-24-2-2 15,-7-6-8-15,-2 2 1 16,0 0-1-16,-2 2 0 15,-13 2-18-15,-17 2-30 16,5 2-197-16,5 10-378 0</inkml:trace>
  <inkml:trace contextRef="#ctx0" brushRef="#br0" timeOffset="33744.18">25670 4437 1420 0,'0'0'709'16,"0"0"-426"-16,0 0-53 0,0 0-87 0,0 0-95 0,0 0-33 0,0 0 48 16,13 66 61-16,-11-26-43 15,2 5-14-15,-2-5-10 16,0-6-30-1,0-6-13-15,4-8-5 0,-4-8-9 16,0-6 6-16,5-6 5 16,-1 0 2-16,3-8-12 15,2-14-1-15,2-8-10 16,1-8-23-16,1-10-21 16,4-9-33-16,0-9-52 15,4-6-74-15,-1 0 63 16,1 4 68-16,-6 6 82 15,-1 12 27-15,-5 6 71 16,-3 9 63-16,-1 5-19 16,0 6-39-16,0 6-14 15,4 2-2-15,5 6-21 0,11 2-22 16,10 4-21-16,17 4-17 16,10 0 0-16,12 0-5 15,11 6 14-15,2 8-4 16,2 4 7-16,-3 0-8 15,-11 0-9-15,-8 0 0 16,-11-4-1-16,-11-2-13 16,-9-2-37-16,-7-6-17 15,-8 0-47-15,-4 1-190 0,-7-4-268 16,-2 2-275-16</inkml:trace>
  <inkml:trace contextRef="#ctx0" brushRef="#br0" timeOffset="34762.94">25635 3982 1232 0,'0'0'374'0,"0"0"-143"0,0 0-19 0,0 0 15 0,0 0-22 0,0 0-52 0,0 0-22 16,-2-10-8-1,2 2-40-15,0 0-30 16,0-2-10-16,0 0-19 15,0-2-12-15,12 2-12 16,3 2-1-16,1 4-13 16,-3 0 7-16,-4 4-1 0,-4 0-1 15,-5 14-14-15,0 10 23 16,-10 8 31-16,-9 4 17 16,-6 2-9-16,5-3-14 15,3-6-8-15,7-4-10 16,8-7 1-16,2-6 4 15,2-2-12-15,18-2 1 16,1 0 7-16,-4-2-8 16,-3 1 0-16,-10 4-6 15,-4 3-11-15,-2 6 5 16,-20 4-9-16,-5 2-21 16,2 8-130-16,8-6-281 15,7-6-407-15</inkml:trace>
  <inkml:trace contextRef="#ctx0" brushRef="#br0" timeOffset="35822.58">26371 4273 1360 0,'0'0'609'16,"0"0"-398"-16,0 0-23 0,0 0-72 0,0 0-8 0,0 0-26 16,0 0 42-16,-82 6 24 15,49 22-29-15,-4 4-32 16,2 6-33-16,-1 2-4 16,7 2-5-16,4-3-17 15,10-3-12-15,7-4-5 16,8-6-10-16,0-6-1 15,2-6-11-15,17-6-8 16,6-6-4-16,4-2-11 16,4 0-25-16,1-14-16 15,-3-2-31-15,-7-4-37 0,-3 2 47 16,-8 4 72 0,-9 3 24-16,-4 7 90 0,0 4-22 15,-4 0-47-15,-11 4 6 16,-6 10 20-16,3 7-3 15,3-1-11-15,5-2-10 16,8-2-10-16,2-6-4 16,0-2-8-16,14-6-1 15,9-2-1-15,0 0-24 16,0-6-11-16,0-12-22 16,-8-2-29-16,-4-2-25 15,-4-4 18-15,-7 1 91 0,0 1 3 16,0 5 77-16,-2 4 11 15,-5 5 2 1,2 6-2-16,5 2-37 0,0 2-16 16,0 0-22-1,7-2-13-15,11 0-9 0,2-2-30 16,0-1-4-16,-2-2 0 16,-7 1 11-16,-2 1 28 15,-7-2 4-15,0 1 27 16,-2 0 16-16,0 0 6 15,3 6-10-15,-1 0-18 16,4 0-19-16,4 12-2 16,3 14 0-16,3 11 0 0,1 4 0 15,3 4 2 1,-4-3-2-16,-5-2 0 0,-4-4 1 16,-5-8 8-1,-2-8-8-15,0-8 7 0,-20-6-1 16,-2-6 13-16,-7 0-20 15,2 0-35-15,-4 0-141 16,8-2-462-16,7 0-1104 0</inkml:trace>
  <inkml:trace contextRef="#ctx0" brushRef="#br0" timeOffset="37054.57">26792 4467 553 0,'0'0'805'0,"0"0"-536"0,0 0-44 0,0 0-7 0,0 0-35 0,0 0-42 15,0 0 7-15,4-33-6 16,-4 33-51-16,0 0-56 15,0 0-23-15,0 15 12 16,-2 7 75-16,-9 6-21 16,0 1-16-16,2-3-12 15,0-2-23-15,3-10-20 16,3-4-1-16,3-4 0 16,0-6-6-16,3 0-8 0,14 0-10 15,6-2-15-15,1-6-24 16,-2-2-17-16,-4 4 44 15,-3 2 18-15,-5 4 12 16,-6 0 18-16,-4 2 21 16,0 14 25-16,0 4-17 15,0 2-19-15,-11 0-8 16,0-2-10-16,2-4-10 16,1-4-1-16,0-4-42 15,2-4-89-15,-3-4-108 16,-3 0-24-16,-9-12-85 15,-2-6-266-15,0-6-478 0</inkml:trace>
  <inkml:trace contextRef="#ctx0" brushRef="#br0" timeOffset="37187.87">26754 4434 59 0,'0'0'1680'16,"0"0"-1201"-16,0 0-259 16,132-49 91-16,-88 39-86 15,1 2-107-15,-3 4-74 16,-1 2-44-16,-6 2-24 15,-8 4-359-15,-12 8-616 0</inkml:trace>
  <inkml:trace contextRef="#ctx0" brushRef="#br0" timeOffset="37547.71">27224 4499 1279 0,'0'0'798'0,"0"0"-614"16,0 0-79-16,0 0 25 0,0 0 26 16,0 0 12-16,0 125-12 15,0-95-55-15,-6-2-44 16,2-6-31-16,-2-6-2 16,4-6-17-16,2-6-4 15,0-4-3-15,5 0-1 16,13-14-47-16,2-10-55 0,3-8-30 15,-2-6-15 1,0-4-7-16,-6 1 41 16,-4 8 114-16,-4 7 95 0,-7 13 203 15,0 13-116 1,0 0-116-16,-4 21-24 0,-8 8 6 16,5 6 5-16,5 3-20 15,2-4-33-15,9-2-24 16,36-2-92-16,-5-10-243 15,-3-6-373-15</inkml:trace>
  <inkml:trace contextRef="#ctx0" brushRef="#br0" timeOffset="38796.57">25114 3533 601 0,'0'0'512'0,"0"0"-307"0,0 0 62 0,0 0-17 0,0 0-56 16,0 0 23-16,0 0-4 16,-28-32-67-16,28 32 11 15,0 0 22-15,0 0-46 16,0 0-37-16,0 0-24 16,0 0-30-16,4 0 0 15,9 0-16-15,10 0-11 0,10 0-4 16,13 0-10-1,20 0 10-15,32 0-2 16,41 0-9-16,58 8 1 16,24 2 8-16,10 4-9 0,1-2-6 15,-10-2 6-15,11 2-1 16,4-2-11-16,-4 0-16 16,-13 2-1-16,-17-2 12 15,-12 2 17-15,-10-4-1 16,-8 0 0-16,-9-4 1 15,-16-2 8-15,-16 3-8 0,-25-4 1 16,-22 3 12 0,-14 0-12-16,-5-2 0 0,13 2 5 15,4 0-6 1,4 0 1-16,-16 0-1 16,-18 1 11-16,-11-1-5 15,-13 0-6-15,-4-1 0 0,-6 1 0 16,2-1-1-16,4 1 0 15,4-4-6-15,6 0-5 16,7 0-4-16,1 0 2 16,1 0-8-16,-4 0 2 15,-7-7 10-15,-8 3 9 16,-7 1-13-16,-7-1 2 16,-7 1-7-16,-4 3-16 15,0-1-29-15,0-2-48 16,-8 3-105-16,-11-2-32 0,4-2-364 15</inkml:trace>
  <inkml:trace contextRef="#ctx0" brushRef="#br0" timeOffset="39617.18">27815 4528 880 0,'0'0'1099'0,"0"0"-584"0,0 0-213 0,0 0-44 0,0 0-85 0,0 0-54 16,0 0-51-16,53 0-32 15,-24-7-27-15,7 3-3 0,-1 1-6 16,-1-1-14-16,-3 0-47 16,-6 1-38-16,-9-1-81 15,-6-2-334 1,-5 1-167-16,-3-2-834 0</inkml:trace>
  <inkml:trace contextRef="#ctx0" brushRef="#br0" timeOffset="39756.15">28013 4379 1377 0,'0'0'1015'16,"0"0"-709"-16,0 0-122 16,0 0-71-16,0 0-31 0,0 0-13 15,-101 117-36 1,91-78-33-16,5 16-45 16,3-9-266-16,2-10-502 0</inkml:trace>
  <inkml:trace contextRef="#ctx0" brushRef="#br0" timeOffset="40376.17">28822 4557 1175 0,'0'0'797'0,"0"0"-435"0,0 0-20 15,0 0-75-15,0 0-146 0,0 0-50 0,0 0-14 16,56 61-21-16,-43-31-8 0,-2 2-4 15,2-2-15-15,-2-4 15 16,-1-6-15 0,-1-6-8-16,-3-4-1 15,-2-6-12-15,-2-2-18 0,5-2-72 16,-2-2-200 0,0-10-444-16</inkml:trace>
  <inkml:trace contextRef="#ctx0" brushRef="#br0" timeOffset="40624.68">29290 4221 2096 0,'0'0'505'15,"0"0"-458"-15,0 0 82 0,0 0 44 16,-85 116-51-16,51-60-24 15,1 7-26-15,0-2-23 16,2-3-23-16,4-3-14 16,4-11-12-16,6-10-1 15,6-8-29-15,6-10-49 16,5-10-104-16,0-6-272 16,0 0-115-16</inkml:trace>
  <inkml:trace contextRef="#ctx0" brushRef="#br0" timeOffset="40979.99">29321 4219 1239 0,'0'0'894'0,"0"0"-727"16,0 0-53-16,0 0 14 15,127-10-2-15,-69 10 5 16,11 0-10-16,11 0-71 16,25 0-4-16,29 0 2 15,-9 0 21-15,-15-4 12 16,-14-2-20-16,-26-2-22 16,7 2-6-16,6-2-27 15,-8-1-5-15,-12 4 5 16,-10-1-5-16,-13 4 1 15,-13 0 14-15,-11-1-7 0,-11 3-9 16,-5 0-11-16,0 0-43 16,-5 0-54-16,-32 0-133 15,0 0-285-15,2 3-505 16</inkml:trace>
  <inkml:trace contextRef="#ctx0" brushRef="#br0" timeOffset="41964.4">28911 4091 745 0,'0'0'685'0,"0"0"-368"0,0 0-91 0,0 0-61 0,0 0-51 0,0 0-36 15,0 0-8-15,0-32-39 16,7 28-22-16,3-1-7 16,0 1 11-16,-3 4 24 15,-5-2 42-15,0 2 27 16,-2 0-41-16,0 0-27 16,0 0-37-16,0 6 0 15,-7 8 12-15,-4 3-12 0,0-2 17 16,0-1 32-1,1-1-1-15,4-5-19 16,4-4-5-16,0-2-5 0,2-2-8 16,0 0 10-1,0 0-7-15,0 0 7 0,0 0-5 16,0-5-10-16,0-4 2 16,4-4-7-16,8-1-3 15,3 2 1-15,3 5-1 16,-1 0 0-16,-1 7 1 15,-3 0 0-15,-4 0 7 16,-6 7-7-16,-3 11 12 16,0 4 9-16,-7 2 18 15,-11 2 10-15,2-2-1 16,3-2-13-16,7-4-17 16,6-2-2-16,0-2-15 15,6-2 0-15,9 0-1 16,2-2-13-16,-7 0-4 0,-8 0-8 15,-2 4-13-15,-4 2-8 16,-21 2-26-16,-10 0-76 16,-13 8-143-16,5-3-303 15,7-5-1051-15</inkml:trace>
  <inkml:trace contextRef="#ctx0" brushRef="#br0" timeOffset="43054.48">29749 4484 1565 0,'0'0'515'0,"0"0"-285"0,0 0-15 0,0 0-112 15,0 0-26-15,0 0 32 0,0 0 6 16,-129 58-22-16,95-20-11 16,1 2-11-1,2 2-16-15,8-4-14 0,5-2-22 16,9-6-7-16,9-8-11 15,0-5-1-15,3-8-19 16,19-5-5-16,5-4-38 16,2 0-40-16,0-4-67 15,-1-12-61-15,-3-2 19 16,-5 0 1-16,-9 2 44 16,-5 6 166-16,-6 6 53 15,0 4 27-15,-2 0-15 16,-15 12 66-16,-3 8-8 0,2 2-22 15,4 1 1-15,4-4-26 16,8-2-20-16,2-7-26 16,0-5-21-16,10-5-7 15,11 0-2-15,0 0-27 16,0-14-18-16,-5-4-13 16,-5-1-17-16,-5-6-1 15,-6 3 49-15,0 2 27 16,0 2 3-16,0 6 69 15,0 4 25-15,0 4-30 16,0 2-9-16,12 2-26 0,5-4-32 16,10-2-26-16,4-4-29 15,2-4-48 1,1-2 3-16,-7-2 42 0,-7-4 12 16,-7 0 46-16,-7 2 24 15,-3 4 67-15,-3 1 79 16,0 8-4-16,0 4-50 15,0 3-68-15,0 0-33 16,3 18-13-16,-1 13 11 16,4 9-1-16,-1 4-11 15,-1 4 8-15,-2-4-8 16,-2-3 1-16,0-9-1 16,0-6 0-16,-13-7 0 15,-3-6 4-15,-3-8-5 16,0-2-46-16,3-3-221 0,6 0-344 15,5-11-953-15</inkml:trace>
  <inkml:trace contextRef="#ctx0" brushRef="#br0" timeOffset="43339.66">30270 4636 1149 0,'0'0'1049'16,"0"0"-760"-16,0 0-115 0,0 0 26 0,0 0-55 0,0 0-54 15,0 0-19-15,-49 88-30 0,49-58 1 16,2 0-16-16,14-2-10 16,-1-4-16-16,-3-1 1 15,-4-5 3 1,-3-3-5-16,-5-2-9 0,0-4 8 15,-9 0-6-15,-9-5-16 16,-1-4-14-16,-15-2-109 16,5-14-311-16,0-2-405 0</inkml:trace>
  <inkml:trace contextRef="#ctx0" brushRef="#br0" timeOffset="43471.92">30194 4594 1493 0,'0'0'1024'15,"0"0"-775"-15,151-24-17 0,-83 15-92 16,-3 4-93-16,-10 3-47 16,-8 2-3-16,-16 0-319 15,-13 6-781-15</inkml:trace>
  <inkml:trace contextRef="#ctx0" brushRef="#br0" timeOffset="43887.92">30509 4686 2083 0,'0'0'708'16,"0"0"-478"-1,0 0-73-15,0 0-106 0,0 0-24 16,0 0-10-16,0 0 7 15,27 78-5-15,-27-42 5 16,0-2-6-16,-12-4 1 16,5-8-11-16,5-3-8 15,2-11-8-15,0-7-20 16,13-1-17-16,10-5-61 0,4-15-207 16,-5-9-45-1,-2-3-8-15,-4-5-129 16,-6 0 205-16,-3 5 290 15,-3 12 365-15,-1 10 251 0,-3 10-301 16,0 0-76-16,0 18-69 16,0 8-60-16,0 6-49 15,3 0-25-15,10 0-36 16,11-4-13-16,20 1-145 16,-1-11-424-16,-1-7-262 15</inkml:trace>
  <inkml:trace contextRef="#ctx0" brushRef="#br0" timeOffset="44152.87">31353 4271 2054 0,'0'0'794'0,"0"0"-579"0,0 0-75 0,0 0-77 16,0 0-38-16,0 0 13 0,98 112 11 16,-98-36-3-16,0 13-17 15,-23 3-13-15,-10 0-16 16,-7-1-9-16,-8-5-42 16,-13-8-53-16,-35 12-129 15,14-22-300-15,3-15-351 16</inkml:trace>
  <inkml:trace contextRef="#ctx0" brushRef="#br0" timeOffset="44833.68">28714 4217 1974 0,'0'0'497'0,"0"0"-377"0,0 0 77 0,0 0-106 0,0 0-18 16,-131 90 38-1,104-30-24-15,6 12-21 0,7 6-30 16,12-1-9-1,2-3-14-15,24-8-13 0,27-6-1 16,63 10-53-16,-12-17-156 16,1-11-466-16</inkml:trace>
  <inkml:trace contextRef="#ctx0" brushRef="#br0" timeOffset="45807.36">31910 4200 139 0,'0'0'1111'0,"0"0"-845"0,0 0-19 0,0 0 11 0,0 0-21 16,0 0-31-16,0 0-34 15,8-27-70-15,13 25-28 16,-1 2-17-16,-3 0-30 15,-3 0-12-15,-7 16-6 16,-7 8 4-16,0 8 43 16,-21 2 33-16,-8 2-12 15,0-2-22-15,6-6-2 0,4-5-23 16,13-8-14-16,6-7 4 16,2-2-7-16,27-3-4 15,13-3-9-15,12 0-38 16,6 0-85-16,21-13-170 15,-22 3-322-15,-8 1-613 16</inkml:trace>
  <inkml:trace contextRef="#ctx0" brushRef="#br0" timeOffset="46887.82">29969 3611 848 0,'0'0'367'0,"0"0"-180"0,0 0 22 0,0 0-40 0,0 0-55 15,0 0 28-15,0 0 20 0,-2-34-23 16,2 32-11-1,0 2 6-15,0 0 28 16,0 0 13-16,0 0-44 16,0 0-21-16,0 0-25 0,2 0-22 15,12 0-21-15,8 0-29 16,11 0-7-16,14 0 11 16,20 0-10-16,40 2 8 15,51 10-1-15,59 2-4 16,22 2 8-16,0-2-1 15,-27 2-17-15,-38-2-4 16,-22-2 4-16,-34-2 1 16,-34 0 10-16,-24-3-11 15,-17-3-23-15,-3 2-22 16,-9-2-13-16,-9 0-32 16,-22 3-58-16,-11-3-318 0,-11-1-159 15</inkml:trace>
  <inkml:trace contextRef="#ctx0" brushRef="#br0" timeOffset="49692.43">31955 3934 1194 0,'0'0'733'0,"0"0"-569"0,0 0-5 0,0 0 31 16,0 0-15-16,0 0-26 0,0 0-29 16,77 0-32-16,-25 0-31 15,8 0-31-15,2 0-5 16,-1 0-14-16,-9 0-6 16,-9 0-1-16,-9 0 0 15,-14 0 9-15,-7 4-9 16,-9 0-9-16,1 0-1 15,-5 4 10-15,0 2 18 16,0 2 3-16,0 2 3 0,0 4 7 16,0 2-11-16,-7 4-4 15,5 5 5 1,0 3-4-16,0 4-1 16,-3 4 8-16,-2 6 5 15,3 4-3-15,-7 2-12 0,2 4-4 16,5 3-4-16,-4-1-5 15,4 2 5-15,2 2-5 0,-2 0 5 16,-1-4-5 0,1 0 5-16,-3-4-6 15,0-4-1-15,1-1 1 16,-7-3 1-16,-1-4-1 0,3-2 0 0,-1-2 0 31,4-1 1-31,1-5-1 16,1-5 0-16,1 0 1 15,0-5 1-15,3-3-2 16,2-5 0-16,0-1 6 16,-2-4 3-16,0 0 11 15,-3-3-4-15,-1 0-1 16,-6 0 17-16,-3 0-8 0,-3 2 15 16,-6-2-9-16,-3 4-6 15,-6-2-11-15,-6 2-5 16,-5 0-8-16,-8-2-19 15,-2-2-41-15,-41-4-71 16,18 0-143-16,3-2-671 0</inkml:trace>
  <inkml:trace contextRef="#ctx0" brushRef="#br0" timeOffset="54091.1">17411 1989 224 0,'0'0'1247'0,"0"0"-729"15,0 0-255-15,0 0 25 0,0 0 10 16,0 0-99-16,0 0-59 0,34-46-44 16,-34 46-20-16,0 0-41 15,0 0-11-15,-9 0-12 16,-13 8-12-16,-14 24 12 16,-20 34-11-16,-21 40 29 15,-8 35 15-15,7-5-6 16,27-24-2-16,24-35-16 15,18-31-19-15,9 0-2 16,0-2 0-16,18-4-10 16,25-20-8-16,12-14-8 15,14-6-38-15,4-16-1 16,-1-14 7-16,-7-6 0 0,-10-4-26 16,-10 2 7-16,-14 2 32 15,-8 1 45-15,-13 9 23 16,-5 8 37-16,-5 8 3 15,0 10 0-15,0 0-43 16,0 8-12-16,-13 16 10 16,1 7-3-16,3-4 7 0,5 0-8 15,4-7-9 1,0-4-5-16,0-8-9 16,15-4 2-16,6-4-4 15,-1 0 1-15,-1-4 1 16,-3-10 0-16,-7-2 1 15,-7-2-10-15,-2-1 18 16,0 4 17-16,-8 3 4 16,-5 3 3-16,1 5-15 0,5 3 1 15,5 1-1-15,2 0-6 16,2-3-3-16,25-4-6 16,11-11-21-16,9-8-41 15,4-9-39-15,-6-7-2 16,-7-6 10-16,-12-2 50 15,-10-2 46-15,-10 4 3 16,-6 6 60-16,0 11 50 16,0 15 18-16,0 14-46 0,10 2-54 15,3 31-28 1,9 15 6-16,5 13 8 0,2 10-13 16,-4 3-2-1,-8-1 1-15,-11-6-1 0,-6-8-1 16,0-9 1-1,-19-12-6-15,-8-8 7 0,0-10 5 16,-2-8-5-16,2-10-67 16,10 0-167-16,5-2-557 0</inkml:trace>
  <inkml:trace contextRef="#ctx0" brushRef="#br0" timeOffset="55529.9">18918 2246 1525 0,'0'0'849'0,"0"0"-638"0,0 0-151 16,0 0-21-16,0 0 138 0,-154 88-23 16,87-44-57-16,-1 0-44 15,3-2-20-15,11-10-17 16,14-5-8-16,14-12 1 15,15-7-8-15,11-6 1 16,2-2-2-16,27 0-3 16,11-2-23-16,6-6 2 15,10 2 8-15,2 2 5 16,0 2 2-16,2 2-25 16,-4 0-36-16,-10 0-149 15,4 0-140-15,-17 0-355 16,-8 0-705-16</inkml:trace>
  <inkml:trace contextRef="#ctx0" brushRef="#br0" timeOffset="55735.21">18909 2284 1320 0,'0'0'959'0,"0"0"-643"0,0 0-127 16,0 0-43-16,-35 102-8 15,23-48-42-15,1 7-29 16,0-2-28-16,0 2-39 16,6-7-9-16,3-6-148 15,2-10-313-15,7-14-137 0,9-12-816 16</inkml:trace>
  <inkml:trace contextRef="#ctx0" brushRef="#br0" timeOffset="56109.4">19217 2286 1172 0,'0'0'1139'16,"0"0"-924"-16,0 0-110 16,0 0 33-16,18 124 24 15,-18-70-9-15,0 5-51 0,-10-4-29 16,2-2-26-1,-1-11-34-15,5-12-11 16,4-12-2-16,0-14-9 0,0-4 3 16,8-8-3-1,10-20-86-15,-2-8-111 0,-1-11-83 16,-1-7 17-16,-6-2 41 16,-3 0 60-16,-3 12 171 15,-2 18 127-15,0 18 200 16,0 8-108-16,0 20 5 15,-9 18-76-15,3 8-76 16,1 2-2-16,5-2-25 16,0-5-45-16,3-5-16 15,26-10-154-15,-5-10-387 16,0-10-587-16</inkml:trace>
  <inkml:trace contextRef="#ctx0" brushRef="#br0" timeOffset="56276.32">19816 2546 2263 0,'0'0'741'0,"0"0"-616"16,0 0-65-16,118-4-42 16,-67 4-18-16,20 0-27 15,-10 0-260-15,-6 0-840 0</inkml:trace>
  <inkml:trace contextRef="#ctx0" brushRef="#br0" timeOffset="57191.44">21351 2194 2070 0,'0'0'716'16,"0"0"-529"-16,0 0-65 16,0 0-84-16,0 0-23 15,0 0 12-15,0 0 31 16,-160 19 11-16,108 56-5 15,6 9-4-15,8 0-16 16,13-6-10-16,11-11-26 16,14-15 1-16,0-16-9 0,27-12-1 15,12-12 1-15,7-10-38 16,4-2-40-16,-2-16-5 16,-1-13 0-1,-5-4 19-15,-8-2-20 0,-10 3-24 16,-9 6 107-16,-9 12 1 15,-6 10 67-15,0 4-30 16,-18 10-7-16,-3 15 9 16,4 1 5-16,3-1-16 15,10 0-13-15,4-10 6 16,0-2-15-16,9-8-5 16,11-2-1-16,0-3-30 0,-3 0-1 15,-3-12 2-15,-7-8-16 16,-5-5-1-16,-2 0 16 15,0 0 7-15,0 2 23 16,0 6 31-16,0 7 36 16,0 5-7-16,0 1-25 15,20-3-20-15,16-1-15 16,6-4-32-16,7-4-16 16,1-4-18-16,-11-2-5 15,-5-2-3-15,-14-2 35 16,-9 2 39-16,-9 2 78 15,-2 4 15-15,0 8 18 16,0 7-9-16,0 3-58 16,0 17-26-16,0 19-7 15,11 14 16-15,3 8-17 0,-1 2-2 16,1 0-8-16,-8-6-2 16,-6-5 2-16,0-7 0 15,-6-10 0-15,-17-8-9 16,-4-10-9-16,0-10-23 15,0-4-65-15,8-12-254 16,7-8-573-16</inkml:trace>
  <inkml:trace contextRef="#ctx0" brushRef="#br0" timeOffset="57542.28">22084 2376 1739 0,'0'0'746'15,"0"0"-589"-15,0 0 22 0,0 0-7 0,0 0-60 0,-71 112-10 16,61-77-36-16,8-7-18 16,2-6-29-16,0-8 8 15,10-9-15-15,15-5-3 0,3 0-9 16,8 0-8-16,0-5-12 15,-1-5-2-15,-4 3-12 16,-6 7 17 0,-8 0-4-16,-9 12 2 15,-6 12 19-15,-2 9 7 16,-2-1 13-16,-14 2-10 16,-3-6-1-16,2-4-9 0,1-6-9 15,1-8-55-15,-8-10-149 16,3 0-284-16,1-4-265 15</inkml:trace>
  <inkml:trace contextRef="#ctx0" brushRef="#br0" timeOffset="57704.71">22053 2332 2191 0,'0'0'711'0,"0"0"-518"15,151-52-26-15,-82 36-30 0,3 0-86 16,-1 3-43-1,-4 6-8-15,-9 5-63 0,-4 2-109 16,-19 16-595 0,-10 4-1105-16</inkml:trace>
  <inkml:trace contextRef="#ctx0" brushRef="#br0" timeOffset="58151.57">22647 2502 1117 0,'0'0'1131'16,"0"0"-525"-16,0 0-358 15,0 0-85-15,0 0-57 0,0 0-25 16,0 0-46 0,63-68-10-16,-51 68-25 0,-2 24 8 15,-1 10-7-15,-7 6 16 16,-2 9 11-16,0 1-8 15,-6 0-7-15,-7-4 7 16,4-4-19-16,2-10 0 16,7-10-1-16,0-10-8 15,0-10-8-15,14-2-32 16,3-12-8-16,5-20-19 16,1-10-3-16,-4-10-13 15,2-6 6-15,-3-1-2 16,-3 7 78-16,-3 14 9 15,-6 16 123-15,-6 18 1 0,0 4-82 16,0 22-41 0,-2 14 37-16,-7 9 37 0,6 0-6 15,3 2-44-15,0-5-25 16,27-4-29-16,9-6-21 16,9-6-43-16,24-6-119 15,-11-6-468-15,-7-6-1016 0</inkml:trace>
  <inkml:trace contextRef="#ctx0" brushRef="#br0" timeOffset="87232.96">2691 6637 637 0,'0'0'740'0,"0"0"-492"0,0 0-5 0,0 0-243 0,0 0 10 16,0 0 484-16,0 0-268 15,16 0-100-15,-16 0 24 16,0 0-47-16,0 0-34 16,0 0 10-16,0 0 8 15,0 0-12-15,0 0-5 16,0 0 2-16,0 0 10 16,0 0-13-16,0 0-15 15,0 0-25-15,0 0-16 0,0 0 1 16,6 0-14-1,21 0 0-15,9 6 9 0,9-2-9 16,7 0-42 0,2-2-31-16,-2 2-53 0,0 2-70 15,-11-2-375-15,-16 0-396 16</inkml:trace>
  <inkml:trace contextRef="#ctx0" brushRef="#br0" timeOffset="87404.38">2669 6882 2112 0,'0'0'708'0,"0"0"-551"0,0 0-3 15,0 0-86 1,156-50-46-16,-92 38-14 0,1 6-8 16,-3 6-27-16,5 0-130 15,-15 11-376-15,-15 2-1109 0</inkml:trace>
  <inkml:trace contextRef="#ctx0" brushRef="#br0" timeOffset="87993.4">4380 6553 1099 0,'0'0'1416'0,"0"0"-1100"0,0 0-159 0,0 0-10 0,0 0-71 16,0 0-26-16,0 0-13 15,22-92-11-15,-4 62-13 16,2-5-12-16,-2-2 0 16,-1-6-1-16,-3-1-8 15,-3-2 6-15,-4 4 2 16,-3 6 11-16,1 10 51 16,-5 8 14-16,2 7-14 15,-2 8-23-15,0 3-20 16,0 0-13-16,0 2-6 15,2 22-30-15,1 16 30 16,-1 16 0-16,-2 12 9 0,0 8-9 16,0 3-18-1,0-1-61-15,0-6-40 0,0 12-68 16,0-18-347-16,0-16-207 16</inkml:trace>
  <inkml:trace contextRef="#ctx0" brushRef="#br0" timeOffset="88220.98">4053 6868 2114 0,'0'0'797'16,"0"0"-583"-16,0 0-67 16,0 0-47-16,129-32-42 15,-63 21-8-15,12 6-4 16,9 0-21-16,4 4-25 15,-1 1-18-15,-5 0-46 16,-8 0-41-16,1 1-52 16,-22 8-395-16,-16-1-410 0</inkml:trace>
  <inkml:trace contextRef="#ctx0" brushRef="#br0" timeOffset="88863.27">4380 7171 605 0,'0'0'963'0,"0"0"-691"0,0 0-73 16,0 0 14-1,0 0-48-15,0 0-30 0,0 0-4 16,-5-11 2-16,5 5-38 15,0-2-35-15,0 1-3 16,0-4-8-16,0 3-8 16,0 2-11-16,0 1-11 15,9-2 1-15,3 4-10 16,1-1-2-16,3 1-7 16,-3 1-1-16,-3 2 9 15,0 0-2-15,-3 0-6 16,-3 0-1-16,-2 0 0 15,-2 5 1-15,0-1-1 0,0-4 0 16,0 0 1 0,0 0 5-16,0 0 0 0,0 0 3 0,0 0 3 15,0 0-2 1,0 0-1-16,0 0-8 0,0 0 7 16,0-3-2-1,0-3 0-15,4 2-6 16,10-2-6-16,1 3 4 15,1 3-5-15,-3 0 5 16,-4 0-5-16,-2 11-1 0,-7 11 8 16,0 8 7-16,-11 5 14 15</inkml:trace>
  <inkml:trace contextRef="#ctx0" brushRef="#br0" timeOffset="91631.13">4388 7253 1172 0,'0'0'335'0,"0"0"-322"0,0 0-13 0,0 0-12 0,0 0-24 15,0 0 36-15,0 0 240 16,3 0-91-16,-3-2-12 16,0-4-23-16,0-2 57 15,0-2-4-15,0-2-27 0,0 0-55 16,3-2-3-16,5 0-13 15,1-1-2-15,5 1 11 16,1 3-33-16,3-2-18 16,2 4-10-16,0 0 0 0,0 7-8 15,-2 2-8 1,-5 0 0-16,-4 20-1 16,-5 7 15-16,-4 6 3 15,0 3 2-15,0 1-2 16,-15-1 1-16,-3-4 4 0,-2-2 2 15,-2-6-4 1,0-2-7-16,-1-6-7 0,6-4 2 16,1-4-3-1,5-6 0-15,4-2-6 0,7 0 0 16,0-8-6-16,7-8-39 16,20 0 0-16,6 2 18 15,3 8 14-15,-1 6 7 16,-6 0 6-16,-6 16 1 15,-15 14 5-15,-8 6 0 16,0 4 12-16,-20 3 9 0,-16-2 3 16,-3 2-6-16,-9-5-9 15,0-2-15-15,-2-6-51 16,-3-8-154 0,15-6-399-16,9-10-760 0</inkml:trace>
  <inkml:trace contextRef="#ctx0" brushRef="#br0" timeOffset="92482.35">5514 6940 214 0,'0'0'2121'0,"0"0"-1630"0,0 0-382 0,0 0 18 0,0 0-61 15,0 0-46-15,58-108-10 16,-18 55-8-16,9-6-1 16,2-10-1-16,3-5-11 15,-5-6-6-15,-9-3-16 16,-9-3-9-16,-13 2 7 15,-9 6 18-15,-7 14 17 16,-2 16 37-16,0 19 29 0,-7 20-24 16,-9 9-32-16,-7 18-10 15,-4 30 7 1,-9 34 16-16,0 34 29 0,5-1 5 16,7-9 3-16,12-16-14 15,10-24-31-15,2 4-6 16,0 0-7-16,16-17-2 15,10-17-7-15,10-16-12 16,4-16-7-16,4-4-7 16,1-14-37-16,-5-17-8 0,-4-9-37 15,-7-3-36-15,-7 0 49 16,-9 7 78 0,-3 10 24-16,-8 14 135 15,-2 12-1-15,0 0-75 0,0 19-38 16,-12 10 19-1,-1 5-8-15,0 1-7 0,2-2-1 16,4-2-16-16,3-7-8 16,4-8-71-16,0-16-182 15,4 0-253-15,7-4-304 16</inkml:trace>
  <inkml:trace contextRef="#ctx0" brushRef="#br0" timeOffset="92881.74">6251 6637 441 0,'0'0'1569'0,"0"0"-1278"0,0 0-76 0,-29 128 46 15,11-87-17-15,1-9-101 16,3-6-68-16,5-8-45 0,5-8-18 16,4-8-4-1,0-2 4-15,0 0 4 0,13-22-16 16,14-8-46-16,8-6 1 15,6 0-27-15,-1 5 1 16,0 9 40-16,-9 16 31 16,-6 6 30-16,-11 10 18 15,-12 22 10-15,-2 3-10 0,0-1-7 16,-10-4 2 0,2-12-13-16,5-8-20 15,3-10 4-15,7 0-14 16,26-26-8-16,17-6-74 0,12-6 33 15,5 1 25-15,-1 7-2 16,-3 10-1-16,-16 14 15 16,-12 6-1-16,-12 4-10 15,-14 26 22-15,-9 6-5 16,0 9 5-16,-27 21-51 16,0-12-296-16,0-8-467 0</inkml:trace>
  <inkml:trace contextRef="#ctx0" brushRef="#br0" timeOffset="93645.04">5427 7421 1280 0,'0'0'740'0,"0"0"-456"0,0 0-41 0,0 0-48 16,0 0-87-16,0 0-28 0,0 0 6 16,96-68-39-16,-76 74-14 15,0 20-3 1,-5 10 2-16,-6 6 10 0,-9 5-3 15,0 0 0-15,0-2-14 16,-4-9-5-16,-5-8-12 16,3-10-7-16,3-8 8 15,3-10-7-15,0 0-2 16,0-20-11-16,5-18-62 0,6-12 7 16,5-7-70-1,-3-1-102-15,-2 12 86 16,-4 12 152-16,-5 20 8 15,-2 14 83-15,0 0-62 0,-6 28 127 16,-6 10-35-16,-1 2-42 16,9 2-23-16,4-3-1 15,0-6-23-15,15-4-19 16,18-7-13-16,8-8-33 16,23-12-100-16,-11-2-337 15,-6 0-298-15</inkml:trace>
  <inkml:trace contextRef="#ctx0" brushRef="#br0" timeOffset="93834.21">5844 7489 2136 0,'0'0'541'0,"0"0"-419"0,0 0 66 16,0 0-67-1,0 0-65-15,116-4-10 0,-72 4-19 16,8 0-21-16,0 0-6 15,2 0-10-15,-4 0-80 16,0 3-141-16,-9-2-223 16,-14 2-211-16</inkml:trace>
  <inkml:trace contextRef="#ctx0" brushRef="#br0" timeOffset="94154.48">6264 7375 1096 0,'0'0'871'0,"0"0"-367"16,0 0-193-1,0 0-123-15,0 0-104 0,0 0-63 16,0 0 10-16,43-10-1 15,-20 18-13-15,3 12-8 16,3 4-4-16,-2 6-4 16,-3 2 4-16,-3 0-3 15,-10 3-1-15,-9 1-1 0,-2-3 0 16,-11 2 2 0,-16-3-2-16,-4-4-40 0,0-6-148 15,4-8-120-15,9-6-219 16,9-8-352-16</inkml:trace>
  <inkml:trace contextRef="#ctx0" brushRef="#br0" timeOffset="94439.64">6726 7485 605 0,'0'0'1573'0,"0"0"-1196"15,0 0-296-15,0 0-60 16,0 0 88-16,0 0 82 15,-51 125-42-15,51-83-53 16,0-2-22-16,27-6-40 0,15-8 0 16,14-12-7-1,8-14-10-15,9 0-4 0,-1-26-10 16,-9-10-3-16,-15-6-10 16,-19-2-2-16,-22-4-17 15,-7 3-44-15,-24 8-11 16,-19 6 9-16,-5 13 24 15,-24 18-44-15,9 0-214 16,13 10-360-16</inkml:trace>
  <inkml:trace contextRef="#ctx0" brushRef="#br0" timeOffset="96124.26">9788 5817 1091 0,'0'0'368'0,"0"0"-116"0,0 0-2 0,0 0 22 16,0 0-14-16,0 0-10 0,0 0-55 15,29-76-79-15,-45 76-67 16,-11 0-35-16,-7 24 0 16,-8 12 12-16,-3 14 11 15,3 12-7-15,2 4-1 16,9 1-6-16,9-7-9 16,11-10-4-16,7-8-2 0,4-12-6 15,6-12-7 1,23-10-6-16,9-8-23 0,6 0-18 15,3-24-38 1,-3-6-65-16,-3-4-10 0,-10 2 45 16,-11 4 53-16,-9 10 69 15,-11 9 47-15,0 9 45 16,0 0-55-16,-18 17 35 16,-2 9 17-16,3 4-2 15,0 2-34-15,9-4-21 16,4-4-9-16,4-6-8 15,0-6-5-15,6-6 5 16,14-6-10-16,0 0-5 16,5 0-14-16,-5-16-5 15,-5-2 17-15,-5-2 2 16,-8 0-2-16,-2 2 2 16,0 4 10-16,0 6 11 0,0 4 4 15,0 2 7-15,0 2-19 16,15 0-12-16,10-2 5 15,8-4-6-15,14-4-9 0,2-8-48 16,-2-5-33 0,-7-2-46-16,-9-1 44 15,-13-2 69-15,-11 2 23 16,-5 4 12-16,-2 3 64 16,0 9 59-16,0 8-5 15,0 2-68-15,0 10-61 16,0 24 11-16,6 12-4 15,8 13 7-15,-3 5-3 16,-2 0-6-16,-7-4-5 16,-2-8 0-16,-2-8-1 0,-20-8-5 15,-1-9-20-15,-3-17-101 16,7-8-258-16,9-2-447 16</inkml:trace>
  <inkml:trace contextRef="#ctx0" brushRef="#br0" timeOffset="96576.96">10511 5979 1735 0,'0'0'388'0,"0"0"-254"0,0 0-20 0,0 0-53 0,0 0 123 0,0 0 67 0,-44 114-79 16,11-61-78-1,-5-1-43-15,-1-6-30 0,6-10-6 16,6-10-14-16,12-10 8 16,9-8-7-16,6-8 10 15,2 0 6-15,27 0-12 16,9-6-6-16,8-4-16 16,5 0 2-16,1 0-19 15,-8 2-3-15,-6 2-66 0,-7-2-93 16,-9 2-2-16,-8-4-27 15,-7-2-85 1,-5-4-239-16,-2-6 188 16,0-2 42-16,0 0 318 15,-9 0 233-15,0 8 340 0,2 6-45 16,3 10-207-16,0 0-102 16,-3 16-101-16,-2 18-7 15,-2 12-26-15,2 6-24 16,2 6-32-16,2-2-29 15,5-4 0-15,0-7-96 16,14-11-206-16,8-14-163 16,0-14-231-16</inkml:trace>
  <inkml:trace contextRef="#ctx0" brushRef="#br0" timeOffset="96956.53">10914 6057 1813 0,'0'0'627'0,"0"0"-487"0,0 0-91 0,0 0-21 0,0 0 139 0,0 0 41 15,-4 131-61-15,-9-79-39 16,-1-1-53-16,6-8-34 16,3-7-9-16,5-11-11 15,0-16 6-15,13-9-7 16,12 0 0-16,2-18-37 15,4-16-53-15,-2-9-57 16,-4-12-101-16,-3-3-32 16,-7 0-78-16,-6 10 358 0,-7 18 21 15,-2 17 492-15,0 13-336 16,-17 9-135-16,-6 23 52 16,3 6-1-16,3 2 2 15,6 2-7-15,8 0-43 16,3-1-26-16,3-5-19 15,21-7-37-15,5-4-45 0,8-10-40 16,29-12-238-16,-11-3-278 16,-4 0-875-16</inkml:trace>
  <inkml:trace contextRef="#ctx0" brushRef="#br0" timeOffset="97126.31">11541 6268 2119 0,'0'0'867'0,"0"0"-638"16,0 0-141-16,0 0-57 16,0 0-20-16,131 0-10 15,-66 0-1-15,8 0-1 16,22 0-105-16,-22 0-370 16,-15 0-724-16</inkml:trace>
  <inkml:trace contextRef="#ctx0" brushRef="#br0" timeOffset="98064.81">12923 6007 1600 0,'0'0'518'0,"0"0"-320"16,0 0-22-16,0 0-42 15,0 0 58-15,-10-102-59 16,-15 102-65-16,-6 0-39 16,-9 24-17-16,-6 21 15 15,-1 13 3-15,1 7 2 16,3 4 7-16,11-3-6 15,15-10-20-15,8-8 2 16,9-12-6-16,0-9 0 16,18-12 3-16,11-11-12 0,6-4-23 15,5-8-20 1,1-17-40-16,-3-6-45 0,-7-1-10 16,-7 4 59-16,-8 4 58 15,-10 12 21-15,-6 8 97 16,0 4-80-16,-4 8-1 15,-14 16 11-15,0 6 31 0,1 0-8 16,5-2-10 0,6-3-19-16,6-7-9 15,0-6 1-15,15-9-13 16,14-3-20-16,4 0-117 16,4-19-26-16,-2-8 18 15,-6-7-6-15,-9-2-19 16,-6-6-5-16,-10 2 154 15,-4 4 21-15,0 6 250 0,0 10 28 16,0 8-44 0,0 8-143-16,0 4-67 0,0 0-18 15,4 0-6 1,23 0 20-16,11 0-7 0,11 0-13 16,7 0-30-16,-1-6 0 15,-4-8 1-15,-13-2 19 16,-9 2 10-16,-13 2 28 15,-7 3 49-15,-7 5 28 16,-2 4-12-16,0 0-54 16,0 4-39-16,0 21-16 15,0 9 15-15,0 8 2 16,0 6 6-16,0-2-5 16,0-2 2-16,0-6-3 15,0-2-1-15,-6-7 1 0,-19-5-1 16,-4-6-8-16,-2-10-55 15,4-8-175-15,7-4-227 16,11-16-386-16</inkml:trace>
  <inkml:trace contextRef="#ctx0" brushRef="#br0" timeOffset="98404.64">13557 6028 2082 0,'0'0'574'0,"0"0"-528"16,0 0-39-16,0 0 23 0,0 0 152 0,0 0-19 16,-17 108-70-1,15-80-43-15,2-4-29 0,0-6-2 16,0-6-17-16,0-8 7 16,2-4 7-16,13 0-8 15,10 0 7-15,8-10-15 16,5 0-13-16,-1 2 4 15,0 8 1-15,-6 0 2 16,-10 2-4-16,-4 18 4 16,-9 4 6-16,-8 4-6 15,0 0 6-15,0-2 2 16,-15-2 13-16,-3-6-15 16,-5-5-34-16,-4-5-129 0,-17-8-155 15,5-7-183-15,3-11-482 16</inkml:trace>
  <inkml:trace contextRef="#ctx0" brushRef="#br0" timeOffset="98532.81">13651 6011 2167 0,'0'0'730'15,"0"0"-575"1,129-58-72-16,-71 36-59 16,2 7-18-16,-2 4-6 15,4 11-75-15,-12 0-258 16,-13 0-439-16</inkml:trace>
  <inkml:trace contextRef="#ctx0" brushRef="#br0" timeOffset="98921.4">14143 6043 1780 0,'0'0'474'0,"0"0"-423"15,0 0-34-15,0 0 117 16,0 0 55-16,0 0-33 15,0 0-18-15,12 65-56 16,-10-33-24-16,-2 0-4 0,0 2-19 16,0-6 11-1,0-4-10-15,0-4-16 16,2-7-8-16,2-6-6 16,1-5-6-16,3-2 1 15,8-4 10-15,9-20-11 0,4-14-36 16,5-8-8-16,-1-6 14 15,-4 4 30-15,-10 7 32 16,-5 15 67-16,-14 16-1 16,0 10-98-16,0 3-6 15,-14 25 6-15,4 9 0 16,5 8 33-16,5 5-6 16,7 2-4-16,28-2-23 15,12-4 0-15,11-4-54 16,18 1-61-16,-16-11-134 15,-16-10-496-15</inkml:trace>
  <inkml:trace contextRef="#ctx0" brushRef="#br0" timeOffset="100357.89">7996 6988 1121 0,'0'0'745'0,"0"0"-432"0,0 0-93 0,0 0-76 0,0 0 51 15,0 0 10-15,0 0-84 16,58-10-55-16,-32 8-41 0,13-2 17 15,3 2-15 1,9 2-13-16,4 0-2 0,6 0-12 16,6 0 11-16,4 0-11 15,5 0-1-15,6 0 1 16,3 0 0-16,2 0 0 16,-1 0 0-16,1-8-6 15,-4 2-3-15,-2 0 3 16,-6 2 6-16,-4 0-6 15,-1 2 5-15,-3 0 1 16,-1 0-13-16,1-4-11 0,0 0 10 16,-1-2 4-16,0 0 9 15,-2 0 0 1,-1 2 0-16,-1 0 1 0,0 0-1 16,-1 2 0-16,1-2-8 15,5 2 2-15,-1 0 5 16,5 0-10-16,6 0 11 15,0 2 1-15,6-2 0 16,2 0 0-16,6 1 2 16,5 0-1-16,-1-1-1 15,5 0 1-15,-4 0-1 16,-2 1 2-16,-7 2-2 16,-4 1 1-16,-6 0-1 15,-3 0 0-15,-3 0 0 0,-4 0 0 16,2 0 0-16,-2 0 0 15,0 0 0-15,2 0-1 16,0 0-7-16,5 0 7 16,-1-6 0-16,3-1 0 15,-1 2 1-15,4-1-1 16,-2 2 1-16,6 0 6 16,-1 0-5-16,5 1-1 15,2 2 1-15,0-1 0 16,3-2 0-16,1 4 8 15,-1 0-7-15,-1 0 7 0,-2 0-3 16,-2 0-6 0,-5 0 1-16,-3 4-1 15,-2-1-8-15,2 1 8 16,-2-1-1-16,4-2 1 16,-1-1-1-16,0 3 1 15,0-2 5-15,-2 4-5 0,0-4 0 16,-2 3 0-16,2-1 14 15,3-3-13-15,0 1 1 16,2-1-2-16,4 0 2 16,0 0 10-16,2 0 4 15,-2 0-15-15,0 0 12 16,-2 3-12-16,0-2 0 16,-6 2-1-16,0-3-1 15,-6 2-6-15,-4-2 7 16,-9 0 0-16,-9 0 2 15,-7 0-1-15,-12 0-1 0,-10 0-9 16,-13 0-41 0,-9 0-86-16,-40 0-219 15,-14 0-196-15,-10-5-1121 0</inkml:trace>
  <inkml:trace contextRef="#ctx0" brushRef="#br0" timeOffset="101165.59">9306 7672 1408 0,'0'0'373'0,"0"0"-209"0,0 0-19 0,0 0 38 16,0 0 6-16,0 0 48 0,0 0 24 15,62 48-111-15,-12-58-93 16,8-14-35-16,4-6-11 16,3-8-5-16,-3-2-6 15,-2-3-1-15,-6 3-19 16,-8 4-16-16,-8 6-19 15,-11 8 22-15,-13 8 33 16,-8 10 4-16,-4 4 11 0,-2 2-15 16,0 22 0-1,0 13 20-15,-8 6 13 0,-4 12 7 16,1 7-16 0,-3 0-18-16,3-2 4 15,5-4-10-15,2-10-43 0,4-8-129 16,6-13-210-16,9-16-487 0</inkml:trace>
  <inkml:trace contextRef="#ctx0" brushRef="#br0" timeOffset="101391.7">10255 7668 2027 0,'0'0'544'16,"0"0"-467"-16,0 0 43 16,0 0 51-16,167-26-44 15,-97 17-28-15,5 4-57 16,4 3-42-16,23 0-42 16,-20 0-282-16,-15 2-411 0</inkml:trace>
  <inkml:trace contextRef="#ctx0" brushRef="#br0" timeOffset="102364.95">11766 7417 418 0,'0'0'1421'0,"0"0"-780"0,0 0-443 16,0 0-21-16,0 0-63 15,0 0-47-15,0 0-46 16,-60-72-11-16,20 98 26 16,-7 12-9-16,-2 12 9 15,0 8-13-15,5 7-8 16,7-1-2-16,13-6-4 15,10-10-1-15,14-10-1 0,0-12 4 16,17-10-11-16,16-12-13 16,11-4 3-1,10-9-50-15,2-18-70 16,2-7-27-16,-6 0 31 0,-4 0 1 16,-13 6 70-16,-10 10 55 15,-12 8 30-15,-11 8 34 16,-2 2-21-16,0 0-10 15,-6 16 100-15,-3 4-35 16,0 2-22-16,7 0-34 16,2-2-30-16,0-4 9 15,13-4-20-15,14-4 13 16,8-6-3-16,3-2-11 16,3 0-7-16,-6-8 5 15,-10-6-13-15,-10-4 6 16,-13 0 9-16,-2-2 0 0,-17 2 28 15,-14 4-2-15,-6 6 17 16,4 4 1-16,4 4-11 16,8 0-8-16,9 0-17 15,7 0-1-15,5 0-7 16,0 0 0-16,23 0-9 16,10 0 8-16,7-2-26 15,7-8-30-15,0-6-5 16,-2-4-14-16,-5-5-12 15,-7-5 25-15,-4 1 31 16,-9-3 28-16,-5 1 4 16,-3 9 96-16,-5 6 31 15,-1 6-49-15,1 10-51 16,1 0-27-16,8 4-18 0,7 20 12 16,2 9 6-16,-4 4 0 15,0 8 12-15,-11 3-5 16,-5 0-1-16,-5-4 21 15,-3-4 27-15,-18-6-6 16,-8-6-9-16,-4-4-14 16,-4-6-25-16,6-4-1 0,7-5-67 15,12-9-74 1,10 0-319-16,2-13-263 0</inkml:trace>
  <inkml:trace contextRef="#ctx0" brushRef="#br0" timeOffset="102897.78">12599 7483 1696 0,'0'0'671'0,"0"0"-436"0,0 0 2 0,0 0-74 0,0 0-64 16,0 0-32-16,0 0-11 0,-4-60-13 15,6 52-22-15,11 2-20 16,1 4 1-16,1 2-2 15,-1 0-1-15,-6 6-10 16,-3 12 4-16,-5 10 7 16,0 6 9-16,-25 2 9 15,-3 3 0-15,-3-3-8 16,6-8-1-16,5-6-9 16,9-8 6-16,9-8-6 15,2-4-1-15,11-2-18 16,15 0-23-16,10 0-25 15,-3-4-19-15,-4 0 34 0,-8 4 22 16,-13 0 14-16,-8 2-4 16,0 16 20-16,-13 4 11 15,-16 2 26-15,0 2-17 16,0-2-20-16,5-4 0 16,8-4-78-16,16-6-206 15,0-4-294-15,3-6-440 0</inkml:trace>
  <inkml:trace contextRef="#ctx0" brushRef="#br0" timeOffset="103278.9">12900 7535 1573 0,'0'0'532'16,"0"0"-377"-1,0 0-107-15,0 0-4 0,0 0 60 16,0 0 62-16,0 0 48 15,65 61-32-15,-70-25-58 16,-11 4-47-16,3 0-38 16,-1-6-12-16,6-4-5 15,3-8-7-15,5-6-6 0,0-8-2 16,9-8 0 0,16 0-7-16,10-10-26 15,3-18-45-15,5-8 13 16,-8-6-23-16,-6 0-70 15,-14 2-30-15,-11 12 181 16,-4 14 155-16,-10 11-38 0,-12 3-63 16,-2 25-11-16,8 7-16 15,9 6 3-15,7 0 8 16,11 0 1-16,28-2-27 16,13-6-12-16,40-6-71 15,-12-6-271-15,-9-9-458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9-24T02:29:41.736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8867 2677 54 0,'0'0'1245'0,"0"0"-966"0,0 0-55 0,0 0-89 0,0 0-50 15,0 0-85-15,-8 0 0 16,8 0 249-16,0 0-52 0,0 0-132 15,0 0-14 1,-6 0-1-16,4-4-20 0,-2 2 24 16,0 0 14-16,-1 0 4 15,3 2-18-15,0 0-27 16,0 0-6-16,2 0 13 16,0 0 14-16,0 0-6 15,0 0-5-15,0 0-5 16,0 0-10-16,0 0-2 15,15 0-5-15,12 6 19 0,13 0 5 16,9-3-18 0,7 0-21-16,4-3-1 0,-2 0-47 15,-3 0-41-15,-3 4-138 16,-17 0-326-16,-15 0-352 0</inkml:trace>
  <inkml:trace contextRef="#ctx0" brushRef="#br0" timeOffset="214.68">8911 2899 978 0,'0'0'1444'0,"0"0"-1091"16,0 0-174-1,0 0-83-15,0 0-48 0,0 0-30 16,125-30-5-16,-78 30-13 15,5 0-7-15,8 0-140 16,-11 8-351-16,-12 0-778 0</inkml:trace>
  <inkml:trace contextRef="#ctx0" brushRef="#br0" timeOffset="1133.51">10189 2994 484 0,'0'0'1368'0,"0"0"-995"0,0 0-182 16,0 0-60-16,0 0-15 16,0 0-5-16,0 0-1 0,91-55-40 15,-45 25-38-15,8-4-19 16,4-4-11-16,-2-4-2 16,-3 0-6-16,-8 0-8 15,-12 2 2-15,-6 1-4 16,-12 3-5-16,-5 0 15 15,-10 0 6-15,0 0 5 16,-14 4 4 0,-13 4 2-16,-6 6 2 0,-5 8-3 15,-4 12-10-15,-5 2 0 16,3 12 0-16,3 22 0 0,3 12 6 16,9 10 12-1,8 12 23-15,7 8 15 16,11 5 3-16,3-1-7 15,17-6-26-15,18-7-11 0,13-13-5 16,11-14-4-16,9-12-6 16,6-16-18-16,2-12-25 0,-4 0-25 15,-6-20-33 1,3-21-171-16,-17 8-313 16,-14-2-1069-16</inkml:trace>
  <inkml:trace contextRef="#ctx0" brushRef="#br0" timeOffset="2094.84">10741 1943 1018 0,'0'0'1023'0,"0"0"-686"0,0 0-98 0,0 0 19 0,0 0-83 0,0 0-64 16,0 0-59-16,71-58-31 15,-29 18-15-15,8-9 6 32,3-9-6-32,-2-6-6 15,-4-2-1-15,-3 0 0 16,-7 0-7-16,-11-1-1 16,-4 1-7-16,-8 4 7 15,-10 6 0-15,-4 10 9 16,0 13 0-16,0 14 1 0,-13 7 0 15,-7 12-1-15,-5 0-7 16,-4 24-9-16,-2 20 16 16,-2 16 6-16,2 12 13 15,6 11 5-15,10 0-4 16,5 0-8-16,10-7-6 16,0-10-5-16,10-8 0 15,14-13-1-15,2-13 0 16,8-13-14-16,-1-10-16 0,0-9-1 15,2-9-4-15,-4-18-10 16,-3-15-16-16,-3-7 6 16,-5-1 23-16,-3 4 22 15,-5 10 10-15,-5 12 27 16,-5 10 40-16,0 10 10 16,-2 4-41-16,0 4-27 15,0 18-9-15,0 10 10 16,-7 6 10-16,3 4-11 15,2 0-9-15,2-6-39 16,0-4-82-16,2-11-215 0,9-13-366 16</inkml:trace>
  <inkml:trace contextRef="#ctx0" brushRef="#br0" timeOffset="2521.55">11469 1570 2208 0,'0'0'508'0,"0"0"-459"0,0 0-48 16,0 0 77-16,0 0 18 16,-2 120-8-16,-7-77-18 15,3-6-34-15,2-5-30 0,1-7 8 16,3-11-13-16,0-10 9 16,0-4 4-16,5-12-4 15,12-20-10-15,10-9-16 16,2-3-17-16,2 4 0 15,-2 10 21-15,-8 12 4 16,-9 16 2-16,-5 2-4 16,-7 14 10-16,0 16 0 15,0 4 36-15,-9 0-8 16,1-6-8-16,3-10-13 16,5-10-5-16,0-8 11 15,5-5 14-15,24-24-27 0,10-7-28 16,11-6 1-16,3 2 16 15,-2 6 10-15,-3 10 1 16,-9 12-1-16,-5 10 1 16,-10 2 0-16,-6 16 0 15,-9 16-1 1,-9 14-5-16,0 10-36 0,-22 24-137 16,-7-14-299-16,-5-13-423 0</inkml:trace>
  <inkml:trace contextRef="#ctx0" brushRef="#br0" timeOffset="3276.95">10997 2091 1445 0,'0'0'360'0,"0"0"-109"0,0 0-31 16,0 0-51-16,0 0-29 16,0 0-32-1,0 0-25-15,54-24-27 16,-39 24-30-16,-5 14-16 0,-6 14 15 16,-4 11 8-16,0 4 6 15,-12 5-13-15,-5 1-4 16,-6-5 2-16,3-4-2 0,3-8-7 15,3-8-2 1,7-10-12-16,7-10 0 16,0-4 18-16,2-6-19 0,21-24-28 15,6-8-23-15,0-6-82 16,2-4-43-16,-6 2 37 16,-8 10 59-16,-5 9 80 15,-8 13 12 1,-4 8 46-16,0 6-8 0,0 2-18 0,-6 18 24 15,-2 6 19-15,6 5 9 16,2-1-34-16,0-1-30 16,2 0 2-16,14-5-22 15,7-6 0-15,1-6-119 16,12-10-66-16,-8-2-81 31,-3 0-346-31</inkml:trace>
  <inkml:trace contextRef="#ctx0" brushRef="#br0" timeOffset="3460.94">11236 2188 1691 0,'0'0'632'0,"0"0"-399"0,0 0-38 0,0 0-114 0,0 0-48 15,0 0 8-15,116-19-20 16,-74 19-21-16,-2 7-25 15,0 5-111-15,-4-2-50 16,-5-5-136-16,-9-2-173 16,-11-3-942-16</inkml:trace>
  <inkml:trace contextRef="#ctx0" brushRef="#br0" timeOffset="3628.55">11561 2053 98 0,'0'0'1688'0,"0"0"-1104"16,0 0-415-16,0 0-90 15,0 0-46-15,0 0-3 16,0 0 26-16,64 46 14 16,-64 4-11-16,0 8-21 15,-6 2-12-15,-12-3-16 16,-2-5-9-16</inkml:trace>
  <inkml:trace contextRef="#ctx0" brushRef="#br0" timeOffset="6310.95">11993 2256 512 0,'0'0'107'0,"0"0"-97"0,0 0 870 0,0 0-673 16,0 0-80-16,0 0 27 16,12-14 2-16,-12 10-62 15,0-3 26-15,0 2-43 16,0-4-9-16,0 4-13 16,0-1 2-16,0-1 13 15,0 2 22-15,-3-1 14 16,1 3-25-1,-2-1-36-15,-1 0-2 16,-2 0-23-16,-1 0-5 0,-1 2-14 16,-1 1 6-16,-1 1-7 0,1 0 0 15,-4 0 0-15,1 11 0 16,-1 6 0-16,3 5 1 16,5 0 7-16,1 2-1 15,5 0-5-15,0-4 7 16,3-2-8-16,12-6 7 15,7-6-8-15,3-4-6 0,1-2 6 16,1-4-8 0,-3-12-2-16,-5-4-5 0,-9-4 3 15,-8 0-11-15,-2 2 11 16,0 0 11-16,0 4-4 16,-10 4 5-16,1 5 0 15,-1 5-11-15,0 4-212 16,3 0-323-16,3 0-307 0</inkml:trace>
  <inkml:trace contextRef="#ctx0" brushRef="#br0" timeOffset="6509.79">12100 2073 1833 0,'0'0'517'0,"0"0"-379"0,0 0-65 0,0 0-5 16,0 0-18-16,127-46-38 16,-94 46-12-16,-1 0-32 15,-3 0-45-15,-7 0-26 16,-7-16-97-16,-5-2-128 16,-8-2-349-16</inkml:trace>
  <inkml:trace contextRef="#ctx0" brushRef="#br0" timeOffset="6635.52">12345 1845 1113 0,'0'0'700'15,"0"0"-187"-15,0 0-226 16,0 0-133-16,0 0-102 16,0 0-21-16,0 0 23 15,-20 140-23-15,18-54-31 16,0-12-222 0,2-12-405-16</inkml:trace>
  <inkml:trace contextRef="#ctx0" brushRef="#br0" timeOffset="29263.91">12833 1070 624 0,'0'0'0'16,"0"0"0"-16,0 0 717 0,0 0-434 0,0 0-165 0,0 0 11 15,11-7 7-15,-11 4-14 16,0 3 12-16,0-1 23 31,0-2-41-31,0 2-46 16,0-2-31-16,0 3-2 0,0 0 17 0,0 0 7 15,0 0-18-15,0 0-19 16,0 0-9-16,0 0-8 16,0 0-7-16,0 4-15 15,0 13 14-15,-2 2 1 16,0 8 9-16,0 3 6 15,-3 6 9 1,1 4-5-16,-1 2 1 16,-2 2 1-16,1 3 3 0,2 0-6 0,-3 4-11 15,2 1-1-15,1-2 6 16,1 2-12-16,3 0 6 16,0-2-6-16,0 0 0 15,0-3 0 1,0-5 1-16,0-2-1 0,0-6 0 15,0-2 0-15,0-4-7 16,0-2 6-16,0-2-6 16,0-2-5-16,3-2 3 0,-3-2 1 15,0-6-8 1,2-2-5 0,-2-4 4-16,0-2-1 15,0-1-3-15,0-3-16 16,2 0 6-16,-2 0 16 15,0 0 4-15,0 0 10 16,0 0-10-16,0 0 11 16,0 0 0-16,0 0 0 15,0 0 0-15,0 0-1 16,0 0-4-16,0 0 5 16,0 0 1-16,0 0 14 15,0 0 7-15,0 0 5 0,0 0 3 16,0 0-5-16,0 0-5 15,9 1-13-15,7 1 4 16,8 0 8-16,12-2 5 16,7 0-7-16,5 0-10 15,2 0-6-15,-4 0-1 16,-3 0-43-16,1 0-133 16,-11-2-207-16,-8-10-801 0</inkml:trace>
  <inkml:trace contextRef="#ctx0" brushRef="#br0" timeOffset="29831.2">12840 1008 492 0,'0'0'1210'0,"0"0"-548"0,0 0-395 0,0 0-50 16,0 0-104-16,0 0-38 15,0 0-26-15,52 2-4 16,-15 0-1-16,5 2-28 15,3 0-16-15,2 2-31 16,13 2-86-16,-13 0-428 16,-7-2-460-16</inkml:trace>
  <inkml:trace contextRef="#ctx0" brushRef="#br0" timeOffset="30538.54">14016 1139 1733 0,'0'0'710'0,"0"0"-508"0,0 0-59 0,0 0-34 0,0 0-2 16,0 0-1-16,0 0-48 16,27-34-40-16,-9 7-7 15,0-5-11-15,-2-2 2 16,-3-2-2-16,-3 0 1 16,-2-2-1-16,-4 4 1 15,-2 4 0-15,0 8 1 16,-2 8 20-16,0 8 14 15,0 6-15-15,0 0-21 0,0 0-6 16,0 18-22-16,0 12 17 16,-2 14 11-1,-2 8 6-15,0 9-4 16,-2 1-2-16,4 2 0 0,0-2-44 16,-2-6-53-16,-3 6-195 15,1-14-295-15,-2-14-582 0</inkml:trace>
  <inkml:trace contextRef="#ctx0" brushRef="#br0" timeOffset="30901.83">13526 1452 1807 0,'0'0'708'0,"0"0"-544"0,0 0-77 0,0 0-53 15,0 0 14-15,145-4 26 16,-68 1 3-16,13 3-31 15,5 0-25-15,4 0-20 16,-7 0 13-16,-13 11-14 16,-5 0-8-16,-9 0-23 31,-5-1-11-31,-5-2-40 0,-3-5-133 16,6-3-53-16,-14 0-122 15,-10 0-779-15</inkml:trace>
  <inkml:trace contextRef="#ctx0" brushRef="#br0" timeOffset="31786.83">13671 2057 546 0,'0'0'1087'0,"0"0"-821"0,0 0-147 0,0 0-53 0,118-134-47 16,-84 82 7-16,-1-5 39 15,-2-1-34-15,-4 4 0 16,-8 4 12-16,-5 8 28 0,-9 6 30 16,-5 10 51-1,0 8-7-15,0 8-66 0,-9 6-54 16,-7 4-25-16,-7 2-18 16,2 22-3-1,-2 12 21-15,3 10 23 0,5 8 14 16,6 8-11-16,7 0-2 15,2-4-8-15,0-5-10 16,22-11 9-16,7-12-4 16,4-10-11-16,8-14-12 15,1-6-26-15,-5-6-21 16,1-18-46-16,-7-6 2 0,-6-8 21 16,-3-1 30-16,-6 2 30 15,-5 2 22-15,-4 9 20 16,-3 10 69-16,-2 8 24 15,3 8-65-15,-3 3-42 16,1 20 13-16,-3 12 43 16,0 3-12-16,0 2-17 15,0-2-6 1,0-8-18-16,0-6-9 0,0-12 8 16,0-8-8-16,4-4-15 15,7-6 4-15,7-20-98 0,4-10-60 16,5-2 24-16,2 0 36 15,-3 3 72-15,-5 13 37 16,-6 11 102-16,-3 11 16 16,-6 1-67-16,-4 27 16 15,1 9 7-15,-3 3-27 16,0-1-26-16,0 0-21 16,0-7-65-16,4-14-106 15,2-10-202-15,4-8-515 0</inkml:trace>
  <inkml:trace contextRef="#ctx0" brushRef="#br0" timeOffset="32148.78">14493 1748 1706 0,'0'0'383'0,"0"0"-228"0,0 0-2 0,0 0-32 0,0 0-42 16,0 0-4-16,0 0-4 15,47 32-4-15,-45 4 10 16,-2 4-19-16,0 0-37 0,0-5-20 16,-2-7 9-1,0-12-8-15,-1-8-2 0,3-8 0 16,0 0-11 0,0-22-131-16,9-10-99 0,1-2 28 15,-6 3 2-15,-4 5 96 16,0 12 115-16,0 13 60 15,0 1 54-15,-4 11 87 16,-2 15-21-16,6 7-31 16,0-1-40-16,8 2-55 15,19-6-17-15,10-6-28 16,10-6-9-16,6-8-137 16,12-8-45-16,-14 0-320 0,-11 0-652 15</inkml:trace>
  <inkml:trace contextRef="#ctx0" brushRef="#br0" timeOffset="33289.61">14872 1488 1706 0,'0'0'810'0,"0"0"-432"0,0 0-147 0,0 0-122 0,0 0-79 16,0 0-29-16,0 0-1 16,2 0-39-16,9 0-131 15,1 0-528-15,-2 0-656 0</inkml:trace>
  <inkml:trace contextRef="#ctx0" brushRef="#br0" timeOffset="34203.74">15259 1606 905 0,'0'0'1120'0,"0"0"-811"0,0 0-202 0,0 0 10 16,0 0-23-16,0 0-16 15,0 0 32-15,87-62-16 16,-54 34-52-16,4-4-27 16,-2-7-7-16,1 2-8 15,-5-4-2-15,-2 3-10 16,-6-2-3-16,-8 6-6 15,-4 0-25-15,-4 8 25 16,-5 4 21-16,-2 8 1 0,0 4 6 16,0 6 4-1,-2 2-11-15,-12 2-16 0,-3 0-14 16,-6 3 15-16,1 14 4 16,-5 3 11-16,2 4 1 15,1 4 7-15,2 6 5 16,4 2 7-16,3 4 5 15,4 2 6-15,3 1 2 16,8-3 3-16,0-4 0 0,0-4 1 16,16-6-19-1,4-4 3-15,0-4-6 0,1-4 2 16,-2-2-11-16,1-4 1 16,5-2-1-1,-2-2 0-15,3-2-5 0,-2-2-1 16,5 0-1-16,0 0-16 15,0 0-52-15,13-16-149 16,-11 2-261-16,-2 0-509 0</inkml:trace>
  <inkml:trace contextRef="#ctx0" brushRef="#br0" timeOffset="35024.67">15788 1413 1365 0,'0'0'770'0,"0"0"-520"0,0 0-105 0,0 0-36 0,0 0-3 0,0 0 4 16,0 0-46-16,0 0-44 15,0 21-20-15,0 7 47 16,0 6 15-16,0 6-12 15,-5 0-16-15,0 0-19 16,1-4-7-16,2-8 1 0,0-6-9 16,2-8 6-1,0-8-5-15,0-4 8 0,0-2 7 16,0 0 11-16,0-18 7 16,0-12-34-16,4-10-27 31,14-4-15-31,5 0 3 0,3 6 22 0,3 8-1 15,-2 9 13-15,-3 11 5 16,-3 10 1-16,-6 0-1 16,-7 13-1-16,0 14 1 15,-4 10 6-15,-4 3-5 16,0 0-1-16,0-2-4 16,0-2-147-16,0-10-367 0,0-14-419 15</inkml:trace>
  <inkml:trace contextRef="#ctx0" brushRef="#br0" timeOffset="35895.15">15458 1510 1340 0,'0'0'563'0,"0"0"-316"0,0 0-52 0,0 0-66 0,0 0-52 15,0 0 9-15,0 0-28 16,62-83-31-16,-39 55-15 15,1-4-11-15,0 0 5 16,-3-2-5-16,-4 0 5 16,-1 0-4-16,-5 0 10 0,-2-1 31 15,-4 4 30 1,1-1-7-16,-4 4-5 0,0 3-10 16,-2 5-6-16,0 7-11 15,0 4-1-15,0 4-10 16,-2 2-14-16,-8 3-9 15,-9 0-12-15,-3 18-9 16,-4 14 4-16,-1 11 7 16,0 9 1-16,5 8 3 15,6 4-41-15,7-2-95 16,9 8-140-16,0-17-207 16,9-13-486-16</inkml:trace>
  <inkml:trace contextRef="#ctx0" brushRef="#br0" timeOffset="36651.21">16224 1173 740 0,'0'0'410'0,"0"0"292"0,0 0-425 0,0 0-70 15,0 0-41-15,0 0-46 16,0 0-32-16,13-32-23 16,-23 32-37-16,-9 8-18 15,-2 16 7-15,-6 16 23 16,0 10 0-16,2 8 10 0,7 6 4 15,7-1-10-15,7-5-21 16,4-8-8 0,2-6-3-16,23-8-12 0,8-8-45 15,11-6-62-15,28-12-168 16,-11-8-213-16,-9-2-396 0</inkml:trace>
  <inkml:trace contextRef="#ctx0" brushRef="#br0" timeOffset="37298.11">16781 1167 1510 0,'0'0'517'0,"0"0"-235"0,0 0-59 0,0 0-101 15,0 0-57-15,0 0-1 16,-126-16 16-16,90 42-16 16,-3 10-15-16,6 8-8 15,6 6 0-15,8 2-9 16,7 1-4-16,10-7-14 16,2-6-4-16,4-6-8 0,23-8 9 15,6-8-11-15,10-8-10 16,4-10-16-16,2 0-14 15,0-6-48-15,-4-14-8 16,-10-2 21-16,-8 2 25 16,-11 4 42-16,-7 6 8 15,-9 6 88-15,0 4-22 16,0 0-53-16,-12 10-12 16,1 10 9-16,5 1 7 15,6 0 4-15,0-1-3 16,2-6-5-16,18-4-2 15,4-6-11-15,3-4-8 0,-3 0-37 16,-1-6-28-16,-8-10 12 16,-3-6 11-16,-8 0 12 15,-4-2 14-15,0 2 24 16,0 4 77-16,0 3 9 16,-6 8-61-16,-2 0-25 15,6 6-90-15,2-8-108 16,10 4-302-16,7-3-510 0</inkml:trace>
  <inkml:trace contextRef="#ctx0" brushRef="#br0" timeOffset="37518.61">17245 1146 1515 0,'0'0'574'0,"0"0"-298"0,0 0-98 0,0 0-130 0,0 0-35 15,0 0 14-15,0 0 61 16,-2 133 12-16,2-73-43 0,0 2-31 16,0-1-9-16,0-3-11 15,6-8-6-15,8-10-62 16,-5-8-49-16,-3-16-88 16,-6-10-337-16,0-6-676 0</inkml:trace>
  <inkml:trace contextRef="#ctx0" brushRef="#br0" timeOffset="37660.75">17145 1373 1807 0,'0'0'485'0,"0"0"-423"16,0 0-62 0,160-32-46-16,-98 26-175 0,-15 2-263 15,-9 4-754-15</inkml:trace>
  <inkml:trace contextRef="#ctx0" brushRef="#br0" timeOffset="38007.8">17575 1309 1480 0,'0'0'399'0,"0"0"-205"16,0 0-46-16,0 0-96 15,0 0 28-15,0 0 51 16,0 0-11-16,11 132-23 15,-11-84-5-15,0-3-33 0,-5-5-34 16,3-8-9-16,2-10-1 16,0-10-15-16,0-10 8 15,0-2-8-15,0-10-32 16,0-18-179-16,4-12 16 16,7-6-57-16,1-5-58 15,-3 5-95-15,-3 8 405 16,-2 13 192-16,-4 8 321 15,0 15-207 1,0 2-218-16,0 12-78 0,3 14 34 0,4 9 66 16,6 1-14-1,5 0-87-15,8-2-9 16,19-2-190-16,-5-10-310 0,-4-10-385 16</inkml:trace>
  <inkml:trace contextRef="#ctx0" brushRef="#br0" timeOffset="39093.28">17997 996 1605 0,'0'0'377'0,"0"0"-224"0,0 0-79 15,0 0-15-15,0 0 27 16,0 0 23-16,0 0-21 16,133-40-18-16,-107 36-28 15,-2 4-17-15,-3 0-16 16,-3 0-9-16,-7 0 1 16,-3 0 0-16,-3 0 0 0,0 0 11 15,-3 0 3-15,-2 4 0 16,2 2 5-16,-2 2-1 15,0 2 0-15,0 4 5 16,0 2 9-16,0 7-12 16,0 0-12-16,0 8 6 15,0 3 7-15,-2 2 16 16,-3 8 11-16,-2 6-7 16,1 4-14-16,-1 6-17 15,1 5-2-15,-2 1-3 16,2 4-5-16,2 2 5 15,-1 4 0-15,3 2-5 0,2 1 1 16,0-5-1-16,-2-6 5 16,2-6-6-16,-4-10 1 15,-2-12 0-15,0-9 0 16,-1-16-1-16,-3-7 2 16,-6-8 8-16,-7 0 43 15,-6-5-14-15,-4-16-12 16,-7-3-27-16,0 1 0 15,-1 1-15-15,1 7-44 16,7 5-79-16,0 10-245 16,8 0-289-16,12 0-723 0</inkml:trace>
  <inkml:trace contextRef="#ctx0" brushRef="#br0" timeOffset="40610.86">17978 1139 618 0,'0'0'75'0,"0"0"636"0,0 0-358 0,0 0-72 0,0 0 14 15,0 0-32-15,0 0-11 16,-27-8-86-16,27 8-67 16,0 0-56-16,0 0-43 15,0 18-9-15,4 14 9 16,5 12 11-16,-5 12-4 15,-4 8 4-15,0 8-10 16,-4 3-1-16,-20 3-20 16,-19 24-75-16,8-19-288 0,2-18-526 15</inkml:trace>
  <inkml:trace contextRef="#ctx0" brushRef="#br0" timeOffset="42768.88">19847 1853 1669 0,'0'0'541'0,"0"0"-387"0,0 0-1 0,0 0-43 16,0 0-15-16,0 0 37 16,0 0-19-16,0 0-35 15,0 0-36-15,0 0-30 16,0 0-11-16,0 0 0 16,0 0 1-16,0 0 4 15,0 0-5-15,0 0 1 0,0 0 4 16,0 0-5-16,0 0 1 15,0 0-2-15,0 0 1 16,0 0 0-16,-2 0 8 16,2 0-9-16,0 0 9 15,0 0-3-15,0 0-5 16,0 0-1-16,-3 0-52 16,1 0-298-16,-4 0-822 0</inkml:trace>
  <inkml:trace contextRef="#ctx0" brushRef="#br0" timeOffset="43194.45">19874 2282 783 0,'0'0'1205'0,"0"0"-644"0,0 0-372 0,0 0-44 0,0 0-28 15,0 0-20-15,0 0-18 16,18 0-32-16,11 0-37 0,13-2 2 16,7 0-12-1,7 0-5-15,-1 0-34 0,1-1-60 16,-5 3-268-16,-11 0-304 15,-19 0-1202-15</inkml:trace>
  <inkml:trace contextRef="#ctx0" brushRef="#br0" timeOffset="43351.27">19894 2458 2063 0,'0'0'567'0,"0"0"-448"16,0 0 2-1,114-6-46-15,-54-2-48 0,5 0-27 16,1 2-44-16,14 4-199 16,-17 2-337-16,-12 0-810 0</inkml:trace>
  <inkml:trace contextRef="#ctx0" brushRef="#br0" timeOffset="44095.23">21130 2523 1528 0,'0'0'626'0,"0"0"-378"0,0 0-18 0,0 0-112 15,0 0 18-15,0 0-43 16,146-65-44-16,-107 41-24 15,1 0-19 1,1-2 0-16,-6-2 2 0,-3 0-8 0,-8 0 0 16,-4-2 11-16,-6-1-1 15,-8 4-5-15,-6 0-4 16,0 4 4-16,-2 0-5 16,-16 5 0-16,-6 2 0 15,-5 8-7-15,-4 6 7 16,-8 2-7-16,-1 8-2 15,-3 20-2-15,-2 10-2 16,6 9 13-16,4 3 0 16,8 4 12-1,12-2-3-15,8 0 8 0,9-4-1 0,0-4 2 32,13-5-17-32,20-10 16 15,9-3-5-15,12-5 4 16,6-6-16-16,5-6-7 15,-3-3-11-15,-2-4-3 16,-4-2-57-16,7 0-185 16,-16 0-95-16,-9-2-370 0</inkml:trace>
  <inkml:trace contextRef="#ctx0" brushRef="#br0" timeOffset="45620.28">21949 2003 1883 0,'0'0'634'0,"0"0"-473"0,0 0-45 0,0 0-80 15,0 0-21-15,0 0 15 16,122-114 6-16,-91 74-24 15,3-7-11-15,-1-4-1 16,0-6-39-16,-2-3-23 16,-2-2-5-16,1-2-1 15,-11 0 32-15,-1 1 21 16,-9 7 9-16,-9 8 6 16,0 10 1-1,0 10 34-15,-7 8-3 0,-8 8-11 16,1 8-21-16,-1 4 0 0,-3 2-10 15,1 22 7-15,-2 12 3 16,1 12 31 0,5 12 7-16,-1 7 30 15,8 2-8-15,4 2-15 0,2-3-11 16,0-8-16-16,12-4-3 16,11-12 2-16,8-10-5 15,3-10-5-15,7-11-7 0,-2-9-11 16,-1-4-24-16,1-6-46 15,-6-19-22-15,-4-8-15 16,-5-6-17-16,-2-7-21 16,-3 0 57-16,-7 2 68 15,-1 6 31-15,-3 10 35 16,-2 8 72 0,-4 8 29-16,-2 8-2 0,0 4-59 15,0 0-75-15,0 10 8 16,0 12-4-16,0 8 62 15,0 2-10 1,-6 4-24-16,2-2-11 0,0 0-20 0,2-6-1 16,2-4-90-16,0-12-146 15,0-5-305-15,8-7-385 0</inkml:trace>
  <inkml:trace contextRef="#ctx0" brushRef="#br0" timeOffset="46076.59">22746 1568 408 0,'0'0'1342'0,"0"0"-1201"0,0 0-45 0,0 0 39 15,-9 104 43-15,0-72-25 16,5-2-30-16,-1-6-53 31,5-6-41-31,0-6-7 16,0-8-4-16,0-4 10 15,9 0 12-15,9-14-40 16,6-12-5-16,5-6-69 16,2-2 7-16,0 4 29 15,-2 6 32-15,-4 10 6 16,-9 10 6-16,-5 4 10 16,-9 6 14-16,-2 18 53 15,0 6 25-15,0 0-17 16,-4-6-36-16,-3-4-32 0,5-8-8 15,2-10-5-15,0-2 26 16,5 0-2-16,14-20-34 16,8-8-27-16,4 0-46 15,2-2 33-15,1 2 26 16,-5 8 14-16,-7 6 6 16,-4 10 18-16,-5 4-3 15,-4 4-21-15,-2 20-6 0,-7 8 4 16,0 10 2-16,-11 24-56 15,-11-10-256-15,-3-10-529 16</inkml:trace>
  <inkml:trace contextRef="#ctx0" brushRef="#br0" timeOffset="46785.87">22280 2053 849 0,'0'0'784'0,"0"0"-510"0,0 0-57 0,0 0-24 16,0 0-57-16,0 0-20 16,0 0-10-16,56-76-31 15,-40 74-31-15,-6 2-26 16,1 0-16-16,-3 20 4 16,-4 8 3-16,-2 6 31 15,-2 4-12-15,0-2-8 16,0 0-2-16,-4-5-8 0,0-8-1 15,-2-6-1 1,4-7-7-16,2-6 1 16,0-4-2-16,0 0 0 0,0-10-18 15,10-16-170-15,1-10 29 16,1-9-46-16,0-1-36 16,-3 4 60-16,-3 10 181 15,0 12 19-15,-6 12 185 16,0 8-78-16,0 4-89 15,-10 20 71-15,-1 10-16 16,-3 6-13-16,6 4-7 0,6 0-2 16,2-4-19-16,0-4-26 15,6-5-10-15,10-8-15 16,3-6-31-16,6-9-90 16,13-8-104-16,-4 0-138 15,-6-16-483-15</inkml:trace>
  <inkml:trace contextRef="#ctx0" brushRef="#br0" timeOffset="46975.05">22537 2105 1652 0,'0'0'566'0,"0"0"-302"0,0 0-34 0,0 0-137 0,0 0-47 15,0 0-22-15,133-12-15 16,-93 12-8-16,1 0-1 15,-6 8-52-15,-4-2-114 16,-2-2-70-16,-11 0-88 16,-5-4-373-16</inkml:trace>
  <inkml:trace contextRef="#ctx0" brushRef="#br0" timeOffset="47195.39">22880 2025 1536 0,'0'0'522'0,"0"0"-348"0,0 0-47 16,0 0-66-16,0 0 1 0,0 0-7 16,0 0-15-16,73 52-11 15,-64-18-6-15,-6 4 4 16,-3 1-12-16,0 1 5 16,-17-6 9-16,-5-2-15 15,2-6-14-15,4-8-15 0,8-12-139 16,6-6-216-1,2 0-425-15</inkml:trace>
  <inkml:trace contextRef="#ctx0" brushRef="#br0" timeOffset="47448.25">23125 2137 1129 0,'0'0'673'15,"0"0"-577"-15,0 0 11 16,0 0 55-16,0 0 26 0,-36 115-37 15,36-89-57 1,7-8-8-16,17-4-29 0,3-8-26 16,4-6 11-1,-1 0-14-15,-11-18-7 0,-5-9-7 16,-10-5-14-16,-4-4-24 16,0-1 9-16,-18 2 15 15,-5 5-1-15,2 8 1 16,0 10-88-16,6 2-72 15,6 6-194 1,9 2-492-16</inkml:trace>
  <inkml:trace contextRef="#ctx0" brushRef="#br0" timeOffset="47682.75">23312 1965 1824 0,'0'0'686'31,"0"0"-523"-31,0 0-29 0,0 0-30 0,0 0-74 16,0 0-15-16,0 0-13 16,125 6-2-16,-96 4-42 15,-3-4-82-15,-3-4-94 16,-8-2-92-16,-6-14-238 0,-5-6-402 15</inkml:trace>
  <inkml:trace contextRef="#ctx0" brushRef="#br0" timeOffset="47808.43">23501 1823 1729 0,'0'0'731'0,"0"0"-537"16,0 0-144-16,0 0-39 16,0 0 10-16,-40 126 3 15,28-64-12-15,-3 32-12 16,5-15-169-16,0-15-454 0</inkml:trace>
  <inkml:trace contextRef="#ctx0" brushRef="#br0" timeOffset="49753.14">24324 1434 1582 0,'0'0'582'0,"0"0"-391"0,0 0-9 0,0 0 1 0,0 0-98 15,0 0 9-15,118-65-17 16,-72 33-49-16,3-6-26 16,-2 0-2-16,0-4 0 15,-3-2-57-15,-6-3-13 16,-7 3-1-16,-6 1 0 0,-9 0 29 15,-8 5 42 1,-5 8 4-16,-3 6 87 0,0 10-16 16,-5 6-36-16,-8 8-39 15,-7 0-22-15,-3 14-10 16,1 14 8-16,-2 11 24 16,4 8 11-16,5 10 43 15,3 1-3-15,5 0-5 16,7-4-23-16,0-6-16 15,2-8 11-15,17-8-2 16,7-11-5-16,5-10 1 16,5-11-12-16,2 0-11 15,4-18-59-15,3-10-72 0,-1-8-3 16,-4 0-11-16,-4 2 53 16,-12 6 103-16,-6 10 3 15,-11 12 58-15,-7 6-30 16,0 8-7-16,-2 18 59 15,-13 6 17-15,-2 2 18 16,2-4-43-16,6-8-33 16,7-6-27-16,2-8-9 0,0-8 16 15,4 0-11 1,18-8-11-16,10-16-128 0,5-4-49 16,8-4 22-16,2 2 55 15,-2 6 56-15,-8 6 44 16,-8 10 74-16,-11 8-22 15,-9 0-39-15,-4 18 33 16,-5 6-11-16,0 6-16 16,0-2-8-16,0 0-11 15,0-6-94-15,6-5-213 16,5-12-415-16</inkml:trace>
  <inkml:trace contextRef="#ctx0" brushRef="#br0" timeOffset="49972.83">25676 916 1773 0,'0'0'310'0,"0"0"-218"0,0 0 106 0,-116 96-2 15,85-38-40-15,6 5 0 16,12 5-85-16,13 0-38 15,0-4-33-15,13-3-3 16,20-11-173-16,23-10-116 16,-6-12-220-16,-6-14-582 0</inkml:trace>
  <inkml:trace contextRef="#ctx0" brushRef="#br0" timeOffset="50507.53">26155 1023 1156 0,'0'0'823'16,"0"0"-610"-16,0 0-136 15,0 0-5-15,0 0 48 16,-127 36-7-16,95 0 29 15,3 8 3-15,7 6-38 16,5 2-23-16,8-4-35 16,7-2-17-16,2-8-14 15,0-8-6-15,19-10-3 16,10-5-9-16,5-12-1 16,5-3-15-16,2-2-22 15,1-17-33-15,-4-7-79 16,-5-3-23-16,-8 1 73 0,-7 4 88 15,-9 8 12-15,-9 8 115 16,0 8-35-16,0 0-80 16,0 0 8-16,-2 16-8 15,-3 6 37-15,5 0 12 16,0 0-11-16,9-2-17 16,9-6 0-16,2-6-21 15,0-4-8-15,-2-4-10 16,-5 0 8-16,-6-18-16 15,-5-4 5-15,-2-8-5 16,0 0 26-16,0-2 25 16,0 2 28-16,-9 6 7 0,1 6-29 15,1 8-31-15,2 4-30 16,5 4-188-16,0 2-305 16,9-2-495-16</inkml:trace>
  <inkml:trace contextRef="#ctx0" brushRef="#br0" timeOffset="50742.51">26520 878 1326 0,'0'0'926'0,"0"0"-659"0,0 0-206 0,0 0-52 15,0 0 37-15,0 102 83 0,0-45 21 16,-4 5-70-16,-1 2-44 15,5-2-13-15,0-2-23 16,0-8-1-16,5-8-74 16,-1-9-144-16,-4-13-140 15,0-12-308-15,-11-10-939 0</inkml:trace>
  <inkml:trace contextRef="#ctx0" brushRef="#br0" timeOffset="51167.23">26393 1221 1927 0,'0'0'521'0,"0"0"-433"16,0 0-49-16,147-48-39 16,-100 38-22-16,-2 6-60 15,-7 2-43-15,-7 2 7 16,-4 0-74-16,-10 0 6 16,-3 0 134-16,-6 0 52 15,-3 0 80-15,-1 0 46 16,3 2 52-16,-2 2 20 15,-1 6-34-15,0 6-60 16,-1 6-25-16,-3 6 12 16,0 6-11-16,0 0-5 0,0 2-34 15,0-6-20 1,0-5-7-16,0-10-2 0,0-5 0 16,4-7-1-16,3-3-11 15,4 0 0-15,0-23-26 16,5-7-132-16,-3-6-8 15,-1-6 11-15,-6 4 45 16,-4 8 110-16,0 10 76 16,-2 10 139-1,0 10-108-15,0 0-102 0,0 10-4 0,0 14 33 16,3 2-2 0,7 2-18-16,11-2-14 0,21-4-166 15,-4-6-151-15,0-10-281 16</inkml:trace>
  <inkml:trace contextRef="#ctx0" brushRef="#br0" timeOffset="51356.78">27401 970 1681 0,'0'0'930'0,"0"0"-701"0,0 0-162 0,0 0-32 0,0 0 2 15,68 108 4-15,-68-45-22 16,0 7-17-16,-10 4-2 16,-17 0-54-16,-21 12-221 15,7-21-284-15,-5-17-567 0</inkml:trace>
  <inkml:trace contextRef="#ctx0" brushRef="#br0" timeOffset="52365.18">24419 1740 742 0,'0'0'908'0,"0"0"-665"0,0 0-94 0,0 0-12 0,0 0 18 16,0 0-14-16,127-7-35 16,-75 4-29-16,10 1-19 15,13 0-7-15,12 0 19 16,25-2 35-16,28-2-39 15,30 0-23-15,5 2-27 0,-5 2-5 16,-23 2-10 0,-38 0 5-16,-20 0-6 0,-22 0 2 15,-5 0-1 1,10 2-1-16,6 2 6 16,9-2-6-16,-5-2 1 15,0 0 0-15,3 0 0 16,-2 0 0-16,-4 0 0 0,-4 0 11 15,-4 0 3-15,-7 0-4 16,-2 0-10-16,-1 2 5 16,-3 0-5-16,2 0 0 15,2-2 0-15,1 0 8 16,1 0-8-16,1 0 7 16,-3 0 1-16,-8 0 1 0,-10 0-1 15,-11 0-7-15,-10 0 4 16,-11 0-6-16,-8 0 0 15,-2 0-15-15,-2 0-19 16,0 0-31-16,0 2-47 16,0 10-64-16,0 0-98 15,0-3-462-15</inkml:trace>
  <inkml:trace contextRef="#ctx0" brushRef="#br0" timeOffset="53734.18">25174 2470 1840 0,'0'0'345'0,"0"0"-246"15,0 0-63-15,145-92-26 0,-100 52-10 0,-3-4 0 16,-2-6-32-16,-4-5-55 16,-5 1-14-16,-7-2 48 15,-5 4 53-15,-9 6 3 16,-7 8 90-16,-3 9 73 15,0 11-3-15,0 11-47 16,-11 7-75-16,-5 0-29 16,-4 25-3-16,0 14 12 15,5 9 7-15,3 6 29 0,10 4 21 16,2-2-5-16,0-4-25 16,22-6-20-16,7-11-5 15,7-11-7-15,2-12-16 16,1-12-7-16,2 0-28 15,-5-18-122-15,-3-13-31 16,-4-5 23-16,-2-4 4 16,-2 3 60-16,-8 0 63 15,-5 11 38-15,-4 10 113 16,-6 16 53-16,-2 0-117 0,0 20 2 16,0 16 28-1,0 6 18-15,0 2 43 0,-2 3-37 16,-2-7-38-16,2-8-39 15,0-6-14-15,2-12-10 16,0-8-2-16,0-6-12 16,0 0 3-16,6-12 8 15,9-14-190-15,10-8 28 16,2-6 9-16,6 0-14 16,0 5 74-16,1 7 94 15,-7 12 67-15,-3 12 113 16,-6 4-63-16,-7 7-68 15,-4 16-1-15,-5 8 9 16,-2 3-26-16,0 4-31 16,0-4-45-16,0-4-178 0,0-10-408 15,0-10-1210-15</inkml:trace>
  <inkml:trace contextRef="#ctx0" brushRef="#br0" timeOffset="54080.94">26300 2153 1371 0,'0'0'528'0,"0"0"-387"0,0 0 3 0,0 0-27 15,0 0 1 1,0 0-15-16,0 0-20 0,53 59 17 16,-53-27-6-1,0 0-13-15,0-6-35 16,0-8-27-16,0-6-7 0,0-6-4 15,0-6-8-15,0 0-7 16,0-2-67-16,0-16-153 16,3-2 47-16,-3-2 39 15,0 6 65-15,0 5 36 16,0 11 40-16,-3 0 102 16,-6 8 24-16,-2 19-11 15,5 3-20-15,3 4 14 16,3 0-4-16,5-4-25 15,26-2-39-15,15-8-41 0,33-4-14 16,-13-8-314 0,-8-4-469-16</inkml:trace>
  <inkml:trace contextRef="#ctx0" brushRef="#br0" timeOffset="56484.4">1412 5282 1558 0,'0'0'283'0,"0"0"-71"0,0 0 41 0,0 0-22 0,0 0 16 15,0 0-82-15,0 0-89 16,0-18-45-16,0 38-25 16,0 12 14-16,5 12 23 15,1 12-4-15,0 4-12 16,0 0-13-16,-2-1-7 16,0-9-5-16,-4-9-2 15,0-9-6-15,0-11-12 0,0-7-6 31,0-8-9-31,-8-6-3 16,-4 0-44-16,3-14-109 0,7-16 25 0,2-6-26 16,0-8-30-1,21-3 8-15,4 5 70 0,2 4 142 16,2 12 30 0,-6 10 131-1,-6 12-24-15,-5 4-56 16,-6 12 32-16,-6 16 1 15,0 8-22-15,-10 3-11 0,-13 1-21 16,-8-4-5-16,-5-4-33 16,-3-8-2-16,-9-6-20 15,-3-6-125-15,-2-8-89 16,4-4-83-16,9 0 97 16,9-20 52-16,15-12-1 15,11-2 149-15,5 0 86 16,2 3 83-16,17 13 158 15,4 10-105-15,10 8-97 16,2 2-52-16,5 22-41 0,6 8-32 16,14 15-38-16,-10-9-230 15,-8-8-742-15</inkml:trace>
  <inkml:trace contextRef="#ctx0" brushRef="#br0" timeOffset="61371.15">2488 5939 1307 0,'0'0'1006'0,"0"0"-769"0,0 0-82 0,0 0-51 0,0 0-11 15,0 0-26-15,0 0 5 16,65-82-17-16,-32 56-25 15,5-6-16-15,9-2-7 16,2-8-5-16,7-6-1 16,-3-7-1-16,1-1 0 15,-6-4-23-15,-8 2-8 16,-9-2-47-16,-6 2-16 0,-11 1 22 31,-7 2 35-31,-5 2 31 0,-2 7 6 0,0 6 37 16,-11 10 26-16,-5 6-15 15,-1 10-24-15,-4 6-18 16,1 8-6-16,3 0-9 16,-2 10-2-16,4 18-7 15,-1 14 4-15,3 12 14 16,4 13 26 0,4 9 20-16,5 4-10 0,0 2-11 15,7-6-13-15,15-8-1 16,7-11-5-16,7-16-5 15,5-14-1-15,3-15-8 0,-2-12-16 16,1 0-34-16,-8-12-115 16,-2-18-63-16,-6-7-46 31,-6-5 8-31,-4-8-13 0,-6 2 45 0,-4 2 242 16,-2 10 98-16,-3 12 232 15,-2 10 48 1,0 10-66-16,0 4-102 15,0 4-140-15,0 20-17 0,0 8 14 16,-2 4-13-16,-3 2-36 16,5 0-18-16,0-2-12 15,0-2-106-15,0-8-220 16,5-9-368 0</inkml:trace>
  <inkml:trace contextRef="#ctx0" brushRef="#br0" timeOffset="61826.35">3457 5386 508 0,'0'0'1198'0,"0"0"-939"0,0 0 2 0,0 0-13 0,-4 134-32 15,2-100-3-15,0-4-102 16,2-5-55-16,0-7-32 15,0-6-12-15,0-9-4 16,0-3 2-16,2 0 7 16,11-22-8-16,7-7-9 15,5-12-35-15,2-3-10 16,2 2 7-16,0 8 17 16,-6 12 21-16,-2 12 1 15,-3 10 7-15,-9 8 4 16,-3 20 14-16,-6 4 12 15,0 4 10-15,0-6-9 0,0-6-15 16,0-10-14-16,0-10-4 16,0-4 6-16,4 0 15 15,13-22-27-15,3-4-30 16,6-4 6-16,1 4 14 16,0 4 9-16,-3 10 0 15,-5 12-11-15,-4 0-5 16,-5 16 1-16,0 18-8 15,-4 8-33-15,-6 21-191 16,0-13-366-16,0-10-717 0</inkml:trace>
  <inkml:trace contextRef="#ctx0" brushRef="#br0" timeOffset="63058.21">2817 6164 907 0,'0'0'745'0,"0"0"-444"0,0 0-70 0,0 0-30 16,0 0-62-16,0 0-15 0,0 0-33 15,21-76-21 1,-12 66-28-16,0 7-9 0,0 3-22 16,-1 0-9-1,2 21 31-15,-1 9 1 0,-3 4 1 16,-2 4-4-16,-1 0-4 15,-3-2-2-15,2-6-5 16,-2-5-8-16,0-10-6 16,0-5 0-1,2-8-5-15,1-2-1 0,-1 0 0 0,5-18-25 16,-1-9-84 0,1-10-87-16,-1-5-34 0,2-2-37 15,-6 6 33-15,-2 10 137 16,0 10 97-16,0 12 91 15,0 6 44-15,-12 6-25 16,-1 20 38-16,4 10 4 16,5 4-30-16,4 0-12 15,0-2-13 1,2-4-44-16,18-5-32 16,4-10-12-16,10-5-9 0,1-6-117 15,17-8-153-15,-10 0-275 16,-9-9-560-16</inkml:trace>
  <inkml:trace contextRef="#ctx0" brushRef="#br0" timeOffset="63246.63">3156 6230 1400 0,'0'0'723'0,"0"0"-363"0,0 0-88 16,0 0-146-1,0 0-77 1,0 0-9-16,0 0-11 16,159-48-19-16,-108 44-10 0,0 2-60 15,-4 2-144-15,2-2-124 16,-11 2-162-16,-11-2-139 16</inkml:trace>
  <inkml:trace contextRef="#ctx0" brushRef="#br0" timeOffset="63482.52">3486 6043 892 0,'0'0'930'0,"0"0"-564"16,0 0-105-16,0 0-158 0,0 0-31 16,0 0 24-16,0 0-23 15,98 43-18 1,-75-13-28-16,-7 2-12 0,-8 4-2 15,-8 2 1-15,0-2-8 16,-6-2 1-16,-12-6-7 16,3-7-24-16,1-12-123 15,14-9-87-15,0-9-154 16,0-14-1314-16</inkml:trace>
  <inkml:trace contextRef="#ctx0" brushRef="#br0" timeOffset="63751.53">3747 6075 1430 0,'0'0'517'0,"0"0"-412"0,0 0 83 15,0 115-14-15,0-79-18 16,11-6 7-16,16-6-27 16,6-8-47-16,5-8-47 15,5-8-10-15,-5 0-23 16,-7-13-8-16,-14-14 0 15,-7-1 0-15,-10-4 10 16,-8 0-10-16,-18 2 8 0,-7 4-8 16,-6 6-1-1,4 6-1-15,-3 6-107 16,11 6-217-16,9 2-367 0</inkml:trace>
  <inkml:trace contextRef="#ctx0" brushRef="#br0" timeOffset="64018.46">4012 5992 2067 0,'0'0'532'16,"0"0"-427"-16,0 0-58 16,0 0-10-16,0 0 9 15,123-15 7-15,-86 15-48 16,-2-2-5-16,-4 2-123 16,-10-9-132-16,-7 0-220 15,-10-1-169-15</inkml:trace>
  <inkml:trace contextRef="#ctx0" brushRef="#br0" timeOffset="64146.68">4177 5849 1257 0,'0'0'842'0,"0"0"-379"16,0 0-354-16,0 0-73 15,0 0-15-15,-33 110-3 16,33-31-18-16,0-11-163 16,0-10-593-16</inkml:trace>
  <inkml:trace contextRef="#ctx0" brushRef="#br0" timeOffset="65809.89">5001 5220 1043 0,'0'0'1035'0,"0"0"-776"0,0 0-121 0,0 0-79 0,0 0-32 0,99-113 13 15,-53 61 12-15,4-8-16 16,0-4-20-16,2-3-8 15,-10-1-8-15,-4-2 1 16,-6 0-1-16,-11-2 6 16,-5 5 1-16,-9 6 22 15,-7 6 96-15,0 11 2 16,0 12-39-16,0 12-26 16,-5 8-41-16,-3 10-13 0,-4 2-8 15,-1 12-12 1,-1 22 11-16,-1 16-9 0,1 16 10 15,5 11 10-15,3 9 7 16,6 4-1-16,0-5-2 16,0-9-4-16,6-11-8 15,15-14 7-15,1-15-9 32,4-12-5-32,3-16-18 0,8-8 8 15,0-8-9-15,1-22-40 0,-2-8-108 16,-5-6-49-1,-9-1 35-15,-4 4 74 16,-9 10 112-16,-2 11 119 16,-7 14 96-16,0 6-102 0,0 8-105 0,0 16 51 15,-5 6 15-15,-1 1 0 16,1-5-23-16,2-4-28 16,3-10-16-1,0-6-1-15,0-6-6 16,0 0-7-1,17-8-5-15,5-14-39 16,4-9-80-16,6-3-55 16,4 0 49-16,-5 8 48 0,-2 8 46 15,-5 10 36-15,-6 8 7 16,-5 2 26-16,-4 22 24 16,-4 7 11-16,-5 2-22 15,0 6-12-15,0-2-27 16,0-2-31-16,0-9-271 15,-5-12-924-15</inkml:trace>
  <inkml:trace contextRef="#ctx0" brushRef="#br0" timeOffset="66250.5">6327 4379 1588 0,'0'0'238'0,"0"0"-178"0,0 0-6 0,0 0 59 16,-138 73 70-16,118-23 55 15,5 9-59-15,10 10-24 16,5 1-45-16,0-4-57 0,5-4-31 16,14-8-19-16,6-7-3 15,16-11-116-15,-4-10-159 16,-3-14-404-16</inkml:trace>
  <inkml:trace contextRef="#ctx0" brushRef="#br0" timeOffset="66816.98">6731 4598 13 0,'0'0'1575'0,"0"0"-1220"15,0 0-158-15,0 0-98 16,0 0-15-16,0 0 52 16,0 0 9-16,-118 60-37 15,97-20 10-15,3 2-27 16,7 4-25-16,7-4-30 16,4-2 3-16,0-5-20 15,4-6-2-15,19-6-8 16,8-9-6-16,2-8-3 15,7-6-30-15,1 0-12 0,-3-10-16 16,-5-10-4 0,-4-2-29-16,-6-1 35 0,-11 4 24 15,-3 2 32-15,-9 8 66 16,0 4 43-16,0 5-61 16,0 0-30-16,-6 9-11 15,-1 9-1-15,5 0 17 16,2 1 2-16,0-1-15 15,6-3 13-15,13-7-8 16,4-6-15-16,2-2-20 16,0 0-26-16,-5-10-56 0,-7-10-38 15,-6-4 12-15,-7-5 31 16,0 0 69-16,-3-4 28 16,-12 5 88-16,-3 4 7 15,-2 8-29 1,2 4-66-16,5 4-44 15,8 0-197-15,3 2-265 0,2 0-1278 0</inkml:trace>
  <inkml:trace contextRef="#ctx0" brushRef="#br0" timeOffset="67068.8">7093 4377 1326 0,'0'0'741'0,"0"0"-496"0,0 0-121 16,0 0-78-16,0 0 45 15,0 0 83-15,-8 133 25 16,8-75-81-16,0 4-66 16,0 2-28-16,10-4-13 0,2-4-3 15,-1-6-8-15,0-7-38 16,1-11-95-16,-8-12-210 15,-2-10-290 1,-2-10-727-16</inkml:trace>
  <inkml:trace contextRef="#ctx0" brushRef="#br0" timeOffset="67227.35">6958 4756 1942 0,'0'0'636'16,"0"0"-402"-16,0 0-92 0,0 0-103 0,133-56-30 15,-90 50-9 1,-1 6 0-16,-4 0-88 16,5 0-227-16,-10 8-316 15,-11 0-582-15</inkml:trace>
  <inkml:trace contextRef="#ctx0" brushRef="#br0" timeOffset="67589.09">7399 4704 542 0,'0'0'1195'0,"0"0"-912"16,0 0-167 0,0 0-60-16,0 0 41 15,0 0 117-15,0 0-38 0,0 88-8 0,0-53-72 16,0-3-42 0,0-5-27-16,0-4-17 15,0-9-2-15,0-8 0 16,2-6-7-16,2 0-1 0,4-11-26 15,0-12-176-15,1-12 11 16,-5-1 5-16,1 3 35 16,-5 2 117-16,0 11 34 15,0 10 270-15,0 10 26 16,0 0-178-16,-5 8-79 16,3 14-10-1,2 4 33-15,0 2-17 16,4 4-27-16,17-4-18 15,6-2-49-15,4-5-147 0,13-11-150 0,-8-6-285 16,-4-4-1163-16</inkml:trace>
  <inkml:trace contextRef="#ctx0" brushRef="#br0" timeOffset="67761.7">7829 4434 2220 0,'0'0'489'0,"0"0"-462"16,0 0-27-16,0 0-13 0,0 0 13 16,76 126 16-16,-70-58 8 15,-3 12-24-15,-6 36-10 32,-19-17-284-32,-5-17-542 0</inkml:trace>
  <inkml:trace contextRef="#ctx0" brushRef="#br0" timeOffset="68814.75">5144 5452 950 0,'0'0'483'0,"0"0"-320"0,0 0 15 0,0 0-27 0,0 0-15 16,0 0 13-16,0 0-34 15,114-50-17-15,-79 50-45 16,5-2-5-16,8 2-8 16,2-2 12-16,8-2 0 15,2 0-16-15,5 0-21 16,-1-2-5-16,4 0 2 16,1 0 6-16,2 0-9 15,0 0-7-15,3 2-1 16,-1-2 1-16,1 2-1 15,-1 2 6-15,-4-2-7 16,0 0 10-16,-3 0 7 0,-2-2 2 16,-4 0-4-16,-3-3-1 15,1 2-2-15,-2-4-2 16,2 4-9-16,0-1 14 16,0 0 21-16,1 2-2 15,-1-1 7-15,2 2-11 16,0 0-11-16,2 0-9 15,3-4-9-15,2 1 5 0,-1-2-4 16,3-2-1 0,-4 0 1-16,-5 2-1 15,-9 2-1-15,-11 2 2 0,-9 4 13 16,-10 0-5-16,-8 2-2 16,-6 0-7-16,-5 0 0 15,-2 0-1-15,0 0-7 16,0 0-60-16,0 0-183 15,-2 0-131-15,-10 0-430 0</inkml:trace>
  <inkml:trace contextRef="#ctx0" brushRef="#br0" timeOffset="69797.78">5926 6288 803 0,'0'0'1286'0,"0"0"-964"0,0 0-165 0,0 0-116 16,0 0-25-16,149-142 20 15,-93 84 25-15,0-1-24 16,-4 1-25-16,-11 0-11 16,-9 6-1-16,-12 2-1 15,-11 6 1-15,-9 6 0 16,0 8 20-16,0 10 27 16,-11 9 6-1,-5 11-24-15,-2 0-29 0,-4 25-18 16,2 13 18-1,-1 12 3-15,8 8 16 16,7 4 40-16,6 0-8 0,0-4-16 16,11-7-18-16,15-9-7 0,6-10-2 15,5-12 5-15,4-14-13 16,3-6 0-16,0-6-12 16,-3-20-42-16,-5-8-132 15,-5-4-23-15,-9-5 9 16,-2 2 0-16,-4 4 40 15,-5 7 160-15,-5 12 94 16,-2 12 100 0,0 6-123-16,-2 12-21 15,0 18 56 1,0 6 3-16,0 3 28 0,0-2-28 16,0-6-46-16,1-7-39 15,-1-10-14-15,2-8-2 16,0-6-7-16,4 0 11 15,3-14-12-15,5-10-103 16,3-6-63-16,8-3 17 0,2 1 33 16,2 4 68-16,-2 6 48 15,-2 10 12-15,-4 12 43 16,-6 0-33-16,-6 14 8 16,-4 16 9-16,-5 9-15 15,-2 1-24-15,0 6-3 16,0-12-200-16,0-10-502 15</inkml:trace>
  <inkml:trace contextRef="#ctx0" brushRef="#br0" timeOffset="70139.78">7105 5909 1731 0,'0'0'228'0,"0"0"-156"0,0 0 19 0,0 0 58 0,-16 107 50 16,7-71-7-16,5-4-18 16,4-6-90-16,0-8-56 15,0-10-5-15,9-8-2 16,4 0-21-16,3-14-36 16,-5-12-142-16,-2-4 27 15,-7-2 15-15,-2 0 30 16,0 5 38-16,-4 7 68 0,-6 6 154 15,4 12 78-15,4 2-87 16,2 2-103-16,0 20-11 16,0 3 7-16,15 3 7 15,12-1-14-15,6 2-31 16,21-1-152-16,-11-6-218 16,-6-8-418-16</inkml:trace>
  <inkml:trace contextRef="#ctx0" brushRef="#br0" timeOffset="70833.11">8524 5145 985 0,'0'0'748'0,"0"0"-407"0,0 0-50 0,0 0-40 16,0 0 0-16,0 0-73 0,0 0-75 16,36 4-43-16,-5-2-24 15,4 2-30-15,3-2-6 16,-1 2-9-16,-4 1-58 15,-14 0-137-15,-5 1-371 16,-12 1-505-16</inkml:trace>
  <inkml:trace contextRef="#ctx0" brushRef="#br0" timeOffset="70956.39">8504 5358 1980 0,'0'0'551'0,"0"0"-405"0,0 0-6 16,0 0-69-1,160 2-71-15,-84-2-20 0,-15 0-160 16,-13 0-373-16</inkml:trace>
  <inkml:trace contextRef="#ctx0" brushRef="#br0" timeOffset="72537.89">9553 5266 1187 0,'0'0'603'0,"0"0"-404"0,0 0 25 0,0 0-48 0,0 0-22 16,0 0 31-16,0 0-23 16,0 0-49-16,0 0-25 15,0 0-33-15,0 0 1 16,2 0-32-16,10-5 1 15,-1 0-13-15,0 1-12 16,-2 0 0-16,0-1 0 16,-5 4 1-16,1 1-1 15,-3-3 0-15,0 3 0 16,-2 0 8-16,0 0-8 0,0 0-7 16,0 0 6-16,0 0 1 15,0 0-1-15,0 0 0 16,0 0-5-16,0 0 6 15,0 0-1-15,0 0 1 16,0 0 7-16,0 0-7 16,0 0-7-16,0 0 6 15,0 0-8-15,0 0 9 16,0 0-16-16,0 0 5 16,0 0 4-16,0 0-2 15,0 0 7-15,0 0 2 16,0 0 0-16,0 0 1 0,0 0-1 15,0 0 0 1,0 0-1-16,0 0-8 0,0 0-2 16,0 0 3-16,0 0 8 15,0 0 1-15,0 0-1 16,0 0 0-16,0 0-8 16,0 0 8-16,0 0 3 15,0 0-3-15,0 0 0 16,0 0-1-16,0 0 0 15,0 0 1-15,0 0-1 16,0 0 1-16,0 0 0 16,0 0-26-16,0 0-9 15,0 0 19-15,0 0 1 0,0 0 15 16,0 0-14-16,0 0-8 16,0-4-201-16,0 3-391 15,0-4-855-15</inkml:trace>
  <inkml:trace contextRef="#ctx0" brushRef="#br0" timeOffset="73121.72">9449 5408 1540 0,'0'0'672'0,"0"0"-471"0,0 0-5 0,0 0-56 0,0 0-2 16,0 0-34-16,142-116-44 15,-97 69-33 1,1-5-20-16,2-6-7 0,-2-4-37 16,-1-2-23-16,-5-4-41 15,-7 0-3-15,-4-3 36 0,-9 3 38 16,-7 6 30-1,-8 8 34-15,-5 10 116 0,0 16-28 16,0 12-50-16,-9 14-47 31,-13 2-25-31,-4 26-12 0,-3 18 12 0,-5 32 11 16,7 2 19-16,7 12 16 16,9 4 5-1,11-13-21-15,0 5-13 0,7-14-8 16,17-12 0-16,10-13-3 15,6-18-5-15,5-11-1 16,1-15-16-16,1-3-23 16,-3-14-24-1,-4-19-76-15,-9-7-144 16,-4-3-35-16,-9-2-25 0,-7 7 59 16,-4 8 284-16,-3 12 256 0,-4 12 85 15,0 6-181-15,0 6-115 16,0 18 65-16,0 10 28 0,-2 3-19 15,-2-1-32 1,-1 0-53-16,1-4-23 0,2-4-11 16,2-2-34-16,0-8-232 31,0-10-436-31</inkml:trace>
  <inkml:trace contextRef="#ctx0" brushRef="#br0" timeOffset="73529.75">10389 5119 1691 0,'0'0'288'0,"0"0"-77"0,0 0 40 0,0 0-12 0,-34 120-40 16,30-99-69-16,2-6-57 15,2-5-55-15,0-6-6 16,0-4 7-16,0 0-11 15,0-4-8-15,16-15-6 16,5-9-65-16,6-3-86 16,2 3 16-16,-2 4 88 15,0 10 41-15,-4 12 12 16,-10 2 30-16,-5 12 21 16,-6 14 39-16,-2 4-19 15,0-2-8-15,0-3 1 16,-6-7-43-16,4-11-12 15,2-7 5-15,0 0 10 0,4-3-24 16,16-18-17-16,12-2-37 16,1-2 11-16,5 3 21 15,1 4 7-15,0 4 15 16,-6 8 5-16,-6 6-5 16,-7 0-27-16,-20 40-194 15,0 2-123-15,-9-2-474 0</inkml:trace>
  <inkml:trace contextRef="#ctx0" brushRef="#br0" timeOffset="74079.7">9740 5829 1795 0,'0'0'631'0,"0"0"-510"0,0 0 4 0,0 0-25 0,0 0 29 16,79-102-9-16,-55 92-51 15,-2 10-45-15,-4 0-18 16,-7 14 1-16,-3 18 2 16,-8 8 2-16,0 4 19 15,0 4 7-15,-10-2-8 16,1-3-16-16,5-11 0 16,0-9-13-16,4-8 0 15,0-9 0-15,0-6-5 16,0 0 4-16,0-14-4 15,2-15-52-15,6-7-30 16,-1-8-55-16,-3 0-55 0,2 4 29 16,-4 10 151-16,-2 12 17 15,0 14 128-15,0 4-62 16,0 4-50-16,0 18 81 16,0 4-26-16,0 4-8 15,2 0-11-15,13-2-30 16,7-2-14-16,1-5-8 15,1-3-62-15,9-13-189 16,-6-2-212-16,-4-3-525 0</inkml:trace>
  <inkml:trace contextRef="#ctx0" brushRef="#br0" timeOffset="74254.78">10031 5855 1694 0,'0'0'836'0,"0"0"-478"15,0 0-216-15,0 0-102 16,0 0-39-16,0 0 7 16,135-48-8-16,-93 48 0 0,1 0-44 15,-5 0-172 1,1 6-126-16,-7 2-238 16,-12-4-502-16</inkml:trace>
  <inkml:trace contextRef="#ctx0" brushRef="#br0" timeOffset="74474.64">10445 5697 2032 0,'0'0'517'0,"0"0"-476"16,0 0-35-16,0 0-6 0,0 0 31 16,0 0 36-16,53 110 2 15,-51-66-14-15,-2 2-16 16,0-2-2-1,-8 0-14-15,-8-8-8 0,1-7-5 16,1-9-10-16,7-11-137 16,7-9-160-16,0-1-198 15,0-16-809-15</inkml:trace>
  <inkml:trace contextRef="#ctx0" brushRef="#br0" timeOffset="74703.39">10587 5869 1066 0,'0'0'1310'0,"0"0"-1135"0,0 0-121 16,0 0 16-16,0 0 31 16,-2 110 35-16,11-94-30 15,11-5-36 1,4-7-34-16,3-4-16 0,-4 0-19 16,-5-4-1-16,-10-14-7 15,-5-3 0-15,-3-1 6 16,-5-2-17-1,-15 0-14-15,-3 0-42 0,-3-4-167 0,6 8-138 32,6 2-448-32</inkml:trace>
  <inkml:trace contextRef="#ctx0" brushRef="#br0" timeOffset="75056.34">10746 5675 1654 0,'0'0'743'16,"0"0"-468"-16,0 0-75 15,0 0-82-15,0 0-30 0,0 0-38 16,0 0-25 0,0 0-11-16,108-4-14 0,-81 4-10 15,-2 0-21 1,-9 0-78-16,-5 0-111 0,-7-8-69 15,-4-10-182-15,0-4-97 16,-9-5 340 0,-7 1 228-16,1 4 173 0,1 4 332 15,3 6-31-15,3 8-140 16,-2 4-120-16,-1 6-147 16,3 22-40-16,-4 10-9 15,6 12-8 1,-1 9-10-16,3 21-80 15,2-16-425-15,-1-10-834 0</inkml:trace>
  <inkml:trace contextRef="#ctx0" brushRef="#br0" timeOffset="76168.5">11905 5284 1101 0,'0'0'496'0,"0"0"-306"0,0 0-18 0,0 0-31 15,0 0 73 1,0 0 16-16,0 0-23 0,-8-5-22 16,8 5-70-16,0-1-28 15,0 1-43-15,0-3-31 16,10-1-2-16,7 0-5 16,5-2-5-16,8 1 0 15,5-2-1-15,3 1 1 16,5-2-1-16,-1 2 1 15,2 1-1-15,1 1-1 16,1-3 1-16,3 3-1 16,3-2 1-16,3 1-1 0,5-4-5 15,6 1-2-15,0-2-4 16,1 0-1-16,-2 0 5 16,-3 0 8-16,-4 4 9 15,-4 0-2-15,-6 0-6 16,-3 2 1-16,-1-2-1 15,-2 2 0-15,3-2 0 16,-3 2-1-16,3 0 1 16,0 0-1-16,0 0 1 0,-1 0-1 15,1 0 1 1,-1 2-1-16,2 0 1 0,4-2-2 16,-1 0-7-1,2 2 7-15,0-2-1 0,-1 0 2 16,-2 0-1-16,-1 0 1 15,-2 0 0-15,-2 2 0 16,-4 0 0-16,-1 0 0 16,2 2 1-16,3 0-1 15,-1 0 0-15,5 0 0 16,1 0 4-16,6 0-4 0,0 0-1 16,-1 0 0-16,0 0 1 15,1-2 12-15,0-2-1 16,-4 2-2-16,2-2-9 15,-3 0 1-15,0 0 0 16,-2 2 7-16,-1-2-7 16,-6 2 11-16,-1 0-11 15,-4 0 7 1,-6-2-8-16,-4 0 0 0,-6 2 0 16,-5-2 0-16,-5 0-40 15,-9-2-80-15,0 2-389 16,-4-2-843-16</inkml:trace>
  <inkml:trace contextRef="#ctx0" brushRef="#br0" timeOffset="77126.84">13408 5783 1854 0,'0'0'534'0,"0"0"-451"0,0 0-47 0,0 0 32 16,0 0-20-16,0 0 9 16,0 0-22-16,33-65-35 15,-23 36-9-15,-2-7-30 16,1-3-26-16,-5 2 2 16,4 2 20-16,-6 7 43 0,-2 8 7 15,0 10 95-15,0 6 6 16,0 4-45-16,0 0-63 15,0 24 12-15,0 10 1 16,0 10 23-16,0 9-4 16,0 3-9-16,0 0-12 15,0 0-11-15,-7 16-127 16,2-13-160-16,-4-16-595 0</inkml:trace>
  <inkml:trace contextRef="#ctx0" brushRef="#br0" timeOffset="77319.83">13047 6158 1617 0,'0'0'750'0,"0"0"-519"16,0 0-82-16,118-28-18 16,-55 14-16-16,4 0-19 15,8 0-44-15,6 4-23 16,-4 4-28-16,-1 2-1 0,-9 4-76 15,0 0-225-15,-20 2-38 16,-18 6-331-16</inkml:trace>
  <inkml:trace contextRef="#ctx0" brushRef="#br0" timeOffset="77867.42">13410 6356 1872 0,'0'0'654'15,"0"0"-487"-15,0 0-83 16,0 0-58-16,0 0 86 15,0 0 44-15,0 0-65 16,25-29-38-16,-19 29-35 16,-1 0-12-16,0 5-6 15,-1 13 6-15,-4 6 6 0,0 9-3 16,0 7 0 0,0 2-3-16,0 2-5 0,0-4 1 15,-7-4-1 1,0-8 6-16,1-6-7 15,3-10 0-15,1-8 1 0,2-4 0 16,0 0 12-16,0-20-13 16,7-14-7-1,9-10-40-15,-1-6-1 0,-1-5-24 16,-6 10 0-16,-8 10 72 16,0 15 6-16,-2 16 44 15,-16 4-47-15,-4 17-3 16,2 12 0-16,9 7 9 0,11 5 3 15,0-3-2-15,24-4-3 16,19-4-7-16,11-10-43 16,32-10-173-16,-12-10-404 15,-10 0-396-15</inkml:trace>
  <inkml:trace contextRef="#ctx0" brushRef="#br0" timeOffset="84393.98">12514 4452 971 0,'0'0'275'0,"0"0"-149"0,0 0 44 0,0 0 37 16,0 0-20-16,0 0-8 15,0-13-24 1,0 11-16-16,0 0-12 0,0 2-38 16,0-1-4-16,0 1 7 15,0 0-8-15,0 0-32 16,0 0-17-16,0 0-8 15,-2 0-9-15,2 0 0 16,0 0 5-16,0 0 1 16,0 0-6-16,0 0-3 15,0 0-4-15,0 0-1 16,0 0-4-16,0 0-4 16,0 0-2-16,0 0 1 15,0 0 0-15,0 0-1 0,0 0 1 16,0 0 7-16,0 0-6 15,0 0 8-15,0 0-2 16,0 0-8-16,0 0 1 16,0 0 0-16,0 0-1 15,0 0 0-15,0 0 1 16,0 0 0-16,0 0 0 16,0 0 0-16,0 0-1 15,0 0 1-15,0 0-1 16,0 0 0-16,0 0 10 15,0 0-9-15,0 0 0 16,0 0-1-16,0 0 1 16,0 0-1-16,0 0 2 0,0 0-1 15,0 0 0-15,0 0-1 16,0 0-1-16,0 0 1 16,0 0 0-16,0 0-5 15,0 0 5-15,0 0 1 16,0 0 0-16,0 0 1 15,0 0-2-15,0 0 0 16,0 0 1-16,0 0-1 16,0 0 0-16,0 0 0 15,0 0-1-15,0 0 1 16,0 0 0-16,0 0-6 16,0 0-12-16,0 0 1 15,0 0 10-15,0 0 6 16,0 0 1-16,0-3 0 0,2 3 2 15,10-1-2-15,7-4-1 16,8 1 1-16,7-4 1 16,4 0-1-16,2 2-1 15,-4-2-7-15,-3 2 2 16,-4 2-1-16,-7 2 5 16,-6 0 1-16,0 2-13 15,-3 0 14-15,0 0 0 16,3 0 0-16,4 0 0 0,3-2-10 15,0 0 2 1,2 0-1-16,4 0 8 0,-4 0-5 16,2-2-2-16,-3 2 7 15,-2 2 0-15,0 0-6 16,-1 0-5-16,-2 0 5 16,-1 0 6-16,0 0 0 15,2 0 1-15,-2 0-1 16,2-2 1-16,0-2 0 15,3 0 1-15,-2 2-1 16,4-2 0-16,0 2 0 16,2-2 1-16,-3 2-1 15,3 0 0-15,-1 0-1 16,-1 0 2-16,-1 0-2 16,1 0 2-16,-2 0-2 0,0 0 2 15,0 0 4-15,2-2-3 16,-1 2 6-16,5 0-8 15,3 0 1-15,-1 0-3 16,2-2 2-16,0 2 0 16,1 2-1-1,-3-2 1-15,2 0 1 0,-2 0 8 16,3-2 3-16,1 0-12 16,1 2 0-16,5-2 1 0,-2 2 0 15,1-2 6 1,1 2-5-16,-3 0-2 0,-5 0 1 15,-2 2-1-15,-2-2 6 16,-6 2-6-16,-6 0 14 16,-3-2-8-16,-5 2-5 15,-3-2 5-15,0 0 1 16,-3 0-7-16,-3-4-37 16,0 0-214-16,0 0-644 0</inkml:trace>
  <inkml:trace contextRef="#ctx0" brushRef="#br0" timeOffset="89084.22">13187 4608 998 0,'0'0'314'0,"0"0"-175"0,0 0-53 0,0 0 29 16,0 0-3-16,0 0 8 16,5 0-45-16,-5 0-22 15,2-2-16-15,-2 0-10 16,0 0 17-16,2 0 33 0,-2 0 10 16,0-2 15-1,3 2-22-15,-3 0-23 16,0 0-11-16,0 0-22 0,0 2 7 15,0 0 3-15,0 0-8 16,0-2-7-16,0 2-1 16,0 0-6-16,0 0 16 15,-14 0-11-15,-3 0-15 16,-6 0-2-16,-4 0 1 16,-2 8 0-16,-4 2 9 15,0 6 5-15,2 0 21 16,2 2 25-16,2 2-28 15,2 0 1-15,6 2 2 16,2 0-3-16,4 0 3 16,4 0-12-16,5 0-9 0,4-1 3 15,0-2-17-15,0 2 16 16,4-6-17-16,8 2 14 16,3-5-7-16,1-1-7 15,3-2 1-15,6-4-7 16,0 2 6-16,2-5-1 15,2-2 0-15,0 0-11 16,0 0-1-16,-3-5-14 16,-2-2 1-16,-6-1 14 0,-7 1 12 15,-6 2 0-15,-3 3 0 16,-2 2 18-16,0 0 6 16,0 0-6-16,0 0-18 15,0 0-4-15,5 0-5 16,4 0-2-16,1 0 11 15,6 0 8-15,7 0-2 16,1 0 6-16,3 0-11 16,-5-8 1-16,-1-6-2 15,-11-3 1 1,-3 1 0-16,-7 0-1 16,0 0-2-16,0 1 2 0,-15 2 0 0,-4 3 6 15,-3 6-6-15,0 4-1 31,-2 0-22-31,1 0-122 0,-2 13-164 0,8-2-290 16,3-3-1273-16</inkml:trace>
  <inkml:trace contextRef="#ctx0" brushRef="#br0" timeOffset="89477.95">13515 4548 1549 0,'0'0'504'0,"0"0"-383"0,0 0-121 0,0 0 12 0,0 0-12 16,0 0 122-16,0 0 44 15,-4 150-62-15,4-94-34 16,0-1-25-16,0-4-26 15,0-2-10-15,0-8-9 16,0-6-47-16,4-11-168 16,3-10-160-1,-3-8-590-15</inkml:trace>
  <inkml:trace contextRef="#ctx0" brushRef="#br0" timeOffset="89651.59">13343 4764 1844 0,'0'0'649'31,"0"0"-494"-31,0 0-46 0,129-38-59 0,-77 34-36 16,-1 2-14-16,16 2-116 16,-11 0-349-16,-12 0-880 0</inkml:trace>
  <inkml:trace contextRef="#ctx0" brushRef="#br0" timeOffset="90204.32">13894 4696 1104 0,'0'0'520'16,"0"0"-392"-16,0 0-5 16,0 0-43-16,0 0 21 15,0 0 59-15,0 0-23 16,53-32-33-16,-46 32-28 15,-1 0-26-15,2 2 23 16,-4 12 5-16,0 6-4 16,-1 6 4-16,-3 6-21 15,0 2-17-15,0 1 17 16,0-2-8-16,-5-4-10 0,-1-5-21 16,3-8-13-16,0-6-4 15,3-8 7-15,0-2-8 16,0 0 0-16,10-16-14 15,3-10-135-15,1-9-81 16,-5-5-44-16,-5 2-46 16,-2 4 73-16,-2 8 247 15,0 12 87-15,0 12 189 16,0 2-132-16,0 10-65 16,0 16 25-16,-2 6 23 15,2 2-5-15,0 3-50 16,11-4-32-16,13-2-40 15,10-8-54-15,22-10-153 0,-9-7-254 16,-5-6-735-16</inkml:trace>
  <inkml:trace contextRef="#ctx0" brushRef="#br0" timeOffset="95628.31">12514 3677 1258 0,'0'0'375'0,"0"0"-206"0,0 0 22 0,0 0 25 0,0 0-11 15,0 0-31-15,-4 0-13 16,4 0-9-16,0 0-47 16,0 0-29-16,0 0-23 15,0 0-20-15,0 0-18 16,0 0-8-16,0 0-1 15,0 3-5-15,20 1-1 16,9 0 13-16,13-4 5 16,10 0-9-16,6 0-9 15,4-8-18-15,-2-6-43 16,7 1-191-16,-18 5-204 0,-13 6-232 16</inkml:trace>
  <inkml:trace contextRef="#ctx0" brushRef="#br0" timeOffset="96624.27">13713 3276 1455 0,'0'0'516'0,"0"0"-296"0,0 0-26 15,0 0-21-15,0 0 41 0,0 0-7 16,0 0-65 0,0 0-47-16,0-2-40 0,0-10-28 15,0-4-19-15,0-2-8 16,0-4-1-16,4-2 0 15,2-2-17-15,-2 0-6 16,0-4-4-16,-2-2-7 16,3 2 11-16,-3 4 3 15,0 6 14-15,0 3 6 16,0 9 1 0,-2 4 6-16,0 4-6 15,0 0-1-15,0 0-11 0,0 0-12 16,0 11-4-16,0 11 20 15,2 7 7-15,2 12-4 16,-2 3 5-16,2 6 5 16,0 2-5-16,3 0-43 15,-3 12-198-15,0-11-235 0,-1-15-309 0</inkml:trace>
  <inkml:trace contextRef="#ctx0" brushRef="#br0" timeOffset="96952.7">13419 3529 2043 0,'0'0'590'0,"0"0"-432"0,0 0-12 15,0 0-50-15,0 0-44 16,0 0 14-16,156-6-15 16,-85 0-13-16,10 0-7 0,-1 0-19 15,-2 2-12-15,-7 0-7 16,-9 2-22-16,-8 2-35 15,-14 0-159-15,-9 0-162 16,-8 6-248-16,-13 2-911 0</inkml:trace>
  <inkml:trace contextRef="#ctx0" brushRef="#br0" timeOffset="98514.9">13653 3810 469 0,'0'0'759'0,"0"0"-467"0,0 0-107 0,0 0-20 15,0 0-15 1,0 0 49-16,0 0-31 0,16-46-57 15,-16 44-5-15,0 0-32 16,-9 2-43-16,-3 0-16 16,0 0-7-16,-7 0-7 15,4 11-1-15,-1 4 19 16,5 1-1-16,0 2 4 16,6 2-1-16,3 2 21 15,2 0-6 1,0 4-12-16,0 0 15 0,2 4 1 31,6 0-4-31,-4 0-28 0,-4 0 14 16,0-2-13-16,0-2 9 0,-14-4 16 15,-3-4-11-15,-4-4-2 0,3-5-15 16,1-3 4-16,3-6 1 16,3 0 2-1,3-2 4-15,5-16-17 16,3-6-39-16,0-6-43 0,7-5-8 15,15 2-10-15,4 0 3 16,7 5 3-16,0 6 54 16,-4 6 40-16,-5 8 0 15,-4 4 32-15,-5 4 22 0,-3 2-11 16,-4 18-14 0,-3 8 33-1,-1 2 6-15,-4 2-35 0,2-2-14 0,-2-7-8 31,0-9-5-31,3-6 10 0,2-7-16 0,1-1-5 16,3 0-5-16,3-19-66 16,3-10-135-16,1-7-76 31,1-4-11-31,3 0 30 16,-2 6 98-16,-2 10 170 15,-1 10 149-15,-3 10 28 16,-4 4-29-16,-3 10-18 0,-3 18 35 15,-2 6-29 1,0 2 43-16,0 2-59 0,0-6-51 16,-2-7-38-16,-1-10-15 15,1-7-8-15,2-8-7 16,0 0 23-16,0-1-12 16,5-20-12-16,13-9-114 15,7-6-53-15,4 0 49 16,-1 4 70-16,-2 8 48 15,-5 14 27-15,-6 10 15 16,-5 0-30-16,-6 18-11 0,-4 8 17 16,0 2-2-16,0 0-5 15,0-4-11-15,0-6-72 16,0-18-172-16,0 0-378 16,0 0-1106-16</inkml:trace>
  <inkml:trace contextRef="#ctx0" brushRef="#br0" timeOffset="98774.93">14097 3611 1145 0,'0'0'776'0,"0"0"-520"0,0 0-57 0,0 0-46 0,0 0-61 16,0 0-48-16,0 0-19 15,19 28 36-15,-19 6 12 16,2 0 21-16,1-2-29 16,0-5-25-16,3-9-12 15,7-9-2-15,5-6 7 16,7-3-8-16,6 0-25 0,15-18-43 16,-10 2-283-1,-5-3-412-15</inkml:trace>
  <inkml:trace contextRef="#ctx0" brushRef="#br0" timeOffset="99327.1">14442 3789 1041 0,'0'0'506'0,"0"0"-309"16,0 0-4-16,0 0-73 16,0 0-17-16,0 0-35 15,0 0-15-15,2-5 11 16,-2 7 11-16,0 5 1 15,0 4-27-15,0-1 0 16,0 1 26-16,0 4-7 16,0 3 16-16,0 0-2 0,-4 0-18 15,-1 0-11-15,-1-4-21 16,1-2-17-16,2-4 3 16,1-4 3-1,2-2-15-15,0-2 12 16,0 0 2-16,0 0 1 0,0-2 3 15,12-16-15-15,3-8-9 16,3-8-32 0,-2 2-8-16,-3 2 1 0,-4 12 34 15,-9 10 5-15,0 8 15 16,0 0-15-16,-2 20-10 0,-7 10 10 16,2 8 19-16,7 0-5 15,0 2 11 1,18-2-14-16,11-3-11 0,27-6-42 15,-10-7-245-15,-3-9-426 0</inkml:trace>
  <inkml:trace contextRef="#ctx0" brushRef="#br0" timeOffset="100311.16">15627 5011 362 0,'0'0'1467'0,"0"0"-884"0,0 0-433 0,0 0-48 0,0 0 5 16,0 0 2-16,0 0-40 16,45 2-17-16,-12 2-25 15,5 0-18-15,5 2-8 16,-1-2-1-16,4 4-52 15,-9-2-253-15,-16-4-393 0</inkml:trace>
  <inkml:trace contextRef="#ctx0" brushRef="#br0" timeOffset="100453.48">15629 5288 2058 0,'0'0'596'0,"0"0"-480"16,0 0-53-16,0 0-38 15,128 0-16-15,-88 0-9 16,-1 0-28-16,-7 0-267 16,-12 1-734-16</inkml:trace>
  <inkml:trace contextRef="#ctx0" brushRef="#br0" timeOffset="103247.37">16447 5320 622 0,'0'0'1456'0,"0"0"-1067"0,0 0-225 0,0 0-5 0,0 0-17 15,0 0-88-15,0 0-13 0,162-118-26 16,-104 75-14 0,3-5-1-16,1-2 0 0,-2-6-21 15,-4-2-15 1,-4-4-4-16,-8-3-23 0,-11-1 27 16,-8 4 36-16,-12 4 0 15,-6 8 64-15,-7 9 10 16,0 12-26-16,-7 11-29 15,-8 7-12 1,-4 10-7-16,2 1-8 0,-3 12-9 16,-1 22-3-1,0 11 20-15,3 16 8 16,3 11 39-16,5 4-5 16,6 3 2-16,4-6-13 15,0-6-29-15,6-9 11 16,12-10-12-16,5-12 1 0,4-10-2 15,4-10-13-15,0-10-14 16,0-6-15-16,-2 0-34 0,-3-14-76 16,-1-8-34-16,0-8-58 31,-5-4-46-31,-5-4-17 0,1 0 89 16,-5 6 218-16,-2 8 214 0,-5 10 38 15,-1 10-19 1,-3 4-93-16,0 0-69 15,0 16-17-15,0 8 20 16,0 6-7-16,0 4-37 16,-3 0-30-16,3 2-73 15,0-8-214-15,0-12-360 0</inkml:trace>
  <inkml:trace contextRef="#ctx0" brushRef="#br0" timeOffset="103640.63">17445 5031 1505 0,'0'0'533'0,"0"0"-399"0,0 0 110 0,0 0-26 0,0 0-49 16,-38 114-71-16,34-102-57 16,2-6-25-16,2-6 2 15,0 0 9-15,8-4-27 16,15-18-49-16,6-4-162 15,4-6 4-15,5 2 44 16,-3 4 68-16,-3 8 95 0,-6 10 28 16,-5 8 106-16,-8 0-38 15,-4 14-15-15,-6 8 11 16,-3-2-13-16,0-2 0 16,0-6-27-16,0-6-34 15,0-6 12-15,8 0 14 16,5-8-44-16,12-10-127 15,4-2-79-15,4-2 0 16,1 2 21-16,-1 6 8 16,-6 8 112-16,-7 6 65 15,-9 0 12-15,-4 20 19 16,-7 14 0-16,0 24-31 16,-20-6-64-16,0-6-516 0</inkml:trace>
  <inkml:trace contextRef="#ctx0" brushRef="#br0" timeOffset="104256.22">16888 5713 1137 0,'0'0'953'0,"0"0"-576"0,0 0-106 0,0 0-105 0,0 0-93 16,0 0-16-16,0 0 7 16,62-96-34-16,-46 96-22 15,-1 11-8-15,-1 20 0 16,-3 7 1-16,-4 6 8 16,-4 4 6-16,-3 2 2 15,0-2-10 1,-6-4 2-16,-4-8-7 0,3-8-1 15,1-9-1-15,3-12-7 0,3-7-12 16,0 0 13 0,0-14-3-16,0-18-150 15,0-9-72-15,9-8-51 0,-2 1-14 16,-1 6 180-16,-2 10 116 16,-1 12 151-16,-3 14 70 15,0 6-107-15,0 0-85 16,0 16-11-16,-3 10 44 15,-1 6 44-15,4 2 18 16,0 0-42-16,2-2-41 16,19-6-22-1,3-4-19-15,3-6-55 0,17-10-177 16,-8-3-313-16,-5-3-723 16</inkml:trace>
  <inkml:trace contextRef="#ctx0" brushRef="#br0" timeOffset="104430.46">17203 5859 560 0,'0'0'1455'0,"0"0"-911"0,0 0-388 16,0 0-65-16,0 0-37 16,135-48-12-16,-87 44-14 0,0 2-28 15,-1 2-10 1,0 0-141-16,6 0-38 0,-11 0-189 15,-11 0-353-15</inkml:trace>
  <inkml:trace contextRef="#ctx0" brushRef="#br0" timeOffset="104682.15">17639 5657 1655 0,'0'0'690'0,"0"0"-437"15,0 0-88-15,0 0-114 16,0 0-38 0,0 0 25-16,0 0 17 0,69 56 11 15,-67-18-45-15,-2 6-8 16,0 0 5-16,-10 0-8 16,-9-4-2-1,2-6-7-15,-1-7-1 0,7-9-90 16,11-17-189-16,0-1-278 0,9-1-395 15</inkml:trace>
  <inkml:trace contextRef="#ctx0" brushRef="#br0" timeOffset="104931.26">17815 5819 1844 0,'0'0'496'15,"0"0"-373"-15,0 0 2 0,0 0-6 16,0 0 23-1,5 118-41 1,19-106-41-16,7-6-17 16,0-6-22-16,0 0-21 15,-6-6-12-15,-9-12-18 0,-9-4 15 16,-7-6 9-16,0-4-3 16,-21 0-1-16,-8 2 4 15,0 4 6-15,0 4 0 16,1 4-133-16,5 6-152 15,10 2-412-15</inkml:trace>
  <inkml:trace contextRef="#ctx0" brushRef="#br0" timeOffset="105171.25">18047 5554 1480 0,'0'0'906'16,"0"0"-644"-16,0 0-74 16,0 0-6-16,0 0-67 15,0 0-50-15,0 0-50 16,89-22-14-16,-51 22-1 16,-5 0-21-16,-4 0-28 15,-6 4-102-15,-10-4-170 16,-4 0-186-16,-9 0-148 0</inkml:trace>
  <inkml:trace contextRef="#ctx0" brushRef="#br0" timeOffset="105296.97">18176 5402 447 0,'0'0'1606'0,"0"0"-1222"0,0 0-214 16,0 0-50-16,-36 128-51 15,32-70-29-15,4 21-40 16,0-15-118-16,0-12-671 0</inkml:trace>
  <inkml:trace contextRef="#ctx0" brushRef="#br0" timeOffset="106967.7">19117 5099 704 0,'0'0'796'0,"0"0"-440"0,0 0-114 0,0 0-2 16,0 0 22-16,0 0-16 15,0 0-77-15,0 0-54 16,4 0-49-16,0 0-30 16,3 0-18-16,2-2-6 15,6-4-6-15,6 0 4 16,3 2-10-16,5-2 0 15,7 2-1-15,2 0 1 16,4 0 0-16,3-2 0 16,3 0 0-1,6-2 0-15,2 0 6 0,4 0-6 16,0 0-2-16,0 4 1 0,-3-2 1 16,4 4 0-1,-1-2 0-15,2 2 0 0,1-2 0 16,-1 0 0-16,3 0 0 15,0-2 1-15,2 0 8 16,2 0-9-16,-3 0 0 16,1 0-1-16,-2 0-5 15,0 0 6-15,-1 0 0 16,3-3 1-16,-2 2 0 16,1-1 0-16,3 0-1 15,-1-1 0-15,-2 4-1 0,1-1 1 31,-2-1 1-31,1 3-1 16,-1 3 0-16,-1-2 1 16,-3 2 5-16,-3-1-6 15,-5 2 1-15,1 0-1 16,-1 0 0-16,1 0 0 16,1 0 0-16,1 0-1 15,-2 0 1-15,-1 0 0 0,-4 0 0 16,-5 0 1-1,-5-3-2-15,-4-1-3 0,-8 0-19 16,-3 0-23-16,-6-2-70 16,-7 2-232-16,-7-1-367 0</inkml:trace>
  <inkml:trace contextRef="#ctx0" brushRef="#br0" timeOffset="107722.42">20561 5582 1418 0,'0'0'751'0,"0"0"-414"16,0 0-48-16,0 0-88 0,0 0-40 0,0 0-71 16,0 0-51-16,50-72-12 15,-29 42 1-15,-1-4-11 16,-3-2-16-16,-1-2 0 15,-3-2-1-15,-4 4-1 16,0 1-8-16,-4 5 8 0,-3 10 1 16,-2 8 0-16,0 8 15 15,0 4-15-15,0 0-1 16,0 4-23-16,0 21 6 16,0 8 17-16,0 14 1 15,-2 7 0-15,0 8 1 16,-1 4 1-16,1 2-2 15,-3-4-13-15,3-1-44 16,-3-11-57-16,1 2-152 16,0-16-224-16,0-10-336 0</inkml:trace>
  <inkml:trace contextRef="#ctx0" brushRef="#br0" timeOffset="107942.09">20313 5963 1692 0,'0'0'643'0,"0"0"-337"16,0 0-3-16,0 0-125 15,0 0-97-15,0 0-24 16,142-16-12-16,-75 10-19 16,7 2-12-16,3 1-5 15,0 0-9-15,-4 3-22 0,-6 0-17 16,-9 0-60-16,2 0-160 15,-15 4-277-15,-12 2-269 0</inkml:trace>
  <inkml:trace contextRef="#ctx0" brushRef="#br0" timeOffset="108585.21">20771 6240 1530 0,'0'0'293'0,"0"0"-211"16,0 0-25-16,0 0 200 15,0 0 90-15,0 0-29 16,0 0-152-16,0 0-97 16,6 0-33-16,-2 0-5 15,0-2-2-15,-2 2-10 16,3-2-4-16,1 2-13 16,2 0-1-16,-2 0-1 0,1 0 2 15,-3 0-1-15,0 2 0 16,-2 12 0-16,-2 4 7 15,0 6-2-15,0 4 1 16,0 6-5-16,-6 2 4 16,-7 3-5-16,-1 1 0 15,1-4 10-15,1-6-10 16,4-4 0-16,1-10 0 16,3-6 0-16,4-6 7 15,0-4-2-15,0 0 3 16,0-14-9-1,6-14-29-15,7-14-38 16,3-8-40-16,-1-6-132 0,2 2 6 0,-7 9 166 16,-4 17 67-16,-6 14 63 15,0 14-12-15,-8 0-51 16,-7 24 0-16,1 6 8 16,8 6 58-16,6 3 63 15,0-3-25-15,14-2-49 16,17-10-27-16,9-6-28 15,8-10-44-15,24-8-166 16,-12 0-138 0,-7-10-401-16</inkml:trace>
  <inkml:trace contextRef="#ctx0" brushRef="#br0" timeOffset="111042.84">19154 4291 1906 0,'0'0'572'0,"0"0"-456"0,0 0 34 0,0 0-42 16,0 0 13-16,0 0-38 16,163-8-61-16,-103 2-22 15,18-2-167-15,-13 0-409 16,-17 0-913-16</inkml:trace>
  <inkml:trace contextRef="#ctx0" brushRef="#br1" timeOffset="127468.06">23218 16058 542 0,'0'0'95'0,"0"0"-95"0,0 0 7 0,0 0 304 16,0 0 189-16,0 0-282 15,-29 12-27-15,29-12 13 16,0-4-1-16,0 0-40 15,0 4 4-15,-2 0-15 16,0 0 0-16,2 0-38 16,0 0-32-16,0 0-16 0,0 0-21 15,0 0-11 1,0 0-1-16,0 0 9 0,0 0-5 16,0 0-4-16,4 0-15 15,17 0-16-15,10 0 8 16,11 0-8-16,12 0 5 15,4 0-7-15,6 0-58 16,1 0-41-16,12-4-115 16,-15-2-373-16,-14-8-590 0</inkml:trace>
  <inkml:trace contextRef="#ctx0" brushRef="#br1" timeOffset="128065.86">24874 15406 766 0,'0'0'1037'0,"0"0"-547"0,0 0-281 0,0 0-6 0,0 0-106 16,0 0-48-16,0 0-29 16,84-108-7-16,-59 68-12 15,-1 4-1-15,-5-9-15 16,-4 0-6-16,-7-4 6 15,0-1 3-15,-6-2 6 16,-2 2 6-16,0 8 38 16,0 8 78-16,0 13-14 15,0 12-2-15,0 4-58 16,0 5-33-16,0 19-9 16,0 21-6-16,0 20 0 15,0 12 5-15,0 10 1 16,0 2-8-16,0 37-83 15,-2-19-235-15,-6-22-409 0</inkml:trace>
  <inkml:trace contextRef="#ctx0" brushRef="#br1" timeOffset="128725.02">24355 16066 499 0,'0'0'218'0,"0"0"772"0,0 0-691 0,0 0-67 0,0 0-33 16,0 0-11-16,0 0-38 15,10-18-34-15,13 6-34 16,8 2-23-16,9-3-16 16,14 4-13-16,10-9-6 15,13 4-9-15,4-4-5 16,6 0-4-16,3 5-5 15,-1-1 0-15,2 0 1 0,3 2-1 16,1 2 5 0,6-2-5-16,-1 2 1 0,1-4-1 15,-4 6 1-15,-3 0-1 16,-7 4-1-16,-7 2 0 16,-6 2-8-16,-8 0 7 15,-5 0 1-15,-6 0-1 16,-6 0 1-16,-4 0-1 15,-7-4-13-15,-7 0-16 16,-9 0-61-16,-11-2-133 0,-6-2-123 16,-5-2-408-16</inkml:trace>
  <inkml:trace contextRef="#ctx0" brushRef="#br1" timeOffset="130553.73">24395 16593 573 0,'0'0'32'0,"0"0"535"15,0 0-336-15,0 0-28 0,0 0-6 0,0 0 14 16,0 0-35-16,2-72-23 15,-44 94-11-15,-3 10-7 16,5 4-11-16,11 4-33 16,8 0-19-16,17 0-2 0,4 1-2 15,8-1-25-15,15-4-19 16,6 4-9-16,-4-4-9 16,-7-2-5-16,-11 2 0 15,-7-4 0-15,-5-2 0 16,-19-2 5-16,-8-6-6 15,3-8-10 1,3-14-26-16,5 0-22 16,15-18-42-16,6-22-152 0,0-6-34 15,29-6-29-15,11 2 128 16,5 6 187-16,1 12 3 0,-1 10 67 16,-5 18 44-16,-5 4 38 15,-8 4-22-15,-6 22-2 16,-6 6 18-16,-6 0 0 15,-2 4-46-15,-3-2-40 16,-2-2-36-16,0-10-15 16,1-4-9-16,1-10-16 15,-2-8-69 1,6 0 28-16,0-12 2 16,5-16-115-16,7-8 0 0,5-4-59 0,4-4 41 15,5 10 121-15,-1 10 67 16,-2 16 86-16,-2 8 32 15,-6 8-12-15,-10 20 7 16,-9 6 16-16,-4 6 3 16,0-4-35-1,0 0 6-15,-2-4-43 0,-3-10-35 16,3-9-13-16,2-8-12 16,0-5-24-16,0 0 11 15,0-18-73-15,13-14-48 16,5-4-12-16,7-12-14 0,4 4-25 31,5-2 57-31,-1 6 113 16,-2 18 15-16,-6 10 86 0,-8 12-4 0,-5 8-23 15,-8 18 55-15,-4 6-17 16,0 8-21-16,0-8-30 16,0 2-43-16,0-6-3 15,-4-10-146-15,-2-6-157 16,4-6-404-16</inkml:trace>
  <inkml:trace contextRef="#ctx0" brushRef="#br1" timeOffset="130757.39">24974 16356 1156 0,'0'0'542'0,"0"0"-164"0,0 0-261 0,0 0 59 15,-6 107-26-15,6-67-7 16,10 0-6-16,24-12-10 16,13-2-75-16,11-12-52 15,6-10-7-15,16-4-229 16,-15 0-384-16,-14 0-934 0</inkml:trace>
  <inkml:trace contextRef="#ctx0" brushRef="#br1" timeOffset="131056.53">25304 16852 654 0,'0'0'796'16,"0"0"-295"-16,0 0-346 15,0 0-58-15,0 0-39 16,0 0-6-16,0 0 41 16,48 94 9-16,-48-54-14 0,0 4-10 15,-10-8-20-15,-2-4-30 16,8-10-16-16,4-9-12 16,0-13-74-16,0 0-43 15,26-49-136-15,-1 3-219 16,-2-2-233-16</inkml:trace>
  <inkml:trace contextRef="#ctx0" brushRef="#br1" timeOffset="131166.72">25304 16852 1472 0,'133'-48'649'0,"-133"64"-481"15,0 6-45-15,0 6-31 16,0 2-34-16,15-2-19 31,8-2-36-31,18 0-3 0,-6-8-255 0,-6-4-676 16</inkml:trace>
  <inkml:trace contextRef="#ctx0" brushRef="#br1" timeOffset="131370.63">25796 16990 468 0,'0'0'1055'15,"0"0"-424"-15,0 0-450 0,0 0-47 0,0 0-27 16,0 0-30-16,0 0-77 16,-26-18-44-16,30 6-209 15,-4 6-561-15</inkml:trace>
  <inkml:trace contextRef="#ctx0" brushRef="#br1" timeOffset="135138.49">26406 16330 542 0,'0'0'88'0,"0"0"-75"0,0 0-6 0,0 0 400 0,0 0-45 16,0 0-97-16,0 0-97 16,5-32-10-16,4 18 20 0,0-4-33 15,-3 2-10-15,-1 6-13 16,-2 2 9-16,-3 6-1 31,0-2-39-31,0 4-42 0,-12 0-28 0,-8 6-21 16,-6 20-5-16,-6 6 5 15,-3 16 11-15,1 7 7 16,0 3 2-16,5 4 1 16,10-10-1-16,5-6-11 15,10-10-3-15,4-6-5 16,0-8 6-16,20-8-7 16,9-9-18-16,6-5-7 15,5 0-44-15,3-14-58 16,-5-13-49-16,-9 5 2 0,-7-4 39 15,-11 4 71-15,-6 8 64 16,-5 0 78-16,0 10 53 16,0 4-25-16,-9 0-67 15,-3 14-19-15,4 8 3 16,1 0-7 0,5-4-1-1,2-4-3-15,0-2 1 0,4-8 7 16,14-2-20-1,2-2-6-15,0 0-43 0,0-10-19 16,-6-8-10-16,-4-4 23 16,-7-6 16-16,-3 2 5 15,0-4 34-15,0 6 69 16,-5 6 24-16,1 10 9 16,2 4-34-16,2 4-59 15,0 0-9-15,8 4 0 16,19 14 5-16,7 4 13 15,3 0-11-15,2 4 0 16,-6 2-7-16,-13 2-1 16,-9 2-12-16,-11 0 7 0,0-1 6 15,-4-3 2-15,-10-6-2 16,3-10-5-16,3-6-131 16,5-6-100-16,3-4-107 15,0-14-732-15</inkml:trace>
  <inkml:trace contextRef="#ctx0" brushRef="#br1" timeOffset="135468.91">26844 16513 1431 0,'0'0'487'0,"0"0"-356"0,0 0 2 0,0 0-52 0,0 0 67 16,62 132 2-16,-62-96-57 15,0-8-46-15,0-6-23 16,0-8-15-16,0-10-9 15,9-4-1-15,4 0-26 16,3-22-129-16,-1-10-91 16,-3-8 2-16,-8-8-27 15,-4 2-42-15,0 2 226 16,-2 12 88-16,-10 20 530 16,5 12-190-16,3 12-153 15,4 20-72-15,0 12-31 16,18 0 56-16,16-4-12 0,12-2-72 15,12-8-56-15,27 2-79 16,-14-5-193-16,-13-13-386 0</inkml:trace>
  <inkml:trace contextRef="#ctx0" brushRef="#br1" timeOffset="135846.37">26231 17048 620 0,'0'0'1491'0,"0"0"-1256"0,0 0-170 0,0 0 113 0,162-8-82 16,-83 2 50-16,9-6-16 15,11 2-61-15,-1 2-43 16,-5 4-26-16,11 4-83 16,-25 0-213-16,-21 0-368 0</inkml:trace>
  <inkml:trace contextRef="#ctx0" brushRef="#br1" timeOffset="136751.41">26663 17317 601 0,'0'0'76'0,"0"0"1017"0,0 0-856 16,0 0-166-16,0 0 40 16,0 0 49-16,0 0-10 0,-112 18-34 15,92 12-26-15,11 6 4 16,9 0-20-16,0 4-21 16,16 0-8-16,8 5-15 15,5-5-16-15,-6 0-13 16,-7-4 0-16,-10 0 1 15,-6-6-2-15,0-6 0 16,-20-4 0-16,-2-10-1 16,0-10-22-16,8 0-7 15,9-26-12-15,5-10-105 16,19-8-58-16,18-2 33 0,11 2 105 31,2 8 57-31,-5 14 10 0,-11 8 31 0,-10 14 31 16,-13 0-2-1,-9 10 11-15,-2 16 71 0,0 6-7 16,-8-2-54 0,-2 2-44-16,4-10-16 15,1-8-4-15,5-10-17 16,0-4-5-16,5 0-28 0,15-14-101 16,5-12-61-16,4-4 35 0,0 2 46 15,-1-2-4 1,-4 12 47-16,-3 4 71 0,-6 14 86 15,-3 0-6-15,-6 8 44 16,-4 14-2-16,-2 0-40 16,0-2 6-16,0-2 9 15,0-6-48-15,5-8-10 16,6-4-20-16,0 0-19 16,4-8-73-1,-1-14-13-15,-1 4-16 0,-1-4 41 16,-3 4 33-16,-1 4 19 15,-1 6 8 1,2 8 0-16,-2 0-6 16,1 12 7-16,4 10 1 0,-3 2-1 0,6 2-55 15,-1-8-306 1,-3-4-695-16</inkml:trace>
  <inkml:trace contextRef="#ctx0" brushRef="#br1" timeOffset="137391.54">26264 15968 479 0,'0'0'309'0,"0"0"656"0,0 0-677 0,0 0-67 15,0 0 21-15,113-93-83 0,-63 83-34 16,5 6-47 0,10 4-45-16,8 0-23 0,12 4-8 15,9 4-2-15,9-2-134 16,41-6-129-16,-24 0-226 16,-14-4-172-16</inkml:trace>
  <inkml:trace contextRef="#ctx0" brushRef="#br1" timeOffset="137741.54">28093 15625 431 0,'0'0'1819'15,"0"0"-1254"-15,0 0-357 0,0 0-10 16,0 0-92-1,0 0-61-15,0 0-27 0,149-99-11 16,-97 95-7-16,-6 4-9 16,-8 0-99-16,-24 26-115 15,-12 1-385 1,-2-1-333-16</inkml:trace>
  <inkml:trace contextRef="#ctx0" brushRef="#br1" timeOffset="137866.47">27946 15895 1918 0,'0'0'382'15,"0"0"-220"-15,0 0 101 16,0 0-96-16,132 5-110 16,-45-10-57-16,-14-3-203 15,-10-4-586-15</inkml:trace>
  <inkml:trace contextRef="#ctx0" brushRef="#br1" timeOffset="138557.68">29018 15829 489 0,'0'0'1388'0,"0"0"-830"0,0 0-247 0,0 0-81 16,0 0-102-16,0 0-45 31,129-46-31-31,-89 38-44 0,2 4-8 0,4 4-53 16,18 0-131-16,-11 0-447 15,-4 0-843-15</inkml:trace>
  <inkml:trace contextRef="#ctx0" brushRef="#br1" timeOffset="138997.68">30713 15204 2070 0,'0'0'319'0,"0"0"-170"0,0 0 29 15,-13-125-39-15,13 75-70 16,0-8-36-16,0-2-21 16,0-4 3-16,0 1 12 15,2 5 7-15,-2 6-7 32,0 12 25-32,0 12-11 15,3 14-17-15,-1 10-2 16,0 4-22-16,2 22-16 15,0 24 10-15,0 18 1 16,-2 31 4-16,-2 27 0 0,0 24 0 16,0-2 1-16,0-25-93 15,0-11-174-15,0-40-119 16,0-20-495-16</inkml:trace>
  <inkml:trace contextRef="#ctx0" brushRef="#br1" timeOffset="139300.76">29936 15879 1159 0,'0'0'849'16,"0"0"-614"-16,0 0-66 15,0 0 76-15,0 0-96 16,154-40-11-16,-59 30-53 16,55-4-36-16,59-8-19 15,34 0 35-15,5 0-11 16,-19 4-24-16,-31 4-29 0,-22 2-1 16,-40 6-1-16,-38 2-32 15,-38 4-64-15,-20 0-228 16,-13 0-292-16,-14 6-596 0</inkml:trace>
  <inkml:trace contextRef="#ctx0" brushRef="#br1" timeOffset="141808.34">30293 16431 601 0,'0'0'25'0,"0"0"1051"0,0 0-927 0,0 0-109 16,0 0 11-16,0 0 65 15,0 0-13 1,6-56-38-16,-39 74 55 0,-3 12 9 16,5 6 12-16,6 0-1 15,9 4-46-15,14 0-36 16,2-4-5-16,5 0-10 16,15-2-16-16,-2-6-13 15,-7-1-13-15,-7-1-1 0,-4-4 2 16,-2-4-2-16,-20-8 0 15,-3-2 1-15,3-6-1 16,6-2-7 0,12-10-77-16,4-18-186 0,11-11-66 15,25 3-2-15,8 4 174 0,6 6 152 32,-4 12 12-32,-6 10 117 0,-8 4 6 0,-10 8 26 15,-13 14-10-15,-7 10 10 16,-2-1-36-16,0 1 11 15,-5-6-44-15,-4-6-38 16,5-8-9-16,4-6-27 16,0-6 12-16,0 0-18 15,13-6-23-15,10-16-102 16,6-9-38-16,4-1-6 16,2-4-41-16,2 4 87 15,-2 6 123-15,-8 12 22 16,-7 10 111-1,-12 4-22-15,-5 8-22 0,-3 16 30 0,0-2-34 32,0-4 28-32,-7-5-10 15,5-4-40-15,2-9-27 0,0 0 2 0,0 0-5 16,6 0-33-16,13-14-113 16,-1 1-55-16,1 4-48 15,8 1-52-15,-4 2-317 16,-3 6-460-16</inkml:trace>
  <inkml:trace contextRef="#ctx0" brushRef="#br1" timeOffset="142988.97">31351 16230 576 0,'0'0'88'0,"0"0"-74"0,0 0-14 0,0 0 0 0,0 0 314 15,0 0-83-15,0 0-119 0,0 2 17 16,0-2 31 0,2 0-68-16,6 0-71 0,0 0-15 15,-2 0 0-15,-3 0-5 16,-3 0-1-16,0 0 0 15,0 0 47-15,0 0 66 16,0 0-12-16,0 0-16 16,0 0-16-16,-3 0-29 15,-6 0-9-15,-6 8-21 16,-6 2 3-16,-2 6 24 16,-12 11 39-16,-2 9 7 15,-3 10 21-15,-2 8-7 16,1 6-17-16,3 0-1 0,9-4-1 15,7-6-38-15,9-10-11 16,9-9-4-16,4-8-11 16,0-9 8-16,15-5-11 15,7-5-11-15,5-4-33 16,0 0-53-16,-2-8-6 16,-4-2-25-16,-3-4 3 15,-2-3 2-15,-5 8 48 16,-2 0 54-16,-5 4 10 15,1 5 36-15,-5 0 8 16,2 0-11-16,-2 0-23 0,2 0 5 16,3 5 4-16,2-1-2 15,1-4-7-15,3 0 10 16,5 0 3-16,-1 0-22 16,1-9-1-1,-5-9-17-15,-1-5-47 0,-8-3-4 16,-2 0 16-16,0 0 52 15,0 6 19-15,0 8 98 16,0 2 38-16,0 6-32 16,0 4-84-16,2 0-10 0,11 0-14 15,10 0-7 1,1 4-2-16,3 6-6 0,-3-2 0 16,-6 6-8-16,-7 4-2 15,-9 4-19-15,-2 0 18 16,0 0 11-16,0 0 11 15,-4-4-5-15,-5-4 7 16,3-1-13-16,3-3-11 16,3-6-108-16,0 0-69 15,0-4-36-15,0-8-101 0,5-6-429 16</inkml:trace>
  <inkml:trace contextRef="#ctx0" brushRef="#br1" timeOffset="143288.46">31567 16513 677 0,'0'0'728'0,"0"0"-201"0,0 0-344 0,0 0-16 16,0 0-83-16,0 0-17 16,0 0 40-16,95 48 11 15,-95-16-20-15,0-6-53 16,0-4-29-16,-2-8-4 16,2-6-12-16,0-8-7 0,0 0-22 15,16-26-194-15,4-4-32 16,2-6-11-16,-3 0 33 15,-9 4 105-15,-5 10 128 16,-5 8 221-16,0 14 44 16,0 0-141-16,0 18 7 15,4 10-23-15,14 2-32 16,9 2-6-16,11-6-33 16,28 6-37-16,-5-10-210 15,-8-8-557-15</inkml:trace>
  <inkml:trace contextRef="#ctx0" brushRef="#br1" timeOffset="144473.79">30291 17034 405 0,'0'0'1442'0,"0"0"-920"0,0 0-470 15,0 0 13-15,0 0 88 0,160 10 5 16,-52-10-56-16,46 0-15 16,41-24-33-16,13-6 7 15,-11 4-28-15,-28-2-18 16,-53 10-14-16,-27 6-1 15,-26 2-45-15,-17 6-49 16,5 0-145-16,-13 4-142 16,-9-4-432-16</inkml:trace>
  <inkml:trace contextRef="#ctx0" brushRef="#br1" timeOffset="150004.87">20632 3589 453 0,'0'0'104'0,"0"0"-55"15,0 0 46-15,0 0-46 0,0 0-49 16,0 0 0-16,31 26 2 16,-31-14-2-16,0 4-19 15,0-2-3-15,0 4 15 16,-2-4 5-16,-1-1-299 0</inkml:trace>
  <inkml:trace contextRef="#ctx0" brushRef="#br0" timeOffset="166218.84">20681 3716 580 0,'0'0'89'0,"0"0"-70"0,0 0-19 0,0 0-10 0,0 0 2 16,0 0 2-16,0-10-231 0</inkml:trace>
  <inkml:trace contextRef="#ctx0" brushRef="#br0" timeOffset="166658.79">20727 3591 538 0,'0'0'42'0,"0"0"1262"16,0 0-782-16,0 0-383 15,0 0 2-15,0 0 49 16,0 0-47-16,-2 8-49 15,2-8-23-15,0 0-20 16,0 0 3-16,0 0-5 16,0-4-10-16,0-12-6 0,2-6-26 15,5-6-7-15,-1-4-14 16,2-2-13-16,-2-2-10 16,1 0-3-16,-1 1 8 15,1 3-1-15,-2 6 17 16,-1 6 8-16,0 4 7 15,-4 8 1-15,0 2 2 16,0 4 25-16,0 2-12 0,0 0-15 16,0 8-6-16,0 18-5 15,-2 13 11-15,-4 13 8 16,-2 8-8 0,4 6 0-16,-5 26-51 15,3-15-305-15,-1-19-424 0</inkml:trace>
  <inkml:trace contextRef="#ctx0" brushRef="#br0" timeOffset="167809.39">20070 4225 719 0,'0'0'0'0,"0"0"0"0,0 0 789 16,0 0-480-16,0 0-144 16,0 0-33-16,0 0-64 15,71 10-16-15,-50-12 17 16,0-2-18-16,4 0-25 15,-3 0 10-15,3 2-9 16,-3 0-7-16,2 0 6 16,5 2-4-16,3-2 0 0,1 0-10 15,2 0-10-15,2 0 4 16,1-2-4 15,-1 1-2-31,-1 0 1 0,-1-1 0 16,2 2 0-16,-4-2-1 15,3 2 0-15,-3-2 1 16,2 2-1-16,5-2-1 16,3 0 0-16,1 1 1 15,8-1 1-15,-2 1 0 16,4-1 0-16,0-3 5 0,2 3-6 16,-3 3 2-16,-2-3-2 15,-4 4 1-15,-2 0-1 16,-6 0 0-16,4 0 1 15,-3 0 4-15,0 0 31 16,3-2 3-16,1-2-14 16,3 0-7-16,2-3-17 15,0 1 7-15,-3 1-7 16,-5-2-1-16,-8 3-2 16,-6 2-17-16,-12 1-23 15,-10 1-75-15,-5 0-106 0,-7 0-336 16,-13 0-674-16</inkml:trace>
  <inkml:trace contextRef="#ctx0" brushRef="#br0" timeOffset="168677.77">20150 4456 1235 0,'0'0'703'0,"0"0"-475"0,0 0-116 0,0 0-28 16,0 0-41-16,0 0-35 15,78-119-8-15,-58 93-13 16,-2 2 1-1,-7 2 3-15,-2 6 9 0,-6 4 17 0,-3 6 116 16,0 2 71 0,0 2-26-16,0 2-106 0,0 0-53 15,0 0-19-15,0 4 0 16,0 10-1-16,-3 6-8 16,1 6 8-16,2 2-9 15,-5 6-93-15,-2 10-97 16,1-5-290-16,2-12-560 0</inkml:trace>
  <inkml:trace contextRef="#ctx0" brushRef="#br0" timeOffset="168898.27">19987 4598 1923 0,'0'0'818'0,"0"0"-630"16,0 0-118-16,0 0-13 16,0 0-18-16,154-56 3 15,-94 46 0-15,1 3-23 16,-5 6-19-16,-10 1-59 16,1 0-140-16,-16 4-269 15,-9 3-338-15</inkml:trace>
  <inkml:trace contextRef="#ctx0" brushRef="#br0" timeOffset="169458.92">20193 4690 1149 0,'0'0'378'16,"0"0"-142"-16,0 0-6 16,0 0-2-16,0 0-24 15,0 0-39-15,0 0-62 16,29-32-43-16,-25 32-17 16,3-2-24-16,3 2-10 0,2 0-8 15,1 0 5 1,-4 0 1-16,-2 6 4 0,-5 10-5 15,-2 4 21-15,0 6 17 16,-14 2 0-16,-5 4-2 16,-1-4-12-16,-1-4 1 15,6-4 5 1,3-8-9 0,8-6-11-16,4-6-4 0,0 0 11 0,12 0 2 15,17-1-25 1,6-13-24-16,5 0-19 0,5 0-65 15,10-5-122 1,-12 7-147-16,-10 3-604 0</inkml:trace>
  <inkml:trace contextRef="#ctx0" brushRef="#br0" timeOffset="170707.18">20941 4315 1502 0,'0'0'389'0,"0"0"-246"0,0 0 16 0,0 0-43 16,0 0-42-16,0 0 25 15,0 0 14-15,-98 42-23 16,80-18 5-16,9 2 13 16,9-2-25-16,0 1-38 15,0-1-18-15,11-1-8 16,3-1-1-16,-1 1-12 16,-6-3 3-16,-5 2 0 0,-2-2 0 15,0-2 2-15,-13-2 4 16,-5-4-8-16,0-6 1 15,4-6-8-15,4 0 0 16,3-16-8-16,7-12-64 16,0-4-152-16,17-2 4 15,12 6 81-15,3 6 97 16,1 9 26-16,-4 12 16 16,-7 1 31-16,-3 4 32 15,-6 14 36-15,-7 6 7 0,-2 2 14 16,2-2-56-1,-2-2-39-15,0-4-16 0,-1-6 2 16,1-6-2-16,-2-6-9 16,2 0-8-16,2 0-5 15,2-20-53 1,5-6-85-16,8-6-4 0,1 0-21 16,4 3 63-16,1 7 64 15,-2 8 49-15,-7 13 43 16,-3 1 56-16,-3 9 17 15,-8 15 7-15,-4 7 65 0,0-1-41 16,0-2-56 0,0-4-52-16,0-8-24 0,-2-6-14 15,0-4 5-15,2-6-6 16,0 0-21-16,0-4-37 16,0-14-202-16,0-6-5 15,4-6-27-15,11-3-66 16,5 1-121-16,1 4 120 15,-2 6 359-15,-3 8 641 16,-5 10-283-16,-4 4-159 16,-3 0-53-16,1 10-23 15,-3 6-11-15,1 4-33 16,-3 1-21-16,2 1-27 0,0 2-1 16,-2-2-2-16,2 2-8 15,0-4-11-15,0 0-9 16,3-6-71-16,3-8-83 15,2-4-336-15,-1-2-636 0</inkml:trace>
  <inkml:trace contextRef="#ctx0" brushRef="#br0" timeOffset="171036.43">21596 4323 1235 0,'0'0'785'0,"0"0"-495"0,0 0-112 0,0 0-59 0,0 0-9 0,0 0-22 16,0 0-33-16,105-34-31 0,-96 58 19 15,-9 8 5-15,0 6 9 16,-7 4 0-16,-13 3-18 16,-3-8-12-16,4-2-14 15,3-9-5-15,7-8-7 16,7-8-1-16,2-6-5 16,2-2-28-16,16-2-43 15,22-6-165-15,-6-12-310 16,-3-3-533-16</inkml:trace>
  <inkml:trace contextRef="#ctx0" brushRef="#br0" timeOffset="171382.67">21828 4399 1694 0,'0'0'626'0,"0"0"-370"0,0 0-38 15,0 0-127-15,0 0-60 0,0 0 2 16,0 0 8-16,54 68 24 15,-54-29-9-15,0 1-31 16,0-4-8-16,0-6-11 16,0-6-6-16,0-10 1 15,0-8-1-15,0-6 0 16,4 0-14-16,5-24-49 16,2-8-146-16,0-7-58 15,-4-2-113-15,-3 5-9 0,0 5 223 16,-1 15 166-16,-3 13 220 15,0 3-57-15,2 7 105 16,0 18-75-16,5 2-84 16,4 1-51-1,10 1-43-15,2-7-15 16,18 0-162-16,-8-6-334 0,-4-8-807 0</inkml:trace>
  <inkml:trace contextRef="#ctx0" brushRef="#br0" timeOffset="178047.31">8693 8532 396 0,'0'0'410'0,"0"0"-309"0,0 0-89 0,0 0 825 0,0 0-573 15,0 0-73-15,0 0-12 16,0 0-27-16,0 0 7 15,0 0-17-15,0 0-24 16,2 0-36-16,4 0-15 16,2 0-10-16,9 0-27 15,8 0-21-15,9-2 8 16,11 0-4-16,7 2-5 0,6 0-8 16,0 0-1-16,1 2-69 15,3 8-194-15,-15 0-269 16,-14-4-430-16</inkml:trace>
  <inkml:trace contextRef="#ctx0" brushRef="#br0" timeOffset="178285.14">8774 8865 1132 0,'0'0'1630'0,"0"0"-1309"15,0 0-245-15,0 0-52 16,0 0-13-16,160 0-10 16,-104 0 6-16,2 0-7 15,9 0-92-15,-14 0-367 16,-15 6-445-16</inkml:trace>
  <inkml:trace contextRef="#ctx0" brushRef="#br0" timeOffset="181573.45">7811 8805 1958 0,'0'0'556'0,"0"0"-394"0,0 0 98 0,0 0-100 16,0 0-49-16,0 0-23 16,0 0-21-16,45-20-43 15,-3 16 5 1,11-1-19-16,5 4-7 0,3-1-3 15,10 2-58-15,-16 0-134 16,-15 2-596-16</inkml:trace>
  <inkml:trace contextRef="#ctx0" brushRef="#br0" timeOffset="182677.78">9730 8989 1639 0,'0'0'403'0,"0"0"-276"0,0 0-99 0,100-112-28 0,-53 56-19 16,3-10 7-16,4-8 3 15,-2-7-15-15,-8 1-37 16,-3-2 7-16,-13 0 17 16,-6 0 24-16,-8 7 13 15,-10 7 91-15,-4 12 108 0,0 12 71 16,0 12-39-16,-6 10-63 16,-8 10-97-16,-1 8-51 15,-3 4-19-15,-3 10 0 16,2 24 0-16,1 16 28 15,3 14 6-15,3 12-7 16,5 12-1-16,7 3 0 16,0-3 5-16,5-4-14 15,15-10-9 1,7-16-8-16,4-14 4 0,7-17-5 16,2-15-1-16,5-12-6 0,-6-3-19 15,-1-24-32 1,-5-8-31-16,-8-3-26 0,-7-2 36 15,-9 4 36 1,-5 8 43-16,-1 8 30 0,-3 10 88 16,0 10-39-16,0 2-58 15,0 24-6-15,0 8 36 16,0 2-27-16,0 2-15 16,-3-5-9-1,3-8-5-15,0-4-64 0,0-11-127 16,3-8-175-16,1-2-454 0</inkml:trace>
  <inkml:trace contextRef="#ctx0" brushRef="#br0" timeOffset="183065.61">10605 8595 1785 0,'0'0'515'0,"0"0"-335"0,0 0 40 0,0 127-1 16,-5-96-93-16,-1-8-38 15,-1-8-31-15,5-7-31 0,0-8-8 16,2 0-5 0,0-4 25-16,0-20-38 15,11-8-24-15,14-8-30 16,4-1-6-16,6 1 1 0,-1 10 0 16,-3 14 24-16,-7 14 27 15,-8 2 8-15,-9 26 38 16,-7 13 24-16,0 1-12 15,0-2-7-15,-10-12-13 16,8-12-19-16,2-14-5 16,0 0 18-16,27-22-24 15,13-14-91-15,5-5-16 16,3 1 28-16,2 6 42 16,-10 10 11-16,-7 14-5 15,-8 10-29-15,-9 4-17 16,-8 30 35-16,-8 36 21 0,-4-6-103 15,-14-7-373-15</inkml:trace>
  <inkml:trace contextRef="#ctx0" brushRef="#br0" timeOffset="183653.45">9937 9294 1513 0,'0'0'555'0,"0"0"-410"0,0 0 74 0,0 0-4 0,0 0-39 31,0 0-38-31,0 0-68 16,84-48-45-16,-72 76 8 0,-1 12 9 0,-7 9-4 15,-4 1-10-15,0 2 7 16,0-4-11 0,0-8-12-16,0-10-12 0,0-12 0 0,0-10-1 31,0-8 0-31,0 0 1 0,6-22-1 0,4-16-49 31,-1-8-31-31,-1-7-48 16,2 2-74-16,-6 8 113 15,-2 15 90-15,-2 16 139 16,0 12-36-16,0 2-76 16,-6 26 2-16,-2 7 14 15,4 1 11-15,4 4-9 16,0-4-11-16,14-4-17 16,13-4-17-16,4-8-47 15,20-12-68-15,-8-4-233 0,-8-4-492 16</inkml:trace>
  <inkml:trace contextRef="#ctx0" brushRef="#br0" timeOffset="183863.47">10266 9381 932 0,'0'0'1352'15,"0"0"-860"-15,0 0-352 16,0 0-76-16,0 0-41 15,0 0-22-15,152-65 12 16,-96 61-13-16,-3 4-12 0,-4 0-135 16,-6 6-118-16,-4 8-94 15,-12 0-233-15,-8-4-477 16</inkml:trace>
  <inkml:trace contextRef="#ctx0" brushRef="#br0" timeOffset="184081.81">10735 9202 1698 0,'0'0'675'0,"0"0"-527"15,0 0-42-15,0 0-81 0,0 0 10 16,0 0 38-16,0 0 12 16,60 128-36-16,-60-76-28 15,0 5-11-15,-14-3-1 16,-11-4-8-16,4-8-1 15,0-10-85-15,15-20-106 16,6-8-277-16,0-4-418 0</inkml:trace>
  <inkml:trace contextRef="#ctx0" brushRef="#br0" timeOffset="184329.28">10995 9340 1300 0,'0'0'898'0,"0"0"-655"15,0 0-120-15,-35 104 39 16,30-73-33-16,5-7-38 16,2-6-30-16,23-9-19 15,6-4-20-15,3-5-8 16,-1-2-14-16,-4-16-2 16,-10-8-4-16,-9-2-3 15,-8-3-4-15,-2 4-20 16,-6 0-13-16,-15 7-47 15,-1 4 14-15,-3 4-87 16,8 4-208-16,5 0-634 0</inkml:trace>
  <inkml:trace contextRef="#ctx0" brushRef="#br0" timeOffset="184549.84">11136 9188 1555 0,'11'-10'787'16,"4"0"-478"-16,9 0-56 16,5 0-146-16,3 6-57 15,1 2 6-15,-2 2-37 16,-4 0-11-16,-2 0-8 0,-5 2-54 16,-7 4-38-16,-4-2-103 15,-5-4-83-15,-4 0-92 16,0-10-207-16,-7-6-105 15</inkml:trace>
  <inkml:trace contextRef="#ctx0" brushRef="#br0" timeOffset="184663.31">11358 9068 732 0,'0'0'778'16,"0"0"-147"-16,0 0-286 15,0 0-128-15,0 0-120 16,0 0-28-16,-89 126-17 0,78-80-27 16,2 20-25-1,4-9-197-15,3-12-411 0</inkml:trace>
  <inkml:trace contextRef="#ctx0" brushRef="#br0" timeOffset="190128.65">13272 7547 963 0,'0'0'379'0,"0"0"-98"0,0 0-8 0,0 0-11 15,0 0-6-15,0 0-36 16,-2-26 16-16,-2 20-77 15,-1-2-74-15,3 0-31 16,2 1-3-16,0-4-9 16,0 1-18-16,0 2-9 15,0-2-9-15,0 2-6 16,7 2 6-16,10 0-8 0,5 2 2 16,3 4-6-1,0 0 0-15,-6 8-4 0,-3 14-1 16,-9 8 4-16,-7 5 5 15,0 2-4-15,-7 4 6 16,-17-3 0-16,-5 0 0 16,-9-4 2-16,0-6-1 15,-2-2 4-15,4-8-5 16,3-4-5-16,8-4 5 16,10-6 0-16,8-2 0 0,4-2 0 15,3 0 7 1,3 0-7-16,19 0-14 0,9-8 5 15,10 2 3-15,7 2 5 16,6 2 0 0,2 2 0-16,2 0 0 15,-3 0-7-15,-3 0-19 16,3 0-175-16,-13 4-291 0,-10-2-424 0</inkml:trace>
  <inkml:trace contextRef="#ctx0" brushRef="#br0" timeOffset="190773.55">12545 8135 1318 0,'0'0'603'0,"0"0"-327"0,0 0-30 0,0 0-94 15,0 0-33-15,0 0 36 16,0 0-43-16,94-40-52 16,-45 36-17-16,9 2-10 15,11 0-4-15,10 2-28 16,7 0 17-16,3 0-9 16,7 0-3-16,3 0-5 15,3 0 8-15,4-2 0 16,2-4-9-16,-4 0-5 15,-1 0 5-15,-11 0-6 16,-11 2 0-16,-14 0-3 16,-13 2-7-16,-11 2-10 0,-14-2-13 15,-10 2-68 1,-5-2-116-16,-10 0-84 0,-4 0-388 0</inkml:trace>
  <inkml:trace contextRef="#ctx0" brushRef="#br0" timeOffset="192265.95">13085 8338 1279 0,'0'0'481'0,"0"0"-354"0,0 0-65 16,0 0 74-16,0 0 53 16,0 0-41-16,0 0-61 15,-38-20-9-15,18 35-16 16,0 3-2-16,5 3-12 15,6 1 14-15,4 0-8 16,5 2-18-16,0 2-11 16,16 2-2-16,4-2 5 15,-1 2-10-15,-2 0-12 16,-9 2 18-16,-6 0 0 16,-2 1-2-16,-6-2 17 0,-19 0-12 15,-4-7-7-15,-6-4-10 16,-1-7-9-16,3-6 8 15,4-5-9-15,6 0-18 16,12-12-6-16,9-10-23 16,2-7-38-16,15-3-21 15,19 0 12-15,11 0 28 16,1 2 39-16,4 8 21 16,-2 6 6-16,-3 8 40 15,-5 8 51-15,-9 0-19 16,-6 6-36-16,-10 18 9 0,-6 2 3 15,-4 4-7 1,-5-4-14-16,0-3-13 0,0-8-8 16,0-8-6-16,0-7 2 15,2 0-2-15,4-13-6 16,3-14-183-16,3-10-73 16,3-5-54-16,5-2-264 15,3 6 19-15,1 6 561 16,2 10 16-16,-1 14 577 15,-2 8-254-15,-6 2-65 16,-3 20-100-16,-5 8-33 16,-3 2 16-16,-4 0-36 15,-2-4-54-15,0-4-37 16,0-8-19-16,0-7-4 0,0-9 1 16,0 0 1-16,0-11-9 15,0-17-52-15,0-6-26 16,21-4-42-16,5-2 1 15,10 4-24-15,-1 10 61 16,-1 12 82-16,-3 12 79 16,-9 2-9-16,-3 16-18 15,-11 16-12-15,-5 6-26 16,-3 0-14-16,0 6-44 0,-3-10-169 16,-3-10-478-16</inkml:trace>
  <inkml:trace contextRef="#ctx0" brushRef="#br0" timeOffset="192973.96">13873 8346 1307 0,'0'0'894'0,"0"0"-554"0,0 0-133 0,0 0-127 0,0 0-63 15,0 0-8-15,0 0 19 16,110-43-10-16,-88 64-5 16,-11 11-12-16,-9 8 21 15,-2 8 28-15,-8 2 2 16,-15 0-18-16,1-6-11 15,4-8-11-15,4-11-11 16,10-14 5-16,4-8-4 16,8-3-2-16,17-3-2 0,14-15-75 15,1-4-82-15,2-3-39 16,1-2-85-16,-8 3-82 16,-4 0-150-1,-6 0 123-15,-5 2 94 0,-6-2 298 16,-6 0 74-16,1 2 272 15,-5-2-2-15,4 2-57 16,0 2-14-16,3 4-38 16,1 1-15-16,1 9-31 15,3 5-89-15,-3 1-59 16,0 6-5-16,-2 20 7 16,-6 7 17-16,-3 8-12 0,-2 5-14 15,0-2-16-15,0-4-9 16,-2-10-7-1,-3-10-1-15,5-11 0 0,0-9-1 16,0-5-26-16,11-23-102 16,7-10-140-16,-3-8 16 15,-1-2 61-15,-7 1 101 16,-5 10 90-16,-2 9 13 16,0 13 171-16,0 15 54 0,0 0-68 15,2 12-48 1,9 13-34-16,9 5-32 0,7 0-26 15,11-2-18 1,11-4-12-16,5-6-60 16,17-6-151-16,-15-4-298 0,-12-4-681 0</inkml:trace>
  <inkml:trace contextRef="#ctx0" brushRef="#br0" timeOffset="193886.94">11862 9043 1164 0,'0'0'380'0,"0"0"-147"0,0 0 27 16,0 0-33-16,0 0-58 15,138-1-19-15,-85 1-40 0,9-4-69 16,28-2-23 0,32-9-17-16,38-7 14 0,17-2 31 15,-1 0 3-15,-9 8 26 16,-16 6-21-16,1 2-24 16,-9 4-15-1,-8 4-14-15,-8 0 1 16,-6 0-2-16,-18 0 0 0,-17 0-10 15,-16 0 10-15,-4 0-8 16,12 0 7-16,15 0 1 16,10 0-13-16,0 0 7 15,-3-8 5-15,-5-2 0 0,-3 0-8 16,-7-2-10-16,-5 2-13 16,-7 2 8-16,-6 0-4 15,-5 2 9-15,-6 2 10 16,-2 0 7-16,-10 2-4 15,-1 2 0-15,-10 0-18 16,-1 0-76-16,-3 0 23 31,-3-2 20-31,4-2-65 0,-7-2-94 16,2 0-97-16,-7 2-174 16,-9 2-362-16</inkml:trace>
  <inkml:trace contextRef="#ctx0" brushRef="#br0" timeOffset="194709.77">13646 9503 371 0,'0'0'1613'0,"0"0"-1316"0,0 0-213 0,0 0-8 0,0 0 92 15,0 0-20-15,0 0-1 16,50-67-70-16,-35 35-46 16,3 0-14-16,-5 0-11 15,-1 2-6-15,-6 4 1 16,-1 8 0-16,-3 6 14 16,0 8 1-16,-2 4-3 15,0 0-13-15,0 10-16 0,0 16 10 16,2 10 6-16,2 6 12 15,1 7-7-15,2 1-5 16,-3 12-135 0,1-10-193-16,-3-12-370 0</inkml:trace>
  <inkml:trace contextRef="#ctx0" brushRef="#br0" timeOffset="194913.57">13482 9860 2152 0,'0'0'651'0,"0"0"-569"16,0 0-9-16,156-31-7 15,-58 3-11-15,-3 5-8 16,11-2-29-16,-4 1-18 16,-23 10-17-16,4 2-150 15,-7 6-324-15,-23 6-92 16,-20 0-883-16</inkml:trace>
  <inkml:trace contextRef="#ctx0" brushRef="#br0" timeOffset="195418.72">13847 10200 1205 0,'0'0'356'0,"0"0"-138"16,0 0 17-16,0 0 28 15,0 0-6 1,0 0-28-16,0 0-132 0,96-56-65 15,-87 56-32-15,-9 16 0 16,0 17 35-16,0 7 17 16,-7 6 7-1,-11 4-24-15,1-2 1 0,1-8-7 16,3-10-23-16,5-10 7 16,4-8-7-16,4-12-4 15,0 0 11-15,7-10-13 0,11-20-42 16,2-10-20-1,-1-6-59-15,-3-2-27 16,-7 5 71-16,-7 14 77 0,-2 14 162 31,0 15-7-31,-13 0-105 16,-1 25-32-16,10 5-7 16,4 2-2-16,12-4 0 15,30-4-2-15,18-10-7 16,50-14-162-16,-12 0-396 15,-7-14-615-15</inkml:trace>
  <inkml:trace contextRef="#ctx0" brushRef="#br0" timeOffset="196172.48">16309 8827 1367 0,'0'0'653'0,"0"0"-393"0,0 0-27 0,0 0-105 0,163 0-82 15,-109 0-29-15,6 0-17 16,-12 0-151-16,-15 2-411 0</inkml:trace>
  <inkml:trace contextRef="#ctx0" brushRef="#br0" timeOffset="196329.91">16418 9068 1104 0,'0'0'1463'0,"0"0"-1196"16,0 0-194-16,149-8-73 0,-84-2-158 15,18-2-70-15,-14-1 25 16,-14 5-377-16</inkml:trace>
  <inkml:trace contextRef="#ctx0" brushRef="#br0" timeOffset="197668.1">17438 8899 1914 0,'0'0'783'0,"0"0"-562"0,0 0-87 0,0 0-83 0,0 0-24 32,0 0-7-32,172-12-19 0,-94 2-1 0,36 0-60 15,-21 0-281 1,-12 2-662-16</inkml:trace>
  <inkml:trace contextRef="#ctx0" brushRef="#br0" timeOffset="198267.12">18367 9064 1395 0,'0'0'542'16,"0"0"-374"-16,0 0 89 16,0 0 48-16,0 0-168 15,0 0-92-15,90-127 0 16,-37 63-26-16,3-8-10 16,2-11-8-16,-5-4-1 15,1-24 0-15,-5-19 1 16,-11 11 5-16,-11 15 1 15,-17 24 61-15,-10 30 5 16,0 3-25-16,0 11 9 0,-6 21-8 16,-17 15-13-16,-4 10-34 15,-6 36-1-15,-2 32 0 16,-1 40 29-16,9 34 0 16,12 11 1-16,13-29-13 15,2-35-1-15,2-41-7 16,15-12-9-16,8-2-1 15,6-2 0-15,11-4-20 16,3-17-2-16,4-16-11 0,0-5-12 16,-1-18-36-16,-6-18-83 15,-5-12-98-15,-6-6 13 16,-8 0 102-16,-8 6 147 16,-5 12 129-16,-6 18 125 15,-4 15-96-15,0 3-127 16,0 25 1-16,-7 11 27 15,0 1-15-15,1 4 10 16,3-7-18-16,3-6-23 0,0-10-13 16,0-6-27-16,0-10-63 15,16-2-109-15,18-28-122 16,-3-6-219-16,-2-2-51 0</inkml:trace>
  <inkml:trace contextRef="#ctx0" brushRef="#br0" timeOffset="198597.29">19348 8703 1508 0,'0'0'579'0,"0"0"-316"0,0 0-83 16,0 106-48-16,-11-64 53 16,0-4-4-16,-1-10-81 15,4-8-67-15,6-10-22 16,2-8-5-16,0-2 9 16,2-6-15-16,15-20-56 0,8-6-77 15,6-6-33-15,0-2 84 16,3 4 25-16,-3 5 28 15,-7 16 29-15,-8 12 15 16,-9 3 22-16,-7 18 81 16,0 11-23-16,0-3-24 15,0-6 17-15,0-10-36 16,6-10-23-16,23 0-10 16,13-22-19-16,10-6-52 15,8-7-5-15,-2 6 39 0,-4 4-5 16,-8 14-57-16,-12 11-144 15,-14 0-56-15,-20 38 33 16,0 2 50-16,-6 0-319 0</inkml:trace>
  <inkml:trace contextRef="#ctx0" brushRef="#br0" timeOffset="199132.09">18622 9525 1685 0,'0'0'603'0,"0"0"-417"0,0 0-58 16,0 0-52-16,0 0-2 15,82-108 41-15,-53 95-39 16,-2 13-46-16,-5 2-25 0,-11 27-4 16,-9 15 25-1,-2 8 21-15,-4 8 13 16,-13-2-18-16,-2-2-22 0,3-10-10 15,8-12-1 1,6-12-7-16,2-11-2 0,0-11-5 16,13-3-13-16,7-23-22 15,0-12-89 1,-3-10-86-16,-3-4-10 0,-5 0-13 16,-5 8 10-16,-1 14 228 0,-3 13 178 15,0 17 82-15,0 0-152 31,0 25 40-31,0 5-57 0,0 6-55 16,0-4 37-16,20 0-22 16,7-6-26-16,6-6-25 0,17-6-175 15,-8-8-304-15,-9-6-390 0</inkml:trace>
  <inkml:trace contextRef="#ctx0" brushRef="#br0" timeOffset="199320.84">19125 9490 409 0,'0'0'1970'15,"0"0"-1368"-15,0 0-526 16,0 0-34-16,0 0-33 16,0 0-9-16,0 0 0 15,158-36 0-15,-104 35-30 16,-6 1-181-16,6 0-106 15,-13 0-14-15,-15 0-379 0</inkml:trace>
  <inkml:trace contextRef="#ctx0" brushRef="#br0" timeOffset="199510.51">19491 9336 1631 0,'0'0'663'16,"0"0"-503"-16,0 0-123 15,0 0-29 1,0 0 41-16,118 20 49 0,-109 12-27 16,-9 8 17-16,0 8-41 15,-21 5-28-15,-12-1-7 16,-7-4-12-16,-20 4-109 0,8-12-106 0,10-12-378 0</inkml:trace>
  <inkml:trace contextRef="#ctx0" brushRef="#br0" timeOffset="201046.57">20027 9338 1530 0,'0'0'363'0,"0"0"-254"0,0 0 29 0,0 0 9 16,0 0-6-16,0 0 32 16,-98 102-2-16,94-59-16 15,4 0-65-15,0 0-29 16,21-9-29-16,8-8-11 15,8-10 0-15,7-12-8 16,4-4-5-16,-2-8-8 0,-3-18-9 16,-10-4-9-16,-13-4 2 15,-11 2 4-15,-9-2-2 16,0 3-2 0,-18 5 16-16,-7 6 4 0,-2 4-4 15,1 9-4-15,-8 4-113 16,10 3-193-16,6 0-403 0</inkml:trace>
  <inkml:trace contextRef="#ctx0" brushRef="#br0" timeOffset="201361.51">20201 9250 1962 0,'0'0'626'0,"0"0"-484"15,0 0-62-15,0 0-53 16,0 0-18-16,141-44-9 16,-107 32-24-16,-9 2-73 15,-6 0-39-15,-11 2-67 16,-8 0-6-16,0-2 99 0,-19-5 110 16,-4 4 25-1,-1-3 85-15,6 6 87 0,4 4 69 16,6 4-38-16,6 0-147 15,2 15-46-15,0 18-8 16,0 9-17-16,0 8-10 16,-2 30-30-16,-1-14-251 15,-2-9-443-15</inkml:trace>
  <inkml:trace contextRef="#ctx0" brushRef="#br0" timeOffset="203340">21735 7597 1272 0,'0'0'900'0,"0"0"-607"0,0 0-180 16,0 0-43-16,0 0-16 0,0 0 32 16,0 0 4-16,55-87-41 0,-23 87-29 15,1 0-1-15,-6 18 5 16,-10 15 2-16,-10 14-7 0,-7 9 18 15,-18 4 10 1,-17 2-10-16,-10-3-11 0,-2-8 2 16,2-8 8-1,10-14 5-15,12-8-8 16,10-9-8 0,13-10-10-16,0-2 10 0,13 0 4 15,18-4-29-15,12-9-3 16,6-2-21-16,7 1-26 15,-3-4-35-15,3 1-84 0,9-6-297 16,-15 2-65 0,-7 3-123-16</inkml:trace>
  <inkml:trace contextRef="#ctx0" brushRef="#br0" timeOffset="203685.79">22202 7710 1455 0,'0'0'596'16,"0"0"-395"-16,0 0-17 15,0 0-85-15,0 0-1 16,0 0 75-16,0 0-25 16,47 118-49-16,-47-68-41 15,-13 0-28-15,2-7-18 0,-1-9-11 16,8-13 0-16,4-10-1 16,0-11-14-16,0-2-22 15,20-25-106-15,3-13-76 16,-2-10 23-16,2-8-3 15,-5-4-46-15,-7 4 17 16,-3 8 227-16,-5 14 106 16,-3 20 377-16,0 16-207 15,0 4-164-15,0 30-20 16,0 8-18-16,0 8-3 16,14 2-8-16,12-2-25 15,14-3-38-15,7-7-26 16,8-8-141-16,16-6-114 0,-10-8-321 15,-14-6-1359-15</inkml:trace>
  <inkml:trace contextRef="#ctx0" brushRef="#br0" timeOffset="204203.11">21093 8582 1994 0,'0'0'608'0,"0"0"-422"0,0 0-47 0,0 0-74 16,149-46-23-16,-45 32 11 16,48-2-8-16,56 4 6 15,21 0 23-15,1 6-26 16,-19 2-22-16,-26-4-11 16,-9 0-14-16,-11-2-1 15,-36-2-28-15,-31 6 12 16,-31 2-7-16,-16 4-43 15,-4 0-63-15,-7 0-149 16,-8 2-240-16,-22 2-487 0</inkml:trace>
  <inkml:trace contextRef="#ctx0" brushRef="#br0" timeOffset="205623.13">21803 9024 1262 0,'0'0'409'0,"0"0"-198"0,0 0 10 0,0 0-32 0,0 0-16 0,0 0-40 15,0 0-10-15,25-73-57 16,-25 71 1-16,-6 2 3 15,-15 0-40-15,-6 14-22 16,-4 11 11-16,2 6 31 16,2 6-7-16,10 3-18 15,7 0 8-15,10 0-12 16,0-2-1-16,5 0-5 16,9-2-3-16,-4-4-3 0,-7 0-3 15,-3-3 0-15,-9-4 0 16,-20-3 1-16,-7-6-1 15,1-7-5-15,2-9-1 32,8 0-7-32,11-27-15 0,14-9-43 15,5-10-78-15,31 0-77 0,10 2 119 16,8 10 101-16,-3 14 14 16,-4 12 15-16,-10 8-4 0,-10 10 9 31,-9 20 29-31,-9 8 22 15,-7 6-7-15,-2-2-20 0,0-2-23 16,0-10-22-16,0-10-7 0,0-12-5 31,0-8-1-31,5-4-7 0,15-25-159 0,5-10-35 16,6-7-3-16,2 0-47 16,0 4 50-16,1 8 122 15,-5 14 79 1,-4 18 14-1,-10 2 75-15,-6 28 73 0,-9 12-17 16,0 6-45-16,0 0-5 16,-7-6-4-16,-2-10 6 15,1-9-46-15,3-11-32 16,5-10-3-16,0 0-1 16,0-25-15-16,0-9-124 15,18-4 20-15,4-2 9 16,5 2 13-16,2 6 8 15,0 12 74-15,-2 12 7 16,-6 8 100-16,-2 12-52 16,-9 22-31-16,-7 8-12 0,-3 4-6 15,0 10-6 1,0-14-97-16,0-9-472 0</inkml:trace>
  <inkml:trace contextRef="#ctx0" brushRef="#br0" timeOffset="205952.34">22537 9114 2160 0,'0'0'240'0,"0"0"-240"0,0 0 0 0,0 0 44 0,0 0 164 16,0 0-6-16,0 0-134 15,62-18-53-15,-33 19-14 16,-4 21 4-16,-14 15-4 16,-11 7 28-16,-5 8 7 15,-24 2-12-15,-2 0 27 16,2-6-3-16,4-7-12 16,12-14-14-16,13-6-10 15,0-11-5-15,26-9-7 16,15-1-24-16,5-3-63 15,8-16-134-15,6-9-110 16,-10 5-29-16,-15 2-179 0</inkml:trace>
  <inkml:trace contextRef="#ctx0" brushRef="#br0" timeOffset="206283.31">22957 9114 1707 0,'0'0'708'16,"0"0"-541"-16,0 0-50 15,0 0-70-15,0 0 150 16,0 0-76-16,76 102-33 16,-76-50-26-16,0 8-20 15,-8 0-15-15,-4-5-17 0,1-9-2 16,5-12-8-16,4-14 1 16,2-14-1-16,0-6-23 15,17-18-61-15,5-19-76 16,3-13-47-16,-3-8 30 15,-4-6 12-15,-9 6 4 16,-5 8 161-16,-4 18 119 16,0 18 219-16,-4 14-142 15,-5 8-110-15,5 20-53 16,4 8 0-16,8 2 23 0,26 0-17 16,17-2-39-16,47-6-66 15,-13-9-482 1,-6-11-162-16</inkml:trace>
  <inkml:trace contextRef="#ctx0" brushRef="#br0" timeOffset="208491.1">23971 8398 1721 0,'0'0'540'0,"0"0"-387"0,0 0 82 16,0 0-13-16,0 0-104 15,0 0-58-15,0 0-18 16,54 8 7-16,-7-8-5 15,10 2-34-15,6-2-4 16,-3 0-6-16,-5 0-64 0,-14 0-130 16,-21 0-124-1,-14 4-285-15,-6 6-480 0</inkml:trace>
  <inkml:trace contextRef="#ctx0" brushRef="#br0" timeOffset="208633.48">23969 8592 1724 0,'0'0'695'0,"0"0"-545"16,0 0 71-16,0 0-36 16,129-10-116-16,-82 2-48 0,-3 4-21 15,8 4-48 1,-15 0-273-16,-8 0-431 0</inkml:trace>
  <inkml:trace contextRef="#ctx0" brushRef="#br0" timeOffset="209128.93">24985 8530 1704 0,'0'0'827'0,"0"0"-505"0,0 0-122 15,0 0-90-15,0 0-26 0,0 0-27 16,0 0-8-16,156-26-37 16,-96 12-3-16,0 2-9 15,-6 2-84-15,6 6-182 16,-18 2-358-16,-11 2-374 0</inkml:trace>
  <inkml:trace contextRef="#ctx0" brushRef="#br0" timeOffset="209929.62">25390 8837 2436 0,'0'0'357'16,"0"0"-289"-16,0 0-37 15,121-138-24-15,-68 65-1 16,1-7 24-16,-6-4 26 0,-2-6-20 16,-9 0-27-16,-8-5 0 15,-11 1 7-15,-11-2-4 16,-7 7-3-16,0 13 7 15,0 18 13-15,-4 24 22 16,-10 24-6-16,1 10-28 16,-8 32-16-16,-1 42 7 15,5 39 16-15,8 31 13 16,9 12-4-16,0-27-21 16,4-35-5-16,11-38 1 0,4-10-7 15,7-3-1-15,6-3 0 16,7-11-8-16,3-15-16 15,1-14-8-15,-1-10-28 16,-2-23-45-16,-3-11-18 16,-6-5 6-16,-8 5 64 15,-4 6 53-15,-6 14 3 16,-8 14 58-16,-5 10 5 16,0 6-45-16,0 24 50 0,-10 10-17 15,0 2-15 1,1-2 2-16,4-8-13 0,5-6-14 15,0-14-14-15,0-7 0 16,11-5-9-16,9-10-12 16,7-16-37-16,0-5-28 15,-1-1 15-15,-1 2 45 16,-8 6 22-16,-5 10 4 16,-8 10 33-16,-4 4-23 15,0 8-4-15,-4 12 39 16,-4 0-17-16,0-4 4 15,8-8-19-15,0-8 2 16,29-2-15-16,12-20-7 16,9-8-53-16,9-2 23 0,1 2 18 15,-4 6 19 1,-8 8 0-16,-9 14 0 16,-16 2 0-16,-6 14-10 0,-15 20-3 15,-2 6-46-15,-13 20-154 16,-14-10-294-16,0-9-811 0</inkml:trace>
  <inkml:trace contextRef="#ctx0" brushRef="#br0" timeOffset="210400.12">25606 9260 1633 0,'0'0'653'0,"0"0"-484"0,0 0-125 16,0 0-6-16,0 0 54 0,121-98 25 16,-90 96-47-1,-4 2-31-15,-13 24-26 0,-10 16-1 16,-4 10 36-16,-4 8 18 15,-17 0-17-15,-1-2-28 16,2-8-6-16,4-9-8 16,8-15-6-16,5-12-1 15,3-12 8-15,0 0-8 16,13-26-27-16,8-10-79 16,1-8-14-16,-2-5-39 15,-6 2 53-15,-4 6 55 16,-5 13 51-16,-5 12 119 15,0 14 68-15,0 2-90 16,0 10-64 0,-5 12-5-16,5 6 2 0,0-1-6 0,3-2 9 15,17 0-12-15,7-7-21 16,0-4-83-16,4-10-210 16,-7-4-258-16,-8 0-523 0</inkml:trace>
  <inkml:trace contextRef="#ctx0" brushRef="#br0" timeOffset="210662.24">25912 9228 2013 0,'0'0'532'0,"0"0"-402"16,0 0 7-16,0 0-97 16,130-38 21-16,-86 34 11 15,5 4-43-15,4 0-20 16,-4 0-9-16,-5 0-67 15,-7 8-53-15,-11 2-17 16,-10-2 9-16,-5-2-56 16,-9-2-68-16,-2-4 68 15,0 0 93-15,0 0 48 16,0-6 43-16,-5-4 63 16,-1-2-63-16,4 2-35 0,-2 2-331 15</inkml:trace>
  <inkml:trace contextRef="#ctx0" brushRef="#br0" timeOffset="210974.16">26271 9106 1579 0,'0'0'675'0,"0"0"-420"15,0 0-82 1,0 0-86-16,0 0 63 0,0 0-45 0,0 0-62 31,91-41-29-31,-68 64-1 0,-6 7 8 0,-3 8 0 32,-10 4-3-32,-4 6 3 15,0 2-7-15,-18 0 2 16,-7-2-4-16,1-3-6 15,-2-9-6-15,5-8-14 16,10-10-70-16,11-18-203 16,0 0-85-16,11-2-299 0</inkml:trace>
  <inkml:trace contextRef="#ctx0" brushRef="#br0" timeOffset="211185.51">26547 9198 2109 0,'0'0'469'15,"0"0"-423"-15,0 0-27 16,0 0 39-16,0 0 65 16,-38 126 8-16,38-96-56 15,15-3-45-15,12-9-14 16,7-9-16-16,1-9-43 16,-2 0-14-16,-4-9-35 15,-8-14-9-15,-10-3-3 16,-11-2-15-16,0-12-101 0,-15 8-286 15,-4 4-455-15</inkml:trace>
  <inkml:trace contextRef="#ctx0" brushRef="#br0" timeOffset="211486.81">26547 9198 1916 0,'112'-115'587'16,"-104"114"-315"-16,13-3-38 15,7 1-155-15,13 2-38 16,5-2-11-16,3 1-19 16,3-2-11-16,-6 0-77 0,-4 0-45 15,-5-2-150-15,-16-2-70 16,-7-2-151-16,-14-2 121 16,0-3 85-16,-10-2 287 15,-9-1 174-15,-4 4 362 16,3 4 15-16,3 8-191 15,6 2-147-15,-1 2-140 0,2 24-51 16,-2 11-16 0,-1 10-6-16,-5 29-47 0,5-11-462 15,0-9-684-15</inkml:trace>
  <inkml:trace contextRef="#ctx0" brushRef="#br0" timeOffset="212563.6">28722 7560 411 0,'0'0'1324'0,"0"0"-1059"0,0 0-94 0,0 0 63 0,0 0-7 16,0 0 15-16,0 0-98 15,-43-45-88-15,70 25-36 16,2 2-14-16,2 8-6 16,-2 10 0-16,-6 0 0 15,-13 22-9-15,-10 17 1 16,-2 11 8-16,-27 8 10 15,-11 4 22-15,-3-4-4 16,4-6-4-16,5-11-9 16,12-12-4-16,15-11-1 15,7-10-4-15,7-5 6 0,28-3-3 16,15 0-9-16,8-4-1 16,4-7-27-16,-2 4-31 15,-4 0-54-15,-10 7-125 16,-3 0-99-16,-14 4-308 15,-11 9-604-15</inkml:trace>
  <inkml:trace contextRef="#ctx0" brushRef="#br0" timeOffset="212865.19">27968 8342 1780 0,'0'0'474'16,"0"0"-269"-16,0 0 270 15,0 0-287-15,0 0-90 16,0 0-65-16,0 0-21 16,170 0-6-16,-45 0 1 0,60 0 7 15,35 0 7-15,21 4 8 16,-8 0 18-1,-25-3-29-15,-17 2-18 0,-21-1-39 16,-39 2-52-16,-37 0-68 16,-32 0-74-16,-10 8-17 15,-15-2-124 1,-12 0-736-16</inkml:trace>
  <inkml:trace contextRef="#ctx0" brushRef="#br0" timeOffset="214251.18">28129 8945 548 0,'0'0'840'0,"0"0"-635"0,0 0-9 16,0 0-34-16,0 0-46 15,0 0-13-15,0 0-15 16,95-56-34-16,-77 56-26 0,-9 0-19 15,-9 14-8-15,0 18 27 16,-13 8 18-16,-18 9-3 16,-9 2-11-16,-7 4 8 15,-5-3 27-15,4-6-21 16,8-8 13-16,9-10 3 16,13-10-7-16,11-8-18 15,7-8-3-15,4-2 35 16,26 0-12-16,5-2-26 15,9-10-16-15,3 0-9 16,3 2-5-16,-2 0-1 16,2 4 0-16,-4 4-19 0,8-2-175 15,-12 0-329-15,-9 0-522 0</inkml:trace>
  <inkml:trace contextRef="#ctx0" brushRef="#br0" timeOffset="-214425.02">28839 8765 1341 0,'0'0'742'0,"0"0"-449"0,0 0-100 0,0 0-74 0,0 0-24 16,0 0-3-16,-117 22-9 15,80 32 0-15,4 10-19 16,4 4-28-16,5 2-8 15,8-3-5-15,10-11-14 16,6-8 0-16,0-10-8 16,17-12-1-16,10-12-12 15,8-12-18-15,6-2-17 16,-1-8-60-16,0-16-80 16,-7-4 21-16,-6-2 26 15,-11 2 27-15,-9 8 113 0,-7 8 29 16,-5 10 67-16,-19 2-62 15,-3 9 1 1,-2 16 20-16,5 3 12 16,6 0-24-16,9-2-16 0,9-4-8 15,0-8-2-15,9-6 1 16,18-6-18 0,4-2-15-16,0-4-28 15,-2-16-2-15,-4-4-11 0,-10-6 0 16,-11-4-5-16,-4-2 29 0,0 2 32 15,-6 2 23 1,-9 6 103-16,3 9 20 0,5 5-81 16,5 5-20-16,2 0 11 15,7-1-56-15,19-4-2 16,12-1-22 0,2-4 8-16,3 1-32 0,-5 0 20 15,-9 0 19-15,-9 2 9 16,-11 2 34-16,-5 6 63 15,-4 2 8-15,0 4-32 16,0 0-43-16,0 6-28 16,0 18-2-16,0 10 2 15,8 7-1-15,9 6 6 16,-2 4-6-16,-1 1-1 0,-6 0 0 16,-8-4 0-16,0-2 0 15,-11-6-1-15,-13-5-13 16,-3-12-40-16,-4-13-193 15,6-6-234-15,10-4-255 0</inkml:trace>
  <inkml:trace contextRef="#ctx0" brushRef="#br0" timeOffset="-213348.87">29269 8997 833 0,'0'0'731'0,"0"0"-388"0,0 0-38 0,0 0-118 0,0 0-57 16,0 0-5-16,0 0-55 16,81-72-17-16,-63 70-18 15,-3 2-5-15,-1 2-19 16,-7 20 2-16,-7 12 17 15,0 9 13-15,-3 8 7 0,-15 6-4 16,-7-1-19-16,2-2-8 16,0-4-1-16,3-8 2 15,9-9-11 1,5-12 3-16,6-9-11 0,0-6 14 16,19-6-6-16,8 0-9 15,8-20-12-15,1-6-39 16,0-4-43-16,-2-4-60 15,-11 0 17-15,-4 2 59 0,-6 2 29 16,-6 4 49-16,-3 6 11 16,-2 6 41-16,1 4 66 15,-1 2-29-15,2 4-55 16,0 0-27-16,1 1-7 16,2 3-7-16,-3 0-2 15,1 0-1-15,1 0-1 16,-1 0 1-16,-1 0 4 15,1 0 6-15,2 0 1 16,1 0 15-16,3-1 20 0,3-8-20 16,-5 4-7-1,-1-1 26-15,0-1-4 16,-6 6 2-16,-2 1-16 0,0 0-16 16,0 0-1-16,0 8 0 15,0 12 13-15,0 8 11 16,0 8 12-1,-10 6-6-15,-3 4-11 0,-2-2-8 16,1-2-5-16,4-8-6 16,3-6 2-16,2-12-1 15,5-7 5-15,0-9-6 0,7 0-11 16,13-22-32 0,6-10-63-16,1-11-90 0,0-7-13 15,-6-6 29-15,-8 2-35 16,-5 8-10-16,-8 10 225 15,0 18 193-15,0 14 88 16,-13 4-59-16,-1 18-43 16,4 9-94-16,10 5-28 15,0 3-9 1,10-3-21-16,21-4-27 16,12-4-50-16,26-10-236 15,-9-6-304-15,-4-6-522 0</inkml:trace>
  <inkml:trace contextRef="#ctx0" brushRef="#br0" timeOffset="-212390.83">30526 8267 1530 0,'0'0'513'0,"0"0"-274"0,0 0 25 0,0 0 7 15,0 0-67-15,0 0-61 16,0 0-39-16,65 15-33 15,-18-14-36-15,3-1-22 16,4 2-13-16,-4-2-27 16,-13 8-98-16,-10 0-372 15,-18 2-349-15</inkml:trace>
  <inkml:trace contextRef="#ctx0" brushRef="#br0" timeOffset="-212261.72">30401 8590 1763 0,'0'0'914'0,"0"0"-746"0,0 0-74 16,0 0 18-16,177 2-65 16,-98-12-47-16,31-2-82 15,-23 2-290-15,-16 2-526 16</inkml:trace>
  <inkml:trace contextRef="#ctx0" brushRef="#br0" timeOffset="-210036.56">31210 8474 1773 0,'0'0'665'0,"0"0"-446"0,0 0-13 0,0 0-72 15,0 0-2-15,132-22-38 0,-86 18-47 16,6 0-29-16,-1 2-18 15,-2 2-26-15,13-2-137 16,-14 0-446-16,-6-2-568 16</inkml:trace>
  <inkml:trace contextRef="#ctx0" brushRef="#br0" timeOffset="-209596.52">32064 8325 1257 0,'0'0'619'0,"0"0"-360"16,4-122-16-16,-2 66-10 0,2 0-11 15,4 4-57-15,-2 8-73 16,1 10-42-16,-1 12-25 16,-4 14-2-16,4 8-23 15,-6 5-17-15,0 27 17 16,0 15 7-16,0 9 7 15,0 12 2-15,0 8-8 16,0 6-8-16,0 3 0 16,0-1 0-16,-4-4-54 15,-6-4-135-15,-8-12-68 16,-2-10-11-16,-9-11-16 16,-9-15-24-16,-5-10-2 15,-5-12 192-15,3-6 118 16,7 0 329-16,14 0 253 0,15-6-255 15,9-6 5-15,18 0-127 16,28-2-81-16,23 4-78 16,34 0-46-16,-3 4-24 15,9 4-59-15,34 2-236 16,-43 0-518-16,-13 0-1097 0</inkml:trace>
  <inkml:trace contextRef="#ctx0" brushRef="#br0" timeOffset="-207393.82">3083 12398 1647 0,'36'139'398'0,"4"9"-137"0,-9-46-107 0,-5-24-38 16,-3-27-48-16,-3-13-21 15,7-4-25-15,2-6-6 16,0-8 5-16,0-20 10 16,-5-2-30-16,-1-32 5 15,-5-16 0-15,-5-14-6 16,0-13-2-16,3-7 1 0,6 0 1 15,7 0 13 1,11 12 31-16,10 9-13 0,7 17-15 16,8 14 76-16,4 12-52 15,4 10-16-15,-2 10-15 16,-1 0-8-16,-12 18 0 16,-14 14 5-16,-17 7-6 15,-21 8 0-15,-6 7 8 16,-20 11 20-16,-22 1-4 15,-10-2-9-15,2-6-3 16,5-10-12-16,14-16-5 16,13-18-20-16,18-14-10 15,2-8 17-15,34-30-209 16,13-14 26-16,4-2 51 0,-3 4 89 16,-11 14 61-16,-14 18 77 15,-16 18 12-15,-9 8-41 16,0 28 61-16,-2 8-27 15,-9 4 3 1,4-4-33-16,7-8-28 0,0-14-7 16,18-12-8-16,15-10-9 15,12-6-50-15,-1-24-129 16,1-10-80-16,-9-6-13 16,-9-2 63-16,-12 4 101 0,-9 10 108 15,-6 12 151-15,0 14 233 16,0 8-168-16,0 6-164 15,0 20-15-15,0 2-2 16,0-2-11-16,10-4-2 16,11-10 12-1,4-8-8-15,2-4-26 0,-7-2-60 16,-5-16-68-16,-6 0 10 16,-6 2 51-16,-3 8 51 15,0 8 16-15,0 8 0 0,2 36 12 16,13 36-8-16,8 44 41 15,8 43-4-15,-2 13-14 16,-6-29-14-16,-12-39-12 16,-5-48 6-16,-6-16-7 15,0-3-39-15,0-5 12 16,-15-4 27-16,-18-20 16 16,-15-14 80-16,-5-2-4 15,-5-28-50-15,7-19 16 16,12-29 14-16,22-38-40 15,17-34-32-15,13-9-42 16,12 25-112 0,-5 36-10-16,-18 41-22 0,-2 11-40 15,-24-4-40-15,-21-2-19 16,-17-8 40-16,-16-2 160 0,-5-5 85 16,5 0 110-16,14-4 213 15,17 3 192-15,25 0-257 16,19 4-30-16,3 4-71 15,22 1-37-15,16 12-45 16,3 10-48-16,3 20-27 16,-1 15-64-16,10 72-233 15,-10 10-259-15,-12 14-241 0</inkml:trace>
  <inkml:trace contextRef="#ctx0" brushRef="#br0" timeOffset="-207283.58">4246 13198 1453 0,'0'0'600'0,"0"0"-265"0,0 0-91 0,9 107-131 0,13-107-38 16,1-12-75 0,-8-15-530-16</inkml:trace>
  <inkml:trace contextRef="#ctx0" brushRef="#br0" timeOffset="-205675.67">6318 12194 2176 0,'0'0'213'0,"0"0"-213"0,0 0-11 0,0 0 11 16,0 0 1-16,2 112 130 16,19 10 85-16,8 41 12 15,0 15-107-15,-10-13-64 16,-5-41-33-16,-10-44-18 15,-4-28-4-15,0-13 5 16,0-6-6-16,0-4 0 16,0-9 1-16,0-19 7 0,3-1 27 31,5-23 4-31,13-18-19 0,10-3-20 0,11 0 10 16,11 2-11-16,12 8-1 15,9 8-17 1,6 12 17-16,7 8-46 0,22 6-128 15,-20 8-491-15,-15 4-821 0</inkml:trace>
  <inkml:trace contextRef="#ctx0" brushRef="#br0" timeOffset="-205439.55">7722 12757 2299 0,'0'0'615'16,"0"0"-493"-16,0 0 20 15,0 0-61-15,0 0-33 16,0 0-35 0,158-32-5-16,-89 32-7 0,0 0-1 15,-9 0-45-15,-10 18-105 16,-19 2-235-16,-23-2-354 0</inkml:trace>
  <inkml:trace contextRef="#ctx0" brushRef="#br0" timeOffset="-205300.65">7702 13038 1920 0,'0'0'929'0,"0"0"-739"16,0 0-86-16,129-6-24 15,-59-4-53-15,3 2-27 16,14 4-38-16,-16 4-194 15,-17 0-484-15</inkml:trace>
  <inkml:trace contextRef="#ctx0" brushRef="#br0" timeOffset="-204935.98">8629 12878 1555 0,'0'0'1221'0,"0"0"-997"16,0 0-174-16,0 0-33 16,0 0-17-16,149-99-18 15,-105 65-45-15,-9 2-115 0,-20 2-14 16,-15 4 33-16,-7 4 37 15,-31 6 119-15,-13 4 3 16,-5 10 202-16,0 2 105 16,6 6-90-16,9 22-111 15,15 8-64-15,12 4-13 16,14 4 11-16,9 2-2 16,29-4-19-16,15 1-7 15,11-5-12-15,13-8-50 16,0-8-60-16,33-18-143 15,-21-4-217-15,-14-2-190 0</inkml:trace>
  <inkml:trace contextRef="#ctx0" brushRef="#br0" timeOffset="-204685.17">8765 12019 1996 0,'0'0'775'0,"0"0"-644"16,0 0-83-16,0 0 9 15,133 46-29-15,-70-33-8 16,28-4-20-16,-16 0-262 15,-12-5-592-15</inkml:trace>
  <inkml:trace contextRef="#ctx0" brushRef="#br0" timeOffset="-204482.61">9349 11789 971 0,'0'0'400'0,"0"0"-32"15,26-143 7-15,-17 103-59 16,-2 22 167-16,1 18-300 16,4 18-138-16,3 36-32 15,6 37-2-15,3 27-10 16,2 23-1-16,-3-25-61 16,-9-28-623-16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24.27184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9-25T03:17:32.5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2222 2081 0,'0'18'656,"0"0"-640,0-1 15,0 1 0,0 0-15,0-1-1,0 1 1,0-1 0,0 1-1,0 0 1,0-1-1,18 1-15,-18 0 0,0-1 16,0 19 15,0-19-31,0 1 16,18 0-16,-18-1 16,0 1-1,0-1 1,0 1-16,0 0 15,0-1 17,0 1-17,17-18 110,1 0-62,0 0-32,-1-18-15,1 18 31,-18-17-47,18 17 15,-1 0 1,1 0 15,0 0-15,-1 0 15,-17-18-31,18 18 31,-18-18-31,17 18 16,1 0-1,0 0 1,-1 0 31</inkml:trace>
  <inkml:trace contextRef="#ctx0" brushRef="#br0" timeOffset="3531.44">2558 2046 0,'17'0'750,"1"0"-719,0 0-15,-1 0 15,1 0-31,-1 0 47,1 0-31,0 0-1,-1 0-15,1 0 16,0 0 0,-1 0-16,1 0 31,0 0-31,-1 0 0,1 0 16,0 0 30,-1 0-46,1 0 32,-36 0 140</inkml:trace>
  <inkml:trace contextRef="#ctx0" brushRef="#br0" timeOffset="8007.83">2558 2346 0,'17'0'734,"19"0"-718,-19 0-1,1 0 1,-1 0-1,1 0-15,0 0 16,-1 0 0,1 0-1,0 0-15,-18-18 16,17 18 15,1 0-15,0 0 15,-1-17-31,1 17 31,0 0-31,-1 0 47,1 0-31,-36 0 234,1 0-219,-1 0 0,18 17-31,-18-17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24.27184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9-25T00:36:06.036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context xml:id="ctx1">
      <inkml:inkSource xml:id="inkSrc2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1" timeString="2024-09-25T00:36:12.187"/>
    </inkml:context>
  </inkml:definitions>
  <inkml:trace contextRef="#ctx0" brushRef="#br0">18821 12312 0</inkml:trace>
  <inkml:trace contextRef="#ctx0" brushRef="#br0" timeOffset="2046.53">18821 12312 0</inkml:trace>
  <inkml:trace contextRef="#ctx1" brushRef="#br0">10922 2596 806 0,'0'0'120'0,"0"0"-97"0,0 0 497 0,0 0-386 0,0 0-16 0,0 0-10 0,-2 5-42 0,2-5 34 0,0 0 15 0,0 0 25 0,0 0 14 0,0 0-18 0,0 0-4 15,-3 0 5 1,3 0-23-16,-3-2-33 0,1 2-14 16,2 0-21-1,0 0-19-15,0 0-3 0,0 0-1 16,0 0 7-1,0 0-3-15,0 0 0 0,0 0-5 16,0 0-4-16,5 0-6 16,11-3-2-1,8 2-9-15,5 1-1 0,5 0 7 0,1-3-7 16,3 3-27 0,3 0-42-16,14-1-75 0,-8-2-332 15,-7-1-320-15</inkml:trace>
  <inkml:trace contextRef="#ctx1" brushRef="#br0" timeOffset="474.56">10917 2731 734 0,'0'0'1027'0,"0"0"-767"0,0 0 132 0,0 0-142 0,0 0-41 0,0 0-51 0,0 0-55 16,3 0-22-1,16 0-10 1,8 0-16-16,6 0-19 0,5 0-23 16,5 2-13-16,-3 0-25 15,2 2-49-15,9 2-82 0,-9-2-369 16,-7 0-489-16</inkml:trace>
  <inkml:trace contextRef="#ctx1" brushRef="#br0" timeOffset="1621.81">11670 2847 1706 0,'0'0'297'15,"0"0"12"-15,0 0-161 0,0 0-100 0,121-90-21 0,-61 42-12 16,6-6-5-16,5-10-9 0,-1-7 0 16,-5-7 1-16,-1-20-1 15,-15 3-1-15,-6 1 0 16,-10 2-6-1,-18 20 6-15,1 4 0 16,-11 16 43-16,-5 15 45 16,0 16-1-16,0 6 45 0,-3 9-70 15,-13 6-28 1,-3 2-23-16,-8 24-5 0,-2 17 6 0,-4 13 13 16,-5 30 8-1,5 0 0-15,4 11 13 0,6 1-14 16,11-16-7-1,6 4-5-15,6-14-10 16,0-11-1-16,12-16 5 16,7-13-14-16,8-11-9 15,2-11-6-15,6-10-12 0,1-2-6 16,3-24-36 0,-4-10-40-16,-4-7-6 0,-4 1 42 15,-8 2 51-15,-5 10 22 16,-7 10 37-16,-3 10 45 0,-4 10-29 15,0 0-53 1,0 8 13-16,0 18 4 0,0 4 23 31,-2 4 8-31,2 3-23 0,0-5-17 0,0-4-8 0,0-5-34 32,0-5-130-32,4-15-148 0,10-3-242 0,-5 0-487 15</inkml:trace>
  <inkml:trace contextRef="#ctx1" brushRef="#br0" timeOffset="2091.13">12545 2366 1577 0,'0'0'199'0,"0"0"-142"0,0 0-10 0,0 0-32 0,3 106 35 0,-3-68 40 16,0-2 19-16,3-1 37 15,-1-7-49-15,-2-9-59 16,0-2-21-16,2-9-10 16,0-8 6-16,2 0 29 15,7-4 25-15,5-18-27 16,6-6-40-16,3-2 0 16,1-1-1-16,-1 5 1 15,-8 12 5-15,0 8 55 16,-11 6-14-16,-4 9-18 0,-2 16 12 15,0 5 53-15,0 5 6 16,-4-5-42-16,0-5-28 16,-1-8-14-1,5-7-7-15,0-8 2 0,0-2-4 16,21-8-6-16,7-22-26 16,8-11-55-16,8-4-68 15,4-4 25-15,-2 3 76 16,-4 10 48-16,-6 12 60 15,-10 12 86-15,-5 12-61 0,-8 4-44 16,-4 22-11-16,-5 12-11 16,-4 8-7-1,0 4-5-15,0 3-7 0,-24 9-167 16,1-14-354 0,4-14-961-16</inkml:trace>
  <inkml:trace contextRef="#ctx1" brushRef="#br0" timeOffset="3106.04">11930 3064 1508 0,'0'0'346'0,"0"0"-29"0,0 0-110 0,0 0-91 0,0 0-8 0,0 0-14 16,0 0-48-16,19-14 0 16,-1 6-28-16,-1 4-9 15,-1 2-1-15,-1 2-1 16,-3 0 1-16,-3 14 5 16,-5 10-2-16,-4 6 24 0,0 4 13 15,0 4 9-15,-9 0-24 16,-5-2-15-1,4-4-8-15,3-5-8 16,3-9-2-16,4-8-8 0,0-10-47 16,2 0-26-16,15-14 8 15,6-22-101-15,4-9-30 16,-3-9-103-16,-4 2-12 16,-6 8 181-16,-6 9 138 0,-8 14 215 15,0 13 80 1,0 8-61-16,-8 0-137 0,-10 20-39 15,-1 10 3-15,6 4 27 16,7 4-3-16,6 0-27 16,0-4-31-1,11-2-12-15,13-8-15 0,10-6-64 16,3-5-96 0,15-13-119-16,-10 0-302 0,-9-13-765 0</inkml:trace>
  <inkml:trace contextRef="#ctx1" brushRef="#br0" timeOffset="3320.59">12321 3116 1147 0,'0'0'812'0,"0"0"-528"0,0 0 73 0,0 0-203 0,0 0-51 0,0 0-32 16,0 0-54-16,33-4-10 15,-2 6-7-15,5 4 0 16,2-2-125-16,9-4-136 16,-8 0-124-16,-7 0-305 0</inkml:trace>
  <inkml:trace contextRef="#ctx1" brushRef="#br0" timeOffset="3566.38">12574 3025 1540 0,'0'0'384'0,"0"0"-15"15,0 0-127-15,0 0-150 0,0 0-35 16,0 0-41-16,0 0-9 16,54 5 2-16,-33 7 0 15,-4 6-8-15,-1 0-1 16,-5 4 0-16,-9 0-1 0,-2 0 1 15,0 2 0 1,-17 0 1-16,-12 0 17 16,-5 0-18-16,-2-2-99 15,10-6-181-15,8-7-485 0</inkml:trace>
  <inkml:trace contextRef="#ctx1" brushRef="#br0" timeOffset="3945.86">13021 3039 1726 0,'0'0'482'0,"0"0"-211"0,0 0-91 16,0 0-146-16,0 0-4 16,0 0 20-1,-108 103 76-15,106-63-48 16,2 0-34-16,10-4-9 16,23-6-12-16,9-12-10 15,9-10-1-15,4-8-4 0,-1-5-1 16,-14-20-7-16,-13-9-4 15,-16-4-20-15,-11-2-31 16,-9 2-31-16,-22 6-12 16,-7 8-25-16,-18 12-58 15,10 8-327-15,6 4-1368 0</inkml:trace>
  <inkml:trace contextRef="#ctx1" brushRef="#br0" timeOffset="8283.32">13840 2631 1031 0,'0'0'194'0,"0"0"-3"0,0 0-80 0,0 0-73 0,0 0 7 0,0 0 7 15,0 0 31 1,68-4-20-16,-58 0 23 0,3 2-21 15,1-2-25-15,-1 1-21 16,1 2-2-16,-1 1 2 16,-2 0-9-16,3 0 5 15,-1 0-6-15,3 0 7 0,-1 0 0 16,5 0 5-16,3 0-11 16,-2 0 2-16,6-3-5 15,0-1-1 1,2 3-4-16,0-1-2 0,0 0 1 15,0 0-1 1,2 2 0-16,-2 0 0 0,0 0 0 16,0 0-1-1,0 0 1-15,-2 0 0 0,-3 0-1 16,-1 0 1-16,-1 0-1 16,1 0 0-16,-4 0 0 0,4 2 1 15,1 2 0 1,3-3 0-16,-1 3 0 15,3-1 0-15,2-2 0 16,4 2 1-16,-2-1-1 16,2-2-8-16,1 0 8 0,-1 2-8 15,1-2 0-15,2 0 7 16,0 0 0-16,2 0 1 0,0 0-1 31,1 0 0-31,-2 0 1 0,-3 0 0 0,2 0 0 31,-5 0 0-31,2 0 0 0,0 0 0 0,-2 0 0 16,0 0 0 0,1 0 1-16,-3 0-1 0,2 0 0 15,1 0 0 1,1 0 0-16,1 0 1 0,0-2-1 16,2-3 0-1,-1 4 1-15,-1-2-1 16,-3 2 0-16,-4-2-1 0,-2 2 1 15,-2-1-1-15,-3 0 1 0,0 2 0 16,0 0 1 0,1 0 9-16,2 0-9 15,-2 0 10-15,4-2-10 0,2-1 6 16,3 3-6-16,-1-1 0 16,2-2-1-16,-2-1 1 15,0 3 0 1,3-2 1-16,-3 1-1 0,2 1 1 0,4 1-1 15,3-3 8 1,2 3 6-16,5 0-6 0,3 0-9 31,4 0 1-31,6 0 5 16,3 0-5-16,1 0 5 16,3 0-5-16,1 0 5 0,-2 0 1 0,3 0-6 15,0 0 5 1,3 0-6-1,-3 3 0-15,-1 0-1 0,-3 0 1 16,-3-2 0-16,-4 3 0 16,-4 0 1-16,-5 1-1 0,-4-1 0 15,-5 0 0 1,-3-3 0-16,-4 3 1 16,-1-1-1-16,-3-1 0 15,0-2 0-15,-2 2 0 16,-3-2 0-16,-1 0 0 15,-4 2 0-15,0-2 0 16,-4 1 0-16,-1-1 0 16,-2 0 0-16,2 0 0 15,-1 0 0-15,3 0 0 16,2 0 0-16,2 0 0 0,0 0 0 16,4 0 1-16,-1 0-1 15,1 3 0-15,1 1 0 16,2-3 0-16,2 4-1 15,4-3 1-15,3-2 0 16,2 0-1-16,1 0 1 16,4 0-1-16,1 0 1 15,2 0 0-15,-2 0-1 0,0 0 1 16,1 0 0-16,1 0 0 16,1 0-1-16,3 0-12 15,-4 0-1 1,4 0 3-16,-4 0 3 0,3 0 8 15,-3 0-1 1,0 0 0-16,-2 0-8 0,-4-2 9 16,2 0-16-16,-2-1-1 15,3 2 16-15,1-2-5 16,0-1 4-16,4 3-4 16,-2-1 5-16,1 0 1 0,1 0-1 15,-2-1 1 1,1 2 0-16,-3 1-1 15,0-3 0-15,-1 3 1 16,-1-1-8-16,-2-3-3 0,3 0 3 16,-3-1 7-16,0 1 1 15,0 0-1-15,0-2 1 16,0 2-1 0,1 0 0-16,1 0 0 0,-2 3 0 15,3-4 0-15,-4 4 0 16,1-3 0-16,-1 1 0 0,-2 2 1 15,-1-2 0-15,-1 2 0 16,1-2-1 0,-5 1 1-16,0-2 0 15,0 3 0-15,-4-3 9 16,-4 1 5-16,-6 3-6 16,-5 0-7-16,-3-2-1 15,-5 2 1-15,-2 0 0 0,-2-2-1 16,0 0-23-1,0-6-67-15,-4 0-122 0,-9 0-428 0</inkml:trace>
  <inkml:trace contextRef="#ctx1" brushRef="#br0" timeOffset="9797.79">14079 1951 1098 0,'0'0'240'0,"0"0"77"0,0 0-81 0,0 0-106 0,0 0 28 0,0 0-29 0,0 0-5 16,-30-14-6-1,30 14-20-15,0 0-4 0,0 0 19 31,0 0-20-31,0 0-17 0,0 0-12 0,0 0-17 16,0 0-14 0,0 0-27-16,0 0 2 0,0 10-8 15,9 8 0 1,5 8 0-16,9 6 6 0,3 6 2 16,3 0 1-1,2 0-3-15,0-2-6 0,0-3 0 16,-4-4-9-16,-2-2-42 15,-5-7-59 1,3-6-207-16,-8-8-226 0,-5-6-281 0</inkml:trace>
  <inkml:trace contextRef="#ctx1" brushRef="#br0" timeOffset="10303.7">14511 1420 1252 0,'0'0'316'0,"0"0"-24"0,0 0-18 0,0 0-154 16,0 0-16-16,0 0-32 15,0 0-41-15,0-15-10 0,0 23-15 16,-11 13 85 0,-3 7-14-16,-1 12 5 0,-3 10 33 15,-4 10-13 1,0 6-41-16,-3 7-16 0,2-4-9 16,4 2-17-16,1-7-11 15,7-8-7-15,1-6 0 16,4-10-1-16,4-10-26 15,2-6-56-15,0-10-108 16,0-14-75-16,0 0-125 16,4 0-405-16</inkml:trace>
  <inkml:trace contextRef="#ctx1" brushRef="#br0" timeOffset="10873.33">14523 1403 768 0,'0'0'837'0,"0"0"-561"0,0 0 47 0,0 0-175 0,0 0-44 16,0 0-3-1,0 0-6-15,150-40 2 0,-96 38-3 16,8 0-21 0,7 2-31-16,5 0-15 0,1 0-18 15,2 0 0 1,-4 0-9-16,1 0 1 0,-5 0 1 16,-5 0-1-16,1 0 0 15,-3 0 0-15,-2-1-1 0,-1-4-1 16,-4 3 1-1,-2-2 0 1,-3 2 1-16,-6-2-2 0,-6 2 1 16,-4 2-1-16,-7 0 1 15,-8 0 1-15,-5 0-1 0,-8 0 0 16,-4 0-78 0,-2 0-108-16,-8 4-70 0,-13 2-136 15,-1-2-711-15</inkml:trace>
  <inkml:trace contextRef="#ctx1" brushRef="#br0" timeOffset="11837.8">14128 1315 985 0,'0'0'270'15,"0"0"15"-15,0 0-1 0,0 0-104 0,0 0 13 16,0 0-42-16,0 0-12 0,-7 0-32 15,7 0-20-15,0-2-29 16,0-4-21 0,0 0-9-16,0 0-4 0,0 0-4 15,11 0-11-15,0 0-9 16,1 2 0-16,-1-2 0 0,-3 4-1 16,-3 0-7-1,0 2 7-15,-5 0-13 0,0 0-22 16,0 10 19-1,0 8 17-15,0 6 31 0,-14 4 19 16,-1-2 0 0,-1-1-17-16,3-7-16 0,1-4-11 15,6-6-5 1,1-4 5-16,5-3 2 0,0-1-8 16,0 0-21-1,7 0-3-15,11 0-6 0,1 0 15 0,4 0-4 16,-5 0 4-1,-1 0-3-15,-5 9-2 16,-10 6-10-16,-2 7 11 0,0 3-2 16,-24 3 14-1,-8 0-23-15,-21 10-92 0,6-8-166 16,7-6-523-16</inkml:trace>
  <inkml:trace contextRef="#ctx1" brushRef="#br0" timeOffset="13590.84">14981 1792 1137 0,'0'0'200'16,"0"0"76"-16,0 0-127 0,0 0 9 0,0 0-21 0,0 0 18 0,0 0-23 15,5-59-2-15,-5 54-29 16,0 1-28 0,0 0-10-16,0 2-24 0,0 0-12 15,-16 2-10 1,-7 0-17-16,-6 0 0 0,-4 12 0 15,-9 8 6-15,0 5 18 16,-5 4 3-16,3 3 9 16,3 3-4-16,5-1-5 15,9 0 3-15,8-2-12 0,5-2-6 16,10-6 2 0,4-4-5-16,0-2 1 0,11-4-1 15,13-4-2 1,7-2-7-16,5-8-13 0,5 0-48 15,-4 0-29 1,1-8-31-16,-2-8 14 0,-7 2 37 16,-7 0 18-16,-4 4 35 15,-9 2 16-15,-5 4 1 16,-4 2 23-16,0 2 8 16,0 0-19-16,0 0-12 15,-6 14 18-15,-1 0-12 0,2 2 2 16,3 0 0-1,2-4-7-15,0-2 15 0,16-4 0 16,7-4 7-16,2-2-23 16,7 0-11-16,-3-4-22 15,0-12-13 1,-9-2-27-16,-7-2 21 0,-6 0 20 16,-7 0 5-1,0 0 27-15,-13 4 1 0,-10 4 20 0,1 2 1 16,0 6 22-1,4 2-9 1,5 2-2-16,6 0-5 0,3 0-13 16,4 0-4-1,0 0-10-15,2 0-1 0,15 0 13 16,10 0 5-16,9 0-6 16,2 0-12-16,6-10-15 0,-2-8-7 15,1-4 9 1,-5-2-7-16,-5-2 14 0,-8-3 5 15,-8 5-11 1,-3 1 12-16,-9 2 6 0,-3 7 10 0,-2 2 21 31,0 6 14-31,0 2-23 0,0 4-25 0,0 0-3 32,0 0-19-32,2 18-6 15,2 12 25-15,4 6 2 16,-4 6 20-16,0-2-4 0,-2 1-2 15,-2-5-7-15,0-4 18 16,0-6 22-16,-14-4-4 16,2-6-15-16,-7-4-21 15,6-4-9-15,0-8-117 16,2 0-121-16,8-6-349 16</inkml:trace>
  <inkml:trace contextRef="#ctx1" brushRef="#br0" timeOffset="14025.82">15531 1805 147 0,'0'0'1270'0,"0"0"-1033"0,0 0 48 0,0 0-178 0,0 0-35 0,0 0-9 16,0 0 32-1,43 88 22-15,-43-46-5 16,-12 0-4-16,1-4-55 0,3-4-2 16,0-6-23-16,6-8-13 15,2-6 0-15,0-10 3 16,0-4 9 0,10 0 15-16,7-8-38 15,3-20-4-15,1-10-79 0,-2-8-54 16,2-6-39-16,-6 4 7 15,-1 6 51 1,-6 12 114-16,-3 9 15 0,-5 13 126 16,0 8-66-16,0 0-63 15,0 16 10-15,0 12 35 16,0 3 1-16,0 3-18 16,2 2-13-16,18-4-8 0,5-4-8 15,6-4-11 1,7-8-39-16,26-12-146 0,-8-4-140 15,-2 0-619-15</inkml:trace>
  <inkml:trace contextRef="#ctx1" brushRef="#br0" timeOffset="14431.75">16256 1932 1714 0,'0'0'518'0,"0"0"97"0,0 0-372 0,0 0-106 0,0 0-33 0,0 0-63 15,0 0-32 1,104-1-8-16,-63-5-1 0,-1-2-51 15,2 2-130 1,11 0-297-16,-9 0-284 0,-7 0-1047 0</inkml:trace>
  <inkml:trace contextRef="#ctx1" brushRef="#br0" timeOffset="14695.34">16746 1905 1624 0,'0'0'274'0,"0"0"51"0,0 0-207 0,0 0-79 31,15-107 20-31,-9 71-7 0,2-2 2 0,1 4-14 31,-1 2-9-31,2 4 35 0,-2 8 25 16,-1 6 18-16,-3 8 3 16,-2 4-47-1,1 2-41-15,1 0-15 16,-1 20-7-16,1 12 19 0,1 10 13 15,-1 12-13-15,-4 4-13 16,2 3-8-16,-2 3-14 16,7 6-114-16,-3-14-371 15,3-14-623-15</inkml:trace>
  <inkml:trace contextRef="#ctx1" brushRef="#br0" timeOffset="15658.34">17330 1997 1356 0,'0'0'278'16,"0"0"71"-16,0 0-88 0,0 0-179 0,0 0-15 0,0 0-30 16,0 0 14-1,137-14-28-15,-92 12-5 0,0 2-18 16,-6 0-10-16,2 0-150 15,-10-2-201-15,-9-4-472 0</inkml:trace>
  <inkml:trace contextRef="#ctx1" brushRef="#br0" timeOffset="15889">17581 1755 1639 0,'0'0'184'0,"0"0"60"0,0 0-102 0,0 0-51 31,-51 150 41-31,42-96-41 16,3 0-36-16,3 0-34 15,3-4-21-15,0 4-32 16,0-12-235-16,5-13-448 0</inkml:trace>
  <inkml:trace contextRef="#ctx1" brushRef="#br0" timeOffset="16371.41">18055 1955 1410 0,'0'0'307'0,"0"0"53"15,0 0-125-15,0 0-118 16,0 0-1-16,0 0-58 0,14-117-18 16,-3 84-13-1,3-3-12-15,-3-7 1 0,2 1-10 16,1 0-6-16,-1 4 23 16,3 4 8-16,-5 6-6 15,-1 7 31-15,-2 10-7 16,-4 3 11-16,-4 8-18 15,0 0-30-15,0 0-12 16,0 12-31-16,0 13 31 16,0 14 21-16,-9 7 21 0,-2 8-20 15,0 6-6-15,-3 0-16 16,3-2-4 0,3-1-27-16,0-9-134 0,4 4-65 15,2-14-231-15,2-10-249 0</inkml:trace>
  <inkml:trace contextRef="#ctx1" brushRef="#br0" timeOffset="17125.58">18787 1883 1713 0,'0'0'354'0,"0"0"240"15,0 0-440-15,0 0-77 0,0 0-48 0,0 0-20 16,0 0-3-16,143 18-6 16,-104-14-15-16,13-4-119 15,-12 0-142-15,-9 0-247 0</inkml:trace>
  <inkml:trace contextRef="#ctx1" brushRef="#br0" timeOffset="17378.41">19239 1762 1035 0,'0'0'626'0,"0"0"-393"0,0 0 23 0,0 0-190 16,0 0-25 0,0 0 35-16,0 0 25 0,65 127-40 15,-55-87-8 1,-1-2-34-16,1-6-11 16,-4-8-8-16,-2-8-20 0,1-8-21 15,4-8-1 1,-2-4-39-16,2-14-1111 0</inkml:trace>
  <inkml:trace contextRef="#ctx1" brushRef="#br0" timeOffset="17677.79">19703 1394 1433 0,'0'0'275'15,"0"0"101"1,0 0-92-16,0 0-189 0,0 0-59 0,0 0-23 16,0 0 75-1,-56 80 13-15,27-33 12 0,-3 10-5 16,-1 5-45 0,2 2-39-16,2 2-9 15,2-3-6-15,7-11-8 0,5-10-1 16,4-12-22-1,3-8-100-15,8-18-85 0,0-4 8 16,0 0-126-16</inkml:trace>
  <inkml:trace contextRef="#ctx1" brushRef="#br0" timeOffset="18128.59">19798 1347 608 0,'0'0'1042'0,"0"0"-758"16,0 0 76-1,0 0-192-15,0 0-85 0,0 0-25 0,0 0-21 16,69-26 1 0,-29 24 12-16,14 2-5 15,31 0-17-15,33-2-13 16,31-2-1-16,14 0-7 0,-10-2-5 0,-34 0-1 31,-32 2 8-31,-23 0 30 0,-11 0-3 0,3 2-6 31,0-2-20-31,-5 2 5 16,-15 0-14-16,-15 0 7 16,-5 2-8-16,-9 0-9 15,-7 0-87-15,0 0-410 16,0 0-147-16</inkml:trace>
  <inkml:trace contextRef="#ctx1" brushRef="#br0" timeOffset="20029.43">20085 1648 586 0,'0'0'756'0,"0"0"-505"0,0 0 62 0,0 0-208 0,0 0-33 0,0 0-13 0,0 0 13 31,-106 2 17-31,75 16 6 16,-3 8 19-16,1 6-23 15,-1 4 2-15,0 4-3 16,7 3-9-16,6 1-5 0,3-2-43 16,7-4 6-1,4-6-12-15,7-6-11 16,0-6-6-16,3-4 2 0,14-10-3 16,3-6-1-1,7 0-7-15,4-8-1 0,3-14-1 16,-1-4-126-16,-2 0 75 15,-4 0 4-15,-8 4 17 16,-7 8 19-16,-5 3 12 16,-7 8 35-16,0 3 0 15,0 0-35-15,-3 0-26 16,-7 16 26-16,-2 4 15 16,3 0-1-16,3 2-6 0,6-6 1 15,0-4 0 1,0-4 1-16,6-4 10 15,9-4-2-15,4 0 3 16,-3 0-21-16,-1-14-14 0,-4-4 7 16,-4-2-17-16,-3-2-27 15,-4-1 21-15,0 4 14 16,0 5 15-16,0 4 1 16,0 6 24-16,0 2 19 15,0 2-14-15,0 0-10 16,15 0-8-16,8 0-10 15,8 0 0-15,5-2-1 0,5-6-9 16,-2-5-27 0,1-5-22-16,-2-5 2 0,-5-5-53 15,-6-5 29 1,-2-1 23-16,-9 2 7 0,-5 4 50 16,-5 6 1-16,-4 6 59 15,-2 6 62-15,0 6-42 16,0 4-47-16,0 0-33 15,0 6 3-15,0 16-3 16,0 10 36-16,0 8 25 0,0 8-4 16,0 2-22-1,-2 3-19-15,-4-7 33 0,1-4-26 16,-3-6-5 0,-2-6-2-16,-1-6-8 0,3-6-8 15,-2-8-43-15,4-4-64 16,1-6-76-16,5 0 43 15,0-8-1215-15</inkml:trace>
  <inkml:trace contextRef="#ctx1" brushRef="#br0" timeOffset="20536.64">20705 1783 1679 0,'0'0'262'0,"0"0"236"0,0 0-302 0,0 0-85 0,0 0-32 0,0 0-54 16,0 0-19-1,35 5-6-15,-35 30 46 0,-15 6 20 16,-3 4 37 0,1 1-65-16,3-6-25 0,3-6-12 15,4-10 5 1,5-6 3-16,2-8-7 0,0-8 5 0,0-2 5 31,0 0 6-31,9-12-16 0,9-16-2 0,4-12-27 31,2-8-8-31,1-4-11 16,-2 2-156-16,-8 10 136 0,-5 10 66 16,-2 9 14-16,-8 14 101 15,0 7-58-15,0 1-57 0,0 23 0 16,-8 9 9 0,4 3 58-16,4 2-35 0,0 0-19 15,4-2-4-15,19-4-1 16,8-4 1-16,5-8-9 0,2-4-35 31,2-6-110-31,-11-4-117 0,-12-6-528 0</inkml:trace>
  <inkml:trace contextRef="#ctx1" brushRef="#br0" timeOffset="21930.92">17153 3028 1126 0,'0'0'565'0,"0"0"-295"0,0 0 95 16,0 0-192-16,0 0-74 15,0 0-26-15,0 0-21 0,17-3-22 16,0 3-21 0,3 0-8-16,0 9-1 0,-2 14-2 0,-5 10 2 31,-6 5 12-31,-5 8 19 0,-2 2 20 0,0 3 25 15,-11-4-25 1,-5-3-15 0,0-3-5-16,6-9-13 15,-1-10-6-15,3-8-11 16,6-6-1-16,2-6 8 16,0-2 5-16,0 0 5 15,10-20-18-15,9-16-15 16,6-13-67-16,4-6-160 15,2-6-34-15,-2 5 97 0,-6 10 87 16,-8 14 92-16,-9 12 34 16,-6 14 88-16,0 6-41 15,-2 0-50-15,-15 22 56 16,1 10 4-16,1 4 44 16,5 4-18-16,8 2-51 15,2-2-21-15,4-4-19 16,17-5-9-16,6-9-8 15,4-6-9-15,4-8-49 16,3-6-53-16,9-2-263 0,-9-10-135 16,-7-6-384-16</inkml:trace>
  <inkml:trace contextRef="#ctx1" brushRef="#br0" timeOffset="22520.86">17642 2907 1099 0,'0'0'204'0,"0"0"82"0,0 0-106 0,0 0-50 0,0 0-14 16,0 0 20-16,0 0-12 16,-14 0-20-16,14 0 6 0,0 0-35 31,0 0-15-31,0 0 7 0,0 0 20 0,0 0 22 16,2 0-15-1,10 0-54-15,0 0-31 0,7 0-9 16,-4 5-9-1,-3 6-5-15,-8 5-7 0,-4 8 5 16,0 5 16 0,-18 3 30-16,-2 0 6 15,0-4-8-15,4-6-17 0,9-4 1 16,7-6 1 0,0-4-2-16,25 0 2 0,8-4 1 15,9-2-14 1,6-2-47-16,16 0-132 0,-8 0-294 0,-12-4-338 15</inkml:trace>
  <inkml:trace contextRef="#ctx1" brushRef="#br0" timeOffset="24888.42">21295 2541 742 0,'0'0'528'0,"0"0"-288"0,0 0 82 0,0 0-149 16,0 0 12-16,0 0-59 15,0 0-8-15,-7 0-38 0,7 0-16 16,0 0 0 0,0 0 97-16,14 0-116 15,4 0-34-15,6 1-10 16,8 3 0-16,1 5-1 0,0 0 0 0,1 1-88 16,-5-2-119-1,-5 1-65-15,-8-5-101 0,-9 0-272 0</inkml:trace>
  <inkml:trace contextRef="#ctx1" brushRef="#br0" timeOffset="25070.83">21217 2723 1935 0,'0'0'353'0,"0"0"186"15,0 0-473-15,0 0 66 16,0 0-113-16,119 0-19 0,-61 0-55 16,4-4-169-16,18 0-52 15,-16 0-206-15,-12 2-244 0</inkml:trace>
  <inkml:trace contextRef="#ctx1" brushRef="#br0" timeOffset="26114.78">21953 2835 1607 0,'0'0'345'0,"0"0"175"0,0 0-423 0,0 0 61 0,0 0-7 0,0 0-151 15,0 0 0 1,75-88 13-16,-46 54-13 0,5-2 1 16,-3-2-1-1,0-6-29-15,2-5-47 16,-4-7-3-16,2-6 6 16,-4-8-34-16,-2-6 15 15,-2-3 32-15,-6 6 53 0,-3 8 7 16,-6 13 71-1,-3 16 27-15,-5 12-32 0,0 12 1 0,0 8-14 32,0 4-36-32,0 0-17 0,-13 16-18 0,-3 18 18 15,-2 10 1 1,-4 16 23-16,1 12 16 0,2 7 27 31,1 5 14-31,1-2-8 0,0-4-28 0,7-8-21 16,2-9-11-1,8-9-2-15,0-10 1 0,0-8-5 16,14-10-5 0,7-10-2-16,2-8 0 15,4-6-14-15,2 0-32 16,0-10-39-16,-2-14-63 16,0-10-10-16,-2-2 27 0,-6 0 15 15,-1 4 74 1,-5 6 42-16,-3 9 46 0,-6 9 60 0,-4 8-19 15,0 0-82 1,0 11 11-16,0 13 2 0,-12 3 28 16,4 6-4-16,-3-1-25 31,3-2-5-31,2-4-12 0,4-4-27 16,2-8-118-16,0-14-115 15,2 0-213-15,12-2-254 0</inkml:trace>
  <inkml:trace contextRef="#ctx1" brushRef="#br0" timeOffset="26562.12">22603 2559 1393 0,'0'0'295'0,"0"0"-86"0,0 0-71 0,0 0 184 0,-29 110-233 15,21-84-14-15,0-2 79 16,6-8-77-16,2-4-38 15,0-2-15-15,0-8 4 16,0-2 2-16,5 0 16 16,8-2-8-16,8-18-38 15,2-6-27-15,4-3-70 0,4 2 6 16,1 3 34-16,-5 7 27 16,-5 13 20-16,-9 4 8 15,-3 4 2 1,-8 17 41-16,-2 3 27 0,0-1 19 15,0-2-38-15,0-7-16 16,0-6-9-16,2-8 6 16,11 0 4-16,5-6-34 15,7-14-22-15,4-8-101 16,2-1-23-16,0 1 61 16,0 2 42-16,1 7 37 15,-3 6 6-15,-6 9 76 16,0 4 34-16,-5 0-40 15,-3 25-44-15,-1 8-19 16,-10 12-5-16,-4 7-2 0,-18 22-73 16,-13-12-383-16,-2-10-491 15</inkml:trace>
  <inkml:trace contextRef="#ctx1" brushRef="#br0" timeOffset="27281.17">22022 3162 567 0,'0'0'1047'0,"0"0"-796"0,0 0 68 0,0 0-195 0,0 0-4 16,0 0-61-16,0 0 17 0,60-16 6 15,-40 16-17 1,-2 0-38-16,-5 10-27 15,-4 12-6-15,-9 6 6 16,0 4 4-16,0 6 26 16,-13-1 88-16,-3 0-12 0,-2-5-58 15,3-3-35 1,4-8-5-16,3-4 1 0,4-9-9 16,4-6 0-1,0-2-1-15,7-8 1 0,13-18-37 16,3-14-42-1,6-11-74-15,-3-1 27 0,-4 4 4 16,-4 8-92 0,-7 14 214-16,-9 14 98 0,-2 12 38 0,0 0-66 15,-17 12-43 1,-3 16-4-16,4 2 138 0,3 4-97 16,8-2-42-1,5-1-7-15,0-5-15 16,11-2-9-16,14-8-106 0,22-16-193 15,-7 0-303 1,-3-4-666-16</inkml:trace>
  <inkml:trace contextRef="#ctx1" brushRef="#br0" timeOffset="27510.26">22408 3176 423 0,'0'0'1456'0,"0"0"-1131"0,0 0 16 0,0 0-251 0,0 0-18 16,0 0 10-16,0 0-70 16,91-4-12-1,-53 4 0-15,1 0 0 0,-3 2-83 16,-5 0-100 0,-2-2-32-16,-6 0 114 15,-6 0 0-15,-3 0-485 16,-8-6-821-16</inkml:trace>
  <inkml:trace contextRef="#ctx1" brushRef="#br0" timeOffset="27900.17">22684 3106 1068 0,'0'0'268'0,"0"0"-3"0,0 0-106 16,0 0-87 0,0 0-33-1,0 0 26-15,0 0-20 16,-25-20-8-16,25 20-8 15,0 0-13-15,0 0-3 0,0 0-11 0,0 0-1 16,0 0 32-16,0 0 73 16,0 0 2-16,0 0 8 15,0 0-11 1,0 0-35 0,0 0-39-16,0 0-19 15,0 0-4-15,0 0 14 16,0 0 47-16,0 0-51 0,7 0-17 15,6 8 1-15,3 6-1 16,1 4 0-16,1 2-1 16,-2 4 17-16,-3 4 26 15,-4 2-17-15,-9 2 11 16,0-1 8-16,-2 1 7 16,-18-3-20-16,-4 1-20 15,-1-5-12-15,4-5-42 16,11-8-181-16,5-10-81 15,5-2-11-15,18-16-208 16,4-6-827-16</inkml:trace>
  <inkml:trace contextRef="#ctx1" brushRef="#br0" timeOffset="28153.71">23036 3150 1677 0,'0'0'346'0,"0"0"-55"0,0 0-113 0,0 0-108 0,0 0-9 0,0 0 13 16,-61 123 144 0,61-91-116-16,21-9-57 0,14-5-24 15,11-8-6 1,4-10-6-16,-4 0 3 0,-5-11-12 16,-14-15-10-16,-16-2-17 15,-11-5-39-15,-3 1-3 16,-23 6-44-1,-28 8-224-15,10 6-52 0,4 8-261 0</inkml:trace>
  <inkml:trace contextRef="#ctx1" brushRef="#br0" timeOffset="29546.6">23738 1758 758 0,'0'0'590'0,"0"0"-529"0,0 0 598 0,0 0-635 0,0 0-24 16,0 0 116-16,0 0-83 16,0 0-32-16,0 20 103 15,0 11-12-15,0 6-9 16,0 10-25-16,-5 3-22 16,3 6 7-16,-3 0-5 15,0 0-2-15,1 0 27 16,0 1 18-16,0-3-23 0,-1-2-22 15,3 0-12-15,2-4-8 16,-2-2-8-16,2-2-7 16,0-4 0-16,0-1 1 15,0-1-2-15,0-2 0 16,0-2 0-16,0-2 0 16,0-2 1-16,0-2-1 15,0-4 0-15,0 2 0 16,0-2-1-16,0-1 0 0,4 0 0 15,1-1 0-15,-3-2 1 16,2 2-1-16,0-4 1 16,-2 3-1-16,1-3 0 15,-3-2 1-15,0 2 0 16,0-2-1-16,0 2 0 16,0 0 1-16,0 0-1 15,0 0 0-15,0 2 1 16,0 0 0-16,0-2 0 15,0 2 0-15,0-2 0 0,0 0 0 16,0-1 0 0,0-2 0-16,0 3 0 0,0-1 0 15,0 1-9 1,0 0 3-16,0 0 6 0,0 0-1 16,0-2 0-1,0 2-11-15,0-4 10 0,0 2 2 16,0 0-6-16,0-2-12 15,0 2-1-15,0 0 5 16,0 2-5 0,-5 2-3-16,1-2 4 0,-5 0 4 15,5 0 8-15,-3-1-9 16,4-2 14-16,-1-1-7 0,2-3 7 16,0-1 0-1,0-1 1-15,0-3 0 0,-1 2-9 16,1-2 8-1,2 1 0-15,-2-3-4 0,2 0 4 16,-2-4 1 0,2 1 0-16,0-1 9 15,0 0 10-15,0 0-7 16,0 0 12-16,0 0-16 0,0 0 9 16,0 0 6-16,2 0-1 15,20 3-7-15,9-1 0 16,7-1-3-16,0 2-4 15,0-2-8-15,-5 3-34 0,-13 1-186 16,-7-5-445-16</inkml:trace>
  <inkml:trace contextRef="#ctx1" brushRef="#br0" timeOffset="30278.26">23682 1769 1706 0,'0'0'521'0,"0"0"-243"0,0 0 16 0,0 0-151 0,0 0-77 0,0 0-36 15,0 0-18 1,116-13-11-16,-70 8-1 0,14-2-42 15,-12 1-317 1,-13 1-540-16</inkml:trace>
  <inkml:trace contextRef="#ctx1" brushRef="#br0" timeOffset="31462.23">24210 2216 1452 0,'0'0'247'0,"0"0"79"0,0 0-98 0,0 0 302 0,0 0-503 0,0 0 72 15,0 0-8 1,35 0-52-16,-15 1 3 0,3 10-15 15,1 0-18 1,0 3-8-16,-1 3-1 0,0-1-11 16,-4 0-65-16,-1-4-164 15,7-8-223-15,-8-4-199 16,-1 0-908-16</inkml:trace>
  <inkml:trace contextRef="#ctx1" brushRef="#br0" timeOffset="31798.62">24720 1746 844 0,'0'0'1166'0,"0"0"-1137"16,0 0 55 0,0 0 106-16,0 0-163 0,0 0-18 15,0 0 86 1,-41 91 31-16,20-33-16 0,-4 6 9 16,0 0-44-16,3 0-41 15,0-7-20-15,4-7-8 0,3-10-6 16,3-8-12-1,8-9-115-15,4-12-71 0,0-7-170 16,0-4-309-16</inkml:trace>
  <inkml:trace contextRef="#ctx1" brushRef="#br0" timeOffset="32367.69">24806 1783 651 0,'0'0'397'0,"0"0"539"0,0 0-836 0,0 0 126 15,0 0-26-15,0 0-145 0,0 0-16 0,50-21 51 32,-30 15-51-32,5 1-13 0,3-2 3 0,6 3-8 15,6 0-6 1,4 4-1-16,3 0-5 0,7 0-3 0,6 0-5 31,9 0 0-31,13 0 8 0,25 0 18 0,-2 0-11 31,2-3-7-31,2-2-1 16,-20 3-8-16,5-2 0 16,-12 2 0-16,-11 2-1 15,-15 0 0-15,-12 0 0 16,-9 0-22-16,-14 0-71 0,-7 0-114 16,-14 0-148-1,0-4-269-15,0-4-137 0</inkml:trace>
  <inkml:trace contextRef="#ctx1" brushRef="#br0" timeOffset="34336.85">25172 2045 1018 0,'0'0'223'16,"0"0"60"-16,0 0-62 0,0 0-99 0,0 0-68 0,0 0-38 15,0 0-9-15,16-14 312 16,-16 14-227-16,0 0-34 16,0-2 71-16,0 0-80 0,0 2-37 15,0 0-10-15,0 0-2 16,0 0-1-16,0 0-5 15,0 0 4-15,0 0-8 16,0 0 1-16,0 0 7 16,0 0 1-16,0 0-6 15,0 0-8-15,0 0-7 16,0 0 7-16,0 0 14 16,0 0 0-16,0 0 1 15,0 0 7-15,0 0 5 16,0 0 19-16,0 0 13 15,0-2 23-15,0 2 7 0,0 0-4 16,0-2-17 0,0 0-28-16,-7 0-13 0,-9 0-12 15,-6 2-14 1,-9 0-8-16,-11 2 22 0,-2 16 15 16,-6 8 21-1,3 8 9-15,7 2-9 0,11 2-5 0,12-2-7 16,13-1-5-1,4-7-10-15,10-2 0 0,21-6 6 16,11-8-5 0,6-4-10-16,4-8-29 15,2 0-38-15,-2-6-51 0,-1-12-22 16,-4-2-12 0,-5-2-9-16,-8 1 65 0,-10 3 57 15,-8 4 39 1,-8 4 49-16,-8 6 68 0,0 4-44 0,0 0-63 15,0 0-1 1,-10 14-3-16,3 4 18 0,2 0-5 16,5-1-5-1,0-3-14-15,2-4 23 0,14-2 2 16,2-4 2 0,2-4-11-16,-4 0-16 0,-3-2-21 15,-5-13-18 1,-8 0-32-16,0-6-11 0,-2 2 2 15,-17 1 16 1,-6 0 48-16,2 5 16 0,8 8 84 0,4 1 2 16,8 1-25-1,3 3-25-15,0 0-30 16,23 0-5-16,6 0 8 16,11 0-9-16,5 0-16 15,1-2-29-15,-1-7-8 0,-3-8-16 16,-4-1 12-1,-7-4 6-15,-2-4 24 0,-8 0 20 16,-9 0 7 0,-2 4 29-16,-10 4 60 0,0 4 27 15,0 8-18 1,0 4-57-16,-2 2-24 0,-3 0-16 0,-2 18-1 31,5 10 15-31,0 6 27 0,0 8-6 0,0 4-2 31,-1 1-20-31,-1-3-2 0,-6-4 7 0,2-8 9 16,-1-8-8 0,-3-6-10-16,2-4-10 0,-3-8-67 0,1-6-169 31,3-6-406-31,5-10-417 16</inkml:trace>
  <inkml:trace contextRef="#ctx1" brushRef="#br0" timeOffset="34714.01">25812 2099 1418 0,'0'0'178'0,"0"0"-43"0,0 0-97 0,0 0 536 0,0 0-518 0,0 0-16 15,10 121 97-15,-10-85-66 16,-2 0-29-16,0-6 3 15,2-6 8-15,0-6-30 16,0-8-4-16,0-8 16 16,10-2 0-16,3 0-35 15,3-14-31-15,-1-12-118 16,1-8-40-16,-5-6-133 16,-3-2 49-16,-1 2 113 15,-4 8 160-15,-3 14 112 0,0 9 11 16,0 9-18-1,0 5 133-15,-10 17-162 0,2 3 46 16,5 5-47-16,3 2-27 16,0-1-21-16,7-5-8 15,13-2-19 1,27-6-125-16,-7-8-208 0,2-6-265 0</inkml:trace>
  <inkml:trace contextRef="#ctx1" brushRef="#br0" timeOffset="35408.51">26431 2228 1416 0,'0'0'230'0,"0"0"26"0,0 0 434 0,0 0-490 0,0 0-131 0,0 0 56 16,0 0-87-1,64 2-29 1,-35-2-9-16,-2 0 0 15,4 0-118-15,-6-4-349 16,-2-2-166-16</inkml:trace>
  <inkml:trace contextRef="#ctx1" brushRef="#br0" timeOffset="35791.68">26902 2220 1232 0,'0'0'219'0,"0"0"-102"16,0 0-117-16,0 0-8 15,0 0-7-15,0 0 15 16,44-129 39-1,-29 99 32-15,1 0-40 0,-1 2-2 0,1 0 75 16,-1 4 366 0,-1 5-231-16,-5 4-159 0,-5 7 89 15,-2 4-75 1,-2 4-81-16,0 0-13 16,0 8-9-16,0 18 9 15,0 10 61-15,0 8-37 16,0 8-3-16,0 4-21 15,0 1-55-15,-2 3-182 16,2-15-472-16,-2-12-425 0</inkml:trace>
  <inkml:trace contextRef="#ctx1" brushRef="#br0" timeOffset="38495.37">24486 2709 527 0,'0'0'752'15,"0"0"-549"-15,0 0 151 0,0 0-183 0,0 0 44 0,0 0-42 16,0 0-73-16,-17-14-50 0,17 14 283 15,0 0-230 1,0 0-67-16,0-2 16 0,0 2-24 16,2 0-20-1,13-2-8-15,5 0 0 0,9 0-1 16,5 2 0-16,1 0 0 16,7 0-5-16,5 0 5 15,2 0 0-15,7 0-17 16,4 0-8-16,4 0-21 15,5 0-12-15,3 0 20 16,1 0-5-16,2 0-24 0,-5 0 25 16,-1 0 24-1,-2 0-7-15,-2 0-18 16,-5 0-7-16,0-2 12 16,-4 2 7-16,-5-3 11 15,0 2 10-15,-4-1 0 0,1-2 9 16,-7 2 1-16,4 0-5 15,-2 0-5-15,1-3 10 0,-1 2-46 16,1-1 16 0,-4 0 16-16,0-3 13 0,-2 3 1 15,0 1 0 1,-1 1 1-16,-1 2-7 0,0-2 7 16,0 2 0-1,-1 0 0-15,1-3 8 0,4 3-8 16,-2-1 1-1,2 1 1-15,0 0-1 0,-3 0 0 0,0 0 10 32,-2 0 3-32,-1 0 1 0,1 0-7 15,-1 0-7-15,-3 1 0 16,-2 4 0-16,-2-1 5 0,-3-3-5 16,-4 2-1-1,0-2 1-15,1-1 6 16,0 0 2-16,2 0-2 15,-1 0 7-15,3 0-5 16,-3 3-8-16,-2 1-1 0,0-2 0 16,-5 2 0-1,-1-2 0-15,-7 0 0 0,-3-2-2 16,-4 0-50 0,0 0-41-16,0 0-99 0,0 0 24 0,-2-6-356 15</inkml:trace>
  <inkml:trace contextRef="#ctx1" brushRef="#br0" timeOffset="39810.71">24330 1724 1200 0,'0'0'176'0,"0"0"4"0,0 0-123 0,0 0 251 0,0 0-48 15,0 0-172-15,0 0 94 16,-15 4-34-16,15-4-78 0,0 0 47 16,0-2-49-1,0-6-40-15,2 0-3 0,5 4-13 0,1-2-7 32,3 0-5-32,3 2 0 0,-3 2-9 15,0 0 9-15,-4 2-15 16,-5 0-11-1,-2 14-9-15,0 8 35 0,-4 7 14 16,-12-4 30-16,1 1-3 16,1-4-31-1,3-5 1-15,7-7-11 0,4-5 1 16,0-1-1-16,0-1-18 16,15 1 9-16,5-2 9 15,0 2 1-15,-2 0-1 0,-4 4 0 0,-8 3-7 31,-4 7-18-31,-2 7 0 16,0 7 1-16,-18 10 3 16,-20 16-124-16,7-6-164 15,2-12-382-15</inkml:trace>
  <inkml:trace contextRef="#ctx1" brushRef="#br0" timeOffset="40866.31">25527 3128 451 0,'0'0'496'0,"0"0"-318"0,0 0 103 0,0 0-92 0,0 0-22 16,0 0-34-16,0 0-43 0,0 2-44 15,0-2-21 1,0 0 142-16,0 0 141 0,0 0-251 15,0 0-30 1,13 0 4-16,3 4-30 0,-1 4-1 16,1 6-1-1,-5 8 1-15,-5 6 6 0,-4 4 5 0,-2 4 8 32,0 3 2-32,0-3 0 0,-11-3 21 0,1-2-10 15,-4-7 7 1,3-2-9-16,0-8-18 15,6-4-6-15,1-6 4 16,4-4-10-16,0 0 0 16,0-2 0-16,16-20-55 0,6-12-102 15,4-10-68 1,3-7-72-16,-2 1 30 16,-2 6 201-16,-7 12 66 15,-9 12 151-15,-9 12-44 0,0 8-82 16,0 0-24-16,-17 10 307 15,0 14-157-15,1 4-115 0,8 4 50 32,5 0-21-32,3 3-30 0,0-3-9 0,19-6-2 31,0-4-17-31,6-4-7 16,2-8-148-16,10-10-133 0,-6 0-292 15,-4 0-490-15</inkml:trace>
  <inkml:trace contextRef="#ctx1" brushRef="#br0" timeOffset="41389.21">25950 2963 765 0,'0'0'645'0,"0"0"-453"0,0 0-65 0,0 0 432 0,0 0-445 0,0 0 0 15,0 0 14 1,-24 4-46-16,34-4-65 0,4-1-17 16,-1 1-7-16,-4 0-11 15,-2 0 3-15,-7 14-10 16,0 8 25-16,-9 4 18 15,-13 3 46-15,-3 2 66 16,-2-5-27-16,9-8-31 16,5-6-21-16,11-4-27 0,2-4-2 15,0-4 8 1,25 0-16-16,10 0-14 0,5 0-3 16,4 0-51-1,-1 0-58-15,-7-8-117 0,-9 0-229 16,-7 2-150-16,-11 0-248 0</inkml:trace>
  <inkml:trace contextRef="#ctx1" brushRef="#br0" timeOffset="42654.78">27565 2709 553 0,'0'0'1050'0,"0"0"-930"0,0 0 108 0,0 0 79 0,0 0-95 0,0 0-29 16,0 0 46-1,4-6-129-15,15 0-64 0,2-2-26 16,6 1 1-16,6 4-11 16,2-1-1-16,2 2-6 15,-1 2 5-15,-1 0-44 16,-1 0-92-16,6 0-80 0,-6 0-248 15,-10 0-239-15</inkml:trace>
  <inkml:trace contextRef="#ctx1" brushRef="#br0" timeOffset="42928.65">27833 2486 1069 0,'0'0'371'0,"0"0"847"0,0 0-1218 0,0 0 0 16,0 0 2-1,0 0 54-15,-29 105 1 0,17-59 13 16,1 6-38-16,3-2-32 15,1-2-32 1,2-4-113-16,3-2-137 0,2-14-263 16,0-10-566-16</inkml:trace>
  <inkml:trace contextRef="#ctx1" brushRef="#br0" timeOffset="44408.15">28677 2159 821 0,'0'0'1165'0,"0"0"-872"0,0 0-29 0,0 0 7 0,0 0-105 0,0 0-62 16,0 0-6-1,0-28-46-15,12 6-19 16,3-4-22-16,3-6-11 0,1-2 0 16,2-6-9-1,-4-2-2-15,1-2-8 0,-2-1-4 16,-1 5 2-16,-1 4 11 15,-3 8 4-15,-4 6 5 16,-3 8 1-16,-2 8 1 16,-2 4 9-16,2 2-2 0,-2 0-8 15,0 0-16 1,0 18-1-16,0 12 14 0,-4 15 3 16,-7 10 20-1,-5 6-14-15,3-1-5 16,-1 0 1-16,1-4-2 15,2-4-17-15,7 4-106 0,1-13-249 0,3-15-402 16</inkml:trace>
  <inkml:trace contextRef="#ctx1" brushRef="#br0" timeOffset="44728.61">29187 2087 1579 0,'0'0'852'0,"0"0"-656"0,0 0 101 0,0 0-164 0,0 0-104 0,0 0-16 15,0 0 22-15,109 0-34 16,-66 0-1-16,17 0-22 16,-11 0-279-16,-6 0-451 0</inkml:trace>
  <inkml:trace contextRef="#ctx1" brushRef="#br0" timeOffset="45048.48">29824 1935 1610 0,'0'0'646'0,"0"0"-400"0,0 0-139 16,0 0-47-16,0 0-26 15,0 0 9-15,0 0 5 16,99 66-14-16,-80-36-22 0,4 0-12 15,-5-2-27 1,4-2-111-16,-6-8-155 0,-3-7-396 16</inkml:trace>
  <inkml:trace contextRef="#ctx1" brushRef="#br0" timeOffset="45356.15">30435 1544 1835 0,'0'0'289'0,"0"0"-166"0,0 0 35 15,0 0-87-15,0 0-43 16,0 0 68-16,0 0 36 15,-92 106 15-15,59-50-29 0,2 7-33 16,2-4-43 0,2 0-21-16,3-5-14 0,2-8 1 15,1-8-8 1,6-6-77-16,1-8-162 0,6-6-123 16,1-12-397-16</inkml:trace>
  <inkml:trace contextRef="#ctx1" brushRef="#br0" timeOffset="45889.2">30426 1598 1311 0,'0'0'590'0,"0"0"-398"0,0 0 58 0,0 0-66 0,0 0-59 0,0 0 0 0,0 0-7 16,67-52-33-1,-47 45-10-15,5 2-23 16,6 1-10-16,5 0-3 16,3 2-4-16,9 2-17 15,4-3-11-15,9 3 1 0,5-1-7 16,2-1 1-1,1 0-1-15,2 2-1 0,-2 0 1 16,0 0-1 0,-2 0 0-16,-7 0 1 0,-7 0-1 0,-8 0 0 15,-7 2 0 1,-9 0-1-16,-9-2 0 0,-9 0-14 16,-9 0-20-1,-2 0-46-15,-6 0-143 0,-15 0-261 16,4 0-361-16</inkml:trace>
  <inkml:trace contextRef="#ctx1" brushRef="#br0" timeOffset="47676.32">30783 1814 1159 0,'0'0'779'0,"0"0"-483"15,0 0 12-15,0 0-26 0,0 0-121 0,0 0-56 0,0 0-35 16,-18-50-28 0,-1 50-22-16,-6 0-14 0,-10 6 4 0,-2 12-2 15,-1 8 14 1,0 5 2-16,5 1-4 0,4 4-4 15,6-2-3 1,7 0-1-16,8-4-10 16,8-6 5-16,0-2-6 0,0-6-1 15,20 0-8 1,5-8-3-16,6-2 2 16,4-6-17-16,1 0-21 15,2-10-17-15,-3-8-32 0,-4-4 2 16,-4 2 23-16,-9 4 50 0,-7 4 21 15,-9 6 57-15,-2 2 15 16,0 4-26 0,0 0-32-1,0 0-13-15,0 8 0 16,-4 4 14-16,2 2-2 16,2 0-1-16,0-2-11 0,0-2 12 15,13-2-1-15,7-4-6 16,3-4-6-16,4 0-1 15,-4 0-37-15,2-14-4 16,-9-4-6-16,-5-4-25 16,-7-2 15-16,-4-2 46 15,0 4 12-15,-13 3 12 16,-7 8 19-16,1 3-5 16,-2 4 4-16,3 4-6 0,7 0-4 15,5 0-3-15,3 0-10 16,3 0 4-16,0 5-4 15,0 4 7-15,16 0-1 16,4-2-2-16,7-3-10 16,0-2 13-16,2-2 1 15,-3 0-8-15,0-4-7 16,1-10-7-16,-4-4-17 16,-4-2-2-16,0-2 7 15,-7 1 7-15,0 3 4 0,-5 4 8 16,-3 5 1-16,-4 5 13 15,0 4-1 1,0 0-13-16,0 0-14 0,0 13-4 16,0 7 12-16,0 10 6 15,0 7 16-15,0 1 5 16,0 2 3-16,0-4-9 16,-6-6 3-1,-3-4-6-15,-3-6 8 0,-3-6-14 0,-3-6 9 16,-2-2-15-1,0-2-21-15,4-4-87 0,3 0-176 16,7-2-282 0,6-14-575-16</inkml:trace>
  <inkml:trace contextRef="#ctx1" brushRef="#br0" timeOffset="48132.65">31220 1932 1262 0,'0'0'624'0,"0"0"-416"0,0 0 27 16,0 0-38-16,0 0-73 0,0 0-78 16,0 0-28-16,37 21 24 0,-37 7 68 15,0 4-13-15,-6 2-12 16,-6-2-23-16,3-2-22 0,1-6 1 31,1-6-25-31,4-6-5 0,1-4-10 0,2-6 9 31,0-2 14-31,0 0 0 0,7-6-24 0,11-13-10 16,4-14-53 0,5-5-36-1,-2-4-122-15,-2 2 9 0,-2 6 93 16,-5 10 76-16,-10 10 43 15,-1 10 74-15,-5 4 31 16,0 2-62-16,0 16 40 16,-9 8 37-16,-1 2-36 0,6 0-22 15,4 0-14-15,0-4-24 0,0 0-13 16,16-4-2 0,1 0-9-16,2-4-18 15,5-3-109 1,-4-3-345-16,-4-6-519 0</inkml:trace>
  <inkml:trace contextRef="#ctx1" brushRef="#br0" timeOffset="49875.14">28699 2569 766 0,'0'0'227'0,"0"0"77"16,0 0-184-16,0 0-50 0,0 0-13 0,0 0 173 16,0 0 534-16,0 0-702 15,0 0 32-15,0 0 78 16,5 0-105-16,11 0-46 15,5-3-15-15,6 0-6 16,7-1 0-16,3 0 0 0,4 0 1 16,5-1-1-16,4 3-1 15,1 2 1-15,-4-2 0 16,0 2 0-16,-1 0 0 16,-1 0-1-16,-1 0-12 15,6 0 12-15,-2 0 1 16,4 0-11-16,4 2 11 15,-1-2 0-15,3 0 0 16,2 0-1-16,-2 0 1 0,-4 0-2 16,-3 0-8-1,-5 0 9-15,-4 0 0 16,-1 0-1-16,-3 0 1 16,-3 0 0-16,3 0 0 0,1 0 1 15,-4 0 1-15,3 0-1 16,-1 0-1-16,-1 0 1 15,3 0 0-15,-6 0 0 16,2 0 0-16,1 0 0 16,-1 0 0-16,1 0 0 15,2 0 1-15,0 0-1 16,0 0 0-16,-3 0 0 16,1 0 0-16,-5 0 1 0,0-2-1 15,-2 1 0-15,0 1 1 16,0 0-1-16,0 0 0 15,5 0 0-15,-1 0 0 16,0 0-1 0,1 0 1-16,-3 0 0 0,0 0 0 15,-4 0-6-15,-5 0 6 16,-1 0 1 0,-4 0 0-16,1 0-1 0,-1 0 0 15,2 0 1-15,1 0-1 16,2 0 0-16,-2 0 0 0,3 0 0 15,-6 0 0 1,1 1 0-16,-5-1 0 0,1 0-1 16,-5 0 1-1,1 0 0-15,0 0-73 0,-1 0-103 16,1 0-46-16,2 0-40 16,-3 0-34-16,-3 0-24 15,-1 0 52-15,-5 0-237 0</inkml:trace>
  <inkml:trace contextRef="#ctx1" brushRef="#br0" timeOffset="50812.45">29595 2977 722 0,'0'0'172'0,"0"0"1061"16,0 0-1138-16,0 0-22 0,0 0 143 0,0 0-70 16,0 0-62-16,-11-7 35 15,18 4-65-15,8 2-38 0,1-2-15 16,1 3 0 0,1 0-1-16,-3 3-8 15,-1 11 8-15,-7 5-13 0,-3 3 13 16,-4 7 0-1,0 3 13-15,0 2 32 0,-11 2-12 16,-7 0-10-16,1-2-8 16,1 0-5-16,1-8-4 0,1-3-6 15,7-8 6-15,3-4-6 16,2-5 0-16,2-5 2 16,0-1 8-16,0 0 5 15,15-18-15-15,7-10-80 16,7-8-22-1,5-8-49-15,-3-4-22 0,-2 4-33 16,-6 6 87-16,-8 12 118 16,-8 12 1-16,-7 8 98 15,0 6 29-15,0 0-50 16,-14 6-11-16,-3 14 5 16,1 6 7-16,3 6 41 15,8 2-27-15,5 2-41 16,0 0-26-16,11-4 0 0,14-3-11 15,1-6-5 1,3-5-9-16,2-5-37 0,0-8-116 16,12-5-133-16,-9-1-231 15,-5-13-464-15</inkml:trace>
  <inkml:trace contextRef="#ctx1" brushRef="#br0" timeOffset="51349.42">30077 2847 1159 0,'0'0'374'0,"0"0"-198"0,0 0 32 0,0 0 68 0,0 0-121 0,0 0-26 32,0 0-59-32,19-2-57 0,-3 2-13 0,-5 6-13 31,-7 10 1-31,-4 6 12 0,0 5 27 0,-17 1 52 16,-8-2 54-1,-2-2 10-15,3-4-50 0,9-6-43 16,7-6-26-1,8-2-4-15,0-4 5 16,16-2-4-16,13 0-3 0,9 0-18 16,5 0-36-1,1 0-67-15,3-8-70 0,18-3-143 16,-13 6-276 0,-2-1-501-16</inkml:trace>
  <inkml:trace contextRef="#ctx1" brushRef="#br0" timeOffset="52834.08">31905 1788 1428 0,'0'0'329'0,"0"0"-181"0,0 0 13 0,0 0-17 0,0 0-63 0,0 0 4 15,0 0-7 1,9 0-12-16,3 0-20 16,-1 0-19-16,5 0-15 0,-1 0-5 15,3 0 30 1,-3 0-19-16,1 0-4 0,-3 0-13 16,-2 0 5-1,1 0-5-15,-4 3 1 0,-3-2-2 16,-1 1 2-16,0 0-2 15,-1 0 1-15,0 1-1 0,-1-2 0 32,-2 2-1-32,2-3 1 0,-2 0 0 0,0 1 6 15,0-1 11 1,0 0 5-16,0 0-4 0,0 3-6 16,0-2-3-1,0 3-6-15,0 5-2 16,0 1 17-16,0 6 0 15,-7 4 21-15,2 2 2 16,-1 6-2-16,-1 4-6 0,3 6-4 16,-3 2 2-1,0 6-3-15,0 0-5 0,1 4 4 16,0-1-3 0,-1-2-2-16,2 2-7 0,-2-5-3 0,1 2-4 31,-3-4-1-31,0 0-6 0,2-2 0 15,-4 0 0-15,3-4 1 16,-2 0-1-16,4 1 1 0,-1-5-2 16,3 0 1-1,2 0 0-15,2-4 1 0,0 2-1 16,0-4-1 0,0 2 0-16,0-2 0 0,0 0 0 15,0 2 0 1,-2-1-8-16,-2-1 1 15,2-2 5-15,-2 0-5 0,0 0 6 16,-1-2 0 0,1 2 1-16,0-2 0 0,-2 0-1 15,2-2 1-15,0 2-1 16,2-2-8-16,-3 2 3 0,3-1-3 16,0-2 0-1,0 2-2-15,0-2 2 0,2 4 8 16,0-5 0-1,-5 2-8-15,2-2 7 0,1 0-8 0,0 0-4 32,0 0 8-32,2-2 0 15,0-2 6-15,-2 2-1 16,2-2 0-16,-3-2-1 0,3 0 1 0,-2-4 0 31,0 0-5-31,0 0 5 0,0-4-7 0,0 0 7 16,-5-2 2-1,-2 0 7-15,-7 2 46 16,-8 0 3-16,-12 2-30 16,-11 2-19-16,-9 2-8 15,-21 2-90-15,12 0-258 16,14-5-640-16</inkml:trace>
  <inkml:trace contextRef="#ctx1" brushRef="#br0" timeOffset="58600.78">1599 5877 1169 0,'0'0'607'0,"0"0"-413"0,0 0 60 16,0 0-4-16,0 0-83 0,0 0-36 15,5-42-7-15,-5 38-37 16,2 0-36-16,-2 4-11 16,0-2-22-16,0 2 6 15,0 0 13-15,0 0 4 0,0 0-17 16,0 0-8-16,0 0-7 16,0 0-8-16,0 0-1 15,0 12-21-15,0 10 13 16,2 10 8-16,0 8 7 15,0 4-6-15,0 1-1 16,-2 1 8-16,0-6-7 16,0-4 0-16,0-6-1 0,0-8-1 15,0-4-31 1,0-8-16-16,0-4-9 16,0-2 12-16,0-4 5 15,0 0 22-15,0 0 17 0,-2-6-13 16,-2-8-3-1,-3-4 17-15,5 0 0 0,2-2-12 16,0 0-31 0,0 0-77-16,13 4 16 0,1 0 27 15,1 2 19-15,1 4 29 16,-1 0 28-16,-1 3 0 16,-3 3-5-16,-4 3 6 15,0 1 10 1,-5 0 5-16,-2 0 0 0,0 0-6 15,0 5 10-15,-9 8 19 16,-11 5 0-16,-7 0-23 0,-4 0-13 16,0 0 3-1,-2-4-5-15,-1-4-19 0,1-4-16 16,-1-6-29-16,2 0-34 16,7 0-50-16,0-16-23 15,7-4 84 1,7-5 17-16,9 2 67 0,2 3 3 0,0 1 101 15,6 8 82 1,12 1-2-16,2 6-60 16,2 4-28-16,5 0 8 15,2 0-41-15,5 14-23 0,3 5-37 16,15 10-4 0,-8-5-214-16,-4-8-489 15</inkml:trace>
  <inkml:trace contextRef="#ctx1" brushRef="#br0" timeOffset="59943.85">2287 6368 742 0,'0'0'1266'0,"0"0"-1019"0,0 0-129 0,0 0-23 16,0 0-56-16,0 0-29 0,154-140-8 16,-107 96-2-16,0-4 2 15,-2-2 6-15,-5-1-8 0,-7-3-73 16,-6-4 15 0,-5 2 24-16,-7-2 24 0,-5 2 10 15,-3 6 16-15,-5 6 77 16,-2 12-11-1,0 7-13-15,0 15-31 0,0 9-24 16,-14 1-14 0,-1 8-17-16,-6 20 17 0,2 12 8 15,-2 11 30-15,3 8 21 16,7 5 9-16,5 0-15 0,6-2-15 16,0-4-5-1,2-5-12-15,19-11-9 16,0-10 0-16,4-8-1 15,0-10-11-15,-1-10-2 0,-2-4-19 0,0 0-25 32,-1-12-50-32,-2-10-29 0,-1-6 18 0,1-2-24 31,-6 0 19-31,-5 4 64 0,-1 8 48 16,-2 6 78-16,-5 6 68 15,0 6-47-15,0 0-60 0,0 6-39 16,0 12 25-1,0 5-14-15,0 4-2 16,0-1-9-16,0-2 0 16,0-2-130-16,0-6-329 15,0-8-329-15</inkml:trace>
  <inkml:trace contextRef="#ctx1" brushRef="#br0" timeOffset="60386.7">3050 6028 1324 0,'0'0'260'0,"0"0"-18"0,0 0-53 16,0 0-5-16,0 0 5 0,-21 102-60 16,19-92-74-16,2-6-35 15,0-4-8-15,0 0 16 16,4 0 24-16,8-14-43 15,3-8-9-15,1-4-38 16,2 0 8-16,0 2 15 16,0 6 5-16,-3 6 2 15,-4 7 8-15,1 5 12 16,-4 0 10-16,-1 14 20 0,-3 7 25 16,1-1 18-16,-2-4-27 15,-1-5-37-15,0-2-6 16,0-7-3-1,2-2 19-15,5 0 17 0,7-15-48 16,4-6-56-16,4-4 8 16,1 3-5-16,0 3 27 15,-5 8 26-15,-3 8 27 16,-3 3-7-16,-3 1-20 16,-2 23-7-16,-3 11 0 15,-4 6 6-15,-2 26-47 16,0-11-235-16,-8-10-484 0</inkml:trace>
  <inkml:trace contextRef="#ctx1" brushRef="#br0" timeOffset="61131.87">2399 6671 1149 0,'0'0'380'0,"0"0"-134"0,0 0-63 0,0 0-75 0,0 0-30 15,0 0-10 1,0 0 12-16,58-54-3 0,-43 50-15 16,4 4-16-1,-6 0-35-15,-2 4 5 0,-4 16-6 16,-3 6 42-1,-4 6 11-15,0 2 11 16,0 1-21-16,-11-2-10 0,2-2-1 16,0-7-30-1,3-6-3-15,3-8-8 16,3-6 0-16,0-4-1 16,0-4 0-16,13-20-63 0,6-12-92 0,-2-6-65 15,1-7-94 1,-3 4-165-16,-5 6 308 0,-6 11 171 15,-4 12 272 1,0 10-63-16,0 6-132 16,-6 6 3-16,-6 16 84 15,3 8-22-15,3 2-35 0,6 3-45 16,0-2-27 0,2-2-7-16,15-4-18 0,6-6-10 15,1-11-104 1,12-10-102-16,-7 0-289 15,-4-10-1243-15</inkml:trace>
  <inkml:trace contextRef="#ctx1" brushRef="#br0" timeOffset="61446.85">2715 6587 1785 0,'0'0'359'0,"0"0"-232"0,0 0-64 0,0 0-46 0,0 0-10 16,0 0-6-16,132 0 15 16,-94 0-14-16,0 0-2 15,-3 0-38-15,-6 0-70 16,-4 0 70-16,-8 0 17 16,-5-6 9-16,-8 0 11 15,-4-2-37-15,0 0 4 16,0 0 34-16,0 2 12 15,-8 0 44-15,0 2-21 16,0 2-35-16,1 2 0 0,1 0-82 16,-4 0-126-16,1 0-176 15,3 2-427-15</inkml:trace>
  <inkml:trace contextRef="#ctx1" brushRef="#br0" timeOffset="61731.7">2983 6475 1696 0,'0'0'509'15,"0"0"-258"-15,0 0-102 0,0 0-98 16,0 0-42-16,0 0 0 16,0 0 29-16,52 28-9 15,-29-10-17-15,0 2-5 16,2-2-5-16,-6 0 7 15,-3 0 28-15,-5 0-10 16,-11 2 12-16,0 2 5 16,-4 7 40-16,-19 2-15 0,-3 3-33 15,-1 1-30 1,5-8-6-16,9-6-96 0,13-10-180 16,4-11-65-16,21 0-134 15,1-14-661-15</inkml:trace>
  <inkml:trace contextRef="#ctx1" brushRef="#br0" timeOffset="61999.13">3337 6545 1187 0,'0'0'1077'0,"0"0"-825"16,0 0-121-16,0 0-95 0,0 0 15 16,0 0 91-1,0 0-12-15,-24 120-47 0,26-88-38 16,22-5-22-1,10-8-11-15,6-10-4 16,4-9-7-16,1-3 5 0,-7-19-6 16,-7-6-21-1,-13-4-7-15,-11-2-19 16,-7 4-23-16,-12 2-75 16,-17 6 14-16,-4 6 31 0,-11 12-56 0,6 2-220 15,11 2-944 1</inkml:trace>
  <inkml:trace contextRef="#ctx1" brushRef="#br0" timeOffset="63632.74">4302 5873 1031 0,'0'0'678'0,"0"0"-422"0,0 0 53 0,0 0-88 0,0 0-13 15,0 0 10-15,0 0-77 16,-12-18-51-16,12 18-44 0,12 0-25 16,8 2-9-16,6 10-10 15,3 6 5-15,3 2-7 16,-3 2 0-16,0-2 0 16,-2-2-16-16,-3 0-35 15,-2-6-76-15,7-3-183 16,-7-5-258-16,-5-4-364 0</inkml:trace>
  <inkml:trace contextRef="#ctx1" brushRef="#br0" timeOffset="63986.75">4915 5336 1285 0,'0'0'251'0,"0"0"20"0,0 0-88 16,0 0-24-16,-107 126 28 15,75-72 0-15,3 8-26 16,-2 5-7-16,0-3-60 16,2-6-46-16,2-8-30 15,6-8-17-15,2-10-1 16,6-10 0-16,4-6-89 16,-2-8-97-16,4-6-128 15,3-2-310-15</inkml:trace>
  <inkml:trace contextRef="#ctx1" brushRef="#br0" timeOffset="64599.73">4968 5382 1185 0,'0'0'391'0,"0"0"-181"0,0 0-51 16,0 0-64-16,0 0 32 16,0 0-28-1,0 0-21-15,27-24-27 0,0 18-5 16,6 0-9 0,4 2-14-16,9 0 16 0,7 2 1 15,8-2-7-15,10 0-5 16,10-2 74-16,11-2-34 0,7-2-36 15,3-2-14 1,-2-2-3-16,-2 2-14 0,-11-2 7 16,-7 4-8-1,-15-3 0-15,-16 5-12 0,-15 3-78 0,-26-4-86 32,-6 4-171-32,-2-4-502 0</inkml:trace>
  <inkml:trace contextRef="#ctx1" brushRef="#br0" timeOffset="65462.14">4326 5444 1234 0,'0'0'489'0,"0"0"-281"0,0 0 26 0,0 0-68 0,0 0-46 0,0 0-22 15,0 0-19-15,3-36-11 16,-3 32-21-16,0 0-13 0,0-2-12 15,0-2-1 1,0 0-1-16,7-2 5 0,3-2-13 16,6 2-12-1,2 0 0-15,2 2-6 16,-3 4 0-16,-1 4 5 0,-5 0-5 16,-3 5 6-1,-4 16 0-15,-4 5 28 0,0 2 32 16,0 2-2-16,-14 0 11 15,1-4-33-15,1-4-18 0,2-4-12 16,1-7 0 0,2-6-5-16,7-1-1 0,0-4-11 15,0 0-4 1,0 0-15-16,18-9-40 0,4-4-127 16,3 3 66-1,2 6 37-15,-3 4 55 0,-2 0 27 16,-6 8 12-1,-7 12-1-15,-9 6 1 0,0 5 37 16,-18 1 15-16,-11 1-1 16,-5 0-22-1,1-1-29-15,0 4-68 0,8-10-243 16,8-6-499-16</inkml:trace>
  <inkml:trace contextRef="#ctx1" brushRef="#br0" timeOffset="66430.03">5414 5490 1172 0,'0'0'638'0,"0"0"-419"0,0 0 32 0,0 0-121 0,0 0-64 0,0 0-5 0,0 0 13 15,-112 34-8 1,77 2 50 0,1 4-31-16,3 5-21 0,4-4-8 15,7-2 5-15,7-5-15 16,6-8-20-16,7-6-5 15,0-4-11-15,0-4-1 16,11-6 2-16,10-4-11 16,3-2-8-16,4 0-22 15,1-14-12-15,-4-2-40 16,-2 0 0-16,-8 4 1 16,-6 4 54-16,-6 4 27 15,-3 2 24-15,0 2 16 16,0 0-31-16,-7 2-9 0,-5 12 27 15,4 2 6 1,-1 2-6-16,5-2-6 0,4-2-3 16,0-2 1-16,0-4-1 15,13-6 0-15,5-2-4 16,6 0-2-16,-2 0-12 16,3-14 0-16,-6-4-20 15,-5-4-20-15,-5 0-26 16,-7-2 32-16,-2 2 13 0,0 4 21 15,-13 5 16 1,-3 8 11-16,3 3-3 0,2 2 2 16,4 0 0-16,5 0-17 15,2 0-7 1,0 6 10-16,9 0 0 0,11-2 0 16,2-4-12-16,5 0-14 15,2 0-44-15,-4-6-41 16,-4-11 1-16,-2-5-17 15,-4-1 2-15,-6-1 7 0,-2-1 66 16,-3 6 40 0,-2 5 89-16,-2 5 36 0,2 9-43 15,1 0-82 1,-1 5-22-16,2 17 14 0,-2 10 8 16,4 8 39-1,-4 4 12-15,-2 0-14 0,0-2-7 16,0-6-18-16,0-4 0 15,2-8-12-15,2-8-92 16,0-10-124-16,1-6-356 16,-1 0-374-16</inkml:trace>
  <inkml:trace contextRef="#ctx1" brushRef="#br0" timeOffset="66796.95">5844 5673 1363 0,'0'0'228'0,"0"0"-104"0,0 0 35 0,0 0 32 0,0 0 63 15,0 0-8-15,-23 132-26 0,13-100-75 16,0-6-68-16,8-6-47 0,2-8-11 31,0-8-4-31,0-4 12 0,9 0-18 0,4-10-9 31,3-12-108-31,-5-4-123 0,-2-4 10 16,-5-4-64-16,-4 2 22 16,0 4 109-16,0 8 154 0,0 9 284 15,0 11-63 1,0 0-158-16,0 11-26 16,0 9 62-16,0 6 5 0,0 2 15 15,12 0-53 1,1-2-42-16,7 0-24 0,5-2-51 15,-1-6-133-15,17 0-89 16,-8-4-269-16,-2-5-1068 0</inkml:trace>
  <inkml:trace contextRef="#ctx1" brushRef="#br0" timeOffset="67327.92">6831 5773 901 0,'0'0'1169'0,"0"0"-832"0,0 0 34 0,0 0-140 0,0 0-141 0,0 0-48 15,0 0-11 1,100-6-16-16,-56-2-15 0,5 0-18 16,20-8-205-1,-13 4-441-15,-4 0-876 0</inkml:trace>
  <inkml:trace contextRef="#ctx1" brushRef="#br0" timeOffset="67581.53">7473 5709 453 0,'0'0'1736'0,"0"0"-1536"0,0 0-200 0,0 0-37 16,2-105-204-1,-2 65 159-15,0-2 82 0,0 2 135 16,0 2 37 0,0 6-82-16,0 6-30 15,0 6 53-15,0 10 145 0,2 4-66 16,0 6-100-1,3 0-92-15,-1 20-8 0,0 14-1 16,-2 12 9-16,4 14 0 0,-6 7 0 16,0 5 0-1,0 18-134-15,-3-18-403 16,-8-16-603-16</inkml:trace>
  <inkml:trace contextRef="#ctx1" brushRef="#br0" timeOffset="68695.67">4540 6364 1023 0,'0'0'394'0,"0"0"-87"0,0 0-69 0,0 0-12 0,0 0-63 0,0 0-31 0,0 0-17 16,54-66-33-1,-36 59-35-15,3 2-24 0,8 1-8 16,8 2-3-16,7 2 2 16,8 0 0-16,6 0-1 15,4 0-2-15,5 0-1 16,6 4-1-16,5 3-9 15,4-4 11-15,5-1-2 0,5 0-3 16,-1-2-5 0,0 0 0-16,-1 0 0 15,-3 0 0-15,-6 0-1 16,0 0 1-16,-5 0-1 16,2 0 1-16,-5 0 0 0,3 0 0 15,2-2 1-15,-2-3 5 16,3 0-7-16,0 1 1 15,-1 0 0-15,-2 0-1 16,-3 2 0-16,1 0 0 16,-5 2 0-16,-3 0 0 15,1 0-1-15,-2 0 1 0,0 0-1 16,2 0 1-16,-3 0 1 16,1-6-1-16,-1 0 1 15,-6 0 0 1,-4-2 1-16,-10 0-1 0,-8 4-1 0,-14 0 1 31,-7 0-1-31,-9 4 0 0,-6 0-72 0,0 0-84 31,-25 0-75-31,-4 0-97 16,-4-2-916-16</inkml:trace>
  <inkml:trace contextRef="#ctx1" brushRef="#br0" timeOffset="69408.19">5659 6898 1311 0,'0'0'371'0,"0"0"-147"0,0 0 0 0,0 0-36 0,0 0-45 16,0 0-46-16,0 0-46 0,44-14-19 16,-21 14 9-16,1 0-7 15,-2 0-25-15,-2 6-9 16,-6 14 0-16,-3 6 1 15,-7 6 30-15,-4 6 11 16,0 0 22-16,-4 0 2 16,-7-3-20-16,0-7-17 15,2-9-16-15,5-5-7 16,1-10-5-16,3-4 12 0,0 0 6 16,5-18-19-1,12-14-128-15,1-8-35 0,0-8-112 16,-2-2-26-1,-3 6-6-15,-8 10 307 16,-5 14 25-16,0 12 207 0,-2 8-102 16,-17 0 2-16,3 16 18 15,1 8-40-15,7 6-1 16,5 4-3-16,3 2-15 16,5-2-40-16,19-1-20 0,8-8-12 15,5-5-19 1,3-6-29-16,0-8-127 0,7-6-175 15,-9-3-296 1,-7-12-1178-16</inkml:trace>
  <inkml:trace contextRef="#ctx1" brushRef="#br0" timeOffset="69875.53">6162 6689 1536 0,'0'0'395'0,"0"0"-115"0,0 0-82 0,0 0-67 16,0 0 12-16,0 0-6 0,0 0-55 0,18-34-35 16,2 32-36-1,-2 2-11-15,-1 0-9 0,-7 14-4 16,-8 10-5-1,-2 9 18-15,-12 0 69 16,-9 3 1-16,-2-4 6 0,5-5-41 16,7-9-10-1,11-8-13-15,0-4 3 0,18-6 2 16,18 0-17-16,16 0-33 16,36-6-105-16,-12-6-176 15,-7 0-497 1</inkml:trace>
  <inkml:trace contextRef="#ctx1" brushRef="#br0" timeOffset="72072.45">8259 6218 1640 0,'0'0'501'0,"0"0"-150"0,0 0 17 0,0 0-157 0,0 0-72 0,0 0-41 15,0 0-55 1,27-6-28-16,6-4-14 0,10 2-1 15,3 2-12 1,-2 2-49-16,-3 2-73 16,-10 2-195-16,-11 0-345 15,-11 0-633-15</inkml:trace>
  <inkml:trace contextRef="#ctx1" brushRef="#br0" timeOffset="72221.64">8271 6395 1681 0,'0'0'770'16,"0"0"-606"-16,0 0 73 0,0 0-155 0,0 0-61 15,0 0-21 1,124-13-10-16,-84 12-181 0,-2-2-419 0</inkml:trace>
  <inkml:trace contextRef="#ctx1" brushRef="#br0" timeOffset="73073.57">9032 6439 1413 0,'0'0'589'0,"0"0"-414"0,0 0 108 0,0 0-39 0,0 0-37 16,0 0-84-16,0 0-80 15,83-75-20-15,-41 35-22 16,5-6 0-16,1-6 6 16,4-4-6-16,-1-2-1 15,0-4-12-15,-4 0-23 0,-5-3-42 16,-8 3-29-1,-10 8 44-15,-8 8 62 16,-9 14 6-16,-7 14 60 0,0 10-3 16,-7 8-57-16,-15 1-6 15,-5 26-20-15,-2 11 20 16,2 10 33-16,3 12 15 16,6 8-2-16,4 4-22 15,8-1-12-15,6-5-3 0,0-8-3 16,4-10-4-1,16-14 7-15,3-8-9 16,4-12 0-16,2-10-9 0,2-4-25 16,0 0-60-1,-2-18-33-15,-3-10-9 0,-3-4 20 16,-5-2 41-16,-7 2 17 16,-3 6 58-16,-2 8 63 15,-6 10 90-15,0 8-25 16,0 0-102-16,0 10-7 15,0 12-7-15,-8 6 31 16,4 2-7-16,-1 0-18 16,3-1-18-16,2-6-27 0,0-9-230 15,0-6-407 1,0-8-1173-16</inkml:trace>
  <inkml:trace contextRef="#ctx1" brushRef="#br0" timeOffset="73503.85">9894 6154 1377 0,'0'0'372'0,"0"0"-85"0,0 0-35 0,0 0-30 16,-27 124-1-16,23-106-29 15,4-4-94-15,0-6-60 0,0-6-18 16,0-2-4-1,6 0 1-15,10-6-17 0,5-14-11 16,3-6-35-16,5-4-96 16,-3-2-13-1,1 4 68-15,0 8 36 0,-4 10 44 16,-8 10 7 0,-3 0 29-16,-6 14 10 0,-4 6 47 0,-2 2 35 15,0-4-27 1,0-4-55-16,0-8-30 0,0-4 15 15,5-2 6 1,13 0-30-16,8-20-30 0,10-2-124 16,4-2 17-1,4 0 56-15,1 6 47 0,-9 6 22 16,-5 10 6 0,-11 2 5-16,-9 6-17 0,-11 20 11 15,-4 28 5 1,-19-8-166-16,-6-2-393 0</inkml:trace>
  <inkml:trace contextRef="#ctx1" brushRef="#br0" timeOffset="74272.23">9239 6852 846 0,'0'0'813'0,"0"0"-628"0,0 0 41 0,0 0-69 0,0 0-92 0,0 0-47 16,0 0-5 0,67-70-4-16,-40 63 15 0,-2 7 10 15,-1 0-10-15,-7 0-14 16,-5 21 26-16,-5 3 5 15,-7 8 16-15,0 4 7 16,0 4 22-16,-10 0 7 16,-3-4-24-16,2-8-28 15,4-6-21-15,3-8-11 16,1-8-3-16,3-6 9 0,0 0-11 16,7-8-4-16,11-18-149 15,3-12-102-15,-2-6-212 16,1-4-34-16,-7 2-107 15,-1 7 562-15,-10 14 42 16,-2 13 540-16,0 12-270 16,-4 0-60-16,-12 12-32 15,5 12-1-15,2 6-31 16,4 2-33-16,5 2-19 16,0-4-41-16,14-2-15 15,9-4-24-15,0-8-14 0,6-6-72 16,12-10-121-1,-7 0-138-15,-5 0-372 0</inkml:trace>
  <inkml:trace contextRef="#ctx1" brushRef="#br0" timeOffset="74468.11">9671 6802 1625 0,'0'0'500'0,"0"0"-360"0,0 0 24 0,0 0-119 0,0 0-44 0,0 0 28 0,0 0 6 16,154 5-19-1,-114-2-16-15,12-3-100 0,-10 0-237 16,-9 0-392-16</inkml:trace>
  <inkml:trace contextRef="#ctx1" brushRef="#br0" timeOffset="74736.75">10008 6671 472 0,'0'0'1321'0,"0"0"-1041"16,0 0 5-16,0 0-192 0,0 0-76 16,0 0-16-1,0 0 43-15,58 32-1 0,-33-8-18 16,-2 2-16-16,-2 5-3 15,-7 3-6-15,-6 2 17 16,-8 2 78-16,0 2 60 16,-13 0-37-16,-13 2-61 0,-1-4-32 15,0-4-25 1,4-7-58-16,10-12-160 0,13-15-71 16,11 0-93-1,12-14-640-15</inkml:trace>
  <inkml:trace contextRef="#ctx1" brushRef="#br0" timeOffset="75004.42">10378 6820 2250 0,'0'0'251'16,"0"0"-163"-16,0 0-36 0,0 0-31 15,-44 116-6 1,48-100 26-16,25-8 71 0,9-8-6 0,8 0-55 15,6-14-51 1,-5-12-45-16,-10-6-65 0,-10-2 75 16,-16-2 35-1,-11 0 6-15,0 6-6 16,-22 5-19-16,-12 11-6 16,-1 10 4-16,-3 4-72 15,-11 6-158-15,11 13-289 16,7-4-1175-16</inkml:trace>
  <inkml:trace contextRef="#ctx1" brushRef="#br0" timeOffset="77249.63">11091 6381 1227 0,'0'0'329'0,"0"0"-110"0,0 0-62 0,0 0-94 0,0 0-15 0,0 0 34 0,0 0 5 32,0-3-37-32,4-1-23 15,2 0-8-15,2 2 2 16,-2 1-9-16,1-2 6 16,-3 2 10-16,4-2 13 15,0-1-4-15,3 2 2 16,5-2-17-16,-1-1 4 15,6 1 5-15,3-1-21 16,5-1-1-16,5 0-7 0,3 2-1 16,5-2 0-1,3 2 7-15,2 0-7 0,2 0 0 16,0 2 0 0,-2 0 0-16,-1 0-1 0,1 2 2 15,-5 0-2-15,3 0 1 16,0 0-1-16,0 0 0 15,1-2 0-15,3-1 0 16,0-2 0-16,2-3-5 16,3 0 5-16,0 0 1 15,-1 0-1-15,0 0 0 16,-1 0 0-16,-4 0-5 0,0 2 5 16,-4 0 1-1,1 2 0-15,-1 0-1 0,-2 2 1 16,1 0-1-16,-1 0 0 15,-1 0-5-15,1 0 5 16,-3 0 1-16,1 0 0 16,3 0-1-16,-3 2 1 15,3-2-1-15,-1 0 0 16,0 0-9-16,3 2 0 16,-1-2 7-16,1 2 1 15,1-2 0-15,0 2 1 0,-2 0-1 16,3-2 1-1,-1 2 0-15,4-2 0 0,-4 0 0 16,3 2 0 0,-2 0 0-16,0 0 0 0,-3 0 0 15,1 0-1-15,-3 0-2 16,3-2 1-16,-1 2 3 16,4-2-1-16,0 2 1 15,4-2 0-15,-2 0-1 16,6 0 0-16,2-2-1 15,2 2-13-15,0 0-14 16,1-2 19-16,-3 2 9 0,-5 0-1 16,-2 2-4-1,-4-2 5-15,0 2 0 0,-4-2 0 16,-4 2 0-16,1-2 0 16,1 0 0-16,-1 0 0 15,0 0 0 1,3 2-9-16,-2 0-37 0,4 0 15 15,0-2 21-15,-1 2 2 16,3 0 8-16,-1-2 0 0,4 2-1 16,-4 0 0-1,4 0-1-15,-1 0-13 16,-1 0 1-16,2 0 6 16,-6 0 7-16,-1 0 1 15,-3 0 25-15,-1 0 12 0,2 0 2 16,1 2-11-16,4 0-12 15,6 0-9-15,4-2-6 16,8 0-1-16,5 0 45 16,8 0-23-16,0 0-4 15,-1 0-9-15,-9 0 4 16,-11 0-4-16,-16 0-8 0,-18 0-1 16,-22 0-21-1,-16 0-257-15,-15 0-254 0</inkml:trace>
  <inkml:trace contextRef="#ctx1" brushRef="#br0" timeOffset="79676.98">11300 6890 945 0,'0'0'289'0,"0"0"-92"0,0 0 5 0,0 0-56 0,0 0-52 0,0 0 26 0,0 0-4 16,61-16-4-1,-46 16-35-15,-4 4-28 16,0 16 19-16,-7 8 8 0,-1 6 8 16,-3 4-9-1,0 4 2-15,0-2-5 0,-7-2-21 0,-1-6-17 16,1-5-13 0,2-9-11-1,3-6-4-15,2-8-6 16,0-4-18-16,0 0 0 0,14-8-21 0,1-18-76 31,1-9-72-31,1-8-57 0,-3-4-69 0,-3 3 84 16,-5 6 229-1,-4 14 94-15,-2 14 180 0,0 10-98 16,0 0-124 0,-8 22 10-16,-1 10 21 0,9 4 3 0,0 0 5 15,9 1-6 1,22-8-13-1,7-4-33-15,9-10-39 0,2-6-5 16,14-9-183 0,-15 0-146-16,-8 0-309 0</inkml:trace>
  <inkml:trace contextRef="#ctx1" brushRef="#br0" timeOffset="80279.75">11728 6571 1128 0,'0'0'304'16,"0"0"-83"-16,0 0-42 0,0 0-82 0,0 0-28 0,0 0 42 16,0 0 15-1,-22-4 2-15,20 4-7 0,2-2-37 16,0 2-36-16,0 0 6 16,0-2-2-16,0 0 25 15,0 0 17-15,4-2-61 16,8 0-33-16,1 4-1 15,-3 0-18-15,-2 0 0 16,-8 12-20-16,0 12 36 16,-16 4 3-16,-13 4 55 0,-3 0-4 15,6-6-24 1,3-4-9-16,10-7-6 0,11-5-3 16,2-6 4-16,9-3-2 15,17 2 2-15,8-3-13 16,7 0-82-1,16 0-108-15,-10-3-123 0,-7-2-293 0</inkml:trace>
  <inkml:trace contextRef="#ctx1" brushRef="#br0" timeOffset="81353.55">12107 6597 1053 0,'0'0'584'0,"0"0"-346"0,0 0 32 0,0 0-119 0,0 0-95 0,0 0-38 16,0 0-18-16,0 18 21 16,0 10 45-16,2 6 16 15,0 6-4-15,-2 7-26 16,2 3 30-16,0 0-6 16,0 0 9-16,4 2-36 15,-2 0-13-15,0 0-3 16,1 0-21-16,-3-2-5 0,-2-1-6 15,0-5 10-15,0-4-10 16,0-4-1 0,0-4 6-16,0-6-4 15,0-2-2-15,0-2 2 16,0-4-2-16,0-2 0 0,0-2 0 16,0-1 0-16,2-6-1 15,0 0 0-15,-2-3-8 16,0-4 7-16,2 0 1 15,1 0 1-15,0 0 7 16,5 0 2-16,5 0-9 16,10-7-24-16,4 0-7 0,2-4-11 15,4 4-14 1,0 0-15-16,3-1-120 0,-9 2-161 16,-5-2-312-16</inkml:trace>
  <inkml:trace contextRef="#ctx1" brushRef="#br0" timeOffset="81822.62">12138 6613 189 0,'0'0'1447'0,"0"0"-1094"0,0 0 137 0,0 0-231 0,0 0-129 16,0 0-85-1,0 0-15-15,107-50-21 16,-67 46-8 0,4 2-1-16,16 2-91 0,-12 0-286 0,-8 0-454 0</inkml:trace>
  <inkml:trace contextRef="#ctx1" brushRef="#br0" timeOffset="82863.48">12844 7054 1156 0,'0'0'691'0,"0"0"-421"0,0 0 92 0,0 0-168 0,0 0-127 0,0 0-34 16,0 0-11 0,50 45-1-16,-27-22 4 0,4 5-1 15,4 0-12 1,-4 1-12-16,0-5-34 0,-4-4-129 16,-1-6-109-1,-4-4-123-15,-5-6-288 0</inkml:trace>
  <inkml:trace contextRef="#ctx1" brushRef="#br0" timeOffset="83154.2">13199 6818 1288 0,'0'0'179'0,"0"0"-56"16,0 0 11-1,0 0 15-15,0 0 15 0,-47 122 23 16,34-74-31 0,-1 4-52-16,1-2-63 0,1-1-24 0,4-10-17 15,1-6-40 1,3-11-82-16,4-12-101 0,0-6-79 15,0-4-226 1</inkml:trace>
  <inkml:trace contextRef="#ctx1" brushRef="#br0" timeOffset="83431">13241 6782 1373 0,'0'0'322'0,"0"0"-43"15,0 0-76-15,114-22-91 16,-66 15 24-16,8 6-9 0,7-2-26 16,5 1 6-16,2 2-29 15,1 0-39-15,-2-2-14 16,0 2-10-16,-7-2-10 15,-4 1-5-15,-10-2-11 16,-9-1-80-16,-12 0-94 16,-12 0-169-16,-9 1-480 0</inkml:trace>
  <inkml:trace contextRef="#ctx1" brushRef="#br0" timeOffset="84328.85">12898 6731 753 0,'0'0'675'15,"0"0"-496"-15,0 0 72 0,0 0-125 0,0 0-32 16,0 0 3-16,0 0 8 0,-2-34-12 0,2 24 16 31,2 0-47-31,4 0-34 0,3 2-16 0,3 0-10 32,-1 0 4-32,2 4-6 0,1 0 1 0,-4 4-1 31,0 0-8-31,-4 0 7 0,-3 8 1 0,-3 10 19 15,0 6 33 1,0 0 3-16,-12 2 30 16,-1-4-40-16,2-1-6 15,1-6-14-15,4-5-17 16,6-2-7-16,0-5-2 0,0-3-5 16,4 0-17-1,15 0 14-15,1 0 8 0,-1 0-6 16,-3 4-4-1,-3 2 2-15,-6 4-7 0,-5 8-11 0,-2 2-3 16,0 6 15 0,-11 6 14-16,-9 0 0 0,-9 14-42 31,3-8-206-31,5-7-352 0</inkml:trace>
  <inkml:trace contextRef="#ctx1" brushRef="#br0" timeOffset="86844.1">13624 6898 1165 0,'0'0'298'0,"0"0"-5"16,0 0-119-16,0 0-41 0,0 0 41 16,0 0-11-16,0 0-13 0,0-38-14 15,0 38-32 1,0 0-35-16,0 0-34 0,-7 0-25 0,-6 0-10 31,-5 0-9-31,-1 16 4 0,-6 4 5 0,-2 6 13 16,0 2 2-1,0 2 20-15,3 4 10 16,4 2-24 0,2 0-5-16,7-2-8 0,5-4 9 15,3-5-17-15,3-5 14 16,0-6-2-16,5-5-11 15,12-2-1-15,4-3-10 16,3-4-36-16,0 0-29 16,3-4-45-16,-2-10 4 15,-1-2 6-15,-3-2 17 16,-8 1 61-16,-3 6 32 16,-5-2 19-16,-2 8 45 15,-3 1-4-15,0 1 0 16,0 3-31-16,0 0-29 15,0 0 0-15,0 3 1 16,0 6 8-16,0 1 5 0,0 1-5 16,0-5-3-1,6-2 20-15,9-3-13 0,2-1-13 16,0 0-8-16,1-1-14 16,-3-12-30-16,-1-2 3 15,-7-2 8-15,-5-3 10 16,-2 0 13-16,0 0 17 15,-9 2-1-15,-7 4 2 16,-3 6 5-16,0 2-4 16,4 6 13-16,-1 0-5 15,8 0-2-15,1 4-5 0,2 8 12 16,5 0 6 0,0 0-4-16,3-2 7 15,14-2-1-15,8-2-1 0,2-6-15 16,4 0-6-16,-2 0-36 15,-2-14-1-15,-4-4-12 16,-4 0-5-16,-6-4-8 16,-4 2 44-16,-7 2 18 15,-2 2 21-15,0 4 13 16,0 6 1-16,0 2-12 16,0 4-23-16,0 0-8 15,0 6-17-15,0 12 21 16,0 6 4-16,7 4 16 0,2 2 6 15,-3 0-8-15,-1 1 8 16,-3-6-4 0,-2 1-8-16,0-5-1 0,-2-3-3 15,-12-7-6-15,1-2-37 16,-3-9-103 0,3 0-183-16,5-2-392 0</inkml:trace>
  <inkml:trace contextRef="#ctx1" brushRef="#br0" timeOffset="87204.93">13962 6980 1326 0,'0'0'186'0,"0"0"100"0,0 0-116 0,0 0 1 0,0 0-2 15,0 0-29-15,0 129-44 16,0-107-47-16,0-3-21 15,0-5-21-15,0-7 7 0,0-7 11 16,10 0 18 0,1-3-43-16,0-16-29 0,3-6-55 15,-6-4-96 1,-1 0-36-16,-5 3 37 16,-2 8 109-16,0 8 70 15,0 10 86-15,0 0-27 0,0 12 20 16,0 12 14-1,0 2 3-15,0 2-7 0,20 1-31 16,7-3-25 0,6-6-13-16,5-7-20 0,18-13-117 15,-12 0-216 1,-1 0-672-16</inkml:trace>
  <inkml:trace contextRef="#ctx1" brushRef="#br0" timeOffset="87511.22">14504 6629 1242 0,'0'0'350'0,"0"0"-181"0,0 0 50 0,40 106-90 0,-28-49 10 0,-4 9 34 16,-8 10-20-16,0 4 5 16,-4 5-41-16,-21-6-65 15,-6-2-52-15,-9-9-52 16,-22-2-121-16,8-18-187 15,5-15-461-15</inkml:trace>
  <inkml:trace contextRef="#ctx1" brushRef="#br0" timeOffset="88195.4">12541 6802 798 0,'0'0'970'0,"0"0"-851"0,0 0 25 0,0 0-55 0,0 0-30 16,0 0 69-16,-89 116 53 0,89-58-26 15,0 8-9 1,0 1-42-16,20-4-44 15,7-4-34-15,6-11-7 0,3-8-5 0,6-8-14 16,5-6-33 0,24-6-184-16,-11-8-314 15,-4-4-748-15</inkml:trace>
  <inkml:trace contextRef="#ctx1" brushRef="#br0" timeOffset="89095.51">14818 6529 514 0,'0'0'829'0,"0"0"-625"0,0 0-11 16,0 0-73-16,0 0-73 0,0 0 44 0,0 0 16 15,-31 0-2-15,29 0-2 16,2 0-8-16,0 0-27 15,0 0 15 1,2 0-4-16,14 0-32 0,-1 0-46 16,3 0 0-1,-2 0-1-15,-5 0-8 0,-9 4-4 16,-2 12 12-16,0 4 5 16,-18 2 53-16,-4 2 28 0,-2 0-1 15,4-4-22 1,9-4-27-16,3-4-19 15,8-4-4-15,0-4 5 16,16-1 6-16,11-2-12 0,7-1-12 16,-1 0-3-1,2 0-58-15,1 0-84 0,9 0-76 16,-9 0-280 0,-5 0-304-16</inkml:trace>
  <inkml:trace contextRef="#ctx1" brushRef="#br0" timeOffset="89568.17">15206 7082 502 0,'0'0'1072'16,"0"0"-785"-16,0 0 94 0,0 0-67 0,0 0-98 16,0 0-50-16,0 0-73 0,61-8-26 15,-28 4-28 1,5 0-32-16,1 2-6 15,2 2-1-15,-1 0-40 16,-2 0-105-16,1-4-172 16,-7 3-243-16,-12-4-178 0</inkml:trace>
  <inkml:trace contextRef="#ctx1" brushRef="#br0" timeOffset="89741.48">15416 6892 1910 0,'0'0'217'0,"0"0"-154"0,0 0-32 15,0 0-16 1,0 112 1-16,0-70 5 16,0 4-15-16,0 15-6 15,0-15-203-15,0-10-907 16</inkml:trace>
  <inkml:trace contextRef="#ctx1" brushRef="#br0" timeOffset="90332.24">15894 6880 1054 0,'0'0'871'16,"0"0"-747"-16,0 0 97 0,0 0-159 0,0 0-47 0,0 0 10 0,0 0 60 15,98 86-9 1,-69-62-35-16,-4 0-26 0,-2-4-15 16,-4-4-123-16,1-10-173 15,-4-2-300-15,-5-4-807 0</inkml:trace>
  <inkml:trace contextRef="#ctx1" brushRef="#br0" timeOffset="90604.78">16273 6597 1452 0,'0'0'203'0,"0"0"-44"0,0 0-6 0,0 0-36 15,0 0 76 1,-46 137-6-16,27-83-47 0,-2 4-12 15,0 0 15-15,3-2-59 16,1-4-56 0,5-8-15-16,4-8-13 0,3-10-18 15,1-8-83 1,4-8-92-16,0-10-101 0,0 0-237 16,0-11-587-16</inkml:trace>
  <inkml:trace contextRef="#ctx1" brushRef="#br0" timeOffset="91069.85">16356 6537 512 0,'0'0'910'0,"0"0"-681"0,0 0 61 0,0 0-91 15,0 0-79 1,0 0-17-16,0 0 18 0,76 0-34 0,-34 0-14 31,12 0-3-31,10 0-1 0,14 0-29 0,27 0 8 32,28-10 16-32,-6-2-1 0,-11 0-33 0,-18 2-21 15,-19 6-7 1,4 0-1-16,11 2 11 0,-11 0-12 15,-12 2 1 1,-9 0-1 0,-10 0 0-16,-12 0-13 0,-11 0-90 15,-18 0-124-15,-6 0-247 16,-5 0-367-16</inkml:trace>
  <inkml:trace contextRef="#ctx1" brushRef="#br0" timeOffset="92130.59">15965 6537 1288 0,'0'0'323'0,"0"0"-12"0,0 0-69 0,0 0-136 0,0 0-5 0,0 0-15 15,0 0-28 1,0 0-12 0,0 0-22-16,4-2-9 0,2-4-15 0,1 0 0 15,3 0-6 1,4 0-2-16,-1 4 1 0,-1 2-1 15,-3 0-5 1,-5 0 13-16,0 10 0 0,-4 10 1 16,0 2 17-1,0 0 11-15,-6 2 11 0,-5-4-3 16,-1-2-18-16,6-4-8 16,-1-6-10-16,5-2 8 15,0-4 0-15,2-2-9 16,0 0-8-16,0 0-13 0,0 0-28 15,6-10-76 1,9 2 33-16,4 2 24 16,-2 4 43-16,-3 2 25 0,-3 0 1 15,-7 12 13 1,-4 12 0-16,0 2 1 0,-11 6 10 16,-11 3-7-1,-7-2-18-15,-11 8-41 0,4-9-289 0,9-8-768 0</inkml:trace>
  <inkml:trace contextRef="#ctx1" brushRef="#br0" timeOffset="93337.3">16828 6752 1222 0,'0'0'343'0,"0"0"5"0,0 0 22 0,0 0-151 0,0 0-69 16,0 0-8-16,0 0-51 15,-9-10-45-15,-8 10-34 16,-8 14-10-1,-6 9-2-15,-7 5 13 0,0 7 17 16,2 5 11-16,3 2 5 16,6 2-12-16,8-2-11 15,7-6-14-15,5-4 0 16,7-6-2-16,0-6-6 0,7-5-1 16,15-9-9-1,7-6-11-15,7 0-11 0,6-9-54 16,3-10-80-16,-3-6-3 15,-2-1 57-15,-9 4 12 16,-9 6 68-16,-8 4 31 16,-7 6 4-16,-5 4 73 15,-2 2-38-15,0 0-38 16,0 2 8-16,-4 14-9 16,-5 4 14-16,4 4 4 0,3-2-12 15,2 0 0 1,0-5 4-16,0-3-3 0,9-6 19 15,4-7 1 1,5-1 4-16,0 0-15 0,0-9-16 16,-5-9-49-1,-1-7-9-15,-8 0-42 0,-4-4-13 16,0 3-2 0,-4 2 99-16,-13 8 16 0,2 4 77 15,-1 8-14-15,3 4 13 16,2 0-27-16,6 0-7 0,1 4-8 15,4 4-16 1,0 0-17-16,0 0 23 16,15 0 7-16,8-4-14 15,3-4-11-15,6 0-6 16,3 0-54-16,3-14-23 0,0-6-35 16,-4-4-30-1,-3-4-7-15,-4 0 3 0,-8-2 76 0,-7 2 70 31,-8 4 86-31,-2 7 103 0,-2 6 5 0,0 4-56 32,0 7-77-32,0 0-52 0,-2 0-9 0,-4 10 0 31,-2 8 7-31,4 4 1 0,0 7 10 0,2 1 4 16,-1 4-15-1,3 0 16-15,0 2 8 0,0 0 2 16,0-4-8-1,0-4-14-15,0-2 5 16,-6-5 1-16,-4-7-1 0,0-2-8 16,-3-5-8-1,-6-3-121-15,-1-4-60 0,5 0-306 16,6-11-687-16</inkml:trace>
  <inkml:trace contextRef="#ctx1" brushRef="#br0" timeOffset="93740.14">17407 6888 1505 0,'0'0'230'0,"0"0"-84"0,0 0 3 0,0 0-93 0,0 0 138 0,0 0 21 0,0 0-15 0,63 78-19 31,-63-50-70-31,0 0-56 0,0-4-39 15,-3-4 1 1,1-6-16-16,2-6 6 16,0-4-7-16,0-4-6 0,0 0 6 15,7-8-11-15,9-16-102 16,-1-8-93-16,-1-6-33 0,-1-2-21 16,-5 0 59-1,-2 10 191-15,-6 12 10 0,0 10 209 16,0 8-59-1,0 0-42-15,-10 16-14 16,1 8 7-16,5 6 14 16,2 0-38-16,2 0-21 0,0-2-29 0,2-4-8 31,13-4-2-31,6-6-17 0,1-6-6 0,5-4-93 31,13-4-103-31,-7 0-157 0,-2 0-425 0</inkml:trace>
  <inkml:trace contextRef="#ctx1" brushRef="#br0" timeOffset="94890.03">16458 6196 728 0,'0'0'162'0,"0"0"36"0,0 0-49 0,0 0-37 0,118 2 18 0,-85-2-21 0,3 0 6 16,0 0-23-1,2 0-24-15,2 0-11 0,3 0-22 0,-1 0-10 16,2-4-13 0,5 2-11-16,3-4 1 0,3 2-1 31,5 0 0-31,6-2 8 0,0 2-3 0,5 0 7 16,2 2 9-1,-3 0 4-15,-1 2 9 0,-5 0 8 16,-1 0-2-1,-3 0 2-15,0 0-3 0,0 0 3 16,1 0 25 0,-5 0 11-16,-4-2 3 15,-2-2-21-15,-6 0-23 0,-8-2-14 16,-5 0-24 0,-9 2 0-16,-8 0-4 0,-8 2-83 15,-6 0-97-15,0 0-169 16,-4 2-736-16</inkml:trace>
  <inkml:trace contextRef="#ctx1" brushRef="#br0" timeOffset="96028.65">18159 6922 1237 0,'0'0'367'16,"0"0"-23"-16,0 0-18 0,0 0-102 0,0 0-36 15,0 0-48-15,0 0-64 0,57-6-33 0,-19 4-26 32,6 0-16-32,2-2-1 0,-2 0-97 0,-5 0-120 31,-2-6-118-31,-15 2-198 0,-6 0-251 0</inkml:trace>
  <inkml:trace contextRef="#ctx1" brushRef="#br0" timeOffset="96195.29">18404 6745 1160 0,'0'0'388'0,"0"0"-116"0,0 0-48 16,0 0-65-1,0 0-23-15,-68 102-39 16,59-61-38-16,3 1-29 16,2 0-30-16,4 2-2 0,0-12-291 15,0-10-646-15</inkml:trace>
  <inkml:trace contextRef="#ctx1" brushRef="#br0" timeOffset="96479.89">18658 6982 1724 0,'0'0'189'0,"0"0"-163"16,0 0-26-16,0 0-101 16,22-108 101-16,-18 77 93 15,3 2 174-15,1 3 2 16,-1 5-59-16,-2 10-98 15,0 4-76-15,-5 7-36 16,0 0-36-16,0 15 36 0,0 14 37 16,0 12 51-1,-10 7-5-15,1 8-47 16,3 4-20-16,2 1-16 16,1-7-128-16,3-3-154 0,0-12-263 15,0-17-445-15</inkml:trace>
  <inkml:trace contextRef="#ctx1" brushRef="#br0" timeOffset="97435.51">18834 6409 1446 0,'0'0'303'0,"0"0"-9"0,0 0-65 16,0 0-167-16,0 0-22 0,0 0-2 15,0 0 34 1,140 0-4-16,-105 1-37 0,6 2-17 15,-3-2-5 1,-3-1-3-16,-4 0-5 0,-6 0 0 16,-8 0 1-16,-5 0 8 15,-8 0-9-15,-2-1 16 0,1 1 29 16,-3 0 20 0,0 0-53-16,0 0-13 15,0 0-27-15,0 14 9 0,0 6 18 16,0 1 0-1,0 8 2-15,0 1-2 0,-3 4 0 16,1 4 13 0,0 2 8-16,2 2 22 0,-2 4-6 0,0 1 5 15,0-1 3 1,-1-1-15-16,0 0 1 0,3-1 16 16,0 0-7-1,0 2-12-15,0-2-11 0,3 0-16 16,4-4 7-1,-3-1 1-15,-2-5-9 0,-2-4 0 16,0-6 0 0,0-2 0-16,0-4 3 15,0-4 3-15,0 0-5 16,0-4-1-16,0-2-5 0,0 2 4 16,0-2 1-16,-6 0 0 15,-8 2 6 1,-3 2-5-16,-6-2-1 0,-1-1 0 15,-1-2 12 1,-2-1-12-16,1-1-34 0,-5-5-80 0,4 0-180 16,9 0-351-1</inkml:trace>
  <inkml:trace contextRef="#ctx1" brushRef="#br0" timeOffset="98247.53">18147 6172 320 0,'0'0'1117'0,"0"0"-864"0,0 0 57 0,0 0-115 0,0 0-88 0,0 0-8 16,0 0-8-16,35 0-45 16,-10 0-9-16,2 0-7 0,8 0 10 15,3 0-7-15,7 0-8 16,7 0-3-1,3 0-8-15,7 0 4 0,10 0 1 16,5 0 6 0,6 0 2-16,0-2 5 0,-3-2-7 15,-4 0-24-15,-7 2 0 16,-9 0-1-16,-12 2-1 0,-5 0-83 16,-9 0-102-1,-12 0-174-15,-9 0-457 0</inkml:trace>
  <inkml:trace contextRef="#ctx1" brushRef="#br0" timeOffset="103929.87">13818 5374 1570 0,'0'0'295'0,"0"0"38"0,0 0-116 0,0 0-144 0,0 0-18 0,0 0 14 0,0 0-1 0,49-78 54 15,-47 74-19 1,-2 0-28 0,0 1-16-16,0 3-28 0,0 0-9 15,0 0 10-15,0 0-8 16,0 0-2-16,0 0-17 16,-2 0-5-16,-11 0-8 15,-12 4-2-15,-8 17 2 0,-11 7 7 16,-10 8 1-16,0 10 8 15,3 4 2-15,4 4-9 16,14-1 15 0,8-6-15-16,12-4 0 0,10-10 14 0,3-6-14 31,5-9-1-31,21-4-7 0,9-10-11 0,7-4-29 31,4 0-10-31,3-16-65 0,1-8-29 0,-4-6-9 16,-1-4 23-1,-9-1 57 1,-9 3 70-16,-12 8 10 0,-7 6 96 16,-8 6 77-16,0 6 3 15,0 4-68-15,0 2-72 16,-4 0-36-16,-3 0 0 16,1 0-14-16,4 4 14 0,2 8-2 15,0 1-7 1,2-2-4-16,15 0 7 15,8-4-11-15,0-4-13 16,2-3-16-16,-7 0-12 16,-5 0-17-16,-6-5 35 15,-9-4 28-15,0-6 3 16,-3-1-7-16,-14 0 16 16,-3 2 7-16,2 2 16 0,5 4 21 15,6 4 13 1,5 2-24-16,2 2-2 0,0-2-5 15,2 0-17-15,21-2-9 16,5-4-20-16,8-2-43 16,2-4-28-16,2-2-16 15,-3-2 9-15,-5-2 7 16,-6 0 42-16,-5 0 18 16,-13 0 27-16,-3 0 4 15,-5 4 71-15,0 0 67 0,0 3-19 16,0 8-38-1,0 0-26-15,-2 5-51 0,-3 0-4 16,3 9-32-16,0 10 32 16,0 12 3-16,2 7 28 15,0 4 2 1,0 6 9-16,0 0-7 0,-2 0 1 16,-3-4 3-16,-2-5 3 15,-4-9 1-15,-2-8-1 16,-3-6-7-16,-1-7-11 15,-4-4-24-15,3-5-12 0,7-2-124 16,5-16-212-16,6-4-754 16</inkml:trace>
  <inkml:trace contextRef="#ctx1" brushRef="#br0" timeOffset="104328.75">14366 5414 1408 0,'0'0'268'0,"0"0"-8"0,0 0-49 0,0 0-42 0,0 0-3 16,7 106-28-16,-7-67-16 0,-10 1-4 15,0-4-39 1,-1-4-44-16,3-10-20 0,4-8-14 15,4-8 10-15,0-6 5 16,4 0-16-16,15-18-4 16,-1-13-103-16,-1-6-103 15,-5-5-9-15,-8 2-5 16,-4 3 186-16,0 15 38 16,0 10 235-16,0 10-55 15,-9 2-75-15,-2 8-44 0,4 14 18 16,3 4 23-1,4 6-35-15,0-2-25 0,7 2-15 16,15-4-14-16,5-3-13 16,6-5-6-16,3-8-97 15,14-11-152 1,-7-1-234-16,-5 0-369 0</inkml:trace>
  <inkml:trace contextRef="#ctx1" brushRef="#br0" timeOffset="104563.22">15007 5566 1987 0,'0'0'599'0,"0"0"-274"0,0 0-126 0,0 0-148 16,0 0-36-16,137-28-15 0,-97 20-10 16,16 0-128-1,-14 0-338-15,-5 2-434 0</inkml:trace>
  <inkml:trace contextRef="#ctx1" brushRef="#br0" timeOffset="104800.56">15625 5466 1392 0,'0'0'368'0,"0"0"-98"16,0 0-181-16,0-102-73 15,0 66-15 1,0 0-1-16,0 4 49 0,0 6 20 16,2 5 26-1,0 10 116-15,1 7 35 0,-1 4-58 0,0 0-107 16,3 19-54-1,-1 16 37-15,0 13-10 0,-2 12-7 16,-2 8-47 0,0 30-12-16,-2-15-250 0,-6-17-784 0</inkml:trace>
  <inkml:trace contextRef="#ctx1" brushRef="#br0" timeOffset="116695.67">19811 6042 1416 0,'0'0'497'0,"0"0"-27"0,0 0-196 0,0 0-40 0,0 0-65 16,0 0-66-16,-2 0-28 16,2 0-25-1,14 0 39-15,5-8-72 0,6-1-4 16,4 4-8-1,2-4-5-15,3 5-1 0,1 0-23 16,-2 3-46-16,4-2-97 16,-9 1-302-16,-12 2-290 0</inkml:trace>
  <inkml:trace contextRef="#ctx1" brushRef="#br0" timeOffset="116860.82">19885 6196 1938 0,'0'0'478'0,"0"0"-14"16,0 0-232-16,0 0-153 15,0 0-31-15,0 0-23 0,154-18-25 16,-108 12-56 0,12-4-73-16,-8 2-442 0,-13 4-606 0</inkml:trace>
  <inkml:trace contextRef="#ctx1" brushRef="#br0" timeOffset="117569.17">21242 5855 418 0,'0'0'1367'16,"0"0"-1056"-16,0 0 176 0,0 0-348 0,0 0-11 0,0 0 89 0,0 0-136 0,-4 0-39 16,8-12 25-1,3-4-43 1,-1-4-15-16,-2-4 3 0,4-4-12 15,-6-4-22 1,2-5-4-16,-1 1-8 0,-3 0 7 0,2 4 6 16,-2 9 21-1,0 6-6-15,0 7 6 0,0 6 6 16,0 4-6 0,0 0-6-16,0 2-18 15,0 16-10-15,0 11 23 16,0 8 11-16,6 12 12 15,1 3-12-15,4 2 1 16,2 2-1-16,1 0-21 16,-1-6-171-16,5 4-134 15,-2-14-184-15,-8-11-306 0</inkml:trace>
  <inkml:trace contextRef="#ctx1" brushRef="#br0" timeOffset="117828.67">21010 6228 1657 0,'0'0'287'16,"0"0"235"-16,0 0-321 15,0 0-94-15,0 0 7 0,0 0-14 16,145-38-6-1,-91 20-33-15,6 0-16 16,0 2-45-16,-1 2 0 16,-3 0-115-16,-8 1-24 0,-2 6-343 15,-10 3-113-15,-14 4-229 0</inkml:trace>
  <inkml:trace contextRef="#ctx1" brushRef="#br0" timeOffset="118367.99">21342 6449 1265 0,'0'0'210'16,"0"0"67"-1,0 0-87-15,0 0-80 16,0 0 61-16,0 0-5 16,0 0-6-16,-56 10-20 15,56-10-4-15,0-2-66 0,7-8-70 16,9-1-3-1,4 4-13-15,2 3 4 0,0 4 1 0,-1 0-5 32,-6 2-2-32,-3 18 18 0,-8 8 9 0,-4 8 44 15,0 6 5 1,-10 2 33-16,-5-2-34 0,3-4-30 31,6-10-21-31,6-6-6 0,0-10-3 0,23-8-6 16,6-4-24-1,6 0-6-15,-4 0-12 0,-6 0 12 16,-10 0 21 0,-13 0 0-16,-2 24 18 0,-8 12 40 15,-28 13 25 1,-10 11-6-16,-14 10-36 16,-6 7-23-16,-16 14-72 0,16-14-273 15,12-21-419-15</inkml:trace>
  <inkml:trace contextRef="#ctx1" brushRef="#br0" timeOffset="119563.4">21951 6472 1744 0,'0'0'277'0,"0"0"243"0,0 0-190 0,0 0-193 0,0 0-38 0,0 0-6 15,0 0-35-15,27-63-43 16,10 17-15-16,5-11-13 16,3-5 5-1,-3-4 8-15,-2-4-16 0,-7-4-10 16,-6-5-2-16,-6 1-10 0,-11 2 2 31,-7 2 17-31,-3 10 19 0,0 11 0 0,-13 16 21 0,-6 16 6 31,4 13-12-31,-5 8-15 0,3 4-9 0,-2 25-9 32,1 14 18-32,5 16 14 0,5 9 23 0,5 10-5 31,3 4-1-31,0 0-11 0,5-3-10 0,12-9-1 16,8-10 6-1,4-14-14-15,2-14-1 16,7-14-5-16,2-10-12 15,2-8-23-15,0-2-31 16,-1-22-19-16,-5-8-96 0,-7-8-14 16,-5-2 16-1,-4-2 63-15,-6 8 96 0,-8 11 25 16,-2 11 63 0,-4 10 159-16,0 4-148 15,0 7-48-15,0 15 63 16,-8 6 135-16,-2 2-158 15,4-2-48-15,-1-2-18 16,7-4-3-16,0-4-95 16,0-8-185-16,0-6-195 15,7-4-272-15</inkml:trace>
  <inkml:trace contextRef="#ctx1" brushRef="#br0" timeOffset="119979.55">22688 6034 1068 0,'0'0'667'0,"0"0"-427"0,0 0 8 0,0 0-76 0,0 116-21 0,0-96-6 15,0-4 83 1,0-6-155-16,0-4-47 0,0-4-13 16,0-2-2-16,0 0 8 15,7-4-6-15,6-16-13 16,7-10-31-16,7-4-68 15,4 0-41-15,-2 4 59 16,0 12 65-16,-4 9 16 16,-10 9 39-16,-4 4-8 15,-6 21 59-15,-5 0 38 16,0 2-68-16,0-3 4 0,0-8-22 16,0-8-33-1,0-6-1-15,0-2 8 16,9-2-16-16,11-18-15 15,6-6-43-15,7 0 7 0,4 0 15 16,-2 4 21-16,-4 8 5 16,-4 10 8-16,-7 4-10 15,-9 4-22-15,-4 22 7 16,-5 3-126-16,-2 16-18 16,0-9-315-16,0-10-367 0</inkml:trace>
  <inkml:trace contextRef="#ctx1" brushRef="#br0" timeOffset="123000.46">22309 6691 1167 0,'0'0'310'0,"0"0"37"0,0 0-33 0,0 0-116 0,0 0-16 0,0 0-49 15,0-7-4-15,0 0-5 16,0 5-22-16,0-2-35 16,0 4-19-16,0 0-21 15,0 0-9-15,2 0-7 16,8 0-10-16,2 4 0 16,2 12 11-16,-1 8-11 15,-2 4 1-15,-3 8 7 0,-8 7 3 16,0-1-3-16,-3 2 0 15,-13-2 0-15,-2-6-3 16,3-8 0 0,-1-6-5-16,7-10-1 0,5-8 0 15,2-4-12 1,2 0 6-16,0-24 6 0,4-14-81 16,12-12-17-16,1-6-57 15,2 1-224-15,-9 11 373 16,-1 15 6-16,-7 12 91 15,-2 12 76-15,0 5-80 16,-6 1-49-16,-7 21 24 0,1 9-2 16,8 3-7-1,4 4-15-15,0-2-19 0,12-4-6 16,14-6-13 0,8-8-36-16,3-10-55 0,15-8-188 15,-10 0-44-15,-11-2 26 16</inkml:trace>
  <inkml:trace contextRef="#ctx1" brushRef="#br0" timeOffset="123192.7">22574 6796 1840 0,'0'0'476'0,"0"0"92"0,0 0-426 0,0 0-83 0,0 0-39 0,0 0-11 0,134-21-9 31,-81 16 0-31,-1-4-10 0,-4 4-141 16,6-2-60-16,-16 5-116 15,-9-2-56-15</inkml:trace>
  <inkml:trace contextRef="#ctx1" brushRef="#br0" timeOffset="123497.33">22948 6617 1577 0,'0'0'346'0,"0"0"271"0,0 0-358 0,0 0-117 31,0 0-72-31,0 0-70 0,0 0-4 0,50 16-8 31,-21 6 11-31,-2 2 0 16,-1 2 1-16,-8 3-1 0,-7-3-8 15,-11 2-3 1,0-2 7-16,-5 0 5 0,-12-4 12 16,-1-6 0-16,3-2-11 15,3-8-1-15,10-4-6 16,2-2-23-16,0-2-34 16,18-16-603-16,18-16 306 15,-5 3-322-15,-2 8-393 0</inkml:trace>
  <inkml:trace contextRef="#ctx1" brushRef="#br0" timeOffset="123712.36">23189 6761 1132 0,'0'0'499'16,"0"0"-216"-16,0 0 15 0,0 0-68 16,0 0-76-1,0 0-63-15,0 0-39 16,-4 125-10-16,21-107-2 0,10-4 1 16,12-10-4-16,7-4-6 15,6-6 2-15,-2-20-21 16,-5-6-12-16,-11-4-40 15,-17-2 23-15,-14-1 16 16,-3 1-9-16,-23 8-1 16,-16 12 5-16,-13 12-13 15,-6 6-11-15,-15 24-125 16,13 8-312-16,10-2-572 0</inkml:trace>
  <inkml:trace contextRef="#ctx1" brushRef="#br0" timeOffset="125724.63">25352 5344 1136 0,'0'0'208'0,"0"0"156"0,0 0-129 0,0 0-41 15,0 0-30-15,0 0-55 16,0 0-63-16,0-8 215 0,0 8-149 15,-4 0-79 1,-11 0 11-16,-7 2 1 0,-10 16-45 16,-7 8 30-1,-7 10 39-15,-3 10 0 16,3 4-11-16,2 4-10 16,5-2-12-16,12-5-21 0,8-5-1 0,7-8-4 31,10-8-4-31,2-6-5 0,0-6-1 0,22-4-4 31,5-6-11-31,9-4-6 0,3 0-24 16,2-8-33-16,-1-12-28 15,-4-2-40-15,-7-2 18 16,-9 4 59-16,-7 6 69 0,-11 5 17 16,-2 9 19-1,0 0-32-15,-11 13 4 0,-7 9 30 16,-1 6 203-1,3 0-183-15,5 0-38 16,9-6 4-16,2-2-17 0,0-4-5 16,15-6 8-16,9-6 4 0,5-4-14 31,5 0-15-31,-1-6-33 0,0-12-58 0,-6-6-32 31,-4-4-5-31,-8-8 21 0,-5 0 6 16,-10 0 70-16,0 6 46 15,-10 7 89-15,-14 14-55 0,-3 9-26 0,-2 0 25 16,5 1-11 0,3 12 251-1,8-1-209-15,9 2-46 0,4-4-7 16,0-1-1 0,15 0 8-16,14-7 2 0,7-2-20 15,4 0 0-15,2-8-32 16,0-13-26-16,-1-5-75 15,-5-7 10-15,-5-3 37 16,-12-3 46-16,-5 5 18 16,-7 6 22-16,-7 10 68 15,0 8 51-15,0 10-69 16,0 0-50-16,-3 8 0 16,1 18 74-16,2 10-34 15,0 9 2-15,0 2 33 16,7 6-38-16,1-5-12 15,0-2 8-15,-6-8 12 16,-2-4-19-16,0-6-5 0,-2-6-9 16,-10-6-6-16,1-6-6 15,3-4-72 1,0-6-79-16,8-9-98 0,0-18-128 16,0-5-655-16</inkml:trace>
  <inkml:trace contextRef="#ctx1" brushRef="#br0" timeOffset="126118.84">25780 5599 1521 0,'0'0'372'0,"0"0"-25"0,0 0-200 0,0 0-109 0,0 0 160 15,0 0-3-15,0 0-154 0,52 72 35 16,-52-34 6-16,0 4-4 15,-7-2-3-15,-4-4-36 16,2-6-15-16,3-8-24 16,3-8 6-16,3-8 2 15,0-6-3-15,5 0-5 16,12-6-12 0,3-20-45-16,3-10-126 0,-4-10-153 0,-3-6 8 15,-5 0 62 1,-4 12 266-16,-7 13 50 0,0 22 95 15,0 5-129-15,-5 18 168 16,-1 14 2-16,2 2 106 16,4 2-203-16,0-4-45 15,13 0-12-15,13-4-20 16,6-6-12-16,3-6-84 16,23-12-236-16,-6-4-392 15,-8 0-823-15</inkml:trace>
  <inkml:trace contextRef="#ctx1" brushRef="#br0" timeOffset="126411.26">26601 5713 1279 0,'0'0'795'0,"0"0"-327"0,0 0-134 16,0 0 37-16,0 0-261 15,0 0-74-15,0 0 0 16,104 2-25-16,-55-2-11 15,20 0-80-15,-11 0-173 0,-11-6-638 0</inkml:trace>
  <inkml:trace contextRef="#ctx1" brushRef="#br0" timeOffset="126665.46">27235 5628 1247 0,'0'0'194'0,"0"0"33"16,0 0-12-16,0-126-22 16,0 86 21-16,0 4 22 15,0 6-65-15,0 6-70 16,0 10 10-16,4 6 169 16,2 8-204-16,-2 0-76 15,0 18-1-15,1 20-7 16,-1 16-1-16,-4 14 9 15,0 8-1-15,0 2-88 0,0 9-259 16,-9-19-353-16,-1-18-1216 16</inkml:trace>
  <inkml:trace contextRef="#ctx1" brushRef="#br0" timeOffset="127914.4">24161 6218 1107 0,'0'0'312'0,"0"0"74"0,0 0-32 0,0 0-112 0,0 0-61 16,0 0-65-16,0 0-19 16,111-44-36-16,-73 36-7 15,5 2 3 1,1 0-20-16,1 2-13 0,-1 2-3 0,5 0-3 31,0 0-9-31,4 0-8 0,8 0 10 0,5-2-11 31,5 0 8-31,3 0-8 0,0-2 2 0,-6 2-1 16,0 0 1 0,-6 2-2-16,-3 0 0 15,-7 2 1-15,0 0-1 16,-6-2 0-16,1 2 0 15,3-2 1-15,-2 0 6 16,2 0-6-16,0 0-2 16,4-2-4-16,0 1 5 0,2-2 0 15,0 1 0-15,-2-1 0 16,2 1 0-16,-2 1 1 0,-2-1-1 31,-4 2 0-31,-1 0 0 0,-5 2 0 0,0 0 0 31,1 0-1-31,-3 0 1 0,4 0 0 0,6 0 0 16,-1 0-2 0,6-4-7-16,1-4 0 0,2 2 9 0,0-2 0 31,-2 2-1-31,-3 3 0 0,-4 3 0 0,0 0 0 31,0 0 1-31,-2 0-1 16,1 0-4-16,4 0 5 0,2 0 0 15,0-1 0-15,-2-2-1 16,2 2 0-16,0 1 0 16,-4 0 1-1,0 0 0-15,1-3 14 16,2 2-13-16,-4 1 0 0,1-4-1 16,-6 2 1-16,-4-1 0 15,-9-1-1-15,-4 0-2 16,-9 3-13-16,-7-2-9 15,-7-1-32-15,-4 1-80 16,0-8-20-16,-17 4-113 16,-3-4-47-16</inkml:trace>
  <inkml:trace contextRef="#ctx1" brushRef="#br0" timeOffset="129117.42">25511 6613 1060 0,'0'0'582'0,"0"0"-319"0,0 0 219 0,0 0-327 0,0 0 4 16,0 0-95-16,0 0-48 0,64-8-16 15,-33 6 8-15,4 2-1 16,-4 0 153-16,-5 0-121 16,-6 12-34-16,-2 8-5 15,-9 6 0-15,-5 6 0 0,-4 6 19 16,0 5 7-16,-2 1 8 16,-13 2-1-16,-1 0-11 0,1-6-8 31,1-6-8-31,5-6-6 0,5-12 1 0,4-6 8 31,0-6-9-31,0-4-6 0,0 0 6 0,11-8-1 31,7-20-22-31,3-10-61 0,4-12-81 0,-2-6-1 16,-4-3 60 0,-3 12 106-1,-7 11-13-15,-7 15 41 0,-2 11 12 16,-2 10 99-1,-15 0-115-15,-6 18 9 0,1 13 23 16,4 6 80-16,9 6-71 16,9 3-34-16,0-2 2 15,16-2-12-15,17-6-4 16,9-8-5-16,10-8-12 16,4-10-53-16,-3-10-83 15,14-4-196-15,-17-18-248 16,-9-4-432-16</inkml:trace>
  <inkml:trace contextRef="#ctx1" brushRef="#br0" timeOffset="129640.18">26096 6461 1242 0,'0'0'251'0,"0"0"118"16,0 0-63-16,0 0-102 0,0 0 6 0,0 0-60 0,0 0-106 15,37 0-35-15,-15 0-8 16,-2 0 122-1,-5 4-81-15,-8 14-42 0,-7 8 6 16,0 4 12-16,-13 6 45 16,-10-2 29-16,6-4-33 15,3-4-40-15,12-6-4 16,2-6-4-16,16-4 2 0,24-6-13 16,15-4-72-1,45-8-148-15,-10-12-163 16,-8-4-250-16</inkml:trace>
  <inkml:trace contextRef="#ctx1" brushRef="#br0" timeOffset="134035.76">8346 8761 702 0,'0'0'487'0,"0"0"-313"15,0 0 38-15,0 0 8 0,0 0-52 0,0 0 22 16,0 0-3-16,0 0-16 0,0 0 22 15,0 0 33 1,0 0-59-16,0 0-51 0,0 0-25 16,0-3-30-1,0 0-25-15,4-1-3 0,12 0-12 0,8-3-21 16,10 0 1 0,8-1 8-16,8 0-9 0,0-1 0 15,0 1-12 1,-8 4-43-16,-7 3-42 0,-14 1-109 15,-11 0-384 1,-10 8-256-16</inkml:trace>
  <inkml:trace contextRef="#ctx1" brushRef="#br0" timeOffset="134254.46">8275 8921 2107 0,'0'0'698'0,"0"0"-480"0,0 0-74 0,0 0-95 15,0 0-35 1,0 0-8-16,140-6-6 0,-97 6 0 16,12 0-73-1,-13 2-423-15,-8 2-728 0</inkml:trace>
  <inkml:trace contextRef="#ctx1" brushRef="#br0" timeOffset="140535.07">9509 8592 1071 0,'0'0'788'0,"0"0"-660"0,0 0 173 0,0 0-77 15,0 0-61-15,0 0 80 0,-4 0-80 16,4 0-49 0,0 0-27-16,0-6-26 0,0-6-24 15,4-6-26-15,5-4-11 16,2-4 0-16,0 0-12 16,-2-4-18-16,0 2-7 15,-5 0-14-15,-1 2-6 16,-3 2 0-16,0 2 6 15,0 5 34-15,0 7 17 16,0 2 13-16,-3 4 10 16,1 2-17-16,2 2-6 15,0 0-7-15,0 0-22 16,0 17-11-16,0 8 27 16,0 11 13-16,0 11 0 0,-2 9 7 15,-5 2-6-15,-2 4-1 16,3-4-3-16,-1-1-140 15,7-5-198 1,0-16-284-16,0-12-1091 0</inkml:trace>
  <inkml:trace contextRef="#ctx1" brushRef="#br0" timeOffset="140800.34">9260 8903 1840 0,'0'0'575'0,"0"0"-453"0,0 0 21 0,0 0-58 16,0 0 6-16,144-28 56 15,-86 18-67-15,4 2-44 16,3 2-21-16,-3 0-15 15,-6 4-30-15,-11 2-169 0,-12 0-119 16,-11 2-161 0,-15 8-272-16</inkml:trace>
  <inkml:trace contextRef="#ctx1" brushRef="#br0" timeOffset="141318.26">9529 9078 1121 0,'0'0'513'0,"0"0"-243"0,0 0-6 16,0 0-5-1,0 0-63-15,0 0 6 0,0 0-63 0,-7-32-73 32,7 24-40-32,7 2-21 0,4 2-5 15,2 4-8-15,-1 0-5 16,-1 0 6-16,-3 15 5 15,-5 7 2-15,-3 9 11 16,0-1 17-16,0 0 6 16,-7-6 7-16,7-8-28 0,0-6-2 15,14-10-5 1,14 0 3-16,6 0-8 0,0 0-1 16,-5-4 0-1,-10 4 0-15,-9 0-14 0,-10 12-4 16,0 16 7-1,-21 6 11-15,-18 8 12 0,-11 4 1 0,-6 4-13 32,-4 1-37-32,-11 7-241 0,13-14-370 0,14-10-1393 0</inkml:trace>
  <inkml:trace contextRef="#ctx1" brushRef="#br0" timeOffset="143135.91">10357 9015 350 0,'0'0'1433'0,"0"0"-1134"0,0 0-64 0,0 0 21 0,0 0-129 0,0 0-5 0,0 0 19 16,-4 0-23-1,4 0-27-15,0-2-28 16,16-16-18-16,8-6-45 15,10-8 0-15,4-10-18 16,2-4-5-16,2-8-8 16,-2-4-26-16,-4-6-14 15,-5-3-41-15,-6-1-30 16,-12 6 66-16,-5 6 51 16,-8 8 25-16,0 12 51 0,0 12 40 15,-4 7-29-15,-9 12-14 16,-3 5-37-16,-3 0-11 15,-6 14 0-15,0 18 12 16,-2 10 16-16,3 12 8 16,2 10-3-16,6 6-3 15,7 4-18-15,9-3-2 16,0-5-8-16,0-12-1 16,16-10 8-16,6-14-8 15,7-8 7-15,2-12-8 16,5-8-16-16,2-2-39 0,-2-4-72 15,-5-14-50-15,-7-4-22 16,-4-2-35-16,-8 0 1 16,-6 4 122-16,-6 4 111 15,0 10 158-15,0 6 46 16,0 0-55-16,-11 6-41 16,-2 14-21-16,-1 4-36 15,5 0-34-15,3 0-6 16,4-2-11-16,2-2-82 15,0-6-145-15,4-6-342 0</inkml:trace>
  <inkml:trace contextRef="#ctx1" brushRef="#br0" timeOffset="143595.74">10906 8899 1114 0,'0'0'380'0,"0"0"-80"0,0 0-66 0,0 0-60 0,0 0-72 0,-27 102-27 15,27-97-35-15,0-5-19 16,0 0 13-16,12-3 17 0,7-15-51 16,4-8-97-1,4-4-15-15,-1 2-7 0,-1 2 87 16,-6 8 32-16,-7 10 100 15,-5 8 1 1,-7 0-33-16,0 16 44 0,0 10 10 16,0 4 12-16,0-2-39 15,-5-6-50-15,5-4-22 0,0-6-22 16,0-7 7 0,7-5-8-16,15 0-23 0,4-18-50 15,5-5-67 1,6-5 16-16,-2 2 69 0,-3 4 39 15,-8 6 16-15,-9 8 107 16,-4 8-21-16,-5 0-59 16,-4 12-21-1,-2 14-4-15,0 4-2 0,0 14-23 0,-2-6-270 32,-10-10-793-32</inkml:trace>
  <inkml:trace contextRef="#ctx1" brushRef="#br0" timeOffset="144329.1">10449 9346 1177 0,'0'0'538'0,"0"0"-340"0,0 0 49 0,0 0-129 0,0 0-62 0,0 0 4 16,0 0 14-16,74-66-18 16,-57 66-17-16,-1 0-18 15,-5 14 4-15,-7 12-4 16,-4 6 37-16,0 6 48 16,-4 0 9-16,-9 1-48 15,1-7-34-15,4-8-19 16,1-6-13-16,5-8 5 0,2-8 3 15,0-2 5-15,0 0-14 16,7-18-4-16,8-10-122 16,1-8-75-16,-1-4-82 15,-1-1 45 1,-8 7 151-16,-1 12 87 0,-5 10 189 0,0 12 16 16,-7 0-144-1,-8 18 10-15,1 9 34 0,5 0-10 16,7 1-17-16,2 0-38 15,7-2-11-15,17-3-14 16,6-5-15 0,1-9-65-16,19-9-136 15,-9 0-118-15,-5 0-369 0</inkml:trace>
  <inkml:trace contextRef="#ctx1" brushRef="#br0" timeOffset="144531.2">10723 9312 1358 0,'0'0'623'0,"0"0"-384"0,0 0 19 0,0 0-121 0,0 0-57 16,0 0-32-16,0 0 18 15,87 0-18-15,-45 0-20 16,3 0-28-16,-3 0-33 15,10-2-183-15,-10-8-265 16,-11 2-323-16</inkml:trace>
  <inkml:trace contextRef="#ctx1" brushRef="#br0" timeOffset="144820.04">11122 9224 1169 0,'0'0'587'0,"0"0"-506"16,0 0 92-16,0 0-69 16,0 0 33-16,0 0 10 0,0 0-84 15,22 14-14 1,3-2 2-16,2 2-26 0,-5 4-13 16,-4 2-12-16,-10 4 1 15,-8 4 10-15,0 4 31 16,-20 3 32-1,-11-3 8-15,0 0-37 0,3-6-45 16,5-6-43-16,9-8-106 16,14-12-100-16,4 0-247 15,17-10-511-15</inkml:trace>
  <inkml:trace contextRef="#ctx1" brushRef="#br0" timeOffset="145064.14">11373 9328 1401 0,'0'0'718'0,"0"0"-616"16,0 0 105-16,0 0-69 16,-44 104-62-1,44-79 26-15,0-10 2 0,23-6-7 16,10-7-10-16,7-2-36 16,2-8-29-16,-3-14-20 0,-8-6-2 15,-14-3 1 1,-10 1 12-16,-7 2 14 15,-13 0-1-15,-23 4-20 0,-11 6-6 16,-4 6 0-16,-5 10-11 16,-4 2-88-1,13 10-241-15,14 4-394 0</inkml:trace>
  <inkml:trace contextRef="#ctx1" brushRef="#br0" timeOffset="149076.49">12214 8486 1313 0,'0'0'361'0,"0"0"-100"0,0 0 42 0,0 0-67 0,0 0-19 15,0 0 8-15,0 0-100 16,13-16-28-16,0 8-22 0,7 0-30 15,7 0-24-15,7 2-15 16,3 2-5-16,8 0-1 16,2 0-32-16,23-2-86 0,-13 0-364 15,-6-2-234-15</inkml:trace>
  <inkml:trace contextRef="#ctx1" brushRef="#br0" timeOffset="149711.73">13181 8159 1532 0,'0'0'331'0,"0"0"-163"31,0 0 7-31,0 0-114 0,0 0 8 15,-143 30 57-15,116-6-20 16,8 2-20-16,10 5 16 16,9 0 10-16,0 4-39 15,9-1-24-15,10 0-14 0,3-2-10 0,-3 0-10 32,-4-2-14-32,-11-2 6 0,-4 2-6 0,-6-2 7 15,-23-2 0 1,-5-1 5-1,-1-7-13-15,4-11-10 0,4-7-16 16,14 0 1 0,11-18-47-16,2-14-150 15,13-6 1-15,18-2-13 16,6 0 89-16,6 8 92 0,-1 4 53 16,-6 10 13-16,-5 10 110 15,-4 6 31-15,-7 2-24 16,-5 0-21-16,-1 18-12 15,-5 6-29-15,-3 0-14 16,1 2-22-16,-2-2-16 16,-1-4-16-16,1-8-30 15,3-8-118-15,11-6-70 16,-2-18-141-16,-1-8-527 0</inkml:trace>
  <inkml:trace contextRef="#ctx1" brushRef="#br0" timeOffset="149997.15">13405 8285 1704 0,'0'0'521'0,"0"0"-431"0,0 0 139 15,0 0-89-15,3 105-3 0,-3-63 15 0,0-4-62 16,0-2-38-16,0-8-17 16,0-8-22-16,0-8-11 0,0-10 4 15,5-2 3 1,8-6-8-16,7-22-1 0,4-6-39 15,7-8-45 1,4 2-16-16,-2 2 64 0,-4 9 36 16,-8 11 38-1,-2 13 43-15,-6 5-46 16,-4 4-15-16,2 18-7 0,-2 6-5 16,-1 2-8-16,4 4-12 15,1-2-172-15,-1-8-356 16,-1-8-631-16</inkml:trace>
  <inkml:trace contextRef="#ctx1" brushRef="#br0" timeOffset="150474.65">13925 8356 1609 0,'0'0'543'0,"0"0"-369"0,0 0 28 15,0 0-136 1,0 0-48-16,0 0 13 0,0 0 5 16,62 8 22-1,-62 24 27-15,0 4 25 0,-2 2-33 16,-11-2-27-16,1-8-21 15,6-6-19 1,1-8-4-16,5-10 2 0,0-4 1 16,7-2 4-1,18-22-13-15,6-12-88 0,2-10-197 0,-2-4-184 16,-4-1 118 0,-9 10 161-16,-7 9 190 0,-11 18 215 31,0 11 107-31,0 3-137 0,-14 21-46 0,4 11-60 15,3 4 50 1,7 1-5-16,0 0-49 16,13-3-39-16,14-4-20 15,4-4-16-15,2-6-77 0,10 0-216 16,-11-8-254 0,-9-4-388-16</inkml:trace>
  <inkml:trace contextRef="#ctx1" brushRef="#br0" timeOffset="152131.18">12238 8963 1332 0,'0'0'354'0,"0"0"-175"0,0 0-13 0,0 0-63 0,0 0-76 0,0 0 36 0,0 0-15 0,89-8-11 31,-64 6 3-31,0 2-15 0,6 0-15 0,2-2-4 16,5 2-5 0,9-4 0-1,4-2 1-15,9 0 5 16,6-4-4-16,2 0 4 0,1 0-6 16,0 2-1-16,-3 0 0 15,-1 2-1 1,-3 0 1-16,-1 4 0 0,-1-2 0 15,-4 0 0-15,0 2-5 16,-1-4 5-16,3 2 0 16,0-2 5-16,0-2-5 15,-3 2-1-15,1-4 1 16,0 2-2-16,-4 2 2 16,-6-2 0-16,1 4-1 15,-3 2 2-15,-2 2-1 16,-1 0 1-16,-3 0-1 15,0 0 1-15,-3 0 0 0,1 0 15 16,2 0 2 0,-2 0-5-16,-1 0-2 0,3 0-4 15,-5 0-1-15,0 0-5 16,-1 0-1-16,-3 0-29 16,-7 0-31-16,-6 0-14 15,-7 0-71-15,-5 0-102 16,-4 0-365-16</inkml:trace>
  <inkml:trace contextRef="#ctx1" brushRef="#br0" timeOffset="153634.22">13131 9342 707 0,'0'0'520'0,"0"0"-372"0,0 0 65 0,0 0-55 0,0 0-101 0,0 0-40 15,0 0-11-15,-2 0-5 16,2 0 0-16,0 0 7 15,0 0-7-15,0 0 7 16,0 0 8-16,0 0 42 16,0 0 38-16,0 0-14 15,0 0 27-15,0 0-13 16,0 0-34-16,-2 0-21 16,0 0 0-16,0 0-4 15,0 0-6-15,-1 0-9 0,3 0-13 16,0-4 4-16,0-4 2 15,0-2-6-15,9-2 3 16,7 0-12-16,1 2-1 16,2 2-6-1,-6 4-1-15,-2 4 1 0,-4 0-17 16,-5 8 9-16,-2 14 15 16,0 6 19-16,-18 8 15 15,-11 9 45-15,-9 0 37 16,-2 2-36-16,0-3-42 15,7-8-21-15,6-10-7 16,11-8-9-16,10-6 10 16,6-6-10-16,0-2-1 0,15 0 18 15,14-2 15 1,9-2-16-16,9 0-4 0,6 0-13 16,3-8-14-1,0-4-138-15,11-8-32 0,-17 2-159 16,-9 2-513-16</inkml:trace>
  <inkml:trace contextRef="#ctx1" brushRef="#br0" timeOffset="154037.72">13538 9374 1431 0,'0'0'497'16,"0"0"-381"-16,0 0 120 0,0 0-118 0,0 0-99 0,0 0 66 16,0 0 0-1,13 93-12-15,-13-55-11 0,2 1-8 16,-2 0-21-16,0-7-17 16,0-8-5-16,0-8-10 0,4-8 8 15,0-8-9 1,4 0-9-16,0-4-11 0,3-20-72 15,1-10-84 1,-3-6-153-16,-3 0-267 0,-4 2 176 16,-2 12 420-1,0 12 539-15,0 11-263 0,-4 3-133 0,-7 17 10 32,7 11-39-32,4 2-9 0,0 2-1 0,11-4 10 31,18-2-44-31,6-8-33 0,7-6-37 0,3-6-137 15,22-6-141 1,-11 0-71-16,-8-14-327 0</inkml:trace>
  <inkml:trace contextRef="#ctx1" brushRef="#br0" timeOffset="155167.54">15048 8769 1181 0,'0'0'355'16,"0"0"-62"-16,0 0-23 0,0 0-61 0,0 0 6 15,0 0 3-15,0 0-63 16,-5-8-50-16,17 8-52 0,7 0-35 16,6 0-12-1,6 0-5-15,5 4 0 0,2 2-1 16,-2-1-48-16,10 8-170 15,-11-5-135-15,-10-2-319 0</inkml:trace>
  <inkml:trace contextRef="#ctx1" brushRef="#br0" timeOffset="155328.76">15082 8961 1706 0,'0'0'301'0,"0"0"-138"0,0 0 29 0,0 0-141 0,146-6-39 16,-99-2-5 0,-1 4-7-16,10 0-13 0,-11 2-221 15,-11 2-695-15</inkml:trace>
  <inkml:trace contextRef="#ctx1" brushRef="#br0" timeOffset="155958.37">16316 8600 1721 0,'0'0'523'0,"0"0"-402"0,0 0 104 0,0 0-143 16,0 0-70-16,0 0-6 0,0 0-6 15,58-64-2-15,-45 42-16 16,-5-2-25-16,-2-2 1 16,-4-2-54-16,-2-2 58 15,0 0 21-15,0 0 17 16,-8 6 34-16,2 5 23 16,2 8 1-16,-1 4-8 15,5 5-23-15,0 2-27 16,-2 0-28-16,2 13 5 0,-2 13 23 15,0 10 20-15,2 7 18 16,0 8-25-16,0 7-4 16,0 2-9-1,0 1-45-15,-2 7-154 0,2-14-304 16,-2-16-479-16</inkml:trace>
  <inkml:trace contextRef="#ctx1" brushRef="#br0" timeOffset="156160.6">16093 8965 2020 0,'0'0'356'0,"0"0"-32"0,0 0-121 16,0 0-144-16,0 0-34 16,120-34 7-1,-69 20-8-15,5 4-13 0,7-2-11 16,-3 4-128-16,9 0-329 15,-18 4-202-15,-11 0-507 0</inkml:trace>
  <inkml:trace contextRef="#ctx1" brushRef="#br0" timeOffset="156903.03">16378 9162 796 0,'0'0'198'0,"0"0"-55"0,0 0 76 16,0 0-67 0,0 0-11-16,0 0 17 0,0 0-19 0,-6 0-25 31,6 0-14-31,0 0-41 0,0 0-23 0,0 0 10 15,0 0-5 1,0 0-7-16,0 0-6 0,0 0-13 16,0 0 5-1,0 0 5-15,0 0 0 16,0 0-4-16,0 0-14 16,0 0-6-16,0 0-1 15,0 0-8-15,0 0 8 0,0 0-1 16,0 0 0-1,0 0 1-15,0 0 8 0,0 0 11 16,0 0 42-16,4 0 33 16,7 0-61-16,3-4-24 0,-1 2-9 15,-5 0-5 1,-3 2 4 0,-5 0-10-16,0 4 9 0,0 12 2 15,-7 6 24-15,-6 2 0 0,-1 0 42 0,4-4-5 31,10-4-33-31,0-6-14 16,10 0 1-16,19-4 4 16,5-2-19-16,-1 2 0 15,-6 0-1-15,-11 4-9 16,-14 8-16-16,-2 4 1 16,-14 9 25-16,-21 5 4 15,-12 1 35-15,-4 4-18 16,-1-1-21-16,6-6-4 0,4 0-174 15,11-12-166-15,10-8-551 16</inkml:trace>
  <inkml:trace contextRef="#ctx1" brushRef="#br0" timeOffset="157706.64">16989 9138 674 0,'0'0'1082'0,"0"0"-828"0,0 0 86 0,0 0-125 0,0 0-87 0,100-110-59 16,-58 59-35-16,1-5-34 15,-1-6 0 1,0-8-12-16,-4-6-7 0,-6-2-2 15,-3-3-15-15,-10 3-18 16,-5 10 16-16,-8 14 38 0,-3 15 4 31,-3 16 53-31,0 14 47 0,0 9-41 0,-19 5-63 32,-2 25 0-32,-6 12 3 0,0 14 70 0,2 12 21 15,8 6-24 1,7 4-28-16,8-6-19 0,2-7-13 15,0-11 1 1,21-16-11-16,3-10 8 0,8-12-8 16,-1-10-17-1,2-6-5-15,-4 0-28 0,-2-14-60 16,-5-12-14-16,-4-4-30 16,-5-4 29-16,1 2 40 0,-6 6 85 15,-3 9 74 1,-5 14 96-1,0 3-73-15,0 7-83 0,-7 20 2 16,-4 5-1 0,2 0-6-16,2-4-7 0,5-4 8 0,2-4-10 15,0-10-139 1,2-4-191-16,9-6-538 0</inkml:trace>
  <inkml:trace contextRef="#ctx1" brushRef="#br0" timeOffset="158132.41">17677 8722 108 0,'0'0'1656'0,"0"0"-1446"0,0 0 81 0,-9 111-99 0,0-79-79 0,2-6-14 0,1-10-2 16,4-4-48-1,2-8-30-15,0-4 5 16,0 0 19-16,4 0-43 0,12-20-16 15,6-8-41 1,5-6-59-16,2-2 4 16,0 2 38-16,-3 8 74 15,-3 12 6-15,-8 12 67 16,-6 2-20-16,-7 14-29 16,-2 12 33-16,0 4 53 15,0-2 10-15,-2-8-47 16,0-6-45-16,2-10-16 15,0-4 2-15,16 0-4 16,13-16-10-16,8-10-74 16,5-6-67-16,3-2 28 15,-3 3 53-15,-6 8 42 0,-9 9 12 16,-7 11 5 0,-9 3-6-16,-5 21-6 0,-3 12 5 15,-3 12-39-15,0 13-135 16,-11-8-344-16,0-12-1192 0</inkml:trace>
  <inkml:trace contextRef="#ctx1" brushRef="#br0" timeOffset="158879.57">17349 9358 215 0,'0'0'948'0,"0"0"-766"0,0 0 17 16,0 0 27-16,0 0-34 15,0 0 9-15,0 0-25 0,-11-10-89 16,16 2-38-16,9-2-35 16,1 2-14-1,3 4 0-15,-1 4 0 0,-1 0 12 16,-5 4-5-1,-4 16 5-15,-7 8 15 0,0 6 24 0,0 1 1 16,-9-2-6 0,-4 0 17-16,1-9-26 15,6-6-25-15,1-6-5 16,5-6-7-16,0-6 0 0,0 0-22 0,18-14-45 31,2-12-140-31,3-10-54 0,-4-4-304 0,-5 1-148 31,-5 10 713-31,-9 8 298 0,0 13 210 0,0 8-319 32,-7 0-57-32,-2 8-33 0,0 10 0 0,7 4 1 15,2 0-6 1,0 2-15-16,14-2-35 16,10 0-15-16,2-5-29 15,19-9-75-15,-9-4-207 16,-3-4-278-16</inkml:trace>
  <inkml:trace contextRef="#ctx1" brushRef="#br0" timeOffset="159085.04">17650 9304 730 0,'0'0'1158'0,"0"0"-953"0,0 0 17 0,0 0-117 0,0 0-83 0,0 0 30 16,116-26 21-16,-67 18-33 16,2 0-40-16,18-4-114 15,-13 2-214-15,-13 0-361 16</inkml:trace>
  <inkml:trace contextRef="#ctx1" brushRef="#br0" timeOffset="159353.63">18009 9162 575 0,'0'0'1188'15,"0"0"-1002"-15,0 0 39 0,0 0-160 16,0 0-43-16,0 0 41 16,0 0 12-16,29-6-9 15,-2 22-18-15,-1 6-29 16,-1 6-10-16,-5 2-8 15,-7 2-1-15,-9 0-1 16,-4 0 1-16,0 1 19 16,-13-4 16-16,-7 0-19 15,3-7-16-15,1-7-61 16,9-6-136-16,7-9 3 16,7-9 38-16,13-10-556 0</inkml:trace>
  <inkml:trace contextRef="#ctx1" brushRef="#br0" timeOffset="159574.63">18338 9248 1832 0,'0'0'259'15,"0"0"-21"-15,0 0-94 16,0 0-98-16,-26 122-25 0,37-107-1 16,20-10 30-16,5-5 24 15,4-2-32 1,0-18-42-16,-6-8-119 0,-12-2 9 15,-11-2 68 1,-11 0 31-16,-4 0-37 0,-27 6-70 16,-10 4-1-1,-24 10 31-15,7 8-228 0,8 4-632 16</inkml:trace>
  <inkml:trace contextRef="#ctx1" brushRef="#br0" timeOffset="160263.51">19163 8472 1633 0,'0'0'570'0,"0"0"-319"0,0 0 89 0,0 0-212 0,0 0-92 16,0 0-25-16,0 0 2 0,129 0 4 16,-73 0-17-1,0-6-5-15,22-6-171 0,-13 2-298 0,-9 0-274 16</inkml:trace>
  <inkml:trace contextRef="#ctx1" brushRef="#br0" timeOffset="160865.76">20079 8153 1662 0,'0'0'260'0,"0"0"-44"15,0 0-88-15,0 0-104 16,0 0 38-16,0 0 76 16,-121 121-6-16,86-70-5 15,2 6 8-15,6-3-58 16,6-8-48-16,13-8-14 0,6-8-5 15,2-12-2 1,4-8-7-16,18-10-1 0,7 0-30 16,7-4-48-1,-1-18-80-15,1-6 18 0,-5-2-129 16,-6 2 39 0,-9 6 138-16,-10 6 92 0,-6 8 130 15,0 8-30-15,-2 0-51 16,-14 0-16-16,1 14 38 15,1 6 8-15,6 0-39 16,3 0-16-16,5-4-4 16,0-2-2-16,2-6-3 15,16-4 7-15,2-4-7 16,5 0-15-16,-1-8-10 0,-4-12-23 16,-4-4-43-16,-7-2-22 15,-9-2-29 1,0 2-5-16,0 2 70 0,-13 4 62 15,-1 6 124-15,3 8 20 16,4 2-45-16,7 4-65 16,0 0-34-16,3 0 0 0,18 0 12 15,10 0 16 1,8 0-28-16,5 0-64 16,1-11-127-16,6-18-142 15,-10 0-177-15,-12 4 126 0</inkml:trace>
  <inkml:trace contextRef="#ctx1" brushRef="#br0" timeOffset="161064.62">20407 8135 804 0,'0'0'624'0,"0"0"-117"0,0 0-213 16,0 0-115-1,0 0-126-15,0 0-53 0,0 0 20 16,-39 34 8-16,39 2 57 16,0 6 9-16,5 4-35 15,0 3-36-15,-1-3-10 16,0-4-10-16,-1-4-3 0,-1-8-67 15,2-8-85 1,2-16-161-16,2-6-344 0,1 0-655 16</inkml:trace>
  <inkml:trace contextRef="#ctx1" brushRef="#br0" timeOffset="161397.9">20685 8209 1345 0,'0'0'235'0,"0"0"-153"16,0 0 17-16,0 0-19 16,0 0 70-16,20 115 63 0,-29-79-5 15,-4-2-56 1,3-6-79-16,4-6-48 0,6-10-14 16,0-8 1-1,0-4 34-15,18-4-46 0,2-18-6 16,2-8-87-1,-1-6-119-15,-8-4 50 0,-9 1-12 16,-4 6 130 0,0 6 44-16,0 13 292 15,-7 12-65-15,-1 2-148 16,1 12-49-16,7 14 7 0,0 5 20 16,7 5 13-16,22-3-22 15,11-1-48-15,9-1-42 16,6-9-134-16,21-2-124 15,-13-8-274-15,-17-6-823 0</inkml:trace>
  <inkml:trace contextRef="#ctx1" brushRef="#br0" timeOffset="162376.34">19379 8935 1141 0,'0'0'393'0,"0"0"-87"0,0 0-1 0,0 0-187 16,0 0-80-16,0 0 1 0,0 0 10 16,147-14 35-16,-93 10-14 15,6 0 9 1,7 0-13-16,4 2-22 0,9-2-8 16,10 0 28-16,3 0-35 15,9-2-19-15,3-2-2 16,2 2 3-16,-2-2-11 15,-4 2 0-15,-8 0 0 0,-13 2 0 16,-8 0 0 0,-10 0 7-16,-11 0 1 0,-4-4-8 15,-9 2 0 1,-9-2-11-16,-7 2-38 16,-7 0-24-16,-8 2-52 15,-7 2-85-15,0 0-161 0,-7 2-616 0</inkml:trace>
  <inkml:trace contextRef="#ctx1" brushRef="#br0" timeOffset="162930.6">20006 9350 1041 0,'0'0'850'0,"0"0"-762"0,0 0 4 0,0 0-67 0,0 0-9 0,0 0 185 0,0 0 41 16,-21-16-95-1,42 6-66-15,5 0-68 0,0 2-13 16,1 4-6-16,-6 4-1 15,-8 0-5-15,-11 4-18 0,-2 16-3 32,-11 6 20-32,-20 4 13 0,-9 5 5 0,-1-6 27 31,4 0-1-31,10-10 38 16,16-6-20-16,11-9-16 15,9-4 10-15,26 0 2 16,15-3-12-16,5-11-28 15,8 1-5-15,-3 0-56 0,-2 2-42 16,-3 3-56-16,7 2-90 16,-12 3-60-16,-13 3-339 0</inkml:trace>
  <inkml:trace contextRef="#ctx1" brushRef="#br0" timeOffset="163597.53">21476 8787 1472 0,'0'0'333'0,"0"0"32"0,0 0-15 15,0 0-107-15,0 0-48 0,0 0-72 16,0 0-41-16,45 2-29 16,-16 0-26-16,2 2-14 15,2-2-13-15,1 2-46 0,-1 4-103 16,-8-2-327 0,-13 0-270-16</inkml:trace>
  <inkml:trace contextRef="#ctx1" brushRef="#br0" timeOffset="163731.26">21417 9007 1974 0,'0'0'238'0,"0"0"47"0,0 0-119 16,0 0-126-16,139 4-40 0,-58-4-105 16,-17 0-217-1,-6 0-274-15</inkml:trace>
  <inkml:trace contextRef="#ctx1" brushRef="#br0" timeOffset="164953.51">22724 8632 1670 0,'0'0'623'0,"0"0"-541"0,0 0 267 0,0 0-205 0,0 0-62 15,0 0 30-15,0 0-70 0,37-42-27 0,-18 16-6 16,-2 0-8 0,-1-2-1-16,-5-2-7 0,-5 0-23 31,-1 2 7-31,-2 4 8 0,-3 6 4 0,0 6 11 16,0 8 28-1,0 1-5-15,0 3-23 0,0 0-12 16,0 11-36-1,0 13 18-15,0 10 24 0,0 10 6 0,0 10 9 16,0 4-9 0,0 5-76-1,0 13-194-15,0-16-246 0,0-14-268 16</inkml:trace>
  <inkml:trace contextRef="#ctx1" brushRef="#br0" timeOffset="165164.47">22463 9068 1425 0,'0'0'976'15,"0"0"-649"-15,0 0-2 0,0 0-203 0,0 0-89 32,145-29-8-32,-85 22-1 0,2 0-15 0,3 3-9 31,-7 2-23-31,-2 2-112 0,8 0-373 0,-12 0-134 15,-10 0-978 1</inkml:trace>
  <inkml:trace contextRef="#ctx1" brushRef="#br0" timeOffset="165862.1">22735 9328 555 0,'0'0'785'15,"0"0"-538"-15,0 0 77 0,0 0-73 0,0 0-59 16,0 0 17-16,0 0-30 0,-3 0-9 16,3 0-75-16,0 0-59 15,0 0-22-15,0 0-8 16,0 0-6 0,0 0 1-16,0 0 0 0,0 0 17 15,0 0 11-15,0 0 19 16,0 0-8-16,0 0-2 0,0-2-26 15,5-4-5 1,1 2-7-16,2 2-1 0,-4 2-7 16,-4 0-4-16,0 0-9 15,0 12 8 1,0 6 7-16,0 2 6 0,0 2 1 16,0-4 8-1,0-1-9-15,9-6 1 0,17-3 1 16,3-2-1-16,0 1-1 15,-2-2 0-15,-9 4 0 0,-9 3-8 16,-9 6 1 0,0 2 1-16,-18 6 6 0,-13 2 5 15,-9 2 7 1,-5-4-5-16,3 0-7 0,0-6-83 16,3-2-247-1,10-8-175-15,10-4-262 0</inkml:trace>
  <inkml:trace contextRef="#ctx1" brushRef="#br0" timeOffset="166352.81">23397 8979 720 0,'0'0'1107'0,"0"0"-930"0,0 0 149 0,0 0-157 16,0 0-96-16,0 0-11 15,0 0-29-15,0 0 28 0,11 0 9 16,1 4 24-16,0-2-38 16,-3-2-23-1,-7 0-11-15,-2 0 5 16,0 0-27-16,-29 0-96 0,-4 0-504 16,-3 0-576-16</inkml:trace>
  <inkml:trace contextRef="#ctx1" brushRef="#br0" timeOffset="167844.46">23840 8478 945 0,'0'0'341'0,"0"0"-39"0,-13 140-8 15,13-65-70-15,0 1-59 0,0 2-36 16,0 0-56-16,11-8-44 0,7-4-15 16,6-8-7-1,7-11-7-15,5-9-1 0,2-12-130 16,8-12-113 0,-5-10-150-16,-10-4-701 0</inkml:trace>
  <inkml:trace contextRef="#ctx1" brushRef="#br0" timeOffset="168078.86">24134 8941 1842 0,'0'0'641'0,"0"0"-427"0,0 0 19 16,0 0-180-16,0 0-53 16,147-22-50-16,-58 4-95 0,-13 2-136 15,-5-2-394-15</inkml:trace>
  <inkml:trace contextRef="#ctx1" brushRef="#br0" timeOffset="168381.31">25039 8187 1906 0,'0'0'356'0,"0"0"18"16,0 0-189-16,0 0-185 0,0 0-14 16,0 0 1-16,0 0 13 0,-17 110 46 15,17-46 14 1,0 9-27 0,10 1-33-16,-1-2-20 0,1-7-160 15,7-6-137 1,-5-16-260-16,0-17-292 0</inkml:trace>
  <inkml:trace contextRef="#ctx1" brushRef="#br0" timeOffset="168545.71">24887 8897 1832 0,'0'0'682'0,"0"0"-453"15,0 0 19-15,0 0-184 16,125-18-64-16,-67 6-89 15,0 2-43-15,13-4-62 16,-18 2-193-16,-11 2-481 0</inkml:trace>
  <inkml:trace contextRef="#ctx1" brushRef="#br0" timeOffset="168916.18">24980 9128 1793 0,'0'0'285'16,"0"0"63"-16,0 0-76 15,0 0-272-15,0 0-5 16,0 0-35-16,0 0 19 0,79-14 21 15,-64 14 19 1,-6 0-19-16,-6 18-3 16,-3 10-10-16,-10 8 12 0,-17 2 1 15,-2 0 43-15,3-4 14 16,8-6 20-16,12-8-5 0,6-7-23 16,10-8 10-16,26-5-5 15,16 0-22 1,10-5-32-16,7-18-80 15,5-5-116-15,17-20-20 0,-18 6-270 16,-15 0-724-16</inkml:trace>
  <inkml:trace contextRef="#ctx1" brushRef="#br0" timeOffset="169209.65">25687 8261 1587 0,'0'0'787'16,"0"0"-735"-16,0 0 49 16,0 0-62-16,0 0 19 15,141 175 30 1,-120-63-3-16,-11-2-33 0,-10-7-22 0,0-15-5 15,-25-20-16-15,-8 3-9 32,-5 2-18-32,-3-10-43 0,-3-3-95 0,9-18-76 31,12-14-1612-31</inkml:trace>
  <inkml:trace contextRef="#ctx1" brushRef="#br0" timeOffset="169695.37">26443 8773 1532 0,'0'0'376'0,"0"0"151"0,0 0-201 0,0 0-162 0,0 0-97 0,0 0-44 16,153-6-23-16,-115 2-148 16,-9-2-106-16,-12 0-114 15,-15 4-956-15</inkml:trace>
  <inkml:trace contextRef="#ctx1" brushRef="#br0" timeOffset="169804.26">26389 8919 1676 0,'0'0'635'0,"0"0"-546"0,0 0 91 16,160 4-180-16,-81-4-199 16,-6 0-394-16</inkml:trace>
  <inkml:trace contextRef="#ctx1" brushRef="#br0" timeOffset="170183.15">27262 8811 1945 0,'0'0'386'0,"0"0"152"0,0 0-351 15,0 0-139 1,0 0 54-1,154-14-102-15,-94 2-12 16,4 0-29-16,26-12-186 0,-19 1-522 0,-9 1-657 0</inkml:trace>
  <inkml:trace contextRef="#ctx1" brushRef="#br0" timeOffset="170510.31">28187 8329 548 0,'0'0'937'15,"0"0"-587"-15,0-102-44 0,0 56-109 16,2 4-68-16,0 2 31 15,0 6 217-15,1 10-303 16,-1 8-45-16,0 10 41 16,-2 6-59-16,3 0-11 15,-1 6-29-15,2 20 13 16,0 10 16-16,3 14 0 16,-5 10 0-16,0 10 2 15,-2 6-2-15,0 3-15 16,0 1-138-16,0 10-160 15,-6-19-234-15,-1-19-253 0</inkml:trace>
  <inkml:trace contextRef="#ctx1" brushRef="#br0" timeOffset="170700.37">27987 8845 2118 0,'0'0'282'16,"0"0"205"-16,0 0-323 15,122 0-119-15,-53 0-20 16,14 0-25-16,6-2-6 16,4-6 6-16,20-8-233 0,-21 2-478 15,-20 0-286-15</inkml:trace>
  <inkml:trace contextRef="#ctx1" brushRef="#br0" timeOffset="171136.41">28352 9088 1639 0,'0'0'390'0,"0"0"0"0,0 0-152 31,0 0-132-31,0 0-60 0,0 0 2 16,-125-13 52-16,94 42 33 16,2 9-97-16,7 6-12 0,6 6-5 15,9-2-4 1,7-2-9-16,2-6-4 15,21-7 16-15,8-11-18 0,0-11-42 16,-2-11 4 0,-4 0-16-16,-12-4 10 0,-11-15 21 15,-2-4 17 1,-11 0 6-16,-16 0 14 0,-2 7 1 0,0 4-15 16,7 0-41-1,9 4-284-15,11 0-455 0</inkml:trace>
  <inkml:trace contextRef="#ctx1" brushRef="#br0" timeOffset="171272.02">29635 8833 1773 0,'0'0'0'0,"0"0"-10"16,0 0-565-16</inkml:trace>
  <inkml:trace contextRef="#ctx1" brushRef="#br0" timeOffset="176523.59">1620 11490 842 0,'0'0'785'0,"0"0"-523"0,0 0-60 0,0 0 10 15,0 0-38-15,0 0-39 16,0 0-11-16,-8-10-35 0,8 10-32 15,0 0-32 1,0 0-11-16,0 0-1 0,0 0 1 16,0 0 22-16,0 0-20 15,-2 0-10 1,2 0-6-16,-4 0-9 0,-1 10-18 16,-3 12 8-1,0 12 19-15,0 6 21 0,1 6-9 0,1 2-5 16,2 1-1-1,1-5-4-15,0-6 4 0,1-6-6 16,0-6 0 0,0-8-28-16,0-6-93 0,-3-4 19 15,1-6 31 1,0-2 38-16,-6 0 16 0,4-10 0 16,1-10 8-1,3-6 1-15,2-2 8 0,0-4 1 0,18 4-1 31,2 2 0-31,2 4-6 0,1 5 0 0,-2 7 0 32,-2 6 4-32,-9 4 2 15,0 0 7-15,-8 4 2 0,-2 14 3 16,0 4 10 0,-6 6 13-16,-15 1 15 0,-3-4-17 15,-1 0-15-15,3-7-2 16,0-6-5-16,-1-6-11 0,1-6-34 15,-4 0-23 1,1-6-43-16,-2-14-111 0,5-6 8 16,7 2 155-1,3 3 48-15,10 7 205 0,2 6 48 0,0 8-86 32,0 0-105-32,18 7-50 0,9 17 9 0,6 6-6 31,5 6-15-31,18 6-64 0,-12-8-306 0,-7-10-1314 0</inkml:trace>
  <inkml:trace contextRef="#ctx1" brushRef="#br0" timeOffset="177522.81">2404 12083 1172 0,'0'0'959'0,"0"0"-789"0,0 0 49 0,0 0-149 0,58-102-54 15,-16 42-16-15,5-10 0 0,7-10 0 16,-2-5-1 0,0-3-35-16,-6-2-56 0,-5 1 0 15,-14 7 49 1,-12 8 40-16,-13 12 3 0,-2 16 80 16,-2 14 26-1,-15 18-27-15,-4 12-60 0,-3 2-19 16,-3 20-15-1,-2 20-3-15,2 14 18 0,1 30 51 0,10-2 35 16,5 13-20 0,11-1-23-16,0-16-8 0,9 4-16 15,15-13-7 1,8-19-5 0,3-16 5-16,5-16 11 0,5-16 7 0,-3-2-30 15,0-20-47 1,-6-14-45-16,-7-9-23 0,-9-4 12 15,-6-1-34 1,-8 2 59-16,-4 7 78 0,-2 13 127 16,0 10 110-1,0 10-73-15,0 6-110 0,0 0-54 0,-2 20-23 32,-4 8 23-32,0 8 7 0,4 4 2 0,0 0-9 31,2-1-108-31,2-7-171 0,14-8-273 0,3-12-108 0</inkml:trace>
  <inkml:trace contextRef="#ctx1" brushRef="#br0" timeOffset="177890.47">3150 11726 2230 0,'0'0'542'0,"0"0"-542"0,0 0 19 0,0 0 16 0,0 0 68 16,0 0-39-1,0 0-20-15,-22 115-22 0,22-105-13 0,0-4-9 32,0-6-3-32,0 0-28 15,11-2-8-15,9-18-70 0,6-3-83 16,1-2-23 0,-2 3 120-16,-5 8 81 0,-7 7 14 15,-4 7 75-15,-4 3-23 16,-5 15 22-16,0 2 2 15,0 0 3-15,0-6 46 16,0-8-62-16,9-4-29 16,4-2 17-16,11-6-19 15,7-12-6-15,5-6-26 16,-1 2-22-16,0 1 15 16,-6 7-4-16,-8 9-4 15,-2 5-3-15,-9 1-21 0,-3 43-59 16,-7 1-147-16,0 1-469 15</inkml:trace>
  <inkml:trace contextRef="#ctx1" brushRef="#br0" timeOffset="178987.98">2611 12457 1077 0,'0'0'294'0,"0"0"-90"0,0 0 14 0,0 0-36 0,0 0-57 0,0 0-46 15,0 0 10 1,33-17-27-16,-22 17-9 0,-1 0-13 0,-2 4-7 31,1 10 10-31,-3 7 0 0,-3 1-3 0,-3 2 0 31,0-1 11-31,0 0 3 0,-3-7-8 0,-1-4-24 32,2-8-21-32,2-2 19 15,0-2 8-15,0 0-10 0,9-8-18 16,7-14-152-16,1-9-18 0,-3-1-126 16,-3-1-12-1,-7 4 64-15,-4 9 244 16,0 12 135-16,0 8 10 0,-9 2-77 15,-4 20 78 1,2 8-3-16,4 5-36 16,7-2-21-16,0 2-25 15,7-7-19-15,15-2-14 16,9-6-17-16,3-8-11 16,11-8-161-16,-10-4-338 15,-6 0-716-15</inkml:trace>
  <inkml:trace contextRef="#ctx1" brushRef="#br0" timeOffset="179155.31">2847 12579 1949 0,'0'0'554'0,"0"0"-387"0,0 0-12 0,0 0-96 15,0 0-52-15,0 0-1 0,113-32-6 16,-65 28-58-16,10 0-147 15,-10 0-268-15,-12 2-425 0</inkml:trace>
  <inkml:trace contextRef="#ctx1" brushRef="#br0" timeOffset="179401.45">3125 12443 595 0,'0'0'1548'0,"0"0"-1230"0,0 0-161 16,0 0-43-16,0 0-66 16,0 0-48-16,0 0 9 15,101 14-8-15,-68 4 10 16,-6 4-11-16,-12 6-6 0,-8 2-1 16,-7 4 7-1,-5 0 6-15,-16 0 22 16,-2-2-28-16,3-8-12 0,5-6-131 15,15-18-93-15,0 0-118 16,0-4-354-16</inkml:trace>
  <inkml:trace contextRef="#ctx1" brushRef="#br0" timeOffset="179638.6">3438 12585 1751 0,'0'0'245'16,"0"0"-90"-16,0 0 58 15,2 104-100-15,15-86-40 16,12-10 22-16,9-8 18 0,5 0-113 16,-1-16-46-1,-9-8-139-15,-8-6 52 0,-14 0 94 16,-11-2 30-16,-9 2-25 16,-22 6-117-16,-11 7 51 15,-25 13 69-15,13 4-94 16,7 0-561-16</inkml:trace>
  <inkml:trace contextRef="#ctx1" brushRef="#br0" timeOffset="181870.99">4400 11620 1803 0,'0'0'587'0,"0"0"-388"0,0 0 136 0,0 0-139 16,0 0-97-16,0 0-52 0,0 0-44 15,54-136-3 1,-17 84-12-16,3-4-15 0,-2-5-14 16,-5 3-5-16,-8 2 8 15,-7 4-27-15,-7 8 27 16,-7 12 38-1,-4 10 26-15,0 10 30 0,0 8-26 16,0 4-30-16,0 6-15 16,0 20 15-16,-4 16 8 15,-5 10 31-15,-1 10-18 16,-2 4-13-16,1-1-8 16,5-3-54-16,0-8-154 15,6-4-135-15,6-14-269 16,9-14-944-16</inkml:trace>
  <inkml:trace contextRef="#ctx1" brushRef="#br0" timeOffset="182189.53">5003 11416 1987 0,'0'0'805'0,"0"0"-515"0,0 0-78 0,0 0-106 15,0 0-64-15,0 0-17 16,0 0-11-16,83-12-13 0,-36 6-1 15,6 0-48 1,5 0-69-16,23-2-130 16,-15 2-377-16,-12-1-350 0</inkml:trace>
  <inkml:trace contextRef="#ctx1" brushRef="#br0" timeOffset="182835.83">5850 11373 1060 0,'0'0'911'0,"0"0"-669"0,0 0 4 0,0 0-50 0,0 0-103 15,0 0 10-15,0 0 1 16,79 23-33-16,-51-14-30 16,1 2-26-16,2-4-15 15,0 0-28-15,12-5-168 16,-9-2-157-16,-8 0-544 0</inkml:trace>
  <inkml:trace contextRef="#ctx1" brushRef="#br0" timeOffset="183155.57">6430 10818 380 0,'0'0'1090'0,"0"0"-908"0,0 0-96 16,0 0 111-16,0 0 25 15,-83 117 25-15,46-58-52 16,-3 12-5-16,-5 5-64 16,3 2-69-16,-1-4-41 15,9-6-16-15,7-10-10 16,17-11-104-16,10-19-110 15,6-12-302-15,15-14-191 0</inkml:trace>
  <inkml:trace contextRef="#ctx1" brushRef="#br0" timeOffset="183487.87">6461 10872 1066 0,'0'0'788'16,"0"0"-613"-1,0 0 57-15,0 0-26 0,0 0-133 16,0 0 46-1,133-6 22-15,-58 6-41 16,27 0-25-16,31 0-31 0,27-18-19 16,8-6-6-1,-14-2-8-15,-34 2-10 0,-38 6-1 16,-20 6 0-16,-14 2-14 16,10 0-146-16,-12 4-313 0,-13 0-329 0</inkml:trace>
  <inkml:trace contextRef="#ctx1" brushRef="#br0" timeOffset="184729.52">6804 11203 1197 0,'0'0'534'16,"0"0"-341"-16,0 0 74 0,0 0-18 0,0 0-90 0,0 0 33 0,0 0-12 16,27-86-77-1,-27 84-37-15,-7 2-38 0,-13 0-28 16,-5 0-9 0,-6 14 9-16,-2 10 9 0,-3 8 2 15,3 2 4-15,4 7 0 16,6-1-9-16,8-3 3 15,6 2-8-15,9-7 5 16,0-6-5-16,0-4-1 16,22-10 0-16,9-6 0 0,7-6-28 15,7 0-28 1,1-12-98-16,6-13-104 0,-2 0-18 16,-4-8-15-1,-6 4 96-15,-9-2 126 0,-9 8 69 16,-8 5 150-16,-9 7 100 15,-5 9-75-15,0 2-94 16,-5 0-45-16,-9 4 13 16,1 10 5-16,4 0 1 15,2 3 0-15,5-3-19 16,2-3-7-16,0 1-10 0,7-2-3 16,7-2 1-1,1-4-5-15,3-1-12 0,-1-3-36 16,1 0-22-16,-3-3 16 15,-3-9-1 1,-5-2 10-16,-5-1 9 0,-2-2-3 16,0 2 14-16,-4 0 13 15,-13 3 7-15,5 4 27 16,1 4 22-16,3 3 33 16,4 1-29-16,4 0-44 15,0 0-5-15,0 0-11 16,16 0-11-16,3 0 11 0,8 0-71 15,0-5-20-15,4-5 4 16,1-8-17-16,-3-2 44 16,-3-6 10-16,-3 0-8 15,-6 0 37-15,-5 2 21 16,-6 8 98 0,-1 6 60-16,-5 4 27 0,0 6-91 0,0 0-78 15,0 6-14 1,0 14 8-16,0 8 14 0,0 6 18 15,0 2-5 1,0 0-14-16,0-2-16 16,0-4-6-16,0-6 6 15,0-6 1-15,0-3-8 16,-5-5-44-16,-1-10-210 0,2 0-259 16,1-3-246-16</inkml:trace>
  <inkml:trace contextRef="#ctx1" brushRef="#br0" timeOffset="185061.92">7417 11143 1842 0,'0'0'500'0,"0"0"-451"0,0 0-11 0,0 0 56 0,0 0 26 0,0 0 67 16,0 0-56-1,25 104-57-15,-21-82-48 0,0-6-15 16,5-8-2-1,3-5 7-15,1-3 8 0,7-9-24 0,-3-11-92 16,1-4-125 0,-7-6 0-1,-6 2-31-15,-5 0-17 16,0 6 221-16,-3 10 44 16,-10 12 301-16,0 0-181 15,0 20-16-15,8 12-7 16,5 4 66-16,2 2 13 0,27-4-43 15,16-2-74-15,10-5-38 16,12-11-21-16,7-6-63 16,16-9-125-16,-22-1-170 15,-17 0-379-15</inkml:trace>
  <inkml:trace contextRef="#ctx1" brushRef="#br0" timeOffset="186068.02">4801 12033 1030 0,'0'0'932'0,"0"0"-667"0,0 0-101 15,0 0-12-15,0 0-75 0,0 0-16 16,0 0 35-16,118-68-19 0,-69 66-23 16,9 0-12-1,8 0-20-15,6 2-20 0,6-4 32 0,7-2-4 16,6-4-5-1,21-4-16-15,21-6-8 16,25 0-1-16,5 0 0 16,-27 4-12-16,-36 8-12 0,-33 2 5 31,-7 4 10-31,7 0 7 0,7 0 2 0,6 0-1 16,-6 2 0-1,-5-2 0-15,-5 2 0 0,-2-2 1 16,1 0-1-1,-1-2 1-15,3-1 0 0,1-2 0 0,6-1 0 32,1-2 1-32,6-2 0 15,-2-1-1-15,4 2 0 0,1-1 0 16,-4-1 0-16,-3 1 0 16,-5 2 0-16,-7 0 0 15,-11 5 0-15,-7 1 1 16,-9 1-1-16,-9 1 0 0,-12 2 0 15,-5 0-6 1,-6 0-39-16,-4 0-87 0,0 0-94 16,0 0-68-1,-10 5-225-15</inkml:trace>
  <inkml:trace contextRef="#ctx1" brushRef="#br0" timeOffset="186701.59">6270 12372 1209 0,'0'0'782'0,"0"0"-498"0,0 0 72 0,0 0-44 0,0 0-184 0,0 0-66 15,0 0-32-15,29-36-17 16,-8 30 2-16,4 2-1 16,4 4-14-16,-2 0-2 15,0 14 1-15,-6 12-5 16,-5 8 0-16,-11 6 5 16,-5 5 0-16,0-1 1 0,-7 0 5 15,-9-2-3 1,5-10-1-16,5-6 1 0,6-8 5 15,0-8-7 1,0-6 0-16,13-4-6 0,12-4 4 16,4-18-34-16,2-12-69 15,0-6-110-15,-2-4 17 16,-9 5 91 0,-9 10 107-16,-9 15 155 0,-2 11-27 15,-6 3-110-15,-15 13-12 16,4 10 24-16,5 4 23 0,10 0 21 15,2 0-13 1,19-5-19-16,16-4-15 16,13-6-18-16,6-6-9 15,20-6-117-15,-13 0-231 16,-13-4-312-16</inkml:trace>
  <inkml:trace contextRef="#ctx1" brushRef="#br0" timeOffset="187328.66">6877 12254 1403 0,'0'0'568'0,"0"0"-364"0,0 0-33 0,0 0-3 0,0 0-76 0,0 0-11 15,0 0 14 1,-4-10-11-16,4 10-41 0,0 0-43 15,0 0-3 1,0 0-18-16,-2 0-6 0,-3 0-9 0,-1 8 15 31,-4 2 15-31,2 0 6 0,-3-2 0 16,4 0 0-16,0-6 8 16,5 0 1-16,2-2 9 15,0 0 7-15,0 0 17 16,0 0-2-16,0-8-25 0,6-4-13 0,4 0-1 31,1 0 35-31,-3 2 25 0,4 4-11 0,-1 0-34 31,1 4-7-31,-4 2-9 16,-1 0 0-16,-5 0-10 0,-2 18-5 16,0 8 15-1,-9 4 0-15,-9 4 40 16,1-2-2-16,3-6-10 15,10-4-10-15,4-4-6 0,10-8 6 16,22-6 2-16,13-4-5 16,8 0-15-1,12-4-52-15,41-26-115 16,-14 2-188-16,-7 2-315 0</inkml:trace>
  <inkml:trace contextRef="#ctx1" brushRef="#br0" timeOffset="187883.59">8645 11671 62 0,'0'0'1746'0,"0"0"-1170"0,0 0-299 0,0 0-3 0,0 0-138 16,0 0-74-16,0 0-26 16,110 0-11-16,-60 0-25 15,14 0-19 1,-10 0-228-16,-18 1-487 0</inkml:trace>
  <inkml:trace contextRef="#ctx1" brushRef="#br0" timeOffset="188017.65">8609 11969 2638 0,'0'0'531'0,"0"0"-529"15,0 0 10-15,0 0-12 0,163 0-45 16,-59-8-147-1,-15-4-67-15,-4-2-407 0</inkml:trace>
  <inkml:trace contextRef="#ctx1" brushRef="#br0" timeOffset="188384.25">10091 11722 1575 0,'0'0'1114'0,"0"0"-833"16,0 0-184-16,0 0-97 15,0 0-24-15,0 0-249 16,0 0-239-16,46-10-400 0</inkml:trace>
  <inkml:trace contextRef="#ctx1" brushRef="#br0" timeOffset="188510.6">10688 11711 1706 0,'0'0'966'0,"0"0"-966"16,0 0-505-16,0 0 377 15,0 0-548-15</inkml:trace>
  <inkml:trace contextRef="#ctx1" brushRef="#br0" timeOffset="188645.66">11510 11654 2179 0,'0'0'460'16,"0"0"-460"-1,0 0-757-15,0 0-734 0</inkml:trace>
  <inkml:trace contextRef="#ctx1" brushRef="#br0" timeOffset="188748.13">11905 11694 2438 0,'0'0'177'0,"0"0"-177"16,0 0-257-16,0 0-1078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2T09:52:21.92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1792 16615 945 0,'0'0'283'16,"0"0"-72"-16,0 0-8 15,0 0-48-15,0 0-7 16,-15-54-27-16,11 40-27 0,4 7-8 16,-2-2-33-1,0 3 44-15,2 1-29 0,-2 2 3 16,0 3 20-16,0 0-61 15,0 0-12-15,2-4-2 16,0 4-15-16,0 0-2 16,0-5-15-16,0 5 15 15,0-5 0-15,0-3-14 16,2-2-51-16,0-2 66 16,2 1-21-16,-2 4 0 15,4-3-6-15,-4-2 27 16,-2 6-6-16,0-2 7 15,0 8-1-15,0-4 35 16,0 4-28-16,0 0 9 16,0 0-2-16,0 0 5 0,0 0-6 15,2 26-13-15,4 14 0 16,1 19 66-16,4 8-9 16,0 8-32-16,5-4-17 15,2-4 3-15,2-4-11 16,2-10 0-16,0-2-29 15,3-7-59-15,-2-13-141 16,-2-9-47-16,-7-8-106 16,-8-6-367-16</inkml:trace>
  <inkml:trace contextRef="#ctx0" brushRef="#br0" timeOffset="224.81">1596 16784 1407 0,'0'0'691'15,"0"0"-603"-15,0 0-17 16,0 0 16-16,0 0-25 16,0 0-13-16,160-40-34 15,-91 40-15-15,2 0-12 16,-1 0-83-16,7 9-92 15,-16-4-130-15,-19-5-431 0</inkml:trace>
  <inkml:trace contextRef="#ctx0" brushRef="#br0" timeOffset="416.61">2088 16487 798 0,'0'0'1022'0,"0"0"-916"15,-80 125-30-15,46-60 63 16,3-2-49-16,7-1-29 16,4-12-61-16,8-10-15 15,4-8-93-15,-13-15-131 16,4-12-253-16,-8-5-799 0</inkml:trace>
  <inkml:trace contextRef="#ctx0" brushRef="#br0" timeOffset="568.47">1515 16691 2092 0,'0'0'276'16,"0"0"-233"-16,0 0 0 15,148 13-32-15,-80 6-7 16,9 7-4-16,2 1 0 16,4-1-33-16,17-6-224 15,-21-8-119-15,-17-9-1334 0</inkml:trace>
  <inkml:trace contextRef="#ctx0" brushRef="#br0" timeOffset="894.9">2726 16186 1340 0,'0'0'545'0,"0"0"-481"15,-116-4 25-15,62 26 75 16,6 14-62-16,5 12 0 16,12 7-50-16,13 11-9 15,13 2 0-15,5-5-10 16,23-2 13-16,22-11-21 15,13-10-24-15,11-13-1 0,8-17-7 16,4-10-65-16,-1 0-32 16,14-51-164-16,-21 1-219 15,-17-2-486-15</inkml:trace>
  <inkml:trace contextRef="#ctx0" brushRef="#br0" timeOffset="1511.92">3007 16022 1798 0,'0'0'230'16,"0"0"-174"-16,0 0-22 16,0 0 41-16,-38 128 37 15,38-34-7-15,0-4-13 16,0 7 13-16,6-3-65 16,7-26-19-16,3-2 1 15,1-11-22-15,0-20 7 0,3-12-7 16,0-11-7-16,2-12-5 15,3 0-24-15,4-22-3 16,2-19-50-16,-2-7-82 16,-2-1 13-16,-10 8 53 15,-3 15 105-15,-10 16 59 16,-4 10-35-16,0 14-23 16,0 23 122-16,0 6-21 15,3-2-34-15,5-2-45 16,6-11-7-16,6-5 2 15,4-9-18-15,7-10-10 16,7-4 9-16,1-4-60 0,1-20-52 16,-5-10-100-16,-8-3-15 15,-7-3 105-15,-7 4 17 16,-8 10 106-16,-5 16 178 16,0 10 27-1,0 0-71-15,-7 19-52 0,5 7 18 16,2 1-1-16,0-1-74 15,16-4-23-15,10-7-1 16,8-11-1-16,2-4-21 16,-1 0-41-16,-1-14-45 15,-8-13-89-15,-5-5 1 0,-8-1-34 16,-5-8 5 0,-5 5 116-16,-3 9 108 0,0 8 205 15,0 15 81-15,0 4-135 16,0 18-105-16,0 14 88 15,2 8-45-15,5 0-62 16,4-4-27-16,9-5-58 16,-5-9-167-16,-1-12-328 0</inkml:trace>
  <inkml:trace contextRef="#ctx0" brushRef="#br0" timeOffset="1668.86">3812 16133 1332 0,'0'0'1123'16,"0"0"-1093"-16,0 0-30 15,0 0-24-15,-18 174 4 16,18-103-244-16,0-13-627 0</inkml:trace>
  <inkml:trace contextRef="#ctx0" brushRef="#br0" timeOffset="1916.02">4267 16663 948 0,'0'0'681'0,"0"0"-443"0,0 0-70 15,0 0-6-15,-27 100-84 16,27-84-11-16,8-5-1 16,15-7-36-16,8-4-30 15,5 0-17-15,8-41-199 16,-8 2-176-16,-10-2-1120 0</inkml:trace>
  <inkml:trace contextRef="#ctx0" brushRef="#br0" timeOffset="2161.9">4425 16535 1061 0,'0'0'913'0,"0"0"-752"0,0 0-77 16,-14 102 41-16,14-40-67 16,7 6-20-16,8 7 51 15,3 7-26-15,-5 2-1 16,-2-3-35-16,-3-1 6 16,-8-8 13-16,0-6-45 15,0-11-1-15,-5-11 6 16,-9-13-5-16,1-9-2 15,2-17-9-15,0-5 10 16,0-23 0-16,6-27-11 16,5-16-50-16,0-10 28 15,18-49-99-15,7 23-212 16,0 12-293-16</inkml:trace>
  <inkml:trace contextRef="#ctx0" brushRef="#br0" timeOffset="2335.88">4554 16138 1159 0,'0'0'1335'0,"0"0"-1157"16,0 0-160-16,0 0-18 16,0 0-12-16,-7 114 0 15,7-55-15-15,0 17-133 16,2-22-228-16,9-10-659 0</inkml:trace>
  <inkml:trace contextRef="#ctx0" brushRef="#br0" timeOffset="2468.75">4774 16477 1415 0,'0'0'359'0,"0"0"-312"16,0 0-47-16,-2 102-60 15,-5-69-344-15</inkml:trace>
  <inkml:trace contextRef="#ctx0" brushRef="#br0" timeOffset="2561.8">4759 16749 1196 0,'0'0'517'0,"0"0"-386"16,0 0-131-16,0 0-120 0</inkml:trace>
  <inkml:trace contextRef="#ctx0" brushRef="#br0" timeOffset="3145.01">5970 16332 1088 0,'0'0'534'16,"0"0"-457"-16,0 0-19 16,0 0 144-16,0 145 25 15,2-79-74-15,6 3 0 16,3-4-71-16,3-2-57 15,1-13-1-15,-1-10-24 16,1-10-13-16,-1-12-54 16,1-8-72-16,3-15-81 15,-3-22-65-15,-3-9-755 0</inkml:trace>
  <inkml:trace contextRef="#ctx0" brushRef="#br0" timeOffset="3318.49">6132 16348 1832 0,'0'0'361'16,"0"0"-280"-16,0 102-23 16,2-35 29-16,9 5-27 15,5 2 13-15,4 3-23 16,4-9-42-16,3-7-8 16,0-10-82-16,-3-3-117 15,-5-17-272-15,-13-14-661 0</inkml:trace>
  <inkml:trace contextRef="#ctx0" brushRef="#br0" timeOffset="3474.66">5762 16837 1955 0,'0'0'509'0,"0"0"-509"15,0 0-8-15,0 0 2 16,131-17-2-16,-39 1-77 15,-16 2-181-15,-7 0-773 0</inkml:trace>
  <inkml:trace contextRef="#ctx0" brushRef="#br0" timeOffset="3879.24">6342 16964 1538 0,'0'0'529'0,"0"0"-323"16,0 0-50-16,0 0-100 16,0 0-47-16,137-127-9 15,-92 69-104-15,-3-7-119 16,-5-8-16-16,-14-2 104 15,-9 8 103 1,-11 4 32-16,-3 14 121 0,-3 15 215 0,-11 15-60 16,6 14-106-16,1 5-90 15,7 14-28-15,0 21-51 16,13 16 7-16,16 11 22 16,5 4-15-16,1-4-15 15,-4-4 18-15,-10-9-18 16,-15-3 0-16,-6-7 0 15,-8 2 0-15,-26-1-2 16,-24-8-180-16,9-6-300 16,5-12-897-16</inkml:trace>
  <inkml:trace contextRef="#ctx0" brushRef="#br0" timeOffset="4856.49">7501 16431 1483 0,'0'0'496'0,"0"0"-373"16,0 0 1-16,0 0 48 15,0 0-79-15,0 0-51 16,0 0-42-16,4 77 36 16,2-19 95-16,2 13-56 15,0-4-14-15,-1-4-18 16,1-8-43-16,0-8 0 16,1-14 0-16,-1-6 0 15,2-15-9-15,3-3-58 16,3-9-72-16,3 0 20 15,6-55-154-15,-7 8-278 16,-3-11-962-16</inkml:trace>
  <inkml:trace contextRef="#ctx0" brushRef="#br0" timeOffset="5778.92">7683 16575 1773 0,'0'0'384'0,"0"0"-233"16,0 0-2-16,-62 134 12 15,60-85-72-15,2-9-33 16,18-4-13-16,22-4-25 15,16-15-6-15,10-8-8 16,5-9-4-16,1-4-16 16,-5-24-44-16,-11-10-61 15,-12-8-8-15,-15-9-77 16,-11-15-95-16,-11-6 109 16,-7 0-5-16,0 4 197 15,-21 10 69-15,0 13 196 16,-2 21 21-16,1 12-123 15,-1 16-72-15,6 0-50 0,1 35-5 16,7 9 13-16,5 20 18 16,4 8-24-16,0 7 41 15,6-8-77-15,13-4 17 16,-2-13-14-16,5-10-9 16,5-9 7-16,2-12-8 15,5-14-14-15,3-4 13 16,5-5-35-16,1-18-61 15,-1-13-51-15,-3-10-95 16,-8 1-14-16,-9 0 118 16,-11 13 139-16,-9 13 167 15,-2 14 4-15,0 0-58 0,0 7-69 16,0 14 45-16,-2 2-8 16,2 7-23-16,0-7-33 15,0 0 12 1,0-5-36-16,0-4-1 0,7-6-7 15,-5-4-30-15,0-1-5 16,-2-3 21-16,0 0 21 16,0-21-13-16,0-5-109 15,0-11 45-15,0 5 37 16,7 6 40-16,-1 8 43 16,1 11 16-16,4 7-38 15,5 0 16-15,4 0-37 16,9 0 0-16,6 7 8 0,6-2-8 15,1-5 8-15,0 0-8 16,-1 0-11-16,-6-5 5 16,-6-9-69-16,-8-4-7 15,-8 0-41-15,-7 6 7 16,-6 2 116-16,0 6 42 16,0 4 26-16,0 14-40 15,0 22 30-15,0 12 49 16,0 15-20-16,0 9-42 15,0 0 13-15,0 2-4 16,0-2-25-16,0-4 18 16,0-5-26-16,0-11 5 15,0-10-11-15,-9-3-15 16,-15-7 23-16,-7-11-22 0,-7-3 7 16,-5-11-13-16,5-7 11 15,7 0-6-15,12-20 2 16,11-15-2-16,8-9 0 15,14-7-17-15,22-2 1 16,8-1 16-16,5 1-119 16,3-9-41-16,-15 13-117 15,-14 5-317-15</inkml:trace>
  <inkml:trace contextRef="#ctx0" brushRef="#br0" timeOffset="5935">8283 16517 1914 0,'0'0'571'16,"0"0"-387"-16,0 0-97 16,0 0-52-16,109-116-33 15,-60 98 11-15,5 13-13 16,-2 5-77-16,-2 31-124 16,-14 9-370-16,-14 2-932 0</inkml:trace>
  <inkml:trace contextRef="#ctx0" brushRef="#br0" timeOffset="7210.23">9575 16874 849 0,'0'0'1061'15,"0"0"-827"-15,0 0-144 16,0 0-29-16,0 0 26 16,0 0-20-16,0 0-5 15,148-98-32-15,-107 50-30 16,-6-7-11-16,-4-6 11 15,-8-11-45-15,-8 1-20 16,-11 3 25-16,-4 6 19 16,0 11 21-16,0 13 16 15,-13 18 46-15,-3 13 14 16,-1 7-61-16,-3 17-14 0,-3 27 8 16,6 15 22-1,3 21 57-15,7 5-9 0,7 5-32 16,0-11-6-16,16-7-35 15,10-13 0-15,3-15-5 16,6-13 1-16,0-8 1 16,5-14-3-16,2-9-20 15,1-5 1-15,-3-22-94 16,-5-14-2-16,-6-3-23 16,-8-5-96-16,-11 5 131 15,-7 16 103-15,-3 10 125 16,0 15 76-16,0 3-137 15,-7 14-45-15,-6 15 8 16,1 8 25-16,4-1 14 0,3-6-39 16,3 2-27-16,2-10 0 15,0-4-48-15,0-4-51 16,11-10-54-16,1-4-57 16,1 0 48-16,-2-9-28 15,0-8-9-15,-2-1 199 16,-3 7 105-16,-3 8 210 15,1-1-13-15,8 4-165 16,5-5-81-16,8 0-47 16,8 1-7-16,6-10-4 15,-4 2-45-15,-4-6-102 16,-6-5-134-16,-16-3-58 16,-9 2-203-16,0 2 253 15,-27 8 291-15,-7 2 136 16,1 12 223-16,0 0-16 0,6 22-53 15,6 9-94-15,11 5-40 16,10 3-64-16,0 2-41 16,15-9-1-16,16-1-24 15,4-8-1-15,6-5-18 16,-3-10-7-16,-3-8-2 16,-1 0-28-16,-5 0-13 15,-2-17 13-15,-5-10-27 16,1-1 4-16,-6 2-17 15,-3 0 1-15,-6 12 69 16,-3 4 37-16,-3 10 0 16,-2 0 6-16,0 10-42 15,0 12 35-15,0-1 23 0,-2 8-47 16,0-12 3-16,2 0-15 16,0-11-10-1,0-2-14-15,13-4-37 16,11-4 21-16,7-10-171 0,5-9-49 15,0 2 143-15,-4 3 111 16,-5 8 6-16,-8 6 119 16,-3 4-24-16,-5 0 0 15,-5 9-17-15,-1 14-13 16,-5-2-19-16,0 2-18 16,0-5-27-16,-3 1-1 15,-18-7-31-15,-29-12-138 0,3 0-148 16,-3 0-1224-16</inkml:trace>
  <inkml:trace contextRef="#ctx0" brushRef="#br0" timeOffset="7357.82">10119 16605 1667 0,'0'0'732'16,"0"0"-511"-16,0 0-170 15,131-76-38-15,-65 67-7 16,9 6-6-16,4 3 0 15,14 18-85-15,-19 13-438 16,-18-4-1319-16</inkml:trace>
  <inkml:trace contextRef="#ctx0" brushRef="#br0" timeOffset="7822.98">11747 16254 1685 0,'0'0'545'16,"0"0"-534"-16,0 0 37 15,0 0-42-15,-13 161 77 16,6-81 42-16,2 11 18 0,3-4-57 16,2-2-37-1,0-13-46-15,11-10 6 0,9-13-7 16,1-10-2-16,-2-11-37 16,4-10-69-16,-1-18-95 15,-7 0-129 1,-7-10-311-16</inkml:trace>
  <inkml:trace contextRef="#ctx0" brushRef="#br0" timeOffset="8378.74">11379 16745 1573 0,'0'0'720'16,"0"0"-563"-16,0 0-127 15,0 0-19-15,156-46-11 16,-79 34 0-16,2 7 32 0,2-4-32 15,-8 9 11-15,-11 0 23 16,-14 13 14-16,-19 15 4 16,-14 2 6-16,-11 5-3 15,-4 2 26-15,0-1-63 16,0-10-4-16,0-9-9 16,0-6-4-16,0-2-2 15,0-9-17-15,2 0-30 16,12-9 30-16,4-14-34 15,4-12-113-15,-2-5-91 16,-5 4-18-16,-5 4 226 16,-6 10 48-16,-4 13 247 15,0 9-41-15,0 0-151 16,-4 22-8-16,0 5 46 0,4 1-11 16,0 2-26-16,8-2-34 15,21-6-21-15,9-5 1 16,9-12-2-16,6-5-14 15,1-5 8-15,-3-22-59 16,-11-4-35-16,-11-4-24 16,-13-2-15-16,-11 5-9 15,-5 2 148-15,-5 12 22 16,-15 10 90-16,0 8-17 16,2 0 32-16,2 22-25 15,8 9-39-15,8 0 15 16,0 6-44-16,6 2-9 15,19-4-25-15,2 0-3 16,-1-1-64-16,-13-2-191 0,-8-6-347 16,-5-14-870-16</inkml:trace>
  <inkml:trace contextRef="#ctx0" brushRef="#br0" timeOffset="8490.84">12077 17128 2034 0,'0'0'424'15,"0"0"-424"-15,0 0-123 16,0 0-226-16,154-32-1236 0</inkml:trace>
  <inkml:trace contextRef="#ctx0" brushRef="#br0" timeOffset="8965.84">13373 16168 1822 0,'0'0'471'0,"0"0"-413"15,0 0-58-15,0 0 0 16,-37 144 71-16,18-25 81 16,3-3 18-16,9-7-73 15,7-25-48-15,0-22-24 16,15-4-25-16,10 2 2 0,2-12-13 16,4-17-4-1,0-14-52-15,-2-11-85 0,-13-6-121 16,-9-23-230-16,-7-3-1053 15</inkml:trace>
  <inkml:trace contextRef="#ctx0" brushRef="#br0" timeOffset="9482.84">13118 16740 1768 0,'0'0'579'0,"0"0"-430"16,0 0-118-16,0 0-31 15,145-53 0-15,-80 39-8 16,3 4 8-16,0 3 0 15,-9 7 1-15,-11 0 25 16,-19 14 0-16,-19 20 15 0,-10 6 63 16,-6 10-7-16,-17-2-21 15,0-7-52-15,2-9-17 16,7-11 4-16,10-11-11 16,4-6-14-16,0-4-7 15,12 0-34-15,15-21 22 16,6-13-80-16,2-1-103 15,-3 0 35-15,-10 4 91 16,-7 9 90-16,-10 12 219 16,-5 10-101-16,0 0-50 15,0 22-53-15,0 10 52 16,0 4 33-16,0 0-49 16,0-4-15-16,4-2-11 15,12-7-24-15,4-9-2 16,2-7 1-16,3-2-18 0,-1-5 9 15,-1 0-45-15,-6-23-32 16,1-3-20-16,-5-6 27 16,1 2 28-16,-5 2 34 15,-3 10 17-15,-1 6 195 16,-2 12-72-16,-1 0-82 16,0 4-41-16,2 22 1 15,1 2 7-15,1 2-8 16,-1 6-8-16,-1-10-9 15,-1-7-138-15,1-2-107 16,-4-17-345-16</inkml:trace>
  <inkml:trace contextRef="#ctx0" brushRef="#br0" timeOffset="9684.68">13830 16489 608 0,'0'0'2067'0,"0"0"-1789"15,0 0-263-15,0 0-15 16,0 0-45-16,2 116-10 16,-2-44-84-16,0 9-44 15,0-5 3-15,-10 0-29 16,4-13 64-16,-3-10 65 0,3-9-29 16,0-18-111-1,4-11-100-15</inkml:trace>
  <inkml:trace contextRef="#ctx0" brushRef="#br0" timeOffset="10627.23">14549 16624 1495 0,'0'0'726'0,"0"0"-546"15,0 0-180-15,0 0-5 16,0 0-13-16,134-53 18 16,-83 71 2-16,-2 22 57 15,-11 13-32-15,-13 9 26 16,-17 2 57-16,-8-3-10 15,0-1-9-15,-13-13-32 16,-3-11-48-16,5-10 18 16,5-16-29-16,6-6-1 15,0-4 1-15,0-4-18 16,9-24 10-16,9-19-145 0,1-16-81 16,-3-10 10-16,-3 3-6 15,-5 12 189-15,-6 14 41 16,-2 26 345-1,0 18-131-15,-5 4-159 0,-11 31-45 16,0 10 114-16,3 8-45 16,9 0-10-16,4-2-32 15,9-3-10-15,20-8-1 16,8-12-26-16,9-1 0 16,-2-13 3-16,-6-7-3 15,-6-2-7-15,-15-5-8 16,-5 0 10-16,-8 0 4 0,-4 0 1 15,0 0 0 1,0 5 26-16,2-1-26 0,9 9 1 16,9-3 15-16,11-3-1 15,9 0 9-15,5-7-24 16,-1-7 9-16,-8-15-18 16,-11-14 9-16,-21-3-22 15,-4-2-13-15,-23-2 7 16,-21 11 16-16,-10 9-35 15,-4 15-20-15,-4 12-69 16,16 18-148-16,15 2-382 0</inkml:trace>
  <inkml:trace contextRef="#ctx0" brushRef="#br0" timeOffset="11610.8">15742 17034 833 0,'0'0'756'0,"0"0"-504"0,0 0-47 15,0 0 72-15,0 0-14 16,0 0-78-16,0 0-68 16,0-18-13-16,0 18-51 15,0 0-18-15,0 0-20 16,0 10-14-16,-7 16-1 16,-4 15 8-16,-7 17-8 15,-11 10 21-15,-9 6-21 16,-4 2-15-16,1 0-45 15,-5 15-81-15,11-25-178 16,8-16-532-16</inkml:trace>
  <inkml:trace contextRef="#ctx0" brushRef="#br0" timeOffset="12192.98">16955 16295 1164 0,'0'0'986'0,"0"0"-764"16,0 0-163-16,0 0-13 16,0 0-40-16,0 0-7 15,0 0 2 1,-5 114 58-16,5-3 81 0,0 2-57 15,0-10-23-15,2-19-14 16,1-21-40-16,-1-5-4 16,2 5 5-16,-1-15-7 15,1-16-1-15,0-5-77 16,-2-14-95-16,-2-9-81 16,-2-4-117-16,-18-9-144 15,-4-17-783-15</inkml:trace>
  <inkml:trace contextRef="#ctx0" brushRef="#br0" timeOffset="12597.98">16428 16740 1840 0,'0'0'493'0,"0"0"-434"16,0 0-26-16,0 0-32 16,160-35 21-16,-52 25-9 15,31-2-5-15,-8 2 8 16,-13 0-15-16,-24 3 42 15,-39 7 12-15,-2 0-39 16,-8 3-1-16,-22 20-14 16,-23 4 42-16,0 17 29 0,-31 5 5 15,-12 5-30-15,-6-4 11 16,2-10-37-16,9-6-3 16,9-15-10-16,13-6-7 15,12-5-2-15,4-8-22 16,2 0-24-16,25-16 18 15,8-12-146-15,8-7 13 16,-1-6-58-16,-6 7 53 16,-11 10 167-16,-12 12 147 15,-6 7 32-15,-5 5-80 16,0 17-90-16,5 7 108 16,-1 10-49-16,8 2-32 15,1 1-19-15,8-11-17 0,8-3-44 16,27-19-86-1,-6-4-204-15,-8 0-662 0</inkml:trace>
  <inkml:trace contextRef="#ctx0" brushRef="#br0" timeOffset="13476.84">17861 16682 793 0,'0'0'397'16,"0"0"83"-16,0 0-249 16,-2 104 10-16,-2-60-55 15,0 0-50-15,1 2-32 16,1-2 2-16,2-9-42 0,0-3-34 16,0-6 1-16,0-13-31 15,0-4 0-15,0-8 10 16,0-1-10-1,0 0 15-15,0-6-3 0,0-23-12 16,13-8-107-16,10-13-14 16,6 2-80-16,0 4-41 15,-2 12 153-15,-5 14 89 16,-7 18 64-16,-4 0 38 16,-3 6 26-16,-4 20-9 15,-2 0-7-15,-2 6-5 16,0-6-53-16,2 0-16 0,5-4-27 15,7-3-5-15,3-10 6 16,10-5-12-16,6-4-9 16,8 0 7-16,3-22-32 15,-4-10-53-15,-4-2-14 16,-12-2-18-16,-6 8 33 16,-9 5 86-16,-5 8 73 15,-4 13 70-15,0 2-97 16,0 0-24-16,0 14-1 15,0 12 58-15,-2 2-9 16,2-1-29-16,0-1-25 16,0-6 8-16,2-5-24 15,2-4 0-15,2-8 0 0,-6 1 0 16,0-4 3-16,0 0-3 16,2-7 0-16,7-19-10 15,9-11-153-15,8-9 16 16,10 2-5-16,4 4-67 15,-2 13 143-15,-5 18 76 16,-8 9 49-16,-5 4 109 16,-7 18-54-16,-7 10 35 15,0 0-23-15,-6-2-18 16,0 2-19-16,0-6-55 16,0-4-23-16,-2-7 7 15,-4-8-8-15,6-5-21 16,-2-2-34-16,0 0-4 15,-2-2 7-15,-1-20-15 16,3-7-562-16,2-8 101 0,0-3-9 16,4 4 479-1,5 6 58-15,1 7 655 0,-4 13-92 16,-4 6-225-16,-2 0-117 16,0 4-121-16,0 0-76 15,0 0-13-15,0 0-11 16,0 0-139-16,0 0-111 15,-8-1-287-15,-4-7-742 0</inkml:trace>
  <inkml:trace contextRef="#ctx0" brushRef="#br0" timeOffset="13641.49">18564 16036 2405 0,'0'0'530'15,"0"0"-527"-15,0 0 18 0,0 0-34 16,-178 150 13-16,87-25 0 16,-5 23-36-16,20-21-222 15,24-36-489-15</inkml:trace>
  <inkml:trace contextRef="#ctx0" brushRef="#br0" timeOffset="14350.52">18627 16525 1938 0,'0'0'787'16,"0"0"-602"-16,0 0-113 0,0 0-72 15,0 0-45-15,0 0-35 16,0 0-125-1,33 4-371-15,-16 14-388 0</inkml:trace>
  <inkml:trace contextRef="#ctx0" brushRef="#br0" timeOffset="14992.61">19487 16687 1640 0,'0'0'621'0,"0"0"-464"15,0 0-98-15,0 0-22 0,0 0-31 16,0 0 17-16,127 31 2 16,-103 9-3-16,-5 6 45 15,-13 10-1-15,-4-6-11 16,-2 1 3-16,0-8-25 15,-4-13-12-15,-6-7 0 16,6-10-21-16,2-4 0 16,2-9-8-16,0 0 9 15,0-5-2-15,4-21-14 16,12-23-139-16,7-9-13 16,-2-17 22-16,2 3-102 15,-5 6 169-15,-7 20 78 16,-9 20 295-16,-2 21-149 0,0 5-112 15,-11 26-24-15,-3 15 65 16,1 4 16-16,7 8-9 16,6-7-24-16,0 2-12 15,13-12-32-15,16-6-14 16,9-7 0-16,7-14-6 16,-3-9-4-16,-5 0-22 15,-5 0-5-15,-12-9 19 16,-9 4 12-16,-9 1 6 15,-2 4 51-15,0 0-26 16,0 0-16-16,0 0-9 16,9 4 1-16,9 10 10 15,6 0-5-15,5 2 1 0,5-9-1 16,-3-7-6-16,-4 0-1 16,-11 0 1-16,-12-19 5 15,-4-8 13-15,-20 1-18 16,-20-6 0-16,-7 6-12 15,1 3-70-15,0 14-136 16,17 9-307-16,16 0-663 0</inkml:trace>
  <inkml:trace contextRef="#ctx0" brushRef="#br0" timeOffset="15659.21">21059 16052 1916 0,'0'0'483'0,"0"0"-469"16,0 0-14-16,0 0 0 16,-23 144 27-16,14-20 95 15,0 33-4-15,0-10-17 16,7-35-7-16,0-40-42 16,2-28-25-16,0-1-13 15,0 3-13-15,6-7 13 16,8-11-14-16,4-14 0 15,4-5 0-15,5-9-12 0,6 0 12 16,3-23-7-16,-1-12-61 16,-6-9-17-16,-8 3-33 15,-11 5 77-15,-7 9 41 16,-3 18 97-16,0 9-60 16,0 0-37-16,0 6 1 15,-3 16 5-15,1 8 6 16,2 6 23-16,0-5-11 15,0 1-24-15,9-6 7 16,1-9-7-16,-4-2-33 16,-4-8-6-16,-2-7-104 15,-31 0-23-15,-9-7 7 16,-5-16-389-16</inkml:trace>
  <inkml:trace contextRef="#ctx0" brushRef="#br0" timeOffset="15766.78">20987 16670 2004 0,'0'0'693'15,"0"0"-515"-15,0 0-142 16,140-43-36-16,-66 43-1 16,42 0-97-16,-18 18-172 15,-9-4-603-15</inkml:trace>
  <inkml:trace contextRef="#ctx0" brushRef="#br0" timeOffset="16360.1">22469 16691 1940 0,'0'0'311'16,"0"0"-219"-16,0 0-92 0,-118 40 14 15,62 5 83-15,1 9 9 16,6 4 0-1,13-5-47-15,14-4-50 0,13-13 17 16,9-10-26-16,9-8-5 16,22-18-1-16,12 0-6 15,3-13-34-15,1-28-79 16,-9-7-150-16,-11-14-67 16,-12-14-51-16,-13-23 84 15,-2 9-9-15,0 3 315 16,-9 6 3-16,-1 35 628 15,-2 7-7-15,8 20-248 0,-1 15-184 16,1 4-132-16,2 22-57 16,-2 20 1-16,1 20 25 15,3 18 17-15,0 8-15 16,0 6 13-16,5-5-34 16,5-11 4-16,4-8-7 15,-3-8-4-15,2-16-28 16,-3-7-53-16,-4-15-125 15,-6-16-104-15,-4-8-257 16,-19 0-274-16</inkml:trace>
  <inkml:trace contextRef="#ctx0" brushRef="#br0" timeOffset="17142.95">21867 16794 1196 0,'0'0'1004'0,"0"0"-815"0,0 0-189 16,152-27 0-16,-65 27 36 15,9 5-17-15,5 17 39 16,-6 6 79-16,-12 10-34 16,-19 2-45-16,-17 6-16 15,-18-2-23-15,-11 0 29 16,-12-8-27-16,-1-3-6 16,-5-12-6-16,2-8-9 15,2-8 0-15,8-5-2 16,7 0-29-16,10-22 31 15,3-14-84-15,-3-10-187 16,-5-12-113-16,-12 2 41 16,-8 10 328-16,-4 12 15 15,0 15 360-15,-16 19-124 16,-4 0-118-16,-2 23-17 0,2 12-6 16,7 2 5-16,11 7-33 15,2 4-37-15,6-8-28 16,21 1 14-16,7-14-16 15,5-5-8-15,7-13 7 16,2-9-24-16,-1 0-7 16,0-18-54-16,-2-17-33 15,-8-1-7-15,-8 0 32 16,-10 9 94-16,-11 4 21 16,-6 15 127-16,-2 8-64 0,0 0-84 15,-6 5 19-15,-10 9 26 16,3 7 21-1,1-3-16-15,6-4-27 16,3-2-17-16,3-7-6 0,0 0-26 16,5-5-9-16,17 0 34 15,9-14-24-15,7-8-89 16,5-5 6-16,-1-4 67 16,-4 9 41-16,-7 5 34 15,-11 6 30-15,-7 11 5 16,-3 0-57-16,-8 6 1 15,-2 11 9-15,0 0 4 16,0-2 1-16,0-8-26 0,0 0 0 16,4-7 14-1,7 0-14-15,9 0-1 0,12 0-7 16,7-7-30-16,9-5-14 16,-2 5 6-16,-3 4 8 15,-8 3 37-15,-6 0-22 16,-8 18-30-16,-13 5-57 15,-8 4 18-15,-4-5 22 16,-27 4-66-16,-39-11-70 16,6-8-116-16,-3-7-707 0</inkml:trace>
  <inkml:trace contextRef="#ctx0" brushRef="#br0" timeOffset="17289.74">22498 16687 1744 0,'0'0'689'0,"0"0"-448"16,0 0-155-16,156-108-41 16,-98 90-29-16,-4 4-16 15,-3 2-12-15,-4-3-137 16,-14 3-207-16,-13-5-485 0</inkml:trace>
  <inkml:trace contextRef="#ctx0" brushRef="#br0" timeOffset="17417.55">23245 16168 1908 0,'0'0'283'15,"0"0"-219"-15,0 0-36 0,-58 188-28 16,-4-97-30-16,-5-7-281 16</inkml:trace>
  <inkml:trace contextRef="#ctx0" brushRef="#br0" timeOffset="19359.25">24591 16811 725 0,'0'0'895'0,"0"0"-517"16,0 0-34-16,0 0-15 15,0 0-125-15,0 0-123 16,0 0-47-16,-49-58-34 16,-2 77 0-16,-9 7 2 15,0 10-1-15,4 8 4 16,14-4-3-16,11-4-1 15,13-10-2-15,11-7-15 16,7-10-17-16,5-1 5 0,21-8-15 16,10 0 14-16,4-12-66 15,5-16-95-15,-3-7 11 16,-5-4-71-16,-2 3 64 16,-9 0 98-16,-8 10 88 15,-9 16 124-15,-5 10-4 16,-4 8-119-16,0 32 37 15,0 13 89-15,0 20 14 16,0 7 4-16,2 5-6 16,3 1-44-16,-5 2-27 15,0-4-43-15,0-8-4 16,0-3-21-16,-9-19 0 16,-2-15 7-16,0-7-6 0,-1-23-2 15,2-6-7-15,-6-3 8 16,-4-25-9-1,0-21 9-15,5-20-96 16,11-29 8-16,4 1-55 0,21-8-105 16,22 4-127-16,5 21 70 15,12 2 210-15,1 22 95 16,-5 17 179-16,-7 18 76 16,-9 9 41-16,-9 9-119 15,-11 5-87-15,-7 22 0 16,-6-1 12-16,-7 13-35 15,0-3-28-15,-9-4 7 16,-9-1-33-16,5-14 1 0,2-7-14 16,4-1 6-1,2-9-6-15,5 0 6 0,0-19-6 16,3-11-3-16,21-10-129 16,14-6 0-16,11-5-10 15,7 10-49-15,-2 5 42 16,-6 18 118-16,-5 6 31 15,-11 12 152-15,-13 0-19 16,-9 8-26-16,-10 18 15 16,0 1 0-16,-23 10-10 15,-10 1-47-15,-1 3-47 16,0-9 7-16,8-6-25 16,8-9 0-16,11-11-7 15,7-2-25-15,0-4-13 0,13 0-16 16,14-22-22-16,9-9-84 15,-1-6 0-15,-4-3 16 16,-6 4 141-16,-11 13 10 16,-8 11 206-16,-6 12-87 15,0 0-85-15,0 0 3 16,0 19 15-16,-6 3 41 16,4 4-29-16,2-3-42 15,0-6-8-15,0-3-14 16,15-2 0-16,1-12-6 15,6 0 6-15,2 0 0 16,3-12-8-16,4-12-26 16,1-2 10-16,-1 1 14 0,-4 2 4 15,-5 5-3-15,-7 8 9 16,-7 10 0-16,-4 0 0 16,-2 0 0-16,-2 14 7 15,2 0-7-15,-2-5 11 16,2 0-4-16,1-4-5 15,3-5-1-15,6 0-1 16,9 0 6-16,13 0-12 16,11-19 3-16,6 4-20 15,0-2 22-15,-4 5 1 16,-9 8 0-16,-7 4-2 16,-8 0-14-16,-8 7 15 15,-8 7-6-15,-7-2-48 0,0 3 26 16,-5-1-99-1,-33-14-7-15,5 0-149 16,-5-6-531-16</inkml:trace>
  <inkml:trace contextRef="#ctx0" brushRef="#br0" timeOffset="19504.78">25383 16186 2421 0,'0'0'272'15,"0"0"-272"-15,0 0-82 16,-127 170 69-16,60-27-1 0,7-18-91 16,22-18-239-16</inkml:trace>
  <inkml:trace contextRef="#ctx0" brushRef="#br0" timeOffset="19980.21">26695 16869 1122 0,'0'0'268'15,"0"0"-80"-15,-126 63-24 0,79-34-13 16,9 0-56-16,14-3 5 16,12-4-9-16,12-3-85 15,2-10-5-15,27-9-1 16,14 0 0-16,22-32-88 15,-9-8-131-15,-10-8-418 0</inkml:trace>
  <inkml:trace contextRef="#ctx0" brushRef="#br0" timeOffset="20172.82">26758 16383 1490 0,'0'0'891'0,"0"0"-570"15,0 0-168-15,0 0-106 0,0 0-47 16,0 0 0-1,0 0 9-15,-15 174 20 16,13-86 19-16,2 3-48 0,0-7 0 16,0-9-3-16,0-6-10 15,0-11-20-15,0-10-73 16,0-3-115-16,0-13-103 16,0-14-402-16</inkml:trace>
  <inkml:trace contextRef="#ctx0" brushRef="#br0" timeOffset="21158.95">26047 16892 2109 0,'0'0'388'0,"0"0"-325"16,0 0-49-16,131-32-26 0,-34 20 18 16,26 6-12-16,-6 1 12 15,-10 5 1-15,-22 0 69 16,-29 7-30-16,-5 9-10 15,-6 2 5-15,-18 4-25 16,-17-2 15-16,-10 6 5 16,0-4 1-16,0 4-4 15,-6-4-27-15,2-4-6 16,2-7 1-16,2-4-1 16,0-2-7-16,0-5-26 15,0 0 4-15,0 0 28 16,-3-9-11-16,-11-13-4 15,-8-14-154-15,-5 0 85 0,-4-3 70 16,5 7 15-16,3 11 67 16,9 7 14-16,12 8-44 15,2 1-19-15,23 5-18 16,26-3-16-16,20-1 5 16,14 4-45-16,8-8-35 15,1 6 64-15,-13-7 5 16,-16 6 22-16,-23 3 36 15,-27 0-34-15,-13 0 38 16,-15 22-31-16,-28 8 98 16,-7 5 2-16,-6 2-60 15,6-8-11-15,15-3 1 16,10-14-38-16,14-3-2 0,11-5-4 16,0-4-13-1,20 0 8-15,21-4-25 0,9-17-30 16,10-12-131-16,1-3-18 15,-5-8-70-15,-9 4-204 16,-16 8 488-16,-12 9 82 16,-9 16 234-16,-10 7-156 15,0 4-77-15,-10 22 43 16,-5 9 96-16,-3 6-98 16,5-1-32-16,2-8-11 15,6-6-56-15,3-8-16 16,2-4 0-16,0-10-7 15,0 0 5-15,0-4-7 16,0 0 0-16,2 0 2 0,16-12-2 16,9-12-30-16,4-2 3 15,5-4 0-15,-5 1 7 16,-8 12-5-16,-8 5 25 16,-8 12-1-16,-7 0-22 15,0 0 13-15,0 12 10 16,0 5 22-16,0-2 15 15,-3-5-17-15,1-1-14 16,2-6 10-16,0-3-16 16,0 0 2-16,2 0 20 15,18-8-22-15,12-10-22 16,10-5-51-16,5-4-27 16,2 1 56-16,0 4 44 15,-6 8 15-15,-8 6 88 0,-8 8-45 16,-8 0-29-16,-7 18-29 15,-12 15 0 1,0 13-1-16,-18 3-4 0,-15 1-72 16,-9 2-105-16,-28 7-117 15,10-19-260-15,7-8-747 0</inkml:trace>
  <inkml:trace contextRef="#ctx0" brushRef="#br0" timeOffset="21233.6">27418 17263 1646 0,'0'0'403'0,"0"0"-310"15,0 0-93-15,0 0-89 16,0 0-218-16</inkml:trace>
  <inkml:trace contextRef="#ctx0" brushRef="#br0" timeOffset="22308.39">29257 16455 1521 0,'0'0'644'0,"0"0"-542"15,0 0-101-15,0 0-1 16,0 0 0-16,0 0 1 16,0 0-2-16,13 0-15 0,-6-8-7 15,0-6 12 1,-5-4-37-16,-2-5-36 0,0 1 54 16,-16 8 30-16,-13 4 22 15,-15 10 36-15,-12 15 19 16,-8 33 68-16,-10 16-18 15,5 10-21-15,6 8-14 16,17-2-35-16,17-10 2 16,17-12-26-16,12-12-24 15,16-9 26-15,20-7-28 16,10-12-6-16,8-13-1 16,2-5-12-16,2 0-37 15,-7-27-66-15,-2-9-85 16,-6-5-63-16,-8-3-12 15,-10 3 84-15,-10 10 191 16,-8 9 179-16,-7 14 91 16,0 8-171-16,-5 0-91 0,-5 17 63 15,-1 6-3-15,1 4 23 16,8-1-15-16,2-5-24 16,0 2-15-16,2-9-34 15,10-5 8-15,-3 0-13 16,1-9 2-16,0 0 0 15,-1 0 6-15,1-23-6 16,4-4-58-16,1-7 10 0,4-2 10 16,7 0 26-1,8 4-45-15,1 5-23 0,5 9 44 16,-7 10 24-16,-4 4 12 16,-8 4 32-16,-8 0-16 15,-6 9 15-15,-7 12 15 16,0 6 11-1,-5 9 38-15,-14 0-29 0,-8-1-8 16,2-2-31-16,0-3-21 16,8-12 10-16,5-4-16 15,8-5 0-15,4-9-21 16,0 0-30-16,18 0-19 16,13-20-53-16,9-6-198 15,0-6-253-15,-1 3 107 16,-13 7 467-16,-8 8 400 0,-10 9-20 15,-5 5-161-15,0 5-160 16,-3 13 33-16,0 3 4 16,0 10-59-16,0-7-19 15,-6 2-18-15,-2-8-35 16,-15-10-80-16,6-8-174 16,-6 0-322-16</inkml:trace>
  <inkml:trace contextRef="#ctx0" brushRef="#br0" timeOffset="22471.93">29690 16160 1947 0,'0'0'582'0,"0"0"-509"0,0 0-25 16,0 0 17-16,0 0-53 15,0 0 5-15,35 156-17 16,-73-71-109-16,5-13-210 15,11-18-644-15</inkml:trace>
  <inkml:trace contextRef="#ctx0" brushRef="#br0" timeOffset="23175.83">29870 16822 1547 0,'0'0'367'16,"0"0"-265"-16,0 0 164 15,0 0-82-15,136-69-116 16,-78 20-29-16,7-14-38 16,-2-3-2-16,-3-10-5 0,-12-4 6 15,-5 4-1-15,-12 3-18 16,-11 11 19-16,-8 10 45 16,-6 16-1-16,-6 18 82 15,0 10-40-15,0 8-66 16,-20 16-20-16,-9 24 6 15,-5 18-5-15,1 18 36 16,0 9-1-16,6 5 21 16,4-2-25-16,6-11 3 15,5-10-8-15,4-14-27 16,3-18 0-16,1-12-1 0,4-9 4 16,0-10-14-16,0-4 10 15,0 0-13-15,15-4 13 16,14-22-25-16,9-6-72 15,0-8 26-15,-4 4 5 16,-7 10 67-16,-15 7 9 16,-5 15 24-16,-7 4 4 15,0 0-37-15,0 18 0 16,0 8 21-16,-2 6 15 16,0-1 3-16,2-4-9 15,0 0 2-15,16-10 10 16,15-3-33-16,9-9 5 15,13-5 9-15,5 0-23 0,1-19 0 16,-9-13-30-16,-5-7 3 16,-11-10-7-16,-12-5-41 15,-9 0 10-15,-6 11 65 16,-3 6 8-16,-4 15 52 16,0 14-18-16,3 8-30 15,-1 0-2-15,2 12-10 16,3 20 0-16,-3 12 0 15,-2 10 39-15,-2 1 4 16,0-2 5-16,0-4-6 16,-13-5 2-16,-9-8-29 15,-7-5-14-15,-2 1-1 16,-5-6-20-16,1-13-92 16,10-3-181-16,11-10-680 0</inkml:trace>
  <inkml:trace contextRef="#ctx0" brushRef="#br0" timeOffset="23298.72">31317 16762 2027 0,'0'0'0'0,"0"0"-149"16,0 0-537-16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5T07:09:58.70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21690 3580 1470 0,'0'0'482'16,"0"0"-349"-16,0 0-34 0,0 0 123 15,0 0-41-15,0 0-96 16,0 0 106-16,0 0-164 15,0 0 1-15,0 0 44 16,0 0-52-16,0 0 54 16,0 0-74-16,0 0 1 15,0 0 56-15,0 0-56 16,0 0-1-16,6-3 28 16,5-14-17-16,11-9 25 15,14-20-36-15,8-15-15 16,10-10-50-16,4-7 41 15,0-2-33-15,-2-5 35 16,4-19-74-16,-4-20 74 0,-8-16-53 16,-9 9-64-1,-17 30 125-15,-13 28-91 0,-7 19 83 16,-2-2 10 0,0-1 24-16,0-1 21 0,0 14-26 15,0 14 21-15,-2 10 66 16,0 10-74-16,-1 6-11 15,1 4-9-15,0 0-24 16,-3 4 10-16,-3 24-66 16,-8 32 75-16,-6 43-9 15,-5 33 28-15,0 13 10 16,7-23 27-16,7-34-42 16,11-32 61-16,2-8-70 15,0 5 6-15,0 1 24 0,15 0-21 16,10-10-9-16,4-12 0 15,6-8 33-15,3-10-44 16,3-12 11-16,0-6-43 16,-1 0 17-1,-3-26-29-15,-2-10-3 0,-6-10-16 16,-7-5-30-16,-2 2 81 16,-9 5 0-16,-4 9 23 15,-2 12 35-15,-5 12 41 16,0 11 4-16,0 0-80 15,0 22 48-15,0 14-29 16,0 10 43-16,-2 9-43 16,-3-1 47-16,5-4-65 0,0-6-1 15,0-8 0-15,2-9-119 16,11-14 11-16,14-13-202 16,-4-18-199-16,-4-14-469 0</inkml:trace>
  <inkml:trace contextRef="#ctx0" brushRef="#br0" timeOffset="466.62">22786 2879 1270 0,'0'0'165'16,"0"0"39"-16,2 106-85 16,-2-56 28-16,0-1 118 15,0-3-40-15,0-5-39 0,0-2-55 16,0-9-130-16,-2-7 94 15,2-11-95-15,0-7 0 16,0-3 15-16,0-2-15 16,0-7 20-16,11-20-20 15,12-19-57-15,8-8 32 16,0-4-50-16,0 7 16 16,-2 18 58-16,-4 15-8 15,-4 15 9-15,-2 3 0 16,-4 22 13-16,-6 14 96 15,-2 9-73-15,-5 1-8 16,-2 0 38-16,0-9-60 16,0-8 22-16,0-11-28 15,0-7 12-15,0-8-18 16,0-3 6-16,0-5-28 16,11-26 16-16,16-19-153 0,10-12-71 15,13-6 132-15,4 5 40 16,-6 20 51-16,-5 21 26 15,-10 19-11-15,-8 6 24 16,-6 30-14-16,-7 16 2 16,-3 7-14-16,5 20-91 15,-4-16-67-15,3-16-504 0</inkml:trace>
  <inkml:trace contextRef="#ctx0" brushRef="#br0" timeOffset="946.31">23611 3110 2147 0,'0'0'359'0,"0"0"-217"15,0 0-133 1,0 0 116-16,0 0-80 0,0 0-26 16,73-143-38-16,-46 93 8 15,-2 1-65-15,-3-6 26 16,-5 1 30-16,-5 0-68 15,-3 2 45-15,-7 4 31 16,-2 9 12-16,0 12 26 16,0 11-24-16,0 7 110 15,0 9-112-15,0 0-18 0,0 27 5 16,0 19 13-16,-9 30 58 16,-5 32-18-16,-3 33-29 15,-3 4 132-15,7-8-112 16,1-29-7-16,6-31 6 15,3-17-19-15,-1-4 17 16,-2 8-28-16,-2 4 0 16,-3 3-6-16,3-13 6 15,-2-14 0-15,2-16-7 16,1-10 25-16,5-13 4 16,2-5-22-16,0-1 0 15,0-27 97-15,0-23-97 16,13-14-27-16,12-14 10 0,6-5-10 15,9 3 27-15,3-2-159 16,19-21-172-16,-12 20 64 16,-9 6-604-16</inkml:trace>
  <inkml:trace contextRef="#ctx0" brushRef="#br0" timeOffset="1174.5">24114 2528 590 0,'0'0'1186'15,"0"0"-852"-15,0 0-189 16,0 0-86-16,0 0 36 16,0 0-80-16,0 0 102 15,-111 171 8-15,97-89-89 16,10 0 85-16,4 1-121 16,0-11 12-16,16-9-29 0,6-10 17 15,0-13-71-15,3-9-32 16,-2-16-148-16,-2-15 36 15,-5-12-179-15,-5-16-292 0</inkml:trace>
  <inkml:trace contextRef="#ctx0" brushRef="#br0" timeOffset="1545.74">24211 2763 1493 0,'0'0'388'15,"0"0"-287"-15,0 0-10 0,0 0 5 16,42 102 164-1,-42-51-87-15,0 5-57 0,0 0 20 16,0-4-93-16,0-7 0 16,-2-6-43-1,2-11 38-15,0-10-28 16,0-8-10-16,0-10-1 0,0 0-26 16,8-14 28-16,13-28-2 15,3-18-100-15,0-12-151 16,-1-1 201-16,-7 14-85 15,-10 18 136-15,-6 24 74 16,0 17-19-16,0 3-19 16,-16 31 43-16,1 8-18 15,6 7 127-15,7 1-173 16,2-4-9-16,5-6 31 0,14-8-35 16,6-8-2-1,6-8 0-15,0-12-6 0,5-4-56 16,-3-8 4-16,5-53-133 15,-8 3-26-15,-11-8-447 0</inkml:trace>
  <inkml:trace contextRef="#ctx0" brushRef="#br0" timeOffset="1692.44">24890 2462 1670 0,'0'0'555'0,"0"0"-404"15,0 0-28-15,119 126 84 16,-104-54-162-16,-15 25-11 15,-18 23 32-15,-42 23-66 0,-18-7-47 16,11-36-216 0,7-40-487-16</inkml:trace>
  <inkml:trace contextRef="#ctx0" brushRef="#br0" timeOffset="2635.32">22041 3625 1179 0,'0'0'587'0,"0"0"-377"0,0 0-83 15,0 0-2-15,0 0 123 16,0 0-152-16,0 0-20 16,7 0-41-16,2 0-10 15,4 0 1-15,0 13-26 16,3 6 0-16,0 9 83 16,-7 11-75-16,-5 7 19 15,-4 6 35-15,0 1-61 16,0 2 95-16,-10-5-96 15,-4-10 0-15,5-8 9 16,3-11-8-16,3-11-1 16,3-9 0-16,0-1 28 15,0 0-39-15,0-22 11 0,9-22-48 16,11-19-24 0,2-14-225-16,3-1 114 0,-3 9 39 15,-7 22 116-15,-5 16 28 16,-8 21 77-16,-2 10-6 15,0 0 66-15,0 23-121 16,-12 12 80-16,2 13 24 16,3 8-112-16,7-1 112 15,0-6-120-15,7-2 0 16,17-11-19-16,5-8 19 16,7-10-58-16,12-11-74 15,-5-7-180-15,-5 0-269 0</inkml:trace>
  <inkml:trace contextRef="#ctx0" brushRef="#br0" timeOffset="2847.93">22413 3774 1916 0,'0'0'510'0,"0"0"-480"15,0 0 132-15,0 0-59 16,0 0-38-16,0 0 36 15,0 0-90-15,63 11 24 16,-27-4-35-16,6-3 15 16,5-2-39-16,2-2 24 0,17 0-196 15,-7-6-40 1,-14-8-427-16</inkml:trace>
  <inkml:trace contextRef="#ctx0" brushRef="#br0" timeOffset="3063.99">22810 3629 1731 0,'0'0'394'0,"0"0"-300"15,0 0-40-15,0 0-35 16,0 0 65-16,0 0-23 16,0 0-55-16,54 101 104 15,-52-51-73-15,-2 8 14 16,-9 4 29-16,-15 0-78 15,-5 1 2-15,0-7-4 0,7-8-213 16,4-17-141-16,11-14-821 16</inkml:trace>
  <inkml:trace contextRef="#ctx0" brushRef="#br0" timeOffset="3310.31">23018 4025 1766 0,'0'0'608'15,"0"0"-608"-15,0 0 0 16,0 0 0-16,42-104 64 16,-35 65-18-16,2-5-17 15,-3-1-11-15,-1 8 31 0,2 5 44 16,-5 11-8-16,0 11 121 16,0 10-205-16,-2 0-1 15,0 31 0-15,2 19 6 16,1 16-9-16,-1 15 3 15,2 4-99-15,10 15 7 16,-1-24-283-16,5-23-489 0</inkml:trace>
  <inkml:trace contextRef="#ctx0" brushRef="#br0" timeOffset="3845.95">25434 3016 1577 0,'0'0'689'15,"0"0"-367"-15,0 0-168 16,0 0-62-16,0 0 56 15,0 0-113-15,116 0 0 16,-65 0-35-16,5 0 20 0,-7 0-60 16,-11 5-79-16,-29 8-264 15,-9-1-240 1,-11 2-295-16</inkml:trace>
  <inkml:trace contextRef="#ctx0" brushRef="#br0" timeOffset="3948.64">25526 3144 1508 0,'0'0'652'16,"0"0"-427"-16,0 0-170 15,0 0 64-15,0 0-45 16,0 0-54-16,211 15-40 16,-113-15-314-16,-6 0-1013 0</inkml:trace>
  <inkml:trace contextRef="#ctx0" brushRef="#br0" timeOffset="4537.26">26583 3067 1739 0,'0'0'255'0,"0"0"-191"15,0 0-64-15,0 0 96 16,158-53-86-16,-96 9 92 16,0-9-102-16,-4-2 0 15,-11-6 9-15,-13 0 6 16,-10 1 23-16,-15 2 34 15,-7 7-53-15,-2 8 131 16,0 16-38-16,-9 12-60 16,-2 15-36-16,-4 10-16 15,-5 33-18-15,-3 31 18 16,6 38 0-16,1 36 106 16,7 13-75-16,3-11-7 15,0-15 37-15,2-37-60 0,0-22 53 16,-1-18-54-16,1-14 13 15,-2 0-11-15,-2-3-2 16,2-9 0-16,-1-14-14 16,3-13 35-16,2-5 4 15,-3-8-25-15,2-21 14 16,3-19-16-16,0-15 2 16,8-7-6-16,19-5-13 15,8 4-24-15,7-2 2 16,32-17-150-16,-14 18-184 15,-5 8-259-15</inkml:trace>
  <inkml:trace contextRef="#ctx0" brushRef="#br0" timeOffset="4746.72">27588 2421 1896 0,'0'0'347'15,"0"0"-164"-15,0 0-183 16,0 0 15-16,-116 107 165 15,82-38-68-15,10 9 1 16,13 4-10-16,11 3-88 16,0-8 50-16,15-4-65 15,16-10-7-15,5-12-46 16,7-13-25-16,17-18-157 16,-10-10-73-16,-9-10-724 0</inkml:trace>
  <inkml:trace contextRef="#ctx0" brushRef="#br0" timeOffset="5014.26">27721 3042 2490 0,'0'0'286'0,"0"0"-252"15,0 0 17-15,0 0-27 16,0 0-14-16,120-96-10 16,-84 62-22-16,-7-3 5 15,-4-1-78-15,-7-3-11 16,-9 8 92-16,-5 3-33 15,-4 12 47-15,0 8 155 16,0 8-94-16,0 2-40 16,0 16-21-16,0 22 0 15,0 14 7-15,0 12 2 0,-2 4-7 16,0-5-2-16,2-10-31 16,0-9 30-16,0-18-199 15,10-11-133-15,4-15-258 0</inkml:trace>
  <inkml:trace contextRef="#ctx0" brushRef="#br0" timeOffset="5174.5">28439 2599 2359 0,'0'0'369'0,"0"0"-317"15,63 136-52-15,-63-24 57 0,-11 37-42 16,-41 9-30-16,-14-18 13 15,12-43-326-15,12-46-642 0</inkml:trace>
  <inkml:trace contextRef="#ctx0" brushRef="#br0" timeOffset="52870.97">2259 7313 633 0,'0'0'542'0,"0"0"-456"16,0 0-44-16,0 0 13 15,0 0-35-15,0 0 60 0,10 0-7 16,-8-2-56-16,0-2 44 16,0 2-61-16,-2 0 89 15,0 2 32-15,0 0-58 16,0 0 101-16,0 0-119 15,0 0-23-15,0 0 65 16,0 0-62-16,0 0 8 16,0 0-33-16,0 0 34 15,0 0-18-15,0 2-16 16,0 1 0-16,0 4-19 16,0-1 19-16,3-2-2 15,5-4-14-15,4 0 16 16,1 0-21-16,1-2 21 15,-3-13-50-15,-5 2 34 0,-4-1-27 16,-2-2 43-16,0 4 0 16,-2 2 1-16,-11 2 58 15,-5 6-27-15,1 2-30 16,-4 0 33-16,5 7-29 16,1 10 19-16,7 3-25 15,0 2 15-15,8-5 9 16,0 0-24-16,0-8 0 15,14-4-5-15,5-5 20 16,8 0-3-16,0-16-12 16,-4-10-73-16,-3-2 48 15,-11 0-21-15,-7 1-1 16,-2 5-22-16,-13 17-139 0,-10 5-23 16,-1 0-539-16</inkml:trace>
  <inkml:trace contextRef="#ctx0" brushRef="#br0" timeOffset="53820.6">2959 7389 1668 0,'0'0'397'15,"0"0"-302"-15,0 0-46 16,0 0 15-16,0 0-55 0,0 0 20 16,135-142-29-1,-89 90 28-15,1-7-47 0,-3-3 19 16,-3 4-83-16,-8 0 65 16,-8 6-66-16,-8 6 73 15,-5 6 10-15,-8 4 1 16,-1 9 13-16,-3 8-5 15,0 6-5-15,0 8 81 16,0 5-47-16,-7 0-8 16,-2 5-29-16,0 22 0 15,0 12-16-15,0 19 41 16,2 31-16-16,5 1 74 16,2 9-47-16,0 1 63 0,0-14-51 15,0 7-47 1,0-9 148-16,0-9-148 0,0-4-1 15,0-11 45-15,0-10-37 16,-9-8 42-16,-9-8-50 16,-3-10 0-16,-2-7 34 15,-2-8-33-15,3-9-1 16,5 0 43-16,3-19-37 16,11-20 34-16,3-11-40 15,14-11-19-15,24-6-39 16,8-2 37-16,10 4-60 15,2 4 24-15,2 6-95 0,-4 2 60 16,13-15-182 0,-17 12-346-16,-12 4-677 0</inkml:trace>
  <inkml:trace contextRef="#ctx0" brushRef="#br0" timeOffset="54051.11">3767 6720 1137 0,'0'0'676'16,"0"0"-534"-16,0 0-141 15,-87 112 115-15,55-24 63 16,10 0-88-16,9 7 112 16,13 1-143-16,0-25-59 15,20 4 18-15,16-13-19 0,6-16-58 16,7-11-16-16,18-20-135 15,-11-8 14-15,-10-7-453 0</inkml:trace>
  <inkml:trace contextRef="#ctx0" brushRef="#br0" timeOffset="54406.49">4057 7261 1448 0,'0'0'261'15,"0"0"-141"-15,0 0 30 16,0 0 118-16,0 0-209 0,0 0-23 16,109-139-21-16,-80 86-15 15,-7-5-12-15,-1 5-37 16,-11 4 47-16,-1 12 2 15,-7 9 0-15,-2 13 98 16,0 14 37-16,0 1-127 16,0 19 1-16,-6 22-9 15,-1 15 0-15,3 11 119 16,2 8-119-16,2-2 0 16,0-8-6-16,0-10-49 0,13-11-6 15,1-14-137-15,3-14-149 16,-1-8-42-16,-3-8-492 15</inkml:trace>
  <inkml:trace contextRef="#ctx0" brushRef="#br0" timeOffset="54619.71">4593 6691 1706 0,'0'0'285'0,"0"0"-224"15,0 0 41-15,114 153 16 16,-98-76-14-16,-9 8 87 0,-7 1-89 16,-4 3-95-1,-21-7 54-15,-2-5-61 0,-4-6-116 16,0-8-110-16,6-20-388 16,8-17-814-16</inkml:trace>
  <inkml:trace contextRef="#ctx0" brushRef="#br0" timeOffset="55252.23">5272 7028 497 0,'0'0'1120'16,"0"0"-803"-16,0 0-200 16,0 0 52-16,0 0 30 15,0 0-70-15,0 0 47 0,-2 0-106 16,2 0-69-1,8 0 109-15,5 0-95 0,10 0-14 16,1-3 37 0,3 0-25-16,2-1 1 0,-2 0-14 15,-3 1-6-15,-2 3-48 16,1 0-30-16,2 0-150 16,-8 0-95-16,-5 0-448 0</inkml:trace>
  <inkml:trace contextRef="#ctx0" brushRef="#br0" timeOffset="55483.23">5156 7299 2061 0,'0'0'546'0,"0"0"-515"15,0 0 56-15,0 0 20 16,0 0-106-16,0 0 99 16,143-22-100-16,-99 15-34 15,3 2 32-15,10 3-201 16,-12 0-158-16,-7-1-592 0</inkml:trace>
  <inkml:trace contextRef="#ctx0" brushRef="#br0" timeOffset="56368.83">6032 7197 1781 0,'0'0'584'16,"0"0"-413"-16,0 0 36 15,0 0-78-15,0 0-16 16,0 0-20-16,0 0-93 16,138-29 108-16,-85 20-108 0,3 0-35 15,4 4 34-15,3-1-108 16,17-5-98-16,-13 3-181 16,-11 1-531-16</inkml:trace>
  <inkml:trace contextRef="#ctx0" brushRef="#br0" timeOffset="56614.65">6825 7122 1927 0,'0'0'316'15,"0"0"-236"-15,0 0-79 16,32-102-2-16,-26 56-5 16,-2-4 6-16,-2 0 102 15,1 4-51-15,-3 7 47 0,0 9 100 16,0 14-49-16,0 11-1 15,0 5-148-15,0 4 26 16,0 28-77-16,0 19 51 16,0 33 0-16,5 3-12 15,4 7 12-15,-1-2-10 16,-4 1-256-16,1-15-262 16,-5-20-327-16</inkml:trace>
  <inkml:trace contextRef="#ctx0" brushRef="#br0" timeOffset="62824.5">2317 9108 624 0,'0'0'708'0,"0"0"-627"15,0 0-65-15,0 0 9 16,0 0-4-16,0 0 104 16,0 0 2-16,-12-26-36 0,9 24 71 15,1 0-68-15,2 2 33 16,-2-3 1-16,2 3-85 15,0 0 39-15,0 0-82 16,0 0 10-16,0 0 8 16,0 0-18-16,0 0 0 15,0 0-7-15,-2 0 20 16,2 0-23-16,-2 5 10 16,-1 0 0-16,3 2-12 15,0-5 12-15,0 0-6 16,0-2 4-16,0 0-23 15,0 0-2-15,3 0 27 16,3-4-11-16,-1-5-31 0,-3-1 42 16,-2 2 0-1,0 0 0-15,-2 2 12 0,-12 5 31 16,-2 1-43-16,0 0 0 16,-1 0-16-16,1 10 25 15,5 8-9-15,5 0 0 16,4 0 26-16,2-1-24 15,0-4-2-15,8-3-40 16,11-4 40-16,12-6-139 16,-2 0-180-16,-8-6-631 0</inkml:trace>
  <inkml:trace contextRef="#ctx0" brushRef="#br0" timeOffset="63860.63">2749 9261 770 0,'0'0'1063'0,"0"0"-786"16,0 0-213-16,0 0-52 15,0 0 135-15,0 0-52 16,0 0-35-16,46-84-60 15,-17 40 34-15,6-9-59 16,8-5 25-16,4-7-88 0,0-6 87 16,-1 0-76-16,-3-4 17 15,-5 3-8 1,-7 5-56-16,-9 4 124 0,-4 7-44 16,-10 7 31-16,-5 11-3 15,-3 7 32-15,0 9 0 16,0 10 7-16,-14 5 2 15,-3 7-1-15,-5 0-24 16,-1 13-6-16,-4 15 5 16,0 12 2-16,1 12 29 15,2 12 1-15,1 14-25 16,7 6 142-16,5 4-109 16,9-3-2-16,2-8 38 15,7-12-73-15,17-12 30 16,10-13-32-16,3-12 23 0,6-13 6 15,1-10-29-15,2-5-40 16,0-12 33-16,-3-17-84 16,-3-11-33-1,-9-4-25-15,-9-2-133 0,-7-2 92 16,-6 8-38-16,-6 8 228 16,-3 10 48-16,0 11 188 15,0 11 26-15,0 0-189 16,0 14-47-16,0 18 125 15,-7 9-51-15,0 5-14 16,5-1 18-16,0-1-84 16,2-9 14-16,0-2-34 15,0-11-110-15,2-6 41 0,9-16-248 16,1 0-215-16,-2-11-105 16</inkml:trace>
  <inkml:trace contextRef="#ctx0" brushRef="#br0" timeOffset="64303.18">3580 8847 975 0,'0'0'269'0,"0"0"-15"16,8 102-33-16,-6-56 12 16,-2-2-62-16,0-3 39 15,0-11-109-15,0-7-85 0,0-8 63 16,0-7-78-16,0-4-1 15,3-4 37-15,4 0-37 16,4-24 51-16,7-11-51 16,6-10-177-16,7-5 134 15,0 3-123-15,0 11 98 16,-4 14 68-16,-4 16 1 16,-7 6 101-16,-8 18-53 15,-5 13 24-15,-3 6 108 16,0-1-95-16,0-3-16 15,-3-10-61-15,-1-6 36 16,2-10-30-16,2-7-15 16,0 0-19-16,13-12-2 15,18-17-73-15,14-14-125 16,10-5 114-16,5 1-130 0,-4 6 207 16,-4 13 28-16,-12 16 7 15,-14 12 80-15,-7 2-72 16,-11 28 25-16,-8 14-40 15,-6 31-16-15,-17-10-43 16,1-8-468-16</inkml:trace>
  <inkml:trace contextRef="#ctx0" brushRef="#br0" timeOffset="65137.37">2817 9631 1227 0,'0'0'393'0,"0"0"-199"16,0 0-173-16,0 0 71 16,0 0-54-16,0 0 57 15,0 0 104-15,111-82-145 16,-90 88-10-16,-3 22 42 16,-5 11-44-16,-5 7 133 15,-8 1-100-15,0 5-56 16,0-4 95-16,-6-5-114 15,-3-9 20-15,3-10-20 16,-2-8 25-16,6-9-18 16,2-5-7-16,0-2 0 15,0 0 3-15,0-25-3 16,14-15-33-16,3-18-245 16,6-8-36-16,-1-1 33 0,-3 9 96 15,-6 18 185-15,-5 17 24 16,-8 18 52-16,0 5-29 15,-4 14-16-15,-13 20 98 16,-2 10 153-16,7 2-207 16,6 4 21-16,6-6 17 15,0-3-90-15,23-8 5 16,6-6-28-16,8-12-100 16,6-6 57-16,10-9-212 15,-6-10-303-15,-13-10-1099 0</inkml:trace>
  <inkml:trace contextRef="#ctx0" brushRef="#br0" timeOffset="65350.57">3247 9703 1013 0,'0'0'1186'16,"0"0"-1063"-16,0 0-89 15,0 0 16-15,0 0-49 16,0 0 152-16,0 0-49 15,94 14-92-15,-54-12 70 16,5 2-82-16,1-4-9 16,4 0-19-16,-3 0-151 15,8-2 7-15,-12-10-168 16,-10 0-460-16</inkml:trace>
  <inkml:trace contextRef="#ctx0" brushRef="#br0" timeOffset="65558.28">3638 9564 1490 0,'0'0'798'16,"0"0"-716"-16,0 0-51 15,0 0-31-15,0 0 0 16,0 0 55-16,0 0 16 16,129 92-7-16,-119-54-22 15,-10 8-30-15,-2 3 56 16,-27 6-68-16,-8-1-32 15,-3-4 26-15,2-1-179 0,9-18-179 16,13-13-449-16</inkml:trace>
  <inkml:trace contextRef="#ctx0" brushRef="#br0" timeOffset="65841.35">3947 9837 1287 0,'0'0'530'0,"0"0"-473"16,0 0 34-16,0 0-74 15,52-116 4-15,-37 72 117 16,-1 0-88-16,-3-2-16 16,-3 6-34-16,2 10 16 15,-6 7 108-15,-2 14-67 0,-2 9-45 16,0 4-8-16,0 27 38 15,0 18-20-15,0 13 58 16,0 8-72-16,0 6 8 16,0 3-16-16,0 9-189 15,0-18-170-15,0-20-565 0</inkml:trace>
  <inkml:trace contextRef="#ctx0" brushRef="#br0" timeOffset="66601.35">4500 9073 1071 0,'0'0'805'16,"0"0"-599"-16,0 0-206 15,0 0-11-15,125-90-20 16,-76 44 13-16,-2-5 18 0,-5-7 0 16,-8-5 13-1,-8 3-54-15,-13 4 10 0,-8 8 20 16,-5 9 11-16,0 11 13 16,-11 14 79-16,-4 12-86 15,-1 2 56-15,1 27-61 16,1 31-1-16,5 37 56 15,9 32 134-15,0 13-52 16,0-20-10-16,4-31-58 16,-1-31-52-16,1-8 54 15,-4 7-72-15,0 1 0 16,0 0-5-16,0-10 13 16,-15-10-16-16,-3-10 4 15,-5-12-59-15,4-11 23 16,-2-5 30-16,8-15-37 0,11-28 47 15,2-13-77-15,17-14-1 16,23-6 31-16,12-5-10 16,6 4 31-16,4 2-140 15,23-23-116-15,-18 18-237 16,-11 10-305-16</inkml:trace>
  <inkml:trace contextRef="#ctx0" brushRef="#br0" timeOffset="66804.66">5247 8422 1190 0,'0'0'508'16,"0"0"-272"-16,0 0-187 16,0 0 53-16,0 0-78 15,-83 152 101-15,68-72 25 16,3 9-32-16,10-4 31 0,2-2-149 16,0-11 20-16,12-14-61 15,7-12 7-15,4-14-39 16,0-13 26-16,0-12-68 15,4-10-15-15,-4-20-187 16,-7-6-298-16</inkml:trace>
  <inkml:trace contextRef="#ctx0" brushRef="#br0" timeOffset="67154.7">5322 8787 856 0,'0'0'985'0,"0"0"-658"15,0 0-301-15,0 0-9 16,0 0 46-16,0 0 29 0,50 145 128 15,-48-92-92-15,-2-2-83 16,2-9 46-16,0-9-85 16,0-8-6-16,1-13 0 15,1-8 27 1,-1-4 4-16,1 0-31 0,3-12 0 16,1-18-51-16,4-15-83 15,-3-13-82-15,-1-8-89 16,-1-1-68-16,0 7 215 15,-2 16 158-15,-1 21 234 16,-2 20 58-16,-2 3-262 16,2 35-2-16,3 11 148 15,3 3-72-15,6 4 93 16,9-2-158-16,6-12-26 0,6-5 9 16,7-12-22-16,1-12-43 15,-1-8-18-15,-2-5-182 16,-11-19 17-16,-11-4-537 0</inkml:trace>
  <inkml:trace contextRef="#ctx0" brushRef="#br0" timeOffset="67332.61">5866 8465 1388 0,'0'0'655'15,"0"0"-589"-15,0 0-55 16,114 159 138-16,-85-78-62 0,-8 1 21 15,-10 3 16-15,-7-4-123 16,-4 0-1-16,0 13-22 16,-7-19-242-16,-3-20-104 0</inkml:trace>
  <inkml:trace contextRef="#ctx0" brushRef="#br0" timeOffset="67886.8">6640 8985 1687 0,'0'0'600'0,"0"0"-529"16,0 0-49-16,0 0 106 16,0 0-36-16,121 12 26 15,-73-10-23-15,6-2-84 16,0 0 60-16,-8 0-71 0,-5 0-83 16,-17 0-77-16,-11 4-217 15,-13 3-459-15</inkml:trace>
  <inkml:trace contextRef="#ctx0" brushRef="#br0" timeOffset="68021.61">6595 9200 2058 0,'0'0'359'0,"0"0"-153"16,0 0-191-16,0 0 40 16,154 10-17-16,-76-10-38 15,41-4-121-15,-21-8-186 16,-18 2-704-16</inkml:trace>
  <inkml:trace contextRef="#ctx0" brushRef="#br0" timeOffset="68890.47">7762 9238 1676 0,'0'0'644'0,"0"0"-563"15,0 0 38-15,0 0 71 16,0 0-149 0,0 0 57-16,120-137-98 0,-74 74 0 15,6-8-12-15,0-7 18 16,-4-6-6-16,-5-6 0 15,-5-5 14-15,-14 1-62 16,-9 4 48-16,-10 10-37 16,-5 13 25-16,0 21 24 15,0 17 17-15,-7 14-29 16,-4 15 18-16,-2 0-83 16,-5 22 45-16,-2 27 20 0,-5 35 0 15,3 38 26 1,4 29 39-16,10-13-48 0,8-29 26 15,0-39 23-15,0-31-66 16,6 3 0-16,9-2 1 16,6-1 17-16,3-12-9 15,3-13-9-15,2-7 23 16,2-7-65-16,1-4 42 16,-1-22-75-16,-2-11 24 15,-8-2-85-15,-2-5 78 16,-9 6 3-16,-4 9 55 15,-4 12 122-15,-2 8-35 16,0 9-56-16,0 0-31 16,0 10 42-16,0 15-42 15,0 10 0-15,0 3 15 0,0 2-28 16,0-1 13-16,0-7-132 16,0-10-93-16,6-20-247 15,3-2-39-15,-3 0-230 0</inkml:trace>
  <inkml:trace contextRef="#ctx0" brushRef="#br0" timeOffset="69313.56">8520 8913 159 0,'0'0'1582'0,"0"0"-1431"16,0 0-15-16,0 112-1 15,0-68 74-15,-6-5-59 16,0-7-27-16,2-6 40 0,1-8-162 15,3-6-1-15,0-5 0 16,0-7 24-16,0 0-25 16,3-7 1-16,13-20-42 15,11-9-124-15,6-5-49 16,2-3 33-16,1 7 115 16,-5 11 67-16,-6 17 85 15,-8 9-31-15,-7 2-23 16,-8 22 134-16,-2 6-76 15,0-1 47-15,0-3-39 16,0-3-81-16,-5-9 20 16,5-7-36-16,0-7 0 15,7 0-37-15,26-21 25 16,21-14-227-16,13-4 15 16,8-4-79-16,1 3 214 0,-7 10 23 15,-13 10 66-15,-14 18 57 16,-17 2-27-16,-14 20-13 15,-11 20-17-15,-18 24-92 16,-13-6 25-16,0-10-794 0</inkml:trace>
  <inkml:trace contextRef="#ctx0" brushRef="#br0" timeOffset="70150.85">8047 9636 978 0,'0'0'388'0,"0"0"-97"16,0 0-243-16,0 0 4 16,0 0 83-16,0 0-16 15,0 0 48-15,58-19-102 16,-48 41-19-16,0 10 118 15,-6 8-104-15,-4 2 66 16,0 3-23-16,0-3-85 16,-8-10 97-16,-4-6-115 15,6-12 8-15,1-7-5 16,3-2 5-16,2-5-8 16,0 0 0-16,0-12 18 0,4-19-91 15,9-13-155-15,3-9 2 16,0-5 25-16,-3 9-41 15,-2 15 242-15,-9 13 155 16,-2 18 24-16,0 3-42 16,0 12-126-16,-10 20-11 15,1 4 122-15,4 7-36 16,5-1-7-16,0-3-79 16,20-4 37-16,9-10-89 15,7-8-17-15,11-13-105 16,-7-4-58-16,-7 0-486 0</inkml:trace>
  <inkml:trace contextRef="#ctx0" brushRef="#br0" timeOffset="70339.84">8339 9726 1506 0,'0'0'827'0,"0"0"-679"15,0 0-118-15,0 0 41 16,0 0-51-16,0 0 90 15,0 0-110-15,136 5 37 16,-85-1-44-16,1-4 7 16,3 0-82-16,10 0-137 15,-16-12-352-15,-12-2-416 0</inkml:trace>
  <inkml:trace contextRef="#ctx0" brushRef="#br0" timeOffset="70558.14">8702 9559 1862 0,'0'0'512'0,"0"0"-421"16,0 0-91-16,0 0 13 15,0 0 2-15,0 0 4 16,125 48 2-16,-102-19 146 16,-8 3-146-16,-13 5 0 15,-2 1 21-15,-4 0-41 16,-23 0 56-16,-2-1-57 15,0-5-94-15,6-6-37 0,10-10-436 16,9-10-509-16</inkml:trace>
  <inkml:trace contextRef="#ctx0" brushRef="#br0" timeOffset="70896.61">9090 9793 1145 0,'0'0'1024'0,"0"0"-909"16,0 0-82-16,0 0 8 15,72-128-34-15,-55 80 90 0,-1-5-38 16,-5 2-32-16,0 3 88 15,-4 6-5-15,-5 11 29 16,0 11 19-16,0 11-117 16,-2 6 56-16,0 3-97 15,5 10-78-15,-1 24 45 16,6 17 0-16,0 12 33 16,-1 12 0-16,1 3-109 15,-10 18 27-15,0-19-301 16,0-19-438-16</inkml:trace>
  <inkml:trace contextRef="#ctx0" brushRef="#br0" timeOffset="72591.16">10125 8360 101 0,'0'0'1525'0,"0"0"-1286"15,0 0-111-15,0 0 4 16,0 0-132-16,0 0 168 15,0 0-80-15,8-40-69 0,3 40 100 16,3 0-118 0,-1 12 38-16,1 17 22 0,-8 10-52 15,-3 11 150-15,-3 4-117 16,0 2-10-16,-9-6 48 16,-3-6-80-16,1-12 19 15,2-11-19-15,7-9 18 16,0-9-16-16,2-3-2 15,0 0-9-15,2-7-15 16,16-22 9-16,7-12-91 16,4-18-160-16,0-9-207 15,-2 0 195-15,-6 8-14 16,-5 16 292-16,-9 21 103 16,-7 23 58-16,0 5-88 15,-19 32 90-15,2 16 16 0,3 7 80 16,8 2-134-16,6-1 0 15,0-10-22-15,20-7-84 16,11-7 28-16,7-12-47 16,11-8-95-16,22-15 27 15,-8-2-396-15,-14 0-145 0</inkml:trace>
  <inkml:trace contextRef="#ctx0" brushRef="#br0" timeOffset="89249.63">10510 8058 704 0,'0'0'571'15,"0"0"-275"-15,0 0-173 16,0 0-69-16,0 0-5 15,0 0 33-15,16-23 41 16,-16 19-83-16,0-2 10 0,0 4 47 16,0-1-31-1,0 3 35-15,0 0-30 0,0 0-17 16,0-3 83-16,0 1-88 16,0-2-25-16,0 0 46 15,0-3-69-15,-2 1 42 16,2 1-27-16,0-1-14 15,0-3 87-15,0 2-89 16,2-3 8-16,11 0-8 16,5 2 3-16,-1 4-4 15,4 1 1-15,-3 3 0 16,-5 0-29-16,-5 11 29 0,-8 8 0 16,0 9-5-1,-6 7 15-15,-17-2 8 16,-2 2-18-16,-2-9 16 0,4-6-1 15,9-8-15-15,8-6 0 16,6-4-1-16,0 0-7 16,4-2 7-16,21 0-42 15,8 0-6-15,10 0 48 16,5 0-175-16,22-8-27 16,-13-2-172-16,-12 3-442 0</inkml:trace>
  <inkml:trace contextRef="#ctx0" brushRef="#br0" timeOffset="89765.17">10898 8492 1976 0,'0'0'621'0,"0"0"-462"16,0 0 35-16,0 0-119 16,0 0-24-16,0 0 13 0,0 0-62 15,98-14-4-15,-55 8-4 16,3 2-97-16,-1 0 0 16,13 0-254-16,-14 0-235 15,-8-2-368-15</inkml:trace>
  <inkml:trace contextRef="#ctx0" brushRef="#br0" timeOffset="90245.62">11567 8252 1117 0,'0'0'579'0,"0"0"-481"16,0 0 13-16,0 0 66 16,0 0-59-16,0 0 18 15,0 0-48-15,-32-31-47 16,32 18 60-16,0 4-99 16,11-1 19-16,3 3 6 15,-1 2-27-15,-1 5 0 16,-1 0-12-16,-5 12 12 15,-6 14 67-15,0 8-56 16,-6 8 68-16,-21 7-14 16,-2-1-14-16,-2-4 34 15,4-8-85-15,7-10 1 0,6-9 7 16,10-8-8-16,4-5 0 16,0-4-21-16,18 0-25 15,11 0 38-15,7 0-62 16,-3-2-9-16,-4 2 72 15,-6 0-25-15,-13 18 32 16,-10 16-19-16,0 10 19 16,-13 6 71-16,-17 3-71 15,-1-7 6-15,5-8-15 16,6-8-6-16,6-16-147 16,10-8-206-16,4-6-442 0</inkml:trace>
  <inkml:trace contextRef="#ctx0" brushRef="#br0" timeOffset="90664.61">11857 8383 905 0,'0'0'342'15,"0"0"-234"-15,0 0 125 16,0 0-32-16,0 0 23 15,0 0 17-15,35 137-32 16,-35-91-94-16,0 1 37 16,-4-6-102-16,-6-5-27 0,2-7 1 15,1-9-6-15,5-8-18 16,0-7 0-16,2-5 0 16,0 0 21-16,0-12-21 15,0-15-9-15,15-14-168 16,5-13-75-16,3-4-70 15,-1 5-72-15,-4 7 299 16,-5 20 95-16,-6 17 193 16,-7 9-41-16,0 18-77 15,-5 19 133-15,-6 9-26 16,5 3-41-16,3 2-62 16,3-7 31-16,3-7-109 15,21-5-1-15,10-9-15 16,8-9-120-16,29-14 17 15,-8 0-246-15,-10-11-521 0</inkml:trace>
  <inkml:trace contextRef="#ctx0" brushRef="#br0" timeOffset="90879.4">12335 8548 1307 0,'0'0'695'0,"0"0"-452"15,0 0-132-15,0 0-13 16,0 0-76-16,0 0 76 16,145-8-44-16,-95 8-47 15,0 0 13-15,0 0-20 16,-8 5-69-16,-4-4-26 0,-9-1-161 16,-9 0-97-1,-11-6-276-15</inkml:trace>
  <inkml:trace contextRef="#ctx0" brushRef="#br0" timeOffset="91062.43">12679 8328 1590 0,'0'0'292'0,"0"0"-249"16,0 0 97-16,-7 111 55 15,0-62-60-15,-1 6-9 16,-1 0-88-16,-1 4-30 15,4-4-8-15,4 3-128 16,0-13-169-16,2-15-478 0</inkml:trace>
  <inkml:trace contextRef="#ctx0" brushRef="#br0" timeOffset="91717.15">13323 8418 1393 0,'0'0'498'16,"0"0"-410"-16,0 0-25 15,0 0-31-15,0 0 8 16,0 0 82-16,0 0-8 16,5-67-74-16,-1 63 74 15,-2 1-106-15,-2 1 47 16,0 2-28-16,0 0-14 15,0 0 39-15,0 0-49 16,0 0 5-16,0 0 21 0,0 0-18 16,0 0-12-16,0 0 1 15,0 0 0-15,0-5 28 16,0-2-28-16,0-5 0 16,2-3-16-16,8 0 16 15,3 1-11-15,3 0 11 16,1 6 0-16,3 3-16 15,1 5 9-15,-4 0 2 16,-3 13-14-16,-5 16 38 16,-9 12-11-16,0 10 50 15,-23 7-6-15,-17 7 54 16,-7 1-75-16,-7-4-30 16,8-9 55-16,8-12-56 15,14-11 13-15,10-13-13 0,14-8 0 16,0-6 22-16,29-3-13 15,18 0-1-15,18 0 24 16,11-12-32-16,3-5-18 16,-4 4-58-16,-2 6-109 15,-22 6-103-15,-17 1-557 0</inkml:trace>
  <inkml:trace contextRef="#ctx0" brushRef="#br0" timeOffset="92793.26">10149 9247 1245 0,'0'0'357'0,"0"0"-179"15,0 0-87-15,0 0 26 16,0 0-35-16,0 0-8 0,0 0 42 15,69-27-68-15,-40 21 11 16,9 2 28-16,4 0-61 16,10 1 6-16,3 3-32 15,8 0 8-15,3 0 56 16,5 0-57-16,4 0-7 16,2 0 30-16,6 0-29 15,2-3 55-15,2 1-55 16,4-5 21-16,1 5 31 15,-1-3-43-15,2 1-10 16,-1-2 0-16,-1 1 9 16,1 0-10-16,-1-3 1 15,0-3 0-15,1 2 0 0,1-1 1 16,3-1-1-16,-2 4 28 16,-1-2-27-16,-1 2 25 15,-3 0-26-15,-2 2 0 16,-7 0 0-16,0 1 1 15,-2 1-1-15,1-1 5 16,-2 1-4-16,2 2 21 16,-4-2-22-16,4 3 0 15,-6 0-5-15,3 0 20 16,-5 0-16-16,-4-1 1 16,-5 1 0-16,-4 0 4 15,-4-3-4-15,-5 3-43 16,-9 0 17-16,-4 0-150 15,-14 0-88-15,-11 0-488 0</inkml:trace>
  <inkml:trace contextRef="#ctx0" brushRef="#br0" timeOffset="94159.15">11317 9677 1008 0,'0'0'391'16,"0"0"-148"-16,0 0-65 15,0 0-2-15,0 0-65 16,0 0 56-16,23-108-107 16,-8 90-24-16,1 6-6 15,-1 4-17-15,1 4 30 16,-1 4-42-16,1 4 20 16,-1 20 67-16,1 10-46 15,-7 10 45-15,-5 8 0 16,-4 5-32-16,0 1 17 15,-2-4-47-15,-11-6-17 16,-1-11 64-16,4-6-71 0,3-13-1 16,2-9 1-1,3-4-1-15,-1-5 20 0,3 0-20 16,0-5 0-16,0-20-32 16,12-13-62-16,8-15-91 15,4-5-3-15,1-2-82 16,0 8 123-16,-8 12 61 15,-5 14 86-15,-8 14 134 16,-4 12 7-16,0 0-41 16,-4 20-85-16,-8 14 100 15,3 5 37-15,7 4-69 16,2-1-35-16,0-4 56 16,25-6-95-16,4-3-1 15,9-7-8-15,4-6-78 16,16-13-91-16,-11-3-169 0,-12 0-424 0</inkml:trace>
  <inkml:trace contextRef="#ctx0" brushRef="#br0" timeOffset="94317.75">11872 9738 1947 0,'0'0'396'0,"0"0"-264"16,0 0-61-16,127-15-40 15,-76 15 2-15,3 0-33 16,26 0-55-16,-10 0-219 16,-12 0-622-16</inkml:trace>
  <inkml:trace contextRef="#ctx0" brushRef="#br0" timeOffset="94577.31">12621 9753 772 0,'0'0'1324'0,"0"0"-1316"16,0 0-8-16,0 0-32 16,100-124 25-16,-79 76 8 15,-6-2-1-15,-1 2 3 16,-6 5 22-16,-3 12-9 16,-3 10 190-16,-2 11 12 15,0 10-40-15,0 3-166 16,0 25-6-16,-9 16 35 15,-2 14 15-15,4 9-11 0,3 11-45 16,1 1-81-16,3 21-54 16,0-21-216-16,0-17-424 0</inkml:trace>
  <inkml:trace contextRef="#ctx0" brushRef="#br0" timeOffset="95202.77">14302 9039 1602 0,'0'0'594'16,"0"0"-392"-16,0 0-38 16,0 0-53-16,0 0-34 15,0 0-22-15,165 9 42 16,-105-7-89-16,-3-2 4 15,-1 1-12-15,-4-1-15 16,-14 2-94-16,-20 6-158 16,-12 0-302-16,-6 1-322 0</inkml:trace>
  <inkml:trace contextRef="#ctx0" brushRef="#br0" timeOffset="95336.65">14433 9274 1810 0,'0'0'512'0,"0"0"-443"16,0 0 21-16,174 0-90 0,-105 0 12 16,16-6-25-16,-15-4-165 15,-16 1-429-15</inkml:trace>
  <inkml:trace contextRef="#ctx0" brushRef="#br0" timeOffset="109877.59">14416 8416 1217 0,'0'0'296'16,"0"0"-186"-16,0 0-38 0,0 0 6 15,0 0 10 1,0 0 3-16,-5-40 60 0,5 36-64 16,-2 1 22-16,2-1 4 15,0 3-3-15,0 1 1 16,0 0-54-16,-2 0-48 16,2 0 28-16,0 0-37 15,0 14-12-15,0 15 12 16,0 14 18-16,0 6 37 15,0 4-26-15,0 1-11 16,4-6 44-16,5-4-56 16,-3-7 9-16,-1-9-7 15,0-6-7-15,-1-6 18 16,-4-8-19-16,0-3 0 0,0-4 9 16,0-1 9-16,0 0-19 15,0 0 1-15,0 0 0 16,0 0 16-16,0 0-16 15,2 0 0-15,3 0-8 16,1 0 22-16,8 0-26 16,3 0 13-16,10 0-1 15,2 1 0-15,2 4-11 16,1-1-79-16,-3-1-17 16,0 2-124-16,-9-1-91 15,-7-2-373-15</inkml:trace>
  <inkml:trace contextRef="#ctx0" brushRef="#br0" timeOffset="110151.04">14674 8360 1418 0,'0'0'325'16,"0"0"-223"-16,0 0-83 16,0 0-19-16,0 0 169 15,0 0-55-15,0 126-30 16,0-86-31-16,0-2-53 0,0-6 0 16,0-6-70-16,7-8-85 15,10-9-31-15,-3-8-181 16,-1-1-246-16</inkml:trace>
  <inkml:trace contextRef="#ctx0" brushRef="#br0" timeOffset="110374.54">14848 8374 1257 0,'0'0'356'15,"0"0"-231"-15,0 0-112 16,0 0 62-16,0 0 48 15,0 128 50-15,0-78-11 16,0 4-104-16,4-3-43 16,4-3 11-16,2-9-24 0,3-6-4 15,3-11-47-15,2-7-41 16,2-13-37-16,7-4-107 16,-7-21-143-16,-5-5-414 0</inkml:trace>
  <inkml:trace contextRef="#ctx0" brushRef="#br0" timeOffset="110562.13">15010 8376 1023 0,'0'0'395'0,"0"0"-290"0,0 0 105 16,0 150-44-16,0-84-15 16,0 3 41-16,5-8-102 15,2-2-28-15,2-7-56 16,-3-11-6-16,-1-6-1 15,-5-9-145-15,0-8-90 16,-18-7-136-16,-9-10-285 0</inkml:trace>
  <inkml:trace contextRef="#ctx0" brushRef="#br0" timeOffset="110677.17">14788 8675 1692 0,'0'0'321'0,"0"0"-158"16,0 0-119-16,153-83-38 15,-61 73-6-15,-16 4-158 16,-11 4-382-16</inkml:trace>
  <inkml:trace contextRef="#ctx0" brushRef="#br0" timeOffset="111574.4">15456 9348 1043 0,'0'0'738'0,"0"0"-562"15,0 0-120-15,0 0 101 16,0 0 39-16,0 0-150 15,100-118-19-15,-50 64 53 16,3-7-72-16,3-3-5 16,2-6-3-16,-1-8-20 15,-3-4 6-15,-7-8 3 16,-7-1 11-16,-9 1-19 0,-10 8 20 16,-10 16-1-16,-11 13 0 15,0 18 3-15,0 12-3 16,-15 15 0-16,-10 8 0 15,-6 6-1-15,-3 30 10 16,-3 37 6-16,-2 40 44 16,10 35 20-16,10-10 36 15,11-24-48-15,8-40-42 16,0-27 37-16,12 3-61 16,9-1 11-16,6-3-11 15,8-11 8-15,2-12-6 16,5-16-3-16,1-7-49 15,-3 0 33-15,-2-27-96 0,-5-8-19 16,-8-12 22 0,-7-4-8-16,-7 1 13 0,-5 8 9 15,-1 9 95-15,-5 17 145 16,0 7-25-16,0 9-33 16,0 0-87-16,0 19 11 15,-3 9 31-15,-1 4-8 16,0 5-28-16,4-2-6 15,0-4-29-15,0-7-46 16,6-10-87-16,17-14-127 16,-3 0-87-16,-3-8-241 0</inkml:trace>
  <inkml:trace contextRef="#ctx0" brushRef="#br0" timeOffset="111994.07">16351 8937 770 0,'0'0'1028'0,"0"0"-865"0,0 0-39 15,0 0 58-15,0 128-22 16,-6-89-40-16,0-10 20 16,4-6-103-16,0-7-19 15,2-8-2-15,0-4-15 16,0-4 5-16,0 0-6 16,2-4 0-16,14-19-25 15,11-10-81-15,4-6-18 16,2 0 47-16,1 4 30 15,-5 14 47-15,-10 12 40 16,-3 9-32-16,-7 2 70 16,-5 22-14-16,-4 1 17 15,0 0-11-15,0-4-30 0,0-5-12 16,0-9-28-16,0-4 0 16,0-3 15-16,8 0-4 15,9-12-22-15,10-15-42 16,10-2-82-16,6-5 101 15,1-1 7-15,-1 7 27 16,-5 8 24-16,-7 8 27 16,-6 11 14-16,-10 1-65 15,-3 13-24-15,-10 19 0 16,-2 9-68-16,-10 18-83 16,-11-9-112-16,-2-9-430 0</inkml:trace>
  <inkml:trace contextRef="#ctx0" brushRef="#br0" timeOffset="112558.17">15784 9680 1453 0,'0'0'562'0,"0"0"-385"15,0 0 44-15,0 0-123 0,0 0-30 16,0 0 40-16,0 0-46 16,104-93-1-16,-81 91-53 15,-5 2 4-15,-3 10 39 16,-5 17-32-16,-6 8 23 15,-4 9 3-15,0 7-38 16,-7-2 34-16,-8-3-41 16,2-3 20-16,1-11-2 15,6-10-16-15,3-8-4 16,3-8-2-16,0-6-14 16,0 0 11-16,0-4-2 15,7-20-26-15,9-17 7 0,3-8-123 16,0-10-13-16,-2 5 76 15,-3 10 69-15,-8 14 19 16,-1 12 81-16,-5 13 7 16,0 5-24-16,0 0-64 15,0 21 0-15,0 7 37 16,-3 6 13-16,3-1 8 16,0-1-47-16,12-6-10 15,10-6 34-15,5-6-35 16,6-7-1-16,0-4-61 15,4-3-72-15,5-7-58 16,-9-12-311-16,-10-6-291 0</inkml:trace>
  <inkml:trace contextRef="#ctx0" brushRef="#br0" timeOffset="112732.25">16166 9636 1820 0,'0'0'556'0,"0"0"-465"16,0 0-15-16,0 0 49 15,0 0-40-15,0 0-39 16,0 0-25-16,162 9-21 16,-110-3-33-16,0-1-30 15,0-5-65-15,2 0-189 16,-12 0-197-16,-15-5-244 0</inkml:trace>
  <inkml:trace contextRef="#ctx0" brushRef="#br0" timeOffset="112943.4">16551 9543 1521 0,'0'0'685'16,"0"0"-504"-16,0 0-97 0,0 0-61 15,0 0-1-15,0 0 83 16,0 0-37-16,87 93 0 16,-85-52-1-16,-2 8-50 15,-4-1 35-15,-19-3-51 16,-2 0 19-16,4-9-19 15,5-6-1-15,7-9-101 16,9-10-141-16,0-8-247 0,15-3-146 16</inkml:trace>
  <inkml:trace contextRef="#ctx0" brushRef="#br0" timeOffset="113175.26">16847 9749 1994 0,'0'0'601'0,"0"0"-516"0,0 0-85 15,0 0-6-15,0 0-25 16,119-118-24-16,-95 82-3 16,-4 0-131-16,-4 4 54 15,-7 6 135-15,-5 8 50 16,-2 7 189-16,-2 11-51 16,0 0-102-16,0 18-41 15,-2 19-36-15,-7 14-9 16,3 14 22-16,-3 7-22 0,0 24-145 15,0-17-241-15,0-19-475 16</inkml:trace>
  <inkml:trace contextRef="#ctx0" brushRef="#br0" timeOffset="115224.16">18212 8378 892 0,'0'0'221'16,"0"0"-101"-16,0 0 14 0,0 0 53 15,0 0-15-15,0 0-54 16,0 0 14-16,0-9 1 16,-5 4 19-16,3-1-17 15,-2-1-56-15,4 2-39 16,0-1 61-16,0-4-68 16,6 0 40-16,19-3-73 15,8 2-5-15,3 3-4 16,4 8 2-16,-5 0 7 15,-4 5-16-15,-10 20 17 16,-13 8-1-16,-8 11 8 16,-10 5 4-16,-30 11 39 15,-14 5-31-15,-8-3-20 16,-1-4 65-16,8-12-64 0,13-11 17 16,15-12-11-16,11-9-5 15,13-6 8-15,3-7-9 16,17-1-1-16,22 0 58 15,19 0-46-15,16-5 12 16,8-9-24-16,1-2-33 16,-5 0-15-16,-6 2-130 15,-4 2-98-15,-14 2-204 16,-18 0-228-16</inkml:trace>
  <inkml:trace contextRef="#ctx0" brushRef="#br0" timeOffset="115628.35">18816 8407 1283 0,'0'0'406'15,"0"0"-84"-15,0 0-195 16,0 0-82-16,0 0 11 16,0 0 115-16,13 129-4 15,-24-69-50-15,0 1-18 16,0-6-15-16,2-6-47 15,5-13 9-15,1-12-43 16,3-8 3-16,0-10 6 16,0-6-12-16,16 0-15 15,6-6 14-15,5-22-43 16,2-14-73-16,-2-13-96 0,-3-8-7 16,-4-6 10-1,-6 9 48-15,-3 14 162 0,-7 16 53 16,-2 16 198-16,-2 11-22 15,0 3-121-15,0 12-106 16,0 17 89-16,0 11-23 16,9 4 3-16,9 5-21 15,7-3-49-15,4-4-1 16,6-9-84-16,5-8-103 16,22-14 22-16,-10-4-181 15,-10-7-483-15</inkml:trace>
  <inkml:trace contextRef="#ctx0" brushRef="#br0" timeOffset="115805.54">19404 8601 1962 0,'0'0'545'16,"0"0"-425"-16,0 0 7 16,0 0-51-16,141-25-12 15,-81 21-62-15,7 2-2 16,4 1-19-16,-1 1-199 15,13-5-109-15,-15 1-258 16,-15-1-526-16</inkml:trace>
  <inkml:trace contextRef="#ctx0" brushRef="#br0" timeOffset="116224.29">20340 8293 1343 0,'0'0'406'15,"0"0"-258"-15,0 0 25 16,0 0 73-16,0 0-78 16,0 0-18-16,0 0-74 15,-33-18-42-15,33 18 36 16,0 0-40-16,0 0-1 15,0 0-7-15,7 0-12 16,7 0-14-16,-2 8 4 16,1 15 0-16,-3 7 21 15,-10 6-8-15,0 4 26 0,-4 1 9 16,-12 0-21-16,5-4 10 16,9-8-37-16,2-3 1 15,13-4 23-15,18-3-23 16,6-4 13-16,-2-3-14 15,-11-2-27-15,-20 4 21 16,-4 6-64-16,-36 13-32 16,-26 11 93-16,-11 6-72 15,-32 20-96-15,21-14-174 16,14-12-664-16</inkml:trace>
  <inkml:trace contextRef="#ctx0" brushRef="#br0" timeOffset="117658.11">18145 9302 1493 0,'0'0'264'0,"0"0"-209"0,0 0-6 16,0 0 129-16,0 0-41 15,0 0 7-15,0 0-38 16,38-9-91-16,-5 6 19 16,16-1 42-16,18 2-2 15,14 2 41-15,30 0-86 16,34 0-9-16,35 0 40 15,21 0-42-15,-5 0 12 16,-5 0-30-16,-16 0 1 16,-6 0 13-16,-4-2-14 15,-7-6 0-15,-4-5 5 16,-9 1-4-16,-25 3-2 0,-28-1-14 16,-28 2-34-16,-8 1 43 15,0 2-99-15,6-7-109 16,-8 3-106-16,-21 0-409 0</inkml:trace>
  <inkml:trace contextRef="#ctx0" brushRef="#br0" timeOffset="119000.11">18974 9965 1061 0,'0'0'308'0,"0"0"-213"16,0 0-78-16,0 0 123 15,0 0 39-15,0 0 19 16,0 0-22-16,4 3-40 16,8-3-19-16,3-8-11 15,8-8-56-15,6-6 8 16,6-8-58-16,3-4-17 16,3-5-55-16,-4-1 3 15,-3-1 36-15,-5 2-4 16,-10 8 37-16,-5 8 37 15,-10 9 8-15,-1 7 31 16,-3 7-54-16,0 0-22 16,0 27-8-16,-11 9-1 0,-3 15 9 15,5 9 41-15,1 7-41 16,1 2-38-16,4 13-98 16,3-16-228-16,0-17-764 0</inkml:trace>
  <inkml:trace contextRef="#ctx0" brushRef="#br0" timeOffset="123346.01">21328 9087 466 0,'0'0'877'0,"0"0"-606"16,0 0-130-16,0 0-46 15,0 0 55-15,0 0 32 0,0 0-95 16,0 0 7 0,3 0-19-16,-3 0 5 0,2 0 51 15,-2 0-69-15,2 0-6 16,4 0 0-16,5 0-12 16,10 0 2-16,8 0-19 15,8 5 0-15,11-3 6 16,0 0-32-16,6-2-1 15,-1 0 9-15,-1 0-8 16,-4 0-1-16,-7 0-59 16,-7 0-101-16,-11 0-35 15,-15 3-165-15,-8 9-284 16,0 3 16-16</inkml:trace>
  <inkml:trace contextRef="#ctx0" brushRef="#br0" timeOffset="123538.71">21354 9367 1292 0,'0'0'716'0,"0"0"-562"15,0 0-43-15,0 0 126 16,0 0-33-16,0 0-68 16,130 11-102-16,-83-8-33 15,-2-3-1-15,-1 1-48 16,3 5-148-16,-11-2-280 15,-12 1-409-15</inkml:trace>
  <inkml:trace contextRef="#ctx0" brushRef="#br0" timeOffset="124144.61">22351 9274 1640 0,'0'0'483'16,"0"0"-358"-16,0 0 90 15,0 0 53-15,0 0-114 16,0 0-66-16,0 0-25 16,47 2-46-16,-18-2-3 15,5 0 17-15,1 0-20 16,1 0-22-16,-1 0 4 16,-1 0-44-16,-2 0-51 15,12 0-224-15,-9 0-303 0,-1-4-759 16</inkml:trace>
  <inkml:trace contextRef="#ctx0" brushRef="#br0" timeOffset="124490.87">23020 9256 914 0,'0'0'860'0,"0"0"-593"15,0 0-163-15,0 0 113 16,0 0 32-16,0 0-172 16,0 0-77-16,53-67-7 15,-32 32-63-15,-8-4-5 16,1-1-21-16,-6-3 26 0,1 1 69 16,-3 1 1-16,2 5 46 15,-4 9 137-15,0 10-17 16,1 8-59-16,-3 9-79 15,2 0-11-15,4 9-31 16,-2 21 40-16,3 18-26 16,-1 12 25-16,0 11-23 15,-2 3-4-15,1 2-23 16,-5 15-126-16,0-22-148 16,0-17-614-16</inkml:trace>
  <inkml:trace contextRef="#ctx0" brushRef="#br0" timeOffset="129315.1">2500 11761 935 0,'0'0'756'16,"0"0"-577"-16,0 0-83 15,0 0 55-15,0 0 107 16,0 0-140-16,0 0-118 16,29-68 119-16,-8 37-97 15,3-5 26-15,5-1-48 16,7-9 39-16,6-3-84 15,3-3 35-15,3-4-126 16,2 0 54-16,-6-1-116 16,-5 3 74-16,-10 0 77 15,-8 2 32-15,-7 3 15 0,-7 3 6 16,-7 9 44-16,0 4 59 16,0 11-98-16,-5 6 8 15,-9 10-19-15,-1 6 10 16,-1 0-54-16,-3 21 44 15,-4 16 0-15,5 19 29 16,1 16 41-16,8 13 66 16,4 3-9-16,5-1-84 15,0-10 81-15,14-10-109 16,8-13-6-16,5-13 47 16,4-15-55-16,7-6 49 15,4-15-50-15,3-5-39 0,-3 0 13 16,-4-22-106-16,-5-7 0 15,-6-10-19-15,-5-3-109 16,-9-2 35-16,-3 2-45 16,-4 10 270-16,-1 7 25 15,-5 11 140-15,2 13 34 16,-2 1-68-16,0 4-106 16,0 21 68-16,0 10 25 15,0 5-75-15,0 3 78 16,0-6-121-16,0-2-1 15,4-6-23-15,8-6-120 16,5-18-51-16,-1-3-203 16,-3-2-429-16</inkml:trace>
  <inkml:trace contextRef="#ctx0" brushRef="#br0" timeOffset="129739.03">3474 11381 1453 0,'0'0'529'0,"0"0"-473"15,0 0 51-15,0 0 165 16,0 133-75-16,0-99-89 16,0-6 24-16,0-6-114 15,-2-7-2-15,2-10-16 16,0-1 13-16,0-4-17 16,0 0 4-16,2-1-30 15,14-19 5-15,9-12-72 0,4-3-64 16,2 1-19-1,-2 6 144-15,-4 12 11 0,-3 14 46 16,-6 2-21-16,-3 18 102 16,-4 14-38-1,-4 2 61-15,-5 0-38 16,0-5-75-16,0-8 82 0,0-8-94 16,0-10 0-16,0-3-11 15,0 0 40-15,10-10-58 16,15-14-118-16,4-5-77 15,4-3 208-15,1 7-52 16,-5 7 68-16,-9 12 9 16,-3 6-9-16,-5 8 46 15,-3 22-46-15,-3 10-6 16,-6 21-33-16,0-8-168 0,0-13-546 16</inkml:trace>
  <inkml:trace contextRef="#ctx0" brushRef="#br0" timeOffset="130390.32">4250 11686 1914 0,'0'0'646'15,"0"0"-644"-15,0 0 22 16,0 0-39-16,0 0 27 15,129-108-12-15,-83 64 0 16,-4-2-95-16,-5-3 93 16,-6 2-142-16,-8 1 98 15,-9 1 29-15,-10 9 34 16,-4 4 19-16,0 10 44 16,0 11-79-16,0 5 54 0,-9 6-55 15,0 3-35-15,-2 26 35 16,3 12 0-16,0 17 78 15,4 15-2-15,2 9-19 16,-1 7 104-16,3 4-134 16,0-2-2-16,-2-5 38 15,-2-7-54-15,0-9 33 16,-2-12-42-16,0-11 0 16,-3-9-2-16,-1-7 2 15,-4-9 0-15,-4-6-10 16,2-7 22-16,1-6-29 15,3-3 17-15,4-6 0 16,8-18-13-16,0-12 13 0,2-9 0 16,20-5-9-1,10-8 36-15,3-2-11 16,7-6-16-16,1-4-69 0,3 2 25 16,2-2-186-16,10-31-24 15,-12 21-247-15,-11 6-454 0</inkml:trace>
  <inkml:trace contextRef="#ctx0" brushRef="#br0" timeOffset="130576.92">4904 11083 1435 0,'0'0'405'0,"0"0"-354"16,0 0-39-16,0 0 40 0,-54 131 108 16,38-64 60-1,3 7-54-15,9 1-128 0,4-3 69 16,0-8-107-16,6-8-21 15,12-11 21-15,6-12-86 16,1-8-36-16,4-25-131 16,-4 0-294-16,-8-13-167 0</inkml:trace>
  <inkml:trace contextRef="#ctx0" brushRef="#br0" timeOffset="130954.06">4979 11412 920 0,'0'0'1223'15,"0"0"-1096"-15,0 0-96 16,0 0-6-16,0 0 7 0,0 0 31 16,50 136 189-16,-50-90-170 15,0 0 1-15,-2-2-9 16,-6-10-73-16,2-5 40 16,4-13-41-16,2-6 0 15,0-8-18-15,0-2 18 16,0-7-12-16,4-18 6 15,8-15-153-15,3-11-63 16,-1-5-166-16,-6 6-139 16,-1 12 527-16,-5 15 172 15,-2 14 142-15,0 9-165 16,0 6-127-16,0 18 241 16,0 4-119-16,0 2-50 15,0 0 37-15,9-2-129 0,9-3 28 16,4-5-30-16,3-8 25 15,3-9-88-15,-1-3 41 16,-2 0-136-16,-5-34-40 16,-7-4-284-16,-7-4-609 0</inkml:trace>
  <inkml:trace contextRef="#ctx0" brushRef="#br0" timeOffset="131106.76">5492 11161 1949 0,'0'0'385'15,"0"0"-174"-15,0 0-174 16,98 162 29-16,-78-85 47 16,-9 8-80-16,-11 16 28 15,0-7-61-15,-40 24-171 16,-5-23-181-16,-1-35-1114 0</inkml:trace>
  <inkml:trace contextRef="#ctx0" brushRef="#br0" timeOffset="132100.21">2650 12177 1551 0,'0'0'247'0,"0"0"-140"15,0 0-55-15,0 0 6 16,0 0 88-16,0 0-82 15,0 0-20-15,69 17 84 16,-56 15-100-16,0 4 56 16,-3 4 29-16,-6 2-87 0,1 0 93 15,-5 2-88 1,0-6-25-16,0-3 47 0,0-9-43 16,0-8-10-16,0-8 0 15,0-6 20-15,0-4-20 16,0 0 0-16,0 0-18 15,6-18-8-15,8-12-8 16,1-11-118-16,1-5 62 16,-1 0-48-16,-3 8 132 15,-3 12-22-15,-5 10 28 16,-4 9 85-16,0 7-57 16,0 0 33-16,0 0-61 15,0 21 18-15,0 5 110 0,0 6-106 16,0 0-1-1,9-2 42-15,7-6-62 0,4-2 49 16,2-8-50-16,2-2-57 16,3-5 30-16,0-5-150 15,6-2-32 1,-8-7-96-16,-10-9-395 0</inkml:trace>
  <inkml:trace contextRef="#ctx0" brushRef="#br0" timeOffset="132306.66">3038 12348 947 0,'0'0'1022'16,"0"0"-778"-16,0 0-108 16,0 0 191-16,0 0-178 15,0 0-70-15,0 0-17 16,14-2-52-16,7 2 31 0,8 5-41 16,9 2 0-16,7 1-17 15,-1-3 17-15,3-4-36 16,-2-1-37-16,0 0-173 15,3 0 21-15,-7-8-448 16,-12-5-706-16</inkml:trace>
  <inkml:trace contextRef="#ctx0" brushRef="#br0" timeOffset="132523.97">3470 12218 1440 0,'0'0'616'0,"0"0"-473"0,0 0 11 15,0 0-154-15,0 0 2 16,0 0 79-16,0 0-32 16,64 90 18-16,-50-50 10 15,-5 0-63-15,-9 1 124 16,0 1-138-16,0-2 0 16,-17-3 8-16,1-2-8 15,1-5-66-15,5-10-191 16,8-12-463-16</inkml:trace>
  <inkml:trace contextRef="#ctx0" brushRef="#br0" timeOffset="132776.26">3816 12444 2068 0,'0'0'387'0,"0"0"-315"0,0 0-19 15,0 0-53-15,0 0 6 16,44-118 20-16,-32 78-26 15,1-2-60-15,-2 4 15 16,-2 2 35-16,0 9 10 16,-5 10 45-16,-2 8 26 15,1 9 123-15,-3 0-169 16,0 24-25-16,0 17 26 16,0 12-13-16,0 12 29 15,0 9-42-15,0 24-146 16,-3-20-111-16,3-13-713 0</inkml:trace>
  <inkml:trace contextRef="#ctx0" brushRef="#br0" timeOffset="133347.71">6161 11633 1467 0,'0'0'615'0,"0"0"-299"16,0 0-157-16,0 0-41 15,0 0 23-15,0 0-103 16,125-3 3-16,-78 3-41 16,-5 0-4-16,-4 0-23 15,-9 18-127-15,-11 1-182 16,-14-2-414-16</inkml:trace>
  <inkml:trace contextRef="#ctx0" brushRef="#br0" timeOffset="133491.1">6167 11872 1942 0,'0'0'598'16,"0"0"-500"-16,0 0-86 16,0 0 178-16,119 0-190 15,-59-5-2-15,7-2-23 16,30-4-230-16,-16 1-271 16,-14 0-623-16</inkml:trace>
  <inkml:trace contextRef="#ctx0" brushRef="#br0" timeOffset="134029.49">7089 11837 1126 0,'0'0'1055'15,"0"0"-940"-15,0 0-115 16,0 0 0-16,0 0-8 16,102-108 9-16,-71 59-1 15,-2-3 0-15,-6 0-78 16,-8-1 69-16,-9 4 17 16,-6 2-8-16,0 6 143 15,-2 2-95-15,-9 11 48 0,5 10-11 16,-2 9-60-16,6 6 0 15,0 3-25-15,0 8-89 16,0 23 80-16,-3 17 9 16,-1 15 18-16,-1 15 36 15,2 3-44-15,1 7 130 16,0 1-103-16,1-4 4 16,1-6 39-16,0-5-69 15,-2-7 11-15,-1-9-22 16,0-5 20-16,-1-9-14 15,-3-7-6-15,0-9-11 16,0-10-10-16,0-8 32 16,3-8-11-16,1-2 0 15,1-4 0-15,1-22 0 0,3-8 0 16,0-10 0-16,7-5-18 16,20-1 29-16,7-4-22 15,5 0-189-15,24-26-102 16,-10 10-58-16,-6 6-630 0</inkml:trace>
  <inkml:trace contextRef="#ctx0" brushRef="#br0" timeOffset="134243.07">7661 11165 1500 0,'0'0'511'0,"0"0"-377"16,0 0-19-16,0 0-106 0,0 0 99 15,-111 116 76-15,99-51-99 16,8 5 61-16,4-1-136 16,0 1 16-16,18-7-11 15,7-2-15-15,4-10-59 16,11-5-102-16,-5-15-352 16,-4-17-563-16</inkml:trace>
  <inkml:trace contextRef="#ctx0" brushRef="#br0" timeOffset="134520.04">7837 11654 2029 0,'0'0'286'15,"0"0"-197"1,0 0-58-16,0 0-15 16,98-124 63-16,-76 86-79 0,-1-3-16 15,-6 0 15-15,-1 3-9 16,-6 5 10-16,-3 8 24 15,-3 11 55-15,-2 6 186 16,0 8-231-16,0 0-33 16,0 23-2-16,0 17 2 15,0 10 14-15,0 9-15 16,0 0 0-16,0-2-67 16,0-4 22-16,6-14-125 15,15-8-38-15,-5-16-339 16,-1-11-385-16</inkml:trace>
  <inkml:trace contextRef="#ctx0" brushRef="#br0" timeOffset="134692.07">8462 11226 1835 0,'0'0'748'0,"0"0"-713"15,0 0 5-15,124 106-12 16,-103-45-20-16,-13 14-7 15,-8 7 107-15,-16 22-108 16,-46 21-9-16,2-21-219 16,-3-20-460-16</inkml:trace>
  <inkml:trace contextRef="#ctx0" brushRef="#br0" timeOffset="137471.14">9573 11644 1122 0,'0'0'338'15,"0"0"-69"-15,0 0-107 16,0 0 91-16,0 0 3 16,0 0-86-16,0 0 15 15,-2-11-86-15,2 11-72 16,0 0 110-16,0 0-126 16,0 0 1-16,0 0 13 15,2 0-10-15,17 0 19 16,12 0-34-16,9 0 0 15,11-3 26-15,7-3-26 16,0 0-17-16,0-2 7 16,-5-1-122-16,-6 6 17 0,-5 1-216 15,-15 2-257-15,-11 0-129 16</inkml:trace>
  <inkml:trace contextRef="#ctx0" brushRef="#br0" timeOffset="137757.04">9621 11722 738 0,'0'0'1265'16,"0"0"-894"-16,0 0-259 15,0 0 48-15,0 0-49 16,0 0-101-16,0 0 141 16,89 0-151-16,-41 3 0 15,6-3 1-15,2 0-1 16,2 0-19-16,-4 0-194 16,8-17-113-16,-16 2-152 15,-12-6-886-15</inkml:trace>
  <inkml:trace contextRef="#ctx0" brushRef="#br0" timeOffset="137939.12">10216 11392 1512 0,'0'0'801'16,"0"0"-504"-16,0 0-296 16,0 0 23-16,0 0 53 0,0 0-21 15,96 151 20-15,-96-81-40 16,-2 10-1-16,-23 3-36 15,-8 1 1-15,-25 15-127 16,6-21-68-16,8-19-447 0</inkml:trace>
  <inkml:trace contextRef="#ctx0" brushRef="#br0" timeOffset="139165.31">11625 11330 1257 0,'0'0'503'0,"0"0"-285"16,0 0-46-16,0 0 115 15,0 0-158-15,0 0-46 16,0 0-26-16,0-12-57 15,0 40 0-15,8 14 12 16,4 12-4-16,-1 8 144 16,-3 2-150-16,2-2 12 15,-4-3 12-15,1-11-8 16,-1-6-3-16,-1-10-15 16,0-6-73-16,-1-6 61 15,1-8-156-15,-1-9-37 16,0-3-11-16,5-21-65 0,1-16 32 15,-2-9-676-15</inkml:trace>
  <inkml:trace contextRef="#ctx0" brushRef="#br0" timeOffset="139372.34">11826 11261 1461 0,'0'0'754'0,"0"0"-667"15,0 0-87-15,0 0-15 16,0 0 15-16,0 125 172 15,0-65-72-15,0 5-26 16,0 2 49-16,0-3-111 16,6-8 7-16,1-3-19 15,1-10 24-15,0-4-90 0,-4-5-23 16,-4-4-136 0,0-6-119-16,0-12-465 0</inkml:trace>
  <inkml:trace contextRef="#ctx0" brushRef="#br0" timeOffset="139548.87">11353 11754 1597 0,'0'0'750'0,"0"0"-598"16,0 0-100-16,0 0 74 16,174-33-53-16,-92 22 23 15,7 4-96-15,4-3 0 16,-1 1-56-16,-7-2-57 15,2 5-156-15,-25-1-313 0,-19 1-487 16</inkml:trace>
  <inkml:trace contextRef="#ctx0" brushRef="#br0" timeOffset="139878.07">12088 11779 1536 0,'0'0'337'15,"0"0"-325"-15,0 0 60 16,0 0-59-16,0 0 84 15,0 0-9-15,0 0-78 16,120-36-10-16,-86 1-82 16,-7-2-97-16,-7-6 119 15,-9-3-63-15,-7 2-27 16,-4 3 150-16,0 4 79 0,0 11 240 16,0 10-33-1,-4 10-74-15,4 6-44 0,0 0-150 16,0 10-3-16,2 18 12 15,12 12-3-15,1 6 145 16,-1 4-145-16,-3 0-23 16,-7-4 49-16,-4-2-42 15,0-2-2-15,-19-1-6 16,-8-1-48-16,-7-4 46 16,-15-6-266-16,11-8-281 15,7-15-626-15</inkml:trace>
  <inkml:trace contextRef="#ctx0" brushRef="#br0" timeOffset="140973.37">13078 11853 818 0,'0'0'664'16,"0"0"-484"-16,0 0-6 0,0 0 5 15,0 0 97-15,0 0-58 16,0 0-97-16,78-39 9 15,-33 8-130-15,8-9 29 16,5-7-36-16,3-7 7 16,-4-6-37-16,-4-2 28 15,-5-4-52-15,-8-2 28 16,-7-3 16-16,-8 3 17 16,-10 1-25-16,-6 9 26 15,-9 3-1-15,0 11 12 16,0 14 25-16,0 9 17 15,-6 13-54-15,-2 8 0 16,-5 0-36-16,-3 30 35 16,-3 19 1-16,-4 30 9 15,1 34 16-15,7-6 94 0,3-10-113 16,8-16-5-16,4-21 72 16,0 2-72-16,4 1 28 15,16-14-29-15,3-9 27 16,6-11-17-16,0-9-10 15,4-12-21-15,3-8 2 16,-1 0-14-16,1-26-4 16,-3-10-40-16,-6-10-112 15,-2-4 140-15,-9 1-145 16,-5 6 91-16,-7 11 103 16,-2 15 90-16,-2 8 66 15,0 9-156-15,0 0 25 0,0 19-19 16,0 9 17-16,0 6-23 15,0 4 55-15,0-4-54 16,0-4-2-16,0-8-17 16,0-5-120-16,2-9 46 15,0-8-266-15,-2-6-305 16,0-14-119-16</inkml:trace>
  <inkml:trace contextRef="#ctx0" brushRef="#br0" timeOffset="141522.12">13896 11497 1802 0,'0'0'635'0,"0"0"-597"16,0 0 7-16,0 0-45 16,0 0 0-16,0 0 46 0,0 0-22 15,121 69-24 1,-82-63 0-16,1-6 6 16,1 0-58-16,-5-10 17 0,-12-9-107 15,-6-1 90-15,-14-1-63 16,-4 4-12-16,0 0 79 15,-17 9 48-15,-6 8 19 16,-2 2-19-16,-2 21 36 16,6 12 128-16,5 5-8 15,5 4 25-15,7-4-22 16,4-2-111-16,0-3 104 16,13-9-152-16,9-6 0 15,7-8 18-15,2-11-5 16,5-1-22-16,2-1 9 15,5-21-110-15,-2-6 104 0,-1-7-164 16,-3 4 56-16,-9 0 80 16,-6 11 34-16,-10 8-7 15,-8 8 7-15,-4 4 0 16,0 0 101-16,0 14-68 16,0 2 53-16,-4-2 2 15,1-3-87-15,3-6 47 16,0-3-48-16,0-2 0 15,16 0 19-15,13 0-19 16,9-7-1-16,5-5-9 16,1 1 8-16,-2 2-19 15,-8 9 21-15,-8 0-25 0,-8 0-16 16,-7 18-14-16,-6-1-61 16,-5 5 25-16,-3 0-117 15,-41-2 24-15,4-4-413 16,-3-7-839-16</inkml:trace>
  <inkml:trace contextRef="#ctx0" brushRef="#br0" timeOffset="141689.77">14032 11300 1899 0,'0'0'705'0,"0"0"-670"16,116-47-18-16,-56 40-34 0,5 7-12 15,-1 0-31-15,10 33-137 16,-16 3-401-16,-11-4-380 0</inkml:trace>
  <inkml:trace contextRef="#ctx0" brushRef="#br0" timeOffset="142125.31">15751 11235 1553 0,'0'0'395'0,"0"0"-197"16,0 0-119-16,0 0-79 15,0 0 0-15,0 0 82 16,2 112 44-16,-4-37 140 15,-2 7-151-15,-1 6-88 16,0-4 37-16,3-6-63 0,2-9 5 16,0-13-6-16,0-12-19 15,0-10-20-15,7-8-58 16,2-10-117 0,-1-14-25-16,-1-2-308 0,-5 0-234 0</inkml:trace>
  <inkml:trace contextRef="#ctx0" brushRef="#br0" timeOffset="142709.37">15499 11708 1950 0,'0'0'392'16,"0"0"-294"-16,0 0-98 0,0 0 23 16,144-44-21-1,-79 39-2-15,7 5 0 0,-1 0 73 16,-2 3-66-16,-11 17 85 15,-13 8 19-15,-14 2-92 16,-11 6 75-16,-11 0-94 16,-5-1 24-16,-4-5 22 15,0-9-46-15,0-6 0 16,0-10-9-16,0-2 32 16,0-3-34-16,7 0 11 15,1-16-61-15,9-12 55 16,5-15-259-16,0 0 91 15,0-1 26-15,-6 7 148 0,-7 16 35 16,-7 12 109 0,-2 9-101-16,0 2 16 0,0 23-45 15,-2 5 99-15,0 1-10 16,2 2-96-16,0-5 108 16,11-6-115-16,11-6 0 15,11-8 25-15,7-8-23 16,8 0-4-16,3-24-7 15,2-8-124-15,-4-8 133 16,-7-4-122-16,-11-2 27 16,-10 4 95-16,-15 5 0 15,-6 13 20-15,0 10 63 16,-11 11-82-16,-11 3 96 16,0 20-78-16,2 12 4 15,6 6 66-15,8 8-53 0,6-3 66 16,0 3-102-16,14-3 10 15,7-5-11-15,6-4 1 16,0-4-58-16,-2-4 1 16,-19-2-221-16,-6-8-281 15,0-4-507-15</inkml:trace>
  <inkml:trace contextRef="#ctx0" brushRef="#br0" timeOffset="142815.54">16382 12085 1483 0,'0'0'917'0,"0"0"-728"15,0 0-189-15,0 0-12 16,0 0-77-16,0 0-116 0,122 0-448 16</inkml:trace>
  <inkml:trace contextRef="#ctx0" brushRef="#br0" timeOffset="143312.34">17882 11085 1842 0,'0'0'507'16,"0"0"-436"-16,0 0 24 0,0 0-95 16,0 0 0-1,0 0 3-15,20 199 91 0,-3-57 81 16,-1-6-136-16,-5-26-25 16,-1-34 32-16,-2-23-45 15,1 1-1-15,2-2 0 16,3 0-109-16,-6-12 70 15,-1-12-220-15,-7-16-114 16,0-8-231-16,-11-4-665 0</inkml:trace>
  <inkml:trace contextRef="#ctx0" brushRef="#br0" timeOffset="143837.76">17645 11703 1796 0,'0'0'526'0,"0"0"-389"16,0 0-35-16,0 0-102 15,164-75 0-15,-85 55-26 16,13 2 44-16,3 0-18 16,0 6 0-16,-16 4 7 15,-16 8 60-15,-22 0-67 16,-22 14 0-16,-19 18 49 16,0 8-19-16,-23 4 53 15,-8 0-83-15,3-5 21 16,6-11-21-16,8-10 0 15,7-10-37-15,7-6 4 16,2-2-99-16,23-5 85 16,13-14-110-16,7-10-68 15,1 0 143-15,-3 0-31 16,-12 9 113-16,-11 9 58 16,-11 8 33-16,-7 3 45 15,-2 10-109-15,0 12 7 0,0 3 101 16,0-5-135-16,3-5 0 15,7-7 31-15,6-5-30 16,2-3 87-16,4-6-88 16,-1-16 0-16,-2-8-49 15,-1-5 26-15,-3 1 6 16,-3 4 6-16,-3 6 22 16,-3 12 44-16,2 10-55 15,-2 2 31-15,1 17-19 0,3 15 3 16,2 7 37-1,-1 1-52-15,0 1 32 0,1-9-57 16,-2-6 25-16,2-11-119 16,-5-15-61-16,-3 0-347 15,-4-15-527-15</inkml:trace>
  <inkml:trace contextRef="#ctx0" brushRef="#br0" timeOffset="143989.24">18711 11249 2169 0,'0'0'563'16,"0"0"-563"-16,0 0-53 15,0 0-22-15,16 143-155 16,-21-13-155-16,-13-14-146 0,3-3-195 0</inkml:trace>
  <inkml:trace contextRef="#ctx0" brushRef="#br0" timeOffset="144057.21">18648 12096 950 0,'0'0'259'15,"0"0"78"-15,0 0-337 16,0 0-38-16</inkml:trace>
  <inkml:trace contextRef="#ctx0" brushRef="#br0" timeOffset="144564.12">19678 11530 1273 0,'0'0'797'0,"0"0"-663"15,0 0-92-15,0 0-11 16,0 0-25-16,118-7 116 15,-95 44-24-15,-10 9 32 16,-9 7-41-16,-4 5-66 16,0 0 136-16,-8-4-153 15,-7-8 2-15,1-12 13 0,7-13-5 16,5-10-7-16,2-9-9 16,0-2 0-1,2-8-21-15,14-20 21 16,8-14-175-16,1-16-57 0,4-10-118 15,-5 0-12-15,-3 5-311 16,-6 17 673-16,-9 16 581 16,-6 18-46-16,0 12-358 15,-4 3-97-15,-13 22 5 16,1 7 116-16,3 3-107 16,7 4-85-16,6 0 78 15,0-2-86-15,23-4-1 16,8-5 0-16,10-7-42 15,5-8 41-15,6-9-173 16,19-10-83-16,-13-16-299 0,-11-8-1076 16</inkml:trace>
  <inkml:trace contextRef="#ctx0" brushRef="#br0" timeOffset="144709.01">20374 11543 2186 0,'0'0'561'16,"0"0"-544"-16,0 0 38 15,0 0-55-15,138 0-2 16,-91 7-39-16,0 9 14 16,-3 7-219-16,-13-6-238 15,-15-2-465-15</inkml:trace>
  <inkml:trace contextRef="#ctx0" brushRef="#br0" timeOffset="144835.79">20399 11743 2043 0,'0'0'737'0,"0"0"-725"15,0 0 2-15,0 0 86 16,0 0-78-16,169 0-22 16,-60 0-24-16,-15-3-308 15,-10-4-419-15</inkml:trace>
  <inkml:trace contextRef="#ctx0" brushRef="#br0" timeOffset="145246.19">21435 11775 2036 0,'0'0'416'16,"0"0"-416"-16,0 0-107 15,0 0 106-15,0 0 1 16,100-145 143-16,-80 95-143 16,-4 0 16-16,-3 0 23 15,-6 0 37-15,-5 3 57 16,-2 7 7-16,0 11-125 16,0 11 149-16,0 7-164 15,0 10 23-15,0 1-55 16,0 1 32-16,0 24-19 0,-2 12 18 15,-7 14 1-15,1 11 12 16,-2 4-12-16,6 0 0 16,-3-2-31-16,3-2 22 15,0-7-12-15,-6-5-81 16,-1-8-175-16,-14-3 40 16,4-13-424-16,-2-12-599 0</inkml:trace>
  <inkml:trace contextRef="#ctx0" brushRef="#br0" timeOffset="145391.47">21275 11985 1307 0,'0'0'1081'0,"0"0"-901"16,0 0-168-16,0 0-12 15,0 0 73-15,0 0-32 16,172 6 118-16,-99-6-140 16,7 0-19-1,33 2 0-15,-19 1-136 0,-13-3-366 0</inkml:trace>
  <inkml:trace contextRef="#ctx0" brushRef="#br0" timeOffset="145496.46">22454 11879 2512 0,'0'0'0'0,"0"0"-485"0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5T07:14:05.97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1615 5254 1380 0,'0'0'402'0,"0"0"-312"0,0 0-49 16,0 0 91-16,0 0-8 15,0 0 12-15,25-46 55 16,-12 22-143-16,5-5 69 15,7-5-117-15,8-6 0 16,5-7 5-16,7-8 11 16,6-6-14-16,0-2-2 15,-1-4-57-15,-4 1 30 16,-5 0-22-16,-10 6 24 16,-9 7 19-16,-9 6 12 15,-6 10-17-15,-7 8 11 0,0 8 0 16,0 7 33-1,-7 7-33-15,-6 2 0 0,-3 3-7 16,0 2 7-16,-3 0-27 16,-4 19 6-16,3 13 21 15,1 14-4-15,0 14 10 16,9 15 11-16,2 4 56 16,8 7-37-16,0-6 74 15,0-6-110-15,0-13 11 16,5-13 16-16,2-14-21 15,-1-14-6-15,-1-8 0 16,-1-10 17-16,6-2-14 16,2-5-3-16,9-18 0 15,3-12-25-15,5-12-39 0,0-7-54 16,-2 1 71-16,-5 7 26 16,-6 14 6-16,-3 16 15 15,-2 14 0-15,-1 2 18 16,-2 30-8-16,1 15 74 15,-3 9-3-15,2 0-81 16,-2 1 122-16,1-11-122 16,1-11 0-16,8-8 10 15,5-11 2-15,2-7-24 16,9-7 0-16,4 0-107 16,2-24 37-16,10-30-292 15,-9 2-347-15,-10 0-381 0</inkml:trace>
  <inkml:trace contextRef="#ctx0" brushRef="#br0" timeOffset="225.03">2637 4432 933 0,'0'0'899'0,"0"0"-729"16,0 0-116-16,-81 128 90 15,54-54 44-15,6 6-47 16,7 2 56-16,12-4-129 15,2-7-68-15,10-11 42 16,19-10-42-16,8-10-24 16,5-11-18-16,2-12-97 15,1-8 61-15,-3-9-175 0,-3-11-214 16,-10-13 78-16,-12-4-823 16</inkml:trace>
  <inkml:trace contextRef="#ctx0" brushRef="#br0" timeOffset="608.17">2795 4841 1568 0,'0'0'345'0,"0"0"-172"16,0 0-135-16,0 0 110 15,0 0-88-15,0 0 57 16,0 0 41-16,80 96-63 16,-73-52 31-16,-5 4-102 15,-2-2-5-15,0-8 44 16,0-6-63-16,0-7 0 15,0-13-8-15,0-7 34 16,0-5-29-16,0 0 3 0,0-16 0 16,9-22-56-16,2-14-141 15,0-9 14-15,-2-5 2 16,-5 15 50-16,-1 15 131 16,-3 19 128-16,0 17-85 15,0 15 14-15,-7 24-7 16,0 11 84-16,5 4-6 15,2-1-111-15,0-10 84 16,18-4-101-16,4-12 2 16,5-8-29-16,2-10-2 15,-2-9-54-15,-3 0-1 16,-3-16-143-16,-10-47 37 0,-7 7-469 16,-4-7-489-16</inkml:trace>
  <inkml:trace contextRef="#ctx0" brushRef="#br0" timeOffset="746.11">3183 4659 1512 0,'0'0'296'0,"0"0"2"16,0 0-122-16,89 148 12 15,-69-74-78-15,-9 7-104 16,-9 10 66-16,-2 1-72 16,-22 29-131-16,-5-24-120 15,-4-18-460-15</inkml:trace>
  <inkml:trace contextRef="#ctx0" brushRef="#br0" timeOffset="1697.15">3756 5286 1064 0,'0'0'1005'0,"0"0"-824"15,0 0-70-15,0 0 14 16,0 0-42-16,0 0 9 15,0 0-72-15,149-148 2 16,-98 83-12-16,3-8-10 16,-3-4 0-16,-7-4-7 15,-6 0 23-15,-6 2-53 16,-12 3 37-16,-9 8-34 16,-8 11 14-16,-3 10 40 15,0 13-2-15,-14 13 4 0,-4 10 9 16,-2 11-7-16,-3 7-24 15,-1 27-9-15,4 18 9 16,2 16 12-16,12 13 57 16,6 7-27-16,0 1-17 15,8-8 57-15,17-8-82 16,2-14 0-16,2-13-3 16,4-11 21-16,0-15 0 15,1-12-18-15,1-8 0 16,2-2-12-16,-4-24 12 15,0-9-45-15,-4-11-13 16,-7-4-84-16,-4 3 26 16,-9 9-19-16,-2 9 135 15,-4 16 55-15,-3 13 15 0,0 0-35 16,0 15-8-16,0 15 6 16,-8 6 97-16,2 2-130 15,-1-1 33-15,5-3-14 16,2-8-19-16,0-4-43 15,0-10-41-15,0-6-151 16,0-6 8-16,0 0-33 16,0-42 99-16,0-4-471 15,0-6-497-15</inkml:trace>
  <inkml:trace contextRef="#ctx0" brushRef="#br0" timeOffset="2268.66">4471 4756 1224 0,'0'0'721'0,"0"0"-495"15,0 0-128 1,0 0-85-16,0 0-13 0,0 0 0 15,41 107 22 1,-26-74-34-16,5 1 12 16,3-11-14-16,0-3-1 15,6-8 30-15,0-9-9 0,5-3 8 16,-1 0 10-16,-2-12 44 16,-2-11-68-16,-4-5-24 15,-9-2 17-15,-9 0 14 16,-7 6-5-16,0 6 8 15,-16 14 13-15,-10 4 107 16,-1 17-122-16,-2 21 30 16,6 11 107-16,10 3-81 0,8-2 49 15,5-4-113-15,2-10 14 16,16-7 28-16,7-10-41 16,2-8-1-16,0-10 17 15,4-1 4-15,-2-10-15 16,2-16-6-16,-2-13-59 15,2-4 32-15,-4-3-50 16,-5 5 7-16,-6 9 55 16,-5 16 15-16,-5 13-9 15,-4 3 9-15,2 16 0 16,0 11 68-16,-2 7-39 16,2-2 24-16,1-9-53 15,-3-5 47-15,2-6-22 16,3-10-25-16,2-2 0 15,6 0-21-15,12-12 21 0,6-12-7 16,5-2-23-16,3 1 30 16,-3 4-40-16,-5 8 40 15,-4 12-41-15,-9 1 35 16,-7 9-44-16,-6 14 27 16,-7 0-25-16,0 6-102 15,-9-5 97-15,-37 2-220 16,3-9-82-16,-6-6-291 0</inkml:trace>
  <inkml:trace contextRef="#ctx0" brushRef="#br0" timeOffset="2427.85">4570 4616 1505 0,'0'0'796'15,"0"0"-733"-15,0 0-46 16,131-70-17-16,-77 67-12 15,-2 3 4-15,14 37-120 16,-16 3-235-16,-12-1-316 0</inkml:trace>
  <inkml:trace contextRef="#ctx0" brushRef="#br0" timeOffset="3003.02">6016 4448 725 0,'0'0'1320'16,"0"0"-1086"-16,0 0-120 15,0 0-114-15,0 0 0 16,0 0 70-16,-9 148 77 15,3-76 10-15,-2 6-43 16,4-1-113-16,4-5 101 0,0-6-102 16,0-10 0-16,2-12-9 15,10-10 9-15,1-10-6 16,3-10-12-16,1-8-94 16,4-6 97-16,-6-12-164 15,-6-14-104-15,-7-4-375 0</inkml:trace>
  <inkml:trace contextRef="#ctx0" brushRef="#br0" timeOffset="3663.94">5808 4907 1698 0,'0'0'483'0,"0"0"-254"16,0 0-125-16,0 0-98 0,0 0 94 16,139-23-100-16,-79 13 0 15,5-1-2-15,-1 3 29 16,-6-1-21-16,-8 8-6 15,-13 1 0-15,-12 0 28 16,-10 20-16-16,-8 7 10 16,-7 11 66-16,0-1-32 15,0 3 47-15,0-1-103 16,-3-7 15-16,1-9-8 16,2-7-7-16,0-8-12 15,0-6-1-15,19-2-53 16,7 0 27-16,12-23 26 15,6-12-147-15,6-14 99 16,-1-6-162-16,-9 1 9 0,-9 6 158 16,-13 11 56-1,-9 18 350-15,-9 12-140 0,0 7-115 16,-7 2-21-16,-15 22-62 16,-3 10 37-16,-2 5 17 15,8 3-59-15,5-2 89 16,12-1-96-16,2-8 0 15,0-3-5-15,22-6 23 16,7-8-19-16,9-5 1 16,4-9 0-16,5 0-35 15,-3-15 35-15,1-11-37 16,-9-8 22-16,-9-2-70 16,-7-1 31-16,-11 3-70 15,-7 6 48-15,-2 9 61 0,0 8 30 16,0 8 9-16,-2 3 21 15,-7 0-35-15,0 0 17 16,-4 11-27-16,2 10 0 16,-3 5 96-16,3 6-96 15,-1 4 31-15,6 0 15 16,6 2-46-16,0-4 58 16,0-4-58-16,12-4 0 15,9-6 6-15,8-5-6 16,2-8-10-16,3-4-1 15,7-3-159-15,-10-8-27 16,-16-6-354-16</inkml:trace>
  <inkml:trace contextRef="#ctx0" brushRef="#br0" timeOffset="3800.53">6564 5302 2126 0,'0'0'576'0,"0"0"-488"16,0 0-88-16,0 0-119 15,0 0 105-15,0 0-167 16,0 0-61-16,123 52-670 0</inkml:trace>
  <inkml:trace contextRef="#ctx0" brushRef="#br0" timeOffset="4332.75">7735 4572 426 0,'0'0'1617'16,"0"0"-1326"-16,0 0-201 15,0 0-65-15,0 0-25 16,0 0 0-16,0 0 48 16,-7 106 34-16,4-46 98 0,1 9-113 15,2 3-32 1,0-2 11-16,0-6-33 0,0-10 5 15,0-8-18-15,8-12-33 16,-2-10-5-16,0-10-98 16,-3-8-79-16,-3-6-63 15,0-14-76-15,0-8-422 0</inkml:trace>
  <inkml:trace contextRef="#ctx0" brushRef="#br0" timeOffset="4880.46">7396 4967 1903 0,'0'0'578'0,"0"0"-517"16,0 0-60-16,0 0 13 0,142-8 10 15,-70-1 46-15,10-4-70 16,7-6 15-16,0 0 31 16,-10-1-29-16,-19 4-11 15,-18 3-6-15,-19 12 33 16,-19 1 16-16,-4 11-49 15,-13 24 0-15,-20 11 89 16,-8 8-56-16,1 0 8 16,4-6-41-16,12-14 31 15,8-12-29-15,11-12-2 16,5-7-52-16,0-3 51 16,19-7-78-16,14-16 62 15,5-9-92-15,2-5-131 16,-4-1 185-16,-7 8-87 15,-14 10 142-15,-9 10 40 0,-3 10 45 16,-3 0 13-16,0 14-98 16,0 11 63-16,0 6 118 15,7-3-179-15,8-3 20 16,10-8-13-16,6-11 6 16,5-6-30-16,1-2-71 15,0-22-133-15,-8-6 91 16,-6-4-175-16,-6 2 81 15,-5 1 176-15,-4 11 46 16,-6 10 221-16,-2 10 55 16,0 0-171-16,0 18 17 15,0 13-15-15,0 5-25 16,2 0-37-16,0 0-14 0,3-8-50 16,1-6 19-16,1-16-221 15,-2-6-84-15,-3 0-676 0</inkml:trace>
  <inkml:trace contextRef="#ctx0" brushRef="#br0" timeOffset="5015.7">8348 4625 2343 0,'0'0'463'0,"0"0"-463"15,0 0-50-15,6 127-123 16,-6-41-118-16,-13 1-489 0</inkml:trace>
  <inkml:trace contextRef="#ctx0" brushRef="#br0" timeOffset="5099.41">8232 5453 1513 0,'0'0'572'0,"0"0"-505"16,0 0-67-16,0 0-248 0</inkml:trace>
  <inkml:trace contextRef="#ctx0" brushRef="#br0" timeOffset="5568.6">9029 4784 1766 0,'0'0'610'16,"0"0"-491"-16,0 0-119 0,0 0 29 16,0 0-12-16,0 0-8 15,0 0 52-15,77 97 98 16,-77-48-92-16,0 6 21 16,-9-1-52-16,-5-6-1 15,3-8 13-15,3-12-48 16,2-8 0-16,6-10-18 15,0-8 28-15,0-2-20 16,0-8 7-16,12-21-68 0,3-12 25 16,6-15-227-16,-3-6-190 15,-5 3 212-15,-7 11 251 16,-4 17 113-16,-2 14 348 16,0 15-295-16,0 2-38 15,0 19-90-15,0 14-38 16,0 11 80-16,0-1-69 15,14 4 31-15,15-6-42 16,11-7-115-16,7-10 88 16,24-14-219-16,-13-6-98 15,-9-4-336-15</inkml:trace>
  <inkml:trace contextRef="#ctx0" brushRef="#br0" timeOffset="5781.08">9569 4884 2099 0,'0'0'626'0,"0"0"-557"16,0 0-21-16,0 0-14 15,0 0-13-15,0 0 93 16,0 0-98-16,83 15-14 16,-43-3 24-16,5-2-12 15,-3-1-28-15,-5-4 8 16,-6-1-136-16,-17 2 33 15,-9-2-376-15,-5-3-461 0</inkml:trace>
  <inkml:trace contextRef="#ctx0" brushRef="#br0" timeOffset="5945.56">9498 5066 1964 0,'0'0'777'15,"0"0"-662"-15,0 0-97 16,0 0 55-16,125 1-55 15,-69-1-18-15,6 0 28 16,3 0-28-16,3 0-25 16,26-14-274-16,-18 4-309 15,-13-4-557-15</inkml:trace>
  <inkml:trace contextRef="#ctx0" brushRef="#br0" timeOffset="6237.73">10396 4812 2085 0,'0'0'619'16,"0"0"-502"-16,0 0-83 15,0 0-34-15,0 0 0 16,0 0 33-16,0 0-33 16,-69 113 148-16,69-76-141 15,23 1-6-15,14-7 60 16,15-9-53-16,8-12 26 15,7-10-34-15,-1-8 32 16,-5-20-13-16,-16-8-19 16,-14-5-18-16,-20 0 0 0,-11-1-7 15,-13 1 4-15,-26 6-21 16,-7 10-60-16,-35 22 92 16,12 3-302-16,7 1-404 15</inkml:trace>
  <inkml:trace contextRef="#ctx0" brushRef="#br0" timeOffset="7013.11">11589 4953 1684 0,'0'0'629'16,"0"0"-401"-16,0 0-136 15,0 0 114-15,0 0-149 16,0 0-21-16,0 0 61 16,25 0-97-16,6 0 16 0,11 0-16 15,10 4 34 1,6 1-17-16,4 2-17 0,0-3-29 16,3-2 14-16,-1-2-74 15,9 0-134-15,-14 0-134 16,-14-6-494-16</inkml:trace>
  <inkml:trace contextRef="#ctx0" brushRef="#br0" timeOffset="7348.06">11614 5104 1478 0,'0'0'565'0,"0"0"-327"16,0 0 63-16,0 0-216 15,0 0-12-15,0 0 3 16,135 11-54-16,-77-9 50 16,7-2-72-16,6 0-37 15,3 0 29-15,24 0-180 16,-18-10-157-16,-11-2-531 0</inkml:trace>
  <inkml:trace contextRef="#ctx0" brushRef="#br0" timeOffset="7670.49">12409 4821 466 0,'0'0'1233'0,"0"0"-878"15,0 0-296-15,0 0-32 0,0 0 24 16,0 0-42 0,0 0 41-16,80 39 38 15,-60-8-62-15,-6 3 83 0,-7 3-60 16,-7 8-28-16,-4 1 95 16,-26 2-101-16,-12-2 7 15,-7 1-22-15,-11-8 25 16,-2-1-56-16,-4-7-48 15,6-8-144-15,-11-6-41 16,15-11-398-16,14-6-698 0</inkml:trace>
  <inkml:trace contextRef="#ctx0" brushRef="#br0" timeOffset="7914.5">11462 4853 1352 0,'0'0'190'0,"0"0"-112"16,-134 109 109-16,92-44-24 16,13 7 39-16,20 6-87 15,9-1-109-15,15-3 70 16,27-7-76-16,12-9-40 15,33-7-53-15,-14-14-280 16,-5-19-778-16</inkml:trace>
  <inkml:trace contextRef="#ctx0" brushRef="#br0" timeOffset="17995.32">13136 5233 694 0,'0'0'1057'16,"0"0"-799"-16,0 0-128 16,0 0-60-16,0 0 132 15,0 0-69-15,-4 0 4 16,4 0 21-16,0 0-96 15,0 0 15-15,0 0-43 0,0 0-17 16,4-9 69 0,11-9-86-16,10-17 0 0,10-11-12 15,11-10-9-15,4-13 20 16,2-1-44-16,-1-7-30 16,-4-1 68-16,-4 1-137 15,-12 1 71-15,-7 4-10 16,-8 0-23-16,-8 3 84 15,-8 7-41-15,0 8 63 16,0 10-20-16,0 10 28 16,-6 14-8-16,-1 7 54 15,3 11-18-15,-6 2 10 16,2 0-46-16,-5 23 0 16,-3 19-18-16,1 16 39 0,-2 32 0 15,9 28 50-15,1-5-56 16,7-11 86-16,0-19-68 15,0-25-25-15,15-2 26 16,8-3-20-16,6-12-14 16,4-19 0-16,7-12 19 15,3-10-40-15,6-10 21 16,-2-22-57-16,-3-13 33 16,-5-4-65-16,-14-4 19 15,-6 5 15-15,-8 8 18 16,-9 11 37-16,1 16 26 15,-3 13 28-15,0 2-47 16,0 27 37-16,0 12-13 0,-5 10 15 16,0 3-31-16,5-4 51 15,0-4-66-15,0-10-17 16,0-9-13-16,10-14-157 16,5-13-59-16,-1-10-289 15,-6-13-877-15</inkml:trace>
  <inkml:trace contextRef="#ctx0" brushRef="#br0" timeOffset="18437.98">14069 4845 1007 0,'0'0'398'0,"0"0"-107"15,4 128-9-15,-4-70 60 0,0-2-147 16,0-5-20-16,0-10-72 15,0-7-102-15,0-12 55 16,0-10-56-16,2-7 0 16,2-5-8-16,5-7 23 15,5-18-30-15,5-18-10 16,8-9-178-16,0-4 121 16,0 2-10-16,-1 12 80 15,-6 18 12-15,-2 16 12 16,-5 8 22-16,-1 12 27 15,-4 18-22-15,-3 7 131 0,-3-4-123 16,-2-3-26 0,0-9 5-16,0-6-13 0,0-10-7 15,2-5-6 1,10-3 0-16,13-23-52 0,12-14-102 16,12-8-44-16,11 0 95 15,0 3 92-15,-4 15 11 16,-11 18 0-16,-14 12 20 15,-11 10-7-15,-13 26-13 16,-7 11-1-16,-5 19-45 16,-15-10-279-16,0-16-609 0</inkml:trace>
  <inkml:trace contextRef="#ctx0" brushRef="#br0" timeOffset="19430.14">14977 4913 1739 0,'0'0'620'16,"0"0"-498"-16,0 0 50 15,0 0-118-15,0 0-12 16,0 0 38-16,0 0-39 0,134-72 3 16,-83 27-44-1,-2-5 12-15,-4-8-27 16,-7-2 15-16,-11-1-16 16,-10 5 0-16,-13 4 32 0,-4 6-29 15,0 10 13-15,-6 8 0 16,-9 12 25-16,-1 13-25 15,1 3-7-15,-4 12 6 16,1 29 2-16,3 15 15 16,4 16-16-16,2 10 0 15,6 9 82-15,3 0-81 16,0-8 23-16,0-6-10 16,0-15 5-16,5-16-13 15,0-16-6-15,-1-14 0 16,1-10-9-16,-3-6 10 0,4 0-1 15,8-17 0-15,8-20 0 16,9-16-17-16,2-3-64 16,2 3-4-16,-9 12 71 15,-8 19-2-15,-5 18 16 16,-4 4 0-16,0 26 7 16,-3 13 35-16,-1 7-41 15,-3 2 5-15,3-6 18 16,-3-6-24-16,5-10-1 15,4-9-45-15,7-14-174 16,22-6 83-16,-5-20-200 16,-1-7-473-16</inkml:trace>
  <inkml:trace contextRef="#ctx0" brushRef="#br0" timeOffset="19628.96">15728 4566 1835 0,'0'0'357'0,"0"0"-294"15,0 0-57-15,-71 120 145 16,55-56-85-16,12 2 93 16,4 2-46-16,4-5-93 15,23-5 5-15,6-12-25 16,6-10-104-16,-1-12 45 16,-1-14-137-16,1-10-38 15,-11-4-128-15,-7-14-411 0</inkml:trace>
  <inkml:trace contextRef="#ctx0" brushRef="#br0" timeOffset="19999.9">15857 4812 1124 0,'0'0'341'0,"0"0"-253"16,0 0 39-16,0 0-88 16,0 0 112-16,0 0 88 15,112 147-71-15,-112-91 96 16,0 0-140-16,0-2-71 15,-4-6 26-15,-3-12-77 16,3-12 13-16,1-10-15 16,3-12 18-16,0-2-15 15,0-9-3-15,7-25-17 16,8-19-142-16,-1-13-75 16,-1-13-67-16,-2 1 13 15,-3 8 55-15,-4 19 233 0,-2 17 96 16,-2 25 148-16,0 9-77 15,0 26-96-15,0 20 178 16,0 11-62-16,0 1-90 16,0 0 54-16,13-6-151 15,7-11 0-15,3-12 0 16,2-12-59-16,0-10 0 16,4-7-77-16,1-32-94 15,-8-6-155-15,-8-8-1210 0</inkml:trace>
  <inkml:trace contextRef="#ctx0" brushRef="#br0" timeOffset="20151.27">16440 4517 1532 0,'0'0'903'16,"0"0"-787"-16,0 0 28 0,120 89-97 16,-94-33-46-16,-10 11 50 15,-16 6-38-15,0 7-26 16,-35 31-24-16,-6-19-285 15,-3-18-281-15</inkml:trace>
  <inkml:trace contextRef="#ctx0" brushRef="#br0" timeOffset="21277.52">13221 5584 859 0,'0'0'731'0,"0"0"-499"16,0 0-35-16,0 0-15 0,0 0-120 16,0 0 9-1,0 0 12-15,36-20-74 0,-23 20 101 16,3 19-84-16,-3 13 32 15,-3 7 50-15,-2 14-50 16,-8 1 61-16,0 1-77 16,0-6-22-16,0-7 35 15,-5-10-55-15,0-10 0 16,5-12-4-16,0-7 22 16,0-3-23-16,0 0 5 15,0-23 0-15,12-15-64 16,1-12-42-16,-1-12-70 15,-6-1-2-15,1 5 55 16,-7 14 123-16,0 16 86 16,0 20 57-16,0 8-46 0,0 10-97 15,0 21 0 1,-5 5 62-16,5 6-39 0,0 0 63 16,13-4-86-16,12-4-26 15,6-6 13-15,2-8-148 16,13-10-37-16,-13-6-165 15,-6-4-460-15</inkml:trace>
  <inkml:trace contextRef="#ctx0" brushRef="#br0" timeOffset="21475.7">13517 5789 1075 0,'0'0'981'0,"0"0"-668"0,0 0-123 16,0 0-81-16,0 0-86 15,0 0 104-15,0 0-126 16,78-5-1-16,-40 5 0 16,2 0-11-16,3 0-48 15,-4 0-141-15,9 0-141 16,-13-3-136-16,-8-8-552 0</inkml:trace>
  <inkml:trace contextRef="#ctx0" brushRef="#br0" timeOffset="21727.26">13814 5657 1460 0,'0'0'509'0,"0"0"-218"15,0 0-110-15,0 0-113 16,0 0 56-16,0 0-124 16,0 0 1-16,24-3-1 0,-3 17 7 15,-2 7-8-15,4-1 1 16,-5 0 0-16,-5 1-6 15,-5-1 24-15,-8 6-18 16,0 1 22-16,-8 4-7 16,-19 1 91-16,-4 2-106 15,-5-3-5-15,5-3-15 16,4-5-113-16,9-9-126 16,11-9-525-16</inkml:trace>
  <inkml:trace contextRef="#ctx0" brushRef="#br0" timeOffset="22087.46">14306 5697 652 0,'0'0'1151'15,"0"0"-886"-15,0 0-119 16,0 0-42-16,0 0-24 15,0 0 99-15,0 0-61 16,-94 76-66-16,88-44 111 16,4 2-142-16,2-4 3 15,0-4 3-15,15-4-14 0,10-4 23 16,1-7-36-16,6-10 0 16,1-1-10-16,-2 0 10 15,-2-22-11-15,-6-6 5 16,-10-6-57-16,-8-1 54 15,-5-2-89-15,0 7 66 16,-16 4 1-16,-7 10 31 16,2 8-24-16,-4 8-108 15,2 0-160-15,5 1-45 16,10 8-440-16</inkml:trace>
  <inkml:trace contextRef="#ctx0" brushRef="#br0" timeOffset="22247.96">14306 5697 1553 0</inkml:trace>
  <inkml:trace contextRef="#ctx0" brushRef="#br0" timeOffset="22376.07">14306 5697 1553 0,'136'-138'543'0,"-136"138"-211"0,0 0-101 0,0 0-78 0,0-2-38 16,5 2-71-16,12-3 29 16,10 1-73-16,6 0 0 15,6 0-1-15,-2-1 1 16,-1-1-29-16,-1 0-23 16,-6-5-114-16,-2-3-28 15,-11 2-314-15,-9-2-264 0</inkml:trace>
  <inkml:trace contextRef="#ctx0" brushRef="#br0" timeOffset="22526.27">14671 5404 1955 0,'0'0'535'0,"0"0"-470"16,0 0-46-16,0 0 27 16,-31 130 99-16,23-73-127 15,-3 2-12-15,-1 3-12 16,-3 13-146-16,1-15-201 15,3-18-757-15</inkml:trace>
  <inkml:trace contextRef="#ctx0" brushRef="#br0" timeOffset="23199.35">16972 4904 1418 0,'0'0'669'16,"0"0"-437"-16,0 0-70 15,0 0 80-15,0 0-157 16,0 0-26-16,0 0 20 0,114 10-78 15,-72-6 34-15,1-1-35 16,-5 1-87-16,-11 1 8 16,-19 7-222-16,-8 0-223 15,0-1-222-15</inkml:trace>
  <inkml:trace contextRef="#ctx0" brushRef="#br0" timeOffset="23311.85">17030 5085 1333 0,'0'0'521'0,"0"0"-341"15,0 0 150-15,0 0-220 16,139 14-97-16,-57-14-13 0,-13 0-237 16,-4 0-480-16</inkml:trace>
  <inkml:trace contextRef="#ctx0" brushRef="#br0" timeOffset="24167.53">18029 5162 1822 0,'0'0'350'16,"0"0"-193"-16,0 0-139 15,0 0 39-15,0 0 119 16,0 0-32-16,114-79-5 15,-63 27-139-15,2-12 23 16,3-7-16-16,-2-6-7 16,-1-8 0-16,-4-3-12 15,-4-1 25-15,-12 7-44 16,-9 7 31-16,-8 14 0 16,-11 13 20-16,-5 18-6 15,0 12-5-15,0 13-9 16,-13 5-20-16,-8 9 11 15,-6 28-36-15,-2 14 45 0,-4 34 49 16,8-1-37-16,6 10 27 16,7 4-15-16,12-16 3 15,0 5 13-15,2-13-40 16,21-14 0-16,4-13-1 16,6-15 1-16,7-13 0 15,1-15-8-15,3-4-7 16,-1-9-39-16,-6-17 6 15,-5-13-74-15,-10-7 6 16,-7 0-76-16,-6 2 55 16,-7 9 130-16,-2 12 7 15,0 13 304-15,0 10-177 0,0 0-84 16,-2 10-16 0,-5 17-12-16,-1 8 39 0,-1 5-54 15,2 0 40-15,7-2-86 16,0-8 28-16,0-10-185 15,0-12-14-15,2-8-166 16,5 0-254-16</inkml:trace>
  <inkml:trace contextRef="#ctx0" brushRef="#br0" timeOffset="24587.04">18947 4792 1709 0,'0'0'148'0,"0"0"-22"0,0 112 51 15,0-62 26-15,-4-5 93 16,-7-5-123-16,1-8-121 16,2-8 48-16,4-10-100 15,1-6 0-15,3-6 0 16,0-2 23-16,0-4-23 16,9-22 0-16,11-10-141 15,9-10 44-15,7 0-65 16,2 3 118-16,-3 14 37 15,-4 12 14-15,-6 16 102 16,-9 1-84-16,-7 18 4 16,-7 16 84-16,-2 2-74 15,0 2 9-15,-5-4-48 0,-3-10 51 16,0-8-41-16,8-12-10 16,0-4-37-16,16-4 36 15,26-21-123-15,19-13-67 16,8-1 11-16,5 0-41 15,-10 5 208-15,-8 12-53 16,-16 15 66-16,-13 7 12 16,-13 14-12-16,-14 19-12 15,0 28-130-15,-14-9-161 16,-1-10-98-16</inkml:trace>
  <inkml:trace contextRef="#ctx0" brushRef="#br0" timeOffset="25159.4">19839 4916 1921 0,'0'0'320'0,"0"0"-319"15,0 0 109-15,0 0-14 16,0 0-72-16,0 0 65 15,125-124-89-15,-81 70-14 16,-4-4-13-16,-6 0-62 16,-12-2 87-16,-8 4-53 15,-12 1 55-15,-2 11 6 16,0 11 82-16,-4 10 28 0,-8 14-30 16,1 9-72-1,-5 5 6-15,-1 29-20 0,1 19 0 16,1 15 72-16,1 14-47 15,3 5 68-15,4 6-69 16,1-2-2-16,3-11 46 16,3-10-68-16,0-14 0 15,0-13-2-15,0-18 17 16,0-11-7-16,7-10-8 16,2-4 0-16,4-9-18 15,12-25 18-15,6-13-62 16,2-11-59-16,4-4-44 15,-6 6 129-15,-7 11-12 0,-6 18 48 16,-7 16 151-16,-4 11-151 16,-5 7 0-16,0 22 52 15,0 8-7-15,1 5 77 16,1-1-122-16,5-2 14 16,2-9 14-16,4-10-28 15,8-10-12-15,8-10 12 16,9 0-100-16,22-38 19 15,-10-6-295-15,-8-2-554 0</inkml:trace>
  <inkml:trace contextRef="#ctx0" brushRef="#br0" timeOffset="25341.64">20652 4416 2203 0,'0'0'496'15,"0"0"-496"-15,0 0-18 0,-64 101 18 16,33-36 118-16,6 9-57 15,8 4-3-15,8 4 5 16,9-6-63-16,0-7 0 16,9-10-19-16,15-18-152 15,16-19 52-15,-4-13-221 16,-5-9-277-16</inkml:trace>
  <inkml:trace contextRef="#ctx0" brushRef="#br0" timeOffset="25696.6">20760 4782 1991 0,'0'0'566'0,"0"0"-566"16,0 0 0-16,0 0 21 15,0 0 38-15,44 102 56 16,-42-56-1-16,-2 0-95 16,0 3 75-16,0-7-94 15,0-10 1-15,0-10 6 16,0-12-5-16,0-8-2 15,0-2 0-15,10-12-5 16,9-22-37-16,6-14-107 16,-1-12-119-16,1-6-23 15,-8 2-25-15,-3 11 43 16,-7 18 273-16,-7 20 303 16,0 15 79-16,0 8-278 15,-13 29 5-15,1 5 77 16,3 6-77-16,9 1-12 0,0-6-91 15,11-9 31-15,14-7-23 16,10-12-14-16,6-13-42 16,12-12-11-16,-6-18-205 15,-13-6-317-15</inkml:trace>
  <inkml:trace contextRef="#ctx0" brushRef="#br0" timeOffset="25860.32">21424 4511 2431 0,'0'0'563'16,"0"0"-557"-16,0 0 12 0,125 90 9 16,-103-37-11-1,-15 10 20-15,-7 8-36 0,-18 8-52 16,-47 27 51-16,5-22-365 16,-2-17-509-16</inkml:trace>
  <inkml:trace contextRef="#ctx0" brushRef="#br0" timeOffset="26852.67">18085 5675 1538 0,'0'0'595'0,"0"0"-409"16,0 0-9-16,0 0 119 15,0 0-224-15,0 0 1 16,0 0 17-16,19-43-83 16,-7 43 29-16,1 2-36 15,1 25 0-15,-3 11 0 16,-3 10 6-16,-6 10-6 0,-2 2 7 16,0-2 13-16,0-6-4 15,-8-10-16-15,-1-11 0 16,3-13-1-16,4-9 1 15,2-6-8-15,0-3 7 16,0 0 2-16,0-8-40 16,4-21 39-16,11-15-114 15,3-12-98-15,0-2 24 16,0 3 59-16,-7 18 98 16,-7 16 31-16,-4 12 162 15,0 9-146-15,0 2 13 16,-2 22 102-16,-7 10 2 0,5 6-50 15,4 2-69-15,0-1 23 16,6-6-10-16,15-5-27 16,1-7-34-16,7-9 33 15,2-8-80-15,1-6-47 16,3-4-125-16,-6-12-311 16,-10-7-248-16</inkml:trace>
  <inkml:trace contextRef="#ctx0" brushRef="#br0" timeOffset="27045.88">18388 5893 1714 0,'0'0'597'16,"0"0"-394"-16,0 0 8 15,0 0-73-15,0 0-14 0,0 0-124 16,0 0 13-16,96 0 4 16,-45 0-17-16,10-2-18 15,1-3 17-15,0-6-158 16,-4 1 28-16,-7-1-104 15,-8-10-148-15,-16 7-148 16,-12 0-302-16</inkml:trace>
  <inkml:trace contextRef="#ctx0" brushRef="#br0" timeOffset="27248.46">18776 5717 1303 0,'0'0'510'0,"0"0"-202"15,0 0-49-15,0 0-191 16,0 0 42-16,0 0-82 15,0 0-26-15,125 32 71 16,-96-4-43-16,-10 6 46 0,-9 4-35 16,-10-1-21-16,0 4 63 15,-14-2-83-15,-9-3 0 16,2-4-15-16,3-9-105 16,11-13-135-16,7-7-273 15,0-3-343-15</inkml:trace>
  <inkml:trace contextRef="#ctx0" brushRef="#br0" timeOffset="27515.48">19197 5789 1416 0,'0'0'514'0,"0"0"-466"16,0 0 129-16,-47 120 9 15,37-74-13-15,2-4 130 0,8-3-209 16,0-5-42-16,14-8-11 15,11-9-31-15,6-10 40 16,7-7-50-16,4-2 0 16,0-24-54-16,-6-6 33 15,-9-4-36-15,-14-5-23 16,-11 2-114-16,-2-2 110 16,0 7 4-16,-11 7-3 15,-3 6 41-15,-1 5-222 16,3 7-248-16,6 4-814 0</inkml:trace>
  <inkml:trace contextRef="#ctx0" brushRef="#br0" timeOffset="27677.23">19416 5663 1592 0,'0'0'703'15,"0"0"-474"-15,0 0-68 16,0 0-47-16,0 0-99 15,149-67 64-15,-84 62-79 16,-12 2-214-16,-6-1-516 0</inkml:trace>
  <inkml:trace contextRef="#ctx0" brushRef="#br0" timeOffset="28402.44">22432 4816 1136 0,'0'0'857'16,"0"0"-347"-16,0 0-313 16,0 0 30-16,0 0-55 15,0 0-141-15,0 0 92 0,75 0-123 16,-32-6 0-16,3-2-6 16,1 2 6-16,-7 2-16 15,-4 3-56-15,-9 1-108 16,-23 0-38-16,-4 7-486 15,-9 5-256-15</inkml:trace>
  <inkml:trace contextRef="#ctx0" brushRef="#br0" timeOffset="28530.45">22490 4939 1609 0,'0'0'803'16,"0"0"-575"-16,0 0-106 16,0 0-47-16,0 0 25 15,0 0-100-15,139 15 27 16,-78-15-68-16,33 0-75 0,-16 0-204 15,-14-4-407-15</inkml:trace>
  <inkml:trace contextRef="#ctx0" brushRef="#br0" timeOffset="29426.48">24018 4374 1597 0,'0'0'373'15,"0"0"-218"-15,0 0-84 16,0 0 102-16,-102 176-81 16,78-92 21-16,1 8 72 15,8 5-169-15,11-17-1 16,4 2-15-16,0-16-93 15,15-13-29-15,28-26-142 16,-6-13-299-16,1-14-912 0</inkml:trace>
  <inkml:trace contextRef="#ctx0" brushRef="#br0" timeOffset="29708.81">24213 4680 1744 0,'0'0'265'0,"0"0"-211"16,-62 118 142-16,43-66 3 16,15-2 12-16,4-3-42 15,4-6-142-15,23-9 101 16,9-9-115-16,4-11-12 16,7-12 33-16,-1 0-20 15,-1-21-9-15,-9-13-5 16,-14-7-27-16,-13-9-19 15,-9-3 29-15,-7 2-14 16,-22 2 14-16,-2 10 29 0,-2 14-31 16,0 7-60-16,6 12-197 15,6 6-10-15,15-2-409 0</inkml:trace>
  <inkml:trace contextRef="#ctx0" brushRef="#br0" timeOffset="29908.84">24901 4407 1687 0,'0'0'862'16,"0"0"-691"-16,0 0-23 0,39 129-117 16,-39-59 66-1,-8 24-97-15,-34 25 1 16,-7-8-22-16,-22 14-76 0,13-37-385 15,14-33-746-15</inkml:trace>
  <inkml:trace contextRef="#ctx0" brushRef="#br0" timeOffset="45974.12">23125 4884 1397 0,'0'0'504'0,"0"0"-328"15,0 0 14-15,0 0 19 16,0 0-30-16,0 0-97 16,-18-13 89-16,18 7-139 15,0 1-10-15,0 0 44 16,0-1-48-16,0-2 34 15,4-7-52-15,14-6 20 0,13-12-7 16,11-7-13-16,10-6-21 16,4-6 20-16,-2 0-53 15,-4-1 52-15,-7 2-54 16,-9 0 21-16,-8 1-11 16,-11 1 6-16,-5-2-2 15,-10 7 42-15,0 3 0 16,-7 8 0-16,-11 6 0 15,0 9 0-15,-2 10 29 16,-2 8-29-16,-3 0-11 16,1 21 10-16,-5 15 2 15,2 12-16-15,5 18 15 0,0 25 0 16,4 29 36-16,5-7-27 16,3-8 9-16,6-16 0 15,4-21 0-15,0 4 25 16,0 0-43-16,0-13 0 15,0-16-9-15,4-14 9 16,6-14-12-16,-2-13 11 16,6-2 1-16,6-16-16 15,6-22 16-15,8-10-21 16,-1-6 4-16,-2 0-2 16,-4 9 19-16,-9 16 0 15,-5 16 2-15,-4 13-16 16,1 10 14-16,-2 26 0 15,3 10 28-15,3 4-2 16,1-1 7-16,5-6-33 0,7-14 22 16,9-11 19-16,9-12-41 15,10-6-27-15,32-18-5 16,-15-10-256-16,-12-4-416 0</inkml:trace>
  <inkml:trace contextRef="#ctx0" brushRef="#br0" timeOffset="72651.89">1678 7325 863 0,'0'0'413'16,"0"0"-181"-16,0 0 47 16,0 0-145-16,0 0 2 15,0 0 32-15,-11 0-67 16,11 0-5-16,0 0-66 15,0 0-30-15,0 0 146 16,0 0-138-16,-2 0-8 16,2 0 0-16,-2 0 22 15,2 0-24-15,-2 0 2 16,2 0 0-16,0 0-23 16,0 0 23-16,0 0-6 0,0 0 0 15,0 0 3-15,0 0-39 16,0 0 42-16,0 0-18 15,0 0-19-15,0 0 37 16,0 0 0-16,0 0-1 16,0 0 9-16,0 0 9 15,0 0-17-15,0 0 0 16,0 0 74-16,0 0-73 16,0 0 11-16,0 0-12 15,0 0 19-15,0 0-19 16,0 0 0-16,0 0-58 15,6 0 57-15,0 0-19 16,3 0 13-16,1 0 4 0,-2 0 3 16,-3 0-12-16,-3 0 12 15,-2 0 0-15,0 0 38 16,0 0 9-16,-9 0 29 16,-2-6-76-16,0 3 7 15,4 0-29-15,3 3 22 16,4 0-148-16,0 0-434 15,15 0-1204-15</inkml:trace>
  <inkml:trace contextRef="#ctx0" brushRef="#br0">1719 7381 902 0,'0'0'501'0,"0"0"-309"16,0 0-56-16,0 0 120 16,0 0-93-16,0 0-2 0,0 0-19 15,-17-2-84-15,17-3 13 16,0-4-71-16,0-2 1 16</inkml:trace>
  <inkml:trace contextRef="#ctx0" brushRef="#br0" timeOffset="74220.38">2117 7289 2032 0,'0'0'263'16,"0"0"-208"-16,0 0-27 16,0 0-36-16,138-140 8 15,-80 83 0-15,2-4-20 16,3-5 20-16,-5 1-55 15,-2-1 19-15,-9 3 25 16,-14 7-1-16,-9 6 12 16,-12 6 0-16,-8 4-8 15,-4 4 30-15,0 6-22 16,-16 5 106-16,-3 6-50 16,-2 7 30-16,-1 7-86 15,2 5 7-15,-2 7 22 16,1 27-6-16,2 16-12 0,1 30 69 15,3 30-71-15,5-3 140 16,3-8-102-16,5-15-35 16,2-17 74-1,0 2-85-15,0-1 32 0,0-16-33 16,0-17 33-16,0-11-25 16,0-13-8-16,2-8-14 15,7-3-10-15,7-1 35 16,9-24-12-16,10-18 1 15,5-11-57-15,3-11 15 16,-3 2-3-16,-5 6 33 16,-8 15-12-16,-6 16 48 15,-8 18-45-15,-5 8 21 16,-3 16 0-16,-2 22 39 16,-3 12-27-16,2 4 15 0,0 0 42 15,2-3-68-15,3-11 65 16,7-8-66-16,3-9 1 15,8-11 15-15,6-1-16 16,4-11-23-16,5 0 22 16,3-6-73-16,1-16 36 15,-3-10-159-15,5-38-109 16,-10 8-46-16,-9-2-500 0</inkml:trace>
  <inkml:trace contextRef="#ctx0" brushRef="#br0" timeOffset="74430.45">3252 6559 1785 0,'0'0'388'16,"0"0"-113"-16,0 0-255 15,0 0-5-15,-40 149 136 16,17-42-16-16,5 2-29 16,5-13-78-16,13-13 5 15,0-27-9-15,2 0-24 16,19-1-75-16,3-14 29 15,8-13-159-15,1-10 17 16,20-18-170-16,-8 0-304 16,-8-20-192-16</inkml:trace>
  <inkml:trace contextRef="#ctx0" brushRef="#br0" timeOffset="74693.25">3532 6941 871 0,'0'0'1351'16,"0"0"-1090"-16,0 0-193 15,0 0 2-15,0 0-19 16,-79 143 5-16,74-93 135 16,5-3-158-16,3-7 3 15,20-11-16-15,8-9 8 16,6-5 17-16,1-11-45 16,1-4 0-16,-3-4 0 15,-5-20 0-15,-6-10-15 16,-9-8 9-16,-10-7-45 15,-6 1 14-15,0 6 2 16,-10 4-54-16,-7 9 33 16,0-2-139-16,5 4-118 15,8 1-494-15</inkml:trace>
  <inkml:trace contextRef="#ctx0" brushRef="#br0" timeOffset="74881.83">4010 6571 2167 0,'0'0'305'16,"0"0"-97"-16,82 113-124 16,-55-40 28-16,-9 12-112 15,-12 5 29-15,-6 0 34 0,0-6-63 16,0-9-16 0,-2-13-23-16,0-14-145 0,2-14-72 15,0-12-337-15,11-16-598 16</inkml:trace>
  <inkml:trace contextRef="#ctx0" brushRef="#br0" timeOffset="75190.47">4576 7024 1905 0,'0'0'552'0,"0"0"-338"16,0 0-78-16,0 0-120 16,0 0 147-16,0 0-139 15,0 0-9-15,49 0 54 16,-16 1-68-16,3 5 35 15,0 1-36-15,-3 1-34 16,-4 6-5-16,-14 10-114 16,-5-2-323-16,-10-4-458 0</inkml:trace>
  <inkml:trace contextRef="#ctx0" brushRef="#br0" timeOffset="75313.83">4643 7270 1512 0,'0'0'912'16,"0"0"-674"-16,0 0-105 0,0 0-133 15,0 0 13-15,0 0 5 16,125 15-18-16,-72-15-165 16,-11 0-391-16,-11 0-1378 0</inkml:trace>
  <inkml:trace contextRef="#ctx0" brushRef="#br0" timeOffset="88927.07">6085 6965 622 0,'0'0'255'0,"0"0"-125"16,0 0-49-16,0 0 81 15,0 0 41-15,14-27-59 16,-12 23 79-16,0 0-152 15,0-2-10-15,0 2 38 0,0 0-59 16,0 0 53-16,-2 1-73 16,0 3-12-16,0 0 123 15,0 0-129-15,0 0 39 16,0 0 32-16,0 0-63 16,0 0 41-16,0 5-51 15,-6 11 0-15,-7 7 18 16,-5 10-18-16,-3 5 0 15,-4 4 0-15,-7 0 20 16,-4 0-17-16,-4-2-3 16,0-3 0-16,-3-3-17 15,4-8 17-15,5-5 0 16,5-1-6-16,9-11 18 16,7-1-33-16,6-4 21 15,5-4-5-15,2 0-30 0,0 0 32 16,0 0 3-16,0 0-6 15,0 0-2-15,0 0-16 16,7 0 24-16,1 0-4 16,8 0-12-16,6 0 32 15,9-4-4-15,8-1 28 16,7 0-31-16,8-2 97 16,6 0-106-16,-2-1 0 15,2 0 23-15,-2-1-4 16,-5 4-28-16,-6-4 9 15,-5 4-123-15,-8-2 72 16,-3-5-223-16,-9 3-201 16,-8-2-292-16</inkml:trace>
  <inkml:trace contextRef="#ctx0" brushRef="#br0" timeOffset="89185.93">6176 7000 1590 0,'0'0'509'0,"0"0"-413"16,0 0-96-16,0 0 37 15,0 0 108-15,-4 145 11 16,4-75-77-16,0 4 28 15,0 0-107-15,2-2-18 16,7 13-125-16,-2-19-239 16,-3-16-439-16</inkml:trace>
  <inkml:trace contextRef="#ctx0" brushRef="#br0" timeOffset="93671.31">1684 8617 345 0,'0'0'375'0,"0"0"-279"15,0 0-95-15,0 0 41 16,0 0 7-16,0 0 37 16,0 0 32-16,0 1-2 15,0-1 11-15,0 0-24 0,0 0-17 16,0 0 96 0,0 0-103-16,0 0-1 0,0 0-5 15,0 0-73-15,0 0 40 16,0 0-40-16,0 0 0 15,0 4 7-15,-2 1 7 16,2-1-11-16,0-4-3 16,0 1 20-16,0-1-16 15,0 0-4-15,0 0 0 16,0 0-27-16,0 0 38 16,0 0-11-16,0 0 0 15,0 0 16-15,0 0 52 16,0 0 13-16,-6 0-12 0,-3 0 42 15,-2 0-109-15,4 3 17 16,0 0-19-16,7 1 24 16,0 1-29-16,0-2 5 15,5 4-20-15,13-3 5 16,-1-4 21-16,3 0-8 16,-3 0 2-16,-7-9 0 15,-3-3-4-15,-7-1 4 16,0 1-27-16,0 1-35 15,-5 1-84-15,-3 5-30 16,-2 0-403-16</inkml:trace>
  <inkml:trace contextRef="#ctx0" brushRef="#br0" timeOffset="94557.6">2371 8831 1347 0,'0'0'379'0,"0"0"-216"15,0 0-7-15,0 0-72 0,0 0-35 16,0 0 101-16,0 0-113 15,108-119-8-15,-58 59-15 16,2-6 7-16,2-2-42 16,-6-2 8-16,-5 3-60 15,-8 1 63-15,-8 7-86 16,-12 4-6-16,-5 10 39 16,-8 4 63-16,-2 11 0 15,0 9 46-15,-6 6 23 16,-8 11 15-16,-1 4-84 15,-4 4 0-15,-1 25-3 16,-2 12 12-16,2 15 68 0,0 12-45 16,7 7-3-16,6-1 40 15,7-2-63-15,0-8 46 16,0-10-46-16,20-9 22 16,7-11 35-16,4-14-63 15,4-12 0-15,6-8-22 16,3-8 2-16,3-24-12 15,0-13-69-15,-7-7-80 16,-8-1 60-16,-13 2-93 16,-7 9 95-16,-10 10 119 15,-2 12 0-15,0 12 189 16,-2 8-25-16,-12 3-112 16,1 26 112-16,-3 13-106 15,1 8 39-15,3 6 4 16,6 0-74-16,3-6 16 0,3-4-43 15,0-9-112-15,7-12 76 16,18-18-242-16,-3-7-99 16,-2 0-296-16</inkml:trace>
  <inkml:trace contextRef="#ctx0" brushRef="#br0" timeOffset="95000.32">3254 8420 1401 0,'0'0'396'16,"0"0"-292"-16,0 104 69 16,-4-54-8-16,-5 0-52 15,-1-6 103-15,4-7-120 0,2-13-78 16,1-6 22 0,1-9-34-16,2-9-6 0,0 0 0 15,0-5 7-15,11-25-77 16,9-15-3-16,9-4-47 15,3-6-40-15,-1 7-16 16,-4 16 148-16,-10 14 15 16,-3 18 26-16,-8 2 130 15,-4 30-48-15,-2 8 11 16,0 6 49-16,-2-4-98 16,-8-3 35-16,0-14-92 15,6-6 14-15,1-14-14 0,3-5 0 16,0 0 0-16,5-13-20 15,19-17 1-15,14-11-72 16,12-1 21-16,3 2 70 16,1 13-30-16,-10 10 30 15,-8 17 0-15,-14 4-1 16,-11 30 20-16,-11 12-21 16,0 13 2-16,-7 15-72 15,-10-12-78-15,5-16-573 0</inkml:trace>
  <inkml:trace contextRef="#ctx0" brushRef="#br0" timeOffset="95608.33">3910 8628 806 0,'0'0'1574'15,"0"0"-1338"-15,0 0-234 16,0 0-4-16,0 0-17 16,85-106-10-16,-46 60 10 15,3-8 38-15,-1-3-26 16,-5-2 7-16,-10-2-37 15,-10 3-17-15,-10 7 23 0,-6 5 24 16,0 17 7-16,-4 13 1 16,-9 14 58-16,-3 2-59 15,-2 26 0-15,-2 20 25 16,2 14-2-16,3 10 67 16,6 7 36-16,2 1-74 15,4-4 37-15,3-5-89 16,0-11 23-16,0-12-10 15,0-15-13-15,0-11 0 16,3-10 0-16,2-10 18 0,4 0-29 16,6-18 11-16,12-18-68 15,6-12 24-15,6-1-178 16,-4 3 99 0,-6 13 99-16,-10 15 24 0,-7 18-25 15,-10 2 41-15,-2 30-16 16,0 10 134-16,0 8-39 15,-2 2-10-15,0-4-51 16,2-5 1-16,0-11 4 16,17-6-39-16,8-11-41 15,8-10 40-15,10-5-104 16,6-13-47-16,17-45-139 16,-10 3-315-16,-11-6-408 0</inkml:trace>
  <inkml:trace contextRef="#ctx0" brushRef="#br0" timeOffset="95817.77">4658 8189 1716 0,'0'0'674'0,"0"0"-568"15,0 0-106-15,-65 117 51 16,50-51-11-16,9 6-13 16,6-2 163-16,0-4-177 15,11-6-12-15,11-10-2 16,7-11-8-16,0-12-18 15,-3-13-115-15,1-11-24 16,-4-3 95-16,-5-37-241 16,-5-3-372-16,-7-4-584 0</inkml:trace>
  <inkml:trace contextRef="#ctx0" brushRef="#br0" timeOffset="96150.37">4784 8441 1128 0,'0'0'711'0,"0"0"-396"15,0 0-151-15,0 0-99 16,0 0 137-16,0 0-120 15,117 99-16-15,-105-63 62 16,-4 1-91-16,-6-1 4 16,-2-4-41-16,0-5 36 15,0-6-15-15,0-10-21 16,0-7-14-16,0-4-14 16,0 0 26-16,0-18 1 15,0-18-26-15,7-12-213 16,5-5 135-16,-4 0-104 15,-1 14 209-15,-5 16 49 16,-2 19 107-16,0 4-70 0,-4 29-72 16,-7 15 15-16,2 2 148 15,4 0-157-15,5-6-3 16,0-8-1-16,23-10 8 16,6-8-37-16,8-14 13 15,8 0-84-15,4-24 59 16,0-38-309-16,-11 8-224 15,-13-4-460-15</inkml:trace>
  <inkml:trace contextRef="#ctx0" brushRef="#br0" timeOffset="96285.98">5361 8201 1642 0,'0'0'962'0,"0"0"-814"16,0 0-26-16,0 0-122 15,117 113 28-15,-98-51-5 0,-11 12-23 16,-8 8-9-16,-24 26-60 15,-12-17-306-15,-6-21-621 0</inkml:trace>
  <inkml:trace contextRef="#ctx0" brushRef="#br0" timeOffset="97306.5">2456 9150 451 0,'0'0'979'15,"0"0"-653"-15,0 0-111 16,0 0-8-16,0 0-66 16,0 0-88-16,0 0 141 15,0-8-130-15,9 8-23 16,7 0 9-16,3 0-32 0,4 12 64 15,-3 11-70-15,0 12-12 16,-6 5 130-16,-6 8-130 16,-4-2 15-16,-4 0-15 15,0-6 33-15,0-7-23 16,0-12-10-16,0-6 0 16,-2-8-16-16,0-4 16 15,2-3 0-15,0 0-6 16,0-18-8-16,0-20-25 15,4-15-194-15,13-7-109 16,-2 0 138-16,1 8 160 16,-8 18 44-16,-3 18 167 15,-5 16-90-15,0 0 49 0,0 30-105 16,-7 14 116-16,-1 9 28 16,8 5-114-16,0-5-8 15,0-6-43-15,22-6 29 16,6-12-64-16,6-9 35 15,6-11-100-15,2-7-34 16,12-4-208-16,-12-19-286 16,-8-5-925-16</inkml:trace>
  <inkml:trace contextRef="#ctx0" brushRef="#br0" timeOffset="97519.78">2866 9368 1594 0,'0'0'701'0,"0"0"-508"15,0 0-16-15,0 0-105 16,0 0 11-16,0 0-68 16,0 0-9-16,51 2 94 15,-13-2-99-15,7 0-1 16,7 0 0-16,-2 0 9 16,4-7-37-16,-5-5-42 15,-7 0-190-15,-4-8 15 16,-13 6-378-16,-14-3-199 0</inkml:trace>
  <inkml:trace contextRef="#ctx0" brushRef="#br0" timeOffset="97711.72">3218 9232 1587 0,'0'0'580'0,"0"0"-355"16,0 0-154-16,0 0 93 16,0 0-164-16,0 0 52 15,0 0 73-15,77 61-111 16,-64-26 14-16,-11 5-28 15,-2 5 30-15,-7 2 13 16,-17-1-43-16,-5-1-12 16,2-7-8-16,4-8-91 15,12-13-105-15,7-6-265 16,4-11-348-16</inkml:trace>
  <inkml:trace contextRef="#ctx0" brushRef="#br0" timeOffset="98019.24">3538 9358 1532 0,'0'0'599'0,"0"0"-505"16,0 0 16-16,0 0-109 16,0 0 69-16,0 0 107 15,0 0-56-15,-35 132 30 16,35-102-98-16,8-3-47 15,11-5 75-15,10-4-80 16,2-10-1-16,8-8 3 16,-1 0 32-16,-1-20-16 0,-6-11-19 15,-10-5-9 1,-12-3-34-16,-9 1 8 0,0 1-35 16,-17 10 37-1,-2 6-70-15,-1 14 43 0,-5 7-188 16,8 1-299-16,5 12-83 0</inkml:trace>
  <inkml:trace contextRef="#ctx0" brushRef="#br0" timeOffset="98254.25">3783 9200 360 0,'0'0'1932'16,"0"0"-1544"-16,0 0-254 15,0 0-79-15,0 0-44 16,0 0 39-16,0 0-50 16,146-16-9-16,-86 12-35 15,-8 0-210-15,-12 0-723 0</inkml:trace>
  <inkml:trace contextRef="#ctx0" brushRef="#br0" timeOffset="99004.63">6219 8532 1075 0,'0'0'589'0,"0"0"-273"16,0 0-44-16,0 0-27 15,0 0-9-15,0 0-137 0,0 0 104 16,-14-10-203-16,37 10 8 16,10 0 0-16,10 0 15 15,5 0-22-15,2 4-1 16,-4 2-32-16,-7 2-12 16,-10 0-59-16,-27 10-176 15,-2 0-245-15,-4-1-170 0</inkml:trace>
  <inkml:trace contextRef="#ctx0" brushRef="#br0" timeOffset="99132.84">6261 8717 1326 0,'0'0'643'15,"0"0"-311"-15,0 0-194 16,0 0-93-16,0 0 84 16,147 9-129-16,-91-2-33 15,19-1-71-15,-11-2-379 0,-16-4-237 0</inkml:trace>
  <inkml:trace contextRef="#ctx0" brushRef="#br0" timeOffset="99889.16">7216 8773 2165 0,'0'0'530'0,"0"0"-404"16,0 0-126-16,0 0 0 15,0 0-23-15,0 0 23 16,113-131 0-16,-58 63-10 0,3-7 22 15,-2-2-21-15,-4-3 9 16,-10 1-39-16,-13 1-12 16,-11 3 37-16,-11 2-31 15,-7 7-25-15,0 11 9 16,-5 13 61-16,-11 21 33 16,-6 14 5-16,-2 7 11 15,-3 26-32-15,-4 38-17 16,6 35 72-16,14 29-71 15,6-8 143-15,5-21-128 16,0-28-15-16,14-25 52 16,3 3-40-16,4 1-13 15,3-3 0-15,-1-16 23 0,1-11-19 16,0-11-4-16,5-9-7 16,3-9-29-16,3-23 19 15,-1-10-41-15,-2-6-40 16,-9 0-25-16,-7 8 116 15,-7 12 14-15,-7 14 84 16,-2 10 38-16,0 4-119 16,0 4 22-16,0 16-32 15,-4 10 0-15,-5 7 59 16,5 2-59-16,0-3 0 16,4-2-6-16,0-8-111 15,0-7-65-15,0-19-208 16,6 0-346-16,3-14-56 0</inkml:trace>
  <inkml:trace contextRef="#ctx0" brushRef="#br0" timeOffset="100301.76">7974 8382 1962 0,'0'0'273'0,"0"0"-208"0,0 0 101 15,0 149-11-15,0-102-51 16,0-3 84-16,-5-5-149 15,2-10-16-15,1-8-23 16,0-8 31-16,2-8-25 16,0-5-6-16,0 0 0 0,0-8 3 15,20-20-3-15,11-16-48 16,11-9-13-16,3 0-53 16,0 4 83-16,-10 15 31 15,-8 18 0-15,-11 16 36 16,-7 0-27-16,-9 28 28 15,0 6 21-15,0 3-40 16,0-2 83-16,-5-7-101 16,1-10 0-16,2-10-11 15,2-8 26-15,0 0-6 16,25-14-9-16,19-18-52 16,14-8 28-16,11-4-73 15,0 2-1-15,-8 6 84 16,-13 14-62-16,-15 15 75 15,-14 7-71-15,-17 25-67 0,-13 43 138 16,-20-4-293-16,-4-8-426 0</inkml:trace>
  <inkml:trace contextRef="#ctx0" brushRef="#br0" timeOffset="101112.31">7311 9186 1687 0,'0'0'305'0,"0"0"-237"16,0 0-12-16,0 0-55 15,0 0-1-15,0 0 75 0,0 0 17 16,63 56 114-16,-59-10-85 16,-4 6-65-16,0 2 77 15,0-2-126-15,0-5 16 16,-4-11-23-16,-3-10 33 15,5-8-27-15,0-10-6 16,2-6 0-16,0-2 12 16,0 0-2-16,0-24-20 15,8-10-1-15,8-17-208 16,2-5 118-16,0-2-168 16,-5 10 113-16,-4 14 156 15,-7 17 109-15,-2 12 54 16,0 5-125-16,0 12 4 15,-5 20 29-15,-1 7-5 16,4 4-2-16,2 0 25 0,0-6-74 16,4-5 36-16,14-6-51 15,2-3-45-15,5-9 20 16,-1-7-163-16,12-7-97 16,-7 0-103-16,-7-20-601 0</inkml:trace>
  <inkml:trace contextRef="#ctx0" brushRef="#br0" timeOffset="101286.33">7571 9358 1542 0,'0'0'683'0,"0"0"-524"15,0 0 13 1,0 0-156-16,0 0-8 16,0 0 33-16,114-2-33 0,-62 2 46 15,4 0-54 1,2 0-76-16,-7 0 22 0,2-10-238 15,-15 0-93-15,-11-2-450 0</inkml:trace>
  <inkml:trace contextRef="#ctx0" brushRef="#br0" timeOffset="101533.67">7839 9228 1450 0,'0'0'668'16,"0"0"-429"-16,0 0-194 15,0 0-45-15,0 0 0 0,0 0 10 16,0 0 69 0,130 16-79-16,-96 1 30 0,-9 3 43 15,-2 1-61-15,-9 3 38 16,-12 3-22-16,-2 5-27 16,-6 4 141-16,-21 5-142 15,-7 3-12-15,-2-6-12 16,5-4-183-16,4-11-35 15,12-11-288-15,8-10-529 0</inkml:trace>
  <inkml:trace contextRef="#ctx0" brushRef="#br0" timeOffset="101866.29">8439 9220 1081 0,'0'0'699'0,"0"0"-579"16,0 0-44-16,0 0 0 15,0 0 219-15,-125 80-124 16,111-50-48-16,12-2 37 16,2 2-120-16,2-2 11 15,21-1-48-15,2-5 42 16,6-4-11-16,0-8-34 15,0-9 0-15,-2-1-18 16,-6 0 24-16,-6-18-6 16,-7-3 0-16,-8-8-86 0,-2 2 78 15,0 0-83-15,-10 6 21 16,-7 4-15-16,-3 7-156 16,2 5-337-16,4-2-563 0</inkml:trace>
  <inkml:trace contextRef="#ctx0" brushRef="#br0" timeOffset="101986.3">8439 9220 1795 0</inkml:trace>
  <inkml:trace contextRef="#ctx0" brushRef="#br0" timeOffset="102068.33">8439 9220 1795 0,'112'-105'600'0,"-112"104"-267"0,0 1-264 0,15-3-44 0,10 0-7 15,8-1-3-15,5-3-6 16,5 2-9-16,5-4-209 16,-7 4-276-16,-14-2-891 0</inkml:trace>
  <inkml:trace contextRef="#ctx0" brushRef="#br0" timeOffset="118264.4">9388 7986 912 0,'0'0'294'0,"0"0"-162"15,0 0-44-15,0 0 53 16,0 0 16-16,0 0-59 16,-10 0 18-16,5 3-62 15,-4 8 3-15,2 6-4 16,-1 7-32-16,-3 13 30 15,1 12 91-15,-1 13-49 16,-3 14 28-16,2 10-36 16,1 3-14-16,3-5 7 15,8-7-77-15,0-12 5 16,8-9 21-16,13-11-26 0,11-13-1 16,6-8-32-16,4-12-89 15,20-12-80-15,-10 0-390 16,-8-16-1129-16</inkml:trace>
  <inkml:trace contextRef="#ctx0" brushRef="#br0" timeOffset="118771.4">9745 8214 1637 0,'0'0'302'0,"0"0"-213"16,0 0 14-16,0 0-10 15,0 0-76-15,0 0 31 16,0 0-8-16,65 28 39 15,-49 18 31-15,-5 12-21 16,-9 6-19-16,-2 6 26 16,0-4-59-16,-7-6-1 15,-7-12-26-15,4-12 2 0,3-11 6 16,3-14-18-16,2-8-6 16,2-3 5-16,0-5-41 15,4-26 15-15,13-17-197 16,8-15-246-16,2-8 117 15,0 1-405-15,-3 12 587 16,-8 21 171-16,-12 24 295 16,-4 13-89-16,0 27 0 15,-11 20 84-15,-2 11-23 16,6 3-98-16,7-3-12 16,0-7-44-16,20-10-49 15,16-12-31-15,11-13-33 16,26-16-125-16,-8-10-96 15,-12-16-522-15</inkml:trace>
  <inkml:trace contextRef="#ctx0" brushRef="#br0" timeOffset="119275.8">10153 7836 1015 0,'0'0'812'15,"0"0"-711"1,0 0-77-16,0 0 100 0,0 0-5 16,0 0 22-16,0 0-11 15,-17-16-29-15,32 10-59 16,5 0-42-16,5 6 0 16,-1 0 0-16,-4 8 13 15,-4 18-13-15,-10 13 21 16,-6 5 20-16,0 3 51 15,-10 1-8-15,-9-4-60 16,2-9 56-16,5-10-74 16,6-8 0-16,6-2-6 15,0-6 1-15,0 3 18 0,13 2-19 16,3 0 0-16,-3 4-6 16,-6 4 7-16,-7 5-2 15,0 4-32-15,-14 6-17 16,-15 5-66-16,3-10-395 15,6-13-658-15</inkml:trace>
  <inkml:trace contextRef="#ctx0" brushRef="#br0" timeOffset="119501.23">10492 8412 2232 0,'0'0'350'16,"0"0"-338"-16,0 0 40 15,0 0 6-15,140-14-1 16,-86-1-38-16,2 1-19 16,-2 1-61-16,1-1-140 15,-12 2-124-15,-17 4-408 0</inkml:trace>
  <inkml:trace contextRef="#ctx0" brushRef="#br0" timeOffset="119721.27">10827 8182 1726 0,'0'0'281'0,"0"0"-130"16,-14 101 123-16,-1-44-66 15,-3 1-75-15,0-3-24 16,2 0-96-16,8-8-6 16,3-8-7-16,5-9-55 15,0-9-104-15,9-19-137 16,8-2-226-16,1-2-203 0</inkml:trace>
  <inkml:trace contextRef="#ctx0" brushRef="#br0" timeOffset="120215.23">11255 8215 948 0,'0'0'408'0,"0"0"-305"16,0 0 98-16,0 0-15 16,0 0 107-16,0 0-39 15,-43 129-50-15,14-95-81 16,-2 0-70-16,2-5-52 15,3-6 31-15,5-7-22 16,7-6-16-16,10-6 6 16,4-1 0-16,0-3 9 0,4 0-9 15,19 0 0-15,4 0-9 16,8 0 18-16,3 0-16 16,7-5 7-16,4 1 0 15,-2-2 12-15,0-2-12 16,-5-1-41-16,-9 0-29 15,-8 1-71-15,-12-1 34 16,-8-4-44-16,-5-3-66 16,0-2 1-16,-12-2-55 15,-3 2 140-15,1 1 131 16,4 5 131-16,3 7 123 16,5 5-30-16,-1 0-118 15,3 8-43-15,0 22-18 16,0 12 66-16,0 11 11 0,0 10-20 15,0 5-45-15,0 2-57 16,0-3 7-16,0-7-38 16,3-10 13-16,6-9-89 15,6-16-98-15,-1-9-192 16,1-11-406-16</inkml:trace>
  <inkml:trace contextRef="#ctx0" brushRef="#br0" timeOffset="120484.83">11901 7983 2032 0,'0'0'367'0,"0"0"-335"15,0 0-23-15,0 0-3 16,131 102 42-16,-98-36 133 15,-6 12-35-15,-6 25-65 16,-11-8-11-16,-10 6-38 16,0-1-4-16,-19-21-28 15,-8 3 0-15,0-14-9 16,0-14-34-16,5-6-95 16,7-15-210-16,6-15-442 0</inkml:trace>
  <inkml:trace contextRef="#ctx0" brushRef="#br0" timeOffset="120866.19">12755 8351 1438 0,'0'0'848'0,"0"0"-583"16,0 0-172-16,0 0 1 15,0 0-22-15,0 0-14 16,0 0 53-16,76 3-81 16,-36-3-20-16,4 0 7 15,-1 0-11-15,-8 0-12 16,-4 2-48-16,-12 7-91 16,-9 2-149-16,-10-1-451 0</inkml:trace>
  <inkml:trace contextRef="#ctx0" brushRef="#br0" timeOffset="120997.69">12768 8638 1435 0,'0'0'1058'15,"0"0"-844"-15,134-2-182 16,-63-7-32-16,1-3-24 16,5-7-115-16,-21 5-8 15,-18 2-504-15</inkml:trace>
  <inkml:trace contextRef="#ctx0" brushRef="#br0" timeOffset="123689.28">8455 9356 863 0,'0'0'221'0,"0"0"-85"15,0 0-28-15,0 0 62 16,0 0-10-16,0 0-74 15,0 0 27-15,0-30-34 16,0 26-3-16,0 1 22 16,0 0-3-16,0 1 17 15,0 2-41-15,0 0-17 16,0 0 17-16,0 0-65 16,-3-2-5-16,-1 2 20 15,-1 0-19-15,-1-2 1 16,-1 2-3-16,-4 0 0 15,-2 0-2-15,-6 0 2 0,2 4-10 16,-3 6 9-16,-1 2 2 16,2 0 5-16,-1 5-6 15,7-1 0-15,-1 0 11 16,7 0-11-16,3 2 0 16,2 1 21-16,2 2-21 15,0-2 55-15,0 2-33 16,8-1-16-16,9-4 66 15,2-2-62-15,4-6 13 16,6-2 5-16,2-6-27 16,2 0 33-16,3 0-34 15,-3-14 11-15,-2-6-4 16,-4-4-7-16,-7-3-13 0,-7-3 1 16,-5 1-40-16,-8-2 44 15,0 3-20-15,-8 0 28 16,-7 6-20-16,-3 7 20 15,3 1 0-15,1 11-29 16,1 3-64-16,-3 6-79 16,3 14-350-16,2 0-157 0</inkml:trace>
  <inkml:trace contextRef="#ctx0" brushRef="#br0" timeOffset="126068.75">14106 8275 127 0,'0'0'1161'0,"0"0"-870"15,0 0-178-15,0 0-35 16,0 0-11-16,0 0 0 16,0 0-42-16,0 0-25 15,0 0 27-15,0 0-26 16,0 0-1-16,0 0 0 16,0 0 1-16,0 0-2 0,0 0 1 15,0 0 0 1,0 0 23-16,-2 0-14 0,2-5-1 15,0-5-8-15,-2-3 0 16,2 4 30-16,0-1 13 16,0 3 11-16,0 1 35 15,0 2-58-15,0 1 32 16,0 2-14-16,0 1-24 16,0 0 21-16,0 0-32 15,0 0 6-15,-4 0 3 16,-2 14-10-16,-3 12-9 15,-5 10 7-15,-1 9 16 16,-5 5 57-16,-2-1-84 16,-4 0 1-16,-1-5 26 0,-2-2-26 15,2-8 33-15,4-6-34 16,4-5 9-16,3-11 12 16,7-5-21-16,5-5 0 15,4-2-1-15,0 0 2 16,0-7-2-16,0-12-98 15,4 1 42-15,7-2 36 16,1 5 22-16,-4 2-1 16,-1 7 6-16,1 0 8 15,4 4 21-15,5 2-22 16,8-2-12-16,8 2 68 16,10 0-46-16,1 0 1 15,6 0-12-15,-2 0-12 16,0-2 16-16,-6-4-16 15,-2-3 0-15,-6-3-17 0,-7-5-25 16,-10 0-11-16,-5-4-10 16,-10-2 4-16,-2 2 19 15,0 1-49-15,-12 3 58 16,-3 8 31-16,3 5 1 16,-1 4 55-16,-1 8-32 15,1 22 31-15,0 12 58 16,2 12-60-16,2 6-13 15,0 6 1-15,4 0-41 16,1-1-1-16,2-7-122 16,2 2-90-16,0-16-323 15,0-14-600-15</inkml:trace>
  <inkml:trace contextRef="#ctx0" brushRef="#br0" timeOffset="131092.78">1607 11180 370 0,'0'0'932'0,"0"0"-728"16,0 0-74-16,0 0-57 16,0 0-12-16,0 0-27 15,0 0 23-15,2 0 31 0,-2 0-38 16,0 0 27-1,0 0 63-15,0 0-59 0,0 0-8 16,-2 0-32-16,-3 0-2 16,1 2-3-16,-3 10-36 15,2 5 6-15,5-2 23 16,0 5-20-16,0-6 6 16,0-2-14-16,14-7 1 15,4-3 36-15,2-2-38 16,-2 0 0-16,-5-14 0 15,-4-4 1-15,-9-3 11 16,0 2-12-16,-2-1 0 16,-16 4 18-16,2 6-18 15,-1 6-28-15,1 4-87 16,3 11-412-16,6 1-442 0</inkml:trace>
  <inkml:trace contextRef="#ctx0" brushRef="#br0" timeOffset="132639.23">2278 11342 887 0,'0'0'666'15,"0"0"-539"-15,0 0-55 16,0 0 72-16,0 0 28 16,0 0-15-16,0 0-28 15,76-77-59-15,-38 35-42 16,6-8-7-16,5-8-21 16,5-5-2-16,-1-3-72 15,-2-2-75-15,-4 1 44 0,-7 4-27 16,-11 5 4-16,-11 8 89 15,-7 6 39-15,-11 9 17 16,0 9 73 0,0 11 16-16,-8 5 27 0,-6 10-120 15,-3 0-13-15,-2 3-10 16,-1 24 10-16,3 12 6 16,-2 16 37-16,4 13 22 15,1 12 50-15,4 10-55 16,5 1 63-16,3-5-54 15,2-7-17-15,0-16-6 16,11-9-36-16,9-16-9 16,4-7 34-16,3-13-29 0,6-11-12 15,1-7-12 1,2 0-15-16,0-18 12 0,-1-10-92 16,-4-8 38-16,-4-4 37 15,-7-3-74-15,-4-3 43 16,-8 9-13-16,-6 9 82 15,1 8 20-15,-3 12 40 16,0 8-8-16,0 0-27 16,0 21-19-16,0 10 9 15,-5 10 34-15,-1 2 9 16,1 1 5-16,1-6-62 16,4-6-1-16,0-7-35 15,0-7-51-15,9-18-83 0,2 0-173 16,0-7-224-16</inkml:trace>
  <inkml:trace contextRef="#ctx0" brushRef="#br0" timeOffset="133080.24">3089 11048 1345 0,'0'0'215'0,"0"0"-13"15,9 113-28-15,-7-59 36 16,-2-2-44-16,0-4 21 15,0-8-61-15,0-5-34 16,0-11-56-16,0-8-27 16,0-9 5-16,0-5-14 15,2-2 0-15,5 0-9 0,5-23 4 16,5-12-81-16,10-11-22 16,4-5 3-16,4-2 7 15,2 13 22-15,-4 12 76 16,-6 18 30-16,-5 10 10 15,-9 8 45-15,-4 22 10 16,-5 8 36-16,-4 0-9 16,0-4-79-16,0-3-7 15,0-12-6-15,0-5-30 16,0-7 11-16,0-6-11 16,0-1 0-16,0 0 2 15,21-19-2-15,8-12-63 16,8-3-37-16,3 0 43 0,1 5-14 15,-5 12 35-15,-10 13 20 16,-8 4-6 0,-9 21 1-16,-7 16-24 0,-2 30-39 15,-13-11-249-15,-3-10-442 0</inkml:trace>
  <inkml:trace contextRef="#ctx0" brushRef="#br0" timeOffset="134088.09">3978 11281 1385 0,'0'0'626'16,"0"0"-407"-16,0 0-71 16,0 0-30-16,0 0-98 15,0 0-5-15,125-134-15 16,-80 80-22-16,-3-4-5 16,-6-5-69-16,-7 1-20 15,-9 3 8-15,-13 6-2 16,-7 7 74-16,0 8 17 15,-19 8 19-15,-2 12 18 0,-4 9-17 16,3 9 6 0,-1 5 8-16,6 29 25 0,1 17 103 15,5 18 0-15,7 12-46 16,1 7 43-16,3-2-52 16,0-6-35-16,0-12-25 15,5-14-27-15,1-16 4 16,1-12-5-16,0-13-24 15,2-13 12-15,4 0 0 16,9-18 6-16,7-17-79 16,5-9-56-16,1-8 16 15,-4 2-45-15,-2 6 96 16,-8 13 73-16,-8 19 1 16,-4 12 0-16,-7 9 22 15,-2 23 91-15,0 10 52 0,0 4-24 16,-6 0-38-16,3-6-5 15,3-5-79-15,0-10 2 16,16-9-21 0,11-6-12-16,4-7 6 0,9-3-143 15,16-25-160-15,-9-7-378 16,-7-4-546-16</inkml:trace>
  <inkml:trace contextRef="#ctx0" brushRef="#br0" timeOffset="134321.26">4723 10747 1260 0,'0'0'557'15,"0"0"-433"-15,-67 121 21 16,41-50 75-16,8 3-46 16,4 0-46-16,12-4 16 15,2-8-96-15,2-8-27 16,20-13-21-16,9-9-18 15,3-14-3-15,2-10-43 16,0-8-76-16,-3-4 5 16,-4-41-194-16,-9 3-257 15,-11 1-288-15</inkml:trace>
  <inkml:trace contextRef="#ctx0" brushRef="#br0" timeOffset="134657.99">4841 11017 838 0,'0'0'1058'16,"0"0"-801"-16,0 0-209 0,0 0-29 15,0 0 5-15,0 0 35 16,0 0 33-16,63 119 0 16,-59-78 24-16,-4-1-37 15,0-4 6-15,0-4-24 16,-9-7-52-16,2-12-3 16,1-4 8-16,6-8-4 15,0-1-10-15,0-5 0 16,0-26-48-16,11-9-178 15,3-8-61-15,-2 0-59 16,0 9 185-16,-7 14 161 16,-5 17 246-16,0 8-116 15,0 16-90-15,-5 18 182 0,-2 4-99 16,7 2-29-16,0-4-23 16,0-5-35-16,20-11-22 15,5-6-14-15,6-11-42 16,2-3 7-16,19-21-149 15,-12-14-188-15,-7-1-378 0</inkml:trace>
  <inkml:trace contextRef="#ctx0" brushRef="#br0" timeOffset="134817.34">5399 10764 1160 0,'0'0'1110'0,"0"0"-990"0,0 0-33 16,66 104-60-16,-57-46 15 15,-9 6-7-15,0 5 8 16,-17 5-43 0,-35 16-40-16,6-16-317 0,-1-13-666 0</inkml:trace>
  <inkml:trace contextRef="#ctx0" brushRef="#br0" timeOffset="135753.69">2456 11891 1450 0,'0'0'235'0,"0"0"-173"16,0 0 9-16,0 0 27 16,0 0-5-16,0 0 55 15,0 0 35-15,96 100-60 16,-85-50 26-16,-4 5-31 0,-7-1-62 15,0-4 6 1,0-3-34-16,-10-10-27 0,2-11 44 16,3-8-39-1,1-9-6-15,4-6 0 0,0-3-1 16,0 0-5-16,0-12-39 16,9-18-15-16,9-16-205 15,6-12-43-15,-2-3-8 16,-1 8 112-16,-8 12 204 15,-9 19 173-15,-4 15 104 16,0 7-104-16,-4 12-88 16,-11 20-8-16,1 6 72 15,5 3-39-15,9 2-35 0,0-3-10 16,6-4-65 0,19-6-19-16,6-7-5 0,25-8-127 15,-9-7-120-15,-7-8-439 16</inkml:trace>
  <inkml:trace contextRef="#ctx0" brushRef="#br0" timeOffset="135961.28">2822 12166 1839 0,'0'0'592'15,"0"0"-358"-15,0 0-136 16,0 0-65-16,0 0 43 15,0 0-55-15,0 0 15 0,106 0-30 16,-65 0-6-16,-1 0-49 16,0 0-89-16,2-6-125 15,-8 1-119-15,-9 0-398 0</inkml:trace>
  <inkml:trace contextRef="#ctx0" brushRef="#br0" timeOffset="136196.69">3118 12015 1388 0,'0'0'663'16,"0"0"-508"-16,0 0-121 15,0 0 0-15,0 0-34 16,0 0 49-16,0 0 44 0,107 32-18 16,-89 1 60-16,-5 1-59 15,-9 6-34-15,-4 4 19 16,-4-2-31-16,-21 0 1 15,2-4-31-15,-4-4-12 16,6-10-64-16,6-7-151 16,13-17-145-16,2 0-370 15,0-19-492-15</inkml:trace>
  <inkml:trace contextRef="#ctx0" brushRef="#br0" timeOffset="136484.7">3463 12013 1363 0,'0'0'653'16,"0"0"-543"-16,0 0-39 15,0 0 56-15,0 0 51 0,-82 116-23 16,77-82-49-16,5-1-5 16,0-7-67-16,7-4-7 15,11-4-15-15,5-4-6 16,-1-8 12-16,2-4-18 15,1-2 1-15,-3 0-1 16,-1-18 0-16,-8-4 0 16,-7-4-28-16,-4-3-27 15,-2 2 22-15,0 3-39 16,-6 5-84-16,-9 1 35 0,1 9-264 16,3 0-317-16</inkml:trace>
  <inkml:trace contextRef="#ctx0" brushRef="#br0" timeOffset="136684.7">3463 12013 1156 0,'48'-72'842'0,"-40"72"-646"16,3 0-101-16,10 0-6 15,3 0-9-15,3 0 9 16,2 3-55-16,-3 0-34 0,-1 1 0 15,-7-2-79 1,-3 0-84-16,-7-2-159 0,-4 0-345 16,-4-2-653-16</inkml:trace>
  <inkml:trace contextRef="#ctx0" brushRef="#br0" timeOffset="136846.72">3727 11753 1987 0,'0'0'337'0,"0"0"-233"16,0 0 37-16,-50 144-62 16,30-86-6-16,3 2-72 15,-1 0-1-15,-2 16-134 16,2-15-350-16,5-15-941 0</inkml:trace>
  <inkml:trace contextRef="#ctx0" brushRef="#br0" timeOffset="137586.75">5985 11107 1609 0,'0'0'635'0,"0"0"-454"15,0 0-1-15,0 0-46 16,0 0-57-16,0 0-18 15,0 0-30-15,105 0-20 16,-57 0 24-16,4 0-33 16,-8 0-33-16,-5 0-88 15,-22 0-156-15,-7 3-209 16,-10 6-295-16</inkml:trace>
  <inkml:trace contextRef="#ctx0" brushRef="#br0" timeOffset="137712.37">6003 11261 1612 0,'0'0'660'0,"0"0"-469"16,0 0-112-16,0 0 10 16,116 11-79-16,-59-10-10 15,34-1-102-15,-14 0-275 16,-13 0-685-16</inkml:trace>
  <inkml:trace contextRef="#ctx0" brushRef="#br0" timeOffset="138448.6">6930 11346 1624 0,'0'0'492'0,"0"0"-309"15,0 0-76-15,0 0 28 16,0 0-38-16,0 0-9 16,0 0 3-1,114-107-82-15,-63 53-5 0,5-9-4 16,-1-4-11-16,-3-5 10 16,-5-2-30-16,-7-1-7 15,-9-1 37-15,-11 7-67 16,-9 8 45-16,-11 11-27 15,0 15 50-15,0 17 37 16,-11 12-37-16,-9 6-6 16,-7 18-1-16,-4 27 14 15,-5 33 46-15,-1 32-6 0,10 0 11 16,8-11 10 0,15-17-52-16,4-28-8 0,0-1 6 15,18 0-14-15,6-17 1 16,5-12-1-16,8-13-3 15,2-11-6-15,3 0-19 16,1-25-23-16,-3-9-77 16,-6-10-18-16,-5-3 40 15,-9 1 10-15,-7 7 37 16,-9 12 59-16,-4 15 56 16,0 11 3-16,0 1-50 15,0 20 13-15,-11 12 35 16,1 4 10-16,0 4 8 15,4-3 6-15,3-4-81 16,3-8-73-16,0-5-79 0,0-11-151 16,15-9-172-16,-1-12-9 15,-1-12-710-15</inkml:trace>
  <inkml:trace contextRef="#ctx0" brushRef="#br0" timeOffset="138854.57">7679 10993 1551 0,'0'0'207'0,"0"0"-37"16,0 0 15-16,0 143 26 16,-4-94-42-16,-3-3-25 15,0-10-60-15,2-7-14 16,3-11-69-16,2-9-2 0,0-4-1 16,0-5 2-16,0 0-7 15,16-18-2-15,11-13-82 16,7-9-27-16,3-5-42 15,1 4 68-15,-7 7 57 16,-6 14 35-16,-9 14 104 16,-5 6-58-16,-7 6 15 15,-2 17 77-15,-2 2-64 16,0 1 23-16,0-2-49 16,0-7-42-16,0-8 18 15,0-6-24-15,4-3-10 16,19-3-11-16,10-19-23 15,12-8-26-15,6-6-40 0,3 0 73 16,-7 6 20 0,-7 9 17-16,-13 14 0 15,-8 7 0-15,-9 10-16 0,-8 24-28 16,-2 34-111-16,-18-6-157 16,-5-5-314-16</inkml:trace>
  <inkml:trace contextRef="#ctx0" brushRef="#br0" timeOffset="139883.4">7168 11939 1318 0,'0'0'308'15,"0"0"-165"-15,0 0-20 16,0 0-59-16,0 0 39 0,0 0-43 16,0 0 29-16,38-52-32 15,-20 52-18-15,0 11 18 16,-5 21 18-16,-2 7-1 15,-9 9 60-15,-2 4-42 16,0 1-7-16,-10-7-41 16,-3-8-34-16,-1-9 23 15,5-12-33-15,3-7 0 16,6-6 6-16,0-4-6 16,0 0 0-16,0-22-21 15,13-14-101-15,9-14-121 16,3-7 62-16,-4-1-88 0,-2 12 161 15,-9 13 108-15,-4 19 245 16,-6 14-93-16,0 1-101 16,-6 29-16-1,-2 8 41-15,3 2 33 0,5 1-11 16,0-5-69-16,16-6-23 16,13-9-6-16,9-4-57 15,22-17-53-15,-7 0-224 16,-10-3-496-16</inkml:trace>
  <inkml:trace contextRef="#ctx0" brushRef="#br0" timeOffset="140065.72">7501 12023 1857 0,'0'0'530'16,"0"0"-429"-16,0 0-42 15,0 0-58-15,0 0 46 16,0 0 0-16,129 25-46 15,-89-12-2-15,0-5-69 16,-2-4-80-16,-3-4-44 16,-8 0-141-16,-6-2-351 0</inkml:trace>
  <inkml:trace contextRef="#ctx0" brushRef="#br0" timeOffset="140288.72">7795 11921 751 0,'0'0'1023'0,"0"0"-551"15,0 0-267-15,0 0-130 0,0 0-74 16,0 0 11-16,0 0-11 16,140 0-2-16,-113 29 2 15,-7 2 30-15,-13 7 24 16,-7 2-6-16,-7 2 35 16,-22 3 26-16,-6-4-85 15,-1 0-8-15,5-7-17 16,6-8-78-16,11-9-71 15,14-17-191-15,0-3-343 16,16-19-174-16</inkml:trace>
  <inkml:trace contextRef="#ctx0" brushRef="#br0" timeOffset="140567.29">8171 11930 1096 0,'0'0'667'16,"0"0"-559"-16,0 0-41 15,0 0 148-15,-58 116 0 16,50-80-54-16,8-4-21 16,0-3-70-16,13-4-52 15,11-9 38-15,8-6-47 16,1-8 2-16,0-2-11 16,-2-9-8-16,-4-15-1 15,-6-3-7-15,-13-5-29 16,-8 1 30-16,0 1-28 0,-8 6 43 15,-11 4-1-15,0 9-12 16,1 4-82-16,11 5-100 16,3 2-297-1,4-3-187-15</inkml:trace>
  <inkml:trace contextRef="#ctx0" brushRef="#br0" timeOffset="140786.7">8323 11780 924 0,'0'0'1212'15,"0"0"-867"-15,0 0-214 0,0 0-103 16,0 0 1-16,0 0 50 16,139-29-54-16,-104 29-18 15,1 0-7-15,-5 0-7 16,-4-3-26-16,-7-5-143 15,-7 3-213-15,-11-5-352 0</inkml:trace>
  <inkml:trace contextRef="#ctx0" brushRef="#br0" timeOffset="140929.79">8543 11606 1936 0,'0'0'365'15,"0"0"-282"-15,0 0 14 16,-19 123 32-16,9-63-63 0,0 4-56 15,-1 1-10 1,-5 13-66-16,3-17-202 0,1-17-546 0</inkml:trace>
  <inkml:trace contextRef="#ctx0" brushRef="#br0" timeOffset="155132.7">9498 10455 459 0,'0'0'271'0,"0"0"-66"0,0 0-21 15,0 0 58-15,0 0-117 16,0 0 39-16,0 0-5 16,0 0-40-16,0 0 26 15,0-4-59-15,0-3-9 16,0 4 113-16,0-1-113 16,0 2-3-16,0-1-20 15,0 3-53-15,0 0 87 16,0 0-72-16,-2 0-15 15,0 0 71-15,-3 0-60 16,0 0-6-16,1 0-6 16,-1 0 17-16,5 0-26 0,0 0 9 15,0 0 0 1,0 0-23-16,0 0 32 0,0 0-10 16,12-2 1-16,3-10 0 15,6-7-65-15,-4-3 65 16,-1-2-70-16,-5 4 64 15,-7 1-5-15,-4 7 11 16,0 4 0-16,-15 7 21 16,-16 1-17-16,-7 4-4 15,-7 20-2-15,1 6 2 16,3 8 0-16,12 3 58 16,10 5-58-16,11 5 0 15,8 4 105-15,0 1-104 16,19-5 11-16,3 0 3 15,0-9 3-15,-4-6 6 0,-7-6-24 16,-8-6 0-16,-3-2 6 16,-8-2 7-16,-18-2-13 15,-8-4 0-15,-1-7 24 16,-3-7-57-16,7 0 33 16,8-18-21-16,10-15-28 15,13-6 24-15,5-8-32 16,32 1-24-16,15 6-2 15,8 11 46-15,5 14 37 16,-3 13 0-16,-4 2 6 16,-6 10 9-16,-10 14 11 15,-11 2 21-15,-7 4-40 16,-8 1 129-16,-10 4-123 16,-3-3-13-16,-3-5 39 0,0-5-26 15,0-8-16-15,0-9 3 16,0-5-13-16,0 0-52 15,11-18 65-15,14-16-214 16,8-12-108-16,9-3 25 16,1 3-6-16,-3 13 230 15,-11 17 73-15,-7 16 222 16,-9 0-158-16,-11 32 91 16,-2 8 87-16,0 6-77 15,-6-4 49-15,-8-3-113 16,3-14-93-16,5-11 59 0,1-6-66 15,5-8-1-15,0 0 0 16,22-16-18-16,17-15-19 16,11-10-216-16,10-3 13 15,6 2 101-15,-6 7 13 16,-11 18 124-16,-10 14 1 16,-14 3 2-16,-11 32 17 15,-14 26-18-15,0-5-141 16,0-9-408-16</inkml:trace>
  <inkml:trace contextRef="#ctx0" brushRef="#br0" timeOffset="155384.07">10626 10397 1650 0,'0'0'253'16,"0"0"-80"-16,-98 153 54 15,67-75-22-15,13 2-26 16,13-4-148-16,5-6-1 16,16-6-45-16,18-10 15 15,24-5-130-15,-8-15-164 16,-2-14-659-16</inkml:trace>
  <inkml:trace contextRef="#ctx0" brushRef="#br0" timeOffset="156597.29">11172 10565 54 0,'0'0'1715'16,"0"0"-1478"-16,0 0-179 16,0 0-58-16,-118 18 8 0,64 18 143 15,-4 9-22-15,5 5-21 16,4 0 7-16,13-7-54 15,12-8 1-15,11-9-62 16,13-9 18-16,0-12-18 16,29-5 0-16,15-2-43 15,10-23-116-15,1-12-217 16,14-25-155-16,-9-1 48 16,-12 12-221-16,-17 11 704 15,-25 31 171-15,-6 9 568 16,0 0-339-16,0 5-174 15,0 17-51-15,0 12 36 16,-2 5-110-16,-2 7 79 0,1-5-159 16,3-3 0-1,0-4-21-15,7-8-109 0,24-12-32 16,-2-8-246 0,0-6-507-16</inkml:trace>
  <inkml:trace contextRef="#ctx0" brushRef="#br0" timeOffset="156929.43">11319 10305 1716 0,'0'0'552'0,"0"0"-469"15,0 0-2-15,0 0 7 16,0 0-57-16,0 0 46 16,0 0-24-16,73 44-39 15,-61-10 95-15,-10 4-97 16,-2 0 42-16,0 0 15 16,-11-6-53-16,2-8 44 15,2-6-60-15,5-9 0 16,2-7 0-16,2-2 0 15,23 0 0-15,11-2-15 16,30-21-93-16,-10 5-177 16,-4-2-447-16</inkml:trace>
  <inkml:trace contextRef="#ctx0" brushRef="#br0" timeOffset="157370.73">11736 10557 1490 0,'0'0'383'0,"0"0"-150"16,0 0-157-16,0 0-50 16,0 0 128-16,0 0-108 15,0 0 9-15,100 7 77 16,-100 33-28-16,-2 6 29 0,-16 4-46 15,-4-3-86-15,4-4 91 16,2-11-92-16,7-6 0 16,3-11-13-16,6-10-4 15,0-5 10-15,2 0-52 16,19-20-26-16,8-14 54 16,0-13-260-16,2-10-76 15,-7 1 2-15,-4 6 65 16,-9 14 300-16,-6 18 296 15,-5 18-17-15,0 0-81 16,-5 28-134-16,-4 8 78 16,7 2-13-16,2-1-39 0,6-4 24 15,21-8-114 1,11-4 0-16,5-9-20 16,3-6-74-16,12-6-115 0,-11-10-254 15,-11-8-465-15</inkml:trace>
  <inkml:trace contextRef="#ctx0" brushRef="#br0" timeOffset="157760.78">12126 10182 1572 0,'0'0'629'0,"0"0"-491"15,0 0-52-15,0 0-19 16,0 0 11-16,0 0 43 16,0 0-108-16,9 0 8 15,6 0 8-15,1-4-29 16,0 1 0-16,-5 3-9 15,-6 0 31-15,-5 15-22 16,0 19 0-16,-7 12 0 16,-15 7 108-16,-1-4-96 15,6-3 23-15,9-13-35 0,8-11 18 16,8-6-3-16,20-8-15 16,13-8-46-16,5 0 45 15,16-9-302-15,-12-14-190 16,-11-1-311-16</inkml:trace>
  <inkml:trace contextRef="#ctx0" brushRef="#br0" timeOffset="157945.84">12742 10159 1637 0,'0'0'521'15,"0"0"-396"-15,46 120 40 16,-36-56-5-16,-10 8-74 0,0 3 81 15,-23 4-165-15,-17 2-4 16,-11-3-2-16,-39 16-181 16,14-19-95-16,5-19-426 15</inkml:trace>
  <inkml:trace contextRef="#ctx0" brushRef="#br0" timeOffset="158917.87">9246 11231 924 0,'0'0'353'16,"0"0"-163"-16,0 0 22 15,0 0-15-15,0 0-21 16,0 0 87-16,0 0-118 15,-2 0-23-15,2 0-6 16,7 0-62-16,6 0 8 0,7 0-62 16,13 2 1-16,12 3 8 15,13-4-9-15,14-1 0 16,30 0 40-16,34 0-29 16,33 0 66-16,16-8-77 15,-2-2 0-15,-7 0-4 16,-11 4 5-16,2-2-1 15,3 0 0-15,-1-1 9 16,-4-3 9-16,0 3-18 16,-5-2 0-16,-6 5 23 15,-7-1-10-15,-8-1-3 16,-30 3-10-16,-25 0 0 16,-26 1 0-16,-12 1 0 15,-2-2 0-15,-7-1-34 16,-3 3 34-16,-16 0-41 0,-16 0-30 15,-6 3-216-15,-19 0-82 16,-6 0-563-16</inkml:trace>
  <inkml:trace contextRef="#ctx0" brushRef="#br0" timeOffset="160059.72">10728 11676 846 0,'0'0'816'15,"0"0"-644"-15,0 0 124 16,0 0-78-16,0 0-71 16,0 0 3-16,0 0-117 15,20-68-1-15,1 68-32 16,4 0 1-16,0 10 28 15,2 20-17-15,-6 15-12 16,-8 9 34-16,-6 8-4 0,-7 1 53 16,0 2-83-1,-12-9 9-15,-3-8 9 16,1-11-10-16,3-15-8 16,5-8 0-16,4-9 0 15,2-5 11-15,0 0-11 0,0-5 0 16,13-24-47-16,14-17-63 15,6-12-102-15,5-12-12 16,2 2-70-16,-6 8 199 16,-13 17 82-16,-7 21 13 15,-14 21 166-15,0 1-137 16,-6 30 46-16,-15 16 81 16,3 8-49-16,5 3 41 0,9-6-85 15,4-7-41 1,11-6 47-16,22-11-69 0,14-9 11 15,7-11-11-15,6-7-169 16,20-11 16-16,-16-13-337 16,-14-5-541-16</inkml:trace>
  <inkml:trace contextRef="#ctx0" brushRef="#br0" timeOffset="160500.49">11350 11510 1294 0,'0'0'565'0,"0"0"-418"16,0 0-37-16,0 0-4 15,0 0 101-15,0 0-85 16,0 0-7-16,-13-25 10 16,33 25-125-16,9 0 0 15,0 0 0-15,-4 17 0 16,-8 10 21-16,-12 8-21 15,-5 11 0-15,-18 4 68 16,-15 0-37-16,-3-6 26 0,5-7-57 16,8-14 36-16,13-11-18 15,10-5-18-15,0-7-18 16,23 0 16-16,22 0-40 16,16-7 20-16,37-8-178 15,-14-2-278-15,-10 6-39 0</inkml:trace>
  <inkml:trace contextRef="#ctx0" brushRef="#br0" timeOffset="161284.34">13020 11105 1264 0,'0'0'408'15,"0"0"-221"-15,0 0 28 16,0 0 11-16,0 0-91 0,0 0 129 16,0 0-156-16,29-6-83 15,0 6 20-15,7 0-32 16,6 0 16-16,3 0-29 16,3 2 9-16,-3 7-2 15,-3-2-7-15,-5 1-52 16,-11 2-73-16,-17 3-197 15,-7 2-277-15,-2-5-485 0</inkml:trace>
  <inkml:trace contextRef="#ctx0" brushRef="#br0" timeOffset="161425.31">13120 11272 1358 0,'0'0'1049'0,"0"0"-847"16,0 0-157-16,0 0-30 0,127 0 46 15,-69 0-61-15,25 0-116 16,-17 0-52-16,-5 0-689 0</inkml:trace>
  <inkml:trace contextRef="#ctx0" brushRef="#br0" timeOffset="162760.31">14050 11281 927 0,'0'0'572'0,"0"0"-350"15,0 0-61 1,0 0 37-16,0 0-79 0,0 0 23 16,0 0-10-16,54-14-62 15,-17-7 78-15,8-11-146 16,8-7-1-16,3-9-1 15,0-8-55-15,2-7 6 16,-3-5 2-16,-6-4 6 16,-3 2 15-16,-11 0 27 15,-10 2-1-15,-12 9 22 16,-9 8-7-16,-4 11 15 16,0 11-30-16,-15 15 0 15,-3 11-17-15,-7 3 17 16,0 19 0-16,-4 23 0 0,5 18 36 15,2 17 98-15,4 8-67 16,9 2-46-16,9 0 81 16,0-7-94-16,4-10 22 15,19-14-30-15,4-10 6 16,6-16 3-16,3-12-9 16,3-13-1-16,7-5-28 15,-2-11-2-15,-1-17-35 16,-4-8-93-16,-5-5-8 15,-7 2 35-15,-9 3-45 16,-7 7 115-16,-7 9 62 16,-2 10 141-16,-2 10 2 15,0 0-124-15,0 5 18 0,-4 17 4 16,-3 5-41 0,1 7 0-16,2 1-12 0,4-3-51 15,0-8-159-15,8-8-389 16,5-12-863-16</inkml:trace>
  <inkml:trace contextRef="#ctx0" brushRef="#br0" timeOffset="163207.84">15024 10940 1378 0,'0'0'284'0,"0"0"-65"16,0 0 14-16,-11 136 59 15,4-93-159-15,3-11-23 16,1-6-61-16,3-9-48 0,0-8 22 16,0-7-23-16,0-2 0 15,7 0-3-15,11-20 3 16,9-10-91-16,4-8-31 16,0-3-47-16,0 4 144 15,-4 9-35-15,-9 10 60 16,-9 14-1-16,-4 4 13 15,-3 10 74-15,-2 14 49 16,0 5-24-16,0 2 58 16,-2-4-105-16,-5-8-54 0,2-5 22 15,5-9-12 1,0-5-22-16,0 0 2 0,7 0-15 16,22-17-28-1,11-11-48-15,14-4-31 0,2-2 102 16,1 1-35-16,-6 8 55 15,-6 6 0-15,-9 14 19 16,-15 5 46-16,-9 7-65 16,-12 24-41-16,-4 28 5 15,-21-4-127-15,-2-7-356 0</inkml:trace>
  <inkml:trace contextRef="#ctx0" brushRef="#br0" timeOffset="164243.17">14422 11819 995 0,'0'0'664'0,"0"0"-471"16,0 0 2-16,0 0-23 16,0 0-77-16,0 0-14 15,0 0-53-15,33-10-17 16,-17 24 91-16,-3 14-100 16,-4 8 32-16,-9 7 52 15,0 6 1-15,-9 1 26 16,-11-1-56-16,-2-8-57 15,2-2 51-15,7-13-45 16,1-9-7-16,8-6 1 16,4-11 0-16,0 0-27 15,0-6 19-15,12-23-54 0,7-10-91 16,4-10-63 0,1 1 67-16,-4 3 2 0,-4 11 95 15,-7 13 52-15,-5 13 65 16,-4 8-22-16,0 6 49 15,-2 20-55-15,-7 6 63 16,3 5-20-16,6-3 0 16,0-1 22-16,4-5-90 15,21-3-6-15,6-7-12 16,2-8-53-16,5-8-116 16,4-2-107-16,-6-16-278 0,-12-2-214 15</inkml:trace>
  <inkml:trace contextRef="#ctx0" brushRef="#br0" timeOffset="164400.68">14642 12023 1003 0,'0'0'979'0,"0"0"-630"15,0 0-150-15,0 0-32 16,0 0-61-16,130-22-105 16,-69 20 31-16,3 0-38 15,-1 2 6-15,-3 0-105 16,9-4-136-16,-18 2-244 15,-11-4-277-15</inkml:trace>
  <inkml:trace contextRef="#ctx0" brushRef="#br0" timeOffset="164618.72">15136 11851 712 0,'0'0'945'0,"0"0"-613"16,0 0-181-16,0 0-21 15,0 0-99-15,0 0 23 16,113 125 67-16,-113-84-57 16,0 1 51-16,-11-1-63 15,-14-5-25-15,-2-4 16 16,3-9-43-16,4-5-60 16,14-15-87-16,6-3-363 15,0 0-107-15</inkml:trace>
  <inkml:trace contextRef="#ctx0" brushRef="#br0" timeOffset="164893.31">15523 11891 1388 0,'0'0'368'0,"0"0"-192"16,0 0-12-16,-80 134 86 15,64-98-38-15,12-4-87 16,4-6 48-16,6-4-136 15,21-5-1-15,9-7 6 16,9-10-31-16,1 0 16 16,4-13-27-16,-8-13 0 15,-9-3-8-15,-13-7 8 16,-15-3-7-16,-5-1-29 16,-11 2-29-16,-16 6 34 15,-4 6-106-15,0 14-58 0,-1 12 9 16,8 0-298-16,9 0-142 0</inkml:trace>
  <inkml:trace contextRef="#ctx0" brushRef="#br0" timeOffset="165211.59">15655 11690 1005 0,'0'0'1237'0,"0"0"-773"15,0 0-364-15,0 0-46 16,0 0 32-16,0 0-78 15,0 0 19-15,96-4 4 16,-59 4-31-16,1-2 0 16,-5 0-18-16,0 2-60 15,-5 0-91-15,-8 0-209 0,-4-2-439 16</inkml:trace>
  <inkml:trace contextRef="#ctx0" brushRef="#br0" timeOffset="165528.25">15840 11520 1923 0,'0'0'605'15,"0"0"-461"-15,0 0-19 16,0 0-119-16,0 0-6 16,0 0 15-16,-4 120 0 15,-2-60 20-15,4 7-35 16,-8 13-121-16,1-16-155 15,-1-16-668-15</inkml:trace>
  <inkml:trace contextRef="#ctx0" brushRef="#br0" timeOffset="185579.29">16901 10631 950 0,'0'0'381'0,"0"0"-127"16,0 0-133-16,0 0 28 0,0 0 23 15,0 0-116-15,0-5 142 16,0-3-103-16,0-2-51 15,0-2 83-15,0-4-77 16,7 0-2-16,6 2-48 16,1-1 1-16,-2 4-20 15,5 0 19-15,-7 5-6 16,2 2-24-16,-1 3 51 16,-5 1-48-16,1 0 23 15,-2 13 4-15,-5 15-40 16,-3 12 47-16,-26 8-7 15,-13 10 34-15,-12-3-22 16,-8-3 27-16,0-4-39 16,-3-7 0-16,7-12 16 0,4-8-16 15,12-8 0-15,13-6 21 16,11-7-21-16,12 0 108 16,6-2-104-16,0-16 26 15,11-5-26-15,15-3-4 16,9 4-9-16,2 6-3 15,5 8 24-15,3 8-19 16,-3 0 7-16,3 18-58 16,2 9 52-16,19 5-203 15,-10-9-111-15,-4-6-388 0</inkml:trace>
  <inkml:trace contextRef="#ctx0" brushRef="#br0" timeOffset="186313.01">17404 10611 950 0,'0'0'258'16,"0"0"-176"-16,0 0-69 15,0 0 140-15,0 0-21 16,0 0-26-16,0 0 75 0,-13-15-103 15,-11 15-47-15,-5 0-31 16,-7 0 23-16,-1 18 64 16,-6 6-21-16,1 6 37 15,2 8 71-15,3 3-105 16,8-2 22-16,8-3-43 16,7-7-20-16,12-3 30 15,2-9-58-15,0-5 0 16,16-6-25-16,11-4 4 15,6-2-13-15,7-2-51 16,0-20-133-16,3-8 31 16,-6-6-121-16,-1-6-189 15,-5 2 178-15,-9 1 90 0,-3 10 229 16,-11 9 266 0,-1 8 78-16,-7 10 1 0,2 2-251 15,-2 0-28-15,0 20 80 16,0 9-7-16,0 4 25 15,0 3-164-15,2 2 35 16,5-2-75-16,6 3 0 16,3-13-211-16,-2-11-379 0</inkml:trace>
  <inkml:trace contextRef="#ctx0" brushRef="#br0" timeOffset="187050.41">17614 10281 1086 0,'0'0'491'0,"0"0"-418"15,0 0 51-15,0 0-99 16,0 0 54-16,0 0 0 15,0 0-56-15,49-55 140 16,-42 55-101-16,-5 0-34 16,-2 17 70-16,0 13-73 15,-15 11 113-15,-12 5 0 0,-2-3-99 16,0-5 134 0,9-12-173-16,7-10 11 0,13-9 7 15,0 0 1-15,15-5-7 16,20-2-12-16,13 0-57 15,10 0 46-15,17 0-268 16,-13-10-247-16,-14 0-450 0</inkml:trace>
  <inkml:trace contextRef="#ctx0" brushRef="#br0" timeOffset="187474.27">17946 10608 1061 0,'0'0'665'15,"0"0"-578"-15,0 0-38 16,0 0 62-16,0 0-41 16,0 0 72-16,0 0-91 15,23-23-29-15,-21 23 86 16,-2 12-54-16,0 10 4 16,0 9 49-16,0 3-77 0,-2 4 148 15,-9 0-152-15,-1-5-25 16,4-4 50-16,1-11-40 15,5-4-10 1,2-8-1-16,0-3 10 0,0-3-50 16,0 0 40-16,17 0-101 15,10-19 68-15,23-32-195 16,-6 0-264-16,-5-2-297 0</inkml:trace>
  <inkml:trace contextRef="#ctx0" brushRef="#br0" timeOffset="187599.23">18189 10573 1324 0,'0'0'689'0,"0"0"-526"15,0 0-46-15,0 0 38 16,-56 116-62-16,46-75 124 0,10 3-189 16,0-6-4-16,20-2-10 15,18-6-14-15,26-6-21 16,-6-8-271-16,-6-8-610 16</inkml:trace>
  <inkml:trace contextRef="#ctx0" brushRef="#br0" timeOffset="189522.13">18965 10439 214 0,'0'0'614'0,"0"0"-421"15,0 0 18-15,0 0-7 16,0 0 45-16,0 0-113 16,0 0-25-16,40-102 153 15,-38 88-157-15,1 2 1 0,-3 2 48 16,0 2-85-1,0 0 34-15,0 4-105 16,-9 0 12-16,-14 4 4 0,-10 0-16 16,-13 22 0-16,-8 19-16 15,-8 18 32 1,4 11 15-16,6 9-31 0,14-3 8 16,11-6 86-16,15-6-84 15,12-10-10-15,0-10 0 16,12-10 33-16,20-10-19 15,7-12-14-15,11-8-2 16,1-4-46-16,0-5 27 16,-2-18-49-16,-7-2 30 15,-5-4-61-15,-16 3 77 16,-4 4 0-16,-11 8 24 0,-6 8 85 16,0 6-78-16,0 0 2 15,-4 2-9-15,-8 14 1 16,-1 2 51-16,7 0-52 15,1-4 0-15,5-4-8 16,0-3 33-16,9 0-36 16,9-7 11-16,2 0-10 15,2 0-63-15,-7-16 51 16,-3-8-50-16,-10-6 32 16,-2 0 19-16,-4 0-3 15,-14 6 24-15,0 9 0 16,4 8 12-16,4 5 16 15,3 2-28-15,7 0 73 0,0 0-72 16,9 0 50-16,24 4-51 16,16-2 0-16,12-2-40 15,5-4-15-15,3-20-58 16,-4-8-16-16,-7-7-19 16,-11-5 117-16,-11-3-4 15,-17 2 35-15,-7 10 7 16,-12 8 18-16,0 17 138 15,-2 10-85-15,-15 2-58 16,5 26 64-16,0 10-6 16,7 11-10-16,5 1 74 15,0 1-94-15,19 0 2 16,-2-5-50-16,-1-5 41 16,-5-4-38-16,-9-4-3 15,-2-1-69-15,-7-3 21 0,-28 1-186 16,2-8-125-16,6-8-473 15</inkml:trace>
  <inkml:trace contextRef="#ctx0" brushRef="#br0" timeOffset="191031.29">20013 10219 1237 0,'0'0'521'0,"0"0"-429"16,0 0-41-16,0 0 5 15,0 0-47-15,0 0 156 16,0 0-63-16,-103 155 34 16,72-82 47-16,2 2-68 15,7-1 26-15,7-8-124 16,5-7 16-16,10-10 7 16,0-9-40-16,10-6 0 0,13-6-16 15,8-6-26 1,8-4-34-16,23-12-198 0,-8-3-341 15,-8-3-339-15</inkml:trace>
  <inkml:trace contextRef="#ctx0" brushRef="#br0" timeOffset="191441.64">20457 10469 1676 0,'0'0'273'16,"0"0"-178"-16,0 0-68 16,0 0-8-16,0 0 99 15,-152-2 24-15,103 34-18 0,0 6 77 16,4 8-129-16,10 0 29 16,8-1-66-16,12-5 6 15,7-5 25-15,8-4-66 16,0-9-10-16,14-6-16 15,11-6 2-15,6-10-9 16,7 0-10-16,4-16-145 16,0-16 78-16,3-4-142 15,-8-7-97-15,-2 6-26 16,-14 6 375-16,-5 13 29 16,-11 11 307-16,-3 7-190 15,-2 0 31-15,0 23-126 16,0 8 124-16,0 3-49 15,0 2-125-15,0-1 30 16,2-9-31-16,9 0-135 16,7-9 37-16,0-7-393 0,-3-10-228 15</inkml:trace>
  <inkml:trace contextRef="#ctx0" brushRef="#br0" timeOffset="191923.37">20592 10069 950 0,'0'0'572'15,"0"0"-386"-15,0 0 66 16,0 0-129-16,0 0-10 16,0 0-6-16,0 0-94 15,-2-5 26-15,2 1-39 0,7 1 28 16,-2 1-19-1,1-3-2-15,-2 5-7 0,3 0 49 16,-3 0-42-16,-2 14 34 16,-2 16 14-16,0 11 1 15,-15 9 154-15,-7 0-151 16,2-4-27-16,6-11 12 16,8-8-26-16,6-10 15 15,4-5-33-15,23-7 0 16,11-5-53-16,9 0 53 15,4 0-98-15,11-24-89 16,-13 2-281-16,-13 0-312 0</inkml:trace>
  <inkml:trace contextRef="#ctx0" brushRef="#br0" timeOffset="192487.34">20909 10535 1785 0,'0'0'384'16,"0"0"-260"-16,0 0-46 0,0 0-60 15,0 0 28-15,0 0-37 16,0 0 15-16,58 29 92 16,-58 1-54-16,0 5 26 15,-4 4 42-15,-12-4-100 16,3 0 35-16,3-9-65 15,4-8 0-15,4-7-7 16,2-6 7-16,0-5-32 16,6 0 31-16,15-2-57 15,5-18 39-15,6-12-120 16,1-11-99-16,0-4-23 16,-6-3-337-16,-6 7 491 0,-11 13 107 15,-8 18 392-15,-2 12-78 16,0 3-244-16,-8 23 14 15,-6 8 128-15,3 3-101 16,7 4-9-16,4-3-36 16,0-4-51-16,19-6 16 15,12-4-31-15,8-8-89 16,1-6 17-16,14-10-203 16,-15-3-191-16,-7-11-305 0</inkml:trace>
  <inkml:trace contextRef="#ctx0" brushRef="#br0" timeOffset="192875.3">21331 10132 814 0,'0'0'745'16,"0"0"-440"-16,0 0-127 15,0 0 11-15,0 0 42 16,0 0-121-16,0 0 63 16,4-24-127-16,7 22-18 0,5 2 7 15,-3 0-35 1,1 0 0-16,-6 22-15 0,-6 9 37 15,-2 8 18-15,0 6-40 16,-8-3 20-16,-6-2 70 16,7-5-90-16,7-9 0 15,0-5 3-15,11-5 24 16,16-4-54-16,9-6 3 16,4-6-141-16,18-9-78 15,-11-14-444-15,-8-7-1020 0</inkml:trace>
  <inkml:trace contextRef="#ctx0" brushRef="#br0" timeOffset="193043.28">21850 10118 1810 0,'0'0'359'0,"0"0"-101"16,0 0-111-16,56 145-34 16,-54-77 65-16,-2 6-144 15,-4 4-4-15,-28 3-30 16,-10-2 31-16,-14 0-91 15,-40 21-55-15,11-22-263 16,5-16-440-16</inkml:trace>
  <inkml:trace contextRef="#ctx0" brushRef="#br0" timeOffset="193964.61">16671 11351 1388 0,'0'0'258'0,"0"0"-159"16,0 0 72-16,0 0 61 15,0 0 10-15,0 0-90 0,0 0-105 16,54-12 66-16,-14 5-105 16,16 3-8-16,12 1 31 15,31 3-14-15,30 0 36 16,40 0-44-16,21 0 12 15,8 3 61-15,8-3-74 16,-3 0-8-16,17 0 0 16,12 0 27-16,4-10-21 15,3-1-6-15,-3 1 0 16,-4-2-30-16,-9 2 30 16,-7 0 0-16,-9 2-1 15,-13 2 29-15,-16 1 28 16,-12-1-56-16,-24 1 0 0,-28-1-24 15,-31 3 24-15,-25-2 0 16,-16-1-1 0,3 2-8-16,-3-2-51 0,-3 1 17 15,-12-6-212-15,-11 2-92 16,-11-3-527-16</inkml:trace>
  <inkml:trace contextRef="#ctx0" brushRef="#br0" timeOffset="195309.14">19065 11789 192 0,'0'0'1610'0,"0"0"-1027"16,0 0-504-16,0 0 52 0,0 0 25 16,0 0-114-16,0 0 19 15,-31-52-61-15,42 33-6 16,12-1-51-16,3 2 57 16,3 6 0-16,0 8-10 15,-2 4 35-15,-7 7-20 16,-8 20-5-16,-12 12 0 15,0 7 33-15,-23 5-26 16,-15 4-5-16,-11-3 20 16,0-5 3-16,2-13 46 15,10-9-71-15,12-11 0 16,10-4 9-16,9-6-3 16,6-4-6-16,0 0 0 15,23 0 34-15,17 0-32 16,16 0-2-16,18 0-8 0,10-7-20 15,5-7-32-15,0-3-100 16,10-5-98-16,-24 3-334 16,-19-1-335-16</inkml:trace>
  <inkml:trace contextRef="#ctx0" brushRef="#br0" timeOffset="195682.31">19692 11779 1614 0,'0'0'544'16,"0"0"-424"-16,0 0-110 16,0 0 121-16,0 0-67 0,0 0 43 15,17 116 43-15,-17-74-84 16,0 0 32-16,-10-4-98 16,1-8 14-16,2-8 10 15,4-6-24-15,1-5 0 16,2-10-14-16,0-1 7 15,0 0-20-15,14-10 9 16,6-18-95-16,6-12 34 16,-1-6-238-16,-4-2 64 15,-9 8 228-15,-7 15 25 16,-5 12 312-16,0 13-195 16,0 6-102-16,-11 22 94 15,2 9-79-15,7 2 50 16,2 1-29-16,7-3-27 0,22-5-11 15,11-6-13 1,9-8-165-16,28-11-12 16,-10-7-384-16,-9 0-867 0</inkml:trace>
  <inkml:trace contextRef="#ctx0" brushRef="#br0" timeOffset="212248.65">22033 11142 472 0,'0'0'1081'16,"0"0"-818"-16,0 0-14 15,0 0-133-15,0 0 48 16,-5 0-47-16,5 0-88 15,0 1 76-15,0-1-62 0,11 0-42 16,2 2 144-16,10 0-145 16,4 2 33-16,6-2-33 15,2 2 33-15,4-2-61 16,-1-2 28-16,-3 2-191 16,3 0 30-16,-11 0-302 15,-11 1-123-15</inkml:trace>
  <inkml:trace contextRef="#ctx0" brushRef="#br0" timeOffset="212411.15">22014 11337 1428 0,'0'0'679'16,"0"0"-541"-16,0 0-22 16,0 0 100-16,0 0-121 15,0 0-38-15,150 18-57 0,-94-13-46 16,2-1 40-16,4-3-197 15,-12-1-300-15,-15 0-1080 0</inkml:trace>
  <inkml:trace contextRef="#ctx0" brushRef="#br0" timeOffset="213295.29">22759 11390 879 0,'0'0'899'0,"0"0"-704"15,0 0-98-15,0 0-47 16,0 0 118-16,0 0-97 15,0 0-68-15,119-72 99 16,-77 29-102-16,5-9-28 0,-1-8 7 16,-1-7-53-16,-5-4 15 15,-2-6-143 1,-9 1-40-16,-2 0 124 0,-9 2-102 16,-9 7 220-16,-5 13 138 15,-4 14-9-15,0 14 64 16,0 13-27-16,0 8-81 15,-7 5 27-15,-9 12-92 16,-3 24 9-16,-4 21 63 16,-1 13 0-16,1 12 71 15,8 4-95-15,3-3-57 16,8-8 84-16,4-8-84 16,0-10-11-16,0-14 0 15,12-11 28-15,3-9-28 16,5-6 0-16,3-11-34 0,6-6 1 15,2 0-3-15,4-10-64 16,-1-14-44-16,-3-2-132 16,-9 0 118-16,-6 4 75 15,-10 10 83-15,-4 5 161 16,-2 7-83-16,0 0-10 16,0 15-32-16,-8 14-14 15,-1 0 133-15,0 5-145 16,4-2 4-16,5-6-28 15,0-4-17-15,12-10-78 16,9-8-153-16,2-4-315 0</inkml:trace>
  <inkml:trace contextRef="#ctx0" brushRef="#br0" timeOffset="213745.59">23555 11081 1538 0,'0'0'253'15,"0"0"17"-15,-23 106-7 16,6-60-94-16,3 0 83 16,1-7-209-16,7-7-13 15,1-9-9-15,2-6 4 16,3-9-22-16,0-5-3 16,0-3 0-16,0 0-1 15,21-18 1-15,10-14-35 0,7-9-38 16,7-4-98-16,-3 3 104 15,-7 8 22-15,-10 16 45 16,-11 10 86-16,-8 8-60 16,-6 2 35-16,0 20 51 15,0 6-84-15,0-3 112 16,0 0-140-16,0-9 8 16,-2-8-14-16,2-4 12 15,0-4-6-15,0 0 0 16,20-12 31-16,16-14-107 15,15-10 64-15,9-3-109 16,0-5 84-16,-4 9-14 16,-16 10 51-16,-11 13 9 15,-11 12 24-15,-9 0 16 16,-5 26-49-16,-4 13-15 16,0 12-1-16,-22 18-148 0,-2-8-201 15,3-13-591-15</inkml:trace>
  <inkml:trace contextRef="#ctx0" brushRef="#br0" timeOffset="214594.25">22847 11730 1735 0,'0'0'386'0,"0"0"-263"15,0 0 100 1,0 0-203-16,0 0-19 0,0 0 57 16,0 0-43-16,23-23 42 15,-11 30-57-15,-1 18 0 16,1 9 122-16,-8 7-103 16,-2 5 21-16,-2 3 23 15,0-3-63-15,0-10 55 16,-4-8-55-16,-4-8 0 15,6-11 1-15,0-3-1 16,2-6 0-16,0 0 0 16,0 0 27-16,0-3-72 15,6-21 45-15,15-14-165 16,1-8-84-16,-1-4-105 16,-4 6 152-16,-8 11 202 0,-4 18 90 15,-5 12 143-15,0 3-184 16,-5 13-38-16,-8 15 95 15,0 8-46-15,1 0 32 16,10-3-55-16,2-1-4 16,0-9 15-16,20-5-48 15,9-1-84-15,20-12-33 16,-9-3-250-16,-2-2-455 0</inkml:trace>
  <inkml:trace contextRef="#ctx0" brushRef="#br0" timeOffset="-214695.13">23134 11891 1842 0,'0'0'650'16,"0"0"-514"-16,0 0 3 0,0 0-103 16,0 0-14-16,0 0 13 15,0 0-35-15,122 0-33 16,-82 0-19-16,-1 0-109 15,-6 0 40-15,2 0-221 16,-8-2-300-16,-9-6-394 0</inkml:trace>
  <inkml:trace contextRef="#ctx0" brushRef="#br0" timeOffset="-214451.14">23437 11783 1476 0,'0'0'658'16,"0"0"-489"-16,0 0 0 15,0 0-113-15,0 0-36 16,0 0 38-16,0 0-44 16,49 31-2-16,-25-14-12 15,-4 3 35-15,-1 1 5 16,-9 0-23-16,-5 1-16 16,-5 4 83-16,-5 2-66 15,-19 0 27-15,-5 2-45 16,-3-2 34-16,6-3-90 15,6-8-29-15,18-4-207 16,2-9-265-16,0-4-629 0</inkml:trace>
  <inkml:trace contextRef="#ctx0" brushRef="#br0" timeOffset="-214135.51">23829 11901 785 0,'0'0'772'16,"0"0"-508"-16,0 0 5 16,0 0-30-16,0 0-80 15,0 0 97-15,-89 118-198 16,89-98 5-16,0 0 7 16,4-4-68-16,12-2 65 15,6-3-67-15,0-6 1 0,3-2 2 16,-2-3-3-16,-2 0-12 15,-5-12 6-15,-5-6-39 16,-7-5 39-16,-4 2-59 16,0 0 47-16,-10 5-45 15,-11 7 39-15,2 4-110 16,-4 5-7-16,8 0-157 16,3 0-66-16,10 0-576 0</inkml:trace>
  <inkml:trace contextRef="#ctx0" brushRef="#br0" timeOffset="-213902.43">24018 11743 925 0,'0'0'1346'0,"0"0"-1043"16,0 0-200-16,0 0-17 15,0 0-72-15,0 0 60 16,114-8-74-16,-72 6-4 16,-1 2-23-16,-3 0-18 15,-7-3-70-15,-4-2-93 16,-10-2-292-16,-7-3 13 0</inkml:trace>
  <inkml:trace contextRef="#ctx0" brushRef="#br0" timeOffset="-213757.38">24307 11592 1815 0,'0'0'514'16,"0"0"-499"-16,0 0 122 15,0 0-45-15,-63 143-91 16,47-91 59-16,-1 21-60 16,3-15-182-16,1-9-412 0</inkml:trace>
  <inkml:trace contextRef="#ctx0" brushRef="#br0" timeOffset="-207895.05">25252 10778 1101 0,'0'0'323'16,"0"0"-252"-16,0 0 34 15,0 0 12-15,0 0 20 16,-137 29-27-16,95-6-60 16,-5 1 166-16,1 7-101 15,0 2-42-15,4 4 89 16,7 1-91-16,6-2-14 16,9-4-38-16,9-6 17 15,6-3 39-15,5-6-75 16,0-2 0-16,13-6 15 15,12-1-4-15,8-6-11 0,9-2 0 16,6 0-88 0,3-19 82-16,0-10-167 15,-2-3 0-15,-5-6 43 16,-7-1-62-16,-6 2 72 0,-9 2 64 16,-4 12 56-16,-10 6 15 15,-3 10 134-15,-5 4 12 16,0 3 5-16,0 0-110 15,0 6 26-15,0 16-75 16,0 11 26-16,5 7 125 16,4 6-158-16,1-2 1 15,7 0-1-15,2-4-26 16,12-6-87-16,-6-10-193 0,-3-13-370 16</inkml:trace>
  <inkml:trace contextRef="#ctx0" brushRef="#br0" timeOffset="-207345.75">25503 10403 1262 0,'0'0'610'16,"0"0"-511"-16,0 0-18 16,0 0 5-16,0 0-43 15,0 0 141-15,0 0-126 16,-20-12 21-16,20 10 67 16,0-1-93-16,7-2 50 15,13 1-103-15,2 4 1 16,3 0-44-16,0 6 43 0,-8 20 0 15,-10 9 11-15,-7 10-10 16,-9 5 107-16,-20 3-77 16,-7-3-22-16,5-10 73 15,8-10-82-15,13-12 0 16,10-8-9-16,0-3 20 16,20-7-35-16,20 0 19 15,11 0-89-15,7 0 40 16,20-3-263-16,-14-6-175 15,-12-2-389-15</inkml:trace>
  <inkml:trace contextRef="#ctx0" brushRef="#br0" timeOffset="-205834.87">25912 11057 925 0,'0'0'1353'15,"0"0"-974"-15,0 0-269 16,0 0-73-16,0 0-1 16,0 0-36-16,0 0-45 15,-19 30 13-15,15-18-59 16,4-1-69-16,2-4-118 15,15-5-227-15,4-2-360 0</inkml:trace>
  <inkml:trace contextRef="#ctx0" brushRef="#br0" timeOffset="-205007.08">26466 10507 897 0,'0'0'262'0,"0"0"12"16,-107 108 81-16,54-43-72 15,4 9-101-15,1 0 66 16,13-2-122-16,8-8-39 16,12-7-32-16,9-9-33 15,6-10 37-15,0-10-59 16,15-6 0-16,12-11-39 15,4-8 28-15,4-3-23 16,3-3-21-16,-2-14-88 16,-4-5 134-16,-11 3-49 15,-7 5 58-15,-10 7 34 16,-4 5 67-16,0 2-23 0,-2 0-78 16,-14 14 48-1,-1 7 31-15,1 2-69 0,3 0-9 16,9-2 51-16,4-5-52 15,0-2 25-15,6-2-25 16,17-5 12-16,3-6-46 16,0-1 34-16,3 0-75 15,-4-18 66-15,-7-6-74 16,-7 0 77-16,-9-2-9 16,-2 1 15-16,-2 4 19 15,-11 7-5-15,1 3 17 16,6 8 57-16,4 1-71 15,2 2 68-15,2-4-85 0,25-2 0 16,15-7-7 0,14-5 7-16,8-6-57 0,6-7-43 15,-8-4-64-15,-11-1 109 16,-12-3-40-16,-16 4 84 16,-13 1 11-16,-10 8 9 15,0 5 67-15,-12 12 55 16,-5 7-125-16,1 2 76 15,5 11-73-15,4 20 6 16,5 11 88-16,2 8-94 16,0 6 9-16,9 2-18 15,-3-1 31-15,-1-1-35 16,-5-2 4-16,-9-2-109 16,-47 8-39-16,0-11-202 15,0-13-463-15</inkml:trace>
  <inkml:trace contextRef="#ctx0" brushRef="#br0" timeOffset="-204060.67">24689 10222 1495 0,'0'0'341'16,"0"0"-249"-16,0 0-51 16,0 0 45-16,0 0-84 0,0 0 21 15,0 0-23-15,0-3 8 16,0 3 62-16,0 0-69 16,0 5 28-16,0 18 14 15,0 17-19-15,0 13 93 16,8 14-80-16,0 7-9 15,3 2 130-15,1 5-140 16,-1-1 47-16,0 2 17 16,-2 3-46-16,-2-2 58 15,-1 1-94-15,-4-1 21 16,3-3 25-16,-1-6-46 16,1-3 0-16,2-9-9 15,-1-4 33-15,1-4-22 16,-3-6-2-16,3-2 0 0,-5-3-11 15,1-6 11-15,-3-2 0 16,0-10-10-16,0-4 29 16,0-9-17-16,0-4-2 15,0-5 0-15,2-1-30 16,-2 0 30-16,0-2 0 16,0 0-1-16,2 0 22 15,2 0-25-15,5 0 4 16,7 0 0-16,9 3-29 15,8-3 29-15,5 0 0 16,4 0-21-16,11-3-195 16,-10-8-24-16,-7-7-411 0</inkml:trace>
  <inkml:trace contextRef="#ctx0" brushRef="#br0" timeOffset="-203622.87">24647 10229 149 0,'0'0'1680'0,"0"0"-1419"16,0 0-163-16,0 0-25 15,0 0 16-15,134-8 71 0,-72 8-160 16,8 0 1 0,1 0-23-16,18 0-27 0,-18 0-236 15,-15-4-573-15</inkml:trace>
  <inkml:trace contextRef="#ctx0" brushRef="#br0" timeOffset="-202768.2">27430 10421 916 0,'0'0'884'15,"0"0"-806"-15,0 0-43 16,0 0-20-16,0 0-8 16,0 0 41-16,0 0 124 0,-110 157-29 15,87-85 83-15,4 10-83 16,5 2-67-16,6 2 74 15,3-5-141-15,5-3 15 16,0-8-24-16,2-8 36 16,13-9-60-16,6-10 24 15,1-9-118-15,7-7-41 16,11-13-155-16,-4-10-201 16,-7-4-476-16</inkml:trace>
  <inkml:trace contextRef="#ctx0" brushRef="#br0" timeOffset="-201719.49">27694 10793 1039 0,'0'0'406'0,"0"0"-207"16,0 0-30-16,0 0-41 15,0 0-42-15,0 0 54 16,0 0-139-16,-66 12-1 15,30 13 89-15,-4 5 7 16,2 7 81-16,2 1-57 16,7-2-81-16,10-3 62 15,7-2-100-15,8-9-1 0,4-4 0 16,0-8 29 0,0-2-50-16,18-8 21 0,6 0-48 15,10 0 38-15,1-22-169 16,3-6-53-16,0-7-16 15,-5-1-90-15,-4 3 75 16,-9 4 212-16,-7 9 51 16,-5 15 314-16,-6 5-140 15,-2 3-74-15,0 23-27 16,0 10 60-16,0 8 114 16,0 1-210-16,0-1-35 15,0-5 25-15,6-8-27 16,5-7-40-16,7-10-141 15,-2-5-180-15,-5-9-154 0</inkml:trace>
  <inkml:trace contextRef="#ctx0" brushRef="#br0" timeOffset="-201335.48">27777 10565 1476 0,'0'0'344'16,"0"0"-184"-1,0 0-43-15,0 0 76 0,0 0-172 16,0 0-5-16,0 0-4 15,18-17 0-15,-11 17-12 16,-3 0 21-16,0 21-3 16,-4 14 105-16,0 6-35 15,0 3-6-15,0-3 34 16,0-7-83-16,0-12-5 16,0-8-28-16,0-9 36 15,12-3-12-15,16-2-24 16,11 0-33-16,9-2 11 15,20-23-247-15,-11-1-222 0,-10 0-818 16</inkml:trace>
  <inkml:trace contextRef="#ctx0" brushRef="#br0" timeOffset="-200907.16">28151 10874 1242 0,'0'0'401'0,"0"0"-283"16,0 0 81-16,0 0 74 16,0 0-208-16,0 0 2 15,0 0 107-15,0 102-51 0,-2-61 31 16,-9 1-99-16,0-2-44 16,0-8 66-16,4-6-77 15,1-10 0-15,4-7-6 16,2-4 26-16,0-5-40 15,0 0 20-15,0-5 0 16,15-18-58-16,9-14-3 16,5-18-231-16,5-9-182 15,-1-3-146-15,-6 11 263 16,-9 12 357-16,-9 22 323 16,-9 15 12-16,0 7-252 15,0 19 2-15,-13 13 191 16,1 7-113-16,3-1 69 0,5-2-131 15,4-3-53 1,0-2 14-16,17-7-51 0,10-5-22 16,7-4 11-16,3-9-190 15,8-6 62-15,-9-12-408 16,-9-11-337-16</inkml:trace>
  <inkml:trace contextRef="#ctx0" brushRef="#br0" timeOffset="-200313.26">28446 10469 838 0,'0'0'310'15,"0"0"-153"-15,0 0 14 16,0 0 31-16,0 0-76 16,0 0 44-16,0 0-46 15,0-4-53-15,0 4 84 16,0 0-140-16,0 0 8 15,0 0-18-15,0 0 23 0,0 0 40 16,0 0-68-16,0 0 8 16,0 0 10-16,0 0-1 15,0 0-17-15,0 0 0 16,0 0 24 0,0 0-21-16,0 0-3 0,0 0 0 15,0 0 36-15,0 0-24 16,0-1 50-16,10-4 20 15,4-3-80-15,1 1 65 16,2 2-67-16,-4 1 0 16,-2 4 12-16,-4 0 0 15,-5 9-9-15,-2 14-3 16,0 7 6-16,-20 7 86 16,0 2-92-16,0-2 0 0,7-9 12 15,7-4 9-15,6-9-29 16,0-3 8-16,14-5-56 15,15-3 12-15,7-4-89 16,18-2-158-16,-10-14-188 16,-3-6-530-16</inkml:trace>
  <inkml:trace contextRef="#ctx0" brushRef="#br0" timeOffset="-199789.39">28800 10381 937 0,'0'0'282'0,"0"0"-40"0,0 0-40 16,0 0-57-16,0 0 133 16,0 0-73-16,0 0-60 15,5-2-38-15,3 2-106 16,6 6 45-16,6 16-46 16,2 15 0-16,3 9 94 15,-6 15-72-15,-7 10 52 16,-8 7 25-16,-4 4-62 15,0 0 26-15,-16-2-63 16,-1-6 0-16,-5-7-27 0,2-7 27 16,0-11-85-16,-1-8-131 15,8-13-328-15,7-16-283 16</inkml:trace>
  <inkml:trace contextRef="#ctx0" brushRef="#br0" timeOffset="-199095.09">28913 10043 1267 0,'0'0'744'16,"0"0"-446"-16,0 0-235 15,0 0 4-15,0 0 33 16,0 0-99-16,0 0 66 16,79-3-67-16,-37 3 13 15,3 0 22-15,-3 0-34 0,-3 0-1 16,-10 0 0-16,-8 0 3 16,-7 0-18-16,-10 0 3 15,-1 0 12-15,-3 0 74 16,0 0-57-16,0 0 10 15,0 0-27-15,0 0 27 16,0 16-54-16,2 14 9 16,0 20 18-16,4 33-3 15,-4 31 22-15,1 29-19 16,-3 5 48-16,0-11-29 16,0-10 95-16,0-34-114 15,0-15 9-15,0-18 45 16,-5-2-44-16,1 5-10 15,0 8 0-15,-3 4 24 0,3-13-18 16,0-13-6-16,-4-12 0 16,4-11-16-16,-1-11 23 15,1-6-7-15,0-4 0 16,-6-5 25-16,-3 1-1 16,-5-1-24-16,-9 0-18 15,-1 0-1-15,-4 0-48 16,-6-21-81-16,7 7-165 15,6-9-626-15</inkml:trace>
  <inkml:trace contextRef="#ctx0" brushRef="#br0" timeOffset="-198726.66">29808 10819 2320 0,'0'0'490'16,"0"0"-478"-16,0 0 186 0,0 0-143 15,0 0-45-15,0 0 46 16,0 0-50-16,69 3-6 16,-36-3 0-16,-2 4-47 15,-2 2 26-15,-13 10-189 16,-7-1-464-16,-9-4-560 0</inkml:trace>
  <inkml:trace contextRef="#ctx0" brushRef="#br0" timeOffset="-198602.12">29790 11039 1721 0,'0'0'846'0,"0"0"-729"16,0 0 51-16,0 0 5 16,0 0-172-1,0 0 62-15,0 0-63 0,143 25-105 16,-112-20-193-16,-7-1-791 15</inkml:trace>
  <inkml:trace contextRef="#ctx0" brushRef="#br0" timeOffset="-195705.51">30992 10724 1111 0,'0'0'522'16,"0"0"-418"-16,0 0-63 15,0 0 162-15,-123-6-124 16,74 16-65-16,-10 16 50 15,-5 6-40-15,-1 6 56 16,5 2 31-16,9 2-76 0,11 0 184 16,13-5-157-16,12-4-37 15,11-3 34-15,4-5-58 16,0-5 39-16,23-6-40 16,12-6 9-16,4-8-27 15,8 0 18-15,2-16-57 16,5-12 14-16,-6-8-69 15,2-5 78-15,-6 0-62 16,-8 0 50-16,-7 7 13 16,-11 10 66-16,-7 9 29 15,-6 6 152-15,-3 9-136 16,-2 0 18-16,0 2-96 16,2 20 0-16,0 10 22 15,5 8-22-15,3 9 0 16,7-3 0-16,1 0-9 0,1-6-9 15,10-5-234-15,-4-14-299 16,-5-11-523-16</inkml:trace>
  <inkml:trace contextRef="#ctx0" brushRef="#br0" timeOffset="-195109.51">31226 10247 1051 0,'0'0'606'16,"0"0"-395"-16,0 0-79 16,0 0-15-16,0 0 181 15,0 0-167-15,0 0-9 16,-10-21-37-16,26 14-85 16,5 3 17-16,0 4-17 15,6 0 0-15,-4 9-3 16,-6 21 4-16,-12 9-1 15,-5 8 51-15,-16 4-38 16,-17 2 111-16,-5-7-94 16,3-5-24-16,8-11 45 0,13-8-50 15,12-8-1-15,2-3 0 16,18-1 23-16,18 0-14 16,10-2-9-16,8-4-83 15,17-4 2-15,-10 0-307 16,-13 0-638-16</inkml:trace>
  <inkml:trace contextRef="#ctx0" brushRef="#br0" timeOffset="-194973.6">31611 10943 644 0,'0'0'1606'0,"0"0"-1425"15,0 0-118-15,0 0-53 16,0 0-20-16,0 0-180 15,0 0-511-15</inkml:trace>
  <inkml:trace contextRef="#ctx0" brushRef="#br0" timeOffset="-187180.98">26099 4506 1332 0,'0'0'232'0,"0"0"-92"16,0 0-104-16,0 0 20 15,0 0 12-15,0 0-67 16,-60-10 100-16,55 10-92 15,3 0-9-15,-3 0 108 16,0 0-74-16,-3 0 16 16,-3 0-36-16,-7 13 17 0,-7 12 59 15,-6 5-78 1,-2 10 57-16,-3 8 56 0,3 5-52 16,6 3 61-16,6 2-86 15,11 0-33-15,10 0 88 16,0-2-103-16,27-4 0 15,8-6-1-15,14-8-5 16,4-8-20-16,26-10-193 16,-15-10-261-16,-12-10-117 0</inkml:trace>
  <inkml:trace contextRef="#ctx0" brushRef="#br0" timeOffset="-186897.1">26294 5011 1957 0,'0'0'377'16,"0"0"-324"-16,0 0 23 0,0 0-76 15,141-72-42-15,-105 40 7 16,-7-4-67-16,-5-4 47 16,-8 0-22-16,-5-1 56 15,-6 8 21-15,-3 12 30 16,-2 11 152-16,0 10-95 15,0 10-45-15,0 30-18 16,0 16 32-16,-2 10-11 16,2 6 31-16,0-3-76 15,0-5 0-15,13-10-68 0,16-9-152 16,-5-18 7-16,-1-15-443 16</inkml:trace>
  <inkml:trace contextRef="#ctx0" brushRef="#br0" timeOffset="-186706.4">27037 4610 1935 0,'0'0'546'16,"0"0"-315"-16,0 0-130 16,136 133-50-16,-112-67 35 15,-17 4-85-15,-7 5 46 16,-23 5-47-16,-23 5-46 15,-47 29 16-15,6-18-234 16,6-16-396-16</inkml:trace>
  <inkml:trace contextRef="#ctx0" brushRef="#br0" timeOffset="-185290.58">2197 14091 1385 0,'0'0'375'15,"0"0"-256"-15,0 0 62 16,0 0-38-16,0 0-44 15,0 0 41-15,0 0-140 16,56-124-14-16,-34 69 8 16,3-1 12-16,-5 5-18 15,-2 4 12-15,-2 7 0 16,-7 13 39-16,-5 9-29 16,-2 8-10-16,-2 9 40 15,0 1-38-15,0 0 35 16,0 6-37-16,0 20 0 0,0 12 25 15,0 12-19-15,0 8 0 16,7 6-6-16,4-4-53 16,4-3 13-16,8-17-273 15,-3-17-294-15,-5-11-815 0</inkml:trace>
  <inkml:trace contextRef="#ctx0" brushRef="#br0" timeOffset="-185070.45">2830 13650 1288 0,'0'0'199'16,"0"0"-36"0,31 104-35-16,-24-50-56 0,-7 4 124 15,0 0-115-15,-15-2-12 16,-10-2-17-16,-4-5-42 15,2-7-20-15,-8-6-105 16,8-12-200-16,5-14-268 0</inkml:trace>
  <inkml:trace contextRef="#ctx0" brushRef="#br0" timeOffset="-184878.25">2033 13658 884 0,'0'0'918'16,"0"0"-723"-16,-65 116-143 16,53-50 64-16,12 6 10 15,12 3-107-15,26-1 54 16,20-10-73-16,44 0-135 16,-13-18-160-16,-4-20-1165 0</inkml:trace>
  <inkml:trace contextRef="#ctx0" brushRef="#br0" timeOffset="-184481.47">3593 13837 1756 0,'0'0'763'15,"0"0"-555"-15,0 0-91 0,0 0-89 16,0 0 53-16,0 0-81 16,0 0 9-16,140 0 45 15,-86 5-48-15,0-1-6 16,1 1 0-16,1 2 18 16,-5-1-54-16,-2 2-41 15,0-6-226-15,-11 0-209 16,-11-2-650-16</inkml:trace>
  <inkml:trace contextRef="#ctx0" brushRef="#br0" timeOffset="-184182.43">3617 14037 1857 0,'0'0'375'0,"0"0"-113"16,0 0-167-16,0 0-13 15,0 0 39-15,0 0-52 16,129 1 17-16,-77-1-86 15,4 0 1-15,6 0-1 16,0 0 0-16,28-5-112 0,-19-3-182 16,-11-1-577-16</inkml:trace>
  <inkml:trace contextRef="#ctx0" brushRef="#br0" timeOffset="-183857.58">4230 13718 491 0,'0'0'1432'0,"0"0"-1151"15,0 0-216-15,0 0 87 0,0 0-149 16,0 0 14-16,0 0 64 15,89 29-45-15,-60-2 10 16,-2 1-27-16,-6 4 13 16,-11 5 29-16,-7 1-61 15,-3 8 0-15,-13-2 18 16,-21 2-6-16,-9-4-9 16,-5-2-3-16,-8-4-106 15,0-4 36-15,-19-6-208 16,11-8-88-16,14-12-182 0</inkml:trace>
  <inkml:trace contextRef="#ctx0" brushRef="#br0" timeOffset="-183636.77">3631 13607 307 0,'0'0'1727'0,"0"0"-1513"0,-120 31-159 15,70 8 120-15,8 16-55 16,11 9-84-16,13 6 79 16,16 5-105-16,2-5-5 15,22-5-5-15,18-7-59 16,10-9 58-16,25-3-175 16,-8-14-154-16,-9-12-473 0</inkml:trace>
  <inkml:trace contextRef="#ctx0" brushRef="#br0" timeOffset="-177859.22">6132 13596 1013 0,'0'0'544'0,"0"0"-356"15,0 0-169-15,0 0 133 16,0 0 43-16,0 0-123 16,0 0 29-16,9-25-96 15,-9 25 9-15,0 0 98 0,0 0-76 16,0 0 7-1,0 0-6-15,0 0-20 0,0 0 70 16,0 0-87-16,0 0 8 16,-7 0 35-16,-4 0-43 15,-11 0 0-15,-9 2-9 16,-15 12 9-16,-6 11-17 16,-11 4 17-16,1 10 0 15,2 7 20-15,6-5-19 16,11 4 13-16,10-6-14 15,11-4 30-15,8-7 3 16,12-6-33-16,2-3 0 16,2-6-8-16,25-5 14 15,11-5-12-15,7-3-16 16,9-4-142-16,-2-21 78 0,4-7-200 16,-2-8-15-16,-2-6-22 15,-6-2 27-15,-1-3 212 16,-7 7 51-1,-5 9 33-15,-8 8 248 0,-8 9 1 16,-7 10 14-16,-6 8-11 16,0 0-172-16,-2 4 7 15,3 20-24-15,-3 9-26 16,2 6 141-16,-2 6-162 16,1 2 4-16,4-3-20 0,1-1-33 15,13-1-27 1,-4-11-249-16,-3-13-456 0</inkml:trace>
  <inkml:trace contextRef="#ctx0" brushRef="#br0" timeOffset="-177315.53">6500 13147 1431 0,'0'0'328'0,"0"0"-221"15,0 0 14-15,0 0-23 16,0 0 53-16,0 0-43 16,0 0-42-16,-15-9 95 15,15 9-108-15,0-2 34 16,8-1 18-16,1 0-104 15,5-1 57-15,-4 2-58 16,-1 2 0-16,-5 0-26 0,-4 12 26 16,0 20 0-16,-10 12-10 15,-17 12 40-15,-7 2 68 16,1-3-98-16,8-13 1 16,10-10 8-16,13-11-8 15,2-6-1-15,13-5 0 16,25-3 24-16,11 0-24 15,11-5 0-15,3-2-105 16,12 0-73-16,-15 0-335 16,-13 0-381-16</inkml:trace>
  <inkml:trace contextRef="#ctx0" brushRef="#br0" timeOffset="-177037.48">6859 13846 2148 0,'0'0'549'0,"0"0"-445"16,0 0 70-16,0 0-155 15,0 0-11-15,0 0-8 0,116-9 10 16,-72-3-47-16,1 5-1 16,-7 3-150-16,-7 4-34 15,-9 0-394-15,-11 0-461 0</inkml:trace>
  <inkml:trace contextRef="#ctx0" brushRef="#br0" timeOffset="-176837.04">6814 13958 1639 0,'0'0'741'16,"0"0"-562"-16,0 0-178 16,0 0 135-16,0 0-136 15,0 0 9-15,136 0-18 0,-100 0 2 16,-1 4-32-16,19-4-146 15,-9 0-298-15,-3 0-519 0</inkml:trace>
  <inkml:trace contextRef="#ctx0" brushRef="#br0" timeOffset="-176249.46">7846 13559 189 0,'0'0'1801'16,"0"0"-1598"-16,0 0-203 15,0 0 13-15,0 0-10 16,0 0 34-16,0 0 67 15,-51 135 35-15,29-83-56 16,-5 0 13-16,2-2-52 16,1-2-23-16,0-8 37 15,1-8-58-15,3-8 0 16,4-8-3-16,5-3 21 16,4-12-24-16,5-1 6 0,2 0-1 15,0 0-26-15,16-7 27 16,11-9-75-16,9-3 46 15,5 3 29-15,5 2 7 16,-2 5-7-16,-2 2 14 16,-2 3 74-16,-2-2-88 15,-5 4 0-15,-4-8-6 16,-4 2 12-16,-2-8-21 16,-6-1-44-16,-5-3-88 15,-6-3 134-15,-4 0-100 16,-2 4 90-16,0 5 23 15,0 8 64-15,0 6 143 16,0 0-196-16,0 6 21 0,-4 22 3 16,-6 12-17-16,0 10 23 15,-3 8-41-15,1 9 47 16,-1 2-41-16,1 1-6 16,-1 15-133-16,7-20-134 15,-1-18-628-15</inkml:trace>
  <inkml:trace contextRef="#ctx0" brushRef="#br0" timeOffset="-175531.16">9672 13830 995 0,'0'0'655'0,"0"0"-390"15,0 0-57-15,0 0 83 16,0 0-69-16,0 0-98 16,0 0 115-16,-18-5-166 15,18 5 3-15,6 0-32 16,8 0-11-16,8 0 1 15,12 0-34-15,10 7 0 16,8 1-9-16,6-4 9 16,2-2-15-16,3-2-19 15,-5 0-150-15,4 0 68 16,-16 0-401-16,-12 0-228 0</inkml:trace>
  <inkml:trace contextRef="#ctx0" brushRef="#br0" timeOffset="-175288.75">9629 13997 1803 0,'0'0'528'0,"0"0"-265"15,0 0-62-15,0 0-141 16,0 0 63-16,123 0-122 0,-65-5-1 15,9 0 12-15,0-3 14 16,2 1-49-16,-2-1 23 16,-7 2-173-16,2-6 16 15,-12 2-397-15,-15-2-257 0</inkml:trace>
  <inkml:trace contextRef="#ctx0" brushRef="#br0" timeOffset="-175078.46">10580 13726 1568 0,'0'0'401'15,"0"0"-300"-15,0 0-34 0,0 0 25 16,25 116-48-16,-25-68 149 16,-21 3-166-16,-12-2-14 15,-8-1 42-15,-3-6-46 16,-6-3-18-16,-1-9-27 15,-25-11-189-15,12-7-61 16,8-12-701-16</inkml:trace>
  <inkml:trace contextRef="#ctx0" brushRef="#br0" timeOffset="-174881.68">9575 13675 722 0,'0'0'1166'15,"0"0"-1050"-15,-141 58 51 16,80-3-25-16,10 15 54 16,11 6-64-16,11 6-84 0,20 3 36 15,9-7-84-15,15-6-91 16,33-7 64-16,43 2-196 16,-7-18-65-16,-3-15-349 0</inkml:trace>
  <inkml:trace contextRef="#ctx0" brushRef="#br0" timeOffset="-174058.96">12200 13730 924 0,'0'0'345'0,"0"0"27"0,0 0-71 15,0 0 9-15,0 0-10 16,71-113-135-16,-71 105 71 15,0 6-233-15,-11 2 17 16,-18 0-40-16,-16 17 40 16,-10 17-20-16,-5 12 0 15,-3 12 15-15,5 5 27 16,13 0-42-16,12-7 0 16,12-8-14-16,15-11 47 15,6-14-33-15,0-9 0 16,16-9 0-16,15-5-39 15,9-7 39-15,7-24-39 16,4-13-28-16,3-13-106 16,-1-4 3-16,-8-2-16 0,-7 9-13 15,-12 16 199-15,-10 13 66 16,-9 20 121-16,-5 5-68 16,-2 8-100-16,0 24 23 15,0 4 37-15,0 12-53 16,2 0 65-16,2 0-91 15,6-1-1-15,3-8 1 16,5-6-174-16,22-11 12 16,-3-8-320-16,2-14-394 0</inkml:trace>
  <inkml:trace contextRef="#ctx0" brushRef="#br0" timeOffset="-173814.99">12815 13793 1437 0,'0'0'610'15,"0"0"-404"-15,0 0-21 16,0 0-53-16,0 0-80 16,0 0 157-16,120 0-164 15,-62 0-14-15,7-2 11 16,-3-3-31-16,-4-2-4 15,-8 2-7-15,-13 3-166 16,-14 2-5-16,-15 0-397 0,-8 0-262 16</inkml:trace>
  <inkml:trace contextRef="#ctx0" brushRef="#br0" timeOffset="-173646.68">12813 13941 1652 0,'0'0'532'15,"0"0"-323"-15,0 0 91 16,0 0-216-16,0 0-56 16,126 17-28-16,-72-13-61 15,2-2-5-15,29-2-227 16,-14 0-438-16,-6-9-800 0</inkml:trace>
  <inkml:trace contextRef="#ctx0" brushRef="#br0" timeOffset="-173373.72">13855 13825 1603 0,'0'0'852'16,"0"0"-581"-16,0 0-73 15,0 0-41-15,0 0-130 0,0 0 23 16,117-27-50 0,-66 15 0-16,1 0-30 0,-2 4 30 15,0-4-33-15,-10 5-8 16,-5 2-114-16,-10 1-47 16,-13-4-134-16,-8-1-236 15,-4 2 21-15</inkml:trace>
  <inkml:trace contextRef="#ctx0" brushRef="#br0" timeOffset="-173170.23">14173 13559 1807 0,'0'0'497'0,"0"0"-434"15,0 0-8-15,0 0-44 0,0 0-2 16,0 0 63-1,-32 128-63-15,28-77 94 0,0 1-103 16,-2 2-55 0,0 0 10-16,-5 6-157 0,-3-14-173 15,4-12-612-15</inkml:trace>
  <inkml:trace contextRef="#ctx0" brushRef="#br0" timeOffset="-172977.37">13655 14185 1756 0,'0'0'804'0,"0"0"-577"0,0 0-217 15,0 0 2-15,150 8 114 16,-73-8-126-16,13 0 0 16,5-6-2-16,4-10-50 15,-3-4 43-15,18-6-166 16,-26 4-187-1,-16 2-558-15</inkml:trace>
  <inkml:trace contextRef="#ctx0" brushRef="#br0" timeOffset="-172367.22">14955 13650 1001 0,'0'0'323'0,"0"0"65"16,0 0-183-16,0 0-13 15,0 0 38-15,0 0-86 0,0 0 35 16,-12-61-64-16,26 52-90 16,6-2 45-16,5 3-70 15,4 4 0-15,2 4-7 16,-2 0 17-16,-2 7-34 15,-7 12 24-15,-9 10 0 16,-11 9-7-16,-9 8 17 16,-36 12-2-16,-19 8-8 15,-14 2 40-15,-5 1-16 16,7-11-24-16,14-11 0 16,15-8-23-16,16-20 31 15,13-2-8-15,12-9 0 16,3-4 10-16,3-2-4 0,0 1-6 15,15 2 0 1,12-3 59-16,12 0-43 16,9 0 32-16,13-2-48 0,5 0 16 15,6 0-8-15,4-11-8 16,2 2-9-16,-3-3-3 16,4 1-49-16,25-6-4 15,-17 3-428-15,-8-4-1182 0</inkml:trace>
  <inkml:trace contextRef="#ctx0" brushRef="#br0" timeOffset="-172263.37">16034 14052 2206 0,'0'0'628'0,"0"0"-628"16,0 0-301-16,0 0-369 0</inkml:trace>
  <inkml:trace contextRef="#ctx0" brushRef="#br0" timeOffset="-170065.22">1908 15579 1172 0,'0'0'278'16,"0"0"-90"-16,0 0-98 15,0 0 15-15,0 0 7 16,0 0-1-16,0 0 103 16,6-49-168-16,-6 49-23 15,5 0 30-15,3 0-52 0,13 10 31 16,8 16-7-16,10 15 17 16,9 13 127-16,5 12-126 15,-2 4-7-15,1-2 19 16,-3-6-54-16,-5-11 53 15,1-7-54-15,-3-12 0 16,-2-8 33-16,-1-8-26 16,-4-8-7-16,-4-4 0 15,-4-4 11-15,-2 0-44 16,-4-12 33-16,2-7-57 16,4-12 39-16,4-10-126 15,7-3 25-15,7-2 52 0,3 2 5 16,6 4 30-16,2 4 31 15,-2 6 1-15,-4 4 18 16,-3 6-11 0,-5 3-7-16,-8 0 0 0,-7 7 15 15,-11 6-14-15,-12 0-1 16,-4 4 0-16,-2 0 39 16,-29 26-29-16,-12 10 19 15,-15 16 87-15,-1 10-90 16,-3 6 122-16,12-9-148 15,14-11 0-15,12-12-4 16,12-13 5-16,12-18-2 16,0-5-27-16,27 0 6 0,13-14-38 15,13-18 60 1,5-8-156-16,0-9 37 0,-6-1-1 16,-12 6 67-16,-11 4-12 15,-13 19 65-15,-12 8 132 16,-4 13-94-16,0 0 1 15,-6 25 8-15,-6 6 23 16,3 1 92-16,5 2-128 16,4-1-16-16,0-10 28 15,19-7-46-15,13-7 0 16,4-9-16-16,6 0 11 16,3-23-2-16,-3-7-103 15,-2-6-20-15,-7-4 105 16,-8 0-74-16,-9 10 75 15,-7 12 18-15,-9 13 12 0,0 5 18 16,0 9-24-16,0 17 0 16,0 6 109-16,0 0-58 15,0-2 2-15,8-4-53 16,15-7 45-16,6-14-63 16,2-5 18-16,2 0-90 15,-4-5 26-15,-2-21-87 16,-6-3-22-16,-9 0 12 15,-5-3-13-15,-5 9 165 16,-2 7 9-16,0 14 156 16,0 2-43-16,0 32-112 15,0 35 135-15,0 39-15 0,0 38-51 16,0 13 187 0,-6-11-187-16,1-33-16 0,3-38-4 15,2-27-41-15,0-7 11 16,0-5-20-16,0 0-18 15,0-4-24-15,-6-15-80 16,-21-5-98-16,2-12-71 16,-4 0-346-16</inkml:trace>
  <inkml:trace contextRef="#ctx0" brushRef="#br0" timeOffset="-169874.69">2955 15418 2343 0,'0'0'332'16,"0"0"-119"-16,0 0-213 15,56-116 12-15,-11 90-36 16,6 13 24-16,4 13-61 16,17 35-184-16,-14 15-275 15,-13 6-181-15</inkml:trace>
  <inkml:trace contextRef="#ctx0" brushRef="#br0" timeOffset="-169776.72">3337 16397 1780 0,'0'0'165'16,"0"0"-165"-16,0 0-390 0</inkml:trace>
  <inkml:trace contextRef="#ctx0" brushRef="#br0" timeOffset="-169464.61">4765 15627 504 0,'0'0'944'0,"0"0"-870"16,-116 73 85-16,65-20-11 16,2 5 22-16,6 5 0 15,15-14-86-15,12-9 68 16,14-13-152-16,2-14 11 16,21-13 11-16,16 0-22 15,12-9-15-15,2-17-108 16,1-15-202-16,6-29-32 15,-14 10-263-15,-9 7-231 16</inkml:trace>
  <inkml:trace contextRef="#ctx0" brushRef="#br0" timeOffset="-169346.4">4765 15627 1480 0,'85'32'788'15,"-85"-32"-603"-15,0 20-62 16,0 13-108-16,0 13 64 16,0 3 11-16,0 1-90 0,7-1 0 15,6-5-55-15,21-16-188 16,-3-8-17-16,0-15-681 0</inkml:trace>
  <inkml:trace contextRef="#ctx0" brushRef="#br0" timeOffset="-169131.22">5341 15665 1431 0,'0'0'1131'0,"0"0"-964"16,0 0-158-16,0 0 34 16,0 0-43-16,0 0 0 15,0 0 15-15,135 0-15 0,-94 0-1 16,-8 0-45-16,-12 0-190 16,-11 4-154-16,-10 4-1416 0</inkml:trace>
  <inkml:trace contextRef="#ctx0" brushRef="#br0" timeOffset="-168990.89">5154 15986 1520 0,'0'0'587'16,"0"0"-344"-16,0 0-168 16,171 0-27-16,-99 0-48 15,25-15-211-15,-16-6-292 0,-17-2-760 16</inkml:trace>
  <inkml:trace contextRef="#ctx0" brushRef="#br0" timeOffset="-168659.5">6080 15700 214 0,'0'0'2240'0,"0"0"-1893"15,0 0-202-15,0 0-145 16,143-21 12-16,-93 15-12 16,-2-6 3-16,-1 5-51 15,2-10-174-15,-13 5-315 16,-12-2-277-16</inkml:trace>
  <inkml:trace contextRef="#ctx0" brushRef="#br0" timeOffset="-168470.54">6402 15441 1355 0,'0'0'831'15,"0"0"-652"-15,0 0-124 16,0 0-8-16,0 0 77 16,-29 155-66-16,22-97-48 15,3 5-20-15,-1-5-16 16,-4 15-165-16,3-24-277 15,-5-10-695-15</inkml:trace>
  <inkml:trace contextRef="#ctx0" brushRef="#br0" timeOffset="-168320.63">6070 16062 2134 0,'0'0'692'15,"0"0"-583"-15,0 0-67 16,131 0-42-16,-59 0-27 15,12-4 6-15,41-20-205 16,-18-2-420-16,-16-4-971 0</inkml:trace>
  <inkml:trace contextRef="#ctx0" brushRef="#br0" timeOffset="-167983.86">6930 15677 1287 0,'0'0'592'0,"0"0"-320"0,0 0-79 15,0 0-49-15,0 0 27 16,0 0-171-16,0 0 37 16,87-66 17-16,-60 66-47 15,-1 0 81-15,-5 4-88 16,-8 18 23-16,-13 14 44 15,-2 12-48-15,-36 12 49 16,-14 7 26-16,-6-6-81 16,7-13 98-16,15-10-111 15,15-11 9-15,13-15-30 16,8-2 21-16,16-2-27 0,26-4 12 16,19 2-27-16,15-6 23 15,44-6-129-15,-15-10-373 16,-14-2-412-16</inkml:trace>
  <inkml:trace contextRef="#ctx0" brushRef="#br0" timeOffset="-167180.62">8446 15484 1512 0,'0'0'606'0,"0"0"-336"16,0 0-42-16,0 0 13 15,0 0-202-15,0 0-12 16,0 0-27-16,0-11 12 16,4 45-23-16,1 20 11 0,-1 14 0 15,1 12 45-15,1-5-45 16,3-2 0-16,-2-7 0 15,2-8-72-15,0-10 62 16,-3-7-169-16,-6-1-142 16,0-17-150-16,-13-6-195 0</inkml:trace>
  <inkml:trace contextRef="#ctx0" brushRef="#br0" timeOffset="-166550.25">8127 15981 1452 0,'0'0'902'0,"0"0"-557"16,0 0-345-16,148-68-3 0,-69 38-13 16,10-2 32-16,5-3-8 15,-5-6-8-15,-6-3-24 16,-10-8-21-16,-15 2 23 16,-11 1-3-16,-15 7-4 15,-15 3-49-15,-10 13 77 16,-7 3-38-16,0 14 39 15,0 9 33-15,-5 0-33 16,-12 32-3-16,-2 11 3 16,-2 16 52-16,1 7 123 15,-1 10-76-15,8-3-59 16,1-4 94-16,8-5-133 16,4-16 7-16,0-11-8 15,0-16 25-15,0-6-37 0,10-11 12 16,5-4-15-16,12-4-22 15,4-18 37-15,6-14-60 16,4-5-21-16,-5 2-112 16,-9 2 178-16,-10 11-36 15,-7 12 51-15,-6 14-9 16,-4 0 10-16,0 4-1 16,0 18 53-16,0 4-17 15,0 2 115-15,6-1-138 16,7-6-12-16,8-5 20 15,1-8-6-15,7-8-30 0,2 0-9 16,1-10-140 0,1-20 86-16,-4-5-206 15,0-6-33-15,-7 1-54 0,-2 5-32 16,-6 6 145-16,-6 17 258 16,-3 8 342-16,-5 4 13 15,0 13-152-15,0 13 10 16,0 9-14-16,0 1-80 15,0 4 19-15,0-8-138 16,0 0 1-16,0-5-11 16,0-10-233-16,-2-8-305 15,-5-9-680-15</inkml:trace>
  <inkml:trace contextRef="#ctx0" brushRef="#br0" timeOffset="-166407.25">9241 15538 2266 0,'0'0'282'0,"0"0"-282"0,0 0-43 15,195-18-182-15,-120 18-124 16,-3 2-174-16</inkml:trace>
  <inkml:trace contextRef="#ctx0" brushRef="#br0" timeOffset="-165384.49">10100 15877 1947 0,'0'0'696'0,"0"0"-611"16,0 0 47-16,0 0-132 15,0 0-2-15,125-66-14 16,-54 22 1-16,9-11 15 15,0-10-16-15,-2-3-47 16,-9-7 24-16,-11 1-19 16,-13 6-24-16,-16 8 75 15,-13 6-61-15,-10 11-10 0,-6 20-67 16,0 6 145 0,0 15-13-16,-2 2 13 0,-11 23 0 15,-1 19 9-15,-1 18 94 16,-1 30 117-16,3-4-127 15,4 11-59-15,2-4 87 16,2-16-121-16,3-1 0 16,0-14 0-16,2-18 24 15,0-16-21-15,0-14-3 16,0-6 0-16,0-8 1 16,0 0 7-16,0 0-8 15,9-18 0-15,9-14-48 16,9-16-22-16,4-10-78 15,5-5-50-15,-1 2 112 16,-2 11 8-16,-4 13 78 16,-4 11 11-16,-7 17-10 15,-7 5 138-15,-7 4-122 0,-1 18 19 16,-3 10 99-16,0 10-53 16,0 4 0-16,0-4-34 15,-5-1-23-15,5-16 48 16,0-3-73-16,9-8 0 15,18-10 56-15,11 0-49 16,11-8 26-16,5-16-33 16,-3-16 0-16,-5-4-72 0,-8-10 10 15,-13-4-38 1,-11 3 16-16,-8 11 53 0,-6 12 31 16,0 16 121-16,0 13-78 15,0 3 35-15,5 12-78 16,1 15 0-16,6 13 28 15,1 4-27-15,3 0 77 16,-1-2-78-16,-3-1 7 16,-4-8 11-16,-8-1-18 15,0-1-13-15,-14-4-7 16,-17 0-135-16,-19-5-27 16,2-8-360-16,11-5-640 0</inkml:trace>
  <inkml:trace contextRef="#ctx0" brushRef="#br0" timeOffset="-163867.65">12499 16168 1558 0,'0'0'654'15,"0"0"-490"-15,0 0-13 16,0 0 52-16,0 0-175 16,81-102 18-16,-33 44-46 15,3-5-49-15,5-13 33 16,1-9-36-16,-1 1 49 15,-6-11-11-15,-11 6 28 16,-7-1 75-16,-10 10-89 16,-11 10 22-16,-9 12-7 0,-2 17 23 15,0 15-38 1,-2 12 1-16,-13 14 45 0,-6 0-37 16,-8 26-9-16,-4 23 0 15,-3 18 17-15,7 17-11 16,7 11 30-16,11-1-36 15,11-8 45-15,0-7-8 16,11-13-37-16,18-13 0 16,4-15-24-16,6-17 35 15,3-7-12-15,4-14 1 16,6 0-20-16,-1-26-40 16,1-6-58-16,-8-8-105 15,-4-4 26-15,-9 4-113 0,-11 4 125 16,-7 14 185-1,-7 12 94-15,-6 10 165 0,0 0-238 16,0 4-12-16,-3 19 84 16,-6 3-17-16,2 6 58 15,3-1-134-15,4-7 9 16,0-2-42-16,0-6-83 16,2-5-127-16,7-11-33 15,-5 0-114-15,1-19-192 0</inkml:trace>
  <inkml:trace contextRef="#ctx0" brushRef="#br0" timeOffset="-163366.13">13328 15735 970 0,'0'0'756'0,"0"0"-251"16,0 0-345-16,0 0 28 0,0 0-142 15,0 0-5 1,0 0 96-16,116 0-131 0,-72 0 12 16,5 0-18-16,3-12-100 15,-6-6 51-15,-8-1-188 16,-9-6-104-16,-13 1 62 15,-14 2-70-15,-2 0 349 16,-6 8 87-16,-15 10 48 16,1 4 93-16,0 5-106 15,4 26-5-15,3 0 89 16,5 6-37-16,5 1 4 16,3-2-57-16,0-8-99 0,13 2 105 15,12-12-122-15,6-4 0 16,3-6-9-16,3-8 20 15,3 0-22-15,-1-14-59 16,1-7-125-16,-5-11 110 16,-6 6-57-16,-4 3 132 15,-10 7 10-15,-5 9 49 16,-10 7 9-16,0 0-58 16,0 23 0-16,0 0 98 15,-8 2-74-15,2-4 28 16,3-9-4-16,3-3-38 15,0-5 14-15,23-4-24 16,12 0 0-16,11 0-43 16,6-13-2-16,6-6 2 15,-2 3 27-15,-6 5-65 16,-11 2 54-16,-9 9-19 16,-12 0-84-16,-12 2 17 0,-6 18-150 15,-12-1 7-15,-9-5-272 0</inkml:trace>
  <inkml:trace contextRef="#ctx0" brushRef="#br0" timeOffset="-163192.62">13512 15480 2114 0,'0'0'481'16,"0"0"-464"-16,0 0 33 15,170-58-50-15,-105 58-116 16,22 0 30-16,-18 19-133 16,-11 2-330-16</inkml:trace>
  <inkml:trace contextRef="#ctx0" brushRef="#br0" timeOffset="-162622.68">15768 15334 1685 0,'0'0'538'15,"0"0"-327"-15,0 0-118 16,0 0-15-16,0 0-78 15,0 0 0-15,0 0 52 16,0 165-8-16,0-94 1 16,0 4 15-16,0-1-51 15,0-3 33-15,10-10-42 16,3-6-69-16,-2-11 61 16,-2-8-197-16,-7-10-73 0,-2-12-210 15,0-11-268-15</inkml:trace>
  <inkml:trace contextRef="#ctx0" brushRef="#br0" timeOffset="-161993.8">15276 15775 2092 0,'0'0'534'0,"0"0"-507"15,0 0 39-15,0 0-132 16,129-22 45-16,-53 14-47 0,11-2 37 15,11-4-20-15,2-2 51 16,-1 2 24 0,-8 2 25-16,-13 10 106 15,-18 2-155-15,-17 3 0 16,-20 20 4-16,-11 9 11 0,-12 3 32 16,0 6-28-16,-9-1-9 15,-6 0 86-15,-2-8-96 16,9-10 0-16,1-4 4 15,5-10 17-15,2-8-42 16,0 0-4-16,11 0-32 16,12-16 17-16,8-16-35 15,2-10-112-15,3-10-46 16,-3-7-63-16,-4 8 120 16,-7 9 176-16,-11 16 145 0,-5 13 366 15,-6 13-394-15,0 0-66 16,-8 23-51-16,-3 7 1 15,1 0 157-15,4 7-116 16,6-12-36-16,0 3 53 16,14-10-50-16,9-4-9 15,8-6 0-15,7-8 8 16,1 0-77-16,6-12 39 16,-3-11-155-16,-4-14 56 15,-7-4-37-15,-10 3 31 16,-11-1-34-16,-10 11 169 15,0 10 57-15,-6 18 49 16,-13 0-56-16,-4 14 99 16,3 18-65-16,7 7 57 15,5 2-32-15,8 1-73 0,0 0 94 16,18-5-130-16,11-4-11 16,9-1 10-16,12-4-169 15,-11-7-123-15,-10-7-458 0</inkml:trace>
  <inkml:trace contextRef="#ctx0" brushRef="#br0" timeOffset="-161864.8">16459 16124 905 0,'0'0'1081'0,"0"0"-793"16,0 0-261-16,0 0-27 15,0 0-83-15,0 0-230 16,0 0-1382-16</inkml:trace>
  <inkml:trace contextRef="#ctx0" brushRef="#br0" timeOffset="-161345.87">17838 15037 1768 0,'0'0'677'0,"0"0"-491"15,0 0-165-15,0 0-21 16,0 0 9 0,0 110-9-16,-6-36 91 0,0 13-84 15,-3 5 126-15,1 2-133 16,-2-5 1-16,1-9 1 16,1-8-2-16,3-10-28 15,5-16-19-15,0-8-178 16,0-10-14-16,0-10-320 15,0-9-424-15</inkml:trace>
  <inkml:trace contextRef="#ctx0" brushRef="#br0" timeOffset="-160777.45">17331 15738 1883 0,'0'0'398'0,"0"0"-85"16,0 0-313-16,0 0-77 15,152-73 58-15,-48 45-41 16,35-16 48-16,-10 8-78 16,-15 1 90-16,-25 12 32 15,-41 12 68-15,-5 5 10 16,-9 6-48-16,-23 8-50 16,-11 26 20-16,-11 12-16 0,-25 3-9 15,-5 5 131 1,2-10-101-16,7-3-31 0,10-18-6 15,9-7 25-15,9-6-22 16,4-10-3-16,2 0-24 16,25-5-19-16,15-18 18 15,9-7-123-15,5-10-41 16,-3-6-113-16,-10 6 79 16,-14 10 211-16,-12 12 12 15,-9 13 293-15,-8 5-160 16,0 0-71-16,0 23-16 15,-6 3 55-15,2 6 83 16,4-6-141-16,0-3-37 16,0-6 43-16,12-7-41 15,3-2-2-15,5-8-6 16,3 0-9-16,6-12-38 16,0-11-96-16,2-4-71 0,0-1-13 15,-5 2-51-15,-3 5 176 16,-5 10 100-16,-5 11 2 15,-5 0 182-15,0 14-79 16,-2 18 7-16,-1 0-15 16,1 6-89-16,-2-3 33 15,2-3-39-15,-2-9-141 16,3-9-18-16,-5-14-442 0</inkml:trace>
  <inkml:trace contextRef="#ctx0" brushRef="#br0" timeOffset="-160609.85">18577 15165 2329 0,'0'0'556'0,"0"0"-468"16,0 0-88-16,0 0-130 15,-2 167 91-15,-20-77-448 16,-1-5-571-16</inkml:trace>
  <inkml:trace contextRef="#ctx0" brushRef="#br0" timeOffset="-160497.32">18386 16054 1542 0,'0'0'169'0,"0"0"-169"0,0 0-489 0</inkml:trace>
  <inkml:trace contextRef="#ctx0" brushRef="#br0" timeOffset="-159018.62">19483 15402 1292 0,'0'0'640'0,"0"0"-363"15,0 0-80-15,0 0-11 16,0 0-81-16,0 0-94 16,0 0 56-16,15 20-60 15,-4 12-7-15,-2 8 68 16,-5 9-55-16,-4 6 75 16,0 1-88-16,0-1 23 15,-8-6-4-15,-1-14-19 16,2-7 0-16,4-10-12 15,1-9 41-15,2-6-52 0,0-3 23 16,0 0-18 0,0 0-39-16,16-26 51 0,6-9-86 15,7-20-139 1,2-7-84-16,-4 0 21 0,-7 8 238 16,-7 17 56-16,-7 16 526 15,-6 16-312-15,0 5-104 16,-8 13-110-16,-13 23 36 15,-2 9 3-15,1 9-29 16,6-1-1-16,9-4 43 16,7-9-52-16,5-5 0 15,26-3-1-15,11-9-105 16,34-20-10-16,-9-1-273 16,-4-2-544-16</inkml:trace>
  <inkml:trace contextRef="#ctx0" brushRef="#br0" timeOffset="-158816.01">20091 15570 1888 0,'0'0'846'0,"0"0"-661"16,0 0-106-16,0 0-67 15,0 0 23-15,131 0-35 16,-77 0 0-16,0-5-63 15,-8 1 28-15,-11 4-165 16,-14 0-14-16,-13 0-359 16,-8 0-680-16</inkml:trace>
  <inkml:trace contextRef="#ctx0" brushRef="#br0" timeOffset="-158683.28">20100 15731 1448 0,'0'0'817'0,"0"0"-610"16,0 0 28-16,0 0-129 15,0 0-24-15,0 0-82 16,153 14-16-16,-57-14-60 16,-13 0-198-16,-9 0-408 0</inkml:trace>
  <inkml:trace contextRef="#ctx0" brushRef="#br0" timeOffset="-158314.87">21121 15458 1485 0,'0'0'648'0,"0"0"-632"16,0 0 43-16,0 0-28 15,-139 46 92-15,106-12 9 16,8-2-25-16,12 3 38 15,9-3-50-15,4 0-81 16,2-1 117-16,21 0-125 16,8-4-6-16,7-8 8 15,4-6 16-15,0-10-38 16,0-3 14-16,-4-3 0 16,-5-20-45-16,-8-7 45 0,-9-2-37 15,-11-4 37-15,-5-8-18 16,0 3-7-16,-9 4 12 15,-9 6-62-15,2 14 50 16,-2 17-169-16,2 0-175 16,5 0-410-16</inkml:trace>
  <inkml:trace contextRef="#ctx0" brushRef="#br0" timeOffset="-158027.25">21611 15731 1733 0,'0'0'603'16,"0"0"-580"-16,0 0-9 15,0 0-28-15,0 0 39 16,0 0-25-16,0 0 0 16,13 10 9-16,-11-10 71 15,-2 0-71-15,0-6-9 16,-4-6-192-16,-7-2-736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5T07:21:08.47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26141 1271 476 0,'0'0'891'0,"0"0"-740"15,0 0-61-15,0 0-56 16,0 0 5-16,0 0 88 16,2-16-58-16,0 13-9 15,-2 0 0-15,2 1-41 16,-2 0 129-16,2 2-77 15,-2 0-19-15,0 0 61 16,0 0-63-16,0 0 26 16,0 0 10-16,0 0-74 15,0 0 119-15,0 0-118 16,0-2-12-16,0 2 45 0,0 0-45 16,0 0 27-1,0 0-28-15,-4 0 17 0,-7 12 14 16,-5 10-31-16,-3 11 0 15,-2 11 34-15,3 11-34 16,5 10 66-16,2 4-66 16,4 4 1-16,7-1 23 15,0-5-24-15,0-8 0 16,10-4-9-16,14-7-3 16,7-9 12-16,7-2-132 15,27-13-197-15,-10-7-138 16,-8-14-434-16</inkml:trace>
  <inkml:trace contextRef="#ctx0" brushRef="#br0" timeOffset="1117.08">26627 1477 977 0,'0'0'296'0,"0"0"-139"16,0 0 17-16,0 0-61 15,0 0 90-15,0 0-88 16,0 0-26-16,-52-51 43 16,46 46-78-16,-3 3-1 15,-2 2-37-15,-3 0 12 0,-3 0 11 16,-3 0-39-16,-5 8 0 16,0 13 30-16,-2 8 8 15,4 12 56-15,0 7-12 16,7 8-63-16,5 7 120 15,9-2-130-15,2-1 3 16,0-6 45-16,11-5-57 16,16-11 51-16,6-9-51 15,10-10 0-15,5-12 12 16,6-7-12-16,2 0 0 16,-2-14 0-16,-6-15 7 15,-5-7-32-15,-10-6 1 16,-8-4-43-16,-10-5 40 0,-8 0-27 15,-7 0 3 1,0 5 21-16,-13 6 30 0,-8 6 2 16,-3 7-2-16,2 8 0 15,0 2 26-15,1 10-26 16,6 3-6-16,-1 4-66 16,5 0-138-16,3 8-35 15,2 5-343-15,6-1-874 0</inkml:trace>
  <inkml:trace contextRef="#ctx0" brushRef="#br0" timeOffset="1943.31">27071 1698 1698 0,'0'0'373'0,"0"0"-131"15,0 0 83-15,0 0-134 16,0 0-6-16,0 0-130 15,0 0-29-15,-5-32-1 16,5 32-25-16,-2 0-64 16,-1 5-35-16,-3 29-379 15,1-1 137-15,1-3-718 0</inkml:trace>
  <inkml:trace contextRef="#ctx0" brushRef="#br0" timeOffset="2107.55">27073 2097 1655 0,'0'0'206'16,"0"0"-71"-16,0 0 50 16,0 0-50-16,-25 109 86 15,2-80-181-15,2 0-28 16,1-1-24-16,1-4-80 16,9-2-67-16,5-9-155 15,5-6-530-15</inkml:trace>
  <inkml:trace contextRef="#ctx0" brushRef="#br0" timeOffset="2499.57">27316 1907 1689 0,'0'0'396'16,"0"0"-278"-16,0 0-76 16,0 0 109-16,27-116-137 15,-8 76-2-15,-1 1-12 16,0 0-7-16,-5 2-8 16,-2 2 15-16,-3 0 0 15,-4 7 45-15,0 4-44 16,-4 7 73-16,2 9 59 0,-2 7-120 15,0 1 74-15,0 0-87 16,0 21-8-16,0 18-2 16,0 14 20-16,0 10-5 15,0 7-5-15,0-2 16 16,3-1-7-16,3-6-9 16,1-10-51-16,4-7-63 15,2-6-129-15,-1-9-151 16,-3-17-360-16</inkml:trace>
  <inkml:trace contextRef="#ctx0" brushRef="#br0" timeOffset="2740.18">27725 1344 1809 0,'0'0'517'15,"0"0"-508"-15,0 0 34 16,0 0 58-16,137 130-37 16,-112-30 94-16,-12 28-101 15,-9 8-48-15,-4-19 41 16,-2-31-49-16,-11-23-2 16,-3-8-14-16,-9 30-219 15,6-15-79-15,2-8-480 0</inkml:trace>
  <inkml:trace contextRef="#ctx0" brushRef="#br0" timeOffset="4389.78">28213 1419 1026 0,'0'0'236'15,"0"0"-85"-15,0 0 131 16,0 0-71-16,0 0-37 16,0 0-2-16,0 0-93 15,0-19-12-15,0 19-41 16,0 0-1-16,0 0 10 0,0 2-35 16,0 19-2-1,0 18 2-15,-4 10 80 0,2 14 25 16,0 2-52-16,2 4-53 15,0-2 123-15,6-7-122 16,13-4 8-16,3-6 28 16,5-6-31-16,2-6 26 15,2-8-32-15,0-6 0 16,3-6 9-16,-1-9-9 16,3-9 0-16,-1 0 0 15,1-9 27-15,-3-17-27 16,1-6 0-16,-6-8-14 15,-3-8-20-15,-7-6 17 0,-7-6 0 16,-5-5-4 0,-2-3 19-16,-4 2-32 0,0 2 34 15,0 6 0-15,0 7 16 16,-4 11-8 0,2 8 11-16,0 10-19 15,2 9 12-15,-2 4-46 0,2 9 34 16,0 0-276-16,0 18-319 15,2 0-125-15</inkml:trace>
  <inkml:trace contextRef="#ctx0" brushRef="#br0" timeOffset="4714.89">29085 1249 1545 0,'0'0'223'0,"0"0"-166"16,0 0 173-16,0 0-47 16,0 0-53-16,0 0-10 15,0 0-74-15,-60 98 84 16,52-26 10-16,3 15-97 15,5 3 90-15,0 2-133 16,0-3 15-16,11-7-22 0,7-9 7 16,2-10-12-1,2-9-39-15,1-11-158 0,8 3 8 16,-6-15-291-16,-6-9-160 0</inkml:trace>
  <inkml:trace contextRef="#ctx0" brushRef="#br0" timeOffset="5441.54">29397 1821 905 0,'0'0'803'0,"0"0"-669"15,0 0-116-15,0 0 225 16,0 0-1-16,0 0-108 16,0 0-15-16,39-58-119 15,-20 19-14-15,4-5-24 0,-1-4-98 16,-2-3 111-16,-2 2-151 15,0 2 93-15,-3 6 82 16,-3 4 2-16,-3 11 62 16,-5 10 57-16,-2 9-33 15,-2 7 99-15,0 0-148 16,0 0-36-16,0 23 26 16,0 15-27-16,0 10 85 15,-2 11-35-15,-7 1-45 16,-2 0 82-16,0-4-87 15,2-6-1-15,2-6 0 16,5-3 0-16,2-9 0 16,0-6-119-16,5-7-166 0,10-6-15 15,3-10-418-15</inkml:trace>
  <inkml:trace contextRef="#ctx0" brushRef="#br0" timeOffset="5637.92">29797 1613 1691 0,'0'0'876'15,"0"0"-774"-15,0 0 12 16,0 0 63-16,0 0-119 16,0 0 14-16,0 0-72 0,0-7-90 15,0 19-79 1,0 38-202-16,0-1 84 0,0 0-484 0</inkml:trace>
  <inkml:trace contextRef="#ctx0" brushRef="#br0" timeOffset="5741.39">29808 2123 1350 0,'0'0'338'16,"0"0"-249"-16,0 0-27 16,0 0-62-16,27 111-81 15,-21-107-192-15,1-4-1026 0</inkml:trace>
  <inkml:trace contextRef="#ctx0" brushRef="#br0" timeOffset="6614.91">30205 1417 1182 0,'0'0'739'0,"0"0"-646"15,0 0 71-15,0 0 27 16,0 0-26-16,0 0 24 16,0 0-118-16,-7-66-54 15,7 57 108-15,2 0-113 16,5 1 9-16,-1 2-19 15,-2 2 34-15,4 2-2 16,-6 2-34-16,2 0 0 16,-4 0-15-16,3 0 17 15,-3 0-2-15,0 0 0 0,0 0 13 16,0 0-14 0,0 0 1-16,0 0-12 0,2 4-11 15,0 4 43-15,2 4-22 16,-2-2 2-16,-2-1 0 15,3-6-13-15,-3 1 13 16,0-4 0-16,0 0-14 16,0 0 34-16,0 0-43 15,0 0 16-15,0 0 7 16,0 0-27-16,0 0 27 16,0 0 0-16,0 0-2 15,0 0 23-15,0-2-4 16,0-1-17-16,0 1 0 15,0 0 0-15,0-3 0 0,0 3 0 16,5 0 0-16,3-1 6 16,3 3-27-16,1 0 21 15,-3 0 0-15,-5 14-20 16,-4 10 21-16,0 13-1 16,-9 13 0-16,-22 13 19 15,-10 8 14-15,-1 2-33 16,7-7 0-16,8-8 5 15,13-14 13-15,14-9-15 16,0-7-3-16,18-8 6 16,14-8 5-16,7-7-11 15,6-5-10-15,5 0-3 16,0-15-46-16,0-9-16 0,-6-2-245 16,1-13-193-1,-12 10-22-15,-8 2-918 0</inkml:trace>
  <inkml:trace contextRef="#ctx0" brushRef="#br0" timeOffset="6935.7">30651 1233 1468 0,'0'0'655'0,"0"0"-382"16,0 0-214-16,0 0-8 16,0 0 81-16,0 0-53 15,147 98 26-15,-114-26-31 16,-2 29-63-16,-13 22 76 15,-18 16-87-15,-2-9 0 16,-23-27-2-16,-6-27-29 16,-16 8-57-16,4-9-243 15,2-11-378-15</inkml:trace>
  <inkml:trace contextRef="#ctx0" brushRef="#br0" timeOffset="7780.68">25885 3136 1213 0,'0'0'783'15,"0"0"-602"-15,0 0-68 16,0 0 42-16,0 0-28 16,0 0 79-16,0 0-190 15,144-20-7-15,-105 20 0 0,0 0-8 16,-1 0-2-16,3 20-123 15,-12 0-220-15,-12 0-227 0</inkml:trace>
  <inkml:trace contextRef="#ctx0" brushRef="#br0" timeOffset="7915.75">26043 3410 1868 0,'0'0'247'16,"0"0"-213"-16,0 0-34 15,122 0-35-15,-46-10 33 16,-13-3-297-16,-8-3-1061 0</inkml:trace>
  <inkml:trace contextRef="#ctx0" brushRef="#br0" timeOffset="8273.25">26917 2809 1696 0,'0'0'206'16,"0"0"-206"-16,0 0 38 15,0 0-22-15,-96 118 144 16,82-13 15-16,8-1 61 16,6-6-117-16,0-11-102 15,24-19 41-15,8 5-58 16,5 2-23-16,21 5-88 15,-8-20-250-15,-8-20-371 0</inkml:trace>
  <inkml:trace contextRef="#ctx0" brushRef="#br0" timeOffset="8768.33">27358 2985 1448 0,'0'0'572'0,"0"0"-409"15,0 0-147-15,0 0 36 16,0 0 60-16,0 0-92 16,0 0 81-16,-73 22-101 15,61 26 67-15,3 10 125 16,9 11-121-16,0-1-6 16,4-2-58-16,17-10 36 15,6-7-5-15,6-14-38 16,3-8 0-16,1-13-15 15,6-12 15-15,-3-2 0 16,0-18-39-16,-4-18-83 16,-7-11 70-16,-9-9-151 15,-9-6-45-15,-8 2 99 16,-3 8 96-16,0 8 53 16,-8 12 130-16,0 12 0 0,-1 8 91 15,2 7-185-15,0 5-36 16,-2 5-18-16,1 15-310 15,-1-2-233-15</inkml:trace>
  <inkml:trace contextRef="#ctx0" brushRef="#br0" timeOffset="9048.34">27826 3168 1431 0,'0'0'1168'0,"0"0"-994"16,0 0-111-16,0 0-62 16,0 0-2-16,0 0-55 15,0 0-64-15,0 120 23 16,0-63-231-16,0 3 31 16,0 2 150-16,5-2 88 15,1-4 59-15,-4-1 1 16,3-5 44-16,-3-4 175 15,0-2-128-15,0-2-39 16,6 1-53-16,-2-8-107 16,1-12-404-16</inkml:trace>
  <inkml:trace contextRef="#ctx0" brushRef="#br0" timeOffset="9450.23">28261 3030 1517 0,'0'0'506'0,"0"0"-250"15,0 0-97-15,0 0-26 16,0 0 43-16,11-103-101 15,11 88-11-15,7 6-64 0,2 6 10 16,3 3 2-16,-7 14-12 16,-5 18 0-16,-11 14 3 15,-11 14 11-15,-2 6 38 16,-25 4-52-16,-9-2 20 16,3-5 60-16,6-11-78 15,9-10-2-15,9-8 0 16,9-8 27-16,0-6-35 15,16-6 8-15,16-7-24 16,5-4-16-16,7-3-17 16,4-4-67-16,-1-18-140 15,8-14-50-15,-10 4-190 16,-10 1-746-16</inkml:trace>
  <inkml:trace contextRef="#ctx0" brushRef="#br0" timeOffset="9768.49">28771 2773 867 0,'0'0'979'0,"0"0"-705"0,0 0-211 16,0 0 2-1,0 0 166-15,0 0-95 0,123 161-34 16,-100-89-45-16,-8 3-47 16,-9 6 78-16,-6-3-88 15,0 3-2-15,-21-6-26 16,-20 17-116-16,5-25-229 15,3-15-550-15</inkml:trace>
  <inkml:trace contextRef="#ctx0" brushRef="#br0" timeOffset="10120.62">27991 2868 2304 0,'0'0'361'16,"0"0"-261"-16,0 0-100 16,0 0-2-16,0 0-120 15,0 0-353 1,0 0 195-16</inkml:trace>
  <inkml:trace contextRef="#ctx0" brushRef="#br0" timeOffset="10743.41">29284 2819 1640 0,'0'0'762'0,"0"0"-706"0,0 0-54 16,0 0 7-16,0 0-8 16,0 0 218-16,125 151-154 15,-83-86-37-15,1 4 38 16,-3-2-60-16,-3-4-4 16,-5-5-2-16,5 6-175 15,-8-15-38-15,-4-17-614 0</inkml:trace>
  <inkml:trace contextRef="#ctx0" brushRef="#br0" timeOffset="11499.67">30011 2717 1109 0,'0'0'533'0,"0"0"-450"16,0 0 33-16,0 0 7 15,0 0-24-15,0 0 37 16,0 0-136-16,-5-8 9 16,0 8-9-16,3 0 18 0,-2 8 19 15,0 6-22-15,1 4-14 16,1 0 86-16,2 4-87 15,0-1 36-15,0 4-32 16,2 2 29-16,7 0 12 16,0 3-45-16,-2 2 1 15,-3 1 18-15,-4 3-7 16,0-1 3-16,0-2-4 16,-6-3 26-16,-4-4-19 15,4-4-18-15,4-6-63 16,2-4 14-16,0-4-74 15,0 0 59-15,13-1-24 0,5 6 60 16,-2 3-15-16,-1 4 43 16,-4 10 0-16,-6 5 23 15,-5 5-9-15,0 3 53 16,0 2-67-16,0-4 0 16,-5-4-6-16,3-5 6 15,2-9-119-15,0-8-179 16,2-10-668-16</inkml:trace>
  <inkml:trace contextRef="#ctx0" brushRef="#br0" timeOffset="11838.29">30367 3301 1974 0,'0'0'141'15,"0"0"-141"-15,0 0-22 16,0 0 22-16,62-121 87 16,-39 75-87-16,-3 0 10 15,-3-4-38-15,-3 0-41 16,-3 3 29-16,-4 6 40 16,-2 6 6-16,-3 12 125 15,0 12-19-15,0 10-58 16,-2 1 14-16,3 21-55 15,-3 21-13-15,0 14 120 16,0 13-76-16,0 3 38 16,2 0-82-16,0-5 6 0,4-8-42 15,-1-6 24-15,6-10-155 16,0-13-170-16,-2-14-471 0</inkml:trace>
  <inkml:trace contextRef="#ctx0" brushRef="#br0" timeOffset="12883.22">30807 2685 939 0,'0'0'305'0,"0"0"-269"16,0 0 54-16,0 0-38 16,0 0 43-16,0 0-7 15,0 0-72-15,0-10 37 16,0 10-53-16,0 0 11 15,0 0 4-15,0 0-13 16,0 0-2-16,0 0 2 16,0 0 10-16,0 0 11 15,0 0-23-15,0 0 2 16,0 0 140-16,0 0-72 16,0 0 9-16,0 0-1 15,0 0-34-15,0 0 36 0,0 0-80 16,0 0 9-16,0 0 53 15,0 0-45-15,0 0 15 16,0 0-22-16,0 0 17 16,0 0 17-16,0 0-44 15,0 0 0-15,0 0-9 16,0 0 9-16,0 0 0 16,0 0-1-16,0 0-48 15,0 0 24-15,0 0-96 16,-3 0-157-16,-1 0-312 0</inkml:trace>
  <inkml:trace contextRef="#ctx0" brushRef="#br0" timeOffset="12976.39">30807 2685 1028 0</inkml:trace>
  <inkml:trace contextRef="#ctx0" brushRef="#br0" timeOffset="13323.65">30807 2685 1028 0,'-16'12'624'0,"16"-12"-509"0,0 0-1 0,0 0 1 0,4-6-25 15,-1 2-4-15,-1 2-86 16,0 2 1-16,0 0 17 16,1 0-8-16,-1 4-10 15,-2 16 31-15,0 9-20 16,0 6 73-16,0 7-70 16,0 5-13-16,0-4 39 15,0 1-25-15,8-4-12 16,6-6-3-16,1-2 18 15,4-9-21-15,-2-7 3 0,1-6-56 16,-3-4 24-16,-1-6-53 16,-5 0 12-16,-5 0 33 15,-2 0 40-15,-2 0 5 16,0 0 20-16,0 0 24 16,0 3-5-16,0 18-37 15,0 13 81-15,0 10-76 16,0 10 16-16,0 4 27 15,0 5-55-15,0-3 0 16,0-5 4-16,0-2 15 16,0-9-38-16,0-4-2 15,-4-9-110-15,-5-10-128 16,1-14-491-16</inkml:trace>
  <inkml:trace contextRef="#ctx0" brushRef="#br0" timeOffset="13464.57">31375 3226 810 0,'0'0'1672'0,"0"0"-1672"16,0 0-1082-16,0 0 200 0</inkml:trace>
  <inkml:trace contextRef="#ctx0" brushRef="#br0" timeOffset="69329.6">1771 5738 1013 0,'0'0'985'0,"0"0"-795"15,0 0-21-15,0 0 39 16,0 0-93-16,0 0 61 0,-15 0-103 15,15 0-55-15,5-3 58 16,13-13-67-16,8-11-9 16,10-8 0-16,8-9 18 15,6-7-45-15,-2 0 27 16,2 0-54-16,-9 3 53 16,-4 2-72-16,-9 5 15 15,-8 7 27-15,-6 4 28 16,-7 7-36-16,-7 6 39 15,0 5 0-15,0 6-3 16,0 2 12-16,-7 3 1 16,-4 1-10-16,0 0 0 0,-3 0-52 15,3 22 52-15,2 12-33 16,5 16 26-16,4 16 14 16,0 17 8-16,0 6-15 15,0 5 0-15,0-1 23 16,2-11-16-16,-2-7-7 15,0-10 15-15,0-7 3 16,-7-7 0-16,-6-10-18 16,-2-4 0-16,-6-7 7 15,3-7-7-15,1-11 0 16,1-5 3-16,5-7 17 16,5-4 63-16,2-24-83 15,4-18 2-15,0-12-38 16,27-9 36-16,12-5 0 15,7 2-7-15,6 1-32 0,4 4 12 16,-4 2-34-16,0 3-75 16,-3 4 45-16,-4 3-118 15,2-10-103-15,-12 13-259 16,-8 8-340-16</inkml:trace>
  <inkml:trace contextRef="#ctx0" brushRef="#br0" timeOffset="69541.42">2558 5117 986 0,'0'0'599'0,"0"0"-399"16,0 0-32-16,0 0-112 15,0 0 46-15,0 0 3 16,-127 116-16-16,110-56 93 0,8 10-145 16,9-3 15-1,0-3-14-15,9-8-25 0,15-11-26 16,5-9-17-16,6-13-82 15,6-9 54-15,10-14-206 16,-8 0-128-16,-8-11-351 0</inkml:trace>
  <inkml:trace contextRef="#ctx0" brushRef="#br0" timeOffset="69915.22">2674 5380 909 0,'0'0'635'0,"0"0"-535"15,0 0-40-15,0 0 76 16,0 108 34-16,7-68-13 16,-5 3 54-16,3-1-165 15,-3-5-21-15,3-2 19 16,-1-8-34 0,-2-8-1-16,3-7-9 0,-1-6-64 15,5-6 46-15,2 0-77 16,2-18 49-16,3-16-17 15,-1-13-234-15,-3-4 8 16,-5 0 100-16,-7 9 189 16,0 18 55-16,0 18 95 15,0 6-99-15,0 26 32 0,-3 17 99 16,1 4 81 0,2 3-121-16,0-5-101 0,7-10 45 15,15-10-86-15,3-7 0 16,4-10-1-16,0-8-69 15,-1 0 27-15,3-20-193 16,-10-7-263-16,-7-4-191 0</inkml:trace>
  <inkml:trace contextRef="#ctx0" brushRef="#br0" timeOffset="70082.27">3058 5228 950 0,'0'0'796'16,"0"0"-642"-16,0 0-50 15,0 0 82-15,113 108-118 16,-95-54 5-16,-7 9 31 0,-9 9-88 16,-2 3 0-16,0 3-16 15,-21 14-192-15,-4-17-141 16,2-20-1087-16</inkml:trace>
  <inkml:trace contextRef="#ctx0" brushRef="#br0" timeOffset="71559.66">3509 5837 1713 0,'0'0'297'15,"0"0"-270"-15,0 0 76 16,0 0-88-16,0 0 16 16,142-125 72-16,-82 63-83 15,4-10 2-15,-1-4-22 0,-3-2-5 16,-9 0-40-16,-11 3 42 15,-11 7-93-15,-13 4 73 16,-9 4-24-16,-7 10 33 16,0 9 5-16,0 14 9 15,-15 8 81-15,-6 12-81 16,-1 7 1-16,-5 4 9 16,3 26-10-16,2 16 65 15,1 28-37-15,8 4-12 16,11 11 155-16,2 1-149 15,0-15 21-15,15 3 35 16,6-15-72-16,3-10 49 16,2-15-55-16,3-14 0 0,2-10 0 15,6-14 0 1,-2 0-21-16,1-16-21 0,2-20-71 16,-7-12 20-16,-7-6-112 15,-5-4-12-15,-9 11 129 16,-5 13-17-16,-3 18 105 15,-2 16 28-15,0 6 2 16,0 32 98-16,0 12 34 16,0 8-15-16,0 0 26 15,0-5-137-15,-2-11-10 16,2-12-26-16,0-9 23 16,0-12-75-16,0-7 12 15,0-2-128-15,2 0 16 16,10-25-44-16,3-31-191 0,3-2-6 15,-3 7-723-15,-3 8 1116 16,-10 40 93-16,2 3 892 16,1 1-749-16,3 19 96 15,4 6-19-15,-1 2-90 16,5-3-134-16,-1-7 72 16,3-8-147-16,4-9 17 15,0-1 28-15,3-10-44 16,-4-18-15-16,-4-7-1 15,-5-9-96-15,-10-2 64 16,-2-1-100-16,0 5-27 0,-14 10 43 16,-1 11 47-1,3 18 62-15,5 3 8 0,3 29 0 16,4 20 120 0,0 9 22-16,0 4 3 15,17-3-17-15,4-11-111 0,3-10 86 16,1-12-103-16,0-12 0 15,-1-9 18-15,0-5-8 16,-1-5-10-16,-1-21 0 16,2-11-119-16,-3-7 119 15,-1-6-87-15,-1 4-16 16,-3 6 75-16,-3 12-10 16,-3 16 38-16,-1 12 0 15,-3 4 6-15,3 25 140 16,-2 10-89-16,0 0 13 0,-3-6 14 15,-2-5-72-15,0-10 40 16,0-10-52-16,1-6 0 16,2-2 20-16,6-3-20 15,4-22-6-15,9-5-34 16,6-4-5 0,1 0 20-16,-2 10 25 0,-2 10-2 15,-7 11-50-15,-3 3 52 16,-3 17 0-16,-5 12-13 15,-7 0 26-15,-2 3-46 16,0-2 17-16,-18-3-103 16,-29-8-15-16,2-5-179 0,-3-7-326 15</inkml:trace>
  <inkml:trace contextRef="#ctx0" brushRef="#br0" timeOffset="71718.78">4277 5224 1558 0,'0'0'694'0,"0"0"-578"16,0 0-60-16,0 0 16 16,114-113-59-16,-65 106 18 15,4 7-31-15,1 11-47 16,15 37 27-16,-13-2-370 16,-12-1-440-16</inkml:trace>
  <inkml:trace contextRef="#ctx0" brushRef="#br0" timeOffset="72280.61">5748 5017 899 0,'0'0'614'0,"0"0"-353"15,0 0-157-15,0 0 29 16,0 0 24-16,0 0-93 0,0 0 23 15,-9 10-86-15,5 44 46 16,0 32 191-16,2 3-162 16,-3 4-18-16,5 0 0 15,0-19-42-15,0 1 38 16,0-16-54-16,13-12 6 16,0-13 8-1,6-12-14-15,-1-8-17 0,1-11-11 16,2-3-98-16,-1 0 95 15,-3-44-174-15,-5 0-175 16,-12-4-305-16</inkml:trace>
  <inkml:trace contextRef="#ctx0" brushRef="#br0" timeOffset="72963.31">5523 5418 1622 0,'0'0'499'15,"0"0"-391"-15,0 0-99 16,0 0 103-16,0 0-111 15,0 0 71-15,132 0 44 16,-72 0-105-16,6-4 33 16,4-8-44-16,-7-4 0 15,-3-2 0-15,-6-1 0 16,-8 6 0-16,-11 5-13 16,-6 8 22-16,-13 0-32 15,-9 16 6-15,-7 18 17 16,0 12 80-16,0 9-46 15,-16 4 11-15,1-1-6 16,-1-5-29-16,3-10 61 0,6-9-71 16,3-10 0-16,2-9-4 15,2-7 4-15,0-6-23 16,0-2-3-16,13 0-16 16,11-20-13-16,8-13 55 15,3-12-173-15,1-14 42 16,-5-7-17-16,-4 0 4 15,-7 4 63-15,-5 12 67 16,-3 13 14-16,-6 17 61 16,-6 13 52-16,0 7 41 15,0 0-86-15,-2 12-16 16,-14 20-15-16,1 9 5 16,-1 10 147-16,5 3-153 15,5-2-8-15,6-5 26 16,0-10-53-16,6-9 40 0,17-12-41 15,6-9 0-15,8-7-47 16,10-7 47-16,4-24-49 16,3-12 18-16,-8-6-123 15,-9-6 78-15,-16 3-65 16,-14 6-127-16,-7 12 153 16,0 20 114-16,-17 14 1 15,-8 14 58-15,-2 28 61 16,2 10 124-16,6 9-106 15,7-3-60-15,8-2 109 16,4-6-153-16,0-10 12 16,18-8-45-16,7-9 43 0,1-6-98 15,3-7 48-15,-3-4-213 16,-7-4-55-16,-13-2-620 16</inkml:trace>
  <inkml:trace contextRef="#ctx0" brushRef="#br0" timeOffset="73077.48">6381 6038 1689 0,'0'0'320'15,"0"0"-320"-15,0 0-240 16,0 0-1353-16</inkml:trace>
  <inkml:trace contextRef="#ctx0" brushRef="#br0" timeOffset="73492.55">7382 4973 1958 0,'0'0'280'0,"0"0"-221"15,0 0-59-15,0 0-68 16,0 0 68-16,0 0 50 15,-24 182 196-15,19-59-155 16,3-6-16-16,2-10 17 16,0-21-86-16,2-29 31 15,14-2-37-15,2-2-13 16,2-17-45-16,0-14-4 16,0-12-75-16,2-10-8 15,-1-16-143-15,-10-12-354 0</inkml:trace>
  <inkml:trace contextRef="#ctx0" brushRef="#br0" timeOffset="74075.03">7160 5482 1785 0,'0'0'582'16,"0"0"-528"-16,0 0-36 16,0 0-18-16,0 0 17 15,162-40 44-15,-93 14-61 16,7-7 0-16,-3-2-13 15,-7 3 13-15,-18 5-2 16,-17 13-5-16,-14 14 14 16,-17 4-51-16,0 34 66 15,-21 19-22-15,-8 13 125 0,-2 6-71 16,6-4 10 0,6-11-64-16,5-15 34 15,10-16-7-15,4-14-27 16,0-11-49-16,2-5 16 0,20-3-33 15,7-23 38-15,7-13-147 16,-1-7-123-16,-4-2 217 16,-4 6-24-16,-11 10 105 15,-5 17 0-15,-9 12 22 16,-2 3 70-16,0 20-42 16,0 16 89-16,0 4 74 15,0 2-164-15,0-8 5 16,0-5-21-16,5-14-17 0,5-5-17 15,2-8 1-15,3-2-18 16,1 0-27-16,5-13 0 16,-4-11-78-16,-1-9-34 15,-1-4-24-15,-1-4 151 16,-3 6-23 0,0 8 53-16,-4 13 54 0,0 14 28 15,-1 4-14-15,1 29 102 16,-3 8-115-16,-2 10 138 15,-2-3-144-15,0-3-36 16,0-9 14-16,0-10-27 16,0-9-64-16,0-11-45 0,-4-6-179 15,-9-16 3 1,-1-8-1287-16</inkml:trace>
  <inkml:trace contextRef="#ctx0" brushRef="#br0" timeOffset="74278.92">7837 5173 2333 0,'0'0'306'0,"0"0"-300"15,0 0 46-15,0 131-52 16,-6-65-86-16,-3 5 20 16,1 1-7-16,4-7 64 15,4-4-37-15,0-9 46 16,0-5-41-16,2-8 41 15,12-7-187-15,-3-8-146 0,-2-12-576 0</inkml:trace>
  <inkml:trace contextRef="#ctx0" brushRef="#br0" timeOffset="75107.73">7511 5939 1781 0,'0'0'571'0,"0"0"-473"15,0 0-98-15,0 0-50 16,0 0 15-16,0 0 16 16,0 0-149-16,56-4-326 0</inkml:trace>
  <inkml:trace contextRef="#ctx0" brushRef="#br0" timeOffset="75659.53">8555 5418 1542 0,'0'0'315'16,"0"0"-302"-16,0 0-12 16,0 0 30-16,0 0 63 15,34-104 172-15,-16 97-118 16,-1 7-123-16,6 0 57 15,-6 17-70-15,-3 22 23 0,-6 10 41 16,-8 13-62-16,0 6 132 16,-2 0-133-16,-13-7-5 15,3-15 19-15,6-13-15 16,2-13-12-16,4-9 0 16,0-10-44-16,0-1 14 15,4-5-22-15,14-25-43 16,2-17-33-16,0-14-129 15,-5-12-10-15,-3 1-249 16,-8 10 516-16,-4 20 4 16,0 20 228-16,0 20-93 15,-6 2-76-15,-8 32 22 16,1 11 163-16,4 8-63 16,4 3-93-16,5-1 87 15,2-7-179-15,23-9 18 0,6-8-18 16,4-11-83-16,8-9-6 15,20-9-165-15,-12-7-292 16,-9-12-673-16</inkml:trace>
  <inkml:trace contextRef="#ctx0" brushRef="#br0" timeOffset="75879.65">9054 5571 1220 0,'0'0'1041'0,"0"0"-890"16,0 0-35-16,0 0-8 16,0 0 40-16,0 0-41 0,0 0-93 15,33 0 98-15,-1 0-112 16,6 0 0-16,2-2-30 16,0 2 18-16,-2 0-49 15,2 0-145-15,-13 2-266 16,-10 8-235-16</inkml:trace>
  <inkml:trace contextRef="#ctx0" brushRef="#br0" timeOffset="76048.38">9085 5861 2189 0,'0'0'500'15,"0"0"-487"1,0 0 32-16,0 0-45 15,137-19 0-15,-93 5-11 0,3 3-29 16,13-1-88-16,-9 3-366 16,-8 6-393-16</inkml:trace>
  <inkml:trace contextRef="#ctx0" brushRef="#br0" timeOffset="77318.07">9835 5809 1840 0,'0'0'373'0,"0"0"-181"15,0 0-186-15,0 0 18 0,0 0 108 16,0 0-45-16,0 0-4 16,91-120-83-16,-51 60-92 15,1-9 59-15,-8 1-70 16,-8 6 54-16,-10 7 3 16,-7 16 29-16,-2 10 17 15,-6 18 14-15,0 11-8 16,0 0 9-16,0 33-14 15,-12 40-1-15,1 4 72 16,-1 18-58-16,4 6 90 16,3-19-104-16,5 26-134 15,0-26-99-15,0-22-459 0</inkml:trace>
  <inkml:trace contextRef="#ctx0" brushRef="#br0" timeOffset="77898.83">11023 5624 1691 0,'0'0'503'15,"0"0"-290"-15,0 0-37 16,0 0 29-16,0 0-100 16,0 0-83-16,0 0 94 15,16-2-116-15,11 2 0 16,8 0 15-16,11 5-1 16,4-1 3-16,1-1-17 15,-2-1-63-15,-4-2 36 16,-5 0-136-16,-5 0-154 15,-8 0-230-15,-11 0-512 0</inkml:trace>
  <inkml:trace contextRef="#ctx0" brushRef="#br0" timeOffset="78155.61">10994 5777 742 0,'0'0'1156'0,"0"0"-839"16,0 0-142-16,0 0-128 15,0 0 27-15,0 0 17 16,0 0-77-16,74 5 145 16,-28-3-156-16,12-2 10 15,2 0-10-15,5 0-3 0,-3 0-52 16,-4-7-107-16,13-3-147 15,-17 1 57-15,-11 1-460 0</inkml:trace>
  <inkml:trace contextRef="#ctx0" brushRef="#br0" timeOffset="78439.33">11712 5434 1709 0,'0'0'347'16,"0"0"-250"-16,0 0-90 16,0 0 17-16,0 0-5 0,0 0-19 15,0 0 9-15,13 38 90 16,-2-4-49-16,0 6-24 16,-2 2-26-16,-5 1 26 15,-2-3-6-15,-2 0-20 16,-2-4 0-16,-17 1 10 15,-12 0-10-15,-10-1-9 16,-6-2-9-16,-11-4-118 16,-33 0 84-16,10-7-178 15,10-12-315-15</inkml:trace>
  <inkml:trace contextRef="#ctx0" brushRef="#br0" timeOffset="78658.32">10719 5508 1802 0,'0'0'212'16,"0"0"-118"-16,-111 163-72 16,73-89 37-16,13-2 184 15,19-3-211-15,6-6-11 16,18-5-21-16,24-10-33 15,45-11-101-15,-6-16-217 16,-6-12-861-16</inkml:trace>
  <inkml:trace contextRef="#ctx0" brushRef="#br0" timeOffset="79584.53">12730 6120 1585 0,'0'0'507'0,"0"0"-435"16,0 0 129-16,0 0-94 16,0 0-28-16,0 0 49 15,0 0-126-15,138-149-2 16,-79 81 0-16,1-7-37 16,2-8-13-16,-6-3 35 15,-5-4-77-15,-13-5 50 16,-9 4-51-16,-12 4 44 15,-8 11 30-15,-9 11 19 0,0 21 11 16,0 16-11-16,0 16 53 16,-15 12 22-16,-5 10-74 15,-5 30 17-15,1 37 33 16,4 35-14-16,11 31 143 16,9-13-146-16,0-28-2 15,13-38 41-15,3-31-72 16,4 1 36-16,4-3-37 15,7-3 0-15,3-14-2 16,1-10 2-16,6-4-30 16,-1-7 9-16,0-20-91 15,-4-9 32-15,-7-10-90 16,-7-7-48-16,-6 2 93 16,-7 7-17-16,-3 14 142 0,-6 12 104 15,0 18-23 1,0 0 50-16,0 23-94 0,0 15 74 15,-4 9 110-15,-3 2-172 16,1-8-7-16,1-4-42 16,5-11-18-16,0-14 12 15,0-5-142-15,3-7-79 16,12-10 11-16,1-10-364 0</inkml:trace>
  <inkml:trace contextRef="#ctx0" brushRef="#br0" timeOffset="80028.42">13755 5564 1721 0,'0'0'335'0,"0"0"-192"15,5 151-71-15,-5-89 53 16,0-8-54-16,-5-14 94 16,-1-11-57-16,2-9-107 15,4-11 89-15,0-4-90 16,0-5 0-16,0 0-13 15,0-11 1-15,10-17 4 16,13-13-166-16,4-10-50 16,4-2 84-16,2 7-43 15,-4 13 183-15,-4 16 43 16,-5 17 13-16,-9 7 61 16,-4 27-9-16,-7 6-29 15,0 2 126-15,0-3-135 0,-9-10-18 16,2-9-43-16,2-8 21 15,5-10-19-15,0-2-11 16,0-4-3-16,23-22-42 16,15-10-140-16,11-10 39 15,9-6 125-15,0 3-44 16,-3 10 56-16,-8 11 11 16,-11 20-2-16,-9 8 68 15,-11 19-62-15,-12 21 6 16,-4 13-12-16,-2 2-18 15,-31 22-6-15,6-17-247 16,0-11-484-16</inkml:trace>
  <inkml:trace contextRef="#ctx0" brushRef="#br0" timeOffset="80772.48">12993 6365 1302 0,'0'0'392'0,"0"0"-203"15,0 0-20-15,0 0-104 0,0 0 16 16,0 0 63-16,42-107-85 16,-26 101 143-16,-1 6-187 15,-1 0-8 1,-5 16 66-16,-3 18-35 0,-3 9 59 15,-3 7-72-15,0 2 2 16,-5-4 40-16,-3-9-67 16,1-8-3-16,1-13-21 15,6-9 48-15,0-6-34 16,0-3 10-16,0 0-12 16,0-14-60-16,8-16 68 15,5-16-156-15,3-9 29 0,-5-3-61 16,-1 7 149-16,-6 14 24 15,-2 15 19-15,-2 15 175 16,0 7-169-16,0 7-6 16,-9 23 91-16,-2 8 7 15,4 4 44-15,5 5-90 16,2-7-46-16,0-4 64 16,11-8-70-16,7-6-13 15,4-9 7-15,5-6-108 16,4-7 47-16,12 0-192 15,-8-19-311-15,-8-1-436 0</inkml:trace>
  <inkml:trace contextRef="#ctx0" brushRef="#br0" timeOffset="80982.5">13332 6427 1943 0,'0'0'393'0,"0"0"-163"16,0 0-173-16,0 0 43 15,0 0 21-15,0 0-84 16,0 0 24-16,49 0-61 16,-11 0 23-16,7 0-59 15,1 0 36-15,4 0-75 16,-6-2 9-16,-1-2-136 16,-1 4 53-16,-11 0-207 15,-8 0-361-15</inkml:trace>
  <inkml:trace contextRef="#ctx0" brushRef="#br0" timeOffset="81275.5">13753 6282 713 0,'0'0'1186'15,"0"0"-866"-15,0 0-286 16,0 0-22-16,0 0 46 15,0 0 6-15,0 0 101 16,2-7-165-16,15 7 23 16,0 12-3-16,-1 5-4 15,-3 5-10-15,-7 6 12 0,-6 7 6 16,0 3 80-16,-8 4-104 16,-13 0 8-16,-2 0 23 15,-2-5-31 1,2-3-18-16,8-11-79 0,8-7-151 15,7-8-76-15,0-8-574 0</inkml:trace>
  <inkml:trace contextRef="#ctx0" brushRef="#br0" timeOffset="81555.82">14015 6539 1624 0,'0'0'883'16,"0"0"-730"-16,0 0-136 0,0 0 20 15,0 0-36-15,0 0-1 16,39-104 31-16,-24 64-11 16,4-2-40-16,-3-1 5 15,1 8-29-15,-3 4-4 16,-5 11 96-16,-3 8-47 16,-4 12 50-16,3 0-41 15,0 10 24-15,-1 22-34 16,-2 14 0-16,-2 12 115 15,0 9-109-15,0 3-7 16,0-2 1-16,-11 14-167 16,2-19-58-16,2-17-462 0</inkml:trace>
  <inkml:trace contextRef="#ctx0" brushRef="#br0" timeOffset="83414.39">14659 5869 1030 0,'0'0'829'16,"0"0"-621"-16,0 0-90 16,0 0 51-16,0 0-64 15,0 0 112-15,0 0-217 16,106-90-1-16,-59 46-28 15,1-9-106-15,-4-2-49 16,-5-1-35-16,-10-2-63 0,-10 3 85 16,-11 6-56-1,-8 10 208-15,0 9 45 0,0 10 145 16,0 7 88-16,-4 8-51 16,2 5-130-16,-5 0 49 15,0 8-90-15,-2 22 0 16,-1 20 127-16,1 34-20 15,1 4 41-15,2 13-26 16,2 1-86-16,2-13 116 16,-5 4-136-16,2-6 9 15,-2-13 8-15,-1-11-35 16,-1-12 17-16,-1-12-26 16,-3-5 0-16,-3-13-12 15,-3-3 12-15,-1-6-5 0,-3-8-4 16,1-4 12-16,6-5-48 15,3-24 39 1,11-12-49-16,2-8 18 0,11-11 3 16,22-2 32-16,13-4-16 15,6-2-74-15,6-2 32 16,5-2-75-16,-5-6-86 16,-5-1 93-16,-11-4-140 15,-10 3-60-15,-10 6 111 16,-8 12 125-16,-5 10 92 15,-5 16 110-15,-4 11 124 16,0 11 21-16,0 12-75 16,0 2-44-16,-6 21-80 0,-11 27-50 15,0 35 256-15,1 1-153 16,5 15-26-16,9 0 24 16,2-26-92-16,0 5 13 15,13-20-28-15,5-10-27 16,4-16-25-16,0-10-33 15,1-13-34-15,10-9-31 16,-8-9-192-16,-4-13-182 0</inkml:trace>
  <inkml:trace contextRef="#ctx0" brushRef="#br0" timeOffset="83790.17">15383 5634 1542 0,'0'0'487'0,"0"0"-473"15,0 0 100-15,0 0 16 0,27 116-13 16,-27-77 68-16,0 0-71 16,0-4-93-16,0-1 87 15,-2-6-108-15,-3-7 0 16,2-8-9-16,3-6-17 16,0-7 25-16,0 0-89 15,10-13-49-15,7-17 43 16,6-12-246-16,-5-6-49 15,-5-4-153-15,-4 9 476 16,-7 12 68-16,-2 15 517 16,0 16-351-16,0 0 13 15,-11 21 56-15,5 12-16 16,1 3-29-16,5 2-126 0,0 0 86 16,7-2-149-1,12-8 13-15,6-8-7 16,4-6-7-16,2-11-15 15,0-3-10-15,3 0-147 0,4-33 83 16,-9 1-296-16,-9-2-367 0</inkml:trace>
  <inkml:trace contextRef="#ctx0" brushRef="#br0" timeOffset="83973.52">15938 5395 1991 0,'0'0'245'0,"0"0"-190"15,45 159 108-15,-38-77-126 16,-7 4 24-16,0-3 49 16,-25-5-79-16,-4-6 28 15,0-6-59-15,4-8-145 16,8-12 11-16,7-14-471 16,10-18-716-16</inkml:trace>
  <inkml:trace contextRef="#ctx0" brushRef="#br0" timeOffset="84273.7">16484 5805 2002 0,'0'0'581'16,"0"0"-551"-16,0 0 2 16,0 0-32-16,116 4 24 15,-80-4 60-15,-5 0-84 16,-9 2-42-16,-15 8-83 15,-7 0-358-15,0 1-301 0</inkml:trace>
  <inkml:trace contextRef="#ctx0" brushRef="#br0" timeOffset="84407.05">16478 6046 1938 0,'0'0'606'0,"0"0"-407"15,0 0-199-15,0 0 0 16,160 26-49-16,-106-26-81 15,19-2 32-15,-15-11-277 16,-9-1-1020-16</inkml:trace>
  <inkml:trace contextRef="#ctx0" brushRef="#br0" timeOffset="85140.66">17520 6074 1726 0,'0'0'499'0,"0"0"-499"15,0 0 34-15,0 0-34 16,112-113 0-16,-76 64 24 16,-5-6-23-16,-2 1 23 15,-6-2-24-15,-11 1-1 0,-5 4-11 16,-7 6 24-16,0 11-11 15,0 13 134-15,0 8-29 16,-2 13-7-16,0 0-99 16,-3 22-43-16,3 24 43 15,0 36 8-15,0 33 48 16,0 26-54-16,0-9 44 16,-3-27-12-16,-4-34-34 15,2-21 0-15,-4 4-3 16,0 3 9-16,-2 1-6 15,-6-12 0-15,0-8-99 16,-4-12 80-16,1-8-118 0,2-10 9 16,2-8 94-16,4 0-31 15,8-19 5 1,6-14 23-16,0-7 37 0,25-8 44 16,10-9-44-16,12-5-1 15,4-1-11-15,5-9-73 16,11-32-56-16,-16 21-184 15,-8 2-324-15</inkml:trace>
  <inkml:trace contextRef="#ctx0" brushRef="#br0" timeOffset="85323.52">18131 5472 1273 0,'0'0'783'16,"0"0"-597"-16,0 0-134 15,0 0-46-15,0 0 17 0,-46 106 96 16,25-31 21-1,3 10-70-15,7 2 42 16,9-3-112-16,2-5-32 0,7-17-69 16,15-13-88-16,28-18-14 15,-10-16-278-15,-1-12-577 0</inkml:trace>
  <inkml:trace contextRef="#ctx0" brushRef="#br0" timeOffset="85624.4">18326 5953 2194 0,'0'0'543'0,"0"0"-543"15,0 0-33-15,0 0-179 0,0 0 185 16,108-116 27-16,-83 75-21 16,-2-2 21-16,-4-3-179 15,-3 0-19-15,-3 3 3 16,-6 9 195-16,-4 9 25 15,-3 8 117-15,0 12 121 16,0 5-148-16,0 5-97 16,0 27 44-16,0 14-61 15,0 14 49-15,0 7 17 16,-5 3-59-16,-2-4-8 16,0-10-31-16,7-10-123 15,0-11 78-15,0-14-209 16,5-14-267-16</inkml:trace>
  <inkml:trace contextRef="#ctx0" brushRef="#br0" timeOffset="85819.13">19003 5264 1993 0,'0'0'822'16,"0"0"-760"-16,69 128-12 15,-40-50-38-15,-11 12-12 16,-9 3-58-16,-9-15 52 16,-13 7-84-16,-37 15-71 0,4-21-325 15,-3-17-869-15</inkml:trace>
  <inkml:trace contextRef="#ctx0" brushRef="#br0" timeOffset="87639.51">1744 7874 1174 0,'0'0'291'0,"0"0"-97"0,0 0-22 16,0 0-67-16,0 0 129 16,0 0-73-16,0 0-59 15,-17-21 69-15,17 21-101 16,-2 0 17-16,2 0-75 16,0 0 31-16,0 0-34 15,0 0-9-15,0 1-38 16,0 12 21-16,0 1 34 15,6 2-17-15,11-5 0 16,0-5 0-16,3-4-42 16,0-2 42-16,-4 0-16 15,-3-5-1-15,-6-6 31 16,-7 1-26-16,0 1 12 0,-5 0 0 16,-15 5-37-16,-2 4 37 15,-3 0-61-15,0 13-73 16,6 9-350-16,5-4-210 0</inkml:trace>
  <inkml:trace contextRef="#ctx0" brushRef="#br0" timeOffset="89092.59">2508 7781 1132 0,'0'0'633'0,"0"0"-458"16,0 0-94-16,0 0 175 15,0 0-137-15,0 0-59 16,0 0 0-1,91-117-59-15,-53 71 10 0,-3-5-11 16,1 4-17-16,-5 1-38 16,-9 5 38-16,-6 8-12 15,-9 10 15-15,-5 6 28 16,-2 6-3-16,0 7-11 16,0 4 0-16,0 0-3 15,-12 8 3-15,2 20 0 16,-3 16 9-16,1 33 3 15,10 35 87-15,2 26-38 16,0-5-53-16,2-28 114 0,2-30-122 16,-2-25 38-16,-2 6-21 15,0 2 4-15,0 1 9 16,0-11-30-16,-13-10 0 16,-7-6 0-16,-2-8 0 15,-4-6 0-15,1-8 0 16,4-10 15-16,4 0-40 15,8-19 25-15,9-20-54 16,0-12 39-16,9-9-7 16,20-8 22-16,7-2-2 15,8 0-108-15,5-3 44 0,16-19-167 16,-11 18-133 0,-13 10-256-16</inkml:trace>
  <inkml:trace contextRef="#ctx0" brushRef="#br0" timeOffset="89309.9">3109 7258 1647 0,'0'0'250'16,"0"0"-165"-16,0 0 35 16,0 0 96-16,-80 135 21 15,60-61-84-15,11 7-112 16,9 2 71-16,0-6-112 15,21-11-1-15,10-12-5 16,2-12-63-16,5-15 24 0,18-16-105 16,-10-6-166-1,-5-5-314-15</inkml:trace>
  <inkml:trace contextRef="#ctx0" brushRef="#br0" timeOffset="89623.6">3341 7671 2058 0,'0'0'334'16,"0"0"-288"-16,0 0-27 15,0 0 9-15,0 0-26 16,0 0 69-16,0 0-70 16,69-101-2-16,-55 64 0 0,-4-1-58 15,-3 4 48-15,-2 2-26 16,-5 9 7-1,2 6 29-15,-2 7 1 16,0 10 104-16,3 0-104 0,3 14 0 16,3 20 21-16,2 14 46 15,0 13 20-15,-2 5-87 16,-1-4 23-16,2-8-72 16,-3-11-30-16,-1-11-46 15,0-23-50-15,2-9-199 16,-4 0-267-16</inkml:trace>
  <inkml:trace contextRef="#ctx0" brushRef="#br0" timeOffset="89812.34">3783 7257 2043 0,'0'0'310'15,"0"0"-278"-15,0 0 39 16,104 166-71-16,-91-87 1 15,-13 5 111-15,0 0-69 16,-6 0-9-16,-10-5-34 16,-8 13-131-16,6-23-88 15,0-18-640-15</inkml:trace>
  <inkml:trace contextRef="#ctx0" brushRef="#br0" timeOffset="90920.62">4529 7638 1788 0,'0'0'617'15,"0"0"-455"-15,0 0-22 0,0 0-119 16,0 0-6 0,0 0 95-16,0 0-90 0,132 0-7 15,-77 0-7-15,3 0 19 16,-6 0-50-16,-8 0-6 15,-6 2-160-15,-6 6 58 16,-15 0-333-16,-10 2-333 0</inkml:trace>
  <inkml:trace contextRef="#ctx0" brushRef="#br0" timeOffset="91090.49">4622 7870 1689 0,'0'0'584'15,"0"0"-505"-15,0 0 8 16,0 0-25-16,0 0 4 0,150 12-66 16,-96-12 34-16,6 0-80 15,7-4 0-15,26-18-258 16,-14-1-208-16,-13 6-333 0</inkml:trace>
  <inkml:trace contextRef="#ctx0" brushRef="#br0" timeOffset="91756.3">5710 7528 1888 0,'0'0'493'16,"0"0"-405"-16,0 0-88 15,0 0 27-15,0 0-27 16,0 0 55-16,23 126 16 16,-21-77 93-16,-2 4-163 15,0-7 18-15,0-8-16 16,0-6 26-16,-2-9-4 16,-2-10-25-16,2-5-16 15,2-3-11-15,0-5-42 16,0 0 20-16,0-17 28 15,4-15-129-15,11-16-160 16,3-10-19-16,-1-2 2 0,4 8 327 16,-3 12 48-16,-1 16 164 15,-1 13 3-15,-3 11-108 16,3 0 94-16,0 17-103 16,0 7 0-16,-6 4 51 15,2 2-86-15,-5 0 16 16,-3-2-64-16,0-3 19 15,-2-8 2-15,-2-5-36 16,3-4-5-16,-3-6-13 16,2-2 11-16,2 0-17 15,6-2 8-15,9-22-92 16,14-12 25-16,10-12-229 0,4-4 41 16,0 6 122-16,-9 14 149 15,-9 13 147-15,-9 19-10 16,-7 2-109-16,-9 30 135 15,-4 13-85-15,0 6 43 16,0 6 34-16,-8-4-78 16,3-7 32-16,5-8-109 15,0-8 14-15,23-11 7 16,12-8-21-16,14-9 0 16,9-2-1-16,7-11-119 15,2-13 17-15,15-22-174 16,-17 8-305-16,-12 0-646 0</inkml:trace>
  <inkml:trace contextRef="#ctx0" brushRef="#br0" timeOffset="94763.66">1777 9573 415 0,'0'0'907'15,"0"0"-621"-15,0 0-254 16,0 0-22-16,0 0 44 16,0 0-19-16,0 0 63 15,4 0 14-15,-4 0-65 16,0 0 121-16,0 0-103 16,0 0 0-16,0 0 36 15,-2 0-61-15,-6 0 18 16,-2 0-58-16,-3 0 21 15,1 0-14-15,-1 2-7 16,3 4 0-16,2 2 9 0,3 0 9 16,5-2-19-1,0-2 1-15,0-4-29 0,2 0-11 16,9 0 40 0,1 0-9-16,-1-8 2 0,-5-2-61 15,-4-1 39-15,-2-3-160 16,0 2-147-16,0 4-70 0</inkml:trace>
  <inkml:trace contextRef="#ctx0" brushRef="#br0" timeOffset="95437.02">2414 9733 2041 0,'0'0'343'0,"0"0"-300"15,0 0-43-15,0 0-6 16,0 0 6-16,0 0 8 16,104-123-8-16,-56 65-23 15,0-8 12-15,-1-4-80 0,-2-4 20 16,-8-2-48-16,-8 1 42 16,-8 2 23-16,-13 5 50 15,-8 8-5-15,0 7 9 16,-6 13 53-16,-9 15 109 15,-6 10-133-15,1 13-5 16,-5 2-7-16,-1 24 12 16,2 22 3-16,-1 31 96 15,9 4-23-15,7 10 59 16,9 3-103-16,0-20-61 16,16 2 66-16,11-13-66 15,1-19 0-15,6-14-1 16,4-14 25-16,2-14-69 15,3-2 45-15,-3-9-110 16,-5-18 31-16,-4-4-119 16,-6-8-24-16,-10-2-29 0,-5 5 1 15,-8 9 234-15,-2 6 16 16,0 11 162-16,0 8 7 16,0 2-114-16,0 9-9 15,-2 15 78-15,-3 7-27 16,0 6 66-16,1-1-163 15,4-6 8-15,0-7-16 16,0-6-90-16,0-10-72 16,2-7-153-16,8-1-332 15,-2-17-453-15</inkml:trace>
  <inkml:trace contextRef="#ctx0" brushRef="#br0" timeOffset="95877">3196 9293 1016 0,'0'0'841'0,"0"0"-769"16,0 0 130-16,4 146-67 16,-4-100-26-16,0-6 101 15,0-6-99-15,0-10-27 16,0-8-45-16,0-5-20 16,0-8 4-16,0-3-23 15,0 0-18-15,5 0-29 16,8-23 43-16,8-8-112 0,2-8 13 15,7 0-81 1,-4 4 169-16,-3 12-6 0,-3 13 21 16,-7 10 113-16,-1 0-97 15,-5 22 64-15,-5 8 37 16,-2-1-95-16,0-3 115 16,0-3-137-16,0-9 2 15,0-7-13-15,0-7 11 16,10 0-21-16,9-12-28 15,14-15-164-15,13-12 65 16,10-7-29-16,4 3-8 16,-4 2 106-16,-4 13 79 15,-14 14 96-15,-7 14 59 16,-9 0-116-16,-11 30 64 16,-11 16-103-16,0 10 0 0,-17 4-9 15,-24 17-28-15,3-15-178 16,5-16-614-16</inkml:trace>
  <inkml:trace contextRef="#ctx0" brushRef="#br0" timeOffset="96689.45">2434 9982 1433 0,'0'0'666'15,"0"0"-575"-15,0 0-76 16,0 0-15-16,0 0 0 15,0 0 6-15,0 0 44 16,68-43-30-16,-47 68 129 16,-3 8-85-16,-3 13 40 0,-3 5 5 15,-10 4-109-15,-2-1 126 16,0-4-126-16,0-10 0 16,0-7-3-16,-4-10 9 15,1-9-6-15,0-8 0 16,3-3 10-16,0-3-35 15,0 0 25-15,0-23-51 16,12-17 11-16,8-15-255 16,0-6-46-16,-2 0 149 15,-5 11 192-15,-4 18 89 16,-7 18 81-16,-2 14-100 16,0 2-35-16,0 29-23 15,-7 8 111-15,1 7-31 0,6 3-44 16,0-5 139-16,0-4-179 15,16-11 2-15,8-5-10 16,5-7-16-16,4-11-26 16,17-6-125-16,-6-8-209 15,-10-10-285-15</inkml:trace>
  <inkml:trace contextRef="#ctx0" brushRef="#br0" timeOffset="96887.65">2832 10171 48 0,'0'0'1958'0,"0"0"-1584"16,0 0-334-16,0 0-17 15,0 0 23-15,0 0-45 0,0 0 53 16,125 0-45-16,-82 0 34 16,-1-5-61-16,3-5 18 15,-3 3-134-15,8-2-67 16,-15 4-139-16,-6 1-301 0</inkml:trace>
  <inkml:trace contextRef="#ctx0" brushRef="#br0" timeOffset="97160.7">3301 9968 1500 0,'0'0'357'0,"0"0"-226"15,0 0-109-15,0 0-15 16,0 0 178-16,0 0-155 0,0 0 64 16,46 36 15-16,-27-9-92 15,-2 4 47-15,-1 3-46 16,-5 5 0-16,-9-1 115 16,-2 1-92-16,-2 5 20 15,-20 1 2-15,-11 1-61 16,-6 2-2-16,-3-4 0 15,2-7-202-15,4-2 31 16,12-11-358-16,10-11-347 0</inkml:trace>
  <inkml:trace contextRef="#ctx0" brushRef="#br0" timeOffset="98156.89">3667 10277 998 0,'0'0'1051'16,"0"0"-837"-16,0 0-129 0,0 0-60 16,0 0 6-16,0 0 15 15,0 0-46-15,95-121-38 16,-76 85 30-16,-6 0-144 15,-5 2 86-15,-4 4 30 16,2 7 36-16,-6 6 27 16,0 9 107-16,0 6 4 15,0 2 3-15,0 0-139 16,0 15 17-16,0 16 12 16,0 13-17-16,0 11 117 15,0 6-131-15,0 2-21 16,2-3 20-16,0-4-170 15,-2-6-69-15,0-11-368 0,0-18-1039 16</inkml:trace>
  <inkml:trace contextRef="#ctx0" brushRef="#br0" timeOffset="99210.2">4186 9386 1182 0,'0'0'854'0,"0"0"-686"16,0 0-78-16,0 0-90 16,0 0 0-16,0 0 112 15,0 0-82-15,129-86-11 16,-89 47-19-16,-2-2 27 0,-9-2-39 16,-7 4 12-16,-6 0-22 15,-12 5-12-15,-4 7 12 16,0 4 16-16,0 10 0 15,0 6 12-15,-4 7-20 16,0 0 14-16,-1 11-6 16,3 22 6-16,2 22 12 15,0 28 52-15,0 38 21 16,5-5-64-16,3-7 110 16,-1-15-105-16,-7-24-24 15,0 6 46-15,0 3-38 16,0-14-10-16,-2-7 0 15,-14-12 15-15,-4-7 4 16,-7-7-19-16,0-8-7 16,0-8-12-16,8-10-17 0,3-6 34 15,10-13 2-15,6-28-147 16,0-13 147-16,15-13-61 16,14-10 45-16,9-8 3 15,9-17-48-15,0 8-34 16,-3-2-195-16,1-1-28 15,-14 14 105-15,0-1 18 16,-11 5 74-16,-8 13 98 16,-6 14 23-16,-4 13 234 15,-2 16 5-15,0 11-17 16,0 9 98-16,0 3-243 16,0 22-45-16,-4 24 26 15,-5 22 76-15,2 17 81 0,2 7-155 16,5 1-60-16,0-12 63 15,3-11-63-15,11-15-6 16,1-15 4-16,1-14-68 16,-1-9 55-16,1-10-120 15,-1-7-44-15,5-10-10 16,-1-16-180-16,-9-6-313 0</inkml:trace>
  <inkml:trace contextRef="#ctx0" brushRef="#br0" timeOffset="99593.47">4850 9314 1028 0,'0'0'649'16,"0"0"-441"-16,0 0-113 16,0 0 139-16,0 0-91 15,20 111-6-15,-20-65 35 0,0 0-88 16,-2-2 10-16,-5-6-94 16,5-8 27-16,0-10-8 15,2-8-19-15,0-5-26 16,0-7 25-16,0 0-57 15,11 0 57-15,5-15-62 16,-3-11-123-16,-2-14 67 16,-4-8-215-16,-5-5 95 15,-2 6 64-15,0 8 175 16,0 17 222-16,0 12-52 16,0 10-147-16,0 4 75 0,0 23-15 15,0 6 99-15,0 7-17 16,0 1-91-16,15-5 35 15,6-7-109 1,3-4 8-16,5-9 16 0,2-6-24 16,1-8-9-16,-1-2-3 15,-2 0-131-15,-2-14 90 16,0-25-184-16,-8 4-145 16,-5-5-298-16</inkml:trace>
  <inkml:trace contextRef="#ctx0" brushRef="#br0" timeOffset="99782.55">5278 9090 1899 0,'0'0'371'15,"0"0"-340"-15,0 0 78 0,0 0-77 16,85 162 12-16,-76-92 115 16,-7 5-83-16,-2 0 6 15,0 4-82-15,-15-8 26 16,-1-2-77-16,-2-13-74 15,9-14-143-15,2-13-251 16,7-19-584-16</inkml:trace>
  <inkml:trace contextRef="#ctx0" brushRef="#br0" timeOffset="100121.65">5869 9374 1363 0,'0'0'1016'0,"0"0"-803"16,0 0-189-16,0 0 41 15,0 0-57-15,0 0 59 16,0 0-26-16,80 14-3 0,-53-12-47 16,-2 0 9-16,-10 6-206 15,-9-2-79-15,-6-1-501 0</inkml:trace>
  <inkml:trace contextRef="#ctx0" brushRef="#br0" timeOffset="100255.19">5866 9578 1160 0,'0'0'1233'16,"0"0"-1037"-16,0 0-65 16,0 0-131-16,130 0-58 15,-83-9-53-15,4-1-39 0,-11 0-108 16,-11 2-855-16</inkml:trace>
  <inkml:trace contextRef="#ctx0" brushRef="#br0" timeOffset="101177.29">7089 9691 1167 0,'0'0'606'15,"0"0"-553"-15,0 0-46 16,0 0 5-16,0 0-5 15,0 0 71-15,86-132-59 16,-59 90-18-16,4-8-2 16,2-6-34-16,4-7-70 15,-2-4-15-15,-4-6-168 16,-2-4 108-16,-11-3 90 0,-7-4 67 16,-11 3 6-16,0 2-61 15,-9 8 78-15,-11 16 20 16,-2 16 110-16,-3 21 57 15,-2 18-107-15,2 16-12 16,0 44 139-16,2 39-5 16,14 34 69-16,6 0-73 15,3-22-92-15,10-33 101 16,9-25-166-16,8 5-12 16,4-2 14-16,6-5-36 15,-2-15 29-15,1-15-36 16,-3-13 0-16,1-8-61 15,-3-6 40-15,-2-19-115 16,-7-14 32-16,-4-7-106 16,-7-7-6-16,-4 7 39 15,-7 8 177-15,0 15 58 0,0 11 123 16,0 12-60-16,0 0-53 16,0 12-52-16,0 20 56 15,0 3-13-15,0 5-58 16,-2-4 43-16,2-5-44 15,0-11-64-15,0-8-63 16,0-7-170-16,0-5 79 16,0-7-259-16,0-12-75 0</inkml:trace>
  <inkml:trace contextRef="#ctx0" brushRef="#br0" timeOffset="101604.55">7735 9249 1395 0,'0'0'406'16,"0"0"-190"-16,0 0 13 15,0 0-90 1,35 143-84-16,-35-104 143 0,0-5-149 16,0-10-10-16,0-7 17 15,0-8-50-15,0-4 8 16,0-5-14-16,0 0 6 16,3 0-75-16,5-7 69 15,10-16-49-15,7-9-110 16,6-1-16-16,0 0 167 15,1 11-27-15,-6 15 35 0,-4 7 110 16,-6 4-109-16,-5 21 48 16,-9 8 57-16,-2-3-45 15,0-2 58-15,0-8-119 16,0-8 24-16,0-7 6 16,0-2-30-16,0-3 0 15,0 0-6-15,14-10-61 16,11-14 32-16,10-7-137 15,7-2 105-15,1-2 33 16,-1 8 44-16,-11 6-10 16,-4 11 27-16,-10 8 7 15,-3 2-4-15,-5 10-30 16,-7 20-52-16,-2 13 35 16,-13 25-79-16,-12-8-199 15,-1-11-314-15</inkml:trace>
  <inkml:trace contextRef="#ctx0" brushRef="#br0" timeOffset="102122.51">7131 9994 1994 0,'0'0'66'0,"0"0"-66"16,0 0-30-16,0 0 30 0,0 0 21 16,122-48 39-16,-97 48 4 15,-4 16 83-15,-4 14-124 16,-11 10 24-16,-6 6 44 15,0 3-33-15,0 0 74 16,-4-4-105-16,-5-10-14 16,3-9 28-16,2-9-41 15,4-9 0-15,0-6-2 16,0-2-47-16,0-4 31 16,4-20-56-16,6-14-129 0,3-11-4 15,1-5-101-15,-3 3 1 16,-4 8 238-16,-2 15 69 15,-3 14 271-15,-2 12-106 16,0 2-85-16,0 9 1 16,0 14 28-16,0 5 41 15,0 4-37-15,11 1-72 16,2-6 71-16,5-5-112 16,2-4-61-16,2-7 18 15,9-11-103-15,-4 0-102 16,-2 0-300-16</inkml:trace>
  <inkml:trace contextRef="#ctx0" brushRef="#br0" timeOffset="102312">7567 10022 1635 0,'0'0'716'0,"0"0"-587"15,0 0-19-15,0 0-110 16,0 0 0-16,0 0 58 15,0 0-58-15,121 0 0 16,-81 0-20-16,5-8-73 16,6-4-51-16,-11 2-234 15,-9 0-383-15</inkml:trace>
  <inkml:trace contextRef="#ctx0" brushRef="#br0" timeOffset="102528.67">7918 9860 1602 0,'0'0'485'16,"0"0"-485"-16,0 0 15 15,0 0-8-15,0 0 45 16,0 0 96-16,39 114 15 16,-49-64-96-16,-15 6 97 15,-4 2-164-15,-4 0 0 16,1-1-19-16,6-9-41 15,9-9-80-15,9-10-221 16,8-17-505-16</inkml:trace>
  <inkml:trace contextRef="#ctx0" brushRef="#br0" timeOffset="102789.07">8142 10182 1987 0,'0'0'380'0,"0"0"-297"15,0 0-83-15,0 0-75 16,67-116 35-16,-49 74 40 16,1-2 0-16,-4 3-1 15,3 4 12-15,-5 7-4 16,-1 7 23-16,-4 14 28 16,-6 9 49-16,-2 2-107 15,0 32 0-15,0 16 28 0,0 16-9 16,-2 11-22-1,-6 6 3-15,-4 14-177 0,3-23-219 16,3-18-862-16</inkml:trace>
  <inkml:trace contextRef="#ctx0" brushRef="#br0" timeOffset="104691.56">9141 8311 1326 0,'0'0'291'0,"0"0"-43"16,0 0-125-16,0 0-76 16,0 0 13-16,0 0-22 15,0 0 32-15,12 25-20 16,-8 25 55-16,1 28 159 16,-3 4-173-16,0 10-12 15,-2-1-6-15,0-18-72 16,0 2 29-16,0-13-30 15,2-13 0-15,2-12-37 16,1-9 37-16,2-6-104 0,0-5-51 16,-1-5-111-1,-4-5-32-15,0-4-330 0</inkml:trace>
  <inkml:trace contextRef="#ctx0" brushRef="#br0" timeOffset="105105.56">8902 8853 1676 0,'0'0'558'15,"0"0"-496"-15,0 0-46 16,0 0 21-16,0 0-29 16,0 0 24-16,0 0 33 15,106-16-47-15,-48 10 36 16,8-2-54-16,5-1-5 0,4-8-18 15,-2 1 23 1,-2-2 0-16,-6 2 0 0,-10 4-7 16,-14 1-44-16,-12 8 51 15,-14 1-10-15,-8 2-11 16,-7 0 42-16,0 5-11 16,-16 20 15-16,-10 7-7 15,-8 8 177-15,1 4-158 16,2-2-4-16,4-2 40 15,9-6-65-15,5-5 43 16,6-10-51-16,7-2 0 16,0-10-62-16,0-3 43 15,15-4-47-15,10 0 16 16,4-11-93-16,2-16-65 16,9-31-278-16,-7 6-86 0,-8 3-8 0</inkml:trace>
  <inkml:trace contextRef="#ctx0" brushRef="#br0" timeOffset="105495.47">9670 8747 611 0,'0'0'817'15,"0"0"-449"-15,0 0-195 16,0 0-133-16,0 0 257 16,0 0-171-16,0 0 6 15,0 122-26-15,0-105-94 16,6-4 51-16,5-3-63 16,0-6 0-16,7-4-44 15,5 0 44-15,4 0-55 16,4-12-65-16,0-3-86 15,0-2 169-15,-2 3-31 0,-4 4 68 16,-8 8 14 0,-3 2 8-16,-7 8 41 0,-3 18 24 15,-4 3-29-15,0 0 132 16,0-3-157-16,0-6-6 16,-2-8 28-16,0-6-49 15,2-6 19-15,0 0-25 16,0 0 6-16,13-16-68 15,13-12-120-15,12-4-104 16,7-2 147-16,1 2 17 16,0 10 122-16,-9 12 48 15,-6 10-17-15,-8 0 98 16,-10 26-112-16,-9 9 3 0,-4 4-12 16,0 3-8-16,-4 6-12 15,-11-7-186-15,1-15-489 0</inkml:trace>
  <inkml:trace contextRef="#ctx0" brushRef="#br0" timeOffset="106778.8">10651 8311 1294 0,'0'0'369'0,"0"0"-125"16,0 0-83-16,0 0 109 15,0 0-155-15,0 0-40 16,0 0-25-16,-14 29-32 16,-4 21 40-16,-4 32 6 15,5 6-37-15,3 11 128 16,7 0-154-16,7-20 14 16,0 2-5-16,0-16 19 15,17-14-52-15,6-16 23 16,2-8-115-16,6-13 108 15,16-14-236-15,-7 0-248 16,-7-9-342-16</inkml:trace>
  <inkml:trace contextRef="#ctx0" brushRef="#br0" timeOffset="107261.13">11070 8157 988 0,'0'0'714'0,"0"0"-532"15,0 0-26-15,0 0 33 16,0 0-40-16,0 0 41 15,0 0-112-15,2 4-69 16,-2 26 109-16,0 10-59 0,0 8-18 16,2 1-34-1,0-3 20-15,0-8-26 0,3-10-1 16,-1-6-23-16,3-8-16 16,0-5-97-16,2-6-64 15,1-3 3-15,6-10-86 16,0-18-77-16,-5-4-1171 0</inkml:trace>
  <inkml:trace contextRef="#ctx0" brushRef="#br0" timeOffset="107438.97">11259 8115 1450 0,'0'0'475'16,"0"0"-445"-16,0 0 46 15,0 0 73-15,0 130-37 16,0-77 86-16,0-2-123 0,0 0-61 15,0-7 13-15,0-6-27 16,0-4-44-16,0-7-77 16,0-8-212-16,0-7-11 15,0-8-501-15</inkml:trace>
  <inkml:trace contextRef="#ctx0" brushRef="#br0" timeOffset="107614.48">11016 8211 1617 0,'0'0'617'0,"0"0"-389"15,0 0-212-15,131-29-15 16,-83 26-1-16,-2 3-6 16,-1 0 6-16,15 0-228 0,-11 0-324 15,-9 0-505-15</inkml:trace>
  <inkml:trace contextRef="#ctx0" brushRef="#br0" timeOffset="107929.21">11640 8185 1091 0,'0'0'596'0,"0"0"-439"15,0 0-113-15,0 0 105 0,0 0-114 16,0 0-34 0,0 0 89-16,18 44 18 0,-18-6 22 15,0 9-17-15,0 3-63 16,0-2 140-16,0-4-190 16,-7-6 15-16,1-8-1 15,4-8 1-15,-1-8-30 16,3-8-7-16,0-6-85 15,0 0 86-15,0-14-62 16,7-16-57-16,10-44-182 16,-3 7-210-16,-3-3-54 0</inkml:trace>
  <inkml:trace contextRef="#ctx0" brushRef="#br0" timeOffset="108057.42">11640 8185 1075 0,'87'-44'616'16,"-87"44"-394"-16,0 18-190 15,0 10 94-15,0 6 38 16,0 6-64-16,7 2 59 15,6-3-159-15,2-3-2 16,6-7 2-16,3 4-139 16,-3-9-55-16,-8-6-475 0</inkml:trace>
  <inkml:trace contextRef="#ctx0" brushRef="#br0" timeOffset="108430.54">10873 8821 1751 0,'0'0'657'16,"0"0"-572"-16,0 0 31 15,0 0 17-15,0 0-78 16,118-14 26-16,-31 1-81 16,32 4 23-16,-1-1 42 0,-12 2-47 15,-10 2-18-15,-20 1 42 16,2 2-20-16,5 1-28 15,-15 0 6-15,-12 2-135 16,-8 0 58-16,-9 0-293 16,-10 0-312-16,-8 0-832 0</inkml:trace>
  <inkml:trace contextRef="#ctx0" brushRef="#br0" timeOffset="109256.93">11464 9007 1075 0,'0'0'567'0,"0"0"-431"16,0 0-75-16,0 0 146 15,0 0-76-15,0 0 21 16,0 0-4-16,0 0-84 16,0 0 43-16,0 0-83 15,0 0-9-15,0 0 94 16,0 0-103-16,0 0-6 15,0 3 0-15,0-3 28 16,-2 0-32-16,2 0 4 0,0 0 0 16,0 0-12-1,0 0 12-15,0 0 0 0,0 0-8 16,0 0 22-16,0 0-22 16,0 0 8-16,0 0 0 15,0 0-13-15,0 0 13 16,0 0 0-16,0 0-2 15,0 0 16-15,0 0-11 16,0 0-3-16,0 0 0 16,0 0-8-16,0 1 10 15,0 1-2-15,-7 2 0 16,-8 4 15-16,-12 5-33 16,-9 6 18-16,-7 6-2 15,-1-1-29-15,4 1 49 0,7-8-18 16,11-5 0-16,8-4 6 15,7-7 0-15,7 2-6 16,0-3 0-16,0 0-25 16,14 0 42-16,12 0-18 15,10 0 1-15,11-6 0 16,4-3-20-16,5 0 20 16,-3-1-54-16,-1-2-43 15,-7 1-141-15,3-3-87 16,-12 3-305-16,-12-1-562 0</inkml:trace>
  <inkml:trace contextRef="#ctx0" brushRef="#br0" timeOffset="109439.89">11616 8993 1290 0,'0'0'830'15,"0"0"-662"-15,0 0-168 16,0 0 0-16,-25 108 56 15,17-65-44-15,-2 2 49 16,4-2-58-16,1 3-3 16,5 2 0-16,0-9-253 15,0-16-324-15</inkml:trace>
  <inkml:trace contextRef="#ctx0" brushRef="#br0" timeOffset="109987.02">12403 8235 1470 0,'0'0'694'0,"0"0"-530"16,0 0-96-16,0 0-68 15,0 0-21-15,0 0 21 16,0 0 0-16,40 125 223 0,-20-17-116 15,-7 30-60-15,-4-8 36 16,-7-27-74-16,-2-33-3 16,0-26-6-16,-2 5 23 15,-9 0-25-15,0-1 2 16,-1-9-81-16,2-13-33 16,5-10-133-16,3-7-117 15,2-9-321-15</inkml:trace>
  <inkml:trace contextRef="#ctx0" brushRef="#br0" timeOffset="110302.74">12763 8703 637 0,'0'0'1378'0,"0"0"-1026"15,0 0-233-15,0 0 80 0,0 0-135 16,0 0 3-1,0 0-55-15,126 23 29 0,-88-18-67 16,17-5 26 0,-8 0-282-16,-6 0-370 0</inkml:trace>
  <inkml:trace contextRef="#ctx0" brushRef="#br0" timeOffset="110674.4">13396 8666 1075 0,'0'0'705'0,"0"0"-622"0,0 0-83 15,0 0-117-15,16-114 91 16,-11 80 26-16,1-2 44 15,-1-5 155-15,0 2-152 16,1-5 1-16,-1 1 65 16,-1 5-5-16,0 6 24 15,1 13-1-15,-1 7-18 16,-1 6 82-16,-1 6-195 16,0 0 0-16,5 20 0 15,-1 15 12-15,1 16 34 16,-3 11-46-16,-1 12 2 15,-3 4-8-15,0 4 6 0,0-3-84 16,0 7-127-16,-12-21-346 16,2-16-560-16</inkml:trace>
  <inkml:trace contextRef="#ctx0" brushRef="#br0" timeOffset="111980.52">9000 9573 998 0,'0'0'391'15,"0"0"-278"-15,0 0-23 0,0 0-81 16,0 0 64-16,153 2 55 15,-100-2-59-15,7 0 118 16,7 0-107-16,4 0 2 16,9 0 60-16,7 0-84 15,9 0-9-15,5 0-49 16,3 0 30-16,21 0-2 16,20 0-28-16,23 0-4 15,5 0-8-15,-5 0 24 16,-10 0-11-16,-7-6-1 15,3-6 0-15,4 2-9 16,-2 2 9-16,1 1 0 16,-3 2-12-16,-5-2 33 15,-3 5-12-15,-7 1-9 16,-8 1 0-16,-23 0 18 0,-24 0 1 16,-17 0 4-16,-2 0 18 15,8 0-39-15,12 0 41 16,8 3-43-16,-3 0 0 15,-6-3 21-15,-7 2-21 16,-8-2 0-16,-9 0-13 16,-10 0 30-16,-5 0-45 15,-9 0 10-15,-7 0-102 16,-6 0 109-16,-8 0-183 16,-8 0-78-16,-5 0-241 15,-2 0-710-15</inkml:trace>
  <inkml:trace contextRef="#ctx0" brushRef="#br0" timeOffset="113092.27">10605 9980 1475 0,'0'0'338'16,"0"0"-119"-16,0 0-167 15,0 0-2-15,0 0-13 16,0 0-5-16,0 0 134 0,85-41-110 16,-60 41-48-16,0 2 79 15,-6 21-79-15,-5 7 38 16,-5 8 36-16,-9 6-60 16,0 7 106-16,-7-3-105 15,-9-2-16-15,1-6 32 16,1-8-24-16,6-11-15 15,3-10 0-15,5-8 24 16,0-3-38-16,0 0 14 16,2-2-49-16,14-15 37 15,6-13-94-15,1-10-52 16,-1-6-51-16,-7-5-50 0,-5 10 220 16,-6 9 39-16,-4 11 17 15,0 13 134-15,0 8-120 16,-14 0 18-16,3 20 31 15,1 9-36-15,2 6 123 16,8 3-117-16,0 3-21 16,10-5 9-16,11-2-23 15,6-8-30-15,4-6-13 16,17-14-192-16,-11-5-41 16,-3-1-539-16</inkml:trace>
  <inkml:trace contextRef="#ctx0" brushRef="#br0" timeOffset="113269.59">11197 10156 1557 0,'0'0'994'16,"0"0"-695"-16,0 0-299 16,0 0-11-16,145-29 10 15,-99 17-62-15,4 1 62 16,18 3-159-16,-14 1-223 15,-8 2-192-15</inkml:trace>
  <inkml:trace contextRef="#ctx0" brushRef="#br0" timeOffset="113528.45">11807 10181 687 0,'0'0'1480'15,"0"0"-1252"-15,0 0-200 0,0 0-28 16,0 0-172-16,105-124 66 15,-89 81 32-15,-5-1 74 16,-2 4-6-16,-5 8 12 16,1 10 81-16,-5 10 111 15,0 8-12-15,0 4-103 16,0 5-83-16,0 25 0 16,0 14 49-16,0 14-25 15,-5 5 48-15,3 8-72 16,2-6-48-16,0 0-42 15,0-1-110-15,11-17-106 16,-2-12-474-16</inkml:trace>
  <inkml:trace contextRef="#ctx0" brushRef="#br0" timeOffset="114403.73">14050 9547 491 0,'0'0'1306'0,"0"0"-968"16,0 0-175-16,0 0 34 0,0 0-87 15,0 0 20-15,0 0-51 16,77-16-67-16,-27 10 79 16,4 1-91-16,-1 3 0 15,-2 2-33-15,-6 0-25 16,-12 0-109-16,-15 13-92 15,-11 0-385-15,-7 4-128 0</inkml:trace>
  <inkml:trace contextRef="#ctx0" brushRef="#br0" timeOffset="114526.43">14127 9775 1729 0,'0'0'546'0,"0"0"-449"15,0 0-17-15,0 0-51 0,146 2-11 16,-78-2-18-1,24-24-153-15,-18 4-174 0,-14-2-1477 0</inkml:trace>
  <inkml:trace contextRef="#ctx0" brushRef="#br0" timeOffset="124436.99">14948 9912 1467 0,'0'0'806'15,"0"0"-710"-15,0 0-51 16,0 0 63-16,0 0-106 15,0 0 87-15,62-116-38 16,-30 65-33-16,6-3 47 16,6-6-65-16,6-7 0 15,1-8-15-15,0-3 8 16,-2-3-14-16,-7-2-18 16,-9-4-59-16,-8 0 77 15,-7 4-16-15,-9 4 27 16,-5 11-1-16,-4 14 22 15,0 16-3-15,0 16-8 16,0 12 0-16,-2 10-4 0,-11 7 4 16,-3 34 0-16,-6 32 22 15,-2 40 32-15,-1 30 89 16,9-11-81-16,7-26-60 16,7-38 97-16,2-26-98 15,0 3 12-15,5-3-13 16,13 0 18-16,9-10-24 15,4-10 6-15,4-8-71 16,5-6 63-16,2-8-144 16,-3 0 12-16,-2-13-4 15,-5-13-116-15,-8-6 94 16,-4-3-102-16,-4 0 4 16,-8 8 264-16,-1 8 135 0,-7 12 83 15,0 7-31-15,0 0-116 16,0 16 78-16,-2 14-36 15,-7 6-29-15,0 2-29 16,5-3-55-16,2-4-19 16,2-7-137-16,2-9-228 15,11-13-226-15</inkml:trace>
  <inkml:trace contextRef="#ctx0" brushRef="#br0" timeOffset="124873.57">15938 9485 1609 0,'0'0'254'16,"0"0"-46"-16,-4 125 47 15,-7-76-128-15,1-7-11 16,2-12-34-16,3-9-53 16,5-10 15-16,0-7-44 15,0-4 0-15,0 0-58 16,5 0 51-16,10-18-38 15,9-10-12-15,5-11-112 16,5-7 12-16,-1 3 17 16,-4 5 140-16,-4 12 92 15,-3 14 35-15,-7 12-30 16,-3 0-15-16,-5 15-25 0,-3 12 69 16,-2-1-62-1,-2-4-40-15,0-5 42 0,0-5-66 16,0-5 0-16,0-5 0 15,2-2 19-15,10 0-46 16,10-12 27-16,12-11-121 16,10-9 8-16,8-5-10 15,4 2 84-15,-6 8 39 16,-5 10 0-16,-9 15-3 16,-9 2 3-16,-14 19-69 15,-13 37-14-15,-3-6-100 16,-19-4-443-16</inkml:trace>
  <inkml:trace contextRef="#ctx0" brushRef="#br0" timeOffset="125554.39">15271 10162 1476 0,'0'0'533'16,"0"0"-423"-16,0 0-48 15,0 0 28-15,0 0-71 16,0 0 18-16,0 0 121 15,42-61-136-15,-30 61-6 16,-1 5 21-16,-5 20-19 0,-2 10 128 16,-4 14-88-16,0 4-19 15,-12 2 48-15,-3-1-72 16,1-10-5-16,5-10-10 16,3-13 14-16,6-8-41 15,0-7 27-15,0-6-55 16,4 0 35-16,13-10-7 15,8-18-34-15,2-14-95 16,0-10-180-16,-3-2 124 16,-9 3-44-16,-3 17 256 15,-10 15 89-15,-2 12 54 16,0 7-50-16,0 7 13 16,-14 19-14-16,-1 10 144 15,1 4-151-15,4 2-36 16,7-5 24-16,3-2-73 0,0-9 13 15,18-6-13-15,6-4-94 16,10-9 64-16,15-7-209 16,-7 0-311-16,-5-7-533 15</inkml:trace>
  <inkml:trace contextRef="#ctx0" brushRef="#br0" timeOffset="125770.51">15604 10289 1748 0,'0'0'570'0,"0"0"-406"16,0 0-24-1,0 0-80-15,0 0 45 0,0 0-78 16,0 0-27-16,122 0 48 16,-70-7-48-16,4 0-41 15,4-3-20-15,-3-1-106 16,19-3-72-16,-16 7-271 15,-10-4-249-15</inkml:trace>
  <inkml:trace contextRef="#ctx0" brushRef="#br0" timeOffset="126023.05">16163 10115 808 0,'0'0'1036'0,"0"0"-796"15,0 0-35-15,0 0-44 16,0 0-12-16,0 0-54 16,0 0-95-16,-9-2 34 15,15 25-34-15,4 12 0 16,-8 9 6-16,-2 6 11 16,0 1-13-16,-9 5-4 15,-13-5 21-15,-3-3-27 16,3-4 6-16,11-6-186 15,7-11-157-15,4-15-481 0</inkml:trace>
  <inkml:trace contextRef="#ctx0" brushRef="#br0" timeOffset="126317.71">16464 10418 2029 0,'0'0'804'15,"0"0"-695"-15,0 0-109 16,0 0-48-16,0 0 33 16,36-107-3-16,-19 52 19 15,6-1-1-15,2 0 0 16,-4 4-19-16,0 8-4 16,-5 10 22-16,-8 14 1 15,-3 11 66-15,-5 9-66 0,0 7 0 16,0 25-18-1,0 18 18-15,0 14 18 0,-9 10-18 16,3 3-35-16,-2-6 28 16,4 10-250-16,2-23-53 15,2-15-378-15</inkml:trace>
  <inkml:trace contextRef="#ctx0" brushRef="#br0" timeOffset="127351.08">15965 9988 727 0,'0'0'273'16,"0"0"-110"-16,0 0 23 15,0 0-60-15,0 0 40 16,0 0-39-16,0 0-51 16,0 0 47-16,0 0-116 15,0 0-6-15,0 0 89 0,0 0-66 16,0 0 66-1,0 0 6-15,0 0-55 16,0 0 100-16,0 0-104 0,0 0 11 16,0 0 56-16,0 0-85 15,0 0 32-15,0 0-35 16,0 0 11-16,0 0 40 16,0 0-67-16,0 0 0 15,0 0 20-15,2 2-7 16,4 2-5-16,4 1-8 15,5 7 6-15,-2 1 28 16,7 1-34-16,1 3 0 16,1-3 5-16,0-3 20 15,1-1-8-15,-3 1-17 16,-3-6 0-16,-5-1-14 0,-3 1 14 16,-3-2 0-1,-4-1-7-15,0-2 19 0,-2 2-6 16,0-2-6-16,0 2 0 15,3 2-15-15,-1 6 15 16,5 6 0-16,0 11-3 16,-3 11 19-16,-2 8 23 15,-2 10-39-15,0 4 0 16,0 3-46-16,-18 15 20 16,3-15-223-16,2-17-413 0</inkml:trace>
  <inkml:trace contextRef="#ctx0" brushRef="#br0" timeOffset="128374.53">16206 10455 489 0,'0'0'758'0,"0"0"-516"16,0 0-124-16,0 0-22 16,0 0-19-16,0 0 86 15,0 0-8-15,-23 24-15 16,17-6-30-16,-3 4-78 16,1 1 13-16,4-1-45 15,-2-1-111-15,1-2-86 0,3-8-587 16</inkml:trace>
  <inkml:trace contextRef="#ctx0" brushRef="#br0" timeOffset="144438.37">17686 8131 1139 0,'0'0'348'16,"0"0"-175"-16,0 0 26 16,0 0-56-16,0 0 7 15,6-2 54-15,-6 2-109 16,0-2 9-16,3 2-37 15,-3 0-16-15,0 0 32 16,0-3-63-16,0 3-4 16,0 0 32-16,0 0-48 15,0 0 27-15,0 0-27 16,0 0 0-16,0 0 45 0,0 0-45 16,0 3 0-1,0 13 7-15,0 12 19 0,0 9-14 16,0 8-12-16,0 3 7 15,0 0-7-15,0-2 0 16,0-8-37-16,0-1 1 16,0 4-195-16,0-6-75 15,0-12-430-15</inkml:trace>
  <inkml:trace contextRef="#ctx0" brushRef="#br0" timeOffset="144692.84">17857 8095 1367 0,'0'0'365'16,"0"0"-251"-16,0 0-106 15,0 0 190-15,0 0-26 16,0 124-52-16,4-76 29 15,2 3-141-15,-2-1 9 16,-2-2-17-16,2-4-23 16,-1-2-10-16,-1 1-155 15,0-10-173-15,-2-13-314 0</inkml:trace>
  <inkml:trace contextRef="#ctx0" brushRef="#br0" timeOffset="144914.44">17672 8101 993 0,'0'0'1138'16,"0"0"-827"-16,0 0-233 16,0 0-23-16,0 0 60 15,156-62-100-15,-100 58-14 16,2 4 8-16,-4 0-9 15,-8 4-97-15,-3 28-105 16,-14-2-154-16,-14-2-339 0</inkml:trace>
  <inkml:trace contextRef="#ctx0" brushRef="#br0" timeOffset="145159.93">17520 8903 1560 0,'0'0'864'15,"0"0"-650"-15,0 0-93 16,0 0-10-16,0 0-64 0,0 0 60 16,0 0-98-16,161-75 1 15,-108 61-10 1,1 1-30-16,-2 6-7 0,-4 6-95 15,-3 1-213-15,-11 1-189 16,-12 12-587-16</inkml:trace>
  <inkml:trace contextRef="#ctx0" brushRef="#br0" timeOffset="145473.41">17953 9011 1639 0,'0'0'710'0,"0"0"-537"0,0 0-171 16,0 0-2-16,0 0 58 16,0 0 27-16,-161 50 31 15,97-21-97-15,-3 5-8 16,5-2 8-16,13-6-10 16,13-5-16-1,13-10 7-15,13-3 0 0,10-6-14 16,0 2-14-16,8-2-66 15,23 3 87-15,15-2-16 16,6-3 13-16,6 0 8 16,3 0 2-16,-3 0-25 15,-5 0 6-15,-5-8-41 16,-9 2-4-16,1-3-235 16,-9 4-81-16,-10-2-503 0</inkml:trace>
  <inkml:trace contextRef="#ctx0" brushRef="#br0" timeOffset="145654.75">18131 9038 751 0,'0'0'1565'16,"0"0"-1378"-16,0 0-125 16,0 138-62-16,0-84 8 15,-4 0 62-15,-3-4-51 16,3-3-7-16,4-3-12 15,0 2-106-15,0-11-121 16,2-12-397-16</inkml:trace>
  <inkml:trace contextRef="#ctx0" brushRef="#br0" timeOffset="148199.37">18887 8045 340 0,'0'0'300'0,"0"0"-103"16,0 0-40-16,0 0 4 16,0 0-59-16,0 0-10 15,0 0 37-15,-11 0-51 0,11 0 2 16,-2 0 15-16,0 0-57 15,0 0 35-15,-4 0-23 16,0 0-2-16,-3 0 20 16,-5 12-23-16,-3 12 8 15,-5 17 44-15,-5 31 36 16,0 44 53-16,5 46-52 16,4 13-42-16,9-28 31 15,5-35-68-15,4-51-18 16,0-6 14-16,0 3-51 15,9 6 28-15,9 6-28 16,8-10-9-16,8-8-16 16,4-8-34-16,2-10-81 0,11-13-128 15,-9-10-265-15,-6-8-432 16</inkml:trace>
  <inkml:trace contextRef="#ctx0" brushRef="#br0" timeOffset="148641.94">19084 8897 1644 0,'0'0'725'16,"0"0"-586"-16,0 0-73 16,0 0-38-16,0 0 42 15,0 0 48-15,0 0-94 16,21-30-23-16,-5 3-2 16,3-8-54-16,-2-7 17 15,-1-6-76-15,-3-4 42 16,-5-3 48-16,-3 4-26 15,-2 5 29-15,-1 9 21 16,-2 11 31-16,0 11 106 16,0 12-68-16,0 3-46 15,0 6-18-15,0 23 29 0,0 22-29 16,0 15 86-16,0 11-90 16,0 3 25-1,0-4-26-15,0-8-15 0,4-7-6 16,7 1-155-16,1-15-117 15,-1-15-553-15</inkml:trace>
  <inkml:trace contextRef="#ctx0" brushRef="#br0" timeOffset="149033.99">19846 8711 2027 0,'0'0'688'0,"0"0"-600"15,0 0-60-15,0 0-19 0,0 0 46 16,0 0 41-16,0 0-67 16,93 0-19-16,-46 0 42 15,0 0-50-15,-5-3-4 16,-3 0-29-16,-6-2-42 15,5 0-50-15,-9 0-223 16,-9 0-438-16</inkml:trace>
  <inkml:trace contextRef="#ctx0" brushRef="#br0" timeOffset="149220.37">20108 8552 2347 0,'0'0'293'0,"0"0"-292"16,-29 148 7-16,14-78 5 16,2-7-25-16,1-7 12 15,4-8 0-15,1-2-49 16,2 7-199-16,3-16-249 16,0-6-668-16</inkml:trace>
  <inkml:trace contextRef="#ctx0" brushRef="#br0" timeOffset="149955.4">20969 8007 1039 0,'0'0'913'16,"0"0"-632"-16,0 0-194 15,0 0-10-15,0 0-41 16,0 0 25-16,0 0 35 16,-4 36-94-16,4 38 71 15,9 37 71-15,-1 25-81 16,2-6-8-16,-6-28-53 15,1-30 7-15,-3-21 9 16,2 0-18-16,0 4 0 0,3-1-1 16,0-12-56-16,2-8-65 15,2-8-161-15,-2-10-241 16,-2-11-212-16</inkml:trace>
  <inkml:trace contextRef="#ctx0" brushRef="#br0" timeOffset="150746.81">20675 8647 1947 0,'0'0'378'16,"0"0"-227"-16,0 0-150 16,0 0 24-16,0 0 37 0,0 0-51 15,0 0 25 1,174-97-36-16,-99 73 0 0,8 2-8 15,4 0 8-15,0 0-1 16,-9 6-12-16,-14 4 13 16,-10 6-11-16,-19 6 8 15,-12 0 3-15,-11 14-23 16,-12 18 60-16,0 12-25 16,-12 14 52-16,-13 8 9 15,-4 1 12-15,0-4-69 16,5-12-1-16,6-12 17 15,10-13-12-15,3-11-40 16,5-5 20-16,0-8-50 16,7-2 44-16,15 0-64 0,2-18-57 15,3-17-48-15,2-16-184 16,-2-11-195-16,-3-4 190 16,-1 3 364-16,-6 17 47 15,-5 19 326 1,-5 16-129-16,-5 11-48 0,0 6-72 15,-2 23 108-15,0 8-31 16,0 7-63-16,0 1-12 16,0-7-94-16,0-8-6 15,0-8-2-15,0-10-15 16,0-7-15-16,2-2 6 16,4-3-34-16,6 0 33 15,8-12-44-15,7-14-31 0,6-12-103 16,0-5-16-16,1 4 92 15,-8 7 89-15,-3 15 14 16,-7 17 122-16,-7 0-100 16,-5 33 45-16,-4 11 82 15,0 2-51-15,0 0 5 16,-9-11-57-16,2-9-40 16,3-11 41-16,4-9-47 15,0-6 0-15,0 0 0 16,9-6-56-16,18-21 4 15,13-12-169-15,11-9-12 16,2 0 169-16,-1 9-57 16,-8 15 121-16,-8 19 60 0,-7 5-14 15,-11 19 3-15,-7 17-49 16,-8 8 15-16,-3 2-12 16,0-2-3-16,0-1-79 15,0-14-178-15,0-10-560 0</inkml:trace>
  <inkml:trace contextRef="#ctx0" brushRef="#br0" timeOffset="151975.94">22062 7729 1079 0,'0'0'384'0,"0"0"-154"15,0 0-82-15,0 0 39 16,0 0 78-16,0 0-67 15,0 0-29-15,-19 0-45 16,19 0-67-16,0 0 5 16,0 0-41-16,0 0-13 15,0 0 26-15,5 0-34 16,2 0 0-16,0 11-1 0,-3 10-4 16,-4 6 5-16,0 7 0 15,-4 9 0-15,-19-4 49 16,1 0-32-1,2-11-17-15,8-10 0 0,10-8-2 16,2-6 1-16,5 0-17 16,21-3 3-16,15-1-29 15,6 0-10-15,6-1-165 16,-1-12-68-16,1 2-55 16,-15 2-49-16,-10 6-529 0</inkml:trace>
  <inkml:trace contextRef="#ctx0" brushRef="#br0" timeOffset="154370.21">22639 8101 428 0,'0'0'872'0,"0"0"-532"15,0 0-178-15,0 0 21 16,0 0 48-16,0 0-55 16,0 0-49-16,0-4-69 15,0 4-29-15,0 0 14 16,-4 14-43-16,-6 20 0 15,-5 20 44-15,-1 19 31 16,1 11-12-16,-1 4-26 16,7-4-26-16,3-8 56 15,3-7-52-15,3-11 3 16,0-10-5-16,3-8-13 16,16-8 0-16,6-9-75 0,20-14-155 15,-7-6-124-15,-3-3-551 16</inkml:trace>
  <inkml:trace contextRef="#ctx0" brushRef="#br0" timeOffset="154749.9">23129 8020 1579 0,'0'0'289'0,"0"0"-191"15,0 0-88-15,0 0 103 16,0 0 3-16,0 0-18 15,0 0 114-15,0 125-105 16,0-71-30-16,-2 0 28 16,-2-4-87-16,-4-4 13 15,6-3-31-15,0-8 0 16,2-6 0-16,0-5-45 16,0-7-107-16,0-8-22 15,0-9-149-15,10 0-9 0,0-14-52 16</inkml:trace>
  <inkml:trace contextRef="#ctx0" brushRef="#br0" timeOffset="154967.11">23296 8020 1788 0,'0'0'498'0,"0"0"-459"15,0 0 5-15,0 0 44 16,0 0-36-16,0 0 109 0,0 0-105 15,7 148-30 1,-7-97-5-16,0-3-5 0,0-4-32 16,0-6 16-16,0-5-48 15,0-3-25-15,0-2-118 16,0-8-156-16,0-10-333 0</inkml:trace>
  <inkml:trace contextRef="#ctx0" brushRef="#br0" timeOffset="155189.22">23076 8045 522 0,'0'0'1587'16,"0"0"-1258"-16,0 0-193 0,0 0 6 15,0 0-21-15,0 0 3 16,0 0-118-1,111-51-6-15,-67 46-9 16,4 5-45-16,-6 0-29 0,-5 0-139 16,0 22-244-16,-13-1-75 15,-8 2-678-15</inkml:trace>
  <inkml:trace contextRef="#ctx0" brushRef="#br0" timeOffset="155432.25">22962 8696 1382 0,'0'0'857'0,"0"0"-714"16,0 0-121-16,0 0 72 16,0 0 94-16,0 0-60 15,0 0-25-15,58-3-96 16,-15-5-7-16,3 1-47 15,3 2-27-15,-5 0-43 16,-1 5-138-16,-3 0-67 16,-11 10-70-16,-11 2-353 0</inkml:trace>
  <inkml:trace contextRef="#ctx0" brushRef="#br0" timeOffset="155721.37">23316 8821 1564 0,'0'0'545'0,"0"0"-495"16,0 0-36-16,0 0 113 16,0 0-9-16,0 0-18 15,-120 51-51-15,68-24-16 16,0 4 11-16,2-4-33 16,8-3-7-16,11-6 23 15,13-7-20-15,9-6 4 16,9-3-11-16,0-2-28 15,9 2 2-15,20 1-36 16,9-3 47-16,7 0-16 16,3 0-60-16,1-7 30 0,-1-2-17 15,-4-4-29-15,0 1-8 16,5-4-112-16,-9 2-88 16,-11 2-393-16</inkml:trace>
  <inkml:trace contextRef="#ctx0" brushRef="#br0" timeOffset="155832.41">23316 8821 1024 0</inkml:trace>
  <inkml:trace contextRef="#ctx0" brushRef="#br0" timeOffset="155932.34">23316 8821 1024 0,'127'-14'1094'0,"-129"23"-936"0,-2 8-133 0,-1 7-18 0,-1 5 73 0,2 4 9 16,-2 5 35-1,2 4-96-15,2 0-28 16,2-1-19-16,0-5-77 0,0-2-80 16,0-10-315-16,0-11-583 0</inkml:trace>
  <inkml:trace contextRef="#ctx0" brushRef="#br0" timeOffset="157250.34">23809 8110 525 0,'0'0'1022'16,"0"0"-698"-16,0 0-150 15,0 0 15-15,0 0-68 16,0 0-69-16,0 0-9 15,0 0-34-15,35 104 74 16,-12 0 115-16,-7 28-119 16,-5-6-17-16,-11-26-15 15,0-29-26-15,0-24 9 16,-5 6-30-16,-5 3 0 16,-4 5-15-16,3-12-40 15,-3-1-99-15,5-13-314 0,5-16-391 16</inkml:trace>
  <inkml:trace contextRef="#ctx0" brushRef="#br0" timeOffset="158273.11">23945 7788 1098 0,'0'0'839'0,"0"0"-632"16,0 0-175-16,0 0 39 15,0 0 65-15,0 0-29 16,0 0 3-16,31-16-108 16,-2 14 17-16,7 0-26 15,4 2 24-15,-2 0-34 16,0 0 11-16,-5 0-3 0,-6 0 9 15,-4 0-42-15,-8 0 23 16,-6 0 9-16,-5 0 17 16,-1 0-25-16,-3 0 18 15,2 0 0-15,-2 0 8 16,0 0-8-16,2 0-9 16,5 0 8-16,1 7 1 15,4 8 3-15,1 5-3 16,3 10 0-16,-1 8 10 15,-2 11 1-15,-1 7-11 16,-3 12 64-16,-7 5-24 16,-2 8 8-16,0 5 5 15,0 4-26-15,0-3 52 0,0 3-68 16,0 2 23-16,0-2 5 16,0-2-39-16,-5-5 28 15,5-4-28-15,0-9 12 16,0-6-1-16,0-4-10 15,3-9-1-15</inkml:trace>
  <inkml:trace contextRef="#ctx0" brushRef="#br0" timeOffset="161157.97">24502 9085 735 0,'0'0'403'0,"0"0"-225"0,0 0-59 15,0 0-43-15,0 0 23 16,0 0-25-16,0 0-58 16,0 0 7-16,0 0-2 15,0 0-10-15,0 0 70 16,0 0-15-16,0 0-15 15,0 0-29-15,0 0-22 16,0 0 0-16,-4 0-6 16,0 0-120-16,-1 0 89 15,1-3 2-15,2 1-12 16,-3 2 14-16,2 0 23 16,3 0 10-16,0 0 26 15,0 0 0-15,0 0 24 0,0 0-36 16,0 0 21-1,0 0 11-15,0 0-11 0,0 0 9 16,0 5-10-16,0 9 68 16,0 5 12-16,0 1-55 15,-2 2 15-15,2-2-9 16,0 3-19-16,0-2 18 16,0 2-8-16,0-4-27 15,0-1 12-15,0 0-29 16,0-1 9-16,0-2-13 15,0-3-2-15,0-2 25 16,0-1-31-16,0-6 0 16,0-1 3-16,0 0 4 15,0-2 7-15,0 0-13 16,0 0 16-16,0 0 36 0,0 0-26 16,-2 0-6-16,-4 0 12 15,-3 2-27-15,-11 2-12 16,-7 6-3-1,-11 2-96-15,-34 6-88 0,10-4-317 16,1-6-388-16</inkml:trace>
  <inkml:trace contextRef="#ctx0" brushRef="#br0" timeOffset="162900.77">17780 9982 1174 0,'0'0'358'0,"0"0"-246"15,0 0-86-15,0 0-14 16,0 0 83-16,0 0 0 16,0 0-25-16,6-4-37 15,-4 4-32-15,2-2 27 16,1-2 1-16,1 2 8 15,4-4 41-15,1 2-41 16,7-5 4-16,7 4-20 16,4-2-10-16,8-2 13 15,5 1-24-15,3 2 0 16,4 0 2-16,2 2 12 16,3-2-14-16,4 1 21 15,0 0 28-15,5-2 15 0,1 2-53 16,1 1-10-16,-1-1 19 15,3 1-19-15,-5 3 10 16,1-2-11-16,-3 3 0 16,0 0 5-16,2 0-5 15,3 0 0-15,0-1 1 16,2-3 8-16,4-3-6 16,0 0-2-16,1-2-1 15,1 1 9-15,1-2-9 16,-5 2 0-16,0 1 6 15,0-2 3-15,-2 4-4 16,4-4-5-16,2 1 0 16,4 2 4-16,1-1-3 15,0 0-1-15,-4 1 4 16,-3 1 4-16,-2 0-8 0,-3 1 0 16,2 1 1-16,-1-4 56 15,1 3-56-15,6-2 1 16,2 0-2-16,-1 2 3 15,1-1-4-15,0 2 1 16,-4-1 0-16,-1 2 5 16,0-1-5-16,1 3 0 15,3-2 1-15,3-1 0 16,3-1 6-16,-1 2-7 16,0-1 0-16,0-2 0 0,-2 3 0 15,-5 0 0 1,-1 2 0-16,-3 0 2 15,0 0 2-15,-1 0-4 16,1 0 0-16,2 0-3 0,-3 0 3 16,0-2 0-16,-3 1-1 15,-3-2 3-15,-2 3-9 16,-2 0 5-16,-2 0 2 16,-1 0 16-16,1 0-4 15,0 0-12-15,2 0 0 16,2 0 7-16,2 0-2 15,-1 0-5-15,1 3 0 16,0 0-2-16,1 1 11 0,-1 1-9 16,3-2 0-1,-5-1 0-15,0-2-11 0,-2 0-4 16,-4 0-17-16,-3 0 31 16,-2 0-31-16,-2 0 16 15,-5 0-9-15,-6 0-11 16,-5 0-25-16,-2 0-97 15,-9 2-117-15,-6 0-328 0</inkml:trace>
  <inkml:trace contextRef="#ctx0" brushRef="#br0" timeOffset="163567.34">20755 10622 1448 0,'0'0'781'0,"0"0"-645"15,0 0-130-15,0 0 15 16,0 0-15-16,0 0 2 16,136-100-8-16,-82 54-25 0,-1-9-99 15,0 1-102-15,-8 1 49 16,-11 4 65-16,-10 13 55 16,-11 14 57-16,-8 11 168 15,-2 11-99-15,-3 0-43 16,2 30-25-16,0 35 235 15,4 33 13-15,3 2-105 16,-2-2-68-16,0-11-43 16,2-14-33-16,4 34-8 15,1-13-169-15,-4-19-418 0</inkml:trace>
  <inkml:trace contextRef="#ctx0" brushRef="#br0" timeOffset="164986.41">24911 9527 1045 0,'0'0'508'16,"0"0"-337"-16,0 0-12 15,0 0 55-15,0 0 18 16,0 0-47-16,0 0-42 16,0-2-50-16,0 2 20 15,0 0-41-15,2 0-3 16,0 0-11-16,0 0-43 15,5 0 10-15,1 0-25 16,11 0 6-16,7 0 5 16,10 0-10-16,6 0 6 15,1 0-7-15,-3 0-18 16,-1-2-9-16,0-1-56 0,-8 3-95 16,-4 0-104-16,-10 9-255 15,-10 3-202-15</inkml:trace>
  <inkml:trace contextRef="#ctx0" brushRef="#br0" timeOffset="165153.34">24944 9810 1790 0,'0'0'602'0,"0"0"-550"16,0 0-20-16,0 0 14 0,0 0 97 15,0 0-59-15,176 0-77 16,-103-4-7-16,23-9-170 15,-17 1-48 1,-19 5-351-16</inkml:trace>
  <inkml:trace contextRef="#ctx0" brushRef="#br0" timeOffset="176329.12">26350 8886 605 0,'0'0'702'16,"0"0"-592"-16,0 0-92 15,0 0 76-15,0 0 79 16,0 0-50-16,0-21 15 15,2 19-51-15,-2-1-45 16,3 3 48-16,-3-3 19 16,0 3-1-16,0 0-34 15,0 0-54-15,0 0 5 16,2 0-25-16,4 15 1 16,2 12 48-16,2 15 24 15,-1 9 0-15,1 5-14 16,-2 0-45-16,-3-3 7 15,1-4-21-15,-2-6-3 16,4-2-7-16,-2-7-14 16,1-5-82-16,1-5-66 0,0-7-108 15,3-11-32-15,-5-4-197 16,4-2-4-16</inkml:trace>
  <inkml:trace contextRef="#ctx0" brushRef="#br0" timeOffset="176572.02">26520 8964 697 0,'0'0'1171'0,"0"0"-1022"15,0 0-80-15,0 0-15 16,0 0 97-16,0 0-16 16,0 0-40-16,0-20-28 15,0 33-57-15,0 15 4 0,2 12 69 16,7 13-37-16,2 2-26 15,3 6 6-15,-4-3-26 16,2-3-18-16,-3-2-45 16,2-9-81-16,3-2-57 15,-2-9-140-15,-3-13-361 0</inkml:trace>
  <inkml:trace contextRef="#ctx0" brushRef="#br0" timeOffset="176879.91">26234 8847 1734 0,'0'0'298'0,"0"0"-199"16,0 0-78-16,0 0 7 16,0 0 88-16,139-84-37 15,-77 72-14-15,7 1-29 16,5 7-29-16,1 4 6 16,-4 0-13-16,-5 3-23 0,-9 11 7 15,3 12-155 1,-15-3-164-16,-16-4-308 0</inkml:trace>
  <inkml:trace contextRef="#ctx0" brushRef="#br0" timeOffset="177261.74">26213 9629 1687 0,'0'0'336'0,"0"0"-263"16,0 0-51-16,0 0 162 15,0 0-13-15,0 0-54 16,0 0 4-16,55-2-81 16,-12-3 39-16,7-2-37 15,10 2-9-15,6 0 19 16,0 3-52-16,-1 2 1 16,0 0-9-16,-3 0 4 15,-2 0-50-15,0 0-140 16,11 0-96-16,-13 0-329 0,-13 0-878 15</inkml:trace>
  <inkml:trace contextRef="#ctx0" brushRef="#br0" timeOffset="177877.51">26600 9985 1575 0,'0'0'691'0,"0"0"-592"16,0 0-69-16,0 0-21 15,0 0 49-15,0 0 77 16,0 0-77-16,-27 0-29 15,27 0-9-15,0 0-19 16,0 0 6-16,0-7-7 16,0-1-53-16,0 0 53 15,7 2 0-15,-2 0 16 16,-1 4 0-16,-2 2-14 16,0 0 0-16,-2 0-2 15,0 8-25-15,0 21 23 0,-6 14 4 16,-19 11 8-16,-13 13 8 15,-9-1-11-15,-3-2-6 16,-4-6-1-16,2-10 0 16,6-10 3-16,7-10-3 15,8-8 0-15,10-8 0 16,9-6 0-16,8-2-11 16,4-4 11-16,0 0-8 15,2 0-7-15,18 0 21 16,11-4-6-16,7-6 17 15,11 0 10-15,6 2 48 16,9-2-24-16,-2 3 4 16,2 0 15-16,-1 5-70 15,1-1 14-15,1 1-14 16,2 2-24-16,-3 0 10 0,2-3-77 16,-6-1-73-16,-1-1-46 15,17-18-132-15,-16 2-157 16,-10 0-205-16</inkml:trace>
  <inkml:trace contextRef="#ctx0" brushRef="#br0" timeOffset="178066.89">27688 9699 1646 0,'0'0'1145'0,"0"0"-1073"16,0 0-72-16,0 0-255 16,0 0 142-16,0 0-55 15,0 0-328-15</inkml:trace>
  <inkml:trace contextRef="#ctx0" brushRef="#br0" timeOffset="178679.95">26506 10048 186 0,'0'0'1361'0,"0"0"-1169"16,0 0-180-16,0 0 1 15,0 0-2-15,0 0 0 16,0 0 0-16,0-34 35 16,0 26 3-16,-4-1 12 0,-7-3 6 15,-5 5 56-15,-3-1-45 16,-2 3-32-16,-3 4-46 15,-3 1-12-15,0 0-65 16,-9 24-136-16,7-1-263 16,7-2-756-16</inkml:trace>
  <inkml:trace contextRef="#ctx0" brushRef="#br0" timeOffset="179366.03">26508 9948 1377 0,'0'0'531'0,"0"0"-401"15,0 0 40-15,0 0-49 16,0 0 14-16,0 0-71 16,0 0-64-16,-139-41-20 0,102 41-270 15,2 0-636-15</inkml:trace>
  <inkml:trace contextRef="#ctx0" brushRef="#br0" timeOffset="181167.42">20639 5518 838 0,'0'0'271'16,"0"0"-74"-16,0 0 34 15,0 0-18-15,-114 66 21 16,90-30-30-16,4 10-38 16,6 9-42-16,10 3-9 0,4 2-39 15,2-2-39-15,21-2-19 16,6-3-18-16,4-7-5 15,3-8-53-15,15-8-119 16,-7-10-291-16,-10-10-365 0</inkml:trace>
  <inkml:trace contextRef="#ctx0" brushRef="#br0" timeOffset="181460.52">20802 6057 1600 0,'0'0'936'15,"0"0"-751"-15,0 0-185 0,0 0 6 16,58-108-14-16,-34 66 8 16,1-2-24-16,0-2-19 15,-4-1-86-15,-2-1-6 16,-4 8 28-16,-6 7-5 16,-4 11 112-16,-3 10 64 15,-2 12-6-15,0 0-58 16,0 27 12-16,0 16 28 15,0 13 74-15,0 6-20 16,0 2-14-16,0-4-73 16,0-8-7-16,0-11-56 15,0-11-57-15,0-18-102 16,4-7-144-16,3-5-346 0</inkml:trace>
  <inkml:trace contextRef="#ctx0" brushRef="#br0" timeOffset="181633.46">21389 5426 1837 0,'0'0'677'15,"0"0"-543"-15,0 0-67 16,120 174-9-16,-103-87 11 16,-17 22-68-16,-10 18-1 15,-26-9-12-15,-26 12-162 16,8-40-320-16,9-37-1044 0</inkml:trace>
  <inkml:trace contextRef="#ctx0" brushRef="#br0" timeOffset="183469.96">2371 12187 1661 0,'0'0'965'0,"0"0"-844"15,0 0-76-15,0 0 34 16,0 0-15-16,0 0 35 15,0 0-99-15,-8-3 31 16,21-13-59-16,9-6 28 16,5-10-42-16,2-4 32 15,2-5-102-15,-4-3 44 16,-2-2-79-16,-6 0-5 16,-1 0 150-16,-5 10-72 15,-3 10 74-15,-6 12 110 16,-4 8-52-16,0 6 12 15,0 7-70-15,0 24 0 16,0 18 87-16,0 6-47 16,0 9-25-16,0-2-15 15,2-6 12-15,7-7-24 16,2-9-87-16,11-5-128 0,-3-14-58 16,-4-11-607-16</inkml:trace>
  <inkml:trace contextRef="#ctx0" brushRef="#br0" timeOffset="183692.05">2951 11754 1722 0,'0'0'580'0,"0"0"-457"16,0 0-114-16,0 0 21 0,89 125 80 15,-85-71-37-15,-4 6 103 16,0 2-167-16,-6 0 15 15,-11 1-26-15,-6-8 2 16,-2-4-82-16,-4-9-52 16,-20-7-169-16,7-12 0 15,0-12-428-15</inkml:trace>
  <inkml:trace contextRef="#ctx0" brushRef="#br0" timeOffset="183878.34">2159 11698 2023 0,'0'0'209'0,"0"0"-113"15,-58 114-95-15,48-43 59 0,10 8 24 16,0 0-21-16,31 2-14 16,9-5-49-16,11-7-71 15,36 4-36-15,-11-21-180 16,-7-18-459-16</inkml:trace>
  <inkml:trace contextRef="#ctx0" brushRef="#br0" timeOffset="184442.37">3497 12073 1577 0,'0'0'542'0,"0"0"-483"16,0 0-9-16,0 0 112 15,0 0 58-15,0 0-103 16,0 0-33-16,-2 0-11 15,2 0-57-15,0 0 16 16,0 0 25-16,0 0-32 16,0 0 2-16,0 0-25 15,0 0 29-15,0 0 1 16,0 0-31-16,0 0 7 16,0 0-7-16,0 0 14 15,0 0-6-15,2 0-9 0,25 0 0 16,13-2 16-1,11 0-15-15,9-1-2 0,3-2-10 16,1 5-47-16,-1 0-23 16,9 0-145-16,-18 7-232 15,-13 0-274-15</inkml:trace>
  <inkml:trace contextRef="#ctx0" brushRef="#br0" timeOffset="184733.77">3480 12221 1644 0,'0'0'851'15,"0"0"-629"-15,0 0-155 16,0 0-1-16,0 0-14 16,0 0-36-16,0 0 10 15,137 1-26-15,-74 1-1 16,3 0-35-16,6 0-66 16,15-2-97-16,-16 0-311 15,-10 0-636-15</inkml:trace>
  <inkml:trace contextRef="#ctx0" brushRef="#br0" timeOffset="185069.46">4300 11867 1332 0,'0'0'212'0,"0"0"-212"16,0 0-5-16,0 0 5 15,0 0 80-15,0 0 13 16,0 0 49-16,98 76 27 16,-96-38-35-16,-2 4-9 0,0 4 8 15,-7-1-63-15,-11 1-27 16,-7-2-22-16,2-1-20 15,-2-6-1-15,-2-3-4 16,-2-4-45-16,2-4-41 16,3-5-80-16,-12-4-62 15,7-7-153-15,2-6-313 0</inkml:trace>
  <inkml:trace contextRef="#ctx0" brushRef="#br0" timeOffset="185333.66">3546 11879 1420 0,'0'0'759'0,"0"0"-667"15,0 0-63-15,0 0-11 16,-141 28 61-16,115 8 26 15,6 10-16-15,8 12-26 16,10 7-33-16,2 0-20 16,14 0-10-16,15-5-61 0,9-4-41 15,20 2-7 1,-10-16-206-16,-5-10-399 0</inkml:trace>
  <inkml:trace contextRef="#ctx0" brushRef="#br0" timeOffset="187479.97">5602 11959 1614 0,'0'0'245'0,"0"0"-209"16,0 0-36-16,0 0-7 0,0 0 7 16,0 0 29-1,0 0 76-15,26 72 21 16,-15-20 92-16,-2 6-54 0,-2 1-18 16,-5-5-49-16,0-8-72 15,1-9-6-15,-3-11-17 16,0-9 5-16,2-7 8 15,-2-5-13-15,0-5-4 16,2 0-17-16,-2 0-29 16,5-10 15-16,1-24-7 15,7-12-195-15,7-12-55 16,5-7 67-16,4 6 114 16,2 14 109-16,-2 14 63 15,-2 18 85-15,0 13-44 16,-3 0 26-16,-2 20 4 0,-3 11-18 15,-6 6 16 1,-5 3-50-16,-8-4-16 0,0-2-11 16,0-8-48-16,0-8-6 15,0-6-2-15,-2-7-10 16,0-2-28-16,2-3-35 16,0 0 26-16,0-20-4 15,14-16-109-15,13-10-396 16,4-5 424-16,2 9 133 15,-2 10 59-15,1 18 191 16,-6 13-68-16,-1 1-59 16,-3 14-50-16,-4 15 4 15,-5 10-4-15,-6 7-40 16,-2 4-33-16,-1 0-32 16,11 0-143-16,3-16-290 0,1-14-533 0</inkml:trace>
  <inkml:trace contextRef="#ctx0" brushRef="#br0" timeOffset="187760.87">6727 12023 1964 0,'0'0'602'16,"0"0"-452"-16,0 0-77 15,0 0-14-15,0 0-26 16,0 0-22-16,147 0 13 16,-102 0-24-16,-5 0-19 15,-5 2-90-15,-8 19-116 16,-11-6-131-16,-12 4-520 0</inkml:trace>
  <inkml:trace contextRef="#ctx0" brushRef="#br0" timeOffset="187910.17">6811 12208 2299 0,'0'0'388'16,"0"0"-265"-1,0 0-85-15,0 0-22 0,133-26-4 16,-81 16-12-16,6 0-72 15,23-1-92-15,-14 6-380 16,-9-1-400-16</inkml:trace>
  <inkml:trace contextRef="#ctx0" brushRef="#br0" timeOffset="188627.08">8261 11650 1423 0,'0'0'480'0,"0"0"-361"15,0 0 79-15,0 0-26 16,0 0-97-16,0 0-35 15,0 0-28-15,0-10-11 16,0 18-1-16,0 16 8 16,0 9 62-16,0 6-3 15,4 8-32-15,0-1-13 16,2-4-22-16,-2-8-21 16,2-8-19-16,1-6-97 0,1-12-123 15,2-4-123 1,-1-4-316-16</inkml:trace>
  <inkml:trace contextRef="#ctx0" brushRef="#br0" timeOffset="188815.34">8450 11615 1258 0,'0'0'765'16,"0"0"-649"-16,0 0-100 15,0 0 14-15,0 0 60 16,0 0 24-16,38 138-36 15,-33-93-60-15,-1 6 24 16,-4-2-42-16,0-3-12 0,0-5-79 16,0-3-151-1,0-10-102-15,-4-10-362 0</inkml:trace>
  <inkml:trace contextRef="#ctx0" brushRef="#br0" timeOffset="189045.27">8207 11530 1901 0,'0'0'323'16,"0"0"-195"-16,0 0-105 16,0 0 25-16,0 0-26 15,136-74-21-15,-82 68 6 16,4 4-7-16,1 2-51 0,-1 0-13 15,-6 10-35-15,-5 17-93 16,-13-4-376-16,-17 3-628 0</inkml:trace>
  <inkml:trace contextRef="#ctx0" brushRef="#br0" timeOffset="189279.52">8127 12155 1597 0,'0'0'948'0,"0"0"-798"0,0 0-120 15,0 0 27-15,0 0 46 16,0 0-21-16,0 0-32 16,158 0-29-16,-93-4-21 15,4-1-11-15,-5 0-29 16,-4 4-47-16,4 1-182 15,-18 0-228-15,-13 0-238 0</inkml:trace>
  <inkml:trace contextRef="#ctx0" brushRef="#br0" timeOffset="189701.25">8287 12348 651 0,'0'0'1136'15,"0"0"-819"1,0 0-212-16,0 0-44 0,0 0 60 16,0 0 37-16,0 0-102 15,59-8-38-15,-28 0-18 16,2 4 1-16,0 2 15 15,-6 2 8-15,-4 0-24 16,-8 14 27-16,-13 14-17 16,-2 13 17-16,-24 10 27 15,-21 10-5-15,-6-1 4 16,0-7-33-16,8-10-20 0,12-13 31 16,16-14-23-16,8-8 4 15,7-8-5-15,0 0-1 16,15 0 12-16,19 0-9 15,15 0-1-15,11-12 19 16,14-2-27-16,8-2 0 16,3-5-48-16,2 0-67 15,28-19-105-15,-18 6-349 16,-15-4-781-16</inkml:trace>
  <inkml:trace contextRef="#ctx0" brushRef="#br0" timeOffset="189826.37">9627 12163 2592 0,'0'0'392'15,"0"0"-392"-15,0 0-1024 0</inkml:trace>
  <inkml:trace contextRef="#ctx0" brushRef="#br0" timeOffset="197509.76">1858 14166 1689 0,'0'0'395'0,"0"0"-273"15,0 0-122-15,0 0 46 0,0 0-55 16,3-102 9-16,10 81 0 15,3 0 55-15,0 5-36 16,-6 9 28-16,-1 2 8 16,3 5-55-16,3 0 107 15,7 14-77-15,12 16 22 16,9 11 64-16,5 9-72 16,4 4 0-16,2 2-44 15,0-6 27-15,-2-6-1 16,-3-10-26-16,-2-6 0 15,-7-14-23-15,-4-3 23 16,-7-8-1-16,-4-3-20 16,-6 0 21-16,-3-1-32 0,-3-16 32 15,1-6-16-15,-3-12 0 16,-3-8-44 0,4-8 53-16,-3-2-66 15,4 4 37-15,3 5-15 0,1 10 51 16,8 8-1-16,6 9-18 15,5 8 19-15,6 1 3 16,5 8-3-16,-2 0 0 16,-5 0 11-16,-5 3 8 15,-10 6-26-15,-9 0 8 16,-10 2-1-16,-6 5 31 16,0 2-25-16,-16 10 17 0,-10 7 41 15,-8 3-63-15,1 1 19 16,2-7-19-16,6-4-1 15,12-14 19-15,7-3-19 16,6-10-32-16,0-1-32 16,10 0-3-16,19-18 27 15,9-8-63-15,3-9-86 16,-6-2-4-16,-6 2 77 16,-11 8 86-16,-9 8 30 15,-7 12 89-15,-2 7-3 16,0 4-55-16,0 22 32 15,0 9 126-15,0 6-89 16,0-3-44-16,7-2-28 0,9-10-27 16,5-10 2-16,8-10-3 15,7-6-18-15,7-1-25 16,1-23-130-16,-1-10-78 16,-8-5-100-16,-8 1 8 15,-7-1 114-15,-11 7 121 16,-4 13 108-16,-5 12 363 15,0 7-197-15,0 12-105 16,0 21 185-16,0 5-28 16,0 0-44-16,8-4-110 15,8-6-36-15,4-10 2 16,4-8-30-16,3-8-15 16,2-2-59-16,-2-4-40 15,-2-17-19-15,-6-5-5 16,-3-3 41-16,-5 0 35 0,-6-3-119 15,-5 9 18-15,0 7 163 16,0 12 74-16,0 4 35 16,2 29 46-16,3 22 63 15,1 33 9-15,1 35-76 16,-3 27-18-16,-2 4-17 16,-2-25 8-16,0-31-14 15,0-41-74-15,0-4-9 16,-6-1 4-16,-1-2-30 15,-2-2 10-15,0-17-11 16,1-12-5-16,-1-2 4 16,-3-13-7-16,1 0 8 0,-2-10-1 15,0-25-41-15,4-14-63 16,7-20 14-16,2-11 42 16,6-8 49-1,14-2-39-15,2 1-74 0,-4-27-158 16,-7 24-296-16,-9 12-942 0</inkml:trace>
  <inkml:trace contextRef="#ctx0" brushRef="#br0" timeOffset="197694.06">2749 13733 1122 0,'0'0'1139'15,"0"0"-980"-15,0 0-159 0,0 0-43 16,0 0-25-16,135-61-87 16,-70 90-47-16,-12 17-324 15,-9 12-693-15</inkml:trace>
  <inkml:trace contextRef="#ctx0" brushRef="#br0" timeOffset="197781.01">3181 14700 1285 0,'0'0'199'0,"0"0"-199"16,0 0-138-16</inkml:trace>
  <inkml:trace contextRef="#ctx0" brushRef="#br0" timeOffset="-196709.15">26390 4923 772 0,'0'0'276'16,"0"0"-191"-16,0 0-56 15,0 0 59-15,0 0 24 16,0-7 21-16,0 5-53 16,0 2-8-16,0-1-17 15,0 1 11-15,0 0-5 16,0 0-17-16,0 0-22 16,0 0 20-16,0 0 14 15,0 0-3-15,0 0 7 16,0 0-39-16,0 0 11 0,0 0-32 15,0 1 0-15,0 22-17 16,0 16 17-16,-4 19 29 16,-1 12-11-16,1 8 3 15,0-1 5-15,2 0-26 16,2-7 0-16,0-6-1 16,0-9 2-16,-2-4-2 15,2-10-7-15,0-5-29 16,0-9-20-16,0-4-107 15,-3-7-54-15,-4-13-84 16,3-3-44-16,-5 0-710 0</inkml:trace>
  <inkml:trace contextRef="#ctx0" brushRef="#br0" timeOffset="-195859.47">26032 5340 1156 0,'0'0'244'15,"0"0"-186"-15,0 0-23 16,0 0-27-16,0 0 40 16,0 0-3-16,0 0-32 15,154-73-3-15,-96 67 50 16,6 6-27-16,-1 0-2 15,-3 0-22-15,-12 0-9 16,-9 10 10-16,-13 3-10 16,-8-1 0-16,-9 4 5 15,-9 6-4-15,0 7 28 0,-5 8 22 16,-14 5 22-16,-6 2-29 16,-2-2-25-16,5-6-18 15,7-8 32-15,3-12-33 16,10-6 0-16,2-6-23 15,0-4-48-15,6 0 8 16,19-16 11-16,8-14-43 16,6-8-163-16,-3-4 59 15,-3-1 133-15,-8 11 66 16,-10 11 30-16,-9 9 133 0,-4 12-53 16,-2 0-87-16,0 21 29 15,-4 16 84-15,-9 5-13 16,-1 4-34-16,3-4-32 15,5-5 6-15,2-14-37 16,4-5-10-16,0-8-16 16,0-8-32-16,10-2-39 15,13-5 0-15,6-25-59 16,4-13-166-16,1-7-34 16,-3 0 132-16,-7 8 198 15,-8 14 91-15,-5 19 124 16,-6 9-136-16,-3 7-2 15,-2 25 146-15,2 6-68 0,0 6-47 16,0 2-14-16,0-5-49 16,1-8 32-16,-1-6-26 15,2-9-8-15,-2-6-4 16,4-7-39-16,-2-2-15 16,2-3-38-16,7 0-18 15,8-20 42-15,3-16-71 16,8-8-93-16,-3-7 2 15,-3 7 166-15,-3 10 25 16,-8 15 118-16,-2 8-52 16,-3 11-9-16,-2 0-3 15,3 14 18-15,-1 12 0 16,0 6-14-16,-3 6-11 16,0 2-33-16,2-4-6 15,-3-1-8-15,3-9-73 0,7-8-113 16,-1-10-161-16,-1-8-645 0</inkml:trace>
  <inkml:trace contextRef="#ctx0" brushRef="#br0" timeOffset="-195455.34">27523 4950 998 0,'0'0'713'16,"0"0"-598"-16,0 0-94 16,0 0 8-16,0 0 68 15,0 0 12-15,-130 137-1 16,109-58 9-16,2 4-28 16,9 4 34-16,7-7-77 0,3-8-16 15,3-12-11-15,16-9-9 16,8-9-10-16,2-12-91 15,2-9-29-15,21-14-43 16,-10-7-146-16,-4 0-276 16</inkml:trace>
  <inkml:trace contextRef="#ctx0" brushRef="#br0" timeOffset="-195075.88">27797 4911 1024 0,'0'0'291'0,"0"0"-217"16,0 0-55-16,0 0 49 16,0 0 31-16,0 0 99 15,-2 142-57-15,-3-86-57 16,1-2 2-16,1-6-51 16,3-7-2-16,0-9-32 15,0-9-1-15,0-8-19 16,0-8-68-16,0-7-36 0,7 0 66 15,5-13-7-15,5-49-119 16,-1 4-161-16,-3-7 32 0</inkml:trace>
  <inkml:trace contextRef="#ctx0" brushRef="#br0" timeOffset="-194924.02">27797 4911 1077 0,'113'-12'541'0,"-113"17"-471"15,0 21-49-15,0 6 75 16,0 9 10-16,0 2-30 15,0 3-64-15,0-7 1 16,0-3-13-16,0-4-10 16,0-3-37-16,0-8-110 15,-6-4-227-15,-3-12-411 0</inkml:trace>
  <inkml:trace contextRef="#ctx0" brushRef="#br0" timeOffset="-194775.43">27748 4993 1068 0,'0'0'722'16,"0"0"-599"-16,118-40-42 16,-55 26 3-16,-1 5-47 15,-2 2-16-15,-6 7-21 16,0 7-91-16,-15 17-234 16,-16-2-274-16</inkml:trace>
  <inkml:trace contextRef="#ctx0" brushRef="#br0" timeOffset="-194374">27750 5552 962 0,'0'0'317'0,"0"0"-229"16,0 0-5-16,0 0 26 15,0 0 10-15,0 0-58 16,141-52-27-16,-116 40 1 15,-6 3-35-15,-3 2 9 16,-5 2-3-16,-5 5-6 16,-6 0-17-16,0 0 6 15,0 0 0-15,-17 9 11 16,-12 11 0-16,-12 9 28 0,-3 5 26 16,-5-2-19-16,0-1 44 15,4 0-13-15,8-9-19 16,8-5 8-16,11-5-29 15,11-4-18-15,7-5 26 16,0-1-24-16,27-2 3 16,13 0 30-16,11 0 0 15,11-2-25-15,5-13-18 16,1-5-6-16,-4 3 0 16,-3 0-44-16,-11 3-81 15,-3 4-73-15,-13 3-71 16,-14 0-447-16</inkml:trace>
  <inkml:trace contextRef="#ctx0" brushRef="#br0" timeOffset="-194170.39">28013 5642 1642 0,'0'0'268'16,"0"0"-267"-16,0 0-1 15,0 0 63-15,-33 107 4 16,27-74-14-16,-2 2-52 16,4-1 1-16,2-2-2 15,2 1-108-15,0-10-143 16,0-9-301-16</inkml:trace>
  <inkml:trace contextRef="#ctx0" brushRef="#br0" timeOffset="-192968.41">28243 5372 1041 0,'0'0'375'0,"0"0"-231"15,0 0-78-15,0 0-23 16,0 0-19-16,0 0-24 16,0 0 2-16,22 46 37 0,-18-18-5 15,-4 0 17 1,0 0 10-16,0-5-18 0,0-6-15 16,0-5-28-16,0-7 0 15,0-4-2-15,0-1 1 16,0 0-43-16,3-12 14 15,6-11-37-15,-2-12-114 16,1-2 120-16,-3 2 61 16,-1 7 22-16,-4 12 112 15,0 8 44-15,0 8-85 16,0 0-62-16,0 8-23 16,3 16-7-16,4 6 76 0,-1 4-3 15,7 0-72-15,3-5-4 16,7-9-20-16,16-15-72 15,-5-5-92-15,-3 0-362 16</inkml:trace>
  <inkml:trace contextRef="#ctx0" brushRef="#br0" timeOffset="-192773.93">28734 5097 1582 0,'0'0'200'15,"0"0"-104"-15,21 111-24 16,-21-53 25-16,0 5 7 0,0 3-15 16,-15 3-45-1,-7-5-35-15,-5-1-9 0,2-9-19 16,-10 0-138-16,6-15-114 16,6-14-364-16</inkml:trace>
  <inkml:trace contextRef="#ctx0" brushRef="#br0" timeOffset="-192422.36">28990 4684 1905 0,'0'0'400'16,"0"0"-400"-16,0 0-211 16,0 0 211-16,0 0 27 15,29 158 141-15,-16-31-81 16,-2-1-8-16,-2-20-52 15,-7-28 44-15,-2-1-17 16,0 1-37-16,-13 10-17 16,-16 10-3-16,-9-19-107 15,-33 25-54-15,8-26-136 16,3-18-255-16</inkml:trace>
  <inkml:trace contextRef="#ctx0" brushRef="#br0" timeOffset="-191723.82">26085 4895 1352 0,'0'0'575'15,"0"0"-542"-15,0 0-33 0,0 0-7 16,0 0 7-16,0 0 16 16,0 0 48-16,-46 209 23 15,43-47 33-15,3 16-2 16,0-27-56-16,11-43-2 16,7-44-45-16,6-14-14 15,10 2-1-15,11 4-6 16,13 0-46-16,33-12-71 15,-10-14-180-15,-6-15-422 0</inkml:trace>
  <inkml:trace contextRef="#ctx0" brushRef="#br0" timeOffset="-190694.51">29594 4368 1385 0,'0'0'651'0,"0"0"-539"15,0 0-75-15,0 0 0 16,0 0 55-16,0 0-12 16,0 0-80-16,-11 13-30 15,4 27 30-15,-4 17 13 16,-2 15 2-16,1 8-14 15,-1 7-2-15,1-4-17 16,6-4-108-16,2 4-120 16,4-22-154-16,0-17-366 0</inkml:trace>
  <inkml:trace contextRef="#ctx0" brushRef="#br0" timeOffset="-190513.77">29540 5267 1555 0,'0'0'369'0,"0"0"-290"16,0 0-61-16,0 0 64 15,0 0 3-15,0 0-42 16,0 0-43-16,100 11-79 16,-82-1-166-16,-7-2-290 0,-9 0-450 15</inkml:trace>
  <inkml:trace contextRef="#ctx0" brushRef="#br0" timeOffset="-190393.46">29476 5538 1513 0,'0'0'290'0,"0"0"-228"15,0 0-14-15,0 0 30 16,0 0-23-16,118 48-55 16,-78-48-121-16,-11 0-561 0</inkml:trace>
  <inkml:trace contextRef="#ctx0" brushRef="#br0" timeOffset="-189169.31">30907 4296 1425 0,'0'0'688'16,"0"0"-688"-16,0 0-9 15,0 0 9-15,0 0 66 16,0 0-41-16,0 0-25 16,-5 17 1-16,3 15 5 15,-2 9 46-15,2 3-37 16,0-3-9-16,2-3 8 15,0-5-14-15,0-9 0 0,0-6-90 16,6-9-78-16,3-6-31 16,2-3-58-16,-2-6 55 15,0-18 82-15,-1-8 120 16,0 0 19-16,-4 0 124 16,0 8 87-16,1 10 2 15,-5 5-106-15,2 9-70 16,-2 0-33-16,0 2 4 15,2 21 17-15,2 4 28 16,2 7-35-16,0 5-37 16,1-5-23-16,-1-6-91 15,-2-2-69-15,1-10-131 16,-5-9-214-16</inkml:trace>
  <inkml:trace contextRef="#ctx0" brushRef="#br0" timeOffset="-188974.47">30853 4317 1790 0,'0'0'498'16,"0"0"-449"-16,0 0-47 16,0 0 47-16,0 0-36 15,0 0-13-15,114-1-10 16,-71 4-125-16,5 6-118 0,-8-4-253 15,-13-1-461-15</inkml:trace>
  <inkml:trace contextRef="#ctx0" brushRef="#br0" timeOffset="-188536.63">30755 4746 1798 0,'0'0'518'16,"0"0"-435"-16,0 0 46 15,0 0 13-15,0 0-53 0,0 0-56 16,141-12-33-16,-81 4-30 16,0 4-37-16,-2 2-118 15,2 2-47-15,-13 2-117 16,-12 8-274-16</inkml:trace>
  <inkml:trace contextRef="#ctx0" brushRef="#br0" timeOffset="-188095.59">31018 5107 1629 0,'0'0'574'16,"0"0"-561"-16,0 0-3 15,-114 8-10-15,65 2 20 16,3 4-7-16,8-3-1 16,7 1-5-16,15-4-7 15,9-3 2-15,7-3 6 16,5 3-16-16,26-3 3 0,14-1 5 16,10-1 0-16,7 0-10 15,2 0-58-15,-5-12-7 16,-5-2-20-16,1-4-41 15,-13 4-170-15,-13 0-63 0</inkml:trace>
  <inkml:trace contextRef="#ctx0" brushRef="#br0" timeOffset="-187953.67">31183 5041 1122 0,'0'0'597'15,"0"0"-563"-15,0 0-34 0,0 0 0 16,0 0 20-16,-36 122-20 15,28-74 0-15,-4 27 0 16,1-12-159 0,3-10-200-16</inkml:trace>
  <inkml:trace contextRef="#ctx0" brushRef="#br0" timeOffset="-187601.59">30136 5761 1888 0,'0'0'367'0,"0"0"-367"15,0 0 1-15,113-11 8 16,-10-6 49-16,48-7-31 16,45-8-5-16,16 0 28 15,-5 4 8-15,-24 6 6 16,-33 8 6-16,-30 4-40 16,-29 5-11-16,-30 3-19 15,-12 2-30-15,-1 0-59 16,2 0-40-16,-2 0-33 0,-13 7-118 15,-16-4-296-15</inkml:trace>
  <inkml:trace contextRef="#ctx0" brushRef="#br0" timeOffset="-184600.15">30732 6171 838 0,'0'0'318'0,"0"0"-169"16,0 0-38-16,0 0 14 16,0 0 24-16,0 0-29 15,0 0-3-15,4-9-26 16,-4 6 8-16,0 3 18 16,0 0-58-16,0 0-10 15,0 0-24-15,0-2-4 16,0 2 1-16,0 0-22 0,0 0-6 15,0 0-1-15,-12 0-19 16,-9 7 4-16,-8 15 3 16,-4 9 19-16,-5 10 2 15,-1 10-1-15,3 0 7 16,3 3 19-16,4-6-20 16,4-3 13-16,7-9-3 15,5-4-9-15,6-6 8 16,4-6-16-16,3-2 0 15,0-4 20-15,0 0-20 16,3-4 0-16,13-2 0 16,4-4 1-16,9-4-1 15,6 0 0-15,3-2-35 16,2-15 34-16,-1-4-55 16,-8-3 4-16,-8 0 3 0,-6 4 15 15,-9 4 34-15,-4 6 0 16,-4 6 18-16,0 2 41 15,0 2-47-15,0 0-2 16,-2 8-10-16,-11 10 0 16,-1 6 39-16,1-2-17 15,5-4-20-15,6-7 26 16,0-4-28-16,2-5-6 16,0-2-16-16,2 0-27 15,13 0 3-15,5-4 10 0,3-12-60 16,-2-8-17-1,-2-1 41-15,-1 0 34 16,-7 5 37-16,-5 7 1 0,-4 8 59 16,0 3-57-1,-2 2 6-15,3 0 4 0,-1 14-4 16,0 8 58-16,-2 2-38 16,0-2-16-16,0-2-11 15,0-6-1-15,3-6-47 16,-1-7-46-16,11-1-89 15,-2-11-140-15,3-9-395 0</inkml:trace>
  <inkml:trace contextRef="#ctx0" brushRef="#br0" timeOffset="-184432.94">30936 6220 1753 0,'0'0'284'16,"0"0"-265"-16,0 0 4 15,0 0-21-15,0 0 16 16,-3 104 7-16,28-92-25 16,27-6-53-16,-8-6-220 15,-2 0-664-15</inkml:trace>
  <inkml:trace contextRef="#ctx0" brushRef="#br0" timeOffset="-179777.83">4422 14107 1722 0,'0'0'354'0,"0"0"-273"16,0 0-81-16,0 0 0 16,0 0 9-16,0 0 23 15,0 0-5-15,-2-45-15 16,2 56-12-16,0 17 0 16,7 12 76-16,-3 6 13 15,0 8-7-15,-1-4-27 16,-1-4-24-16,-2-9 5 0,0-16-29 15,0-3 3-15,0-11-10 16,0-4 1-16,2-3 15 16,0 0-16-16,0 0 0 15,6-22 0-15,2-12-11 16,7-17-131-16,2-7 30 16,3 0-6-16,3 7 62 15,0 15 28-15,-4 14 28 16,2 15 29-16,0 7 4 15,-4 9 26-15,-1 13-4 16,-5 4 8-16,-3-2 9 16,-6-4-41-16,-2-5 15 15,-2-6-30-15,0-6-5 16,0 2 6-16,2-5-17 16,3 0-12-16,6 0 5 0,11-17-50 15,11-4-39-15,8 1-14 16,3 2 52-16,-3 10 48 15,-5 8-8-15,-7 8 18 16,-10 19 46-16,-5 10-19 16,-5 1 8-16,-7 0-24 15,-2 0 2-15,2-2-13 16,8-1-34-16,-2-10-201 16,1-10-373-16</inkml:trace>
  <inkml:trace contextRef="#ctx0" brushRef="#br0" timeOffset="-179543.61">5385 14113 1787 0,'0'0'798'0,"0"0"-719"16,0 0-66-16,0 0 5 15,0 0 39-15,0 0 7 16,0 0-55-16,109 0-8 16,-61 0-1-16,-6 2-127 15,-13 16-118-15,-12 0-111 16,-17-3-397-16</inkml:trace>
  <inkml:trace contextRef="#ctx0" brushRef="#br0" timeOffset="-179418.42">5403 14316 1807 0,'0'0'578'0,"0"0"-471"16,0 0-55-16,0 0-30 16,147-25-9-16,-84 13-13 15,34-14-84-15,-12 6-186 16,-9-1-468-16</inkml:trace>
  <inkml:trace contextRef="#ctx0" brushRef="#br0" timeOffset="-179115.25">6273 13740 1324 0,'0'0'216'16,"0"0"-149"-16,0 0-53 15,0 0-5-15,0 0 137 16,0 0 81-16,0 0-51 16,0 140-3-16,0-90-120 15,0 0-26-15,-2-1-16 16,-6-9-11-16,6-6-12 16,2-8-42-16,0-8-69 15,0-6-46-15,4-12-112 0,12-10-25 16,-1-10-191-16</inkml:trace>
  <inkml:trace contextRef="#ctx0" brushRef="#br0" timeOffset="-178926.12">6446 13767 1280 0,'0'0'376'0,"0"0"-271"15,0 0-43-15,0 0-1 16,4 105 7-16,-1-68 16 15,-3-2-20-15,0 1-55 16,0-3-8-16,0-1-2 16,0-6-86-16,0-4-84 15,-3-8-215-15,-8-8-341 0</inkml:trace>
  <inkml:trace contextRef="#ctx0" brushRef="#br0" timeOffset="-178727.48">6174 13750 1803 0,'0'0'393'0,"0"0"-246"15,0 0-11-15,130-64 20 16,-70 48-100-16,7 4-30 16,6 4-10-16,-3 5-16 0,-4 3-9 15,-12 3-108-15,-12 19-72 16,-17 22-111-16,-14-4-80 15,-11-3-222-15</inkml:trace>
  <inkml:trace contextRef="#ctx0" brushRef="#br0" timeOffset="-178524.55">6103 14287 1750 0,'0'0'570'0,"0"0"-461"15,0 0 26-15,0 0 64 16,0 0-93-16,0 0-56 0,116-12-50 16,-54 0 11-16,9 2-28 15,6 0 1-15,-6 2-50 16,5 4-150-16,-18 2-173 16,-18 2-361-16</inkml:trace>
  <inkml:trace contextRef="#ctx0" brushRef="#br0" timeOffset="-178188.5">6194 14420 1330 0,'0'0'503'0,"0"0"-327"16,0 0 3-16,0 0 33 15,0 0 12-15,0 0-80 16,0 0-135-16,54-29-9 0,-27 28-6 15,0 1 6-15,-8 0-6 16,-3 18 0-16,-11 10 6 16,-5 12 16-16,-5 4 5 15,-17 6 33-15,-5-2-29 16,0-4 5-16,10-8 0 16,3-12-30-16,12-6 0 15,2-6 1-15,6-10 1 16,23-2 14-16,21 0-10 15,16-14-6-15,17-14-6 16,13-8-61-16,4-4-39 16,34-9-122-16,-25 14-80 15,-18 3-483-15</inkml:trace>
  <inkml:trace contextRef="#ctx0" brushRef="#br0" timeOffset="-177587.82">8026 13820 1137 0,'0'0'341'16,"0"0"-98"-16,0 0-25 15,0 0-32-15,0 0-99 16,0 0-22-16,0 0 1 16,-19-24-66-16,17 53-21 15,2 20 21-15,0 18 65 16,0 17 20-16,0 4-51 16,8-1-16-16,1-6-18 15,-5-11-21-15,2-8-34 16,-6-13-41-16,0-9-51 0,0-8-63 15,-23-11-112-15,-6-1-16 16,-7-20-173-16</inkml:trace>
  <inkml:trace contextRef="#ctx0" brushRef="#br0" timeOffset="-176961.27">7760 14229 1476 0,'0'0'318'15,"0"0"-109"-15,164-100-66 16,-77 58-44-16,5 0-14 15,-3-1-6-15,-4 3-27 16,-8-4 13-16,-5 0-65 16,-10 0 0-16,-11 4-20 15,-15 2-12-15,-16 7-1 16,-18-1-22-16,-2 6-63 16,-17 3 42-16,-14 7 26 0,-4 7 46 15,2 9-2-15,2 2 12 16,4 28 7-16,3 17 51 15,4 11 18-15,7 8 78 16,3 4-94-16,4-1 51 16,4-5-45-16,0-12-42 15,2-10-6-15,0-12-24 16,0-9 0-16,0-8-11 16,12-7 1-16,11-4-25 15,6-2-2-15,9-8-43 16,7-20-18-16,-1-4-73 0,-1-8 1 15,-10 9 51 1,-8 13 119-16,-8 18-2 0,-3 3 4 16,-7 28 48-1,-1 12 59-15,-4 1-7 0,3 0 10 16,-3-8-12-16,5-9-57 16,0-6-6-16,1-13-36 15,8-4 13-15,2-4 6 16,6 0-20-16,7-21-29 15,1-6-49-15,-3-9-33 16,-2-6-30-16,-5-3 29 16,-5 8 21-16,-3 4 57 15,-5 16 34-15,-3 13 95 16,-3 4-60-16,1 14-19 16,-2 16 80-16,-2 7-3 0,0 7-1 15,0-5-35 1,0-3-50-16,0-7-7 0,0-3-24 15,5-5-82-15,0-7-120 16,-3-8-354-16</inkml:trace>
  <inkml:trace contextRef="#ctx0" brushRef="#br0" timeOffset="-176751.39">8852 13716 1711 0,'0'0'342'15,"0"0"-221"-15,0 0-101 16,0 0 8-16,133-29-28 16,-95 28-16-16,13 1 6 15,-11 0-177-15,-4 1-356 0</inkml:trace>
  <inkml:trace contextRef="#ctx0" brushRef="#br0" timeOffset="-175739.77">10508 13994 1144 0,'0'0'267'0,"0"0"-161"15,0 0 39-15,0 0 16 16,0 0 6-16,0 0-57 16,0 0-31-16,2 3 2 0,12-3-54 15,5-13-26-15,8-9 4 16,2-14-5-16,2-4-62 15,-6-9-53-15,-5 0-20 16,-9-1 28-16,-4-2 32 16,-7 6-30-16,0 6 54 15,0 9 51-15,0 13 7 16,-3 10 59-16,-1 8-31 16,-2 4-20-16,1 31-5 15,-2 12 107-15,0 18 112 16,7 8-89-16,0 4-32 15,0-3-53-15,0-8-24 16,0-13 2-16,0-14-33 16,2-12 1-16,3-11 34 15,-2-13-29-15,-1-3 0 0,0 0-3 16,0 0-2-16,3-3-1 16,6-20 0-16,5-16-71 15,3-16-65-15,6-11 54 16,2-6-55-16,-1-1 36 15,1 10 50-15,-2 8 49 16,-3 13-9-16,-6 15 11 16,-6 8 89-16,-5 12-10 15,-5 4-23-15,0 3-48 16,0 0 8-16,0 0 18 16,0 0-34-16,0 5-6 15,0 12 6-15,0 10 9 16,0 7 51-16,14 8-21 0,8 8 13 15,4 5 52-15,1 4-70 16,0-5 1-16,-5-1 38 16,-5-8-46-16,-9-6 21 15,-8-5-27-15,0-4 10 16,-6-4 5-16,-15-3-36 16,-1-4 0-16,-3-3-6 15,3-10-99-15,6-6-70 16,6-9-168-16,7-11-481 0</inkml:trace>
  <inkml:trace contextRef="#ctx0" brushRef="#br0" timeOffset="-174177.51">10138 14125 1487 0,'0'0'556'15,"0"0"-425"-15,0 0-90 16,0 0-10-16,0 0 16 15,0 0-30-15,0 0 15 16,141-136-32-16,-104 97 1 16,-1-2-10-16,1-4-20 15,-1-3-1-15,-5-2-45 16,-4 2-25-16,-7 0 32 16,-7 0-20-16,-5-1 22 0,-8 3 44 15,0 0 22 1,0 6 28-16,0 6 66 0,0 10-28 15,-5 10 22-15,0 5-36 16,3 6-38-16,-2 3 29 16,-1 0-43-16,-1 1-4 15,-4 24 4-15,-1 13 1 16,1 17 56-16,-2 12 53 16,5 12-36-16,3 4 33 15,2 0-46-15,0-7-7 16,2-8-5-16,0-13-31 15,0-16 18-15,0-8-32 0,0-13 4 16,0-9 5 0,0-4-4-16,0-5-9 0,0 0 2 15,0 0 4-15,2-5-6 16,13-17 0-16,12-11-20 16,6-9-44-16,2-4-28 15,-4 9 87-15,-8 11 5 16,-2 14 12-16,-5 12-12 15,-3 0-6-15,-2 12 2 16,0 14-4-16,0 11-19 16,-4 2-22-16,7 14-108 15,-1-10-171-15,-2-12-428 0</inkml:trace>
  <inkml:trace contextRef="#ctx0" brushRef="#br0" timeOffset="-173472.45">12329 14057 1039 0,'0'0'940'0,"0"0"-734"0,0 0-206 16,0 0-11-16,0 0 11 15,0 0 24-15,0 0-1 16,98-127-23-16,-60 69-82 16,4-6-50-16,-4-2-44 15,-7-4 8-15,-6-2 34 16,-9 3-7-16,-10 3 2 16,-6 12 65-16,0 14 74 15,0 18 110-15,-8 19 44 16,-11 6-100-16,-1 37 11 15,-1 18 100-15,0 17 76 16,5 7-28-16,7 3-49 0,9 2-35 16,0-9-108-1,5-10 21-15,17-14-33 0,7-14 13 16,5-13-19-16,3-9-3 16,6-18-31-16,1 0 4 15,1-13-40-15,0-14-46 16,-6-18-70-16,0-43-63 15,-10 12-131-15,-12-3-251 0</inkml:trace>
  <inkml:trace contextRef="#ctx0" brushRef="#br0" timeOffset="-173274.95">12966 13329 1540 0,'0'0'394'16,"0"0"-212"-16,0 0-154 0,0 0-9 15,0 0 30 1,-2 147 75-16,-2-80-1 0,2 2-6 15,2-1-87-15,0-2-12 16,0-4-18-16,0-6-15 16,0-6-43-16,0-7-39 15,0-10-58-15,0-7-21 16,0-9-114-16,0-7-96 16,0-10-225-16</inkml:trace>
  <inkml:trace contextRef="#ctx0" brushRef="#br0" timeOffset="-172722.81">12786 13878 1109 0,'0'0'599'16,"0"0"-361"-16,0 0-52 16,0 0-88-16,18-122-70 15,15 99-15-15,7 4 35 16,5 6-38-16,4 10 5 16,-2 3-6-16,-5 3 16 0,-7 22 21 15,-8 8 7-15,-6 8-13 16,-13 5 12-16,-3 3-23 15,-5-3 11-15,0-5-22 16,0-7-17-16,0-7 8 16,9-9-9-16,2-8-37 15,9-8-40-15,7-2 1 16,4-12 43-16,7-20-91 16,2-10-108-16,-5-6 15 15,-6 1-4-15,-4 6 221 0,-11 15 35 16,-7 11 196-16,-5 10-22 15,-2 5-155-15,0 3-53 16,-2 19 74-16,-10 2 66 16,5 2-13-16,1-2-42 15,6-4-43 1,0-3-10-16,0-5-24 0,18-3 4 16,4-9-1-16,4 0-12 15,6 0-18-15,3-4-22 16,-2-13-42-16,0-2-13 15,-10-8-21-15,-4 0 8 16,-6 3-36-16,-8 5 12 16,-5 10 132-16,0 9 23 15,0 0-12-15,-3 14 18 16,-8 14 78-16,4 4 5 0,3 7 16 16,4-1-60-16,0-3-35 15,2-4-33-15,16-3-5 16,2-6-59-16,7 3-32 15,-2-6-154-15,-10-5-421 0</inkml:trace>
  <inkml:trace contextRef="#ctx0" brushRef="#br0" timeOffset="-172584.77">13500 14397 2134 0,'0'0'511'0,"0"0"-511"16,0 0-28-16,0 0-88 15,0 0-19-15,0 0 9 0,0 0-96 16,116-60-687-16</inkml:trace>
  <inkml:trace contextRef="#ctx0" brushRef="#br0" timeOffset="-172096.17">14823 13375 1092 0,'0'0'183'16,"0"0"-8"-16,0 0 59 0,0 0-79 15,0 0-79 1,0 0-67-16,0 0 4 0,0 75 103 16,0 9 12-16,0 25 10 15,0 2-55-15,-2-14-27 16,-5-9-29-16,5-25-27 16,2 4-30-16,0-2 28 15,0-12-63-15,0-15-37 16,0-12-74-16,13-19-83 15,1-7-133-15,-5 0-469 0</inkml:trace>
  <inkml:trace contextRef="#ctx0" brushRef="#br0" timeOffset="-171496.87">14559 14021 1101 0,'0'0'782'0,"0"0"-523"15,0 0-89 1,0 0-71-16,0 0-30 0,0 0-63 15,0 0-6-15,73-123-21 16,-5 97 10-16,13 5-9 16,4 0 11-1,6 5-19-15,-6 7 28 0,-5 6 28 16,-18 3 3-16,-14 8-10 16,-17 22 3-16,-20 10-23 15,-11 10 12-15,0 7-12 16,-21-1 8-16,-5-3 17 15,2-8-26-15,3-15 0 16,8-8-6-16,6-12-9 0,7-6-27 16,0-4-28-1,5 0-5-15,19-20 41 0,7-13-149 16,5-13-106-16,0-1-202 16,-3 2 274-16,-10 11 217 15,-10 14 290-15,-7 13 4 16,-6 7-175-16,0 2-104 15,0 17 102-15,0 4 9 16,0-1-18-16,0 0-24 16,2-4-59-16,6-6-7 15,0-2 6-15,3-4-24 16,1-2-1-16,3-4-11 16,6 0-16-16,-2 0-20 15,3-18-39-15,-1-7-37 0,-1-4 22 16,-2-5-41-16,-2 4-83 15,-6 5 202-15,-3 11 24 16,-1 14 184-16,0 0-137 16,-4 21-27-16,0 12 99 15,-2 8-21-15,0 1 10 16,0-4-53-16,0-9-43 16,0-4-12-16,0-11-22 15,0-14-98-15,0 0-118 16,0 0-274-16</inkml:trace>
  <inkml:trace contextRef="#ctx0" brushRef="#br0" timeOffset="-171355.05">15552 13439 1957 0,'0'0'637'0,"0"0"-637"0,0 0-39 16,0 0-348-16,2 102 100 15,-8-46-497-15</inkml:trace>
  <inkml:trace contextRef="#ctx0" brushRef="#br0" timeOffset="-171240.08">15472 14564 2314 0,'0'0'339'0,"0"0"-339"16,0 0-1278-16</inkml:trace>
  <inkml:trace contextRef="#ctx0" brushRef="#br0" timeOffset="-170708.84">16411 13716 424 0,'0'0'1584'0,"0"0"-1228"16,0 0-271-16,0 0-84 15,0 0-1-15,0 0 19 16,0 0 2-16,89 54 82 15,-72-19-69-15,-8 4-1 16,-4 0 1-16,-5 4-6 16,0-2 16-16,-5-4-25 15,-6-4 0-15,-2-8 7 16,4-7-25-16,4-7-1 16,5-6-24-16,0-5 3 15,0 0 20-15,0-9-13 16,19-23 13-16,5-15-135 0,0-11 20 15,1-2 7-15,-5 7 109 16,-7 18 30-16,-5 12 168 16,-8 16-85-16,0 7-73 15,0 0-35-15,0 0-5 16,0 19 0-16,0 10 9 16,0 7 39-16,0 6 2 15,0-1-50-15,13-5-1 16,7-5-28-16,6-7-46 15,8-6-53-15,21-9-66 16,-8-5-124-16,-3-4-247 0</inkml:trace>
  <inkml:trace contextRef="#ctx0" brushRef="#br0" timeOffset="-170527.49">17109 13825 2163 0,'0'0'635'0,"0"0"-528"15,0 0-99-15,0 0-7 16,0 0 27-16,0 0-9 16,0 0 4-16,100 0-23 15,-65 0-14-15,-1 7-43 16,1 3-132-16,-10-1-140 16,-14 4-441-16</inkml:trace>
  <inkml:trace contextRef="#ctx0" brushRef="#br0" timeOffset="-170378.92">17082 14034 1942 0,'0'0'568'0,"0"0"-444"0,0 0-54 15,0 0 6-15,0 0-13 16,0 0-56 0,156 3-7-16,-96-3-48 0,36-15-157 15,-16 4-260-15,-7-3-326 0</inkml:trace>
  <inkml:trace contextRef="#ctx0" brushRef="#br0" timeOffset="-170019.48">17958 13944 1262 0,'0'0'927'0,"0"0"-787"15,0 0-119-15,0 0 47 16,38-112 134-16,-32 78-35 15,-2-2-19-15,3 2-113 16,3 0-34-16,-4 2-1 16,0 6 0-16,-1 4 2 15,-3 9-1-15,-2 8-1 16,0 2 10-16,0 3-2 16,0 0-16-16,0 0-32 15,0 12-13-15,0 12 45 16,0 6-13-16,0 9 14 15,0 1 6-15,-7 1 2 0,-1 0 11 16,-1 3-12-16,0-2 0 16,-2 0 7-16,0 0-7 15,-1-3-26-15,4-2-105 16,-3-2-73-16,-1 5-125 16,3-15-277-16,1-4-259 0</inkml:trace>
  <inkml:trace contextRef="#ctx0" brushRef="#br0" timeOffset="-169826.75">17803 14258 1780 0,'0'0'594'0,"0"0"-497"16,0 0 28-16,0 0 71 16,0 0-52-16,0 0-114 15,0 0 10-15,161-35-32 0,-98 24 2 16,8 4-10-16,3 2-22 15,3 0-29-15,23-1-233 16,-17 2-271-16,-11-2-507 0</inkml:trace>
  <inkml:trace contextRef="#ctx0" brushRef="#br0" timeOffset="-169723.5">18918 14161 1435 0,'0'0'0'0</inkml:trace>
  <inkml:trace contextRef="#ctx0" brushRef="#br0" timeOffset="-141596.04">22772 8589 763 0,'0'0'305'16,"0"0"-185"-16,0 0-20 15,0 0 13-15,0 0 70 16,0 0-83-16,0-27-24 16,0 25 65-16,0 0-81 15,0 1 20-15,0-1-14 16,0-1-7-16,0 3 55 15,-2-2-86-15,0 2-27 0,2-2 54 16,0 2-48-16,0 0 20 16,0 0-11-16,0 0-4 15,-2-2 43-15,0 1-55 16,0-1 0-16,-1-1 26 16,1-1-14-16,2 2 1 15,0 0-13-15,0 1 1 16,0-2 21-16,0 1-22 15,0-2 0-15,0-2 1 16,0 1 8-16,0 2-18 16,0-1 5-16,0-1 4 0,0 5 11 15,0-2-11 1,0 2 0-16,0 0 1 0,0 0 11 16,0 0-24-16,0 0 9 15,0 0 3-15,0 0-31 16,0 0 31-16,2 2 0 15,5 10-18-15,2 5 27 16,-3 3-15-16,4 2 6 16,-6 2 0-16,0 2 3 15,-4 4-2-15,0 1-1 16,0-1 15-16,0 2 0 16,0-2-5-16,-4-4-10 15,-5 0 10-15,2-6 11 16,0-5-13-16,3-1-8 15,0-7 0-15,2-5 0 16,2 1 13-16,0-3-13 16,0 0 0-16,0 0 27 0,0 0-6 15,0 0-21-15,0-12 0 16,13-13-76-16,5-8 25 16,4-6-66-16,0-3 0 15,0 0-9-15,-1 3-21 16,-8 7 109-16,-1 8 12 15,-8 6 26-15,-2 7 28 16,-2 4-12-16,0 3 41 16,0 4 50-16,0 0-98 15,0 0 24-15,0 16-32 16,-2 13 8-16,-2 6 66 16,4 5-63-16,0 3 3 0,0-6 1 15,6-2-10-15,11-7-12 16,2-6-60-16,16-8-66 15,-6-8-117-15,-2-4-455 16</inkml:trace>
  <inkml:trace contextRef="#ctx0" brushRef="#br0" timeOffset="-131102.56">11583 8182 925 0,'0'0'305'16,"0"0"-145"-16,0 0-76 16,0 0-43-16,0 0 123 15,0 0-94-15,-4-17 21 16,4 13 27-16,-2 0-78 0,2 3 18 16,0-2-31-16,-2 1-20 15,2 2 105-15,0 0-104 16,0 0-7-16,-2 0 61 15,2 0-43-15,0 0 45 16,-2 0-64-16,2 0 21 16,-2 0 47-16,2 0-65 15,0 0-3-15,0 0 33 16,0-2-27-16,-2 2 39 16,2-2-45-16,0 0 0 15,-3 0 8-15,3 0-7 16,0 2-1-16,0 0 31 15,0 0-17-15,0 0-5 0,0 0-9 16,0-2 0-16,0 2-5 16,0 0 7-16,0 0-2 15,0 0 0-15,0 0 24 16,0 0-19-16,0 0-5 16,0 0 0-16,0 0-16 15,0 0 17-15,0 0-1 16,0 0 0-16,0 0 14 15,0 0-40-15,0 0 26 16,0 0 0-16,0 0-36 16,0 0 36-16,3 0 0 15,-1 0-1-15,-2 0 13 0,2 0-18 16,0 0 6 0,2 0 0-16,4 0-8 0,0 0 8 15,3 0 0-15,-1 0-2 16,-2 0 15-16,-1 2-8 15,-1 2-5-15,4 0-11 16,-4 3-18-16,3 0 30 16,-2 3-1-16,0 2 0 15,-1 4 17-15,1 4-13 16,-3 2-4-16,1 5 0 16,-3 1 45-16,-2 2-39 15,0-2 29-15,0 2-35 16,0-4 27-16,0-5-6 15,0 2-21-15,0-3 0 16,-7-4-15-16,3-2 40 0,0-4-13 16,1 0-12-16,-1-4 0 15,2-2-29-15,-3 0 29 16,3-1-44-16,2-3-8 16,0 0-46-16,0 0 36 15,0 0-101-15,0 0-96 16,0 0 99-16,4 0-326 15,3-3 169-15</inkml:trace>
  <inkml:trace contextRef="#ctx0" brushRef="#br0" timeOffset="-130517.77">11943 8157 988 0,'0'0'209'0,"0"0"-70"16,0 0-76-16,0 0-23 15,0 0 83-15,0 0-43 16,0 0 6-16,-31-35-49 15,26 32-23-15,-3 3 49 16,-1 0-63-16,0 0 0 16,-4 0 0-16,0 0 13 15,-3 5-13-15,-3 7 0 16,0 9 11-16,1 4 41 0,0 4-50 16,2 3 21-1,3 7 75-15,4 1-35 0,2 2 85 16,7-2-73-16,0-3-74 15,0 0 131-15,19-7-123 16,4-4 26-16,6-5 35 16,8-7-61-16,3-9 56 15,-1-3-65-15,6-2-20 16,-3 0-14-16,10-16-128 16,-12-4-188-16,-9 0-611 0</inkml:trace>
  <inkml:trace contextRef="#ctx0" brushRef="#br0" timeOffset="-128980.55">11739 8511 624 0,'0'0'325'16,"0"0"-211"-16,0 0 11 0,0 0-54 16,0 0 26-16,0 0 60 15,0 0-76-15,-5 0 1 16,5 0-28-16,0 0-54 15,0 0 122-15,0 0-91 16,0 0-29-16,0 0 61 16,0 0-50-16,0 0-13 15,0 0 0-15,0 0 31 16,0 0-9-16,0 0-22 16,0 0 0-16,0 0-19 15,-5 5 20-15,1 3-1 16,-1 2 0-16,-1 4 13 15,-1 0 75-15,0 0-87 0,-2 4 8 16,-2-2 84 0,0 5-39-16,-2-3 10 0,-3-1 13 15,3-1-75-15,-2-2 113 16,1 1-109-16,1-7 2 16,-1-1 44-16,3-2-51 15,2-3 13-15,-2-2-14 16,-2 0-125-16,-1 0 28 15,3-4-460-15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08:59:45.266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context xml:id="ctx1">
      <inkml:inkSource xml:id="inkSrc167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9.31408" units="1/cm"/>
          <inkml:channelProperty channel="Y" name="resolution" value="49.23077" units="1/cm"/>
          <inkml:channelProperty channel="T" name="resolution" value="1" units="1/dev"/>
        </inkml:channelProperties>
      </inkml:inkSource>
      <inkml:timestamp xml:id="ts1" timeString="2021-10-19T09:02:02.117"/>
    </inkml:context>
  </inkml:definitions>
  <inkml:trace contextRef="#ctx0" brushRef="#br0">1777 6575 565 0,'0'0'541'16,"0"0"-386"-16,0 0 3 16,0 0-16-16,0 0-43 15,0 0 166-15,-54 0-78 16,50 0-41-16,1 0 14 16,3 0-66-16,0-2 22 15,0 2-42-15,0 0-51 16,0-2 101-16,0 2-124 15,0 0 0-15,0 0 20 16,0-2-9-16,0-1 8 16,7-2-19-16,6-10 0 15,12-8-30-15,8-14 30 16,7-7-27-16,5-6 5 16,-3-4-53-16,1 0 62 0,-8-1-53 15,-6 0-78-15,-4 1 117 16,-10 6-40-16,-6 4 51 15,-4 6 14-15,-5 9 4 16,0 9 31-16,0 11-20 16,0 2-6-16,0 5 36 15,0 2-37-15,0 0-6 16,0 0 0-16,0 23-45 16,0 16 27-16,0 40 18 15,-2 37 0-15,-4 38 74 16,2 11-65-16,-2-11 9 0,-1-36-8 15,1-35 23 1,0-23-13-16,0-9-20 16,2 8 0-16,-3-3-11 15,-1 0 19-15,-2-14-8 0,1-11 0 16,1-11 11-16,-6-11-3 16,-1-9-8-16,-1 0 0 15,3-17 31-15,3-22-25 16,10-16-7-16,0-12 1 15,16-7 0-15,15-3 0 16,9 2 0-16,1 5-44 16,1 1 1-16,-2 5-114 15,-4-1-40-15,4-27-161 16,-11 18-243-16,-6 4-111 0</inkml:trace>
  <inkml:trace contextRef="#ctx0" brushRef="#br0" timeOffset="211.42">2342 5983 796 0,'0'0'682'0,"0"0"-427"16,0 0-43-16,0 0-64 16,0 0-114-16,0 0-13 15,0 0-2-15,-33 77 32 16,18-13 105-16,3 12-98 16,3 4-9-16,9 0-24 15,0-5-10-15,0-10-30 16,18-10-36-16,4-11-60 15,3-12 45-15,2-13-101 16,13-14-40-16,-9-5-127 0,-9 0-201 16</inkml:trace>
  <inkml:trace contextRef="#ctx0" brushRef="#br0" timeOffset="593.61">2436 6360 1324 0,'0'0'489'0,"0"0"-319"16,0 0-98-16,0 0-25 15,0 0-37-15,0 0 39 16,0 0 22-16,53-22-70 16,-40 51 91-16,-3 7-55 15,-6 6 24-15,-4 6 37 16,0-2-84-16,0-7 14 0,0-8-28 16,0-9 9-16,0-12-55 15,9-8 12-15,7-2-47 16,1-10 65-16,6-19-65 15,-3-12-66-15,-5-9-134 16,-6-1-116-16,-4 10 229 16,-5 11 168-16,0 20 204 15,0 10-58-15,0 18-146 16,0 20 161-16,0 10 2 16,0 1-39-16,2 0 37 15,11-7-137-15,6-8-15 16,0-8-9-16,4-9-18 15,-1-11 12-15,-1-6-99 16,-2-3-70-16,-7-43-17 16,-6 2-301-16,-6-6-290 0</inkml:trace>
  <inkml:trace contextRef="#ctx0" brushRef="#br0" timeOffset="745.75">2842 6075 1159 0,'0'0'515'0,"0"0"-328"16,0 0-59-16,140 31 23 15,-97 13-79-15,-8 12-36 16,-12 13 46-16,-17 10-73 16,-6 8-18-16,-11 4-10 15,-46 26-185-15,3-21-93 16,0-21-666-16</inkml:trace>
  <inkml:trace contextRef="#ctx0" brushRef="#br0" timeOffset="2003.66">3696 6725 1018 0,'0'0'922'16,"0"0"-825"-16,0 0-68 0,0 0-29 15,0 0 28-15,0 0 10 16,100-124-38-16,-53 62 2 16,1-10-2-16,2-4 0 15,-6-8-1-15,-9-3-15 16,-8 3-17-16,-13 1 5 16,-12 11 25-16,-2 16 3 15,0 14 59-15,-2 18-19 16,-10 16 13-16,0 8-53 15,-7 14 24-15,-2 28-7 16,-4 32-16-16,0 37 39 16,7 23 64-16,9-6-62 15,9-28 45-15,0-34-87 16,14-23 14-16,8-2-22 16,7-6 8-16,4-4-18 0,6-17 8 15,3-14 3-15,-2 0-4 16,0-31-76-16,-4-11-113 15,-9-12 47-15,-10-4-248 16,-7 1 102-16,-8 11 299 16,-2 15 131-16,0 16 249 15,0 15-155-15,-8 3-195 16,-2 25 61-16,-1 7-33 16,-1 6 6-16,6-1 32 15,1-5-90-15,5-4 46 16,0-11-52-16,5-6 0 0,15-7-20 15,7-7 21-15,4 0-1 16,9-14 0-16,2-11-53 16,1-8 41-1,-6-4-43-15,-5-5-21 0,-10 0 47 16,-11 1-33-16,-9 9 62 16,-2 10 36-16,-4 13-29 15,-21 9 88-15,-4 7-95 16,-4 25 0-16,2 11 66 15,6 3-46-15,10 2 11 16,10-6-31-16,5-6 16 16,0-10-10-16,11-6-6 0,14-10 0 15,6-8 31-15,9-2-29 16,9-15 29-16,7-14-31 16,-2-7-50-16,-6-6 20 15,-10 6-16-15,-11 5-33 16,-11 15 78-16,-10 13 2 15,-6 3-20-15,0 17 12 16,0 16 7-16,-8 6 75 16,-2 2-73-16,4-7-2 15,1-10 17-15,5-8-3 16,0-10-2-16,0-6-12 16,9 0 0-16,16-17-32 15,6-9 32-15,7-7-88 16,0 3 58-16,-4 3 27 15,-5 15-12-15,-5 10 15 0,-6 2 0 16,-5 21-4-16,-4 9 4 16,-5 4 0-16,-4 2-2 15,0-2-26-15,-22 0 11 16,-7-10-240-16,-7-12-360 0</inkml:trace>
  <inkml:trace contextRef="#ctx0" brushRef="#br0" timeOffset="2163.93">4228 6198 1839 0,'0'0'350'0,"0"0"-82"16,0 0-268-16,0 0-38 16,161-78 26-16,-96 68-46 0,26 10-37 15,-18 0-240-15,-10 8-695 0</inkml:trace>
  <inkml:trace contextRef="#ctx0" brushRef="#br0" timeOffset="2634.72">5816 5921 1647 0,'0'0'534'0,"0"0"-487"16,0 0-47-16,0 0-13 0,0 0 13 15,6 103 51-15,-6-35 26 16,0 11 58-16,0 11-32 15,0-2-102-15,0-7 89 16,2-8-90-16,7-13-12 16,3-12-13-16,1-12-23 15,0-10-47-15,3-12-15 16,2-14-101-16,-3-3 39 16,-11-18-361-16</inkml:trace>
  <inkml:trace contextRef="#ctx0" brushRef="#br0" timeOffset="3177.29">5659 6432 1450 0,'0'0'559'0,"0"0"-524"0,0 0-35 15,136-55-25-15,-69 38 20 16,4 3 5-16,-3 6 9 16,-8 8 41-16,-14 0 25 15,-17 25-61-15,-13 8 88 16,-14 12-20-16,-2 2-44 15,0 4 108-15,-11-5-146 16,4-7 0-16,5-10-1 16,2-11-39-16,0-10 4 15,20-8-30-15,12-6-28 16,7-26 65-16,3-12-259 16,4-8-65-16,-9 0 29 15,-6 6 167-15,-10 12 157 0,-13 16 381 16,-8 12 6-16,0 6-91 15,-4 10-262-15,-14 16 31 16,1 6 45-16,0-1-67 16,7-2 74-16,10-5-117 15,0-6 6-15,4-4-9 16,23-9 3-16,8-5 0 16,10 0 0-16,4-15-145 15,2-16 133-15,-3-6-212 16,-11-9-49-16,-10 1 90 15,-14 6-57-15,-13 10 240 16,0 19 207-16,-11 10-58 16,-11 16 72-16,-3 24-72 15,8 8-50-15,3 5 28 16,12 1-70-16,2-4 5 0,8-1-62 16,21-8 30-16,7-5-82 15,7-7-13-15,-1-7-116 16,-13-11-208-16,-13-4-852 0</inkml:trace>
  <inkml:trace contextRef="#ctx0" brushRef="#br0" timeOffset="3276.48">6388 7028 1785 0,'0'0'454'16,"0"0"-454"-16,0 0-58 15,0 0-342-15</inkml:trace>
  <inkml:trace contextRef="#ctx0" brushRef="#br0" timeOffset="3686.63">7768 5891 1007 0,'0'0'624'15,"0"0"-624"-15,0 0-40 16,0 0 40-16,0 0 31 16,-33 166 183-16,15-85 18 15,7 10 5-15,2 4-148 16,6 2-25-16,3-5-12 16,0-8-45-16,3-14-14 15,8-12-24-15,2-13-115 16,1-15 53-16,-8-23-211 0,-1-7-89 15,-5 0 23-15</inkml:trace>
  <inkml:trace contextRef="#ctx0" brushRef="#br0" timeOffset="4204.01">7416 6523 1674 0,'0'0'509'0,"0"0"-493"15,0 0 7-15,147-78-46 16,-71 56-29-16,2 3 52 15,-4 6-4-15,-12 8 11 16,-16 5 49-16,-17 9-56 16,-17 19 9-16,-12 10 106 15,-7 8-33-15,-22 4 7 16,-5-3-61-16,5-2 9 16,8-12-43-16,7-13 6 0,12-14-107 15,2-6 79-15,8-3-38 16,21-23 31-16,10-8-27 15,1-4-186-15,-7 4 179 16,-8 10 44-16,-12 9 25 16,-9 15 202-16,-4 0-136 15,0 19-12-15,-2 9 82 16,-7 6-93-16,3-2 104 16,4-4-147-16,2-8 1 15,0-7-23-15,0-10 38 16,17-3-17-16,10-3 1 0,2-21-133 15,4-13 56-15,-2-6-167 16,-2-4-37 0,-4-2-69-16,-7 8 80 15,-3 9 270-15,-6 18 279 0,-4 14-95 16,-5 9-4-16,0 26 43 16,0 11-100-16,0 6 4 15,-5 0-79-15,-1-2-8 16,1-7-40-16,1-9-114 15,2-12 16-15,-5-22-241 16,0 0-231-16,0-19-63 0</inkml:trace>
  <inkml:trace contextRef="#ctx0" brushRef="#br0" timeOffset="4409.56">8100 6214 2299 0,'0'0'466'0,"0"0"-466"15,0 0-134-15,0 120-16 16,-2-41-173-16,-14 5-282 16,-3-3 497-16,-2-4 68 15,1-8 40-15,3-11 241 16,1-11-56-16,5-4-60 16,2-9-100-16,9-2-16 15,0-10-18-15,0-12-645 0</inkml:trace>
  <inkml:trace contextRef="#ctx0" brushRef="#br0" timeOffset="4992.96">9106 6312 1377 0,'0'0'393'16,"0"0"103"-16,0 0-426 16,0 0-49-16,0 0 18 15,0 0-38-15,0 0 84 16,129-20-55-16,-115 70-17 16,-10 15 142-16,-4 7-121 15,0 2 23-15,-18-6-45 16,3-12 33-16,1-13-33 15,3-16-12-15,7-13 0 0,4-8-36 16,0-6 36 0,0-6-20-16,15-26 19 15,7-13-158-15,1-15 63 16,-4-7-189-16,-3 5 83 0,-9 16 202 16,-5 18 181-16,-2 21 59 15,0 7-186-15,-7 21-4 16,-6 18 29-16,2 7-38 15,6 5-25-15,5-3 18 16,3-4-34-16,26-10-1 16,8-6-49-16,8-13-141 15,31-15 106-15,-12 0-282 0,-8-16-429 16</inkml:trace>
  <inkml:trace contextRef="#ctx0" brushRef="#br0" timeOffset="5175.88">9721 6503 1886 0,'0'0'775'16,"0"0"-670"-16,0 0-105 15,0 0-21-15,0 0-45 16,0 0 57-16,0 0 18 16,101 28 10-16,-57-25-19 15,3 2-175-15,-3-5-49 16,-13 0-425-16,-15 0-547 0</inkml:trace>
  <inkml:trace contextRef="#ctx0" brushRef="#br0" timeOffset="5309.79">9663 6713 1756 0,'0'0'601'0,"0"0"-412"16,0 0-189-16,0 0-2 15,0 0-34-15,147 36-48 16,-60-36-45-16,-11-9-217 15,-7-11-1266-15</inkml:trace>
  <inkml:trace contextRef="#ctx0" brushRef="#br0" timeOffset="5609.33">10666 6488 1733 0,'0'0'497'0,"0"0"-497"16,0 0-278-16,0 0 224 16,0 0 54-16,-90 113 162 15,90-87 57-15,4-4-113 16,29-4 72-16,13-3-136 16,17-8-5-16,11-7 4 15,-1 0-25-15,-9-18-32 16,-12-6 8-16,-19-2-1 15,-18-3-47-15,-15 0 56 16,-6 3-78-16,-30 6-45 16,-15 6-133-16,-41 14 55 15,15 5-27-15,8 14-293 0</inkml:trace>
  <inkml:trace contextRef="#ctx0" brushRef="#br0" timeOffset="6294.01">12059 6520 1807 0,'0'0'538'15,"0"0"-378"-15,0 0-24 16,0 0-136-16,0 0 0 16,0 0 34-16,0 0-33 15,103 0 155-15,-45 0-156 16,9 0 0-16,4 0-35 16,0 0 35-16,-4 0-79 15,2-7-123-15,-17-1-297 16,-19 2-128-16</inkml:trace>
  <inkml:trace contextRef="#ctx0" brushRef="#br0" timeOffset="6516.99">12104 6684 1060 0,'0'0'612'0,"0"0"-483"16,0 0-3-16,0 0-21 16,0 0-32-16,0 0 91 15,125 0-164-15,-69 0-1 16,4 0-21-16,27 0-188 16,-18-5-44-16,-11-4-593 0</inkml:trace>
  <inkml:trace contextRef="#ctx0" brushRef="#br0" timeOffset="6735.14">12839 6432 570 0,'0'0'1419'16,"0"0"-1265"-16,0 0-108 15,0 0-92-15,0 0 45 16,0 0 1-16,40 113 63 15,-64-73-33-15,-8-1 45 16,-1-4-75-16,0 0-31 16,-3-9 21-16,-10-15-163 15,7-4-121-15,6-7-346 0</inkml:trace>
  <inkml:trace contextRef="#ctx0" brushRef="#br0" timeOffset="6896.5">11910 6421 1239 0,'0'0'1094'16,"0"0"-864"-16,0 0-136 16,-111 118-93-16,92-48 23 15,15 6-24-15,4 0 9 16,23-3-65-16,43 9-45 16,-3-20-203-16,-3-18-338 0</inkml:trace>
  <inkml:trace contextRef="#ctx0" brushRef="#br0" timeOffset="7820.96">13745 6907 1896 0,'0'0'642'15,"0"0"-593"-15,0 0-16 16,0 0-36-16,0 0 3 16,0 0 0-16,87-104-7 15,-34 43 23-15,9-14-41 0,3-5 25 16,0-4-115 0,-7-3 106-16,-12-1-109 0,-10 2 54 15,-14 3 6-15,-11 11 48 16,-6 19 10-16,-5 16 72 15,0 21 17-15,-14 16 60 16,-10 11-149-16,-10 31 0 16,-1 20 35-16,2 16-6 15,6 9 82-15,8 8-111 16,15-4 20-16,4-9-13 16,4-14-7-16,21-15 0 15,6-16 0-15,6-13 18 16,3-15-34-16,2-9 16 15,1-5-79-15,-2-23 34 16,-5-9-114-16,-7-4 33 0,-9 1 6 16,-9 8 120-16,-4 12 18 15,-7 14 99-15,0 6-88 16,-3 9 20-16,-12 20-48 16,-1 7 48-16,1 0-49 15,3-2 7-15,6-7-45 16,4-10-44-16,2-11-159 15,0-9 20-15,8-22 69 16,4-7-229-16</inkml:trace>
  <inkml:trace contextRef="#ctx0" brushRef="#br0" timeOffset="8207.77">14480 6427 902 0,'0'0'826'0,"0"0"-657"15,0 0 47-15,18 124 11 0,-18-66-132 16,0-5 8-16,0-7-2 15,0-11-88-15,-5-11 32 16,3-9-45-16,2-11 0 16,0-4 21-16,0 0-21 15,2-19-8-15,18-17 7 16,9-10-219-16,7-3 172 16,-3 2-23-16,-4 15 71 15,-6 14 19-15,-10 18-19 16,-6 2 0-16,-7 26 34 15,0 7-4-15,0 2 87 16,-12-5-70-16,2-8-27 16,3-10 15-16,7-8-35 0,0-6-17 15,17-2 4 1,26-22-96-16,18-12 108 16,10-2-74-16,-3-1 54 0,-7 10 5 15,-16 11 29-15,-16 14-13 16,-12 4 0-16,-9 18 12 15,-8 18-70-15,0 24 51 16,-14-6-253-16,1-9-413 0</inkml:trace>
  <inkml:trace contextRef="#ctx0" brushRef="#br0" timeOffset="8851.51">15327 6685 2140 0,'0'0'382'0,"0"0"-382"16,0 0-80-1,0 0-65-15,0 0 81 0,107-128 58 16,-78 74 6-16,-2-7 0 16,-7 1-7-16,-5 0 5 15,-5 4-20-15,-10 7 11 16,0 14 11-16,0 10 122 15,0 22-18-15,-2 3-78 16,-8 34-26-16,-1 24 0 16,0 32 66-16,0 36-22 15,0 27-22-15,0 10 119 16,-1-17-135-16,4-33 6 0,1-37 5 16,-2-25-1-16,-2-8 1 15,-2-5-17-15,-3-2 0 16,-5-6 5-16,0-13-4 15,3-8-1-15,5-9 1 16,3 0 17-16,10-24 20 16,0-19-38-16,20-12 0 15,16-15-33-15,9-13 33 16,10-3-54-16,5-2 24 16,6-2-89-16,-4 0 48 15,0-5-45-15,-6 2-96 16,-9-4-39-16,-10 4-97 15,-8 7 65-15,-8 13 283 0,-13 12 64 16,-3 21 281-16,-5 13-15 16,0 20-117-16,-5 7-59 15,-14 16-154-15,-8 26 11 16,-2 16 51-16,4 16-38 16,5 9 111-16,9 4-135 15,9 2 12-15,2-9-18 16,0-9 7-16,13-16-2 15,5-15-30-15,1-14-79 16,2-13 110-16,-1-13-127 16,5-21-53-16,-6-15-143 15,-5-7-568-15</inkml:trace>
  <inkml:trace contextRef="#ctx0" brushRef="#br0" timeOffset="9165.79">15967 6425 1440 0,'0'0'676'0,"0"0"-531"16,0 0-77-16,0 0-41 15,0 0-20-15,0 0 167 16,40 130-101-16,-40-88-11 16,0-3-1-16,-2 0-61 15,-5-6 35-15,1-10-35 16,4-9 0-16,2-7-45 16,0-7 45-16,0 0-45 15,12-17 8-15,9-19-188 16,1-10-115-16,-4-8-301 0,-4 4 261 15,-10 9 380 1,-4 19 583-16,0 17-200 0,0 5-204 16,-4 19-139-1,-4 13 126-15,4 5-89 0,4 1-40 16,0-2 50-16,4-6-86 16,19-9-2-16,10-10-46 15,25-11-79-15,-9-11-5 16,-7-13-455-16</inkml:trace>
  <inkml:trace contextRef="#ctx0" brushRef="#br0" timeOffset="9327.71">16571 6226 2082 0,'0'0'558'0,"0"0"-483"0,87 107-53 15,-58-36-11-15,-16 15-11 16,-13 7-102-16,-8 1 47 15,-61 27-114-15,3-24-84 16,0-25-276-16</inkml:trace>
  <inkml:trace contextRef="#ctx0" brushRef="#br0" timeOffset="10127.26">13738 7195 1227 0,'0'0'534'15,"0"0"-389"-15,0 0-54 16,0 0-91-16,0 0 0 0,113-14 33 16,-103 40 20-16,-8 7 105 15,-2 12-32-15,0 3-43 16,-12 2 64-16,-1-4-139 15,-1-8 5-15,4-10-3 16,3-10 14-16,5-7-22 16,2-10-2-16,0-1-12 15,0 0-48-15,9-23 39 16,7-15-143-16,-1-11-54 16,1-6-58-16,-5 2 223 15,-5 13 53-15,-4 11 255 0,-2 20 93 16,0 9-314-16,0 0-34 15,0 21-6-15,-2 6 6 16,2 4 75-16,0 1-75 16,9-1 0-16,18-3-35 15,4-7-72-15,16-14-148 16,-12-5-301-16,-3-2-663 0</inkml:trace>
  <inkml:trace contextRef="#ctx0" brushRef="#br0" timeOffset="10317.15">14010 7328 1852 0,'0'0'598'0,"0"0"-556"15,0 0-42-15,0 0-32 16,0 0 32-16,0 0 12 16,0 0-12-16,138 17-21 15,-96-17 20-15,3 0-86 16,-1-12-12-16,8-10-201 15,-13 4-343-15,-10 0 74 0</inkml:trace>
  <inkml:trace contextRef="#ctx0" brushRef="#br0" timeOffset="10541.74">14370 7224 1378 0,'0'0'498'15,"0"0"-353"-15,0 0-123 16,0 0-22-16,0 0-8 0,0 0 8 15,0 0 148-15,23 46-132 16,-7-29-1-16,1 3 23 16,-1 1-37-16,-7 0 52 15,-5 5-53-15,-4-1 6 16,-8 8 98-16,-21 5-86 16,-9 1-17-16,-3 1-1 15,1-4-160-15,11-12-224 16,12-10-515-16</inkml:trace>
  <inkml:trace contextRef="#ctx0" brushRef="#br0" timeOffset="10810.58">14679 7315 1923 0,'0'0'145'16,"0"0"-120"-16,0 0-25 15,-56 105 0-15,44-73 106 16,8-5 37-16,4 0-95 16,2-4 79-16,19-2-116 15,8-6-4-15,4-6-1 16,0-5-6-16,-2-4-7 16,-6 0 6-16,-7-3-98 15,-11-15 88-15,-7-1-150 0,0-6-117 16,-12 0 64-16,-5 4-41 15,1 6-106-15</inkml:trace>
  <inkml:trace contextRef="#ctx0" brushRef="#br0" timeOffset="10983.48">14679 7315 902 0,'44'-62'1187'0,"-44"59"-849"15,4 0-189-15,19-1-149 16,10-1 16-16,7 3-10 16,5 2-6-16,18 0-36 0,-15 0-216 15,-7 0-674-15</inkml:trace>
  <inkml:trace contextRef="#ctx0" brushRef="#br0" timeOffset="12184.99">14799 7415 1294 0,'0'0'361'0,"0"0"-229"0,0 0-99 16,0 0-14-16,0 0 37 15,0 0-56-15,0 0 1 16,82 84 18-16,-103-45-19 15,-8-5-226-15</inkml:trace>
  <inkml:trace contextRef="#ctx0" brushRef="#br0" timeOffset="13416.14">14788 7493 684 0,'0'0'241'16,"0"0"-28"-16,0 0-132 16,0 0-28-16,0 0 104 15,0 0-16-15,0 0-6 0,2 2-19 16,-2-2-37-16,0 0 127 15,0 0-98-15,0-3-28 16,0-6-9-16,0 0 21 16,0-4 22-16,0 4-17 15,0-4-74-15,-5 1 78 16,-8 2-101-16,-3 4-34 16,-1 2 33-16,-3 4-139 15,-7 0-116-15,4 8-370 16,6 4-802-16</inkml:trace>
  <inkml:trace contextRef="#ctx0" brushRef="#br0" timeOffset="14166.91">17469 6595 1560 0,'0'0'542'0,"0"0"-305"0,0 0-31 16,0 0-129-16,0 0 67 15,0 0-127-15,0 0-5 16,45 0 21 0,-14-5-33-16,3 2-33 0,-1 3-96 15,-8 0-166-15,-9 0-64 16,-12 5-573-16</inkml:trace>
  <inkml:trace contextRef="#ctx0" brushRef="#br0" timeOffset="14279.84">17496 6728 1415 0,'0'0'706'0,"0"0"-527"16,0 0-164 0,0 0-15-16,178 15-138 0,-111-15-205 15,-2 0-227-15</inkml:trace>
  <inkml:trace contextRef="#ctx0" brushRef="#br0" timeOffset="14860.17">18149 6820 831 0,'0'0'871'15,"0"0"-846"-15,0 0-25 16,0 0-35-16,0 0 35 0,0 0-14 16,150-111 14-16,-104 59 0 15,6-8-1-15,4-6-51 16,-1-6 14-16,1-5-36 16,-7-7 74-16,-12 0 56 15,-10 3 1-15,-13 10 120 16,-12 15 132-16,-2 13-91 15,0 15-29-15,-2 14-158 16,-10 13 2-16,-3 1-39 16,-5 14 6-16,-7 27 0 15,-8 36-5-15,-1 39 25 16,5 28 96-16,6-7-115 16,17-29 8-16,8-36 32 15,0-26-40-15,13 0-1 0,13 0 0 16,8-6 16-16,9-15-37 15,3-15 21-15,6-10-73 16,-1-2 66-16,-2-26-93 16,-4-6-34-16,-8-9-13 15,-10-1-53-15,-7 3 200 16,-11 8 17-16,-4 11 141 16,-5 12 111-16,0 8-198 15,0 2-68-15,0 0-3 16,-7 21 0-16,-5 2 37 15,2 5-37-15,1 1-28 0,7-5 21 16,2-7-166 0,0-7-40-16,0-10-121 0,2-10-155 15,9-12-158-15</inkml:trace>
  <inkml:trace contextRef="#ctx0" brushRef="#br0" timeOffset="15258.92">19059 6559 1395 0,'0'0'752'15,"0"0"-646"-15,0 0-37 16,-4 123-6-16,-10-77 84 16,3-4-98-16,2-9-37 15,2-8 58-15,5-11-70 16,2-9 0-16,0-5 7 0,0 0 18 16,2-5-41-1,18-20 16-15,11-6-242 0,9-6 148 16,1 1-43-16,-3 7 137 15,-7 8 14-15,-11 13 49 16,-7 8 34-16,-9 4-80 16,-4 21 21-16,0 4 109 15,0 1-95 1,-10-2 24-16,1-8-61 0,2-8 26 16,7-10-44-16,0-2 3 15,29-7-54-15,22-24-25 16,20-7-187-16,12-7 71 15,6 0 58-15,-8 7 130 16,-17 12 7-16,-17 14 92 0,-16 12-52 16,-17 2 10-16,-14 28-44 15,0 11-12-15,-31 20 0 16,-3-4-196-16,7-15-335 16</inkml:trace>
  <inkml:trace contextRef="#ctx0" brushRef="#br0" timeOffset="15982.51">20073 6840 1380 0,'0'0'984'16,"0"0"-766"-16,0 0-218 15,0 0-185-15,0 0 34 16,145-97 125-16,-91 49 52 16,-4-6-9-16,-2-4-17 15,-3-2-23-15,-12-2 9 16,-11 5-76-16,-11 6 68 15,-11 10 22-15,0 13 22 16,-2 14 64-16,-14 14-86 16,-1 2 46-16,-6 33-46 15,3 16 23-15,-3 36 1 16,2 33 124-16,2 28-94 16,4 7 1-16,6-29-36 0,2-34 21 15,1-36-16-15,-1-11-24 16,0-3 0-16,-4-1-18 15,0-6 20-15,-3-12-2 16,-1-11 0-16,-3-5-6 16,-4-7-52-16,2 0 58 15,4-19-69-15,7-22 55 16,9-13-30-16,9-18 26 16,29-15 17-16,13-5 2 15,16-4 27-15,11-2-28 16,5 4-70-16,1-1 5 0,-3 3-8 15,-13 8 60 1,-16 11-9-16,-16 15 22 0,-20 18 114 16,-16 17-18-16,0 16 13 15,-16 7-54-15,-16 14-33 16,-7 25 5-16,-1 20 13 16,3 10-40-16,6 11 119 15,10 2-119-15,9-2 0 16,10-4-2-16,2-11 8 15,0-14-22-15,2-14-47 16,12-16-89-16,-1-10 106 16,3-11-98-16,3-31-60 0,-1-7-272 15,-3-8-1057-15</inkml:trace>
  <inkml:trace contextRef="#ctx0" brushRef="#br0" timeOffset="16292.24">20760 6566 1517 0,'0'0'655'16,"0"0"-541"-16,0 0-39 15,0 0-75-15,0 0 0 16,0 0 125-16,40 107-59 16,-40-71 21-16,-11 2-43 15,-1-6-10-15,6-8 5 16,1-10-39-16,5-7-6 16,0-7-32-16,7 0 29 15,15-7-14-15,5-19-37 16,0-8-176-16,-4-6 119 15,-11-2-144-15,-5 8 261 0,-7 8 87 16,0 15 173-16,0 11-94 16,-9 3-126-16,-5 21-19 15,4 7 71-15,5 4-50 16,5 3-41-16,2-3 22 16,25-7-23-16,9-11-26 15,28-17-47-15,-6 0-222 16,-10-24-273-16</inkml:trace>
  <inkml:trace contextRef="#ctx0" brushRef="#br0" timeOffset="16460.09">21333 6328 2029 0,'0'0'767'0,"0"0"-601"15,0 0-166-15,124 102-35 0,-99-33 2 16,-14 10 5-16,-11 8-18 15,-27 5 38-15,-60 33-130 16,5-25-127-16,-5-16-440 0</inkml:trace>
  <inkml:trace contextRef="#ctx0" brushRef="#br0" timeOffset="17309.58">18216 7386 1252 0,'0'0'580'0,"0"0"-355"16,0 0-130-16,0 0-88 15,0 0 53-15,0 0-41 16,0 0-18-16,16 13 128 15,-12 11-74-15,1 6 30 16,-5 9-14-16,0 1-36 16,0 0 79-16,0-4-114 15,-7-6 1-15,0-8 4 16,5-8-5-16,0-6 0 16,2-4-2-16,0-4 19 15,0 0-29-15,0 0 12 0,0-6-5 16,0-20-31-16,9-17-136 15,6-7-27-15,6 2 122 16,-6 6 77-16,-3 18 115 16,-6 12 4-16,-6 10-104 15,0 2-15-15,0 11-23 16,0 12 23-16,0 7 0 16,0 5 34-16,4-2-14 15,17-2-20-15,6-5-116 16,15-16-78-16,-5-6-315 15,-3-4-554-15</inkml:trace>
  <inkml:trace contextRef="#ctx0" brushRef="#br0" timeOffset="17473.75">18468 7520 1382 0,'0'0'872'0,"0"0"-757"15,0 0-106-15,0 0-1 16,0 0 12-16,130 0-6 15,-78 0-14-15,9 0-36 16,-1-7 20-16,4-11-275 16,-16 4-24-16,-15 0-233 0</inkml:trace>
  <inkml:trace contextRef="#ctx0" brushRef="#br0" timeOffset="17675.88">18858 7425 851 0,'0'0'894'0,"0"0"-710"15,0 0-168-15,0 0-32 16,0 0-4-16,136 32 20 16,-100-14 8-16,-7 4 4 15,-12 2 57-15,-12 5-37 16,-5 3 37-16,-16 1 102 16,-17 4-98-16,-5 0-42 15,3-8-31-15,8-5-150 16,9-10-101-16,16-12-450 0</inkml:trace>
  <inkml:trace contextRef="#ctx0" brushRef="#br0" timeOffset="17943.25">19313 7457 971 0,'0'0'822'16,"0"0"-671"-16,-71 104-107 15,52-55 32-15,13-5-32 16,6-8 40-16,11-8-28 16,23-10-37-16,12-8 86 15,10-10-105-15,2 0-37 16,-4-8-40-16,-12-12-103 16,-19-4 91-16,-17 0-43 15,-6-1-46-15,-16 2 178 16,-15 3-45-16,-5 5 45 0,-10 7-7 15,7 4-63-15,10 3-239 0</inkml:trace>
  <inkml:trace contextRef="#ctx0" brushRef="#br0" timeOffset="18127.02">19313 7457 1437 0,'141'-104'492'0,"-115"104"-473"16,8 0-19-16,3-2-24 15,5 0 2-15,12-12-48 0,-13 0-257 16,-8-2-860-16</inkml:trace>
  <inkml:trace contextRef="#ctx0" brushRef="#br0" timeOffset="18260.07">19641 7199 1795 0,'0'0'584'16,"0"0"-576"-16,0 0-2 15,-36 140-6-15,20-79 17 16,-3 29-66-16,3-20-62 16,5-16-489-16</inkml:trace>
  <inkml:trace contextRef="#ctx0" brushRef="#br0" timeOffset="19010.95">22176 6633 1694 0,'0'0'629'0,"0"0"-479"15,0 0-92-15,0 0 67 16,0 0-125-16,0 0 0 16,79 3 13-16,-25 2 11 15,4 1-48-15,0 0-86 16,-2 0-194-16,-16-2-71 16,-18-2-323-16</inkml:trace>
  <inkml:trace contextRef="#ctx0" brushRef="#br0" timeOffset="19125">22300 6757 1303 0,'0'0'583'16,"0"0"-474"-16,0 0-86 0,0 0-46 15,167 14-54-15,-89-15-312 16,-4-15-735-16</inkml:trace>
  <inkml:trace contextRef="#ctx0" brushRef="#br0" timeOffset="19574.84">22864 6679 1582 0,'0'0'638'0,"0"0"-583"15,0 0-55-15,0 0-24 0,0 0 24 16,143-94 16 0,-106 50 57-16,1-7-38 0,-5-2-14 15,-6-3 48-15,-4-3-68 16,-9 5 29-16,-6 6 108 15,-6 12-48-15,-2 11 37 16,0 11-127-16,0 14 25 16,0 0-77-16,-2 21 1 15,-14 37-15-15,-1 44 54 16,-3 41 24-16,1 19 38 16,6-2-50-16,5-17 1 15,1-37 2-15,0-24-3 16,3-22 0-16,-1-13-12 15,-1-1 33-15,-3 0-23 16,-3-2 2-16,-1-12 0 0,2-12-6 16,0-8 6-1,4-6 0-15,1-6 8 0,6 0-2 16,0-18 74-16,0-18-80 16,13-10 0-16,14-14-7 15,10-6 7-15,5-4 0 16,6 1 0-16,-1 1-121 15,10-18-56-15,-10 14-362 16,-11 7-322-16</inkml:trace>
  <inkml:trace contextRef="#ctx0" brushRef="#br0" timeOffset="19783.34">23620 6232 1068 0,'0'0'876'0,"0"0"-584"15,0 0-292-15,0 0 0 16,-88 131 74-16,49-57 0 16,3 9 43-16,9 4-91 15,9 0 11-15,14-14-74 16,4-8 20-16,16-19-84 16,19-15 45-16,38-26-67 15,-8-5-131-15,-3-7-531 0</inkml:trace>
  <inkml:trace contextRef="#ctx0" brushRef="#br0" timeOffset="20041.3">23769 6627 874 0,'0'0'1535'16,"0"0"-1348"-16,0 0-145 16,0 0-11-16,-60 115-22 0,60-79 36 15,0-7-45-15,20-4 0 16,14-8 57-16,7-5-42 15,5-12-15-15,-4 0 0 16,-9-7 30-16,-8-18-33 16,-15-4 3-16,-10-5 0 15,0-3-2-15,-19 2 2 16,-10 4 0-16,-7 9-6 16,2 6 14-16,5 10-44 15,12-4-77-15,6 2-219 0,11-4-263 16</inkml:trace>
  <inkml:trace contextRef="#ctx0" brushRef="#br0" timeOffset="20209.99">24571 6164 2295 0,'0'0'267'15,"29"157"-244"-15,-38-17 8 16,-40 20-24-16,-26-10-8 15,6-35 1-15,19-37-168 16,-1 3 62-16,15-26-255 16,3-9-478-16</inkml:trace>
  <inkml:trace contextRef="#ctx0" brushRef="#br0" timeOffset="23126.74">1783 9071 39 0,'0'0'1161'0,"0"0"-830"16,0 0-110-16,0 0-34 15,0 0-43-15,0 0 70 16,0 0-91-16,-2-23-28 15,2 18-16-15,0 1-78 0,0 1 72 16,0-1-73-16,-2 4 0 16,0-3 25-16,-2 3-9 15,0 0-16-15,0 0 0 16,-3 0 33-16,3 0-16 16,0 3-17-16,4 3-18 15,0-3-5-15,0 2-5 16,13-3 6-16,9-2 21 15,1 0-5-15,-4 0-15 16,-7-7 21-16,-8-7 0 16,-4 0-13-16,0 3 13 15,-14 1-60-15,-13 10-59 0,2 3-365 16,4 12-386-16</inkml:trace>
  <inkml:trace contextRef="#ctx0" brushRef="#br0" timeOffset="23850.74">2623 8964 1300 0,'0'0'843'15,"0"0"-685"-15,0 0-141 16,0 0-17-16,0 0-60 15,126-104 54-15,-74 58-4 16,4-10-55-16,-4 1 64 16,-6-6-123-16,-13 5 54 15,-8 2 58-15,-13 10 24 16,-8 9 1-16,-4 9 57 16,0 15-46-16,0 11 24 15,-6 0-48-15,-10 32 0 16,-5 36 17-16,0 44 49 15,-2 33 70-15,-2 12-66 0,5-23-44 16,7-36 90-16,0-36-108 16,3-8 2-16,-5 4 22 15,-3 3-22-15,-4-3 27 16,-4-12-37-16,-1-12 0 16,-2-12 49-16,6-8-47 15,7-12-2-15,8-2 48 16,8-14-31-16,0-25-17 15,29-14-17-15,16-14-92 16,15-7 51-16,13-3-127 16,25-27-124-16,-18 19-184 15,-13 10-885-15</inkml:trace>
  <inkml:trace contextRef="#ctx0" brushRef="#br0" timeOffset="24057.62">3388 8369 618 0,'0'0'1126'0,"0"0"-839"16,0 0-211-16,0 0-65 15,-96 174 182-15,64-90-64 16,11 8-35-16,9-2 5 16,12-20-99-16,0 2-3 15,25-12-75-15,10-15-90 16,30-16 2-16,-7-15-321 15,-5-12-491-15</inkml:trace>
  <inkml:trace contextRef="#ctx0" brushRef="#br0" timeOffset="24318.98">3665 8761 1872 0,'0'0'189'0,"0"0"-52"16,0 0-58-16,0 0 52 15,-117 128 6-15,117-102-49 16,5-2 12-16,30-4-85 16,12-3 3-16,12-10 34 15,1-7-52-15,-5 0-2 16,-12-7-11-16,-14-12 26 16,-16-3-29-16,-13-4 16 0,0 0-67 15,-22-2 32-15,-7 6-8 16,-2 5-19-16,-8 8-63 15,10 4-180-15,12 2-392 0</inkml:trace>
  <inkml:trace contextRef="#ctx0" brushRef="#br0" timeOffset="24512.65">4219 8318 1333 0,'0'0'281'0,"0"0"-76"16,71 188-11-16,-61-86-90 0,-10-5 49 16,0-9-98-16,-21-21 4 15,-5 8-59-15,-1 5-55 16,4-5-22-16,8-21-417 16,9-21-536-16</inkml:trace>
  <inkml:trace contextRef="#ctx0" brushRef="#br0" timeOffset="24798.8">4676 8867 1565 0,'0'0'650'0,"0"0"-471"16,0 0-179-16,0 0 0 16,145 0-1-16,-98 0 20 15,2 0-38-15,-7 16 13 16,-11-2-376-16,-19 0-441 0</inkml:trace>
  <inkml:trace contextRef="#ctx0" brushRef="#br0" timeOffset="24917.43">4634 9099 1798 0,'0'0'431'0,"0"0"-419"15,0 0-24-15,0 0-165 0,156 23-222 16,-105-23-189-16</inkml:trace>
  <inkml:trace contextRef="#ctx0" brushRef="#br0" timeOffset="26089.79">5827 8903 1724 0,'0'0'555'16,"0"0"-483"-16,0 0-11 15,0 0-17-15,122-24-33 16,-60 5 88-16,7-10-99 16,5-3-4-16,-3-4 3 15,-4-3-100-15,-15 1 50 16,-19 4-76-16,-19 0-53 15,-14 5 120-15,-18 4-78 16,-30 6 31-16,-14 6 107 16,-2 13 36-16,-3 0 89 15,7 16-1-15,10 20-65 16,15 11 138-16,18 7-108 16,11 4 6-16,6 0 39 0,18-4-81 15,22-6 15-15,12-7-68 16,10-9 20-16,7-9-45 15,7-11 25-15,-3-8-130 16,17-4-97-16,-20-12-267 16,-18-8-1091-16</inkml:trace>
  <inkml:trace contextRef="#ctx0" brushRef="#br0" timeOffset="26765.86">6727 7867 1190 0,'0'0'369'0,"0"0"-19"15,0 0-193-15,0 0-119 0,0 0 123 16,0 0-135-16,0 0 41 16,-136-59 37-16,107 93-49 15,4 14 86-15,10 11-80 16,9 3-41-16,6 0 95 16,2-6-109-1,19-6-6-15,6-8 6 0,7-11 20 16,0-11-3-16,-6-9-23 15,-5-5 0-15,-7-6-40 16,-12 0 41-16,-4 0-2 16,0-14-10-16,-18-4-49 15,-7 3 23-15,-6 4 14 16,0 9-92-16,-14 8-21 16,8 20-341-16,8 1-128 0</inkml:trace>
  <inkml:trace contextRef="#ctx0" brushRef="#br0" timeOffset="27324.53">6968 8993 1676 0,'0'0'474'16,"0"0"-376"-16,0 0-82 0,0 0 10 15,0 0 28-15,0 0-23 16,0 0 4-16,-3 0 23 16,3 0-37-16,0 0-19 15,0-5 87-15,0 0-88 16,-2 1 94-16,0 3-95 16,0 1 0-16,0 0 33 15,2 0-32-15,-3 0-1 16,-1 0 0-16,0 0-125 15,-10 7 61-15,5 1-302 16,1-4-925-16</inkml:trace>
  <inkml:trace contextRef="#ctx0" brushRef="#br0" timeOffset="27924.44">6576 8139 857 0,'0'0'514'15,"0"0"-367"-15,0 0-74 16,0 0 163-16,0 0-107 16,0 0 60-16,122-110-14 15,-86 98-87-15,-3 8 15 16,-6 4-88-16,-7 2 20 16,-11 22-17-16,-9 12-18 15,-2 11-26-15,-47 28 17 16,4-9-181-16,3-14-339 0</inkml:trace>
  <inkml:trace contextRef="#ctx0" brushRef="#br0" timeOffset="31855.83">1700 11369 825 0,'0'0'239'15,"0"0"-68"-15,0 0 2 16,0 0-14-16,0 0-22 16,0 0-1-16,0 0-29 15,0 3-41-15,0-3-22 16,0 0 3-16,0 0-46 15,0 0 8-15,0 0-8 16,0 0-1-16,0 0 28 16,0 0-19-16,0 0 17 15,-2 0 54-15,0 0-71 16,2 1 13-16,0-1-22 0,0 3 0 16,0-1 23-1,0 1-23-15,9-3 0 0,-1 2 26 16,0-2 0-16,-2 0 56 15,-4 0-3-15,-2 0 6 16,0-4-23-16,0-2-62 16,-10 6-138-16,-4 0-82 15,3 0-561-15</inkml:trace>
  <inkml:trace contextRef="#ctx0" brushRef="#br0" timeOffset="33911.67">2389 11427 1540 0,'0'0'400'0,"0"0"-148"16,0 0-58-16,0 0-75 15,0 0 6-15,0 0-85 0,0 0-34 16,103-135 9 0,-48 81-15-16,8-7-43 0,10-6-66 15,3-4-45-15,0-6-19 16,-4-3 47-16,-12 3 69 15,-14 0 38-15,-13 3-4 16,-17 5 23-16,-11 11 54 16,-5 10 75-16,-2 10-6 15,-14 15-83-15,-6 8-39 16,-3 11 16-16,-6 4-17 16,-4 22 0-16,-8 36 34 15,-1 43 72-15,4 33 20 16,8-2-50-16,19-21-15 15,8-36 14-15,5-26-69 16,0 1 18-16,15-1-24 0,12-3 1 16,7-15 1-16,6-11-2 15,4-10-24-15,6-10 18 16,-2 0-73-16,-3-12-32 16,-7-16-33-16,-9-8 19 15,-4-4-30-15,-10-2 0 16,-3 9 143-16,-8 6 12 15,-2 15 160-15,-2 10-18 16,0 2-119-16,0 9-15 16,0 16 41-16,-2 8 22 15,-2 2-7-15,2-1-34 16,2-4-30-16,0-5-5 16,0-6-109-16,0-5-64 15,10-14-106-15,-1 0-323 16,-2-4-712-16</inkml:trace>
  <inkml:trace contextRef="#ctx0" brushRef="#br0" timeOffset="34325.43">3386 11043 1395 0,'0'0'186'16,"0"0"-20"-16,4 114 46 15,-4-68-65-15,0-6 3 16,0-8 7-16,0-7-50 15,-2-11-19-15,0-5-67 16,2-4-14-16,0-3 14 0,0-2-21 16,0 0 0-16,0-7 0 15,17-12-6-15,8-12-143 16,6-3 57-16,5 4 2 16,-1 6 90-16,-1 14-4 15,-5 10 4-15,-7 2 23 16,-6 24 60-16,-7 6 14 15,-7 2-44-15,-2-2-4 16,0-8 4-16,0-6-44 16,0-7 5-16,0-10-14 15,0-1 0-15,2 0-1 16,19-16-4-16,12-13-153 16,13-9-12-16,12-8 58 15,2 5 57-15,-4 7 11 0,-6 12 25 16,-11 15 17-16,-9 7-14 15,-20 35-63-15,-10 8-152 16,0-4-414-16</inkml:trace>
  <inkml:trace contextRef="#ctx0" brushRef="#br0" timeOffset="36805.85">2487 11867 1174 0,'0'0'277'0,"0"0"-69"16,0 0-49-16,0 0-27 16,0 0 11-16,0 0-31 15,0 0-35-15,5-96 9 16,13 86-77-16,-1 3 19 16,6 7 16-16,-1 0-15 15,3 21 8-15,-6 13-16 16,-5 12 13-16,-7 6 48 15,-7 3-36-15,0-6-3 16,0-5-4-16,-12-7-15 16,1-10 1-16,5-5-25 0,1-9 0 15,3-5-6-15,2-7-17 16,0-1-11-16,0 0-9 16,0 0-20-16,11-12 14 15,7-13-88-15,2-14-126 16,2-7 67-16,-6 1 44 15,-9 4 152-15,-3 11 82 16,-4 14 139-16,0 12-37 16,0 4-134-16,-11 8-43 15,2 16 23-15,0 6 47 16,9 2-2-16,0-2-47 16,2 0-6-16,25-6-22 15,6-2-38-15,9-5-75 0,26-6-40 16,-8-4-129-16,-11-7-349 15</inkml:trace>
  <inkml:trace contextRef="#ctx0" brushRef="#br0" timeOffset="37006.97">2971 11979 1667 0,'0'0'350'0,"0"0"-91"16,0 0-135-16,0 0-11 15,0 0-36-15,0 0-37 16,0 0 20-16,120-22-51 16,-68 20-9-16,1 2 0 0,1 0-57 15,-1 0-118-15,14-5-155 16,-11-1-196-16,-14-1-434 0</inkml:trace>
  <inkml:trace contextRef="#ctx0" brushRef="#br0" timeOffset="37270.85">3501 11783 1448 0,'0'0'305'16,"0"0"-167"-16,0 0-48 16,0 0-22-16,0 0-13 0,0 0 8 15,0 0 35-15,52 60-8 16,-36-31-88-1,-5-3 29-15,-9 3 37 16,-2 1 12-16,-13 1 29 0,-18 3-33 16,-10-1-40-16,-1-1-33 15,-1 0-3-15,7-4-82 16,10-5-88-16,19-7-147 16,7-8-292-16,0-8-558 0</inkml:trace>
  <inkml:trace contextRef="#ctx0" brushRef="#br0" timeOffset="37597.8">3934 11863 664 0,'0'0'861'0,"0"0"-759"15,0 0-9-15,0 0 104 16,0 0 13-16,0 0-33 15,0 0-49-15,-82 113-12 16,82-84-60-16,6 1-38 16,17-4 28-16,3-4-29 15,8-5 2-15,1-7 5 16,3-6-23-16,0-4 15 16,-2 0-16-16,-5-13-20 15,-9-8 19-15,-8-5-14 16,-10-5-10-16,-4-1-7 0,-2 3 13 15,-18 2 13 1,-2 7 0-16,-5 10-92 0,-4 10-74 16,6 0-300-16,5 0-293 15</inkml:trace>
  <inkml:trace contextRef="#ctx0" brushRef="#br0" timeOffset="37840.86">4124 11689 1684 0,'0'0'476'0,"0"0"-359"0,0 0-71 15,0 0-46-15,0 0-7 16,118-7 6-16,-74 7-199 16,-3 0-471-16</inkml:trace>
  <inkml:trace contextRef="#ctx0" brushRef="#br0" timeOffset="40676.96">4587 11246 1572 0,'0'0'380'16,"0"0"-150"-16,0 0-121 15,0 0-6-15,0 0-1 16,0 0-72-16,125-111-5 15,-59 65-24-15,9-4 6 16,-2-3-7-16,1-1-41 16,-10 0-36-16,-8 0-36 15,-16 2-33-15,-15 6 56 0,-17 9 35 16,-8 5 54 0,0 11 1-16,-18 11 31 0,-6 10-18 15,-5 2-13 1,-4 30 0-16,0 20 55 0,-4 32 47 15,2 34 14-15,6 29 5 16,4-8-30-16,12-32-6 16,2-33-38-16,2-23-11 15,0 2-18-15,-2 0-10 16,-3-1 6-16,4-14-14 16,-2-12 0-16,-1-8 9 15,4-8-9-15,0-6-1 16,4-4 1-16,5-6 0 15,0-30 0-15,23-19-61 16,22-20-128-16,14-13-2 16,15-8-91-16,7-3-34 0,-2 1 48 15,-4 2 94-15,-11 3 133 16,-13 9 41-16,-13 10 144 16,-14 14 59-16,-10 16 15 15,-12 16 82-15,-2 17-83 16,-4 11-123-16,-21 11-69 15,-8 27-24-15,-5 17 23 16,3 14 91-16,8 7-68 16,9 3 7-16,9-3-33 15,9-10-12-15,0-11 4 16,15-9-13-16,10-13-4 0,2-8-2 16,-3-10-94-16,3-6-28 15,-5-9-20-15,-4-9-87 16,-7-18-31-1,-4-7-389-15</inkml:trace>
  <inkml:trace contextRef="#ctx0" brushRef="#br0" timeOffset="40880.11">5465 10990 1109 0,'0'0'377'0,"0"0"-179"16,0 0-68-16,0 0 72 16,0 0-24-16,34 103 14 15,-34-61-27-15,-13 3-59 16,-3-4-12-16,5-5-73 15,4-8-7-15,7-8-14 0,0-6-1 16,3-5 1 0,23-9-30-16,8 0-16 0,3-10-48 15,1-23-150-15,-2-41-66 16,-10 5-273-16,-12 2-431 0</inkml:trace>
  <inkml:trace contextRef="#ctx0" brushRef="#br0" timeOffset="41024.82">5664 10967 720 0,'0'0'971'16,"0"0"-696"-16,0 0-146 15,0 0 64-15,0 0-39 16,-38 120-20-16,38-80-70 16,2-4-51-16,14-5 25 15,4-4-31-15,0-8-7 0,-2-4-48 16,-1-7-72 0,-1-8-54-16,-7-3-145 15,-5-17-64-15</inkml:trace>
  <inkml:trace contextRef="#ctx0" brushRef="#br0" timeOffset="41190.67">5962 10767 1287 0,'0'0'855'0,"0"0"-779"16,0 0-53-16,62 125 43 16,-54-62-7-16,-8 3-5 15,0 2 25-15,0 0-58 16,-10-2-21-16,6 7-107 15,0-19-101-15,4-18-370 0</inkml:trace>
  <inkml:trace contextRef="#ctx0" brushRef="#br0" timeOffset="41443.8">6607 11078 1147 0,'0'0'1267'16,"0"0"-983"-16,0 0-215 15,0 0-69-15,0 0 18 16,118 0-18-16,-78 9-34 15,-4 17-71-15,-14-3-254 16,-15-2-504-16</inkml:trace>
  <inkml:trace contextRef="#ctx0" brushRef="#br0" timeOffset="41557.35">6595 11285 1073 0,'0'0'1132'0,"0"0"-953"15,0 0-179-15,0 0-29 16,148 2-131-16,-90-2-173 15,-9-10-622-15</inkml:trace>
  <inkml:trace contextRef="#ctx0" brushRef="#br0" timeOffset="42418.9">7656 11456 557 0,'0'0'1194'16,"0"0"-853"-16,0 0-255 15,0 0-76-15,0 0 25 16,110-113-35-16,-62 59 14 16,2-9-14-16,-1-6-5 15,-2-7-30-15,-7-6-42 16,-8-5 68-16,-9-3-7 16,-7 3 26-16,-7 9-10 15,-5 13 1-15,-2 16 17 16,-2 19 26-16,0 19-4 15,0 11-5-15,-8 9-33 16,-9 35 15-16,-8 32 37 16,4 7 95-16,9 8-45 0,6 6-14 15,6-18-56-15,12-1-19 16,17-15 13-16,7-14-17 16,1-17-13-16,4-14 2 15,-3-10-22-15,-5-8-17 16,-4 0-80-16,-4-10 13 15,-8-16 32-15,-3-6-44 16,-5 0-28-16,-5 6 146 16,-4 8 1-16,0 14 120 15,0 4-119-15,0 2-2 0,-9 18-1 16,1 6 1-16,0 0 3 16,6-1-3-16,2-2-68 15,0-12-93-15,14-8-173 16,-1-3-259-16</inkml:trace>
  <inkml:trace contextRef="#ctx0" brushRef="#br0" timeOffset="42846.49">8499 10985 178 0,'0'0'1035'0,"0"0"-697"15,0 0-23-15,0 144-100 16,-6-100-20-16,-6-10-8 0,1-8-98 15,5-8-29-15,4-6-59 16,-1-8-1-16,3-4 3 16,0 0-3-16,0 0 0 15,18-18-26-15,6-10-127 16,10-8-14-16,1-2-40 16,2 4 78-16,-6 8 110 15,-7 12 19-15,-8 14 78 16,-5 0-2-16,-9 8 27 15,-2 12 32-15,0 1-29 16,0-7-9-16,0-3-42 16,0-5-37-16,0-4 7 15,0-2-19-15,9 0-6 0,17-12 0 16,13-9-134 0,5-11 26-16,8 1 62 0,-6-1-10 15,-5 8 16-15,-8 10-2 16,-11 11 17-16,-6 3-6 15,-10 22 6-15,-6 17 0 16,0 10 25-16,-17 28-110 16,-10-12-55-16,-2-11-349 0</inkml:trace>
  <inkml:trace contextRef="#ctx0" brushRef="#br0" timeOffset="43363.96">7378 11754 1595 0,'0'0'495'0,"0"0"-405"15,0 0-72-15,0 0 4 16,116-106 0-16,-76 88 55 16,-3 10-27-16,-5 8-33 15,-10 0 17-15,-8 28-21 16,-10 15 26-16,-4 12 56 0,-4 9 2 16,-16 7-33-16,-3-7-31 15,6-8-20-15,1-13 6 16,7-11-11-1,5-14-16-15,0-6-1 0,4-8-23 16,0-4 32-16,0 0-36 16,0-2 18-16,2-25 5 15,13-10-124-15,3-13-48 16,-1-5 40-16,-3 7 145 16,-5 15 34-16,-5 10 119 15,-4 15-36-15,0 8-80 16,0 0-29-16,0 0-8 15,0 18 1-15,2 7 27 16,8 1 17-16,5 6-45 16,6-5 0-16,3-3-26 0,14-4-119 15,-3-8-102-15,-6-8-403 0</inkml:trace>
  <inkml:trace contextRef="#ctx0" brushRef="#br0" timeOffset="43555.58">7760 11891 1861 0,'0'0'503'16,"0"0"-395"-16,0 0-71 15,0 0 12-15,0 0-5 16,0 0-22-16,135-8 14 16,-90 8-36-16,1 0-37 15,6 0-48-15,-6-4-94 16,12-8-112-16,-13 0-106 0,-11-3-214 0</inkml:trace>
  <inkml:trace contextRef="#ctx0" brushRef="#br0" timeOffset="43778.71">8171 11753 1340 0,'0'0'497'0,"0"0"-328"16,0 0-90-16,0 0-64 15,0 0 1-15,0 0 75 16,0 0-38-16,83 68-4 15,-70-36 47-15,-9 2-50 16,-4 2 54-16,0 0-39 16,-23 1 8-16,-4-2-8 0,-4-5-60 15,6-4-1-15,5-3 0 16,9-5-91-16,9-6-88 16,8-12-155-16,21 0-156 15,6 0-565-15</inkml:trace>
  <inkml:trace contextRef="#ctx0" brushRef="#br0" timeOffset="44041.02">8564 11921 1595 0,'0'0'316'16,"0"0"-248"-16,0 0 41 16,0 0 35-16,-102 125-33 0,92-100 51 15,10 0-86-15,0-6-30 16,18-1-9-1,11-5-22-15,9-5-15 0,3-8 0 16,-1 0-19-16,-3-3 7 16,-8-12-9-16,-8-6-46 15,-13-2-18-15,-8-3 29 16,0-1-5-16,-11 3-41 16,-9 5-7-16,-5 4 25 15,-2-1-146-15,8 2-262 16,1 0-584-16</inkml:trace>
  <inkml:trace contextRef="#ctx0" brushRef="#br0" timeOffset="44213.64">8695 11664 825 0,'0'0'1120'0,"0"0"-885"16,0 0-180-16,0 0 11 15,114 12-59-15,-73 1-6 16,21 3-2-16,-9-3-123 16,-6-2-256-16</inkml:trace>
  <inkml:trace contextRef="#ctx0" brushRef="#br0" timeOffset="47321.05">9583 10409 1033 0,'0'0'326'0,"0"0"-95"0,0 0-68 16,0 0-20-16,0 0 64 16,0 0-76-16,0 0-15 15,9-56-67-15,-9 56-24 16,0 4-25-16,0 22-5 15,0 16 5-15,0 18 94 16,0 15-3-16,-5 27-9 16,-11 22-45-16,-3 26 11 15,-2 3 5-15,5-27-29 16,3-31-12-16,7-32 19 16,2-6-25-16,1 3-12 15,1 5 1-15,-1-5 5 0,3-11 5 16,0-15-5-1,0-10 0-15,0-9-1 16,0-8-3-16,3-4-2 16,-3-3 3-16,2 0 3 0,-2 0 30 15,3 0-29-15,1 0-1 16,2 0 13-16,5 0-11 16,10 0 14-16,3-4-16 15,5 0 0-15,5 0-19 16,1 2 4-16,1 2-91 15,11-8-116-15,-9 0-324 16,-7-4-271-16</inkml:trace>
  <inkml:trace contextRef="#ctx0" brushRef="#br0" timeOffset="47742.84">9602 10265 1868 0,'0'0'520'0,"0"0"-422"15,0 0-59-15,0 0-14 16,0 0 9-16,145-2 23 16,-82 14-32-16,-1 2-25 15,19 16-65-15,-19-6-210 0,-16-4-320 16</inkml:trace>
  <inkml:trace contextRef="#ctx0" brushRef="#br0" timeOffset="48855.75">10171 11097 995 0,'0'0'691'0,"0"0"-470"16,0 0-85-16,0 0 12 15,0 0-50-15,0 0-52 16,0 0-12-16,65 4 25 16,-22-4-10-16,5 0-41 15,4-11-8-15,-6-8-20 16,-3-4-66-16,-12 0-29 15,-8-3-59-15,-17-2-24 16,-6 0 23-16,-4-1 59 16,-25 3 79-16,-12 6 37 15,-3 6 33-15,-4 11 76 0,4 3 62 16,7 5 17-16,6 21-29 16,10 9-51-16,12 5-53 15,9 4 44-15,7 2-59 16,26-4 11-16,9-2-29 15,10-8-8-15,2-4-14 16,1-8-5-16,-2-8-93 16,15-12-62-16,-15 0-187 15,-10-10-482-15</inkml:trace>
  <inkml:trace contextRef="#ctx0" brushRef="#br0" timeOffset="49341.74">10717 10240 1227 0,'0'0'369'0,"0"0"-241"15,0 0-96-15,0 0 174 0,-15 115 10 16,3-69-67-16,2-3-24 16,1-8-46-16,-1-7-47 15,6-8-6-15,2-10-26 16,2-4 4-16,0-3-13 15,0-3 9-15,0 0-12 16,0 0 2-16,16-11-3 16,8-9-28-16,3 0-5 15,2 1 27-15,-3 10 19 16,-3 7 19-16,-6 2-19 16,-1 14 0-16,-5 14 5 15,-4 11 17-15,-2-2 3 16,-5 4-14-16,0-8 11 0,0-1-22 15,0-7 0 1,-8-4-52-16,-11-2-64 0,-1-5-181 16,-1-12-290-16</inkml:trace>
  <inkml:trace contextRef="#ctx0" brushRef="#br0" timeOffset="49507.53">10740 10289 1778 0,'0'0'396'16,"0"0"-188"-16,0 0-122 16,127-46-71-16,-83 39 7 15,-1 7-4-15,-6 0-18 16,5 25-118-16,-7 3-209 0,-12-3-408 0</inkml:trace>
  <inkml:trace contextRef="#ctx0" brushRef="#br0" timeOffset="49891.35">11056 11101 1270 0,'0'0'268'16,"0"0"-227"-16,0 0-28 15,0 0 32-15,0 0-10 16,0 0 2-16,0 0-12 15,-2 54 4-15,4-52 31 16,0 0-60-16,-2-2 81 16,0 0 46-16,0 0 63 15,0 0-15-15,0-11-175 16,-4 2-2-16,-3-3-147 0,3 0-216 16,2 2-749-16</inkml:trace>
  <inkml:trace contextRef="#ctx0" brushRef="#br0" timeOffset="51494.78">11888 10273 973 0,'0'0'504'15,"0"0"-271"-15,0 0 21 16,0 0-78-16,0 0-34 16,0 0-3-16,0 0-73 15,31-98-46-15,-40 96-20 16,-11 2-4-16,-2 0 3 15,-1 12-7-15,-2 15 8 16,8 14 53-16,3 11 1 16,5 10 17-16,9 1-8 15,0 2-38-15,0-5 17 16,3-7-20-16,1-6-22 16,-4-4 40-16,0-6-38 15,-9-2 4-15,-13-5 19 0,-5-4-25 16,1-6 0-16,1-8-10 15,5-10-29-15,9-2 39 16,9-9-33-16,2-26-16 16,22-13-148-16,23-8-20 15,8-1 115-15,8 10 50 16,-6 12 52-16,-4 17 22 16,-9 14 52-16,-8 4 17 15,-10 14 5-15,-10 18-10 16,-8 7 16-16,-6 2-35 15,0 0-21-15,0-5-12 16,-6-8-23-16,0-8 2 16,3-8-13-16,0-7-24 15,3-2-14-15,0-3-21 16,8-3-8-16,15-20-15 0,12-9-272 16,5-8-155-16,2 2 142 15,-2 9 367-15,-8 14 18 16,-13 15 136-16,-5 0-10 15,-12 24 31-15,-2 4 50 16,0 4-2-16,-6-6-88 16,-6-4-6-16,3-8-14 15,5-6-96-15,4-4-19 16,0-4 0-16,2 0-19 16,23-7-39-16,12-16-140 0,15-5-86 15,3-2-28 1,5 0 114-16,-6 5 126 15,-11 13 72-15,-14 12 134 16,-12 0-56-16,-11 29-11 0,-6 7-26 16,0 3-5-16,0 2-36 15,-2-5-19-15,2-11-127 16,0-12-368-16</inkml:trace>
  <inkml:trace contextRef="#ctx0" brushRef="#br0" timeOffset="51708.59">12989 10243 1363 0,'0'0'230'16,"0"0"-42"-16,0 0 87 16,-94 152-112-16,78-96-29 15,12-2-31-15,4 1-49 16,0-4-51-16,20 0-3 15,12-10-86-15,21-6-170 16,-6-13-248-16,-4-14-822 0</inkml:trace>
  <inkml:trace contextRef="#ctx0" brushRef="#br0" timeOffset="51986.15">13140 10749 1790 0,'0'0'598'0,"0"0"-565"16,0 0-33-16,0 0 0 0,0 0-12 15,148-43-13-15,-108 21-2 16,-5-5-128-16,-10-1-154 16,-12-2-22-16,-13 0-23 15,0 3 159-15,-28 2 163 16,-9 5 32-16,0 11 200 16,1 9 63-16,7 0-129 15,6 15 15-15,8 17 41 16,8 8-10-16,7 9-31 15,0 1-91-15,12-2-29 16,15-2-15-16,6-9-14 16,9-6-15-16,34-16-126 15,-9-10-186-15,-7-5-290 0</inkml:trace>
  <inkml:trace contextRef="#ctx0" brushRef="#br0" timeOffset="52364.9">13776 10449 1407 0,'0'0'254'15,"0"0"-177"-15,0 0-37 16,0 0 70-16,0 0 95 16,0 0-18-16,0 0-51 15,48 138-14-15,-50-97-25 16,-13-3-15-16,-1-4-58 15,5-6-12-15,5-9-6 16,1-6-12-16,5-6 3 16,0-6-63-16,0-1-37 0,0 0 38 15,13-21-11-15,6-12-156 16,-2-4-137-16,-3-2-33 16,-3 7 402-16,-7 11 164 15,-2 14 203-15,-2 7-219 16,0 2-142-16,0 19 53 15,2 7 74-15,8 5-43 16,3-1-30-16,11-2-53 16,10-5-7-16,8-4-43 15,30-15-89-15,-12-6-227 16,-4 0-657-16</inkml:trace>
  <inkml:trace contextRef="#ctx0" brushRef="#br0" timeOffset="52548.44">14538 10265 1974 0,'0'0'285'15,"0"0"-270"-15,0 0-15 16,102 130 0-16,-88-70 37 16,-14 9 5-16,-9 17 41 15,-27-2-83-15,-55 34-52 16,6-21-263-16,7-30-558 0</inkml:trace>
  <inkml:trace contextRef="#ctx0" brushRef="#br0" timeOffset="53605.01">11826 11143 1294 0,'0'0'405'15,"0"0"-149"-15,0 0-59 16,0 0-35-16,0 0-40 15,0 0-72-15,0 0-7 16,160-1-35-16,-64 1 33 16,37 13 14-16,45 3 42 15,25 2-28-15,11-6-44 16,3-8 2-16,-4-2-25 16,8-2 14-16,5 0-16 15,-10 0 0-15,-21 0-15 0,-27 0 9 16,-41-2 11-16,-40 2-16 15,-29 0 8-15,-18 0-15 16,1 9-9-16,-6 3-108 16,-6 9-97-16,-16-3-269 15,-9-4-373-15</inkml:trace>
  <inkml:trace contextRef="#ctx0" brushRef="#br0" timeOffset="54775.9">12728 11578 1365 0,'0'0'348'16,"0"0"-114"-16,0 0-1 16,0 0-60-16,0 0-4 15,0 0-82-15,0 0-52 16,24-106-3-16,1 90-31 0,4 2 16 16,2 8 19-16,0 6-30 15,-1 0 13-15,-8 15-8 16,-7 19-10-16,-11 10 24 15,-4 7-9-15,0 5 13 16,-15 2 5-16,-3-5-20 16,3-9-1-16,3-14-13 15,6-8-10-15,6-8-5 16,0-8-49-16,0-4-29 16,20-2 10-16,2-14-67 15,5-18-46-15,-3-8-92 16,-10-2 126-16,-7 5 162 15,-7 13 148-15,-2 15 126 16,-17 9-162-16,-1 0-85 16,1 23 29-16,5 8 16 0,11 2-20 15,3 4 33-15,29 1-66 16,43-2 15-16,49-6-34 16,37-18-134-16,-15-10-99 15,-26-2-667-15</inkml:trace>
  <inkml:trace contextRef="#ctx0" brushRef="#br0" timeOffset="55853.32">15051 10421 631 0,'0'0'847'0,"0"0"-558"16,0 0-112-16,0 0-31 15,0 0-25-15,0 0-56 16,0 0-19-16,75-10-31 16,-36 10 3-16,3 2 5 15,2 3-23-15,1-2 1 0,-5-1 3 16,-7-2-4-16,-8 0-15 16,-9 0-8-16,-10 0 20 15,-6 0 3-15,0 0 9 16,0 0 38-16,0 0-7 15,0 0-7-15,0 0-21 16,0 4-12-16,0 8-57 16,0 10 45-16,0 7 5 15,0 12 7-15,-2 6 24 16,-4 8-12-16,-4 10 31 16,2 5 22-16,-5 10-19 0,-1 8 33 15,-1 6-68-15,-1 5 33 16,3 1-2-16,3-1-40 15,1-5 12 1,7-6-14-16,2-4 1 0,0-6 15 16,0-7-10-16,0-9-6 15,0-12 0-15,0-12 7 16,0-10-17-16,-6-8 10 16,-12-6 0-16,-5-2 6 15,-6-3 12-15,-4-4 12 16,-1-1-21-16,-1-4-9 15,-1 0 8-15,1 0-8 16,4 0-38-16,4-9-39 16,8-20-35-16,11 5-144 15,8-6-822-15</inkml:trace>
  <inkml:trace contextRef="#ctx0" brushRef="#br0" timeOffset="56238.88">15855 11064 468 0,'0'0'1581'15,"0"0"-1036"-15,0 0-462 16,0 0-7-16,0 0 9 15,0 0-24-15,0 0-46 16,143-13-13-16,-99 13-2 16,-7 0-69-16,-18 0-138 15,-11 13-181-15,-8 1-523 0</inkml:trace>
  <inkml:trace contextRef="#ctx0" brushRef="#br0" timeOffset="56345.97">15820 11226 1711 0,'0'0'631'0,"0"0"-535"15,0 0-94-15,0 0 48 16,0 0-10-16,167 27-40 16,-102-20-111-16,-9-6-503 0</inkml:trace>
  <inkml:trace contextRef="#ctx0" brushRef="#br0" timeOffset="58037.32">16573 11251 1375 0,'0'0'609'15,"0"0"-401"-15,0 0-63 0,0 0 17 16,0 0 8-16,0 0-69 15,0 0-100-15,131-71 43 16,-70 39-43-16,-3 1-2 16,0-3 0-16,-9 2-27 15,-11-1 4-15,-11 1-12 16,-16 3 12-16,-11-2 11 16,0 4-3-16,-25 0 4 15,-13 6 12-15,-4 12-1 16,-3 9 1-16,3 0 0 15,2 22-1-15,9 13 1 16,11 6 24-16,9 4 10 16,11-1-7-16,0 0-14 15,19-4 2-15,17-6-15 0,9-8 9 16,7-6-9-16,5-10-12 16,5-6-57-16,19-4-134 15,-17-13-160-15,-12-4-347 0</inkml:trace>
  <inkml:trace contextRef="#ctx0" brushRef="#br0" timeOffset="58607.04">17190 10239 848 0,'0'0'338'0,"0"0"-171"15,0 0-19-15,0 0-15 0,0 0-6 16,0 0 128-16,0 0-82 16,-17 94-74-16,11-67-30 15,-4-1-43-15,4-7 1 16,-1-6-26-16,5-6-1 15,2-5 0-15,0-2 0 16,0 0-12-16,0 0 11 16,11 0-4-16,7 0-4 15,4 0 10-15,0 0-1 16,-1 0 22-16,-4 0-22 16,-3 22 1-16,-6 8 11 15,-3 4 3-15,-5 4 17 0,0-2 8 16,-5-1-14-1,-8-9 8-15,-3-5-28 0,-1-4-12 16,-3-5-6-16,-5-7-71 16,-15-5-52-16,5-3-207 15,0-17-465-15</inkml:trace>
  <inkml:trace contextRef="#ctx0" brushRef="#br0" timeOffset="58749.77">17233 10159 1607 0,'0'0'396'16,"0"0"-165"-16,125-58-73 16,-76 41-82-16,-6 7-64 15,-12 10-12-15,-4 2-57 16,-12 18-219-16,-6 4-524 0</inkml:trace>
  <inkml:trace contextRef="#ctx0" brushRef="#br0" timeOffset="59162.48">17389 11157 1382 0,'0'0'255'0,"0"0"-242"16,0 0-2-16,0 0 40 15,0 0 3-15,0 0-2 16,0 0 26-16,40 25-25 16,-22-25-11-16,-7 0 3 15,-2-5 8-15,-7-7 15 16,-2 2 37-16,0 0-27 0,-15 4 8 16,-6 6-86-16,-8 3-50 15,6 14-151-15,4 1-305 0</inkml:trace>
  <inkml:trace contextRef="#ctx0" brushRef="#br0" timeOffset="62840.36">13105 11532 971 0,'0'0'310'0,"0"0"-161"15,0 0 7-15,0 0 48 16,0 0-15-16,0 0-32 16,0 0-7-16,-16 0-55 15,1 0 5-15,-6 0-63 0,-3 0-31 16,-5 0 22-16,0 4-28 15,2 12-30-15,7 8-56 16,16 13-81-16,4-6-166 16,0-7-589-16</inkml:trace>
  <inkml:trace contextRef="#ctx0" brushRef="#br0" timeOffset="64282.98">17692 11260 940 0,'0'0'845'15,"0"0"-541"-15,0 0-168 16,0 0 59-16,0 0-92 16,0 0-51-16,117-85-6 15,-71 45-34-15,8-6 4 16,-3-6-16-16,2-6 0 15,-2-7-1-15,-3-1-7 0,-8-6 8 16,-7-1 8 0,-8-1 1-16,-8 2 0 15,-5 8-3-15,-6 10-6 0,-4 16 33 16,0 14-20-16,-2 16 2 16,0 8-15-16,-6 8-16 15,-17 30-15-15,-16 32 21 16,-11 35 10-16,6 1 73 15,6-6-50-15,16-14-4 16,15-22 3-16,5 5-22 16,2 1 14-16,7-13-14 15,22-12-14-15,6-11 13 16,7-12-26-16,3-12-31 0,-1-10-45 16,-1 0-53-16,-7-14-32 15,-7-14-127-15,-10-3 12 16,-5-1 105-16,-5 6 198 15,-7 5 115-15,-2 10 217 16,0 8-65-16,0 3-137 16,0 0-126-16,-2 14 2 15,-9 10 65-15,-1 2-59 16,4 0-8-16,3-3-4 16,5-6-74-16,0-13-128 15,5-4-163-15,9 0-381 0</inkml:trace>
  <inkml:trace contextRef="#ctx0" brushRef="#br0" timeOffset="64710.18">18546 11037 1249 0,'0'0'514'16,"0"0"-449"-16,0 0 141 16,-27 106 6-16,12-76-59 15,1-3-35-15,3-10-8 16,7-5-95-16,2-6 1 15,2-2-16-15,0-4 0 16,0 0-4-16,9-1 4 16,13-18-45-16,9-6-62 15,5-1-27-15,-1 1 49 16,-3 4 0-16,-10 9 50 16,-11 9 34-16,-7 3 2 0,-4 12 57 15,0 14 57-15,-6 2-18 16,-5-1-2-16,1-8-61 15,6-5-34-15,4-9 19 16,0-5-19-16,0 0-1 16,20-5-45-16,14-14-111 15,6-10-13-15,5-1-35 16,1-3 103-16,-3 4 102 16,-5 7 80-16,-9 8 167 15,-7 8-96-15,-5 6-90 16,-8 8-41-16,-2 20-20 15,-7 10-32-15,0 10-5 16,-24 18-119-16,-5-12-161 16,0-12-630-16</inkml:trace>
  <inkml:trace contextRef="#ctx0" brushRef="#br0" timeOffset="65206.01">17712 11794 1614 0,'0'0'483'0,"0"0"-410"16,0 0-72-16,0 0 40 0,0 0 16 15,118-61-23 1,-97 61 5-16,-5 0-39 0,-8 15 1 16,-8 13 19-16,0 12 4 15,-4 11 44-15,-14 0 25 16,0 0-44-16,0-9-12 16,7-10-37-16,4-9 0 15,3-9-7-15,4-9 4 16,0-5-79-16,0 0 12 15,2-7 38-15,12-23-114 0,3-7-179 16,1-9 8 0,-1 2 132-16,-5 8 185 0,-5 11 233 15,-5 11 255-15,-2 7-255 16,0 5-71-16,0 2-128 16,0 0-31-16,0 9 29 15,2 10-31-15,2 5 7 16,8 2-8-16,3-2-28 15,6-4-73-15,8-6-88 16,-5-4-158-16,-2-10-412 16</inkml:trace>
  <inkml:trace contextRef="#ctx0" brushRef="#br0" timeOffset="65372.02">17975 11913 1438 0,'0'0'738'0,"0"0"-536"16,0 0-116-16,0 0-2 15,0 0-32-15,0 0-21 16,119-30-15-16,-80 26-16 16,6 0-52-16,0 1-52 15,6-6-93-15,-11 3-191 16,-11-2-353-16</inkml:trace>
  <inkml:trace contextRef="#ctx0" brushRef="#br0" timeOffset="65586.87">18297 11775 1083 0,'0'0'645'0,"0"0"-402"16,0 0-132-16,0 0-88 15,0 0 32-15,0 0 22 16,0 0-17-16,79 46-2 0,-71-20 3 16,-8 4-6-16,0 2 27 15,-8 0-32-15,-15 3 5 16,-9-6-9-16,1-3-38 15,4-2-8-15,7-6-54 16,18-6-144-16,2-4-132 16,0-5-407-16</inkml:trace>
  <inkml:trace contextRef="#ctx0" brushRef="#br0" timeOffset="65870.12">18656 11913 1562 0,'0'0'262'15,"0"0"-250"-15,0 0 41 16,0 0 168-16,0 0-44 16,0 0-33-16,-97 124-43 15,97-100-64-15,0-2 2 16,12-1-20-16,17-8-12 16,6-4 29-16,5-7-36 15,3-2-10-15,-3-2-26 16,-7-16-74-16,-8-5 33 15,-14-3 5-15,-11 1-35 16,0-1 106-16,-13 3-17 16,-10 5 18-16,3 4 0 15,-7 2-29-15,8 4-215 0,2 0-352 16</inkml:trace>
  <inkml:trace contextRef="#ctx0" brushRef="#br0" timeOffset="66032.48">18858 11712 1356 0,'0'0'644'16,"0"0"-480"-16,0 0-105 16,0 0-58-16,174-18-1 15,-118 8-140-15,-4-3-593 0</inkml:trace>
  <inkml:trace contextRef="#ctx0" brushRef="#br0" timeOffset="69682.31">14044 10555 568 0,'0'0'715'15,"0"0"-546"-15,0 0-121 16,0 0-32-16,0 0 32 16,0 0 40-16,0 0 3 15,0-40 51-15,-3 35-18 16,-4-2-17-16,-2 1-23 16,-4 2-39-16,-5 4-19 15,-4 0-26-15,-10 14-47 16,-21 39-93-16,9-3-96 15,4-6-368-15</inkml:trace>
  <inkml:trace contextRef="#ctx0" brushRef="#br0" timeOffset="71344.78">19810 10744 902 0,'0'0'543'16,"0"0"-307"-16,0 0-22 16,0 0 50-16,0 0 22 15,0 0-122-15,0 0-36 16,20 0-75-16,9-6-30 16,8-6-5-16,13-4-18 15,6-5 0-15,4-2-8 16,2-3-54-16,-4 0-26 15,-11 2-49-15,-11-1-7 16,-19 3 44-16,-14 3 16 16,-3 2 66-16,-32 7 1 15,-16 8 34-15,-18 2 14 16,-2 10 32-16,1 19-7 16,11 6 43-16,14 7-17 0,17 2-9 15,19 2 0-15,6 0-60 16,27-3 21-16,19-5-16 15,14-8-10-15,9-6-16 16,5-6-16-16,18-9-153 16,-19-4-103-16,-15-5-511 0</inkml:trace>
  <inkml:trace contextRef="#ctx0" brushRef="#br0" timeOffset="72954.27">20639 10805 1935 0,'0'0'605'16,"0"0"-471"-16,0 0-74 15,0 0-42-15,0 0-2 16,0 0-16-16,0 0-22 15,15 2-66-15,4 1-175 0,-1-1-76 16,-3-2-604-16</inkml:trace>
  <inkml:trace contextRef="#ctx0" brushRef="#br0" timeOffset="73762.28">21315 10291 563 0,'0'0'1369'0,"0"0"-1074"16,0 0-259-16,0 0-36 15,0 0 0-15,-121 10 19 16,65 40 25-16,-6 12 79 16,2 13-26-16,9 1 1 15,6-2-34-15,14-2-8 16,14-8-9-16,11-8-47 16,6-8 8-16,21-9-5 15,16-13-3-15,13-9-45 16,6-10-37-16,2-7-101 15,-2-3-10-15,-10-18-34 16,-11-1 80-16,-12 0 86 0,-15 5 61 16,-5 7 196-16,-3 3 27 15,0 7-109-15,0 0-37 16,-3 0-40-16,-7 6 41 16,3 5 4-16,0 1-54 15,7 0 2-15,0-4-23 16,0 0 8-16,0-4-3 15,0 0-12-15,5-4 0 16,-3 0 0-16,-2 0-10 16,0 0 4-16,0-9-13 15,0-8-54-15,-2-1 53 16,-3 4 20-16,3 6 6 16,2 4 51-16,0 0-38 15,22-4 1-15,16-1-20 0,9-8 1 16,9 0-2-16,2-8-33 15,-3-3-8-15,-6-6 15 16,-9-4 5-16,-9-4-18 16,-10-6-20-16,-13 0 7 15,-5 3 53-15,-3 12 19 16,0 10 94-16,0 12 26 16,0 11-115-16,0 0-24 15,0 31-14-15,0 13 14 16,0 15 51-16,0 8-26 15,0 2 2-15,-11-5-12 16,-4-6-9-16,-4-8 21 0,-3-8-27 16,2-6 1-1,-2-5 14-15,1-6-15 16,4-4-49-16,5-1-88 16,8-6-198-16,4-8-343 0</inkml:trace>
  <inkml:trace contextRef="#ctx0" brushRef="#br0" timeOffset="74057.92">22324 10314 1776 0,'0'0'485'0,"0"0"-377"16,0 0-108-16,0 0 0 16,-133 55 88-1,93 1 30-15,4 12-2 0,7 7-52 16,9 0-41-16,9 3 0 16,6-9-23-16,5-5 0 15,0-8-2-15,5-4-78 16,21-8-88-16,1-13-198 15,-2-16-542-15</inkml:trace>
  <inkml:trace contextRef="#ctx0" brushRef="#br0" timeOffset="74408.07">22344 10840 1744 0,'0'0'517'15,"0"0"-402"-15,0 0-67 16,0 0 47-16,0 0-24 16,0 0-37-16,0 0-34 15,117-14-53-15,-80-5-62 16,-1 0 38-16,-9-2-84 16,-11-6-70-16,-14 1-12 15,-2 1 103-15,-18 0 108 0,-16 6 32 16,-3 12 72-1,-3 7 90-15,-1 4-48 0,1 22 56 16,5 7-18-16,6 8-21 16,13 1 6-16,9 0-84 15,7 0-27-15,2-1 9 16,25-6-35-16,6-4 0 16,13-7-104-16,27-15-77 15,-9-4-182-15,-6-5-496 0</inkml:trace>
  <inkml:trace contextRef="#ctx0" brushRef="#br0" timeOffset="74926.77">22857 10569 1610 0,'0'0'355'0,"0"0"-257"15,0 0-27-15,0 0 40 16,0 0-23-16,0 0-21 0,0 0 34 15,63 88-42 1,-63-45 11-16,0 1 48 0,-11 5-75 16,-5-6-4-16,1-2-28 15,1-12-1-15,5-5-10 16,3-10 0-16,4-8-10 16,2-6 2-16,0 0-38 15,2 0-11-15,15-22-28 16,5-12-118-16,3-9-126 15,0-6-70-15,-8 7 257 16,-7 12 142-16,-6 12 478 16,-4 12-204-16,0 6-149 15,0 0-92-15,0 20 34 0,0 8 13 16,-2 4-28 0,2 1-10-16,0 2-26 0,24-7-16 15,7-4-19-15,31-9-96 16,-6-8-75-16,-4-7-443 0</inkml:trace>
  <inkml:trace contextRef="#ctx0" brushRef="#br0" timeOffset="75101.8">23591 10447 2061 0,'0'0'617'0,"0"0"-608"16,0 0-9-16,105 126-14 15,-81-63 14-15,-8 9 11 16,-14 4-11-16,-2 5 0 0,-42 35-31 16,-10-24-238-16,-6-18-233 15</inkml:trace>
  <inkml:trace contextRef="#ctx0" brushRef="#br0" timeOffset="75769.36">19935 11335 773 0,'0'0'821'0,"0"0"-636"15,0 0-128-15,0 0-18 16,0 0 99-16,156 15 31 16,-20-5-82-16,58-5-16 15,33-2 49-15,16-3-22 16,4 0 25-16,-8 0-76 16,12 0 0-16,9 0-16 15,-7 4-30-15,-4 0-2 0,-14-2-4 16,-16-2 5-16,-19 0 15 15,-21 0-5-15,-25 1 10 16,-40 1 1-16,-32 0-21 16,-27 3 0-16,-16-3-9 15,-4 1-57-15,-4 2 2 16,-8 1-108-16,-23 0-61 16,-7-2-282-16,-22-2-143 0</inkml:trace>
  <inkml:trace contextRef="#ctx0" brushRef="#br0" timeOffset="76239.7">21495 12108 1949 0,'0'0'360'0,"0"0"-311"15,0 0-19-15,0 0 1 16,0 0 58-16,0 0-37 16,145-132-10-16,-111 89-20 15,-5-5-1-15,-3 2 64 16,-6 5-6-16,-6 14-34 16,-6 9 41-16,-5 9-71 15,-3 8-7-15,0 1-8 16,0 0-17-16,0 18 10 15,0 14-14-15,0 14 21 16,7 10 5-16,2 4-5 16,4 0-20-16,3-4-75 15,8 1-126-15,-6-15-161 16,0-16-748-16</inkml:trace>
  <inkml:trace contextRef="#ctx0" brushRef="#br0" timeOffset="76935.14">24186 11281 1345 0,'0'0'505'16,"0"0"-266"-16,0 0 9 16,0 0-38-16,0 0-42 15,0 0-64-15,0 0-44 16,65-2-3-16,-19 7-56 16,5 4 0-16,3 2-1 15,-5 0-6-15,-4 2-58 16,-10 2-135-16,-8-3-180 15,-18-2-592-15</inkml:trace>
  <inkml:trace contextRef="#ctx0" brushRef="#br0" timeOffset="77069.89">24170 11548 2022 0,'0'0'487'15,"0"0"-486"-15,0 0 56 0,0 0-4 16,170 16-42-16,-74-16-11 15,-14 0-132-15,-11 0-378 0</inkml:trace>
  <inkml:trace contextRef="#ctx0" brushRef="#br0" timeOffset="81893.89">21277 10774 895 0,'0'0'230'0,"0"0"-97"0,0 0-27 16,0 0 20-16,0 0-40 15,0 0-52-15,0 0-5 16,0-27 3-16,0 24-4 16,0 1 34-16,0 0-13 15,0 2-20-15,0 0 19 16,0 0-7-16,0 0-12 15,0 0 13-15,0 0-23 16,0-2 40-16,0 2-28 16,0-3-1-16,-7 3-7 15,-2-3-15-15,2 3 20 16,3 0 5-16,0 0-32 16,-1 0 9-16,-1 0-4 15,1 0-1-15,-4 0 33 0,0 0-37 16,-5 3 20-16,1 11 7 15,3 5 0-15,-4 3 17 16,5 2-2-16,3 1-21 16,4-6 24-16,2 0-28 15,0-8-9-15,2 1 12 16,13-3-5-16,9-4 23 16,6-2-24-16,3-3-9 15,0 0 16-15,1 0-22 16,-5-13 0-16,-7-3 0 15,-9-4 0-15,-3-2 20 0,-8-5-19 16,-2 1 1-16,0-3 52 16,-14 0-42-16,-1 8 4 15,-3 3-3-15,2 6-13 16,0 10-1-16,-10 6-87 16,3 20-209-16,4 1-307 0</inkml:trace>
  <inkml:trace contextRef="#ctx0" brushRef="#br0" timeOffset="87884.88">25125 11369 755 0,'0'0'258'0,"0"0"-38"16,0 0 83-16,0 0 15 0,0 0-74 16,0 0-63-16,0 0-39 15,-5 3-41-15,5-3-5 16,0 0-15-16,0 0 4 16,0 0-28-16,11 0-13 15,6 0 6-15,10-11-42 16,4 0 10-16,10-6-15 15,1 2 6-15,-2-6-18 16,-1 1-18-16,-8-4-14 16,-6 0 13-16,-15-4-32 15,-10-2 17-15,0 1-37 16,-22 0 35-16,-20 9 44 16,-10 8-17-16,-6 12 18 15,-2 0 12-15,4 26 1 16,8 10 41-16,7 8-38 0,12 4 13 15,14 2 22-15,15-3-50 16,0-6 19-16,33-2 9 16,21-7-19-16,15-8 2 15,9-7-12-15,4-10-70 16,21-7-131-16,-21-4-154 16,-17-12-512-16</inkml:trace>
  <inkml:trace contextRef="#ctx0" brushRef="#br0" timeOffset="88465.17">25640 10476 1333 0,'0'0'310'0,"0"0"-62"16,0 0-34-16,0 0-46 15,0 0-73-15,0 0-22 16,0 0 4-16,-123 43-6 15,89 13 11-15,8 11-33 16,5-1-4-16,15 0-2 16,6-6-37-16,0-9 3 0,22-10 14 15,7-10-16-15,7-13-14 16,0-8 5-16,-5-10-7 16,-4 0 8-16,-12-18-39 15,-11-10-26-15,-4-5 10 16,-6-1-28-16,-21 8 35 15,-7 10-22-15,-3 14-35 16,-19 18-133-16,12 20-270 16,5 1-548-16</inkml:trace>
  <inkml:trace contextRef="#ctx0" brushRef="#br0" timeOffset="88907.9">25922 11543 1302 0,'0'0'332'16,"0"0"-234"-16,0 0-13 15,0 0 1-15,0 0-59 16,0 0 0-16,0 0-9 16,0 12 14-16,5-12 53 15,-5 0 2-15,0 0 27 16,0 0-12-16,-5-9-81 16,-11 1-21-16,-5 0-82 15,0 7-234-15,8-2-658 0</inkml:trace>
  <inkml:trace contextRef="#ctx0" brushRef="#br0" timeOffset="91080.81">1615 13767 993 0,'0'0'545'16,"0"0"-408"-16,0 0 17 15,0 0-40-15,0 0-30 16,0 0-14-16,0 0-7 16,0-9-14-16,0 9-21 0,0-2 32 15,0-4 41 1,0 2-70-16,0-4-29 0,0 2 21 16,0 0-9-16,0 1 14 15,0 5-26-15,0 0 45 16,0 0 23-16,0 0-27 15,0 0-17-15,0 0-12 16,0 0 0-16,0 0-14 16,0 0-11-16,0 7 11 15,12-3-7-15,5-1 13 16,6-3-6-16,0 0 7 16,-2 0 5-16,-7-9-12 15,-5-5 0-15,-9-2 1 0,0-3 25 16,0 5-26-1,-3 2-37-15,-7 12-88 0,2 0-187 16,2 0-689-16</inkml:trace>
  <inkml:trace contextRef="#ctx0" brushRef="#br0" timeOffset="97441.74">2635 13924 481 0,'0'0'852'0,"0"0"-563"15,0 0-52-15,0 0 37 16,0 0-23-16,0 0-84 16,0 0-65-16,0 0-11 15,4-2-77-15,18-20 5 16,14-6-13-16,12-12-6 0,10-6-22 15,7-5-56-15,3 0-75 16,-4-2 32-16,-6-3-86 16,-14-2 21-16,-13-2 93 15,-12-2 40-15,-11 1 48 16,-8 6 5-16,0 2 95 16,-4 6 28-16,-9 8-24 15,-1 9-15-15,3 12-3 16,2 6-50-16,2 12-5 15,-1 0-26-15,-3 16 0 16,-7 26 14-16,-3 16 21 16,4 17 41-16,5 7-1 0,6-2-46 15,6-5-3-15,0-14-26 16,14-15 6-16,9-10 13 16,4-12-19-1,2-10-7-15,5-7 6 16,1-7-36-16,2 0-44 0,-4-14-27 15,-4-10-14-15,-7-5 40 16,-9 0-32-16,-6 0 42 16,-5 12 72-16,-2 4 100 15,0 11-6-15,0 2-76 16,-4 8-12-16,-9 16 59 16,-3 5-25-16,5 2 2 15,1 0-30-15,8-7-12 0,2-5-12 16,2-3-85-16,27-16-95 15,0 0-60-15,-4-5-369 0</inkml:trace>
  <inkml:trace contextRef="#ctx0" brushRef="#br0" timeOffset="97855.9">3463 13491 1084 0,'0'0'412'0,"0"0"-181"16,0 0-14-16,0 110-19 15,-2-78-42-15,-2-2-36 16,2-7-16-16,2-5-70 16,0-8-22-16,0-3 9 0,0-7-20 15,0 0 10-15,15 0-11 16,10-21-8-16,6-9-71 16,2-4-44-16,-2-2-23 15,-4 5 113-15,-6 11 29 16,-8 12 4-16,-7 8 13 15,-3 13 16-15,-3 16 74 16,0 7 17-16,0-1-24 16,0-5 6-16,-5-9-83 15,3-5-9-15,2-11-5 16,0-5 1-16,7 0-12 16,19-18 1-16,13-13-97 15,5-6 8-15,5-7-19 16,-5 2 78-16,-8 8 34 15,-5 11-2-15,-8 17 3 0,-5 6 0 16,-7 17-22-16,-7 21 22 16,-4 35-57-16,-11-8-138 15,-9-9-477-15</inkml:trace>
  <inkml:trace contextRef="#ctx0" brushRef="#br0" timeOffset="98439.71">2878 14145 1506 0,'0'0'368'0,"0"0"-95"16,0 0-151-16,0 0-71 16,8-111-4-16,13 88-22 15,0 4 52-15,4 9-23 16,-3 10-36-16,1 0 7 0,-8 20-25 15,-3 16 27-15,-8 15 22 16,-4 7 3-16,0 2 22 16,-14 0-45-16,-1-6-18 15,1-11 23-15,6-10-34 16,1-10-8-16,5-7 7 16,2-15-22-16,0-1-2 15,0 0-3-15,2-12-20 16,13-18 23-16,8-15-144 15,-5-8-63-15,-3 3-42 16,-5 8 233-16,-8 14 41 16,-2 16 213-16,0 12-117 15,-5 0-42-15,-8 22-24 16,0 8 32-16,5 2 10 0,6 3 3 16,2-3-27-16,8-1-35 15,15-4-13-15,11-10 0 16,6 0-81-16,16-16-81 15,-7-1-201-15,-12 0-468 0</inkml:trace>
  <inkml:trace contextRef="#ctx0" brushRef="#br0" timeOffset="98930.23">3189 14279 1177 0,'0'0'1093'0,"0"0"-926"16,0 0-155-16,0 0 18 15,0 0 5-15,0 0 38 0,0 0 2 16,152-21-75-16,-107 12-24 16,-5 1-14-16,-3 0-49 15,-3 0-14-15,-5 0-115 16,-7 3 6-16,-6-2-6 16,-7 2-154-16,-9-2 69 15,0 1-224-15,-4-4 427 16,-14 1 98-16,-1 2 229 15,4 0-8-15,1 0-115 16,4 2-72-16,1 4 37 16,5-3 120-16,1 1 24 15,0 2-1-15,3 1 24 16,0 0-49-16,0 0-46 0,0 0-64 16,0 0-33-1,0 0 15-15,0 0-60 16,8 0-2-16,5 0-5 15,5 1 6-15,1 12 22 0,6 5-22 16,-2 4 10-16,-3 3 12 16,-7 4-7-16,-7 5 43 15,-6 2-17-15,0 3 9 16,-10 2 31-16,-17 4-71 16,-2-3-10-16,0-3 0 15,2-2-46-15,10-9-49 16,17-12-139-16,0-10-288 15,2-6-205-15</inkml:trace>
  <inkml:trace contextRef="#ctx0" brushRef="#br0" timeOffset="99180.64">3887 14239 1714 0,'0'0'328'15,"0"0"-308"-15,0 0 7 16,0 0 80-16,-78 100 66 15,67-72-26-15,7 0-35 16,4-5-70-16,2-4-19 16,18-2 12-16,7-9-23 15,2-4-3-15,-3-4-9 16,-4 0-14-16,-5 0-19 16,-7-12-37-16,-5-5-47 0,-5 0-27 15,0-2-128-15,-11 4-30 16,-5 3-69-16,5 2-263 0</inkml:trace>
  <inkml:trace contextRef="#ctx0" brushRef="#br0" timeOffset="99371.89">3887 14239 1192 0,'50'-50'882'0,"-50"50"-683"15,0 0-127-15,2 0-54 16,15 0-17-16,10 0 46 0,4 4-46 16,2 3-1-16,-2 0-104 15,6-7-132-15,-13 0-35 16,-6 0-323-16</inkml:trace>
  <inkml:trace contextRef="#ctx0" brushRef="#br0" timeOffset="99515.89">4130 14091 1192 0,'0'0'863'0,"0"0"-770"16,0 0-34-16,0 0 15 15,-75 150-33-15,57-94-11 16,-1 2-30-16,8 7-112 16,5-14-250-16,6-18-772 0</inkml:trace>
  <inkml:trace contextRef="#ctx0" brushRef="#br0" timeOffset="100431.34">4761 13675 838 0,'0'0'1198'0,"0"0"-876"16,0 0-236-16,0 0-79 16,0 0 0-16,114-124 1 15,-78 81-16-15,-3-6-15 16,-6-3-43-16,-8 2-9 16,-9 2-6-16,-8 7 30 15,-2 10 31-15,0 12 20 16,-14 13 26-16,1 6-26 15,-3 22-58-15,5 24 58 16,5 32 31-16,4 33 53 16,2 25 15-16,0-8 0 0,0-24-19 15,0-32-20 1,-5-19-5-16,-7 1-7 0,-3 5-36 16,-5-1-5-16,-5-14 11 15,3-14-3-15,-2-8 12 16,6-12-27-16,3-10 0 15,3 0 25-15,10-22-25 16,2-24-59-16,16-17-77 16,24-15 14-16,13-6-8 15,10-8-117-15,1 0-31 16,-1-2 84-16,-10 1 53 16,-11 3 128-16,-15 9 13 15,-14 11 157-15,-8 19 88 16,-5 17 83-16,0 17-71 15,-9 17-73-15,-13 19-164 0,-7 28-20 16,0 20 0-16,2 13 48 16,7 4-12-16,13-1-12 15,7-9-17-15,0-8 13 16,13-13-19-16,10-7-1 16,4-11-6-16,0-9-36 15,2-8-20-15,0-12-96 16,4-8-56-16,-6-20-79 15,-10-7-259-15</inkml:trace>
  <inkml:trace contextRef="#ctx0" brushRef="#br0" timeOffset="100753.71">5303 13716 1088 0,'0'0'616'0,"0"0"-239"0,0 0-194 16,0 0-122-16,0 0-11 16,0 0 39-16,0 0 11 15,33 70-55 1,-28-44-14-16,-5-1 15 0,2-4-21 15,-2-5-2-15,2-7-23 16,0-2 1-16,2-5-2 16,6-2-30-16,1 0-24 15,2-14 35-15,3-13-76 16,-3-8-90-16,-6-5-131 16,-5 6 29-16,-2 10 288 15,0 11 186-15,0 13-40 16,0 4-100-16,0 25 67 15,0 5 59-15,0 4-70 0,0-2-35 16,11-4-19-16,2-6-48 16,3-8 5-16,5-8-5 15,-2-3-80-15,8-7-57 16,-7-10-94-16,-5-10-330 0</inkml:trace>
  <inkml:trace contextRef="#ctx0" brushRef="#br0" timeOffset="100935.55">5681 13391 2018 0,'0'0'498'15,"0"0"-471"-15,0 0 38 16,127 132-4-16,-98-73-15 16,-10 2 11-16,-15 4-38 0,-4 1-7 15,-7 2-12-15,-15-1-37 16,-14 4-94-16,7-17-352 15,5-17-502-15</inkml:trace>
  <inkml:trace contextRef="#ctx0" brushRef="#br0" timeOffset="101318.39">6426 13774 1928 0,'0'0'537'15,"0"0"-434"-15,0 0-41 16,0 0-33-16,0 0-2 0,0 0 22 16,0 0-24-1,59 16-19-15,-26-8 36 16,2-1-42-16,-1 4-63 0,-14 5-133 15,-9-2-273-15,-11-4-261 0</inkml:trace>
  <inkml:trace contextRef="#ctx0" brushRef="#br0" timeOffset="101430.76">6377 13975 1974 0,'0'0'353'0,"0"0"-295"15,0 0-16-15,0 0-36 16,127 19-6-16,-76-16-116 15,-6-3-636-15</inkml:trace>
  <inkml:trace contextRef="#ctx0" brushRef="#br0" timeOffset="102382.19">7320 14141 1644 0,'0'0'497'0,"0"0"-413"15,0 0 18-15,0 0 38 16,0 0 28-16,0 0-114 16,143-111-29-16,-79 57-4 15,7-8-21-15,6-8-20 0,-2-7-2 16,-3-1-35-1,-8-4 11-15,-10-3-28 0,-14-2 29 16,-13 7 7-16,-12 9-28 16,-11 17 66-16,-4 18 6 15,0 18 43-15,0 16 11 16,-17 2-47-16,-8 31-6 16,-12 32 11-16,3 10 15 15,3 16 19-15,6 6 3 16,14-13-13-16,4 5 1 15,7-9-35-15,4-13-8 16,21-16 17-16,6-9-17 16,5-11 0-16,5-16 0 15,-4-6-17-15,3-7-23 0,-4-3-69 16,-4-23-35-16,-4-11-27 16,-6-4-163-16,-6-2-47 15,-7 4 364-15,-5 11 17 16,-4 14 385-16,0 10-82 15,0 4-170-15,-6 7-63 16,-12 20-33-16,-2 4 24 16,4 1-25-16,5 2-36 15,7-9-46-15,4-5-72 16,2-14-138-16,16-6-71 16,2 0-389-16</inkml:trace>
  <inkml:trace contextRef="#ctx0" brushRef="#br0" timeOffset="102813.72">8354 13712 1532 0,'0'0'247'15,"0"0"-184"-15,0 0 90 16,0 0 30-16,-13 128-17 16,4-104 7-16,0-5-55 15,3-7-78-15,3-3-9 16,3-7-31-16,0 1 0 15,0-3-8-15,0 0-21 16,15-9 9-16,12-13-103 16,7-5-51-16,6 1 66 0,-2 6 31 15,-9 11 77 1,-6 9 6-16,-13 0 41 0,-5 20 38 16,-5 8 20-16,0 4 6 15,0-4 23-15,-9-3-67 16,3-8-40-16,0-8-16 15,6-6-10-15,0-3 13 16,0 0-14-16,14-12-16 16,15-12-31-16,15-12-139 15,6-4 87-15,4-1 69 16,-6 6 30-16,-7 9 10 16,-10 12 10-16,-9 12-1 15,-8 2-12-15,-8 22-7 16,-6 18-28-16,-2 26-30 15,-19-6-233-15,2-12-764 0</inkml:trace>
  <inkml:trace contextRef="#ctx0" brushRef="#br0" timeOffset="104679.95">4061 14119 867 0,'0'0'371'16,"0"0"-147"-16,0 0-26 16,0 0-15-16,0 0-43 0,0 0-2 15,0 0-21 1,-18-12-43-16,18 12 23 0,0 0-21 15,0 0 3-15,0 0-11 16,0 0-26-16,0 0 6 16,0 0-23-16,0-2-4 15,12 2 12-15,5 0-33 16,6-2 1-16,1 2 3 16,5 0-4-16,0 0-9 15,3 0-53-15,7 0-120 16,-5 0-91-16,-10 0-345 0</inkml:trace>
  <inkml:trace contextRef="#ctx0" brushRef="#br0" timeOffset="104989.72">4203 13892 540 0,'0'0'1378'15,"0"0"-1065"-15,0 0-163 16,0 0-91-16,0 0-13 0,0 0-44 15,0 0 5-15,-15 54 30 16,11-10-13-16,-1 4-24 16,1 5-53-16,-10 3-97 15,6-12-243-15,-4-16-794 0</inkml:trace>
  <inkml:trace contextRef="#ctx0" brushRef="#br0" timeOffset="106197.4">7567 14379 1162 0,'0'0'525'0,"0"0"-424"16,0 0 38-16,0 0 78 15,0 0-50-15,0 0-56 0,0 0-44 16,16-37-48-16,-9 34 10 16,1 3-22-16,2 0 2 15,1 0 3-15,-3 0-12 16,2 16 0-16,-4 6 2 15,-3 5 22-15,-3 6 35 16,0 6-18-16,0 1-1 16,-5-4-24-16,-4-8-1 15,0-1 4-15,3-8-19 16,3-7 0-16,1-5-11 16,2-7 2-16,0 0-23 15,0 0-23-15,0 0-21 16,0-12 12-16,5-17-40 15,10-13-576-15,3-3 89 16,-2 4 409-16,-5 6 182 0,-7 14 339 16,-2 10 50-16,-2 10-35 15,0 1-150-15,0 0-101 16,0 5-63-16,0 14-8 16,0 4 52-16,0 5-33 15,0 5-33-15,14-8 9 16,6 4-27-16,4-7-81 15,18 0-23-15,-5-10-209 16,-6-5-417-16</inkml:trace>
  <inkml:trace contextRef="#ctx0" brushRef="#br0" timeOffset="106430.69">7884 14534 1144 0,'0'0'866'15,"0"0"-625"1,0 0-117-16,0 0-12 0,0 0-43 16,0 0 43-16,0 0-55 15,0-5-12-15,13 2-33 16,8-1-11-16,8-1-2 16,6 4-20-16,9-3-62 15,4 0-28-15,3 2-21 16,7-2-80-16,-12 2-147 15,-12-1-342-15</inkml:trace>
  <inkml:trace contextRef="#ctx0" brushRef="#br0" timeOffset="106730.85">8154 14395 1724 0,'0'0'528'0,"0"0"-458"16,0 0-43-16,0 0 7 16,0 0-33-16,0 0 11 15,0 0-12-15,42 18 0 16,-19 1-5-16,-6-1 5 16,-1 3-10-16,-7 3 4 15,-5 1 6-15,-4 1 0 0,-2 3 9 16,-21 0 16-16,-5 3 43 15,-4 0-29-15,-1 0-25 16,4-2-14-16,7-3-85 16,15-9-76-16,7-9-350 15,0-5-490-15</inkml:trace>
  <inkml:trace contextRef="#ctx0" brushRef="#br0" timeOffset="107120.6">8539 14508 1333 0,'0'0'400'0,"0"0"-210"15,0 0-64-15,0 0-23 16,0 0 21-16,0 0-53 15,0 0-7-15,-40 74-11 16,38-46-2-16,2-5-2 16,0 6-27-16,2-5-5 15,13 2 18-15,6-8-18 16,3 1-1-16,3-11-10 16,5-4-5-16,1-4 7 0,-4 0-8 15,-4-7-17-15,-8-10 7 16,-5-8-19-1,-10-1 22-15,-2-2-26 16,0 3 15-16,-16 2 9 0,-4 5 5 16,2 6-6-16,0 7-56 15,-2 5-87-15,2 0-131 16,7-5-398-16</inkml:trace>
  <inkml:trace contextRef="#ctx0" brushRef="#br0" timeOffset="107272.9">8539 14508 1324 0</inkml:trace>
  <inkml:trace contextRef="#ctx0" brushRef="#br0" timeOffset="107364.4">8539 14508 1324 0,'123'-86'682'0,"-123"86"-454"0,0 0-114 0,4 0-55 15,14 0-32-15,5 0 10 16,4-2-34-16,4 2-3 16,0 0-46-16,4 0-118 15,-10 0-142-15,-5 0-404 0</inkml:trace>
  <inkml:trace contextRef="#ctx0" brushRef="#br0" timeOffset="107532.25">8794 14342 939 0,'0'0'819'0,"0"0"-693"15,0 0-118-15,0 0 41 16,0 0 40-16,-70 146-33 16,55-98-25-16,-5 16-31 15,4-10-111-15,5-14-243 16</inkml:trace>
  <inkml:trace contextRef="#ctx0" brushRef="#br0" timeOffset="109193.7">8760 14425 1005 0,'0'0'635'15,"0"0"-417"-15,0 0-105 16,0 0 41-16,0 0-22 16,0 0-41-16,0 0-5 15,-11-16-21-15,6 15-34 16,-3-3 24-16,-6 0-54 16,-3 4 0-16,-6 0 4 15,-4 0-4-15,-2 4-1 16,-2 12 0-16,0 5 0 15,0 4 4-15,2 3 2 0,4 0-6 16,3 2 18 0,8-2-12-16,4-1 4 0,7-1 2 15,3 0-6-15,0 1 43 16,7-5-48-16,18 0 23 16,4-10-2-16,6-2-5 15,7-8 9-15,1-2-25 16,3 0 0-16,2-10 6 15,-4-4-7-15,-1-8-19 16,-6-4-8-16,-5 0 3 16,-8-4 11-16,-11 0-4 15,-9-4-18-15,-4 1 17 16,-4-1 18-16,-16 7 0 16,-8 5 16-16,-3 6 18 15,-4 6-31-15,2 10-3 0,4 0-50 16,0 0-90-16,7 19-74 15,6 0-153-15,10-6-409 0</inkml:trace>
  <inkml:trace contextRef="#ctx0" brushRef="#br0" timeOffset="109523.68">8847 14258 889 0,'0'0'1100'0,"0"0"-847"15,0 0-197-15,0 0-41 16,0 0 44-16,0 0-23 16,0 0 59-16,80-5-39 15,-38 10-45-15,5-2-11 16,3 1-28-16,-8 1-81 16,5-5-129-16,-11 0-298 0,-12 0-376 15</inkml:trace>
  <inkml:trace contextRef="#ctx0" brushRef="#br0" timeOffset="109696.87">9103 14125 1285 0,'0'0'887'16,"0"0"-803"-16,0 0-84 15,0 0 22-15,-41 142 8 16,27-93 1-16,1-1-31 15,1 11-34-15,5-11-188 16,3-17-471-16</inkml:trace>
  <inkml:trace contextRef="#ctx0" brushRef="#br0" timeOffset="111101.39">9676 13244 1247 0,'0'0'358'0,"0"0"-283"15,0 0-75-15,0 0 0 16,0 0 122-16,-107 133 153 16,74-57-93-16,2 8 12 15,6 5-68-15,5-3-50 16,11-7-24-16,9-6-37 15,0-8-14-15,12-10 0 16,17-6-1-16,6-9-47 16,30-6-147-16,-7-12-77 15,-5-10-270-15</inkml:trace>
  <inkml:trace contextRef="#ctx0" brushRef="#br0" timeOffset="111422.23">9851 13968 1766 0,'0'0'476'16,"0"0"-377"-16,0 0-99 15,0 0-44-15,0 0 20 16,81-131 24-16,-52 96-25 16,-4 0-81-16,-4 0-50 0,-6 1 71 15,-5 4 72-15,-4 0 13 16,-4 7 32-1,0 8 115-15,-2 4-29 16,0 9-46-16,2 2-72 0,-2 0-19 16,0 20 19-16,0 14 29 15,0 11 41-15,0 4 13 16,0 7-37-16,0 1-24 16,0-5-22-16,0-4-31 15,0-7-21-15,2-9-201 16,19-16-287-16,0-10-940 0</inkml:trace>
  <inkml:trace contextRef="#ctx0" brushRef="#br0" timeOffset="111656.78">10321 13808 405 0,'0'0'1363'0,"0"0"-982"16,0 0-266-16,0 0-24 16,0 0-44-16,0 0 24 15,118-15-43-15,-74 12-19 16,1 1-9-16,-3 2-41 16,-1 0-44-16,3 0-106 15,-11-2-361-15,-8-2-449 0</inkml:trace>
  <inkml:trace contextRef="#ctx0" brushRef="#br0" timeOffset="111866.85">10603 13609 1536 0,'0'0'283'0,"0"0"-252"16,0 0 35-16,-35 103 116 15,24-56-14-15,-1 4-59 16,4 3-30-16,1 0-58 16,1 0-21-16,1-1-56 0,5-2-94 15,-3-8-225-15,3-17-815 16</inkml:trace>
  <inkml:trace contextRef="#ctx0" brushRef="#br0" timeOffset="112864.68">11419 13571 1031 0,'0'0'544'15,"0"0"-318"-15,0 0-19 0,0 0-35 16,0 0-39 0,0 0-39-16,0 0 4 0,-29-24-63 15,29 23-35-15,12 1-15 16,7 0-40-16,6 0 43 15,0 1-1-15,2 16 12 16,-8 4 2-16,-3 8-1 16,-11 4 37-16,-5 6-23 15,-9 3 15-15,-27 6 25 16,-13 1-11-16,-5-3 14 16,-4-8-43-16,8-6-6 15,11-6 2-15,13-11-4 16,10-5-6-16,14-5 0 15,2-5 6-15,4 2-13 16,25-2 2-16,15 0 5 16,10 0-9-16,8-9-137 0,19-17-60 15,-16 3-174-15,-12-2-393 0</inkml:trace>
  <inkml:trace contextRef="#ctx0" brushRef="#br0" timeOffset="113216.9">11725 13716 1545 0,'0'0'488'0,"0"0"-367"16,0 0-121-16,0 0 13 15,0 0 78-15,0 0 25 16,0 0 35-16,40 116-56 0,-43-84-48 16,-3-8 14-16,-1-3-60 15,3-8 17-15,4-5-18 16,0-4-13-16,0-4-8 15,0 0-46-15,0 0-55 16,0-12 61-16,4-12-133 16,1-6-419-16,-1-1 7 15,-4 4 606-15,0 8 324 16,0 14 79-16,0 5-173 16,0 0-118-16,0 14-39 15,0 11 63-15,0 1-48 16,12 3-17-16,3 0-14 15,7-6-51-15,7-5-6 0,3-6-41 16,17-12-74-16,-7 0-157 16,-9-7-364-16</inkml:trace>
  <inkml:trace contextRef="#ctx0" brushRef="#br0" timeOffset="113398.62">12380 13604 590 0,'0'0'1761'16,"0"0"-1582"-16,0 0-115 16,90 162-34-16,-80-91-24 15,-10 4 28-15,-2 3-22 16,-27-2 9-16,-11-1-21 16,-32 10-45-16,8-14-147 0,6-25-402 0</inkml:trace>
  <inkml:trace contextRef="#ctx0" brushRef="#br0" timeOffset="115266.96">13170 12801 1154 0,'0'0'300'0,"0"0"-93"0,0 0 23 16,0 0-48-16,0 0-40 16,0 0-89-16,0 0-53 15,-117 24 74-15,73 6 0 16,4 3 15-16,6-1-22 15,12-4-25-15,7-2-11 16,8-8-29-16,7-2-2 16,0-4 0-16,0-3-18 15,17-6-36-15,6-3-57 0,4 0-36 16,0-8-67 0,-1-14-10-16,-2-9-20 0,-3-1 46 15,-7 2 197-15,-4 7 1 16,-5 4 294-16,-3 10 67 15,0 6-53-15,-2 2-112 16,0 1-92-16,0 0-71 16,2 5-33-16,2 19-1 15,2 9-11-15,0 7 12 16,1 4-78-16,-7 11-168 16,0-9-226-16,0-11-208 0</inkml:trace>
  <inkml:trace contextRef="#ctx0" brushRef="#br0" timeOffset="115487.22">12615 13358 1345 0,'0'0'894'0,"0"0"-546"15,0 0-182-15,0 0-54 16,0 0-53-16,0 0-18 15,131-42-40-15,-71 35 0 16,11 0-1-16,3 5-1 16,4 2-44-16,25 0-86 15,-19 0-201-15,-17 0-404 0</inkml:trace>
  <inkml:trace contextRef="#ctx0" brushRef="#br0" timeOffset="116028.63">13024 13508 937 0,'0'0'318'0,"0"0"-63"15,0 0 15-15,0 0-20 16,0 0-91-16,0 0-44 16,0 0-26-16,81-23-59 15,-81 27-20-15,0 12 60 16,0 8 1-16,-4 8 38 15,-15 4-33-15,-3 3-9 16,-1-3-7-16,4-3-48 16,3-6-12-16,7-12 8 15,7-4-8-15,2-7-19 16,0-4-44-16,7 0-25 16,15 0 49-16,5-20-116 15,0-14-162-15,-3-6-296 0,-6-2-264 16,-10 5 877-16,-2 12 384 15,-6 10 265-15,0 9-294 16,0 6-169-16,0 0-117 16,-3 8-9-16,0 10-11 15,3 6 10-15,0 5-56 16,12 0-3-16,17 2-39 16,36-4-131-16,-9-6-320 15,0-11-568-15</inkml:trace>
  <inkml:trace contextRef="#ctx0" brushRef="#br0" timeOffset="117012.81">13555 14062 1260 0,'0'0'945'15,"0"0"-607"-15,0 0-194 16,0 0-26-16,0 0-48 15,0 0-22-15,0 0-23 16,20-7-24-16,13 7 9 16,10 0-10-16,6 7-14 15,0 6 13-15,-9 3-174 16,-22 12-181-16,-11-6-323 16,-7-4-837-16</inkml:trace>
  <inkml:trace contextRef="#ctx0" brushRef="#br0" timeOffset="117136.02">13483 14258 1803 0,'0'0'597'0,"0"0"-477"0,0 0-74 16,0 0 32-16,0 0 11 15,0 0-89-15,139 0-20 16,-70 0-197-16,-13 0-382 16,-12 0-1183-16</inkml:trace>
  <inkml:trace contextRef="#ctx0" brushRef="#br0" timeOffset="124653.34">15439 14955 1305 0</inkml:trace>
  <inkml:trace contextRef="#ctx1" brushRef="#br0">24036 14461 0,'0'-25'16</inkml:trace>
  <inkml:trace contextRef="#ctx0" brushRef="#br0" timeOffset="140846.68">14380 14645 732 0,'0'0'500'0,"0"0"-326"15,0 0-83-15,0 0 14 16,0 0-21-16,0 0 11 15,27 0 11-15,-12 0-29 16,3-7-4-16,6-3-15 16,5-4-26-16,5-6 37 15,4-4-60-15,2-5 9 16,5 0-2-16,-1-3-7 16,1-2 7-16,-3 1-16 15,-2-3-4-15,-1-4 3 16,-6 0 1-16,-2 1 0 15,-4 0-13-15,-3-1-14 16,-4 2 24-16,-7 2-9 0,-1 2 12 16,-6 6-4-16,-4 1 4 15,-2 3 0 1,0 7 0-16,0 0 42 0,0 0 30 16,-6 6-42-16,-3-1-8 15,-2 3 6-15,-2 0-9 16,-4 4-10-16,-2 0-9 15,-3 5 0-15,-5 0-1 16,-5 2-5-16,-5 20-4 16,-2 10 10-16,-3 12 12 15,5 13 9-15,1 4 2 16,5 8 32-16,11 5 44 0,7-2-35 16,9 0-2-16,4-5-11 15,12-12-29-15,22-6 7 16,15-15-29-16,15-14-3 15,12-14 3-15,9-6-33 16,2-16-118-16,13-32-139 16,-22 6-255-16,-20 0-378 0</inkml:trace>
  <inkml:trace contextRef="#ctx0" brushRef="#br0" timeOffset="141799.37">15408 13784 965 0,'0'0'768'0,"0"0"-516"16,0 0-153-16,0 0 84 0,0 0-27 16,0 0-23-1,0 0-13-15,8-5-49 16,8-15-17-16,4-4-36 0,5-7-17 16,6-10 43-16,4-5-44 15,7-10 0-15,3-9-23 16,2-13-8-16,-2-6-35 15,-5-3-4-15,-9-1-30 16,-6 4 45-16,-7 9 55 16,-7 14 9-16,-7 18 81 15,-4 12-40-15,0 13-17 16,0 10-14-16,0 6 7 16,0 2-26-16,-9 6-3 0,-9 29-6 15,-9 31 9 1,-4 38 24-16,7 0 40 0,4-3-31 15,11-13-20-15,9-25 4 16,0-2-1-16,0 1-24 16,9-18 9-16,11-10-1 15,6-12 0-15,3-9-9 16,4-10-34-16,4-3 7 16,-2-10-36-16,1-19-72 15,-7-9-24-15,-6-6-23 16,-8 1 5-16,-6 7 186 15,-4 11 27-15,-5 14 203 16,0 8-54-16,0 3-58 0,0 7-77 16,0 17-21-1,-10 8 71-15,-1 0-48 0,0 0-31 16,4-8-12 0,3-4-14-16,1-8-36 0,3-6-144 15,0-3-36-15,10-7-78 16,9-17-24-16,4-4-456 0</inkml:trace>
  <inkml:trace contextRef="#ctx0" brushRef="#br0" timeOffset="142181.84">16163 13450 1069 0,'0'0'600'0,"0"0"-403"16,0 0 39-16,-9 119-96 16,-4-73 26-16,-3-3-10 15,3-10-59-15,1-3-6 16,4-13-70-16,3-8-7 0,3-2 1 15,2-7-14-15,0 0 29 16,2-8-30-16,19-20-8 16,6-8-42-16,6-8-44 15,5-1-3-15,-7 9 24 16,-4 13 73-16,-12 16 25 16,-9 7-25-16,-6 7 2 15,0 23 62-15,0-1 3 16,-8 2 7-16,-1-5-20 15,3-8-42-15,3-13 9 16,3-3-21-16,0-2 0 16,9-2 0-16,16-20 0 15,10-7-66-15,7-6 18 16,1 3 31-16,-7 4 16 0,-7 14-17 16,-12 9 6-16,-3 5-6 15,-10 19-38-15,-4 15-42 16,-6 29-17-16,-17-7-182 15,-2-10-617-15</inkml:trace>
  <inkml:trace contextRef="#ctx0" brushRef="#br0" timeOffset="142836.44">15539 14016 1280 0,'0'0'588'15,"0"0"-401"-15,0 0-181 0,0 0 36 16,0 0 57-16,0 0-6 15,0 0-2-15,62-41-57 16,-62 42-21-16,0 15 90 16,0 13-23-16,0 0-1 15,-2 5-10-15,-6 2-52 16,-2-5-2-16,4-9-15 16,3-8 0-16,1-6 0 15,2-3-16-15,0-5-24 16,0 0 5-16,11-11 1 0,9-17 34 15,5-8-133-15,-2-5-21 16,-4 2 96-16,-7 9 58 16,-8 9 56-16,-4 14 103 15,0 2-43-15,0 5-34 16,0 0-80-16,0 10 20 16,-9 13-20-16,2 5 10 15,5-2 8-15,2 6-5 16,0-8-9-16,9 0-12 15,9-5-34-15,7-7-45 16,14-7-40-16,-5-5-154 16,-3 0-399-16</inkml:trace>
  <inkml:trace contextRef="#ctx0" brushRef="#br0" timeOffset="143048.37">15838 14045 1483 0,'0'0'682'0,"0"0"-479"16,0 0-67-16,0 0-12 16,0 0-50-16,0 0-36 15,0 0-5-15,71 0-33 16,-33 0 0-16,0 0-2 16,0 0-29-16,-1 0-33 15,-3 0-124-15,3 0-27 16,-10-2-155-16,-6-4-407 0</inkml:trace>
  <inkml:trace contextRef="#ctx0" brushRef="#br0" timeOffset="143277.53">16119 13948 983 0,'0'0'763'0,"0"0"-502"15,0 0-126-15,0 0-42 16,0 0-74-16,0 0 9 15,0 0 2-15,47-19-4 16,-39 31 11-16,-1 11 8 16,-7 3 16-16,0 5 32 15,0 5-49-15,-13 3-12 16,-10-2-18-16,-3 1-14 0,1-4-55 16,2 0-127-16,10-12-171 15,5-8-316-15</inkml:trace>
  <inkml:trace contextRef="#ctx0" brushRef="#br0" timeOffset="143603.63">16274 14091 1295 0,'0'0'654'0,"0"0"-443"15,0 0-109-15,0 0-62 16,0 0 12-16,0 0 13 15,0 0 27-15,-31 54 11 0,29-31-63 16,2 2-18-16,0-1 8 16,2-6-29-16,17-2-1 15,0-6-9-15,6-4 9 16,1-6 0-16,1 0-31 16,-4-9-15-16,-8-6-22 15,-6-5 29-15,-9 2 11 16,0 0 28-16,-7-1 6 15,-12 10 7-15,-4-1-13 16,1 6-37-16,1 4-46 16,0 0-155-16,7-3-272 15,5 2-843-15</inkml:trace>
  <inkml:trace contextRef="#ctx0" brushRef="#br0" timeOffset="143769.72">16274 14091 1418 0</inkml:trace>
  <inkml:trace contextRef="#ctx0" brushRef="#br0" timeOffset="143860.62">16274 14091 1418 0,'152'-66'539'0,"-152"66"-388"0,0 0-23 0,14 0-27 15,5 0-64-15,8 0-9 16,0 0-24-16,2 0-4 16,-2 0-43-16,0 0-85 0,-10 0-160 15,-3 0-284-15</inkml:trace>
  <inkml:trace contextRef="#ctx0" brushRef="#br0" timeOffset="144010.27">16553 13936 1117 0,'0'0'905'0,"0"0"-682"16,0 0-201-16,0 0-1 15,0 0 14-15,0 0-27 16,-29 139-8-16,27-101-123 16,0-10-560-16</inkml:trace>
  <inkml:trace contextRef="#ctx0" brushRef="#br0" timeOffset="144900.47">17086 12971 971 0,'0'0'323'16,"0"0"-147"-16,0 0-32 16,0 0-28-16,0 0-19 0,0 0 17 15,0 0 15 1,13 97-10-16,-11-41-44 0,-2 13 16 16,0 10 27-16,0 7-35 15,0 6 16-15,0-8-37 16,0-1-14-16,-2-11-14 15,0-3-19-15,2-9 12 16,-2-6-22-16,2-4 4 16,-5-5 15-16,3-10-24 15,-2-7 0-15,2-6 3 16,2-5-1-16,-2-7-4 16,2-5-2-16,0-2 4 15,0-3 3-15,0 0-2 16,0 0 14-16,0 0-13 15,0 0 14-15,0 0 19 0,0 0-35 16,13 0 0-16,9 0 0 16,9 0 2-16,5-3-2 15,4-2-6-15,5-3-6 16,-5-1-6-16,-3 2-78 16,-3-5-81-16,-10 2-148 15,-6-2-482-15</inkml:trace>
  <inkml:trace contextRef="#ctx0" brushRef="#br0" timeOffset="145330.94">17115 12932 1360 0,'0'0'910'16,"0"0"-564"-16,0 0-221 16,0 0-27-16,0 0-13 15,0 0-56-15,0 0-8 16,138-24 4-16,-93 24-25 15,1 0-6-15,8 14-81 16,-9-2-186-16,-12-5-538 0</inkml:trace>
  <inkml:trace contextRef="#ctx0" brushRef="#br0" timeOffset="146244.81">17788 12958 1390 0,'0'0'403'15,"0"0"-110"-15,0 0 47 16,0 0-125-16,0 0-88 16,0 0-79-16,0 0-35 15,2 4-13-15,-17 42 6 0,-3 21 9 16,0 10 20-16,7 10-12 15,7-3 2-15,4-3-25 16,0-14 0-16,17-7-1 16,10-11-19-16,8-12-45 15,19-4-122-15,-7-13-354 16,-5-8-678-16</inkml:trace>
  <inkml:trace contextRef="#ctx0" brushRef="#br0" timeOffset="148842.64">18096 13575 1380 0,'0'0'569'16,"0"0"-404"-16,0 0-135 16,0 0 17-16,0 0 16 15,136-86-52-15,-90 47-11 0,6-7-11 16,0-1-49-16,-6-1-8 15,-8-3-20-15,-7 5 69 16,-11 5 19-16,-9 3 10 16,-9 11 146-16,-2 8 10 15,0 7 47-15,0 5-41 16,0 5-98-16,0 2-36 16,0 0-38-16,0 14-11 15,0 16 11-15,-6 12 14 16,-3 11-13-16,2 3 9 15,-2-3-4-15,5 0-6 16,1-7-40-16,3 0-108 16,0-12-131-16,12-14-406 0</inkml:trace>
  <inkml:trace contextRef="#ctx0" brushRef="#br0" timeOffset="149077.61">18767 13346 1523 0,'0'0'714'15,"0"0"-526"-15,0 0-54 16,0 0 15-16,0 0-66 16,0 0-54-16,0 0 29 0,84 0-52 15,-42 5-3-15,1-1-3 16,-3-1-54-16,-4-3-68 15,-1 0-165-15,-10 0-218 16,-11-5-204-16</inkml:trace>
  <inkml:trace contextRef="#ctx0" brushRef="#br0" timeOffset="149241.59">19026 13207 1825 0,'0'0'525'16,"0"0"-483"-16,0 0 82 15,0 0 3-15,-56 142-32 16,35-87-20-16,6-2-62 0,3-2-13 16,8-5-76-1,4-7-162-15,10-10-113 0,9-13-446 16</inkml:trace>
  <inkml:trace contextRef="#ctx0" brushRef="#br0" timeOffset="149645.91">19649 13186 806 0,'0'0'1223'0,"0"0"-951"0,0 0-192 16,0 0 36-16,0 0-21 16,0 0-67-16,36-111-12 15,-7 111-16-15,-2 0 0 16,-3 14 1-16,-8 18 12 16,-11 9 41-16,-5 14-8 15,-23 8-4-15,-21 3 36 16,-10 3-43-16,-2-11 4 15,5-9-12-15,13-14-16 16,16-12-1-16,13-10-10 16,9-5-13-16,4-2 13 15,27-4-38-15,15-2 37 16,8 0-19-16,10-4-69 16,22-30-162-16,-14 2-250 0,-12-2-279 15</inkml:trace>
  <inkml:trace contextRef="#ctx0" brushRef="#br0" timeOffset="150035.93">19981 13251 1418 0,'0'0'401'0,"0"0"-142"16,0 0-17-16,0 0-89 16,0 0-103-16,0 0 14 15,0 0 20-15,32 63-7 0,-32-28-14 16,0 3 1-1,-11 2-6-15,-10-2 4 0,2-4-44 16,1-6-8-16,7-9 4 16,6-10-14-16,5-5-23 15,0-2-38-15,3-2-32 16,16 0 41-16,6-15 26 16,4-18-127-16,0-7-199 15,-6-3-32-15,-6 5 384 16,-11 15 77-16,-3 9 208 15,-3 14-45-15,0 0-102 16,0 8-53-16,0 18 6 16,0 8-34-16,0 2-8 15,0 1-21-15,11-8-27 16,12-3-2-16,6-6-45 16,4-6-35-16,7-6-60 0,16-8-118 15,-12 0-355-15,-1-11-1003 0</inkml:trace>
  <inkml:trace contextRef="#ctx0" brushRef="#br0" timeOffset="150742.19">20697 13469 1719 0,'0'0'778'16,"0"0"-536"-16,0 0-109 0,0 0 15 15,0 0-39-15,0 0-25 16,0 0-15-16,42 0-63 15,-13 0 2-15,7 4 7 16,5-1-8-16,1 4-14 16,5-1-28-16,3 1-44 15,31-4-58-15,-14-1-190 16,-5-2-500-16</inkml:trace>
  <inkml:trace contextRef="#ctx0" brushRef="#br0" timeOffset="151059.53">21447 13534 838 0,'0'0'1164'15,"0"0"-946"-15,0 0-144 16,0 0 147-16,0 0-45 16,0 0-112-16,0 0-64 15,69-89-17-15,-47 53-62 16,-5-4-73-16,2 0 80 15,-6-1-5-15,0 9-5 0,-2 6 82 16,-4 10 113 0,-3 7 96-16,-2 7-76 15,-2 2-106-15,0 0-14 0,0 19-13 16,0 13 0-16,0 12 11 16,0 11-11-16,0 3 0 15,0-2-1-15,4-1-11 16,13-4-71-16,-1-10-148 15,-1-17-365-15</inkml:trace>
  <inkml:trace contextRef="#ctx0" brushRef="#br0" timeOffset="151517.57">22269 12905 656 0,'0'0'1646'15,"0"0"-1337"-15,0 0-309 16,0 0 0-16,0 0 62 15,17 112 20-15,-12-45 6 16,-3 8-19-16,0 3-41 16,-2 1 20-16,0 0-39 15,0-5-1-15,-13-4-16 16,-7-5 2-16,-20-1-112 16,7-16-345-16,4-18-849 0</inkml:trace>
  <inkml:trace contextRef="#ctx0" brushRef="#br0" timeOffset="152619.57">22779 13293 575 0,'0'0'1338'0,"0"0"-1111"15,0 0-156-15,0 0-52 16,0 0 21-16,0 0-6 15,0 0 2-15,-9 9-4 16,9-9-31-16,0 0 0 16,5 0 32-16,-1 0-17 15,-2 0-5-15,-2 0 21 16,0 0-26-16,0 0 14 0,0 0 17 16,-11 0 36-16,3 3 34 15,-4 3-80-15,8-1 7 16,1 4-24-16,3-1-9 15,0-2 5-15,0 1-6 16,7-2-5-16,2-1-9 16,-2-4-10-16,-5 0-40 15,-2 0-115-15,0-9-204 16,0-3-539-16</inkml:trace>
  <inkml:trace contextRef="#ctx0" brushRef="#br0" timeOffset="153249.65">23789 12738 1008 0,'0'0'816'0,"0"0"-532"16,0 0-125-16,0 0 0 16,0 0-36-16,0 0-41 15,0 0-42-15,-78-84-31 16,38 98-1-16,-5 18 18 16,3 7 27-16,4 6 5 15,7-1-28-15,11 0-20 16,7-7-8-16,8-5-1 15,5-7 7-15,0-7-8 16,7-8-36-16,12-7 15 0,6-3-37 16,4 0-12-16,5-19-19 15,1-9-53-15,2-9 30 16,-2-2 5 0,-2 0 60-16,-6 8 47 0,-7 4 0 15,-9 11 134-15,-4 8 104 16,-7 6-82-16,0 2-51 15,0 0-90-15,0 21-5 16,2 11-8-16,-2 10-2 16,2 8 0-16,0 4-8 15,-2 0-69-15,0 8-114 16,0-14-140-16,0-14-523 0</inkml:trace>
  <inkml:trace contextRef="#ctx0" brushRef="#br0" timeOffset="153462.31">23194 13300 1081 0,'0'0'1347'0,"0"0"-980"16,0 0-280-16,0 0-14 15,0 0-2-15,0 0-45 16,172-12-9-16,-99 4-17 15,5 0-13-15,2 2-12 16,27 5-76-16,-19 1-179 16,-17 0-429-16</inkml:trace>
  <inkml:trace contextRef="#ctx0" brushRef="#br0" timeOffset="155493.84">24251 12888 1455 0,'0'0'666'15,"0"0"-509"-15,0 0-95 16,0 0 56-16,0 0 27 16,0 0-84-16,0 0-29 15,75 0-8-15,-28 0-24 16,5 0 1-16,1 0 4 15,-4 0-4-15,-9 0-1 0,-7-2 0 16,-10-1 0-16,-9 1 8 16,-10 0-7-16,-4 2 8 15,0 0 17-15,0 0 5 16,0 0 2-16,0 0-33 16,0 0 12-16,0 0-23 15,0 0 11-15,0 7-10 16,0 16-25-16,0 16 25 15,0 17 10-15,0 15 10 16,0 26-2-16,-8 28 32 16,0-9-23-16,1-12 14 15,1-14-6-15,-1-22-17 16,-2 11 1-16,-2 1-9 16,-3-5 0-16,3-13-3 15,-2-11 13-15,-1-11-10 0,1-9 6 16,-3-9-4-16,-1-8 5 15,-5-6-6-15,-5-4-1 16,0-4 6-16,-2 0-5 16,2 0-2-16,5-7-61 15,-7-8-104-15,5-1-143 16,5 2-473-16</inkml:trace>
  <inkml:trace contextRef="#ctx0" brushRef="#br0" timeOffset="157306.63">25109 13999 172 0,'0'0'1263'0,"0"0"-959"15,0 0-212-15,0 0 116 16,0 0-27-16,0 0-55 15,0 0-21-15,-3 3 4 16,3-3 4-16,0 0-14 16,0 0-31-16,0 0 26 15,11 0-61-15,7 0-13 16,14 0 13-16,5 0-32 16,4 2-2-16,1 2-4 15,-4 1-23-15,-5 3-25 16,-6 5-121-16,-11 1-185 0,-12-1-381 15</inkml:trace>
  <inkml:trace contextRef="#ctx0" brushRef="#br0" timeOffset="157464.29">25021 14245 2076 0,'0'0'336'0,"0"0"-272"15,0 0 144-15,0 0-71 16,0 0-43-16,148 13-79 15,-90-13-15-15,2 0-27 16,9 0-141-16,-15 0-293 16,-15 3-469-16</inkml:trace>
  <inkml:trace contextRef="#ctx0" brushRef="#br0" timeOffset="158512.9">25922 14540 322 0,'0'0'1394'0,"0"0"-1100"16,0 0-206-16,0 0 119 15,0 0 6-15,0 0-77 16,0 0 1-16,63-6-101 16,-21-11 12-16,7-3-31 15,5-1-6-15,2-11-4 0,-3 1-7 16,0-5-22-16,-8-2 1 16,-5 0-52-16,-9 0-20 15,-8-6-57-15,-8-2 27 16,-5-5 4-16,-10 0-58 15,0 1 26-15,0 4 111 16,-21 7 40-16,-3 12 94 16,-8 13-6-16,-5 9-35 15,-4 5 17-15,-5 14-10 16,-2 18-15-16,0 19 72 16,3 10 3-16,7 11-11 15,9 3-33-15,9-3-4 16,11-2-11-16,9-7-36 15,0-8-4-15,29-6 17 16,16-10-38-16,12-7 35 0,15-13-35 16,8-12-12-16,7-7 10 15,0 0-38-15,-2-14-17 16,15-19-98-16,-19 3-358 16,-17 1-548-16</inkml:trace>
  <inkml:trace contextRef="#ctx0" brushRef="#br0" timeOffset="159790.06">26456 13559 1335 0,'0'0'387'0,"0"0"-194"15,0 0 52-15,0 0 20 16,0 0-38-16,0 0-73 16,0 0-117-16,108-90 5 0,-60 36-35 15,-2-6-6 1,3-8-1-16,-3-7-29 0,2-4 2 15,-8-2-12-15,-3-5-6 16,-8-4 35-16,-8-2-22 16,-5 3 19-16,-8 11-2 15,-3 13 2-15,-5 19-16 16,0 19-27-16,0 15 56 16,0 12-18-16,-9 5 7 15,-9 36 11-15,-9 33 54 16,-6 36 34-16,-1 28 1 15,7-7-48-15,12-31-19 16,11-33 14-16,4-26-29 16,0 3 11-16,0 1-16 15,19 1 13-15,8-9 9 0,9-12-24 16,5-9-14-16,1-11-17 16,5-5-18-1,-3-8 5-15,-4-19-82 0,-7-7-35 16,-6-2 55-16,-11 7 44 15,-7 10 62-15,-7 9 168 16,-2 6-25-16,0 4-49 16,0 0-81-16,-7 9-6 15,-7 10 17-15,1-1-23 16,3 2 7-16,0-2-8 16,4-6-29-16,6-4-69 15,0-8-151-15,0 0-135 16,8-6-208-16</inkml:trace>
  <inkml:trace contextRef="#ctx0" brushRef="#br0" timeOffset="160209.73">27343 13128 1698 0,'0'0'270'0,"0"0"-188"16,0 0 46-16,-7 126 26 15,-5-92 40-15,-1-6-8 16,4-5-95-16,2-9-50 15,3-7-41-15,2-2 6 16,2-3 15-16,0-2-21 16,0 0 2-16,6-9-8 0,15-10 0 15,8-8-111-15,2-1 1 16,-4 7 70-16,-6 7 46 16,-9 12 44-16,-5 2-21 15,-7 9 21-15,0 18 19 16,0 2-5-16,-5 0-41 15,-1-7 17-15,-2-6-9 16,6-8-16-16,2-6-9 16,0-2 12-16,8 0-12 15,18-17-6-15,14-9-51 16,11-11-56-16,3-6-42 16,-1 6 60-16,-5 2 84 15,-15 13 11-15,-14 12 54 16,-7 10-4-16,-7 6-50 15,-5 26-1-15,0 15-29 0,-36 29-65 16,3-12-189-16,-2-8-533 0</inkml:trace>
  <inkml:trace contextRef="#ctx0" brushRef="#br0" timeOffset="160810.29">26618 13705 1485 0,'0'0'662'16,"0"0"-544"-16,0 0-93 15,0 0 42-15,0 0-2 16,0 0-19-16,0 0 15 15,46 3-8-15,-40 15 47 0,-6 0-15 16,0 4-24-16,0 3-1 16,0 2-41-16,-10-3-10 15,1-2 7-15,1-3-15 16,3-7-2-16,2-7-9 16,3-1-35-16,0-4 5 15,0 0-42-15,10-9-3 16,7-15-29-16,6-5-369 15,-5 3 277-15,-5 3 206 16,-9 9 117-16,-2 11 72 16,-2 1-29-16,0 2 52 15,0 0-78-15,0 0-92 16,0 14 13-16,0 3-13 16,0 3-42-16,12-3 27 0,3 1-27 15,8-4-20-15,1-2-44 16,18-10-116-16,-6-2-93 15,-7 0-371-15</inkml:trace>
  <inkml:trace contextRef="#ctx0" brushRef="#br0" timeOffset="161011.87">26928 13756 1704 0,'0'0'588'16,"0"0"-407"-16,0 0 20 15,0 0-110-15,0 0-45 16,0 0 12-16,0 0-47 0,80-2 9 16,-44 0-20-16,4 0-7 15,3 2-11-15,1 0-119 16,9-3-173-16,-11 2-218 16,-8-1-541-16</inkml:trace>
  <inkml:trace contextRef="#ctx0" brushRef="#br0" timeOffset="161296.77">27273 13663 844 0,'0'0'1111'16,"0"0"-845"-16,0 0-178 16,0 0 47-16,0 0 7 15,0 0-54-15,0 0-55 16,7-5-15-16,6 10-17 0,3 12-1 15,-3 3 11-15,1 1-11 16,-5 2 15-16,-7 0-12 16,-2 1 3-16,0 1 25 15,-23 1-13-15,-6 0 21 16,-4 2-13-16,0-2-20 16,4-7-6-16,6 2-37 15,10-7-102-15,13-8-141 16,0-4-378-16,17-2-317 0</inkml:trace>
  <inkml:trace contextRef="#ctx0" brushRef="#br0" timeOffset="161816.93">27607 13805 1149 0,'0'0'508'0,"0"0"-366"15,0 0 34-15,0 0 38 16,0 0-96-16,0 0-56 16,0 0-20-16,0 0-11 15,0 0 11-15,0 0-27 16,0 0-15-16,0 11 14 16,0 3 15-16,0 4 5 15,-6 0 6-15,1 2-7 0,-1-2 13 16,2 0-16-16,1-6-9 15,3 0 28-15,0-3-31 16,0-2 4-16,0-5 5 16,0 1-21-16,0-2 12 15,0-1-18-15,0 3 1 16,0 1 27-16,0-3-20 16,9 3 7-16,0-2 0 15,0-2-9-15,2 0 16 16,0 0-16-16,1 0-6 15,1 0 43-15,3-6-42 16,1-8-2-16,3-7-5 16,-2 2-15-16,-2-8 9 0,-3 0-19 15,-8 5-1-15,-5 1 32 16,0 4 1-16,-3 2 11 16,-15 4-12-16,-6 3-18 15,-3 6 18-15,-2 2-61 16,2 0-63-16,0 2-122 15,8 8-293-15,7-6-295 0</inkml:trace>
  <inkml:trace contextRef="#ctx0" brushRef="#br0" timeOffset="162075.07">27795 13701 1219 0,'0'0'721'16,"0"0"-536"-16,0 0-110 16,0 0 69-16,0 0-46 15,0 0-76-15,0 0 2 16,121 0-24-16,-84 0-63 15,5 0-84-15,-11 0-160 16,-8-1-389-16</inkml:trace>
  <inkml:trace contextRef="#ctx0" brushRef="#br0" timeOffset="162222.66">28000 13592 1092 0,'0'0'647'16,"0"0"-555"-16,0 0 65 15,0 0 15-15,-80 136-82 16,62-90-65-16,3 10-25 16,3-10-190-16,8-13-590 0</inkml:trace>
  <inkml:trace contextRef="#ctx0" brushRef="#br0" timeOffset="177321.33">23557 13593 18 0,'0'0'905'0,"0"0"-777"15,0 0-60-15,0 0 66 16,0 0 21-16,0 0 7 15,11-18 9-15,-11 18-10 16,0-2-27-16,0 2-25 16,0 0-14-16,0 0-10 15,0 0-12-15,0 0-43 16,0 0-23-16,0 0 42 16,0 0-31-16,0 0-2 15,0 0-10-15,0 0-5 16,0 0-1-16,0 0 0 15,0 0 1-15,0 0-7 0,0 0 6 16,0 0-7 0,0 0 1-16,0 0 3 0,0 0 3 15,0 0 0-15,0 0 0 16,-9 0 6-16,-6 0-6 16,-3 0-6-16,-5 0 6 15,6 0-1-15,-1 0 0 16,5 0-8-16,-1 0 9 15,3 0 34-15,5 0-8 16,1 0 30-16,5 0-19 16,0 0 14-16,0 0-12 15,0 0-29-15,0 0-1 16,0 0-8-16,0 0 7 16,5 0-7-16,3 0 1 0,3 0-2 15,3 9 3-15,1 2-3 16,-3 10 0-16,-3 5 12 15,-7 11-2-15,-2 7 13 16,0 5-7-16,-7 6 20 16,-9-9-5-16,1-5-31 15,1-9 0-15,6-8-3 16,3-10 4-16,3-7-2 16,2-7-31-16,0 0-1 15,11-2 9-15,18-23-55 16,6-13-104-16,6-12-56 15,1-6 5-15,-6 4 70 16,-9 2 101-16,-11 16 63 16,-10 11 148-16,-4 11 78 0,-2 12-68 15,0 0-55-15,-4 8-62 16,-10 21 35-16,1 8-1 16,7 1-38-16,6 3 23 15,0-1-54-15,27-4 5 16,8-6-11-16,7-6-52 15,14-6-119-15,-10-8-216 16,-9-6-557-16</inkml:trace>
  <inkml:trace contextRef="#ctx0" brushRef="#br0" timeOffset="193809.28">28419 12784 405 0,'0'0'320'16,"0"0"-67"-16,0 0-130 16,0 0-34-16,0 0-6 15,0 0-72-15,0 0 11 16,0 0-6-16,0 0-6 15,0 0 37-15,0 0-23 16,0 0-2-16,0 0-8 16,0-3-13-16,0 3-1 15,0-2 0-15,0-2 0 16,0 1 26-16,0-4 25 0,0 1 1 16,0-2 16-1,0 3-1-15,0-2 5 0,0 3-27 16,0 0 40-16,0 2 61 15,0-1-31-15,0 3-8 16,0 0-45-16,0 0-12 16,0 0-7-16,0 0-32 15,0 0 3-15,0 0-6 16,0 0-1-16,0 0 11 16,0 0-17-16,0 0 0 15,0 0 14-15,0 0-15 16,-4 0-5-16,-5 0-3 15,-5 3 8-15,1 6-1 16,-3 0 1-16,3 3 0 16,2-1 0-16,2-2 0 0,0 3-8 15,0 2 8-15,2 2 14 16,0 5 3-16,1-1-9 16,-1 6 13-16,1 2 23 15,-1 2-38-15,2 4 9 16,1 2 3-16,2 0-5 15,0 2 8-15,2 0-15 16,0 5 12-16,0 0 15 16,0 6-23-16,10 0 23 15,2 2-11-15,1-1-5 16,-2-1 5-16,1-6-22 16,1-7 8-16,-2-4-1 0,4-5-7 15,4-3-1-15,0-5-65 16,22 0-98-16,-6-8-134 15,-1-4-304-15</inkml:trace>
  <inkml:trace contextRef="#ctx0" brushRef="#br0" timeOffset="194528.98">28606 13087 1373 0,'0'0'346'16,"0"0"-217"-16,0 0 63 0,0 0 26 16,0 0-94-16,0 0-54 15,0 0-69-15,47-105 5 16,-22 89 0-16,-4 1-4 16,0 8 17-16,-5 2 2 15,-3 5-11-15,-5 0 10 16,0 11-13-16,-4 13-7 15,-4 11 52-15,0 8 9 16,-14 3 0-16,-7 3 5 16,-4-5-32-16,-2-3 22 0,5-7-33 15,-1-3-6-15,4-7-7 16,3-8-9-16,5-4 5 16,4-4-6-16,5-7 0 15,2-1 5-15,0 0 1 16,0 0-5-16,0 0 18 15,0 0-18-15,2 0 14 16,13 0-14-16,8 2-1 16,8 1 23-16,7 1-22 15,-1 0 9-15,0 2-10 16,-2 1 0-16,-3 1-10 16,-3 1-108-16,2 3-129 15,-10-2-131-15,-2-3-445 0</inkml:trace>
  <inkml:trace contextRef="#ctx0" brushRef="#br0" timeOffset="195071.48">29301 13084 459 0,'0'0'1019'16,"0"0"-768"-16,0 0-171 15,0 0 74-15,0 0 34 16,0 0-30-16,0 0-96 0,-10-60-46 16,-19 60 9-16,-9 0-13 15,-7 8 25-15,-6 18 30 16,-2 6 5-16,1 6 48 15,8 0-60-15,7-1-8 16,16-8-13-16,9-3-33 16,12-4 7-16,0-4-12 15,10-4-1-15,17-1 15 16,8-9-15-16,7-4-16 16,3 0-14-16,1-10-37 15,0-14-58-15,-5-8-73 0,-5-2 1 16,-9-1-19-1,-9 5 74-15,-9 11 142 0,-7 4 66 16,-2 9 106-16,0 4 10 16,0 2-98-16,0 0-21 15,0 4-10-15,0 15-16 16,0 7 72-16,2 6-45 16,0-1-43-16,5 3 1 15,4-2-22-15,0-1-43 16,5-4-89-16,4-4-59 15,9-7-74-15,-2-6-258 16,-3-10-694-16</inkml:trace>
  <inkml:trace contextRef="#ctx0" brushRef="#br0" timeOffset="195326.65">29685 12697 2018 0,'0'0'360'0,"0"0"-274"16,0 0 9-16,121 38 2 16,-90 11 6-16,-6 13-39 15,-15 14-15-15,-10 10-31 16,-15 20-12-16,-23-12-6 0,-13 3-79 15,-38 16-149-15,17-34-129 16,5-10-613-16</inkml:trace>
  <inkml:trace contextRef="#ctx0" brushRef="#br0" timeOffset="197053.05">29891 14350 937 0,'0'0'395'0,"0"0"-196"16,0 0-6-16,0 0 72 15,0 0-33-15,0 0-23 16,0 0-8-16,-3 0-36 15,3 0-24-15,0 0-29 16,0 0 0-16,5 0-49 16,6 0-33-16,13 0-1 15,14 0-29-15,13 0 0 16,8 0 0-16,3 0-32 16,-2 0 4-16,-6 0-55 15,-8 0-21-15,-10 0-9 16,-22 9-203-16,-12 6-237 0,-2-1-181 15</inkml:trace>
  <inkml:trace contextRef="#ctx0" brushRef="#br0" timeOffset="197189.51">29866 14555 1685 0,'0'0'387'16,"0"0"-289"-16,0 0 72 15,0 0 57-15,0 0-119 16,151 41-108-16,-71-33-9 15,-14-5-192-15,-12-3-408 0</inkml:trace>
  <inkml:trace contextRef="#ctx0" brushRef="#br0" timeOffset="200821.71">30853 14506 1538 0,'0'0'509'0,"0"0"-430"15,0 0-29-15,0 0 111 16,0 0-33-16,0 0-91 16,0 0-24-16,161-26 7 15,-105 4-20-15,-3-6-63 16,-2-7 17-16,-7-1-43 16,-7-2 14-16,-13-2-15 15,-10 0 6-15,-12-1 84 16,-2 4 3-16,-2 5 41 15,-19 6 27-15,-4 8-3 16,-6 10-9-16,-2 8-28 0,-7 5 0 16,0 30 27-1,2 9 21-15,4 14 11 16,10 5-14-16,13 0-20 0,11 3-3 16,11-8-21-16,32-5-20 15,17-7 24-15,15-12-36 16,12-12-24-16,2-10-32 15,21-12-120-15,-23-10-143 16,-18-11-562-16</inkml:trace>
  <inkml:trace contextRef="#ctx0" brushRef="#br0" timeOffset="201573.59">31556 13496 1410 0,'0'0'316'0,"0"0"-192"16,0 0 68-16,0 0 38 16,0 0-67-16,0 0-79 15,0 0-8-15,-37-5-16 0,37-3-14 16,8-2-7-16,13-6-39 15,8-2-23-15,7 4 16 16,3 4 7-16,-8 10 6 16,-6 0-6-16,-15 15-23 15,-10 20 23-15,-8 8 28 16,-31 4 22-16,-17 5-10 16,-11 0-3-16,-6-6-14 15,-1-4-23-15,8-10 1 16,12-6 6-16,14-13-7 0,17-6-1 15,15-4-22 1,8-3 13-16,12 0-2 0,21-12-38 16,15-6-91-1,6 2 113-15,2 4 19 16,0 8 9-16,-10 4 0 0,-3 0 8 16,-5 6 8-16,-5 10-16 15,-2 1-6-15,3-2-37 16,-1 2-105-16,2-8-29 15,21-7-76-15,-8-2-92 16,-6 0-178-16</inkml:trace>
  <inkml:trace contextRef="#ctx0" brushRef="#br0" timeOffset="201917.73">32180 13609 927 0,'0'0'620'0,"0"0"-382"15,0 0-27-15,0 0-31 16,0 0-73-16,-125-50-44 15,71 69 56-15,0 12 0 16,8 7-22-16,8 2-8 16,12 1-35-16,14-3-23 15,12-8-22-15,0-1-9 16,14-12 2-16,17-5-13 16,9-8 8-16,7-4-43 15,-1-2-99-15,-1-24-42 16,-7-6 10-16,-9 0-85 15,-9-2-3-15,-9 10 265 16,-4 12 180-16,-7 12 92 0,0 0-142 16,0 18 13-1,0 12 56-15,2 5-78 0,4 2-67 16,8-2 7-16,4-3-60 16,6-6-2-16,7-5-41 15,21-7-115-15,-10-5-306 16,1-7-538-16</inkml:trace>
  <inkml:trace contextRef="#ctx0" brushRef="#br0" timeOffset="204057.54">26270 6407 1252 0,'0'0'378'0,"0"0"-225"15,0 0-52-15,0 0-15 16,0 0 6-16,0 0 10 16,0 0 60-16,0-16-89 15,0 14 27-15,0-3 2 16,0 3-17-16,0 1-27 15,-7 1-58-15,-12 0 11 16,-16 5-22-16,-13 23 22 16,-8 17-8-16,-4 16 13 15,4 9 6-15,12 15 25 16,13 1-28-16,17 5-11 0,14-5 18 16,12-4-26-16,30-10-11 15,16-10-19-15,8-13-89 16,28-19-90-16,-18-14-183 15,-13-15-364-15</inkml:trace>
  <inkml:trace contextRef="#ctx0" brushRef="#br0" timeOffset="204327.99">26321 7074 1989 0,'0'0'558'0,"0"0"-472"15,0 0-38-15,0 0 27 16,0 0-74-16,116-84 0 15,-74 47-1-15,-1-7-21 16,-8-4-14-16,-6 1-33 16,-7-1-42-16,-6 6 52 15,-10 9 24-15,-2 15 34 16,-2 15 74-16,0 3-74 16,0 25 0-16,-6 22 38 15,1 11 30-15,5 10-9 16,0 0-59-16,3-5-59 15,14-12-89-15,16-17-55 16,-4-14-85-16,-2-18-347 0</inkml:trace>
  <inkml:trace contextRef="#ctx0" brushRef="#br0" timeOffset="204506.7">27158 6459 1676 0,'0'0'768'15,"0"0"-642"-15,64 152 8 16,-55-55-54-16,-9 27-41 16,-29 20 9-16,-15-12-47 15,-6-25-1-15,1-27-26 16,-31 2-152-16,8-10-177 16,3-10-659-16</inkml:trace>
  <inkml:trace contextRef="#ctx0" brushRef="#br0" timeOffset="205905.15">1744 16258 1189 0,'0'0'1141'16,"0"0"-939"-16,0 0-141 0,0 0 49 16,0 0-68-1,0 0-33-15,77-156 23 16,-33 94-32-16,3-2 6 0,-3 1-15 16,-3 7 7-16,-12 15 2 15,-12 6 24-15,-7 15-24 16,-8 12 1-16,-2 4 10 15,0 4-11-15,0 0 0 16,0 18-30-16,0 12 30 16,0 10 13-16,-4 14-13 15,-2 0 0-15,6 1-1 16,0-7-30-16,0-9-87 16,0-14-74-16,12-13-73 0,3-12-88 15,-3 0-274-15</inkml:trace>
  <inkml:trace contextRef="#ctx0" brushRef="#br0" timeOffset="206101.71">2331 15703 1928 0,'0'0'253'0,"0"0"-203"16,0 0-30-16,74 136 56 15,-70-78-3-15,-4 0 39 16,0-1-24-16,-20-7-55 15,-2-6-15-15,-5-5-18 0,-2-10-68 16,-2-9-53-16,-15-20-113 16,5 0-93-16,3-20-462 0</inkml:trace>
  <inkml:trace contextRef="#ctx0" brushRef="#br0" timeOffset="206260.1">1578 15770 1482 0,'0'0'777'0,"0"0"-697"16,-65 153-22-16,51-68-27 16,10-1 0-16,4-4-29 15,16-2 21-15,22-12-23 16,53-4-101-16,-8-25-70 16,2-16-183-16</inkml:trace>
  <inkml:trace contextRef="#ctx0" brushRef="#br0" timeOffset="206625.67">3138 15901 2268 0,'0'0'383'0,"0"0"-280"15,0 0-74-15,0 0 34 16,0 0-28-16,0 0 21 15,0 0 12-15,145 0-53 16,-78 8 1-16,2-4-16 16,2 3-7-16,-6-4 6 15,-7 1-55-15,4 5-41 16,-14-5-203-16,-19 1-378 0</inkml:trace>
  <inkml:trace contextRef="#ctx0" brushRef="#br0" timeOffset="206869.69">3171 16106 1101 0,'0'0'948'16,"0"0"-716"-16,0 0-35 15,0 0 55-15,0 0-115 16,0 0-49-16,0 0-41 15,79 0-29-15,-30 0 3 16,9-4-21-16,7 0-9 0,1 2-2 16,1-2-79-1,18-1-90-15,-16-2-167 0,-13 2-428 0</inkml:trace>
  <inkml:trace contextRef="#ctx0" brushRef="#br0" timeOffset="207114.55">3989 15802 1498 0,'0'0'752'15,"0"0"-652"-15,0 0-91 16,0 0 22-16,0 0-31 16,0 0 43-16,0 0 34 15,108 81-2-15,-108-32-10 16,-7 5-24-16,-22 4-15 0,-6 0 15 15,-6-4-40-15,-1-2-1 16,2-8-22-16,-1-6-136 16,-1-8-43-16,-22-11-100 15,8-10-53-15,2-9-538 0</inkml:trace>
  <inkml:trace contextRef="#ctx0" brushRef="#br0" timeOffset="207295.23">3109 15767 2349 0,'0'0'376'0,"0"0"-364"15,-94 124-5-15,61-60-7 16,10 3 1-16,15-2 9 16,8 0-10-16,8-5-19 0,31-2-99 15,36-3-89-15,-5-15-182 16,-5-17-817-16</inkml:trace>
  <inkml:trace contextRef="#ctx0" brushRef="#br0" timeOffset="211017.65">5098 16307 1547 0,'0'0'297'16,"0"0"-209"-16,0 0-32 15,0 0 90-15,0 0 42 16,0 0-20-16,0 0-42 15,0 4-38-15,0-4-28 16,0 0 13-16,4 0-2 0,7 0-48 16,7-9 1-16,7-5-14 15,4-2-10-15,6-6 13 16,3-2-12-16,5 2-2 16,1-8 1-16,3 1-6 15,-3 4-1-15,-4-3-25 16,-7 2-6-16,-6 0 37 15,-8 8-38-15,-9-4 14 16,-4 8-11-16,-6-4-6 16,0 0 41-16,-10 4-9 15,-9-4-7-15,-6 6 5 16,-4 1 2-16,0 3 10 16,-4 8-2-16,-3 0 7 0,-5 10-5 15,4 20 7-15,1 6 7 16,5 4 31-16,6 5-23 15,12-1 15-15,8-3-8 16,5-2-11-16,12-7 14 16,19-6-23-16,15-6 0 15,10-8-9-15,11-8-4 16,5-4-25-16,28-4-56 16,-20-18-156-16,-13 5-352 0</inkml:trace>
  <inkml:trace contextRef="#ctx0" brushRef="#br0" timeOffset="211950.8">5914 15284 945 0,'0'0'739'0,"0"0"-539"15,0 0 27-15,0 0-35 0,0 0 1 16,0 0-28-16,0 0-57 16,-21-22-44-16,6 22-42 15,-5 4-4-15,-5 20 6 16,-2 11-14-16,2 14 20 16,4 1-6-16,3 6-7 15,9-6 26-15,5-1-35 16,4-13-1-16,0-6-1 15,13-6-6-15,9-6 0 16,3-5-5-16,2-10-25 0,-4-3 30 16,0 0-36-1,-9-3 17-15,-8-20-4 0,-6-3-71 16,0-6 2-16,-2 1 63 16,-18 5 29-16,-3 7 0 15,-4 6 0-15,-6 9-50 16,-2 4-86-16,1 4-3 15,-3 28-123-15,8-1-284 16,10-5-640-16</inkml:trace>
  <inkml:trace contextRef="#ctx0" brushRef="#br0" timeOffset="212506.69">6308 15995 1189 0,'0'0'963'0,"0"0"-652"15,0 0-159-15,0 0 6 0,0 0-14 16,0 0-93-16,0 0-13 15,34 3-34 1,1 2 4-16,10 0-6 0,4-1-2 16,2 6-12-16,-7-3 11 15,-5 4-95-15,-22 11-92 16,-13 0-316 0,-4-4-452-16</inkml:trace>
  <inkml:trace contextRef="#ctx0" brushRef="#br0" timeOffset="212652.51">6183 16284 2203 0,'0'0'366'15,"0"0"-293"-15,130-8 13 16,-64-6-57-16,5 2-14 0,1 2-15 16,17 0-69-1,-22 6-252-15,-13 1-351 0</inkml:trace>
  <inkml:trace contextRef="#ctx0" brushRef="#br0" timeOffset="213389.8">7625 16214 1470 0,'0'0'499'16,"0"0"-349"-16,0 0 25 16,0 0 46-16,0 0-30 15,0 0-61-15,0 0-82 16,77-2-26-16,-25-10 5 0,8-11-18 15,4-4-18 1,-5-3 7-16,-5-3-14 0,-7-2 7 16,-14 5-60-16,-10-2-34 15,-17-1-53-15,-6 8 47 16,-14 2 44 0,-25 5 13-16,-15 14 51 0,-11 4 1 15,-3 4 40-15,3 28 43 16,9 2 34-16,14 12-32 15,20-1-7-15,15-1-34 16,7-3-11-16,29-2 30 16,24-7-48-16,19-6 3 15,12-7-18-15,7-10-30 16,4-9-22-16,20-9-130 16,-24-10-159-16,-17-7-348 0</inkml:trace>
  <inkml:trace contextRef="#ctx0" brushRef="#br0" timeOffset="213984.63">8339 15402 1773 0,'0'0'572'0,"0"0"-490"15,0 0-26-15,0 0 41 16,0 0-44-16,0 0 13 16,0 0-32-16,-31-19-19 15,46 5-15-15,12 2-27 16,6-3 9-16,3 3 10 16,-3 10 8-16,-10 2 0 15,-10 6-7-15,-13 22 7 0,0 12 10 16,-33 16-3-16,-18 6 8 15,-16 5-3-15,-9-3-3 16,0-12 6-16,4-6-15 16,14-20 0-16,18-4-16 15,16-15 11-15,19-4 5 16,5-3-9-16,21 0 6 16,23-10 2-16,18-10-7 15,10 1 8-15,4 5-3 16,-2 1 3-16,-10 9 0 15,-11-2 2-15,-8 6-2 16,-9 0 0-16,-5 0-27 16,-4 0-122-16,12 0-1 15,-7 0-181-15,-1 0-335 0</inkml:trace>
  <inkml:trace contextRef="#ctx0" brushRef="#br0" timeOffset="214291.34">8885 15476 1510 0,'0'0'474'0,"0"0"-310"16,0 0 27-16,-161 85 6 15,117-45-46-15,8 0-43 16,12-4-45-16,11-8-11 16,10-6-44-16,3-11-1 15,3 0 5-15,23-11-12 0,7 0 0 16,10-8-46-1,-1-21-138-15,1-6-152 0,-8-5-231 16,-6-1 57-16,-6 10 294 16,-8 11 216-16,-9 13 467 15,-1 7-145-15,-5 5-132 16,0 27 40-16,0 8-56 16,0 8-88-16,0 6-62 15,3 13-24-15,3-12-164 16,5-15-369-16</inkml:trace>
  <inkml:trace contextRef="#ctx0" brushRef="#br0" timeOffset="214652.62">9944 16026 1008 0,'0'0'1231'0,"0"0"-924"15,0 0-211-15,0 0 27 16,0 0-43-16,0 0-7 16,0 0-13-16,167 0-45 15,-103 0 10-15,3 0-25 16,-5 0-2-16,-4 0-50 16,-6 3-68-16,-16 2-208 15,-14-3-387-15</inkml:trace>
  <inkml:trace contextRef="#ctx0" brushRef="#br0" timeOffset="-214595.13">9917 16240 1600 0,'0'0'634'0,"0"0"-411"15,0 0-46-15,0 0-68 16,0 0-40-16,0 0-38 16,140-14-15-16,-80 2-16 15,8 6-1-15,1-8-7 16,2 6-44-16,-7-1-126 16,10 0-99-16,-21 1-299 15,-12-2-796-15</inkml:trace>
  <inkml:trace contextRef="#ctx0" brushRef="#br0" timeOffset="-214347.7">10711 15986 1400 0,'0'0'260'0,"0"0"-247"0,0 0 0 15,0 0 17-15,0 0-9 16,0 0 88-16,0 0 12 15,98 134-29-15,-105-94 10 16,-22 4 7-16,-6-4-17 16,-6-3-33-16,-3-6-48 15,-4-4-11-15,2-5-12 16,1-8-85-16,-1-11-83 0,-21-6-88 16,13-16-305-1,5-8-529-15</inkml:trace>
  <inkml:trace contextRef="#ctx0" brushRef="#br0" timeOffset="-214189.42">9990 15895 1670 0,'0'0'593'0,"0"0"-490"15,-122 59-101-15,68-10 38 16,6 14 77-16,7 4-27 16,17 4-20-16,15 1-59 15,9-2-11-15,16-5-53 16,48 1-103-16,-4-23-145 15,1-9-495-15</inkml:trace>
  <inkml:trace contextRef="#ctx0" brushRef="#br0" timeOffset="-212390.63">12409 16008 1476 0,'0'0'538'0,"0"0"-372"16,0 0 89-1,0 0-7-15,0 0-91 0,0 0-29 16,0 0-46-16,0-10-56 15,0 2 20-15,0-11-46 16,0-7-30-16,5-6-26 16,10-7 18-16,7 1-14 15,-1 9 4-15,-1 6 26 16,-7 18 11-16,-6 5 2 16,-7 23-9-16,0 23 9 15,-34 19 9-15,-15 12 34 16,-20 8-23-16,-11-4-10 15,-2-7 9-15,5-16-9 0,13-17-2 16,10-19 1-16,14-12-29 16,9-10 17-16,16-10-21 15,12-21-19-15,3-8-25 16,25-2-74-16,18 1 119 16,7 14 32-16,8 12 2 15,2 8 52-15,5 6-15 16,0 0-2-16,2 11-15 15,0 1-22-15,-1-3 0 16,1-9-102-16,3 0-34 16,-1 0-68-16,0-21-72 15,-7-8-83-15,-6-1 41 16,-11-6 159-16,-17 0 121 0,-14 5 38 16,-14 9 100-16,-7 12 197 15,-26 10-111-15,-10 9 24 16,-1 23 59-16,-1 8-88 15,7 0 9-15,11 1-78 16,12-9-51-16,10-11 1 16,5-3-47-16,3-10-7 15,19-2-8-15,7-6-15 16,4 0-37-16,0-22-124 16,-4-2-19-16,-2-6 6 15,-6 1 30-15,-11 10 159 16,0 9 31-16,-6 10 156 0,-1 0-81 15,-1 12-91-15,4 20 29 16,3 5 27-16,5 6-71 16,19 3-16-16,-4-10-166 15,2-15-421-15</inkml:trace>
  <inkml:trace contextRef="#ctx0" brushRef="#br0" timeOffset="-212173.11">13512 16048 2016 0,'0'0'624'16,"0"0"-497"-16,0 0-89 15,0 0 13-15,0 0-25 0,0 0-9 16,143-4-17-16,-103 4-4 15,-4 0-141-15,-9 12-147 16,-16 2-326-16</inkml:trace>
  <inkml:trace contextRef="#ctx0" brushRef="#br0" timeOffset="-212046.07">13415 16262 1000 0,'0'0'923'0,"0"0"-664"16,0 0-165-16,0 0-23 15,129 10-71-15,-40-10-90 16,-11-10-214-16,-7-8-774 0</inkml:trace>
  <inkml:trace contextRef="#ctx0" brushRef="#br0" timeOffset="-211548.03">14846 15797 1371 0,'0'0'847'16,"0"0"-686"-16,0 0-112 15,0 0 103-15,-141 51-14 16,101 0-24-16,5 13-50 15,5 7-13-15,12-3-3 0,14-5-33 16,4-10-2 0,14-9 7-16,19-11-10 0,13-8-10 15,8-13-2-15,2-10-24 16,-6-2-25-16,-15-4-36 16,-16-15 11-16,-16-8-9 15,-3 1 28-15,-28 0 47 16,-18 8 1-16,-9 12-20 15,-28 6-95-15,12 18-192 16,11 0-538-16</inkml:trace>
  <inkml:trace contextRef="#ctx0" brushRef="#br0" timeOffset="-209736.43">15994 16226 1478 0,'0'0'684'0,"0"0"-473"16,0 0 12-16,0 0-56 15,0 0-53-15,0 0-62 16,0 0-39-16,151 0-2 16,-90 0-11-16,-1 0-2 15,2 0-4-15,-4 0-12 0,9 0-110 16,-16 0-234-16,-15 0-606 16</inkml:trace>
  <inkml:trace contextRef="#ctx0" brushRef="#br0" timeOffset="-209496.86">15951 16383 1918 0,'0'0'647'16,"0"0"-527"-16,0 0-49 15,0 0 25-15,0 0-16 16,159-58-39-16,-95 53-41 0,5-3 0 16,0 7 0-16,-1 1-43 15,5 0-86-15,-17 0-241 16,-14 5-440-16</inkml:trace>
  <inkml:trace contextRef="#ctx0" brushRef="#br0" timeOffset="-209288.04">16827 16092 1420 0,'0'0'498'16,"0"0"-435"-16,0 0-15 16,0 0 30-16,0 0 24 0,0 0 0 15,0 99-5-15,-35-58-18 16,-7-1-51-16,-6-1-28 15,-5-11-9-15,-27 2-102 16,11-12-148-16,4-13-272 0</inkml:trace>
  <inkml:trace contextRef="#ctx0" brushRef="#br0" timeOffset="-209113.39">15639 16044 1788 0,'0'0'492'0,"0"0"-439"16,-104 138-7-16,65-70 31 16,11 11 5-16,14-4-16 0,14 6-65 15,4-9-1-15,81 4-119 16,-2-23-125-16,6-18-422 0</inkml:trace>
  <inkml:trace contextRef="#ctx0" brushRef="#br0" timeOffset="-208757.37">18459 16092 1737 0,'0'0'828'0,"0"0"-673"15,0 0-155-15,0 0-14 16,-131-44 14-16,61 62 22 16,-1 22 2-16,2 8 33 15,11 6-17-15,13 0-7 16,17 0-9-16,16-5-15 15,12-5-9-15,0-8 0 16,25-8-45-16,13-16 20 16,7-12-81-16,5 0-112 0,16-52-118 15,-13 2-260 1,-13-3-194-16</inkml:trace>
  <inkml:trace contextRef="#ctx0" brushRef="#br0" timeOffset="-208636.39">18388 16172 1023 0,'0'0'981'0,"0"0"-475"16,0 0-348-16,0 0-76 15,0 0-62-15,0 0 8 16,0 0 9-16,36 109-28 16,-18-70-9-16,13 10-107 15,-3-9-117-15,4-18-309 0</inkml:trace>
  <inkml:trace contextRef="#ctx0" brushRef="#br0" timeOffset="-208430.06">19012 16230 2239 0,'0'0'562'16,"0"0"-476"-16,0 0-60 16,0 0 3-16,0 0-23 15,128-22-6-15,-84 22-42 16,3 0-36-16,-3 0-212 15,-11 3-98-15,-14 4-688 0</inkml:trace>
  <inkml:trace contextRef="#ctx0" brushRef="#br0" timeOffset="-208291.42">18804 16436 1320 0,'0'0'784'15,"0"0"-588"-15,0 0-18 16,0 0 19-16,164 9-116 15,-82-9-81-15,52-12-132 16,-18-2-165-16,-12-8-452 0</inkml:trace>
  <inkml:trace contextRef="#ctx0" brushRef="#br0" timeOffset="-207764.44">20056 16029 1498 0,'0'0'524'0,"0"0"-373"0,0 0 60 15,0 0 8 1,0 0-70-16,0 0-57 16,0 0-51-16,2-66-34 15,25 53 5-15,-2 0-6 16,2 8-3-16,-2 5-3 0,-7 0 0 15,-7 4 11-15,-11 17-10 16,0 12-1-16,-19 6 28 16,-22 7 4-16,-11-5 22 15,0-1-23-15,4-5-21 16,17-12 7-16,14-2-17 16,17-4-17-16,2 3-10 15,36 6-8-15,13-4 26 0,12 4-14 16,1-3-22-1,-13-5 39-15,-13-1-10 0,-25 2 5 16,-13 3-59-16,-44 6-54 16,-68 7 14-16,8-3-383 15,-1-15-1070-15</inkml:trace>
  <inkml:trace contextRef="#ctx0" brushRef="#br0" timeOffset="-205805.43">2051 17249 1536 0,'0'0'482'0,"0"0"-415"16,0 0-67-16,0 0 5 15,0 0-5-15,0 0 51 16,117-102 14-16,-86 97-32 16,0 5-11-16,4 12 25 15,-2 17 49-15,3 11 14 16,1 12 6-16,1 9-44 0,0 4-18 15,-2 1-33-15,-3-7-11 16,3-10 3-16,-1-8-13 16,8-19 0-16,8-8 0 15,5-14-9-15,4-7-57 16,4-22-111-16,1-15-22 16,0-11-87-16,2-7-45 15,2-6 37-15,0 6 132 16,-3 12 162-16,-5 12 162 15,-16 18 5-15,-10 8-8 16,-12 12-8-16,-10 0-36 16,-6 14 24-16,-7 8-2 15,0 4 3-15,-16 9-8 0,-15 6-40 16,-9 3-31-16,-7 2-23 16,-7-1-38-16,6-1-6 15,3-12-36-15,11-6-100 16,15-8-26-16,19-18-64 15,0-11-25-15,21-15 63 0</inkml:trace>
  <inkml:trace contextRef="#ctx0" brushRef="#br0" timeOffset="-205371.22">3299 17441 684 0,'0'0'957'0,"0"0"-586"16,0 0-158-16,0 0-108 16,0 0-76-16,0 0 88 0,0 0-55 15,-2 95-35 1,2-87-21-16,11-4-6 15,20-4-14-15,16-8 13 0,6-19-81 16,7-8-9-16,-4-10 11 16,-9 3-34-16,-14 8 48 15,-13 6 66-15,-13 15 75 16,-7 8 107-16,0 5-82 16,0 0-51-16,-9 22 4 15,0 2 28-15,5 2-2 16,4-3-39-16,0-6-34 15,11-7 6-15,13-6-12 16,10-4-8-16,5-4-26 16,4-16-46-16,-3-10-45 15,-6-2-8-15,-8 2-74 0,-7 2-13 16,-6 10 22-16,-7 10 198 16,-6 8 67-1,0 23-45-15,0 44 164 16,-2 40 13-16,-13 35-55 0,-1-4-37 15,5-21-42-15,2-37 2 16,9-30-55-16,-2 8-10 16,2-4-2-16,0-1-116 15,0-22-30-15,-14-14-133 16,-1-16-267-16,-5-1-366 0</inkml:trace>
  <inkml:trace contextRef="#ctx0" brushRef="#br0" timeOffset="-205212.1">3114 17040 2099 0,'0'0'673'15,"0"0"-568"-15,40-116-105 16,6 75-5-16,14 6-64 16,10 17 19-16,28 25-7 15,-17 30-275-15,-17 9-337 0</inkml:trace>
  <inkml:trace contextRef="#ctx0" brushRef="#br0" timeOffset="-205113.08">3546 17758 757 0,'0'0'1621'16,"0"0"-1621"-16,0 0-65 0,0 0-544 0</inkml:trace>
  <inkml:trace contextRef="#ctx0" brushRef="#br0" timeOffset="-204756.01">5452 17106 1600 0,'0'0'867'0,"0"0"-700"15,0 0-158-15,0 0-9 16,-114-27-17-16,54 44 17 16,-4 24 69-16,4 5 12 15,8 2-35-15,10 6-15 16,15-10 39-16,13-4-61 15,14-3 8-15,0-10-17 16,21-5-15-16,12-10-3 16,10-12-43-16,1 0-50 15,14-35-102-15,-10-6-163 0,-9-7-456 16</inkml:trace>
  <inkml:trace contextRef="#ctx0" brushRef="#br0" timeOffset="-204640.42">5380 17244 1166 0,'0'0'972'16,"0"0"-734"-16,0 0-76 15,0 107-56-15,-4-49-47 16,2 0-59-16,2-3-16 16,11-2-142-16,13-16-160 15,3-16-499-15</inkml:trace>
  <inkml:trace contextRef="#ctx0" brushRef="#br0" timeOffset="-204454.01">5724 17379 2049 0,'0'0'731'0,"0"0"-710"0,0 0-21 16,0 0-1-16,0 0 1 16,115-14-2-16,-72 11-11 15,8 3-172-15,-12 0-423 16,-15 0-1114-16</inkml:trace>
  <inkml:trace contextRef="#ctx0" brushRef="#br0" timeOffset="-204327.61">5719 17630 2020 0,'0'0'664'16,"0"0"-606"-16,0 0-58 0,120 30-47 15,-18-30-219 1,-15-15-227-16,-6-6-1321 0</inkml:trace>
  <inkml:trace contextRef="#ctx0" brushRef="#br0" timeOffset="-203720.5">6555 17169 1345 0,'0'0'321'0,"0"0"-231"15,0 0-76-15,0 0-3 16,0 0 35-16,0 0 58 16,0 0-16-16,-6-4-67 15,6 4-3-15,0 0 132 16,-2 0-46-16,2 0-53 0,-4-4-19 16,-2-1 36-1,2 0-12-15,0-4 2 16,1 0-22-16,3-5 9 15,0-2-10-15,0-3-6 0,0 1-20 16,7 4 1-16,7 0 23 16,-1 7-12-16,5 2-6 15,1 5 6-15,2 0-21 16,-3 0 0-16,-1 26 0 16,-8 6 6-16,-4 8 27 15,-5 9 16-15,0 1-10 16,-9-6 9-16,2 5-33 15,7-10 1-15,0-3-1 16,11-4-15-16,12 0 14 16,1-6-14-16,-3-4-9 0,-13 4 9 15,-8 6-31-15,-20 13 5 16,-31 9 4-16,-19 4-28 16,-32 19-92-1,15-19-345-15,16-14-442 0</inkml:trace>
  <inkml:trace contextRef="#ctx0" brushRef="#br0" timeOffset="-201597.02">8051 17038 1202 0,'0'0'294'0,"0"0"-137"15,-19 113 51-15,7-52-20 16,3 4-8-16,3 6-38 0,4-4-32 16,2 4-77-16,0-3-23 15,0-6-10-15,0-8-43 16,0-6-87-16,-19-4-174 16,-1-8-258-16,-7-14-265 0</inkml:trace>
  <inkml:trace contextRef="#ctx0" brushRef="#br0" timeOffset="-200994.2">7538 17628 895 0,'0'0'923'0,"0"0"-600"15,0 0-78-15,0 0-110 16,0 0-106-16,168-133-29 16,-43 93 31-16,-1 0-3 15,-10 8-26-15,-18 0 21 16,-23 2 3-16,6-6-16 0,-4-5-7 15,-15 6-3-15,-19-1 0 16,-16 5-1-16,-17 0-17 16,-8 9 0-16,-2-1 18 15,-23 14 1-15,-2 4 5 16,-4 5-6-16,-2 27 0 16,0 18 29-16,-1 22 27 15,7 9 20-15,5 5-1 16,9-6-32-16,3-4-14 15,8-17-24-15,2-15-4 16,0-7 7-16,10-13-8 16,7-7-6-16,10-10-6 0,8-2-1 15,8-10-20-15,4-16-58 16,-2-15-28-16,-6 2 4 16,-10 2 17-1,-8 11 52-15,-12 12 46 0,-7 14 0 16,-2 0 1-16,0 19 11 15,0 6 100-15,-7 3 11 16,5 2-76-16,2-7-14 16,0-5-20-16,4-4-12 15,17-6-2-15,2-8-3 16,6 0-34-16,3-12-54 16,1-13-107-16,-4-1-21 15,-4-6-72-15,-5 11 96 0,-9 3 196 16,-1 14 21-16,-8 4 49 15,-2 9 53-15,0 22 91 16,0 1-72-16,0 8-53 16,0-5-60-16,0-8-29 15,0-5-46-15,0-18-130 16,0-4-174-16,0 0-663 0</inkml:trace>
  <inkml:trace contextRef="#ctx0" brushRef="#br0" timeOffset="-200871.23">8786 17205 1739 0,'0'0'721'0,"0"0"-721"0,116-32-53 15,-18 28-129-15,-8 4-175 16,-10 0-315-16</inkml:trace>
  <inkml:trace contextRef="#ctx0" brushRef="#br0" timeOffset="-199747.08">9683 17642 2392 0,'0'0'351'0,"0"0"-351"16,0 0-192-16,133-48 122 16,-63 8-10-16,5-11 56 15,4-7 24-15,-6-4-15 0,-6 4-69 16,-11 0-52 0,-13 3-40-16,-20 12-23 0,-13 11 148 15,-10 15 51 1,0 12 91-16,-23 5-58 0,-1 27-8 15,-3 22 79-15,-4 35 90 16,-1 24 13-16,1 31-42 16,2-16-24-16,8-24-56 15,2-31-34-15,3-24-12 16,-1 4-38-16,-6-2-1 16,-3-2 8-16,1-11-2 15,-2-8 3-15,3-11-9 16,4-9-2-16,9-5 2 15,11-26-19-15,4-20-110 16,38-20-64-16,35-33-30 0,31-24 40 16,27-30-66-16,-8 18-69 15,-32 28 178-15,-32 32 140 16,-30 29 51-16,-6-2 129 16,-5 7 64-16,-7 5 125 15,-15 18-54-15,0 14-107 16,-15 4-133-16,-20 26-75 15,-8 20 9-15,-3 17 15 16,5 12 10-16,10 3 19 16,11 1-36-16,13 0-16 15,7-12 10-15,0-12-11 16,22-11-9-16,3-8-9 0,6-14-11 16,0-14-2-16,1-8-44 15,-3-3-55-15,-7-29-60 16,-2-35-155-16,-4-5-293 15,-8 1-223-15,-3 17 861 16,-3 42 311-16,1 6 306 16,-1 3-265-16,0-2-55 15,3 5-135-15,-1 0-70 16,2 12-31-16,-1 7 33 16,-3 8 13-16,-2 4-34 15,0 1-24-15,0 4 14 16,-11-7-46-16,2-4-7 15,3-7-8-15,3-6-2 16,3-4-11-16,0-8-19 16,7 0-22-16,15-5 12 0,5-21-11 15,4-9-158-15,-4-13-290 16,-9 2-18-16,-12 11 517 16,-6 17 106-16,0 18 200 15,-8 0-102-15,-8 27-22 16,1 4 3-16,5 3-83 15,6-5-5-15,4 0-27 16,0-6-46-16,4-5-18 16,12-8-6-16,4-6-39 15,2-4-61-15,5-23-100 16,-7-12-285-16,-7-5-890 0</inkml:trace>
  <inkml:trace contextRef="#ctx0" brushRef="#br0" timeOffset="-199588.3">11161 17124 2129 0,'0'0'582'16,"0"0"-519"-16,31 134-15 15,-28-59-35-15,-3 12 17 16,-23 1-5-16,-15 2-25 16,-7-6 0-16,-21 10-95 15,10-22-248-15,9-23-717 0</inkml:trace>
  <inkml:trace contextRef="#ctx0" brushRef="#br0" timeOffset="-198854.1">11841 17781 798 0,'0'0'1112'16,"0"0"-796"-16,0 0-227 16,0 0-58-16,0 0 18 15,0 0-6-15,124-81-6 16,-59 26-37-16,7-10 0 15,-3-12-21-15,-3-3-4 16,-10 0 19-16,-6 0-46 16,-17 0-24-16,-14 16-1 15,-9 11 77-15,-10 18 42 16,0 20 113-16,-2 15-94 0,-21 15-61 16,-6 24 15-1,-4 19 40-15,2 19 36 16,2 8 15-16,8-1-20 15,13-3-54-15,8-7-32 16,0-11 25-16,11-17-25 0,18-10 0 16,8-14 0-16,13-14-21 15,3-8-20-15,8-4-71 16,-3-28-71-16,13-42-50 16,-18 6-124-16,-8-4-267 0</inkml:trace>
  <inkml:trace contextRef="#ctx0" brushRef="#br0" timeOffset="-198658.18">12835 17031 1916 0,'0'0'650'16,"0"0"-522"-16,0 0-112 0,0 0-8 15,0 0 41-15,-72 123 6 16,48-60 21-16,4 5-43 16,2 4-4-1,5 3-24-15,4-8-5 0,5-5-8 16,4-11-44-16,0-7-21 15,0-9-63-15,4-12-107 16,5-19-110-16,-3-4-271 16,-6 0-275-16</inkml:trace>
  <inkml:trace contextRef="#ctx0" brushRef="#br0" timeOffset="-198124.75">12557 17449 1691 0,'0'0'596'0,"0"0"-426"16,0 0-118-16,0 0-41 15,0 0-10-15,151-106 13 0,-104 99 20 16,0 7-22-16,-5 0 67 16,-9 12 33-16,-10 9-57 15,-10 11-15-15,-8 8 8 16,-5 5-27-16,0 0 19 16,0-4-37-16,-3-7 3 15,1-10-12-15,2-9-12 16,0-4-15-16,14-11-16 15,10 0 4-15,7-6 12 16,9-28-125-16,-2-7-121 16,-5-3-60-16,-8 8 339 15,-11 12 20-15,-12 12 318 16,-2 12-149-16,0 5-98 0,-16 21-60 16,-4 6 57-16,4 0 18 15,4-2-75-15,6-4-4 16,6-8-26-16,0-4-1 15,27-6-9-15,14-6 1 16,12-2-19-16,11-19-31 16,4-12-66-16,-4-13-35 15,-8-6-13-15,-12-3-16 16,-15 4-43-16,-13 8 194 16,-16 15 37-16,0 20 333 15,-18 6-150-15,-15 18-10 16,0 18-36-16,-3 10-49 15,9 7-21-15,7-10-23 16,11 3-26-16,9-9 2 0,0 1-20 16,4-6-15-16,19-3-39 15,1 4-113-15,-6-8-141 16,-7-6-331-16</inkml:trace>
  <inkml:trace contextRef="#ctx0" brushRef="#br0" timeOffset="-198004.84">13127 17911 1587 0,'0'0'953'0,"0"0"-953"16,0 0-6-16,0 0-105 15,0 0-45-15,151-7-314 0,-85-19-1056 16</inkml:trace>
  <inkml:trace contextRef="#ctx0" brushRef="#br0" timeOffset="-197746.48">14696 17057 2067 0,'0'0'669'0,"0"0"-669"16,0 0-142-16,0 0 142 15,-71 112 100-15,42-54 4 16,2 8 1-16,3 6-59 0,6 4-26 15,7 0-19 1,4-1-1-16,7-11 0 0,0-2-39 16,4-14-52-16,13-7-66 15,0-19-177-15,-1-12-386 16,-8-10-734-16</inkml:trace>
  <inkml:trace contextRef="#ctx0" brushRef="#br0" timeOffset="-197231.27">14335 17652 316 0,'0'0'1846'16,"0"0"-1462"-16,0 0-340 16,0 0-44-16,129-104-1 15,-57 69-45-15,9 3 34 16,2 5-9-16,0-4-32 0,-10 9 17 16,-15 8 36-16,-21 6 121 15,-22 8-2-15,-15 12-69 16,-4 29 10-16,-30 13 54 15,-9 8-53-15,-1 2-34 16,7-11-27-16,10-14 0 16,13-11-1-16,14-11-12 15,0-12-25-15,27-5-8 16,16 0 12-16,12-18-151 16,8-14-107-16,-1-7-7 15,-9-2 48-15,-10 4 168 16,-16 16 83-16,-14 13 243 15,-11 8-98-15,-2 3-36 16,0 23 115-16,-4 6-37 16,-5 5-55-16,5-7-92 0,4-5-1 15,0-10-38-15,0-5 5 16,10-6-6-16,13-4-7 16,4 0-43-16,4-10-112 15,2-12-51-15,-1-4-7 16,-3 4 2-16,-8 4 160 15,-7 9 58-15,-10 9 212 16,-4 0-55-16,0 27-43 16,0 9 36-16,-8 8-65 15,-4 0-48-15,1-4-36 16,3-11-1-16,0-12-121 0,6-4-127 16,2-13-379-16</inkml:trace>
  <inkml:trace contextRef="#ctx0" brushRef="#br0" timeOffset="-197006.22">15319 17270 1672 0,'0'0'1143'0,"0"0"-1143"16,0 0-137-16,0 0-156 15,-43 157-71-15,3-76-166 16,-5-2 431-16,3 8 99 0,6-12 12 15,7-12 137 1,7-10 145-16,7-17-26 16,5-8-107-16,8-7-84 0,2-6-77 15,16-7-210-15,3-8-1633 16</inkml:trace>
  <inkml:trace contextRef="#ctx0" brushRef="#br0" timeOffset="-196212.11">16239 17437 1332 0,'0'0'766'0,"0"0"-576"15,0 0-109-15,0 0-9 16,49-121-28-16,-25 107 32 16,5 11-2-16,4 3-33 0,2 8-7 15,-7 24 2 1,-3 8 28-16,-12 8-16 15,-10 6-5-15,-3 5 12 16,-7-1-38-16,-13-11 2 0,-1-6-10 16,6-13-1-16,1-10-8 15,8-10-2-15,6-8-20 16,0 0 16-16,0 0-9 16,6-29 0-16,17-17-51 15,8-21-235-15,-2-9 41 16,-2 9 180-16,-12 21 80 15,-7 24 313-15,-8 18-130 16,-3 4-113-16,-17 23-59 16,-3 12 34-16,6 5 25 0,5 1-51 15,12-2-4-15,3-2-6 16,30-5-9-16,14-6-10 16,18-8-59-1,37-18-122-15,-13 0-274 0,-13-14-173 16</inkml:trace>
  <inkml:trace contextRef="#ctx0" brushRef="#br0" timeOffset="-196065.04">17030 17455 2067 0,'0'0'521'0,"0"0"-446"16,0 0-70-16,0 0-4 15,129 0 7-15,-81 0-8 0,12 0-114 16,-12 0-268-16,-11 0-562 15</inkml:trace>
  <inkml:trace contextRef="#ctx0" brushRef="#br0" timeOffset="-195932.4">17032 17580 1692 0,'0'0'643'16,"0"0"-547"-16,0 0-26 15,0 0 18-15,0 0-27 16,156 62-61-16,-46-62-85 15,-14 0-184-15,-9 0-520 0</inkml:trace>
  <inkml:trace contextRef="#ctx0" brushRef="#br0" timeOffset="-195641.06">18033 17369 1637 0,'0'0'645'15,"0"0"-534"-15,0 0 15 16,-124 125 23-16,99-79-48 16,12-2-13-16,11 0-3 15,2-4-52-15,15-4 5 16,20-8-28-16,13-11-9 16,12-8-1-16,2-9-12 15,-2-4-13-15,-8-18-40 16,-17-10-12-16,-15-8-122 15,-15-4 49-15,-5-2 94 16,0 2 35-16,-20 13 11 0,-5 14 9 16,-10 17-143-16,6 0-244 15,6 12-390-15</inkml:trace>
  <inkml:trace contextRef="#ctx0" brushRef="#br0" timeOffset="-195464.7">18740 17749 2675 0,'0'0'523'16,"0"0"-523"-16,0 0-75 0,0 0-38 15,0 0-201-15</inkml:trace>
  <inkml:trace contextRef="#ctx0" brushRef="#br0" timeOffset="-187691.06">18247 17441 825 0,'0'0'364'16,"0"0"-176"-16,0 0-80 16,0 0 30-16,0 0 12 15,0 0-52-15,0-9-13 16,0 9-32-16,0 0 8 16,0 0 13-16,0 0-5 15,0 0 9-15,0 0-26 16,0 0 2-16,0 0 39 15,0 0-35-15,0 0-6 0,0 0-15 16,0 0-25 0,0 0 4-16,0 0-15 0,0 0 13 15,0 0 32-15,-2 0-16 16,-7 0 13-16,-7 0 2 16,-5-5-45-16,-11 1 6 15,-6 4-6-15,-2 0-15 16,-14 0-40-16,13 4-206 15,7 1-416-15</inkml:trace>
  <inkml:trace contextRef="#ctx0" brushRef="#br0" timeOffset="-186511.36">18738 17665 1033 0,'0'0'361'0,"0"0"-229"16,0 0-80-16,0 0 44 15,0 0-13-15,0 0-52 16,0 0 3-16,-13-5 1 16,13 5 32-16,0 0 2 15,0 0-28-15,0 0-18 16,0 0-10-16,0 0-12 15,0 0 7-15,0 0-7 16,0 0 0-16,0 0 61 16,0 0 0-16,-3 0 3 0,-3 0-28 15,-4 0-5 1,0 5-17-16,-4 0-15 0,3 7 0 16,4-3-1-16,3 0 0 15,4 2 0-15,0 1 0 16,0-3 0-16,4 3-7 15,11-7-19-15,4 0-16 16,-1-5 15-16,-5 0-29 16,-2 0-26-16,-9-10-53 15,-2-2-65-15,0-2-456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5T07:26:35.84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2175 12270 1086 0,'0'0'219'0,"0"0"-124"16,0 0-9-16,0 0-7 15,0 0 34-15,0 0-97 16,0 0 2-16,0 0-6 15,0 0-11-15,0 0 86 16,0 0-8-16,0 0-38 0,0 0 73 16,0 0-71-16,0 0 13 15,0 0-53-15,0 2 22 16,0 2-33 0,0 4 8-16,0 4 0 0,0 0-4 15,0 2 4-15,0-4 0 16,0-2 0-16,0-4 0 15,7-2-32-15,-5-2 32 16,0 0 0-16,-2 0 3 16,0 0 3-16,0 0 66 15,0 0 43-15,-2-2-78 16,-4-2 88-16,-1 1-125 16,2 3-30-16,1 0-38 0,-1 0-322 15,3 0-910-15</inkml:trace>
  <inkml:trace contextRef="#ctx0" brushRef="#br0" timeOffset="2716.45">2806 12550 1373 0,'0'0'576'16,"0"0"-474"-16,0 0-83 15,0 0 27-15,0 0 20 16,0 0-20-16,0 0 78 0,89-136-124 16,-62 93 1-16,2-8-7 15,2-2 1-15,0-2 4 16,-2-3-67 0,-2 0 6-16,-5-3 39 0,-1 2-24 15,-8 4 14-15,-5 3 33 16,-3 9 9-16,-5 15 31 15,0 9-40-15,0 11 0 16,0 8 47-16,-9 0-47 16,-4 9-6-16,-1 23 5 15,-1 16 2-15,1 13 77 16,8 9-6-16,4 5-33 16,2-5 72-16,0-6-92 0,6-10 16 15,12-10-3 1,7-10-24-16,1-8 14 0,8-10-22 15,2-7-97-15,4-9 74 16,-1 0-139-16,2-12-13 16,-3-15-42-16,-5-3-44 15,-6-2 77-15,-7-3 68 16,-7 6 58-16,-4 7 58 16,-7 6 2-16,0 9 217 15,-2 7-49-15,0 3-125 16,3 22 61-16,0 9 51 15,1 3-30-15,0 3 3 16,3-4-93-16,-3-6 6 0,2-6-43 16,2-5-18-16,1-8-4 15,3-11-160-15,0 0-158 16,-3 0-389-16</inkml:trace>
  <inkml:trace contextRef="#ctx0" brushRef="#br0" timeOffset="2846.13">3503 12122 808 0,'0'0'1369'16,"0"0"-1239"-16,0 0-102 15,0 0-28-15,0 0-68 16,0 0-100-16,0 0-643 0</inkml:trace>
  <inkml:trace contextRef="#ctx0" brushRef="#br0" timeOffset="3166.36">3775 12513 1536 0,'0'0'1113'15,"0"0"-1113"-15,0 0-324 16,0 0 151-16,0 0-9 16,121-137 182-16,-114 93 27 15,-5 0-1-15,-2 3-26 16,0 3-123-16,-11 9 123 15,-9 4 28-15,2 13 57 16,0 10-79-16,3 2 27 16,1 17-15-16,7 14-8 0,5 6 41 15,2 3 85-15,0-1-40 16,14-5-4-16,5-7-92 16,4-5 18-1,-1-6-9-15,3-8-9 0,1-6-34 16,1-2-22-16,2-8-141 15,6-30-85-15,-8 2-198 16,-4 0-6-16</inkml:trace>
  <inkml:trace contextRef="#ctx0" brushRef="#br0" timeOffset="3302.29">4112 12240 854 0,'0'0'385'0,"0"0"-44"16,0 0-96-16,0 0 11 15,0 0-146-15,0 116-36 0,0-109-34 16,0-6-39-1,5-1-1-15,10 0-15 0,21-32-143 16,-1 2-97-16,0-5-470 0</inkml:trace>
  <inkml:trace contextRef="#ctx0" brushRef="#br0" timeOffset="3398.35">4393 12224 504 0,'0'0'404'0,"0"0"-199"15,0 0-102-15,-4 110-76 16,-21-72-27-16,1-10-73 15,-3-7-568-15</inkml:trace>
  <inkml:trace contextRef="#ctx0" brushRef="#br0" timeOffset="3577.67">3613 12093 1805 0,'0'0'499'16,"0"0"-285"-16,0 0-185 15,73-117-28-15,-26 94 19 16,7 7-20-16,2 16-12 16,13 7-122-16,-13 25-358 15,-14-5-305-15</inkml:trace>
  <inkml:trace contextRef="#ctx0" brushRef="#br0" timeOffset="4032.41">5040 11771 1850 0,'0'0'499'0,"0"0"-332"16,0 0-167-16,0 0 1 16,0 0-40-16,0 0 94 15,0 0-22-15,26 159 77 16,-8-88-86-16,0-1 45 16,0-8-69-16,-1-8 0 15,2-9-47-15,-6-7 47 16,3-8-119-16,-3-8-79 15,1-5-198-15,-8-14-352 0</inkml:trace>
  <inkml:trace contextRef="#ctx0" brushRef="#br0" timeOffset="4570.51">4944 12163 1558 0,'0'0'751'0,"0"0"-614"16,0 0-137-16,0 0 17 15,0 0-6-15,125-67-10 16,-74 53-1-16,4 7 52 16,-1 5-29-16,-7 2-20 0,-9 7 49 15,-7 13-35 1,-9 8 100-16,-6 4-68 0,-5 4-36 16,-4 0 43-16,-1-2-55 15,-1-7-1-15,1-6 0 16,4-9-70-16,3-6 54 15,3-6-108-15,5 0 5 16,4-20 52-16,2-10-185 16,-2-5 17-16,-9-3 37 15,-6 11 198-15,-5 8 18 16,-5 16 187-16,0 3-119 16,0 0-24-16,-2 13 43 15,-3 3 42-15,3 1-66 16,2-5-73-16,0-2 67 15,11-6-75-15,9-4-11 0,5 0-3 16,4-6-30-16,-3-14-26 16,1-6-41-16,-9-3 3 15,-5 1 65-15,-11 6-34 16,-2 6 49-16,0 11 28 16,-2 5 28-16,-11 0 16 15,4 17 63-15,2 9-8 16,5 6 85-16,2 2-144 15,0 1-6-15,14-1-26 16,3-2-8-16,6-4-54 16,-3 2-174-16,-5-7-152 15,-9-8-646-15</inkml:trace>
  <inkml:trace contextRef="#ctx0" brushRef="#br0" timeOffset="4684.01">5635 12610 2225 0,'0'0'383'0,"0"0"-383"16,0 0-220-16,0 0-257 16,0 0-574-16</inkml:trace>
  <inkml:trace contextRef="#ctx0" brushRef="#br0" timeOffset="4944.87">6371 11730 2133 0,'0'0'244'0,"0"0"-244"16,0 0 0-16,15 117 67 16,-10-60 48-16,1 3-13 15,5-2 60-15,0 0-145 16,1-2-4-16,1-5-13 15,-4-3-42-15,-4-7 27 16,-5-3-163-16,-5-1-62 16,-15-12-60-16,-7-6-343 0</inkml:trace>
  <inkml:trace contextRef="#ctx0" brushRef="#br0" timeOffset="5076.46">6163 12270 1204 0,'0'0'1042'0,"0"0"-714"16,0 0-194-16,0 0-58 15,83-127 33-15,-41 98-109 16,7 4-28-16,2 4-4 16,11 10-263-16,-15 5-351 15,-11 6-605-15</inkml:trace>
  <inkml:trace contextRef="#ctx0" brushRef="#br0" timeOffset="5913.83">6518 12342 831 0,'0'0'1136'0,"0"0"-997"16,0 0-139-16,0 0 26 0,0 0-18 16,0 0 60-1,0 0-17-15,102-70-36 0,-77 36-10 16,-3-4-5-16,-2 1-14 16,-9 2 4-16,-2 4 20 15,-7 7-8-15,-2 8 63 16,0 7 24-16,0 9 47 15,0 0-136-15,-4 9 0 16,-3 14 15-16,3 7 0 16,4 3 25-16,0 4-26 15,0 1 2-15,0 0 45 16,7-4-61-16,6-4 0 16,3-6 29-16,3-2-28 15,4-8 13-15,3-6-14 16,6-8-5-16,3 0-43 0,3-16-4 15,3-14-39-15,-4-7 19 16,-8-1-47-16,-6 3 97 16,-12 3-17-16,-5 9 39 15,-6 12 98-15,0 7 1 16,0 4-32-16,0 0-38 16,-6 15-15-16,-3 9 107 15,-1 3-89-15,4-1-31 16,6-1 75-16,0-8-65 15,0-5-11-15,0-6 0 16,0-2-11-16,4-4 2 16,12 0-56-16,7 0 3 0,8-16 47 15,5-4-128-15,-1 0 77 16,-2 5 47 0,-1 6 19-16,-8 9 71 15,1 0-49-15,-6 12-20 0,2 11 89 16,-5 4-85-16,-5 1 10 15,-3-5-16-15,-6 0 18 16,-2-5-42-16,0-6 3 16,0-2-71-16,-8-6 50 15,-10-1-118-15,-4-3-73 16,-1-3-25-16,3-15 2 16,9-11-78-16,7-8 91 15,4-7 38-15,4-4-453 0,19 2 658 16,4 5 744-1,-1 8-383-15,0 8 23 0,1 11-80 16,-4 9-228-16,-1 5-56 16,-4 0 44-16,-2 0-32 15,-3 15 74-15,-2 6-2 16,2 1-71-16,0 2 120 16,3 2-76-16,-1 2-68 15,2 0 15-15,-7 0-24 16,0 0-24-16,-8-1-85 15,-2-1-152-15,-4-6-68 16,-12-11-648-16</inkml:trace>
  <inkml:trace contextRef="#ctx0" brushRef="#br0" timeOffset="6096.63">6903 11985 1962 0,'0'0'805'16,"0"0"-680"-16,0 0-125 16,0 0 0-16,0 0-10 15,149-102 10-15,-86 100-64 16,-10 2-91-16,-10 0-529 0</inkml:trace>
  <inkml:trace contextRef="#ctx0" brushRef="#br0" timeOffset="6808.83">8713 11787 454 0,'0'0'1048'16,"0"0"-748"-16,0 0-145 15,0 0-41-15,0 0 13 16,0-108-59-16,0 100 49 15,0 5 3-15,-4 3-72 16,-3 0 76-16,-4 26-124 16,-7 34 0-16,-2 9 54 0,2 17-2 15,5 6 3 1,11-13-47-16,0 3 20 0,2-14 5 16,0-12-33-16,12-14 0 15,11-12-15-15,6-12-43 16,4-8-23-16,3-10-65 15,3-1-74-15,-2-26 18 16,3-38-139-16,-9 7-171 16,-8-1-10-16</inkml:trace>
  <inkml:trace contextRef="#ctx0" brushRef="#br0" timeOffset="7012.62">8961 12010 1054 0,'0'0'681'16,"0"0"-354"-16,0 0-36 15,0 0-86-15,0 0-132 16,0 0-16-16,0 0 31 15,-16 87-50-15,7-44 70 0,4 1-102 16,1-2-6-16,0-2 0 16,4-8 19-16,0-4-40 15,0-8 6-15,0-3-80 16,0-4 86-16,0-3-157 16,0 1 40-16,0-4-24 15,11 1-100-15,0 1-30 16,0-6-320-16</inkml:trace>
  <inkml:trace contextRef="#ctx0" brushRef="#br0" timeOffset="7575.51">9203 12003 955 0,'0'0'959'16,"0"0"-796"-16,0 0-137 15,0 0 29-15,0 0-21 16,-145 32 90-16,106 4 11 16,3 8-90-1,5 7 112-15,8-3-102 0,10-2-31 16,9-8 28-16,4-8-37 15,0-7-10-15,7-10-5 16,10-6 1-16,8-7-54 16,1 0 47-16,6-23-91 15,-3-11 27-15,-5-7-85 16,-3-2 31-16,-8 0 51 16,-5 7 23-16,-3 11 50 0,-3 9 142 15,-2 10 14-15,0 6-15 16,3 0-93-16,-1 8-19 15,2 16 4-15,3 10-21 16,-1 8 46-16,4 4-58 16,3 6-144-16,-2-11-133 15,0-12-410-15</inkml:trace>
  <inkml:trace contextRef="#ctx0" brushRef="#br0" timeOffset="7762.37">9438 12273 2078 0,'0'0'354'0,"0"0"-354"15,0 0 13-15,6 105 14 0,-6-65-26 16,-13 0 5-16,-5 1 59 16,-2-7-65-16,2-5-59 15,2-8-90-15,8-8-164 16,3-13-434-16</inkml:trace>
  <inkml:trace contextRef="#ctx0" brushRef="#br0" timeOffset="8175.9">9676 11601 1815 0,'0'0'246'0,"0"0"-233"15,0 0 34-15,0 0 46 16,7 117 165-16,-5-46-54 16,0 9-82-16,-2 2 2 15,2-6-88-15,-2-7-29 16,3-11 64-16,-1-11-62 16,0-6-9-16,0-11 0 15,3-9 10-15,-2-9-44 16,-1-9 34-16,2-3-14 15,7-3-17-15,5-22 31 16,9-8-53-16,4-8-26 16,-4 3 28-16,-2 10 29 0,-5 11 22 15,-3 11 0 1,-3 6 28-16,-3 6-17 0,-7 17 31 16,-2 8 1-1,0 6-25-15,-11 7 64 0,-14 0-82 16,-1-2-18-16,-1-1 3 15,4-10-92-15,4-3-113 16,5-10-277-16,7-9-528 0</inkml:trace>
  <inkml:trace contextRef="#ctx0" brushRef="#br0" timeOffset="8426.17">10207 11601 1498 0,'0'0'1088'16,"0"0"-1067"-16,0 0 18 15,118 113-33-15,-83-26-6 16,-14 27 37-16,-21 28-37 15,-13 5 0-15,-34-14-16 16,2-40-268-16,9-36-231 0</inkml:trace>
  <inkml:trace contextRef="#ctx0" brushRef="#br0" timeOffset="12920.04">11826 11684 584 0,'0'0'279'0,"0"0"-279"16,0 0-730-16</inkml:trace>
  <inkml:trace contextRef="#ctx0" brushRef="#br0" timeOffset="29369.24">10923 11543 348 0,'0'0'955'16,"0"0"-808"-16,0 0-85 15,0 0 85-15,0 0 2 16,0 0-52-16,0-23-6 15,0 21 32-15,0 1-78 16,0 1 20-16,0-3 9 16,0 3 36-16,0 0 0 15,0 0-36-15,0 0-29 16,0 0 25-16,0 0-69 0,0 0 11 16,0 0-12-16,0 6-16 15,4 17-23-15,4 16 15 16,6 21 24-16,2 16 72 15,0 15-56-15,-1 1 19 16,1-4-29-16,-1-8 2 16,-1-8-16-16,-1-9 3 15,1-7-20-15,-4-8-20 16,1-8-110-16,1-12-79 16,-3-18-121-16,-3-8-209 15,-4-2-167-15</inkml:trace>
  <inkml:trace contextRef="#ctx0" brushRef="#br0" timeOffset="29810.34">10842 12068 484 0,'0'0'1294'0,"0"0"-1056"16,0 0-84-16,0 0-36 16,0 0-102-16,0 0 9 15,83-118 15-15,-37 103-10 16,3 7 32-16,-1 8-30 15,-4 0 0-15,-7 16-15 16,-1 12 5-16,-9 6 17 16,-2 7-38-16,-7 0 0 15,-5 1 32-15,-2 1-33 16,0-9 6-16,0-5-6 16,1-6-8-16,3-8-12 0,1-6-71 15,3-9-19-15,4 0-26 16,2-16-55-1,-3-15-65-15,-2-8-132 0,-4-2 193 16,-8 5 195-16,-3 13 288 16,-5 9 73-16,0 10-99 15,0 4-140-15,0 4-60 16,-7 19-19-16,1 12 92 16,4 2-3-16,2 7-84 15,0-5-23-15,12-6-25 16,11-8-48-16,2-9-17 15,6-8-38-15,0-8-31 16,2 0-79-16,7-22-79 16,-9-8-217-16,-6 0 0 0</inkml:trace>
  <inkml:trace contextRef="#ctx0" brushRef="#br0" timeOffset="30133.53">11656 11801 1827 0,'0'0'205'16,"0"0"-205"-16,0 0 0 16,-27 114 34-16,16-64-34 15,5 12-8-15,0-11-115 16,4-15-498-16</inkml:trace>
  <inkml:trace contextRef="#ctx0" brushRef="#br0" timeOffset="30380.82">11921 11989 1086 0,'0'0'309'15,"0"0"-119"-15,0 0-44 16,-114-20-12-16,83 20 31 16,4 12 12-16,9 12-88 15,12 6-8-15,6 4 25 16,0 2-78-16,20-1-1 16,11-3-27-16,7-8-64 15,20-12-58-15,-11-6-166 16,-7-6-307-16</inkml:trace>
  <inkml:trace contextRef="#ctx0" brushRef="#br0" timeOffset="30542.2">12015 11468 1932 0,'0'0'186'16,"0"0"-186"-16,-69 126-8 15,30-17 7-15,10-14-99 16,10-14-289-16</inkml:trace>
  <inkml:trace contextRef="#ctx0" brushRef="#br0" timeOffset="31606.43">12652 12334 1056 0,'0'0'594'0,"0"0"-497"15,0 0-89-15,0 0 23 16,0 0 64-16,0 0 27 16,0 0 20-16,63-54-71 0,-46 28 4 15,3-2-8 1,3-7-37-16,2-6-30 0,6-8-12 15,2-11-92 1,3-8-51-16,-1-8-68 16,-6-5-86-16,-6-2 7 0,-12 4 59 15,-11 14 243-15,0 12 42 16,-3 17 252-16,-12 14 18 16,-3 12-120-16,0 10-163 15,1 0 12-15,-2 26-41 16,4 18 55-16,1 16 60 15,10 31 35-15,4-5-15 16,0 6-28-16,4-2-10 16,17-20-1-16,6 0-76 15,4-12-4-15,4-13-16 0,5-10-16 16,5-16-14 0,4-13-34-16,0-6-43 0,0-8-2 15,-4-18-108-15,-10-6-28 16,-8-4 25-16,-11 1 60 15,-12 5 103-15,-4 10 57 16,0 8 156-16,-8 10 60 16,-13 2-125-16,-1 12 33 15,-1 14-11-15,2 3-19 16,4-1-32-16,7-5-46 16,3-4-15-16,7-9-2 15,0-4-75-15,0-6-15 16,7 0 7-16,10 0 59 15,6-3-17-15,1-2-61 16,1 1 77-16,-2 4 24 0,-6 4 4 16,1 22 17-16,-7 8-18 15,0 4 5-15,-2-3-6 16,-2-8-153-16,-3-11-222 16,-4-13-704-16</inkml:trace>
  <inkml:trace contextRef="#ctx0" brushRef="#br0" timeOffset="31750.33">13286 11787 2112 0,'0'0'185'0,"0"0"-185"16,0 0-71-16,144-20-145 0,-91 20-319 15,-3 6-697-15</inkml:trace>
  <inkml:trace contextRef="#ctx0" brushRef="#br0" timeOffset="32538.27">14190 12351 1255 0,'0'0'337'0,"0"0"-231"16,0 0-21-16,0 0 57 15,0 0-40-15,0 0-14 16,0 0-45-16,116-87-43 16,-85 44-9-16,-4-6-26 15,-2-8-6-15,-5-1 39 0,-7-6-42 16,-4-4 6-16,-4-2-22 15,-5 0 4-15,0 3 36 16,0 11-1-16,-3 9 21 16,-6 14 49-16,1 13 1 15,1 10 23-15,3 10-31 16,1 3-30-16,0 28 10 16,1 21 12-16,2 18 104 15,0 13 9-15,0 5-45 16,8-2 22-16,7-12-91 15,1-13-20-15,3-14 14 16,0-10-27-16,0-12 0 16,1-8-2-16,5-8-29 0,0-4-8 15,4-5-17-15,2 0 5 16,-2-19 7-16,0-11-69 16,-7-1-36-16,-2-7 57 15,-7-2 35-15,-6-1 55 16,0 3-17-16,-5 6 19 15,-2 8 27-15,0 10 71 16,0 11 6-16,0 3-67 16,0 9-30-16,0 21 0 15,0 11 66-15,0 3 10 16,0 2 23-16,0-3-81 16,-2-2-4-16,2-9-21 0,0-6-21 15,0-8-49-15,0-6-77 16,0-5-123-16,0-7-50 15,0-19-183-15,0-6-746 0</inkml:trace>
  <inkml:trace contextRef="#ctx0" brushRef="#br0" timeOffset="33060.21">14756 12046 1560 0,'0'0'600'16,"0"0"-490"-16,0 0-61 15,0 0 29-15,0 0-42 16,0 0-23-16,0 0 66 15,135 25-60-15,-109-28-19 16,-2-14 0-16,-5 0-40 16,-7-6-9-16,-7 3-33 15,-5 0 1-15,0 4 45 0,-13 4-45 16,-5 10 31-16,5 2 28 16,2 9 22-16,3 17 17 15,6 11 49-15,2 5 15 16,0 3 38-16,16-5-64 15,2-7-12-15,2-6-33 16,0-11-3-16,0-6 10 16,2-10-17-16,1 0 0 15,4-5-12-15,0-18 3 16,2-5-61-16,-6-4-16 16,2-1 11-16,-4 8 19 0,-6 2 28 15,-4 12 28 1,-4 8 6-16,-1 3-5 0,-1 5 48 15,-3 18 19 1,2 3 14-16,-1-1 5 0,-1-6-73 16,3-6-13-16,3-5 7 15,3-8 3-15,7 0-22 16,5 0 6-16,2-16-29 16,4-1-9-16,-6 0-16 15,2 2 34-15,-7 7 24 16,-3 4-21-16,-3 4 21 15,-3 0-60-15,-7 15-22 16,-2 4 13-16,-4 3-62 16,-19-1-143-16,-2-10-267 0</inkml:trace>
  <inkml:trace contextRef="#ctx0" brushRef="#br0" timeOffset="33223.47">14885 11773 1822 0,'0'0'361'0,"0"0"-258"16,0 0-79-16,166-91-24 15,-104 85-45-15,19 10-104 16,-17 21-106-16,-6-1-344 0</inkml:trace>
  <inkml:trace contextRef="#ctx0" brushRef="#br0" timeOffset="33538.46">16054 11569 1625 0,'0'0'634'15,"0"0"-453"-15,0 0-141 16,0 0-31-16,0 0-9 16,0 0 0-16,0 0 49 15,-6 143 57-15,8-61-50 16,4 5-2-16,1-3-48 0,1-8 3 16,2-9-9-16,-4-12-1 15,3-9-10-15,-3-8-75 16,0-6-93-16,-6-18-83 15,0-5-280-15,0-9-269 0</inkml:trace>
  <inkml:trace contextRef="#ctx0" brushRef="#br0" timeOffset="34105.45">15813 12054 1930 0,'0'0'536'0,"0"0"-422"16,0 0-33-16,0 0-72 15,0 0 0-15,118-87-15 16,-66 71 6-16,3 8 0 16,1 8 4-16,-7 0 4 0,-9 7 5 15,-9 14 39-15,-10 7-25 16,-6 4 30-16,-3 5-30 16,-6 0-11-16,-2-4 5 15,1-5-21-15,-1-7 0 16,-2-8 0-16,3-7-10 15,2-4-29-15,4-2-45 16,5-7 23-16,5-18 25 16,4-13-116-16,0-7-98 15,-5-2 111-15,-5 6 139 0,-8 12 108 16,-2 15 160 0,-5 7-101-16,0 7-86 0,0 0-81 15,0 10 0-15,0 10 58 16,0 6 5-16,0 0-14 15,0-2-49-15,13-5 15 16,7-6-18-16,7-5 3 16,4-8-1-16,7 0-15 15,2-5-77-15,-5-16-25 16,-4-6-50-16,-8-2-13 16,-9-2 33-16,-10 5 17 15,-4 5 131-15,0 13 141 16,-4 8-7-16,-10 4-25 15,1 23 31-15,-1 5-45 16,10 7 10-16,4 4-39 0,0 2-20 16,8-2-46-16,17-3-14 15,4-8-72-15,0-6-69 16,-6-6-108-16,-10-4-301 16,-13-8-1099-16</inkml:trace>
  <inkml:trace contextRef="#ctx0" brushRef="#br0" timeOffset="34224.44">16565 12439 1490 0,'0'0'1034'16,"0"0"-860"-16,0 0-174 15,0 0-116-15,0 0-22 16,0 0-71-16,0 0-167 0</inkml:trace>
  <inkml:trace contextRef="#ctx0" brushRef="#br0" timeOffset="35855.53">17570 11694 221 0,'0'0'732'16,"0"0"-490"-16,0 0 30 16,-10-104 12-16,8 76 4 15,0 4-21-15,2 4 15 16,-2 8-60-16,2 3-108 16,0 6-66-16,0 3-27 15,0 0-20-15,0 0-2 16,0 23-30-16,0 15 25 0,0 22 5 15,9 15 1-15,2 6 0 16,0-1 0-16,3-8 0 16,-1-10 0-16,1-12-35 15,-1-7-62-15,1-9-67 16,-1-3-109-16,-5-6-116 16,-1-9-278-16</inkml:trace>
  <inkml:trace contextRef="#ctx0" brushRef="#br0" timeOffset="36404.81">17344 11981 1614 0,'0'0'483'0,"0"0"-321"16,0 0-128-16,0 0-7 0,0 0 19 16,0 0-45-16,152-28 16 15,-76 19-17-15,7 2-44 16,-6 0 44-16,-8-2-11 15,-13 3 11-15,-13 6 0 16,-19 0-7-16,-10 15 7 16,-14 19 11-16,0 7 13 15,-19 8 67-15,-10 1-55 16,0-4-3-16,3-9-14 16,8-10-17-16,7-9-4 15,8-12-25-15,3-6-85 16,8 0 17-16,19-20-74 15,6-12-165-15,2-7-217 16,-1 2 243-16,-7 7 308 16,-10 11 250-16,-5 13 112 0,-10 6-127 15,-2 9-150-15,0 19 117 16,0 2-38-16,4 2-50 16,3-2-34-16,4-6-36 15,4-8-26-15,8-5-2 16,2-11-16-16,2 0-13 15,-4-3-78-15,2-20-33 16,-5 0-37-16,-4-5 4 16,-3-1 53-16,-4 4 82 15,-2 6 22-15,-3 9 54 0,1 8 58 16,2 2-61-16,-1 7-16 16,3 14-17-16,2 6-3 15,0 0-8-15,0 0-7 16,-1-5-88-16,-4-8-170 15,-6-8-418-15</inkml:trace>
  <inkml:trace contextRef="#ctx0" brushRef="#br0" timeOffset="36562.87">18125 11506 2125 0,'0'0'477'15,"0"0"-377"-15,0 0-100 16,0 0-60-16,0 0-117 0,49 102-86 16,-36-39-278-16</inkml:trace>
  <inkml:trace contextRef="#ctx0" brushRef="#br0" timeOffset="36676.08">18196 12513 2154 0,'0'0'0'16,"0"0"-235"-16,0 0-477 0</inkml:trace>
  <inkml:trace contextRef="#ctx0" brushRef="#br0" timeOffset="37032.51">18845 11712 2074 0,'0'0'599'0,"0"0"-497"16,0 0-102-16,0 0-30 16,0 0 0-16,0 0 30 15,29 109 83-15,-16-45-38 16,5 2-27-16,-1-7 37 15,0-10-47-15,0-12-1 16,-1-11 10-16,-3-8-16 16,1-8 5-16,-1-5-6 15,1-5 0-15,3 0 7 0,5-12-6 16,5-21-2-16,2-18-21 16,2-11-8-16,3-12 16 15,-3-2-20-15,2 4-8 16,-6 9-8-16,-2 11-162 15,-12 16-157-15,-6 16-317 0</inkml:trace>
  <inkml:trace contextRef="#ctx0" brushRef="#br0" timeOffset="37223.28">18758 12061 1597 0,'0'0'390'15,"0"0"-228"-15,0 0 122 16,0 0 12-16,0 0-211 16,152-44-46-16,-84 24-39 15,6-1-12-15,29-4-63 16,-21 4-233-16,-15 2-344 0</inkml:trace>
  <inkml:trace contextRef="#ctx0" brushRef="#br0" timeOffset="37606.61">19402 11953 1084 0,'0'0'706'15,"0"0"-655"-15,0 0-16 16,0 0-35-16,0 0 138 16,0 0-6-16,0 0 10 15,27 60 14-15,-25-27-27 16,-2 4-6-16,0 3-26 15,0-1-47-15,-2-7 17 16,-5-4-58-16,3-8 0 16,2-4-9-16,2-8-6 15,0-4-43-15,0-4-25 16,0 0-15-16,6-14 49 16,12-18-115-16,2-10-147 15,0-7-35-15,-5 3 115 0,-3 7 222 16,-5 16 329-16,-7 13 26 15,0 10-187-15,0 0-167 16,0 22 0-16,0 10 20 16,0 7 8-16,8-1-29 15,17-2-23-15,13-9-121 16,40-14-53-16,-7-7-88 16,-4-6-427-16</inkml:trace>
  <inkml:trace contextRef="#ctx0" brushRef="#br0" timeOffset="37845.65">20396 11725 1790 0,'0'0'700'0,"0"0"-514"16,0 0-186-16,0 0-25 16,-140-8 25-16,91 42 65 15,4 12 18-15,10 8-24 16,8 6-29-16,12-2 38 15,9-4-51-15,6-6 14 16,6-4-30-16,13-4 0 16,8-6-1-16,0-2-39 15,2-9-97-15,0-13-89 16,-9-4-273-16,-9-6-572 0</inkml:trace>
  <inkml:trace contextRef="#ctx0" brushRef="#br0" timeOffset="37995.78">20031 12078 2090 0,'0'0'715'0,"0"0"-594"0,0 0-100 15,0 0-20-15,125-59 0 16,-78 50-1-16,6 0-75 16,29-1-199-16,-11 0-282 15,-3 2-1135-15</inkml:trace>
  <inkml:trace contextRef="#ctx0" brushRef="#br0" timeOffset="38272.33">20978 11511 1942 0,'0'0'561'15,"0"0"-400"1,0 0-161-16,0 0-12 0,0 0-16 16,0 0 28-16,0 0 46 15,-65 162 29-15,41-74-23 16,3 2-52-16,8-6 7 16,5-8-19-16,6-12-47 15,2-11-111-15,15-13-91 0,14-14-257 16,2-16-400-16</inkml:trace>
  <inkml:trace contextRef="#ctx0" brushRef="#br0" timeOffset="38624.36">21377 11860 2125 0,'0'0'554'0,"0"0"-531"15,0 0-23-15,0 0 0 16,0 0 8-16,0 0 69 15,-125 102-14-15,96-59-2 16,9 0-47-16,5 1 6 16,8-8-20-16,5-9 0 15,2-5-6-15,0-5-58 16,0-7-59-16,4-8-11 0,7-2 14 16,3 0 38-16,1-20-35 15,3-11-82-15,2-7 77 16,0-4 96-16,1 4 26 15,-6 11 212-15,-4 6 49 16,-4 13 47-16,-5 6-163 16,-2 2-99-16,0 0-37 15,0 22 3-15,0 11-11 16,-4 4-1-16,-6 7 0 16,-1-4-88-16,3 1-162 15,3-11-83-15,5-14-330 0</inkml:trace>
  <inkml:trace contextRef="#ctx0" brushRef="#br0" timeOffset="38806.46">21593 12141 980 0,'0'0'1485'16,"0"0"-1485"-16,0 0-171 15,7 106 80-15,-7-71 73 16,-5-3 18-16,-6-6 61 15,3-6-61-15,1-4-20 16,4-12-176-16,3-4-201 16,0 0-126-16</inkml:trace>
  <inkml:trace contextRef="#ctx0" brushRef="#br0" timeOffset="39231.78">21832 11555 179 0,'0'0'1878'16,"0"0"-1719"-16,0 0-159 16,0 0 0-16,0 0 34 15,0 0 159-15,-9 141-11 16,3-74-52-16,-2 4-54 16,2 2-34-16,1-7 18 15,1-8-48-15,0-9 4 16,-1-12-16-16,3-7 0 15,0-7-1-15,2-11-5 16,0-5-44-16,0-7 16 0,0 0-14 16,2-12 32-16,15-18-93 15,8-12-117-15,6-6 70 16,3 2-12-16,-3 8 97 16,-2 12 71-16,-4 14 9 15,-5 12 21-15,-3 0-1 16,-5 20 91-16,-3 10-9 15,-9 7 25-15,0 5 7 16,0 2-28-16,-12 2-63 16,-3 0-13-16,-3-4-39 15,5-5-14-15,-1-11-7 16,5-6-186-16,5-19-112 16,-1-1-311-16,5-1-760 0</inkml:trace>
  <inkml:trace contextRef="#ctx0" brushRef="#br0" timeOffset="39423.81">22581 11614 1972 0,'0'0'308'0,"0"0"-227"16,81 121-66-16,-62-58 7 15,-10 8 9-15,-9-1 75 16,-7 1 38-16,-24 2-71 15,-13 6-73-15,-48 23-89 16,12-18-378-16,2-20-787 0</inkml:trace>
  <inkml:trace contextRef="#ctx0" brushRef="#br0" timeOffset="40857.11">2346 14219 1270 0,'0'0'225'15,"0"0"-81"-15,0 0-20 16,0 0 37-16,0 0 17 16,0 0-64-16,0 0-31 15,8-12-30-15,-8 8 0 16,0 1-15-16,0-4-22 15,0 5 30-15,0 0 19 16,-5 2-48-16,2 0-16 0,-1 0-1 16,2 0-5-16,2 2-2 15,0 2-38-15,0 1-69 16,25-5 25-16,-3 0-131 16,-2 0-324-16</inkml:trace>
  <inkml:trace contextRef="#ctx0" brushRef="#br0" timeOffset="42108.11">2917 14316 1245 0,'0'0'552'0,"0"0"-426"15,0 0 11-15,0 0 139 16,0 0-34-16,0 0-111 16,0 0-101-16,56-129-19 15,-29 73-11-15,2-6-8 16,2-5-57-16,0-5-7 16,-1-2-39-16,-6 2 24 0,-9 2 34 15,-8 6 32 1,-7 7 21-16,0 11 30 0,0 12-6 15,-5 10 65-15,-1 11-43 16,2 13-19-16,-3 0-27 16,0 15-23-16,-2 25 23 15,1 18 5-15,3 16 65 16,5 9 47-16,0-1-73 16,0-6 0-16,9-8-27 15,6-11-10-15,1-15 11 16,7-8-18-16,0-12-36 15,6-8-4-15,6-14-51 16,0 0-30-16,1-10-32 16,-5-16-82-16,-4-8-41 15,-10-3-30-15,-5 5 44 0,-8 9 262 16,-4 6 69-16,0 17 186 16,0 0-166-16,0 2-54 15,0 21 131-15,0 3 5 16,0 4-44-16,0-9 11 15,0 2-104-15,0-9-6 16,9-5-26-16,9 0-2 16,9-9-20-16,4 0-55 15,9-14-129-15,0-11-19 16,-2-3-62-16,0-18-33 16,-11 4-254-16,-12 7-173 0</inkml:trace>
  <inkml:trace contextRef="#ctx0" brushRef="#br0" timeOffset="42498.52">3648 13860 1113 0,'0'0'278'0,"0"0"-68"16,0 0-16-16,0 0 29 16,-62 134-60-16,62-98-27 15,0-2-31-15,12-7-48 16,12-8-4-16,5-4-42 16,4-9-8-16,8-6-3 15,-1 0-63-15,1-21-57 16,0-2-65-16,-5-3-37 15,-3-2-4-15,-8 3-32 16,-10 9 258-16,-3 11 19 16,-8 5 58-16,-2 3 44 0,-2 20 64 15,0 2-8-15,0 1-28 16,0-3-56-16,0-9-51 16,0-7-7-16,9-5-21 15,5-2-14-15,5 0 0 16,10-17-32-16,2-7-97 15,5 0-51-15,0 4 100 16,-5 3 64-16,-1 11 6 16,-5 6 10-16,-2 2 62 15,-5 19-21-15,-7 4-16 16,-7 5-25-16,-4 3-2 16,0-4-7-16,-23-3-62 15,-6-5-127-15,-6-10-425 0</inkml:trace>
  <inkml:trace contextRef="#ctx0" brushRef="#br0" timeOffset="42657.97">3662 13788 1490 0,'0'0'682'16,"0"0"-556"-16,0 0-91 15,144-97-35-15,-83 88-9 16,-1 9 9-16,18 0-62 15,-15 19-175-15,-7 1-409 0</inkml:trace>
  <inkml:trace contextRef="#ctx0" brushRef="#br0" timeOffset="43223.8">5200 13523 1602 0,'0'0'356'0,"0"0"-319"0,0 0-22 15,0 0-2-15,58 132 100 16,-36-61 42-16,-1-1-16 15,-4 5-47-15,1-7-58 16,-5-5-28-16,1-13-3 16,-5-6-3-16,2-9-56 15,-4-7-85-15,-3-14-153 16,-1-4-275-16,-3-10-728 0</inkml:trace>
  <inkml:trace contextRef="#ctx0" brushRef="#br0" timeOffset="43804.04">5104 13898 1547 0,'0'0'741'15,"0"0"-591"-15,0 0-137 16,0 0-13-16,0 0 0 16,152-56 1-16,-92 51 0 15,4 5 13-15,-3 0 9 16,-8 5-10-16,-11 17 32 15,-7 2 8-15,-14 6 8 16,-3 2 17-16,-7 2-35 16,-4 3-6-16,-2-11-29 15,-1-2-7-15,-2-6-1 16,3-6-18-16,-1-10-65 0,3-2-41 16,2 0 30-16,4-23 48 15,3-7-111-15,-3-7-170 16,0 0 54-16,-3 7 273 15,-8 13 96-15,-2 10 256 16,0 7-188-16,0 0-78 16,0 8-71-16,0 10 74 15,0 5 52-15,0-2-78 16,0 0-38-16,6-8 8 16,13-2-33-16,4-5-13 15,4-6-25-15,4 0-23 16,5-10-33-16,-2-12-90 15,-3-5 16-15,-7-4-81 16,-6 0 36-16,-9-1 30 16,-9 8 144-16,0 12 39 15,0 9 254-15,-7 3-136 0,-5 13 43 16,2 15 95-16,3 6-113 16,7 4 21-16,0 0-69 15,0-2-31-15,14-1-13 16,6-5-51-16,2-4-9 15,3-6-42-15,-2-6-104 16,-6 0-47-16,-6-6-274 16,-11-2-1130-16</inkml:trace>
  <inkml:trace contextRef="#ctx0" brushRef="#br0" timeOffset="43911.43">5876 14423 1765 0,'0'0'756'16,"0"0"-756"-16,0 0-120 15,0 0-23-15,0 0-333 0</inkml:trace>
  <inkml:trace contextRef="#ctx0" brushRef="#br0" timeOffset="44206.35">6716 13534 582 0,'0'0'820'0,"0"0"-816"16,0 0 41-16,0 0 128 15,0 0 131-15,-2 121-1 16,2-64-74-16,0 7-101 15,0 6-47-15,8-2-65 16,2-2-15-16,-2-3-1 16,1-10-109-16,-7-4-73 15,0-14-179-15,-2-10-521 0</inkml:trace>
  <inkml:trace contextRef="#ctx0" brushRef="#br0" timeOffset="45022.78">6473 14004 1644 0,'0'0'486'0,"0"0"-486"15,0 0-93-15,163-90-2 16,-105 59-145-16,-1-1 114 16,-1 1 95-16,-6 2-21 15,-6 8 52-15,-11 9 28 16,-6 12 123-16,-7 0 33 15,-2 18-27-15,-5 20 3 16,-2 12-8-16,-1 0-67 16,-2 4-12-16,-1-6-12 15,-3-3 7-15,-2-13 5 0,-2-6-60 16,0-8-7-16,0-8-6 16,0-3-1-16,0-7 1 15,0 0-9-15,0-13 8 16,0-15 1-16,6-6-92 15,4-7 92-15,6 2 37 16,2 4-9-16,0 5 12 16,1 8-34-16,4 5 0 15,2 2-4-15,-1-1-2 16,2 3-2-16,-3-1-13 16,-5 2-19-16,-7 3 16 0,-7-2-38 15,-4 4 27 1,0 0 20-16,-6 6-17 0,-12 1-3 15,-2 0 9-15,0 15 20 16,2 12 9 0,7 5 25-16,4 2 12 0,7 2 39 15,0-2-33-15,9 0-18 16,11-10-28-16,5-5-5 16,6-7-2-16,2-8-7 15,5-4-34-15,5-6 10 16,-1-16-86-16,-2-5-4 15,-2 0-17-15,-4-2 12 16,-5 3 65-16,-8 8 59 16,-7 7 3-16,-5 6 133 0,-5 5-59 15,-4 0-3-15,0 16 61 16,0 7-20-16,0-2-29 16,0-3-62-16,0-2-15 15,0-8-5-15,0-3-1 16,7-5-56-16,11 0-29 15,9 0 18-15,8-18-28 16,10-3-64-16,2-3-7 16,0 2 115-16,-3 6 51 15,-6 6 53-15,-5 7 57 16,-6 3-31-16,-7 7-31 16,-7 12-48-16,-11 6 1 15,-2 3-2-15,-4-3-41 0,-42 1-71 16,1-6-144-16,-2-8-353 15</inkml:trace>
  <inkml:trace contextRef="#ctx0" brushRef="#br0" timeOffset="45189.47">7249 13675 1580 0,'0'0'599'15,"0"0"-319"-15,46-106-85 16,-12 74-149-16,4 10-34 15,2 8-12-15,0 9-17 16,1 5-85-16,9 1-63 16,-9 15-221-16,-8 0-376 0</inkml:trace>
  <inkml:trace contextRef="#ctx0" brushRef="#br0" timeOffset="45930.66">8742 13705 967 0,'0'0'588'15,"0"0"-415"-15,0 0-94 16,0 0-58-16,0 0-20 16,0 0 99-16,0 0 67 15,36 129-12-15,-20-73-14 16,-5 0-64-16,-1 0-12 15,-2-10-31-15,-4-3-33 0,0-12 19 16,-4-8-20-16,0-9 0 16,3-8-8-16,-1-5-21 15,2-1 3-15,8 0-6 16,3 0 32-16,5-5 3 16,5-5-3-16,1 0 0 15,5 0-2-15,3 1 12 16,2 6-14-16,-3 3 4 15,1 0-25-15,-8 0-94 16,-3 0-142-16,-8 0-258 16,-8-4-182-16</inkml:trace>
  <inkml:trace contextRef="#ctx0" brushRef="#br0" timeOffset="46143.35">8633 13573 1647 0,'0'0'786'0,"0"0"-578"15,0 0-181-15,130-39-27 16,-62 34 40-16,11 3-40 16,5 2 12-16,1 0-12 15,0 0-105-15,13 7-59 16,-20 2-319-16,-16 2-587 0</inkml:trace>
  <inkml:trace contextRef="#ctx0" brushRef="#br0" timeOffset="46523.36">9814 13636 1857 0,'0'0'366'0,"0"0"-366"16,0 0-221-16,0 0 221 15,-149 44 44-15,91-16 140 16,1 4-27-16,5 2-72 16,9 0 10-16,15-2-21 15,10-4-24-15,13-6 19 16,5-3-68-16,0-4-2 0,20-7-14 16,9-6-33-1,7-2-38-15,0-5-48 0,-3-18-142 16,-2-5 15-16,-6-2-52 15,-3-2 47-15,-8 4 246 16,-4 7 20 0,-5 8 499-16,-3 9-125 0,1 4-134 15,-3 0-79-15,2 0-126 16,2 17-5-16,-1 9 42 16,1 6-38-16,2 3-28 15,1 0-6-15,0-6-125 16,6-3-60-16,1-12-283 15,-1-7-368-15</inkml:trace>
  <inkml:trace contextRef="#ctx0" brushRef="#br0" timeOffset="46690.8">10113 13559 1805 0,'0'0'1113'0,"0"0"-1113"15,0 0-48-15,0 0-519 16,0 0 255-16,0 0 108 16,0 0-22-16,-56 50-440 0</inkml:trace>
  <inkml:trace contextRef="#ctx0" brushRef="#br0" timeOffset="46830.31">10165 13918 1234 0,'0'0'721'0,"0"0"-378"0,0 148-254 15,-19-73-64-15,-8-4-25 16,-2-13-68-16,0-9 28 16,6-18 5-16,2-30-135 15,11-1-322-15,4-9-375 0</inkml:trace>
  <inkml:trace contextRef="#ctx0" brushRef="#br0" timeOffset="47258.06">10439 13365 2046 0,'0'0'201'16,"0"0"-201"-16,0 0-152 16,0 0 152-16,0 0 59 15,0 0 137-15,-2 155 22 16,-3-95-95-16,1 3-46 15,1-1 19-15,1-1-53 16,0-2-7-16,-1-16-26 16,3-7-4-16,0-10 2 15,0-12-8-15,0-5-9 16,0-9-4-16,3 0 2 16,15-3-2-16,9-17 2 15,8-4-98-15,5-2-35 16,1 4 19-16,-6 8 108 0,-4 10 17 15,-6 4 63-15,-5 4 16 16,-4 18-6 0,-10 8-12-16,-6 4 2 15,0 4-16-15,-6-2-21 0,-13-2 10 16,-5-8-36-16,0-3 0 16,1-9-42-16,-1-8-66 15,-3-6-72-15,6-11-116 16,6-12-395-16</inkml:trace>
  <inkml:trace contextRef="#ctx0" brushRef="#br0" timeOffset="47621.83">10642 13459 2419 0,'0'0'369'0,"0"0"-362"15,0 0-7-15,113-12 0 16,-70 10 0-16,3-2 14 15,6-7 29-15,1-1-43 16,-4-2 2-16,-4 1-2 16,-14-1-6-16,-11 6 0 15,-9 2 4-15,-6 1 2 16,-3 5-9-16,-2 0 8 16,0 0-16-16,0 11-8 15,0 19-17-15,0 14 42 0,0 14 46 16,0 12-4-1,0 5 6-15,0 0-20 0,0-3-14 16,0-1 35-16,0-9-49 16,-11-6 13-16,-5-5 8 15,-7-9-15-15,-3-4-6 16,-3-6-24-16,0-6-80 16,-18-8-123-16,10-7-342 15,1-11-644-15</inkml:trace>
  <inkml:trace contextRef="#ctx0" brushRef="#br0" timeOffset="52304.73">11772 12985 1896 0,'0'0'245'0,"0"0"-245"16,0 0-28-16,0 0 28 0,0 0 17 15,0 0-5-15,17 151 166 16,-1-12 40-16,-1 16-119 16,-3-7 13-16,-3-35-66 15,-5-38-29-15,-2-21 2 16,2-8-19-16,4 2-46 15,-2 2-14-15,5-3-120 16,1-13-99-16,-3-15-332 16,-5-10-238-16</inkml:trace>
  <inkml:trace contextRef="#ctx0" brushRef="#br0" timeOffset="52673.25">11805 13740 1899 0,'0'0'254'15,"0"0"-247"-15,0 0 1 16,136-14-7-16,-100 14 29 16,-2 12 66-16,-8 16-28 15,-2 4 0-15,-8 7-1 16,-3-4-8-16,-1 2-26 16,-3-7-33-16,1-7 8 15,6-6-16-15,4-7-74 0,5-10-42 16,4 0-64-16,-3-21-100 15,-1-11-249-15,-7-6 13 16,-7 4-5-16,-7 4 529 16,-4 14 835-16,0 10-248 15,0 6-364-15,-4 8-100 16,-4 18 80-16,-2 6-72 16,8-1-69-16,2 1 1 15,0-5-63-15,0-6-3 16,14-8-55-16,1-7-116 15,3-6-18-15,-1-6-89 16,-5-16-308-16,-5 0-367 0</inkml:trace>
  <inkml:trace contextRef="#ctx0" brushRef="#br0" timeOffset="52904.64">12356 13825 856 0,'0'0'634'0,"0"0"-347"0,0 0-57 16,0 0-97-16,0 0-97 15,138-99-5-15,-109 91-17 16,-5 2 4-16,-6 3-4 15,-9 2-14-15,-7 1 0 16,-2 0 40-16,0 4-39 16,-11 19 8-16,-7 14 108 15,3 9 42-15,6 7-39 16,9-2-66-16,0-2-21 16,20-9-3-16,11-6-30 15,2-13-9-15,6-7-48 16,-1-10-78-16,4-4-32 15,-9-18-201-15,-11-3-439 0</inkml:trace>
  <inkml:trace contextRef="#ctx0" brushRef="#br0" timeOffset="53056.7">12541 13121 1460 0,'0'0'268'0,"0"0"-214"16,-61 195-54-16,39-93-155 16,5-12-202-16</inkml:trace>
  <inkml:trace contextRef="#ctx0" brushRef="#br0" timeOffset="53852.75">13334 13075 1538 0,'0'0'274'16,"0"0"-274"-16,0 0 3 15,0 0-3-15,-15 151 126 16,15-26 128-16,0 32-72 16,0 7-44-16,9-31-23 15,-1-38-45-15,2-40-10 16,3-8-40-16,5-4 1 15,4 1-1-15,9-4-20 16,5-10-21-16,4-18-21 16,2-10-34-16,3-2-10 15,-5-19-41-15,-5-16-45 16,-6-8-15-16,-10 0 15 16,-13 0 48-16,-4 11 124 0,-2 13 23 15,0 9 131-15,0 10-84 16,-2 0-54-16,-6 17-4 15,-4 16 83-15,3 4 21 16,3 4-28-16,3-5-33 16,3-4-18-16,0-6-37 15,0-4-12-15,3-6 10 16,3-5-139-16,1-2-135 0,-5-6-370 16</inkml:trace>
  <inkml:trace contextRef="#ctx0" brushRef="#br0" timeOffset="53990.09">13579 13714 2092 0,'0'0'379'0,"0"0"-379"16,0 0-23-16,156-42-110 16,-100 38-102-16,-7-2-138 0</inkml:trace>
  <inkml:trace contextRef="#ctx0" brushRef="#br0" timeOffset="54520.39">14328 14221 614 0,'0'0'1000'16,"0"0"-831"-16,0 0-137 15,0 0 62-15,0 0 77 0,0 0-49 16,0 0-57-1,112-146-56-15,-81 87-7 0,-2-9 15 16,-5-4-17-16,-1-8-5 16,-7-4 5-16,-8-4 45 15,-8 3 36-15,0 8-79 16,0 19 10-16,-6 17 38 16,-4 21-20-16,4 18-26 15,-3 7-4-15,1 33 0 16,-2 23 5-16,4 19 77 15,6 10 7-15,0 3 2 16,0-8-85-16,20-10 7 16,5-11-5-16,6-14-8 15,2-11-2-15,5-15-29 16,2-8-23-16,0-15-10 16,0-1-43-16,0-7-6 0,-3-23-54 15,-4-11-60-15,2-45-10 16,-8 13-104-16,-7-8-225 0</inkml:trace>
  <inkml:trace contextRef="#ctx0" brushRef="#br0" timeOffset="54706.73">15004 13387 84 0,'0'0'1390'0,"0"0"-808"15,0 0-244-15,0 0-81 16,0 0-123-16,0 0-134 16,0 0-16-16,0-34 16 0,0 92 38 15,0 19 28 1,-2 8-38-16,-1 5-28 0,3-6 29 15,0-6-29-15,0-8-1 16,0-10-28-16,5-11-54 16,4-5-77-1,-2-9-134-15,-1-13-270 0,-6-14-501 0</inkml:trace>
  <inkml:trace contextRef="#ctx0" brushRef="#br0" timeOffset="55240.82">14897 13872 1770 0,'0'0'353'0,"0"0"-308"16,0 0-45-16,113-62-4 15,-68 52 4-15,-3 3 109 0,-1 7-32 16,-3 0 27-16,-9 12-33 16,-7 13 1-16,-7 9 41 15,-6 6-56-15,-4 0-13 16,0 0-14-16,-1-3-29 15,2-8-1-15,5-6-23 16,5-9-38-16,7-10 3 16,2-4-82-16,3-11-71 15,3-21-105-15,1-10-80 16,-8-6 38-16,-6 6 329 16,-7 6 29-16,-7 14 573 15,-4 10-56-15,0 10-293 16,0 2-123-16,0 0-78 0,0 0 14 15,-2 10 8 1,2 0-17-16,0 2 2 0,0-5-30 16,16 2-27-16,9-5 6 15,4-4 2-15,4 0-38 16,0-10-55-16,-4-5-7 16,-6-5 2-16,-10 3-6 15,-9 3 57-15,-4 6 66 16,0 4 59-16,-2 4 40 15,-13 0-28-15,-1 20 32 16,3 6 66-16,3 8-67 16,6 7-13-16,4-2-41 15,0-3-33-15,14-3-15 16,12-6-15-16,3-7-57 16,7 1-32-16,-10-6-229 0,-10-4-441 15</inkml:trace>
  <inkml:trace contextRef="#ctx0" brushRef="#br0" timeOffset="55345.78">15483 14391 2237 0,'0'0'230'0,"0"0"-230"16,0 0-343-16,0 0-317 0</inkml:trace>
  <inkml:trace contextRef="#ctx0" brushRef="#br0" timeOffset="56555.08">16432 13421 1652 0,'0'0'551'0,"0"0"-393"16,0 0 42-16,0 0-60 16,-6-109-56-16,6 106-4 15,0 3-80-15,0 12-19 16,11 39-22-16,14 39 41 16,1 3 53-16,-1-1-19 15,-7-7-33-15,-3-24 31 16,2 10-31-16,-2-3-2 15,3-6-54-15,-5-8-83 16,-1-1-139-16,-6-17-234 16,-6-14-392-16</inkml:trace>
  <inkml:trace contextRef="#ctx0" brushRef="#br0" timeOffset="57078.32">16440 13896 1741 0,'0'0'505'0,"0"0"-415"15,0 0-37-15,117-100-1 16,-51 71-44-16,3 6-7 16,-1 5 16-16,-7 10-16 15,-14 8 17-15,-14 0 44 16,-16 12-10-16,-11 17 18 16,-6 12 20-16,-10 7 5 15,-15 4-29-15,2-2-51 0,0-8 1 16,7-8-15-16,7-12-2 15,7-8-7-15,2-5-131 16,0-7-43-16,19-2 37 16,6-7 48-16,4-16-76 15,3-12-112-15,-6 6 155 16,-5 3 130-16,-8 12 127 16,-4 9 55-16,-4 5-74 15,1 10-24-15,-1 17 48 16,-1 4-12-16,5-3-32 15,0-1-27-15,4-8-46 16,7-6 3-16,3-6-9 16,6-7-9-16,2 0-15 15,3-17-112-15,-5-10-110 16,-5-4-62-16,-4-3 17 16,-4 0 82-16,-5 5 161 0,-5 9 39 15,-1 11 302-15,-3 9-40 16,3 0-165-16,-1 21-21 15,3 13 18-15,1 6-48 16,-3 4-32-16,2-3-14 16,-3-8-62-16,1-14-141 15,-3-9-290-15,-2-10-591 0</inkml:trace>
  <inkml:trace contextRef="#ctx0" brushRef="#br0" timeOffset="57223.5">17240 13585 1965 0,'0'0'701'16,"0"0"-473"-1,0 0-165-15,0 0-63 0,0 0-27 16,0 0-337-16,0 0-514 0</inkml:trace>
  <inkml:trace contextRef="#ctx0" brushRef="#br0" timeOffset="57327.75">17286 14601 1350 0,'0'0'1113'0,"0"0"-1113"0</inkml:trace>
  <inkml:trace contextRef="#ctx0" brushRef="#br0" timeOffset="57754.83">18191 13351 2350 0,'0'0'349'16,"0"0"-338"-16,0 0-11 0,0 0 0 15,0 0 27 1,0 0 0-16,0 0-17 0,27 99 59 16,-22-18-1-16,-1 7-26 15,1-3 0-15,-1-10-33 16,1-17-1-16,1-12 19 16,1-15-26-16,2-11 8 15,0-8-9-15,0-8-10 16,5-4 2-16,3-6-1 15,10-24 0-15,2-16-3 16,6-17-9-16,1-9-15 16,0-7-1-16,2-4 16 15,-3 5 21-15,-4 8 28 16,-6 14-26-16,-8 15 8 16,-5 15-10-16,-10 14-118 0,-4 12-141 15,-20 9-341-15,-3 13-891 0</inkml:trace>
  <inkml:trace contextRef="#ctx0" brushRef="#br0" timeOffset="57938.09">17915 13779 986 0,'0'0'1050'0,"0"0"-779"15,0 0-191-15,0 0 101 16,118-29-72-16,-51 9-78 15,9-1-22-15,9 1-9 0,-1 1-99 16,13-1-71-16,-22 6-144 16,-21 4-477-16</inkml:trace>
  <inkml:trace contextRef="#ctx0" brushRef="#br0" timeOffset="58309.52">18673 13662 631 0,'0'0'1345'15,"0"0"-1107"-15,0 0-210 16,0 0-22-16,0 0 1 16,0 0 76-16,0 0 8 15,69 108 2-15,-69-64-6 16,0 2-13-16,0-2-1 0,-13-4-4 16,2-5-35-16,-1-12 2 15,8-4-36-15,0-11 0 16,4-4-26-16,0-4-40 15,0 0-17-15,15-18-30 16,10-17-122-16,-1-15-148 16,1-6-120-16,-8-2-52 15,-5 8 555-15,-10 16 426 16,-2 16 335-16,0 13-462 16,-18 5-213-16,-4 17-28 15,0 15 1-15,4 6 37 16,11 3-11-16,7 2-75 15,11-1-10-15,27-11-52 16,11-8-130-16,36-12 43 0,-9-11-327 16,-7 0-820-16</inkml:trace>
  <inkml:trace contextRef="#ctx0" brushRef="#br0" timeOffset="59060.36">19641 13418 823 0,'0'0'893'0,"0"0"-735"16,0 0-101-16,0 0-10 15,-114-29 35-15,74 51-35 16,0 22 12-16,1 16 52 16,6 14 0-16,11 5-4 15,11-1 23-15,11-6-79 16,0-10-6-16,22-12-32 15,12-9 7-15,5-10-20 16,7-11-72-16,12-16-102 16,-12-4-155-16,-13 0-539 0</inkml:trace>
  <inkml:trace contextRef="#ctx0" brushRef="#br0" timeOffset="59220.98">19228 13874 1609 0,'0'0'929'0,"0"0"-750"16,0 0-149-16,118-28-3 16,-44 16-19-16,11 3-8 15,11 0-17-15,35-5-177 16,-24 3-166-16,-15-1-670 0</inkml:trace>
  <inkml:trace contextRef="#ctx0" brushRef="#br0" timeOffset="59491.55">20318 13110 1661 0,'0'0'369'0,"0"0"-232"15,0 0-107-15,0 0 100 16,-91 162 85-16,42-39-57 16,6-1-54-16,12-10-51 15,12-15-52-15,19-33 0 0,0 4-1 16,13 0-78 0,51-18-121-16,-4-15-108 15,5-21-386-15</inkml:trace>
  <inkml:trace contextRef="#ctx0" brushRef="#br0" timeOffset="59821.39">20797 13541 1235 0,'0'0'986'0,"0"0"-837"16,0 0-148-16,-147 55 44 0,87-10 71 15,4 10 36 1,10 1-3-16,10-3-75 0,14-7-24 15,15-9-38-15,7-9-12 16,5-8 0-16,21-8-24 16,12-10-15-16,7-2-28 15,4-11-164-15,-2-19-121 16,-5-8-257-16,-5-5 107 16,-10 1-16-16,-6 8 518 15,-8 10 549-15,-6 12 53 16,-5 12-309-16,-2 0-168 15,0 24-116-15,0 15 98 16,0 7-39-16,-2 5-68 16,-7 5-89-16,2-12-255 15,5-16-416-15</inkml:trace>
  <inkml:trace contextRef="#ctx0" brushRef="#br0" timeOffset="60005.58">21092 13941 1692 0,'0'0'718'16,"0"0"-709"-16,0 0-9 15,19 134-1-15,-19-89-12 16,-15-2 13-16,-9-6 25 16,-3-8-25-16,-2-11-120 15,7-7-204-15,4-11-291 0</inkml:trace>
  <inkml:trace contextRef="#ctx0" brushRef="#br0" timeOffset="60411.84">21357 13140 1891 0,'0'0'344'0,"0"0"-313"15,0 0-31-15,0 0 0 16,0 107 135-16,-5-1 79 16,-8 0-45-16,0-6-49 15,2-13-66-15,0-24-20 16,1 7 4-16,2-1-32 16,3-11 3-16,5-11-9 15,0-16 0-15,0-9 0 0,0-12-39 16,5-10-25-16,8 0 32 15,9-27-66-15,11-16-117 16,4-8-135-16,-2-2 65 16,-4 11 285-16,-8 16 98 15,-8 14 141-15,-4 12-130 16,-6 4-21-16,-5 26 50 16,0 11-50-16,-5 8-4 15,-17 6-17-15,-5-4-59 16,3-6-8-16,3-11-63 15,4-9-74-15,5-14-158 0,8-11-436 16</inkml:trace>
  <inkml:trace contextRef="#ctx0" brushRef="#br0" timeOffset="60593.31">21834 13399 2032 0,'0'0'478'15,"0"0"-399"-15,64 138 42 16,-45-63-55-16,-17 0 37 16,-2 5-50-16,-9 4-42 15,-16-3-11-15,-6 16-133 16,7-23-341-16,6-18-952 0</inkml:trace>
  <inkml:trace contextRef="#ctx0" brushRef="#br0" timeOffset="61477.81">22137 13496 1810 0,'0'0'600'0,"0"0"-384"15,0 0-49-15,0 0-83 16,0 0-55-16,0 0-29 16,0 0 0-16,41 84 37 15,-24-17-23-15,1 7 29 16,-3-5-31-16,-1-8 0 15,-3-14-12-15,0-9 0 16,1-12-12-16,1-8 9 0,1-6-36 16,1-5 8-1,1-7-24-15,5 0 7 0,6-23 7 16,4-19-67 0,8-14-80-16,5-6 63 0,3 2 85 15,2 9 40-15,2 14 43 16,1 12-6-16,-8 13-5 15,-4 12 66-15,-13 0-5 16,-9 20-43-16,-14 13 36 16,-4 9 41-16,-2-1-75 15,-18 4-8-15,-5-6-34 16,6-7-2-16,0-9-8 16,11-7-12-16,8-12-41 15,0-4-36-15,8 0-74 16,21-4-8-16,12-18-75 0,1-2-235 15,-2 2 159-15,-9 5 322 16,-10 14 184-16,-9 3 36 16,-2 3-104-16,-10 24 3 15,0-3-97-15,0 4-22 16,-10-5-46-16,-2-9-169 16,-5-10-343-16</inkml:trace>
  <inkml:trace contextRef="#ctx0" brushRef="#br0" timeOffset="61618.75">22650 13489 2074 0,'0'0'580'15,"0"0"-495"-15,0 0-85 16,156-105-116-16,-24 90 9 16,-14 6-86-16,-7 6-293 0</inkml:trace>
  <inkml:trace contextRef="#ctx0" brushRef="#br0" timeOffset="63069.38">23622 14002 1495 0,'0'0'624'0,"0"0"-457"15,0 0-16-15,0 0 16 16,0 0-17-16,0 0-54 15,0 0-72-15,62-84-24 16,-35 37-21-16,0-6-44 16,0-7 43-16,-3-4-38 15,-4-3 29-15,-4 1 10 16,-10 2 21-16,-1 12 8 16,-5 11 4-16,0 20 26 0,0 13 35 15,0 8-73-15,-5 17-25 16,-5 30 25-16,-4 19 3 15,3 14 64-15,4 8-19 16,7-2-29-16,0-8 32 16,9-11-42-16,18-14 11 15,8-13-20-15,7-12 0 16,6-10-2-16,1-16-34 16,-1-2-38-16,0-11-20 15,-6-19-47-15,-7-12 8 16,-6-11-94-16,-4-14-37 15,-5-9-69-15,-2-10-151 0,-5-1-384 16,-2 9 868 0,-4 16 827-16,-5 22-58 0,-2 19-241 15,0 16-299-15,0 5-140 16,0 12-89-16,0 24 0 16,-2 17 94-16,-5 10-32 15,-1 10-9-15,3-1-46 16,3-2 1-16,2-11-8 15,0-4-9-15,0-9-44 16,0-5-63-16,0-9-106 16,0-5-84-16,0-6-261 15,0-11-186-15</inkml:trace>
  <inkml:trace contextRef="#ctx0" brushRef="#br0" timeOffset="63588.78">24137 13922 955 0,'0'0'955'0,"0"0"-706"16,0 0-141-16,91-122 4 15,-39 92-48-15,1 4-33 16,2 8 33-16,-5 6-1 16,-8 10-4-16,-11 2-10 15,-9 2 27-15,-10 19-19 16,-10 10 19-16,-2 5-23 16,0 4-34-16,0-2 2 15,0-2-21-15,0-8 2 16,0-4-23-16,0-8 10 15,18-6-34-15,4-7-40 16,7-3-13-16,2-10-42 16,1-24-76-16,-1-13-143 0,-4-3 99 15,-7-1 126-15,-7 13 134 16,-7 13 274-16,-3 11 124 16,-3 12-151-16,0 2-144 15,0 0-64-15,-3 2 24 16,-3 12-1-16,4 0 1 15,2 0-33-15,0-2-24 16,0-3 7-16,6 0-13 16,12-4 0-16,0-5-9 15,2 0-12-15,-2 0-29 16,-5-3-13-16,-4-8 15 16,-5 2-3-16,-2 1-41 15,-2 6 92-15,0 0 15 0,0 2-5 16,0 4 30-16,0 18-39 15,0 10 67-15,-2 11-10 16,2 2-52-16,0-3-6 16,12-3-35-16,13-10-39 15,-2-3-91-15,-4-7-325 16,-9-10-500-16</inkml:trace>
  <inkml:trace contextRef="#ctx0" brushRef="#br0" timeOffset="63704.68">24821 14177 1711 0,'0'0'874'0,"0"0"-874"0,0 0-92 16,0 0-100-16,0 0 73 15,0 0-190-15</inkml:trace>
  <inkml:trace contextRef="#ctx0" brushRef="#br0" timeOffset="66259.75">25601 13640 1879 0,'0'0'649'15,"0"0"-545"-15,0 0-18 16,0 0-35-16,0 0-17 15,0 0-34-15,0 0 35 16,20 126-23-16,-20-16 58 16,0 3-30-16,0-9 2 15,-10-14-31-15,0-24-10 16,4 1 11-16,-1 3-12 16,5-15-1-16,2-14-12 0,0-11-20 15,0-13-5 1,0-6-42-16,0-10-19 0,0-1 60 15,0-12 24-15,-2-29 0 16,0-34-132-16,2-41 56 16,0-34 50-16,17 5-45 15,5 31 5-15,1 40 81 16,-4 34 35-16,4 4 69 16,4 7-24-16,0 6-39 15,-9 14 31-15,-5 9-33 16,-9 5-25-16,-4 25 97 15,0 10-34-15,-20 8-5 0,-4 3-30 16,-1-6-33 0,5-12 2-16,9-12-11 0,7-13-34 15,4-4 28-15,0-4-90 16,17 0 14-16,10-23 55 16,4-12-65-16,-2-18-8 15,-2-26-11-15,-7-34-16 16,-5-26 8-16,-3 11 0 15,-5 33 87-15,-7 38 32 16,2 38 163-16,-2 6 28 16,0 8-77-16,2 5-83 15,0 0-31-15,3 36 23 16,1 20 51-16,-2 20 57 16,2 12-46-16,-6 2-1 15,0-3-66-15,0-14 7 0,0-10 16 16,2-10-40-16,-2-7 9 15,2-13-9-15,0-5-1 16,0-7 0-16,0-10-11 16,1-4-26-16,1-6 17 15,2-1-26-15,6 0 37 16,5-17 0-16,6-6-95 16,-1 0 19-16,-4 9 74 15,-9 5 11-15,-4 6 25 16,-3 3-11-16,-2 0 4 15,0 0-18-15,4 0 0 16,7 0 1-16,11 0 5 16,14 0-6-16,13 0 0 0,12 0-27 15,5-5-55-15,1-9-13 16,-5-8 27-16,-8 5 56 16,-11 0-19-16,-17 7 20 15,-12 3 11-15,-14 7 26 16,0 0 19-16,-18 7-22 15,-16 20 13-15,-6 2 98 16,-2 5-73-16,4 0-19 16,9-6-6-16,12-10-27 15,7-6-5-15,10-8-4 16,0-4-52-16,12 0 25 16,15 0-26-16,6-5 5 15,5-16-89-15,-3-3-88 16,-4-1 47-16,-6 2 70 15,-9 5 108-15,-10 10 42 0,-3 8 11 16,-3 0-25-16,0 6 0 16,0 11 148-16,0 4-44 15,0 1-73-15,8-4-16 16,4-5-1-16,3-6-36 16,6-7-6-16,0 0-19 15,8-9-59-15,-2-14-63 16,0-5-83-16,-2-2 70 15,-5 2 57-15,-5 7 91 16,-4 4 6-16,-4 9 180 0,-5 6 49 16,3 2-94-1,-1 0-119-15,3 20 11 0,0 6 28 16,-1 6-26 0,-3 4-18-16,-3-4-11 0,0-1-74 15,0-7-78-15,0-10-191 16,0-6-426-16</inkml:trace>
  <inkml:trace contextRef="#ctx0" brushRef="#br0" timeOffset="66511.28">26573 13207 2174 0,'0'0'360'16,"0"0"-292"-16,0 0 14 16,0 0-21-16,18-103 0 15,0 103-58-15,2 4-3 16,-2 35-47-16,-5 19-9 16,-13 17-34-16,0 10 8 15,-29 21-157-15,-7-20-268 16,3-21-755-16</inkml:trace>
  <inkml:trace contextRef="#ctx0" brushRef="#br0" timeOffset="66962.48">27723 13244 1910 0,'0'0'478'16,"0"0"-467"-16,0 0-11 15,0 0 0-15,-2 113 34 16,-9-35 111-16,0 9-40 15,2 0-47-15,2-5-28 16,3-7-30-16,4-13 0 16,0-10-47-16,0-10-78 15,13-11-57-15,1-9-343 16,-3-15-434-16</inkml:trace>
  <inkml:trace contextRef="#ctx0" brushRef="#br0" timeOffset="67220.28">27563 13714 2015 0,'0'0'176'16,"0"0"-176"-16,0 0-142 15,149-76 67-15,-86 55 51 16,3 9 24-16,-1 7 56 16,-11 5 51-16,-12 7 24 15,-20 19-14-15,-17 13 20 16,-5 10-5-16,-22 4-49 15,-14 3-50-15,0-3-16 0,3-10-5 16,10-12-12-16,12-12-68 16,11-8-61-16,0-9-98 15,34-9-14-15,3-17-13 16,4-5-754-16</inkml:trace>
  <inkml:trace contextRef="#ctx0" brushRef="#br0" timeOffset="67480.52">28149 13786 1726 0,'0'0'585'15,"0"0"-534"-15,0 0 50 16,0 0-38-16,0 0 33 16,0 0-9-16,0 0-53 15,-6 97-11-15,14-97-16 0,13 0 2 16,3 0-9 0,5-3-64-16,2-13-76 0,-4-6 3 15,-5 5 35-15,-4-3 53 16,-7 11 49-16,-1 4 19 15,-6 5 115-15,-2 0-99 16,2 19-18-16,-2 8 30 16,3 7-14-16,-3-1-23 15,0-3-10-15,-2-2-61 16,0-15-78-16,0-6-216 16,0-7-447-16</inkml:trace>
  <inkml:trace contextRef="#ctx0" brushRef="#br0" timeOffset="67628.55">28348 13453 2268 0,'0'0'563'16,"0"0"-562"-16,0 0-1 16,0 0-194-16,-25 106-107 15,-8-27 44-15,-1 1-546 0</inkml:trace>
  <inkml:trace contextRef="#ctx0" brushRef="#br0" timeOffset="67719.72">28184 14247 1565 0,'0'0'424'16,"0"0"-424"-16,0 0-977 0</inkml:trace>
  <inkml:trace contextRef="#ctx0" brushRef="#br0" timeOffset="68152.27">29340 13561 2118 0,'0'0'470'0,"0"0"-370"0,0 0-28 15,0 0-71-15,0 0 7 16,-157 0 26 0,102 32-2-16,4 13 36 0,6-1-32 15,11 0 0-15,13-4-19 16,9-13-11-16,12-2 7 15,0-6-13-15,9-10-33 16,17-4 24-16,11-5-25 16,1-7-83-16,-1-17-138 15,1-8-10-15,-5-2 94 16,-6 1 106-16,-4 8 65 16,-7 9 197-16,-5 9 93 15,-7 7-158-15,-4 9-101 0,0 25-31 16,-4 38 0-16,-17-9-97 15,4-5-488-15</inkml:trace>
  <inkml:trace contextRef="#ctx0" brushRef="#br0" timeOffset="69184.34">29727 13784 1373 0,'0'0'852'0,"0"0"-852"0,0 0-85 16,0 0 85-16,0 0 1 15,0 0 86-15,0 106 44 16,-13-38-35-16,-16 11-62 15,-8 4-16-15,-11 0-18 16,-29 13-125-16,9-21-141 16,8-22-507-16</inkml:trace>
  <inkml:trace contextRef="#ctx0" brushRef="#br0" timeOffset="70134.82">30196 14083 1607 0,'0'0'835'0,"0"0"-739"16,0 0-77-16,0 0 68 16,0 0-57-16,0 0-30 15,118-147-3-15,-76 94-81 16,-4-5 84-16,-3-5-41 16,-6-3 32-16,-4-4 7 15,-9-5-4-15,-5 0 6 16,-7 10 12-16,-2 11 6 15,-2 18 92-15,0 17-19 16,0 14-60-16,0 5-31 16,0 17-25-16,-2 27 25 15,-11 25 34-15,-1 15 35 16,4 6-3-16,1-2-36 16,7-10-6-16,2-8-15 0,0-12-8 15,13-14-2-15,9-11 1 16,9-8-28-16,3-11 13 15,3-10-50-15,3-4-17 16,1-11-83-16,-5-21 31 16,-3-11 5-16,-2-15-96 15,0-15-16-15,3-24 40 16,-5 5-66-16,-5-2 240 16,1 4 27-16,-14 25 279 15,1 10 113-15,-8 18 0 16,-2 22-115-16,-2 9-129 0,0 6-106 15,0 2-42-15,0 28 3 16,-2 17-3-16,-8 19 57 16,2 13-51-16,-3 4-6 15,1-6 1-15,2-3-1 16,1-7 0-16,3-7-6 16,0-6-50-16,1-8-47 15,-2-2-168-15,1-12-202 16,-1-14-284-16</inkml:trace>
  <inkml:trace contextRef="#ctx0" brushRef="#br0" timeOffset="70628.56">30730 13738 1832 0,'0'0'311'16,"0"0"-252"-16,0 0-11 15,168-79-48-15,-110 66 0 0,2 3 32 16,-4 7 10-16,-10 3 49 15,-10 0 38-15,-16 21-46 16,-9 5 19-16,-11 8-26 16,0 6-12-16,0 2-33 15,-11-1-22-15,1-7 5 16,2-5-14-16,6-5-3 16,2-7-4-16,0-1-45 15,4-9-13-15,17-4-6 16,3-3 20-16,10-5-1 15,1-21-64-15,6-6-67 16,1-12 70-16,0-2 54 0,-1 2 39 16,-6 2 20-16,-4 5 68 15,-6 9 83-15,-10 8 30 16,-6 8 8 0,-4 7-56-16,-5 3-66 0,0 2-17 15,-7 0-50-15,-17 7 0 16,-15 20 14-16,-5 9-13 15,-5 10 10-15,7 4 19 16,8 2-3-16,14-4 9 16,9-2-29-16,11-3-6 0,0-7 14 15,11-6-15 1,16-9-1-16,8-4-11 0,8-9-18 16,4-8-2-16,15 0-100 15,-13-16-178-15,-11-4-376 0</inkml:trace>
  <inkml:trace contextRef="#ctx0" brushRef="#br0" timeOffset="70949.69">31910 13680 1588 0,'0'0'917'15,"0"0"-917"-15,0 0-172 16,0 0 172-16,-114-10 52 16,70 38 55-16,6 7 5 15,11 8-16-15,7 6 9 16,13-8-24-16,7 2-38 15,0 1-28-15,15-7-15 16,10-5-3-16,2-2-73 16,14-9-115-16,-8-7-346 15,-9-10-990-15</inkml:trace>
  <inkml:trace contextRef="#ctx0" brushRef="#br0" timeOffset="71058.33">31589 14251 1965 0,'0'0'180'16,"0"0"-180"-16,0 0-612 16,0 0 123-16</inkml:trace>
  <inkml:trace contextRef="#ctx0" brushRef="#br0" timeOffset="71654.73">26988 14994 1345 0,'0'0'1047'0,"0"0"-875"16,0 0-124-16,0 0-48 0,0 0-32 16,0 0 32-16,0 0 8 15,0 160 36-15,0-82-6 16,0 1-38-16,0-7 8 16,4-5-2-16,8-9-6 15,3-5-35-15,-1-11-99 16,1-7-135-16,-2-8-122 15,-8-13-281-15</inkml:trace>
  <inkml:trace contextRef="#ctx0" brushRef="#br0" timeOffset="72169.36">26925 15462 1646 0,'0'0'499'0,"0"0"-465"15,123-92-19-15,-23 47-6 16,-1-1 0-16,5 7 70 15,-8 7 22-15,-32 14 10 0,-8 3 4 16,-24 15-88-16,-26 0-5 16,-6 20 11-16,-19 18 101 15,-22 15-29-15,-10 5-53 16,-3 0-43-16,5-10 31 16,11-10-39-16,14-10-2 15,11-10-7-15,13-12-34 16,0-6-71-16,24 0-41 15,21-6 81-15,10-21-6 16,6-7-113-16,-5-3 93 16,-12 5 99-16,-17 11 90 0,-11 8 103 15,-12 9-99-15,-4 4-43 16,0 0 1-16,0 0-52 16,0 8 18-1,6 6 28-15,7 2-27 0,10-2-19 16,4-10-19-16,4-4-19 15,4 0-8-15,-1-4-86 16,-3-14 16-16,-4-4 1 16,-5 4 47-16,-9 4 68 15,-5 5 15-15,-6 6 112 16,-2 3 34-16,0 0-118 16,0 23-34-16,2 8 8 15,2 10 3-15,1-2-3 0,1 0-17 16,2-12-84-1,-2-4-81-15,1-19-120 0,-5-4-356 16,-2 0-718-16</inkml:trace>
  <inkml:trace contextRef="#ctx0" brushRef="#br0" timeOffset="72313.14">27968 15057 2002 0,'0'0'742'15,"0"0"-603"-15,0 0-139 16,0 0-58-16,0 0-169 16,0 0-151-16,-42 148-456 0</inkml:trace>
  <inkml:trace contextRef="#ctx0" brushRef="#br0" timeOffset="72418.39">27858 15913 1620 0,'0'0'0'16,"0"0"-625"-16</inkml:trace>
  <inkml:trace contextRef="#ctx0" brushRef="#br0" timeOffset="73869.36">25206 15266 1370 0,'0'0'489'0,"0"0"-395"0,0 0 44 16,0 0 36-16,0 0-53 15,0 0-24-15,0 0-16 16,-17-66-31-16,17 71-50 15,0 30 0-15,2 15 37 16,9 20 29-16,1 11-14 16,-1 4-52-16,-3 0 0 15,2-13-9-15,-4-6-18 16,1-16-25-16,-1-6-107 16,-1-4-105-16,-3-10-123 0,1-16-447 15</inkml:trace>
  <inkml:trace contextRef="#ctx0" brushRef="#br0" timeOffset="74633.16">25004 15615 1955 0,'0'0'244'0,"0"0"-244"15,0 0-53-15,0 0 53 16,113-75 9-16,-59 64 17 15,6 6-19-15,0 5 4 16,-2 0 100-16,-8 23-5 0,-8 9-2 16,-11 9-32-16,-11 8-11 15,-9 1-6-15,-9 1-27 16,-2-5-16-16,0-7 25 16,-2-7-31-16,-6-10 6 15,1-8-12-15,0-5-4 16,4-5-2-16,3-4-9 15,0-9 15-15,12-23-10 16,19-12-180-16,18-17-55 16,13-8 143-16,10 2-83 15,6 9 78-15,-4 9 107 16,-16 14 10-16,-16 17 244 16,-22 6-73-16,-13 12-43 15,-7 0-40-15,-5 17-50 16,-22 18 44-16,-8 10 4 0,-6 3-43 15,3 2-6-15,7-10-26 16,9-8-5-16,9-14-16 16,9-8-1-16,4-4-25 15,4-6-83-15,21 0 17 16,10 0 57-16,5-20-85 16,1-12-69-16,-4-8-39 15,-8-4 66-15,-6 12 66 16,-10 5 96-16,-7 18 182 15,-1 9-30-15,-5 0-63 16,0 14-38-16,2 8 122 16,3 4-72-16,-1 2-26 0,5-6-41 15,2-4-15-15,3-6 1 16,1-2-20 0,3-10 0-16,5 0-29 15,-2 0-66-15,0-4-26 0,1-14-47 16,-3 0-14-16,0-4-9 15,-1 4 65-15,-3 4 126 16,1 10 9-16,-5 4 127 16,-2 0 48-16,0 18-97 15,-2 8-2-15,-3 0-32 16,-4 2-17-16,0-1-14 16,0-10-22-16,0-2-75 15,-4-15-82-15,-10 0-136 0,3 0-253 16</inkml:trace>
  <inkml:trace contextRef="#ctx0" brushRef="#br0" timeOffset="74821.72">26159 14985 1802 0,'0'0'804'0,"0"0"-803"16,0 0-1-16,0 0-42 15,-125 23 42-15,61 16 24 16,-8 9-13-16,-4 11-11 16,-31 27-134-16,18-18-181 0,16-13-430 15</inkml:trace>
  <inkml:trace contextRef="#ctx0" brushRef="#br0" timeOffset="75494.97">28905 14766 1987 0,'0'0'551'15,"0"0"-551"-15,0 0-27 0,0 0 4 16,0 0 23 0,24 121 52-16,-21-5 47 0,-3 22-32 15,-3-3-17-15,-15-28 18 16,5-44-42-16,5-22 15 15,-2 1-21-15,4-1-8 16,-3-4 8-16,5-11-20 16,1-8 0-16,3-15-6 15,0 2 0-15,0-5 4 16,0-5 2-16,7-22-12 16,20-17-50-16,8-10-94 15,9-2 40-15,2 1 63 16,0 15 2-16,-3 22 41 15,-6 9-17-15,-3 9 27 16,-7 11 48-16,-7 15 39 0,-13 4-20 16,-7 10 5-16,-5 1 4 15,-26 7-19-15,-8 1-33 16,-3-4-24-16,0-3-12 16,-5-8-221-16,14-16-284 15,12-15-753-15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5T07:28:47.72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1547 5159 1073 0,'0'0'327'15,"0"0"-230"-15,0 0 75 16,0 0-22-16,0 0 4 15,0 0 22-15,0-20-46 16,0 20 29-16,0 0-113 16,-3-1 40-16,3 1-6 15,-2-2-23-15,0 2 6 16,2 0-25-16,0 0-21 16,0 0 43-16,0 0-38 15,0 0-21-15,0 0 0 16,0 0 0-16,0 0 19 0,0 0-20 15,0 14 0 1,0 15-2-16,0 12 19 0,0 9-5 16,0 5-12-16,4 0 0 15,-1-3 12-15,-1-5-12 16,0-1-25-16,0-5 19 16,5-7-142-16,2-3-74 15,2-13-122-15,-2-10-266 16,-5-8-399-16</inkml:trace>
  <inkml:trace contextRef="#ctx0" brushRef="#br0" timeOffset="260.77">1611 5145 1318 0,'0'0'406'15,"0"0"-209"-15,0 0-31 16,0 0-25-16,0 0-37 16,0 0-9-16,0 0 64 15,76 37-88-15,-44-8-17 16,-1 5-21-16,0 0-27 16,2 1-5-16,-2-1-1 15,5-2-104-15,16-3-69 0,-11-6-330 16,-3-11-286-16</inkml:trace>
  <inkml:trace contextRef="#ctx0" brushRef="#br0" timeOffset="482.09">2325 5150 134 0,'0'0'1885'0,"0"0"-1579"16,0 0-171-16,0 0-85 15,0 0-44-15,0 0 94 16,-134 120-14-16,107-74-57 16,2-4 20-16,10-2-49 0,6-10-18 15,5-5-92 1,4-11-78-16,0-14-97 16,6-11-54-16,10-19-21 15,0-6-1003-15</inkml:trace>
  <inkml:trace contextRef="#ctx0" brushRef="#br0" timeOffset="616.29">2307 5115 1255 0,'0'0'510'16,"0"0"-345"-16,0 0 71 15,47 130-49-15,-36-63-69 16,2-1 18-16,1 2-130 16,3-6-6-16,19 4-38 15,-4-16-236-15,-7-13-319 0</inkml:trace>
  <inkml:trace contextRef="#ctx0" brushRef="#br0" timeOffset="903.79">3096 5131 1577 0,'0'0'530'15,"0"0"-441"-15,0 0 23 0,0 0-21 16,0 0 29-16,-129 125 14 16,84-74-76-16,1 5-12 15,3-5-46-15,7-5-53 16,8-7-24-16,0-13-164 15,5-6-264-15,3-19-227 0</inkml:trace>
  <inkml:trace contextRef="#ctx0" brushRef="#br0" timeOffset="1068.24">2728 5267 1549 0,'0'0'388'0,"0"0"-209"16,0 0 19-16,154 26-135 15,-105 3-5-15,-2 3-4 16,0 4-28-16,-1 2-26 0,-3 1-44 16,5 0-186-16,-12-11-62 15,-7-8-446-15</inkml:trace>
  <inkml:trace contextRef="#ctx0" brushRef="#br0" timeOffset="1301.3">3466 5136 1940 0,'0'0'198'0,"0"0"-161"0,0 0 14 16,0 138 53 0,-3-84 64-16,3 1-41 15,0 0-62-15,0 1-12 16,11-5-42-16,3-5-22 0,-1-8-17 15,1-8-111-15,-3-12-21 16,-3-15-143-16,-2-3-75 16,-6-2-108-16</inkml:trace>
  <inkml:trace contextRef="#ctx0" brushRef="#br0" timeOffset="1510.98">3546 5089 1540 0,'0'0'600'0,"0"0"-447"0,0 0-59 16,0 0-35-16,129 81 11 16,-100-35 46-16,-6 8-19 15,-6 5-49-15,-7 4-47 16,-8 1 41-16,-2 0-42 16,-14-1 0-16,-17-7-36 15,-11-6-97-15,-43-1-24 16,12-12-168-16,-4-13-305 0</inkml:trace>
  <inkml:trace contextRef="#ctx0" brushRef="#br0" timeOffset="1663.81">3308 5504 1820 0,'0'0'515'0,"0"0"-301"0,126-40-100 15,-67 29-51-15,-4 0-60 16,-3 7 13-16,-4 4-32 15,13 0-196-15,-12 0-422 16,-9 0-263-16</inkml:trace>
  <inkml:trace contextRef="#ctx0" brushRef="#br0" timeOffset="1880.2">4090 5312 2196 0,'0'0'324'0,"0"0"-324"16,0 0-127-16,0 0 38 16,0 0-96-16,-2 124-54 0,0-84-108 15,2-3 41-15,0-5 153 16,0-6 153-16,0-9 209 16,0-5 5-16,0-4-54 15,0 1-160-15,6-6-61 16,-1 1-1284-16</inkml:trace>
  <inkml:trace contextRef="#ctx0" brushRef="#br0" timeOffset="2447.13">5084 5097 1585 0,'0'0'555'16,"0"0"-348"-16,0 0-77 15,0 0 46-15,0 0-66 16,0 0-32-16,0 0 52 16,0-14-130-16,3 35 0 0,10 13-1 15,0 13 1 1,3 13 25-16,-3 7-25 0,1-1 0 15,-4-6-1-15,-1-8 1 16,3-10-23-16,-6-10-69 16,3-12-131-16,-9-12-59 15,0-8-256-15,0 0-138 0</inkml:trace>
  <inkml:trace contextRef="#ctx0" brushRef="#br0" timeOffset="2660.82">5100 5104 1763 0,'0'0'525'16,"0"0"-345"-16,0 0-97 16,125-12-28-16,-70 21 55 15,1 19-41-15,-7 14 4 0,-8 8 9 16,-15 11-56-16,-15 5 8 16,-11 7-28-16,-8 2-5 15,-29 0 32-15,-9-5-33 16,-4-11-26-16,6-10-7 15,7-16-204-15,12-12-227 16,13-17-498-16</inkml:trace>
  <inkml:trace contextRef="#ctx0" brushRef="#br0" timeOffset="2930.3">5710 5356 1625 0,'0'0'758'0,"0"0"-483"16,0 0-137-16,0 0-103 15,132-31 5-15,-87 30-40 16,-8 1-61-16,-12 12-114 16,-10 10-338-16,-15 0-476 0</inkml:trace>
  <inkml:trace contextRef="#ctx0" brushRef="#br0" timeOffset="3047.82">5721 5595 603 0,'0'0'1347'0,"0"0"-1026"16,0 0-213-16,0 0 30 15,0 0-110-15,166-3-28 16,-83-5-64-16,-15 5-303 16,-7-2-432-16</inkml:trace>
  <inkml:trace contextRef="#ctx0" brushRef="#br0" timeOffset="3595.92">6497 5057 1326 0,'0'0'365'16,"0"0"-137"-16,0 0-61 16,0 0-21-16,0 0-66 15,0 0-22-15,0 0 61 16,-2 28-118-16,9 16 106 15,1 14 27-15,0 14-67 16,-4 5-9-16,-4-1-58 0,2-9 12 16,-2-4 3-16,2-10-15 15,-2-12-15-15,3-9-110 16,5-13-105-16,0-9-128 16,-2-10-362-16</inkml:trace>
  <inkml:trace contextRef="#ctx0" brushRef="#br0" timeOffset="3861.97">6720 5115 1395 0,'0'0'622'0,"0"0"-462"16,0 0-142-16,0 0-17 15,0 0 113-15,0 0 5 16,0 156 22-16,2-91-44 0,6-1-54 15,-2-2 2-15,-2-4-45 16,3-7 0-16,-5-9-18 16,0-10 1-16,-2-11-44 15,0-9-43-15,0-8-67 16,0-4 32-16,0-7 21 16,-8-55-153-16,-3 1-311 15,4-5-446-15</inkml:trace>
  <inkml:trace contextRef="#ctx0" brushRef="#br0" timeOffset="4130.19">6821 5101 842 0,'0'0'410'0,"0"0"-136"16,0 0-89-16,0 0-49 15,142-22 12-15,-117 47 63 16,-7 14-93 0,-12 9-21-16,-6 6 39 0,-8 5-55 15,-26 0-2-15,-9-6-50 16,-5-7-28-16,1-12 53 15,5-12-54-15,11-10 0 16,12-8-6-16,15-4 27 16,4 0-16-16,15-9-5 15,22-2 10-15,9 5 35 16,8 4-45-16,6 2 18 0,4 7-17 16,-1 12 0-1,-3 6-2-15,-4 13-186 0,-16-9-275 16,-16-4-424-16</inkml:trace>
  <inkml:trace contextRef="#ctx0" brushRef="#br0" timeOffset="32775.17">1210 6825 935 0,'0'0'282'15,"0"0"-45"-15,0 0-53 16,0 0 56-16,0 0-121 16,0 0-14-16,-4-50 54 15,4 45-70-15,0-1-22 16,0 1-17-16,0 2-48 15,0-1 84-15,0 1-80 16,0 3 3-16,-2 0 49 16,2 0-43-16,0 0 33 15,0 0-37-15,0 0 6 16,0 0 56-16,0 0-73 16,-3 0 0-16,3 0 2 15,-3 0 17-15,3 0-29 0,0 0 10 16,0 0 0-16,0 0-45 15,0 0 45-15,0 0-13 16,0 0 5-16,0 0-10 16,0 0-1-16,0 0-2 15,0 0 18-15,0 0-43 16,0 0 47-16,0 0-1 16,0 0 20-16,-2 0-10 15,-4 0 62-15,-3 0-72 16,0 5 16-16,0 2 18 15,2 7-34-15,3 4 0 16,4 4 0-16,0 0 23 0,20-3-53 16,9-7 30-16,9-8-19 15,6-4-28-15,-1 0 18 16,-5-16-49-16,-13-6 39 16,-15-2 5-16,-10-2 3 15,-4 3-3-15,-23 5-73 16,-8 8 61-16,-7 10-202 15,7 2-117-15,12 12-451 0</inkml:trace>
  <inkml:trace contextRef="#ctx0" brushRef="#br0" timeOffset="33930.18">1870 6657 1322 0,'0'0'278'0,"0"0"-171"15,0 0-33-15,0 0 39 16,0 0 16-16,0 0 27 16,0 0-40-16,-9-56-116 15,20 44 60-15,7 4-59 0,0 0-1 16,-1 4 59-1,1 4-57-15,1 0 72 0,-2 12-74 16,-3 14 13-16,-8 12 121 16,-4 6-111-16,-2 7 5 15,0 0 38-15,-8 2-47 16,-8-7 30-16,3-8-49 16,1-8 0-16,5-10 2 15,3-6-2-15,2-10-2 16,2-4-5-16,0 0-41 15,13-18 27-15,14-19-119 16,6-12-111-16,0-11 4 16,-1-1-66-16,-8 7 167 15,-8 12 146-15,-7 16 12 16,-9 13 128-16,0 8-10 0,0 5-39 16,-2 5 62-16,-11 18-88 15,-1 12 77-15,3 6-9 16,7 6-103-16,4-4 57 15,2 0-87-15,22-7-52 16,10-8 12-16,23-12-195 16,-7-11-150-16,-8-5-638 0</inkml:trace>
  <inkml:trace contextRef="#ctx0" brushRef="#br0" timeOffset="34164.18">2452 6764 1463 0,'0'0'672'16,"0"0"-489"-16,0 0-155 15,0 0 122-15,0 0-85 16,0 0-29-16,0 0 58 16,93-8-81-16,-53 8 17 15,5 0-30-15,-3 0-3 16,0 0-43-16,-1 0-45 15,-8 1-46-15,-6 6-100 16,-12-4-279-16,-8 0-218 0</inkml:trace>
  <inkml:trace contextRef="#ctx0" brushRef="#br0" timeOffset="34371.71">2438 6883 1625 0,'0'0'311'16,"0"0"-157"-16,0 0-64 16,0 0-28-16,134-11 86 15,-78 2-121-15,1 2-12 16,-1-2-15-16,-2 4-36 16,-7-1-11-16,1 2-94 15,-14 0-205-15,-9 0-225 0</inkml:trace>
  <inkml:trace contextRef="#ctx0" brushRef="#br0" timeOffset="34578.68">2797 6472 1523 0,'0'0'588'0,"0"0"-569"16,0 0-1-16,0 0 98 15,-85 141-55-15,61-83 153 16,4 9-135-16,6 0-72 16,7 3-7-16,7-4-83 15,5 7-73-15,15-18-128 16,1-21-378-16</inkml:trace>
  <inkml:trace contextRef="#ctx0" brushRef="#br0" timeOffset="35020.98">3154 6918 1045 0,'0'0'733'16,"0"0"-558"-16,0 0-26 16,0 0-7-16,0 0 1 0,0 0-76 15,0 0-2-15,51-94 36 16,-31 63-101-16,0-1 0 16,-3-4-10-16,2-2 10 15,-1-2-28-15,-3-3 14 16,-1 5 14-16,-1 3-1 15,-2 7 14-15,-2 10-1 16,-4 7 31-16,-3 11-26 16,-2 0-34-16,2 14 7 15,-2 18 10-15,0 11 97 16,0 7-90-16,0 8 29 16,-4 0-36-16,-3 1 37 0,3-5-80 15,1-4 34-15,3-4-171 16,0-2 22-16,5-15-369 15,8-9-179-15</inkml:trace>
  <inkml:trace contextRef="#ctx0" brushRef="#br0" timeOffset="35224.82">3777 6694 730 0,'0'0'1653'0,"0"0"-1134"16,0 0-519-16,0 0-35 0,0 0 8 15,0 0-87-15,0 0-42 16,0 17-359-16,0 15-9 16,0 0-30-16</inkml:trace>
  <inkml:trace contextRef="#ctx0" brushRef="#br0" timeOffset="35305.53">3773 6904 859 0,'0'0'496'15,"0"0"-248"-15,0 0-141 16,0 0 14-16,0 0-121 16,0 0-61-16,0 0-266 0</inkml:trace>
  <inkml:trace contextRef="#ctx0" brushRef="#br0" timeOffset="36273.85">4201 6930 1410 0,'0'0'752'16,"0"0"-564"-16,0 0-116 0,0 0 81 15,0 0-108 1,0 0-3-16,152-120-42 0,-94 71 25 16,0-1-19-16,-5-2-6 15,-8 2 0-15,-11 2-22 16,-13 7 44-16,-9 4-13 16,-10 7-9-16,-2 7 0 15,0 11 28-15,0 7-28 16,-6 5-10-16,1 3 8 15,0 28-60-15,1 19 53 0,4 34 9 16,0 32 0 0,0-3 91-16,4-9-90 0,3-16 16 15,-2-24 37-15,-5 1-54 16,0-4 60-16,0-15-60 16,0-14 0-16,0-9 8 15,0-13-8-15,-2-6 0 16,-3-4 22-16,-2 0-6 15,3-5 50-15,0-22-66 16,4-15 0-16,0-14-28 16,10-13 28-16,21-5-42 15,10 0-7-15,6 2-147 16,4 4 65-16,0 2-158 16,-4 3 13-16,-7 5 179 15,-9 6-1-15,-11 5 98 0,-11 10 82 16,-5 7 20-16,-4 10 139 15,0 12-103-15,-8 8-61 16,-10 0 42-16,-2 28-118 16,0 13 61-16,2 14 1 15,9 7-50-15,9 0 66 16,0-2-79-16,9-5-16 16,15-11 2-16,8-10-42 15,-1-12-47-15,3-8 6 16,-3-9-159-16,-2-6 31 15,-10-17-163-15,-7-6-793 0</inkml:trace>
  <inkml:trace contextRef="#ctx0" brushRef="#br0" timeOffset="36588.15">5127 6650 1468 0,'0'0'494'0,"0"0"-315"16,0 0-110-16,0 0 63 15,0 0-40-15,51 117-3 16,-49-72 130-16,-2 1-164 15,0-9-21-15,0-4 8 16,0-13-31-16,0-8 8 16,0-7-19-16,0-5 0 15,0 0-48-15,0-1 48 16,5-22-45-16,5-11-19 16,4-12-141-16,-1-5 78 0,0 2 18 15,-3 13 109 1,-6 14 44-16,1 14 58 15,1 8-48-15,0 10-14 16,6 16 15-16,3 9 54 16,6-1-109-16,3-5 18 0,5-2-57 15,5-11 36-15,6-16-141 16,-7 0-64-16,-10-16-339 0</inkml:trace>
  <inkml:trace contextRef="#ctx0" brushRef="#br0" timeOffset="36748.15">5644 6353 2080 0,'0'0'662'16,"0"0"-533"-16,0 0-22 15,0 0-107-15,116 114 22 0,-97-28-22 16,-13 28 38-16,-6 24-92 16,-21-7 51-16,-22-10-220 15,8-44-161-15,4-33-544 0</inkml:trace>
  <inkml:trace contextRef="#ctx0" brushRef="#br0" timeOffset="38463.89">6325 6828 1066 0,'0'0'330'0,"0"0"-156"16,0 0-47-16,0 0 13 15,0 0-12-15,0 0 147 16,0 0-142-16,-8 0-65 15,8 0 15-15,0 0-59 16,0 0 27-16,0 0-51 16,0 0 32-16,0 0 12 15,0 0-44-15,0 0 0 0,0 0 0 16,0 0 19-16,0 0-9 16,0 0-10-16,0 0 0 15,0 0-19-15,0 0 19 16,0 0-1-16,0 0-13 15,0 0 28-15,0 0-19 16,0 0 5-16,0 0 0 16,0 0-12-16,0 0 21 15,0 0-9-15,0 0 25 16,0 0-11-16,0 0 40 16,0 0-54-16,0 0 0 0,0 0 26 15,0 0-26 1,0 0 0-16,0 0 6 0,0 0 17 15,0 0 8 1,0 0-31-16,0 0 0 0,0 0 11 16,0 0-11-16,0 0 0 15,0 0 28-15,0 0-16 16,0 0 72-16,0 0-84 16,0 0 0-16,0 0-3 15,0 0 4-15,0 0-1 16,6 1 0-16,13 6 23 15,3-1-26-15,9-1 3 0,7 4 0 16,4-4-14 0,3-1 14-16,-1 1-42 15,-1-1-59-15,-5 0-163 0,-3 6 45 16,-8-3-341 0,-14 2-289-16</inkml:trace>
  <inkml:trace contextRef="#ctx0" brushRef="#br0" timeOffset="38656.71">6308 7037 2181 0,'0'0'480'0,"0"0"-413"16,0 0-64-16,0 0 28 15,0 0-19-15,160 8-12 0,-89-3 10 16,8 4-65-1,17 1-109-15,-18-2-307 0,-16-7-403 0</inkml:trace>
  <inkml:trace contextRef="#ctx0" brushRef="#br0" timeOffset="40476.18">7802 6334 1324 0,'0'0'305'16,"0"0"-101"-16,0 0-100 16,0 0 54-16,0 0 34 15,0 0-91-15,0 0 86 16,-40-110-159-16,46 82-13 15,15 3 16-15,0 6-20 16,2 7-17-16,-3 10 6 16,-5 2 0-16,-5 19-46 15,-10 22 52-15,0 11-6 16,-16 10 55-16,-18 7-49 16,-9-8 58-16,1-4-64 15,5-15 10-15,8-12 38 0,8-12-48 16,11-10 0-16,10-4 12 15,0-4-5-15,6 0 58 16,23 0-65-16,11-4 1 16,9-4 13-16,5 2-14 15,-3 4-34-15,-4 2-8 16,-7 0-117-16,7 0 2 16,-14 8-207-16,-4 0-419 0</inkml:trace>
  <inkml:trace contextRef="#ctx0" brushRef="#br0" timeOffset="42167.04">8364 6145 1015 0,'0'0'497'16,"0"0"-462"-16,0 0-3 15,0 0 10-15,0 0-6 16,0 0 82-16,0 0-27 15,2-41-63-15,0 36 121 0,-2 3-105 16,0 2 42 0,0-1 30-16,0 1-46 0,-7 0 32 15,-13 0-102-15,-4 0 15 16,-8 8-30-16,1 12 29 16,2 8-14-16,9 8 52 15,9 5-30-15,9 2 84 16,2 4-57-16,6-6-48 15,15-1 105-15,3-5-106 16,-4-5 21-16,-4-9-21 16,-5-4 30-16,-9-3-21 15,-2-2-9-15,0 0 0 0,-17 2-2 16,-8-4 2-16,0-2 0 16,5-8-2-16,2 0 1 15,11-14-77-15,7-20 78 16,0-10-210-16,32-7 127 15,10 0-55-15,10 5 95 16,-2 11 34-16,0 12 9 16,-6 16 15-16,-8 7 1 15,-8 2 24-15,-5 20 68 16,-7 10-65-16,-10 2 54 16,-1 4-23-16,-5-4-68 15,0-3 91-15,0-7-97 16,0-10 0-16,0-8-23 0,0-4 39 15,0-2-35-15,0 0 13 16,6-4-24-16,13-18-33 16,5-6-72-16,7-7-5 15,3 8 118-15,-3 4 19 16,-2 18-6-16,-4 5 9 16,-8 11 0-16,-5 19 71 15,-8 8-61-15,-4 1 48 16,0-5 38-16,0-6-62 15,-4-8 40-15,-4-10-74 16,6-5 0-16,2-5-47 16,0-3 47-16,18-21-55 15,16-12-102-15,10-8-62 16,7-2 145-16,3 2-15 16,0 12 89-16,-10 13 0 0,-9 17 0 15,-8 2 33-15,-8 30 7 16,-13 16-29-16,-6 9-16 15,0 6 5-15,-2 6-182 16,-7-13-112-16,-3-16-703 0</inkml:trace>
  <inkml:trace contextRef="#ctx0" brushRef="#br0" timeOffset="43112.88">9579 5966 1164 0,'0'0'394'16,"0"0"-102"-16,0 0-89 15,0 0-147-15,0 0-3 16,0 0-38-16,0 0 10 15,-116 96 208-15,99-20-129 16,13 8-12-16,4 1 5 16,0-6-82-16,13-8 48 15,12-11-63-15,6-14 0 0,4-12-49 16,6-10 49-16,3-9-112 16,19-15-52-16,-10-3-333 15,-11-17-305-15</inkml:trace>
  <inkml:trace contextRef="#ctx0" brushRef="#br0" timeOffset="43402.18">10001 5941 1448 0,'0'0'248'16,"0"0"-189"-16,0 0 165 16,0 125-86-16,0-75-29 15,3-4 59-15,6 0-133 16,0-8-5-16,-1-6-30 16,0-8 24-16,0-5-78 15,-1-10 10-15,-3-6-157 16,4-3 66-16,0-31 16 15,1-7-246-15,-3-10-1070 0</inkml:trace>
  <inkml:trace contextRef="#ctx0" brushRef="#br0" timeOffset="43564.73">10158 5935 1245 0,'0'0'341'0,"0"0"-128"0,0 0-43 15,0 147-81-15,0-97 32 16,2-4-72-16,3-8 31 15,1-4-66-15,1-4 21 16,0-6-70-16,-3-4-28 16,-4-10-174-16,0-6-113 15,0-4-247-15</inkml:trace>
  <inkml:trace contextRef="#ctx0" brushRef="#br0" timeOffset="43739.68">9901 5920 1595 0,'0'0'380'0,"0"0"-194"16,0 0-44-16,116-25-78 15,-62 25 29-15,4 0-93 16,0 0 2-16,-3 0-47 16,11 18-23-16,-20 1-251 15,-11-5-416-15</inkml:trace>
  <inkml:trace contextRef="#ctx0" brushRef="#br0" timeOffset="43993.12">9832 6423 1196 0,'0'0'399'15,"0"0"-216"-15,0 0-162 16,0 0 77-16,0 0 111 16,0 0-64-16,0 0 107 15,129 0-193-15,-64 0-50 16,7 0 0-16,-1-9-9 16,-2 2-62-16,7-1-61 15,-18 1-227-15,-18 6-243 0</inkml:trace>
  <inkml:trace contextRef="#ctx0" brushRef="#br0" timeOffset="44354.9">10256 6486 1672 0,'0'0'492'16,"0"0"-491"-16,0 0 54 16,0 0-54-16,-123 41 14 15,88-9 59-15,6 4 55 16,9 5-69-16,9-2 51 0,11-1-111 16,0-6 21-16,19-3 50 15,14-12-62-15,8-6-9 16,1-11 0-16,3 0-41 15,-5-16 9-15,-9-9-67 16,-12-1-38 0,-17 0 124-16,-2 2-101 0,-12 4 24 15,-13 4 66-15,-1 8 6 16,-1 6-7-16,7 2-82 16,7 0-258-16,8 0-372 0</inkml:trace>
  <inkml:trace contextRef="#ctx0" brushRef="#br0" timeOffset="44779.68">10648 6229 1822 0,'0'0'478'15,"0"0"-478"-15,0 0-45 16,0 0 45-16,0 0 37 16,0 0 83-16,49 124 20 15,-47-82-103-15,-2-2 103 16,0-4-140-16,0-8 0 16,0-7 11-16,0-10 8 0,0-8-14 15,0-3-5-15,3 0 1 16,4-9-44-16,3-19 43 15,4-12-146-15,-3-10 69 16,0-3-125-16,-7 6 193 16,-1 12 9-16,-3 15 111 15,0 14 169-15,0 6-280 16,0 15 16-16,-7 20-4 16,7 7 6-16,0 9 74 15,14-1-92-15,17-4-6 16,11-4-43-16,7-10-58 15,18-13-103-15,-13-7-161 16,-10-10-580-16</inkml:trace>
  <inkml:trace contextRef="#ctx0" brushRef="#br0" timeOffset="45508.85">11375 6060 179 0,'0'0'1664'15,"0"0"-1318"-15,0 0-137 0,0 0-181 16,0 0-3-16,0 0-27 15,0 0 37-15,42 72 26 16,-15-6 71-16,0 11-81 16,-5 4 67-16,-9-5-118 15,-8-8 6-15,-5-7 3 16,0-11-9-16,-11-8 0 16,-7-6 0-16,3-8-125 15,3-7 23-15,7-16-221 16,5-5-313-16,0 0-203 0</inkml:trace>
  <inkml:trace contextRef="#ctx0" brushRef="#br0" timeOffset="45789.43">11778 6379 971 0,'0'0'1263'16,"0"0"-770"-16,0 0-388 16,0 0-104-16,0 0 94 15,0 0-82-15,0 0-13 16,108 0 30-16,-55 3-22 0,5-1-16 15,20 0-219-15,-16-2-278 16,-10 0-139-16</inkml:trace>
  <inkml:trace contextRef="#ctx0" brushRef="#br0" timeOffset="46040.68">12458 6377 2096 0,'0'0'285'0,"0"0"-285"15,0 0-99-15,0 0-175 16,83-148 110-16,-69 99 82 0,-6-6 82 16,-4 4-9-1,3 2 25-15,-3 12 31 0,-2 7 113 16,4 13 79-16,-4 10 225 16,0 7-372-16,2 5-65 15,3 30-27-15,1 19 0 16,0 14 39-16,1 16-39 15,-5 4-90-15,-4 26-57 16,0-22-338-16,-4-17-209 0</inkml:trace>
  <inkml:trace contextRef="#ctx0" brushRef="#br0" timeOffset="46875.04">7714 7173 1106 0,'0'0'362'15,"0"0"-119"-15,0 0-94 16,0 0 89-16,0 0-187 16,0 0-7-16,0 0 76 15,100-41-78-15,-48 40-5 16,13 1 12-16,11 0-48 15,13 0 133-15,27 0-106 16,24 3-20-16,32 4 78 16,15-6-58-16,2-1 10 15,-6 0-38-15,-11 0 25 16,7-8-15-16,1-4-10 16,7 0 0-16,-4 2-4 15,-5 0 17-15,-9 0-22 0,-5 4 9 16,-8 1 0-16,-9 0-18 15,-7 5 18-15,-8 0 0 16,-21 0-16-16,-20-2 41 16,-21 0-50-16,-8-4-24 15,5 0 18-15,4-2-11 16,3 0 42-16,-16 1-15 16,-16 4 15-16,-11 1-110 15,-20 2-63-15,-7 0-225 16,-4 0-390-16</inkml:trace>
  <inkml:trace contextRef="#ctx0" brushRef="#br0" timeOffset="47722.47">9074 7724 1279 0,'0'0'401'0,"0"0"-151"16,0 0 58-16,0 0-126 0,0 0-54 15,0 0 61-15,0 0-131 16,52-30-28-16,-8 6-30 16,10-6 8-16,2-4-50 15,0-2 12-15,-6-2-59 16,-7-1 83-16,-9 7-66 16,-13 8 41-16,-9 8 31 15,-8 8 0-15,-4 6 6 16,0 2-6-16,0 0-22 15,0 24 11-15,0 12 22 0,0 13 32 16,0 9-5 0,0 4-11-16,0-2 18 0,5-6-45 15,5-8-89-15,4-10 26 16,11-12-177-16,-4-12-241 16,-2-12-171-16</inkml:trace>
  <inkml:trace contextRef="#ctx0" brushRef="#br0" timeOffset="47875.21">9703 7662 2054 0,'0'0'482'0,"0"0"-451"16,119 0-5-16,-51 0-52 16,8 0-9-16,2 0-74 15,24 0 50-15,-19-5-424 0,-14-4-331 16</inkml:trace>
  <inkml:trace contextRef="#ctx0" brushRef="#br0" timeOffset="48241.68">10443 7525 1517 0,'0'0'442'15,"0"0"-442"-15,0 0-53 16,0 0 53-16,0 0 8 15,0 0 149-15,125 93 1 16,-119-51-34-16,-4 6 66 16,-2-2-115-16,0-4-7 15,0-6-49-15,-2-10 22 16,0-10-22-16,2-8-19 0,0-8-10 16,0 0-28-16,0-10 23 15,14-22-78-15,5-12-200 16,0-10-43-16,-4-5-157 15,-3 9 391-15,-8 13 102 16,-2 15 547-16,-2 18-221 16,0 4-225-16,-2 26-91 15,-2 11 7-15,4 8 103 16,2 3-99-16,31-2-15 16,21-6-12-16,57-12-129 15,-8-12-161-15,-8-14-545 0</inkml:trace>
  <inkml:trace contextRef="#ctx0" brushRef="#br0" timeOffset="48856.21">11643 6958 758 0,'0'0'821'16,"0"0"-587"-16,0 0 59 16,0 0-117-16,0 0-47 15,0 0 2-15,0 0-70 16,33 9 6-16,1 3-11 15,10 1-48-15,12-1 81 16,10-5-89-16,10-7 0 16,9 0 44-16,4 0-38 15,2-7 27-15,-2-5-33 16,-2-1-106-16,-4 4 79 0,17-3-284 16,-19 4-313-16,-17-1-627 0</inkml:trace>
  <inkml:trace contextRef="#ctx0" brushRef="#br0" timeOffset="49204.82">13446 6856 2155 0,'0'0'648'0,"0"0"-645"16,0 0-3-16,0 0-246 15,0 0-80-15,0 0-62 16,0 0-271-16</inkml:trace>
  <inkml:trace contextRef="#ctx0" brushRef="#br0" timeOffset="49290.53">13417 7203 1028 0,'0'0'842'0,"0"0"-842"16,0 0-83-16,0 0-707 16</inkml:trace>
  <inkml:trace contextRef="#ctx0" brushRef="#br0" timeOffset="50502.78">14565 7074 1332 0,'0'0'551'16,"0"0"-345"-16,0 0-61 16,0 0 95-16,0 0-53 15,0 0-81-15,0 0 11 16,83-98-110-16,-31 42-14 0,9-8 1 15,1-4-30-15,0-3-3 16,-6 1 18-16,-11 1-49 16,-13 6 61-1,-15 1-83-15,-10 5 57 0,-5 7 25 16,-2 13 10-16,0 8 31 16,0 10 8-16,-5 12-32 15,-1 7 28-15,-3 0-35 16,-7 24-11-16,1 20 10 15,-3 18 2-15,3 15 133 16,8 8-95-16,5 5-31 16,2-6 59-16,2-8-66 0,15-12 26 15,6-15-27-15,4-8 15 16,2-13-3-16,0-12-12 16,4-8-15-16,0-8 3 15,5 0-33-15,0-16 26 16,0-17-56-16,0-11-120 15,-5-11 147-15,-4-11-170 16,-4-7-33-16,-5-1 82 16,-7 2 27-16,-4 6 131 15,-5 10-8-15,-1 13 19 16,-3 16 240-16,0 8-55 16,0 14 10-16,0 5-72 15,0 0-107-15,0 26 23 0,0 18-32 16,-7 16 34-16,1 12 129 15,1 9-142-15,1-2 11 16,2-5-18-16,2-5 0 16,0-9-7-16,0-14-14 15,0-8-55-15,0-9 33 16,4-12-96-16,-2-5-40 16,-2-8-20-16,0-4-94 15,-16-18 179-15,-11-12-292 16,-6-7-837-16</inkml:trace>
  <inkml:trace contextRef="#ctx0" brushRef="#br0" timeOffset="51041.08">15213 6796 922 0,'0'0'350'16,"0"0"33"-16,0 0-194 15,0 0-46-15,0 0 33 16,137-94-112-16,-73 91-27 0,3 3-31 16,2 0 23-16,-7 16 128 15,-8 7-84-15,-14 6-39 16,-16 4 68-16,-7 3-58 15,-11 0 31-15,-6-2-56 16,0-4 17-16,0-6-3 16,0-10-33-16,0-4-6 15,0-8-18-15,0-2 20 16,11 0 4-16,7-21 0 16,9-10-155-16,8-11 102 15,1-8-131-15,-3 1 33 16,-6 8 98-16,-11 10 53 0,-9 15 167 15,-7 13-44-15,0 3-117 16,-3 9 83-16,-10 20-75 16,-3 6 35-1,8 5 52-15,3 1-48 0,5-7 27 16,0-6-80-16,20-6 0 16,9-9 17-16,9-10-17 15,11-3-8-15,7-10 8 16,4-20-101-16,-2-8 38 15,-7-8-68-15,-13-2 19 16,-12-1 90-16,-12 8-152 16,-14 9 158-16,0 13 16 15,-22 12 53-15,-7 7 35 0,0 5-9 16,4 21-5-16,3 9 84 16,11 5-98-16,6 4 7 15,5 2-34-15,0-3-9 16,16 2 1-16,8-7-25 15,3-2-70-15,4 4 3 16,-6-8-228-16,-9-10-276 0</inkml:trace>
  <inkml:trace contextRef="#ctx0" brushRef="#br0" timeOffset="51171.95">15951 7257 2335 0,'0'0'521'0,"0"0"-502"15,0 0-19 1,0 0-145-16,0 0-106 0,157-14-289 0</inkml:trace>
  <inkml:trace contextRef="#ctx0" brushRef="#br0" timeOffset="51306.78">17224 6944 2471 0,'0'0'15'0,"0"0"-15"0</inkml:trace>
  <inkml:trace contextRef="#ctx0" brushRef="#br0" timeOffset="54554.2">1317 8707 1109 0,'0'0'310'15,"0"0"-192"-15,0 0-109 16,0 0 72-16,0 0-14 16,0 0-1-16,0 0 82 15,31-34-87-15,-31 34 2 16,0 0 2-16,0 0-5 15,0 0 12-15,0 0-72 16,2 13 0-16,1 16 18 16,-1 7 22-16,-2 10 37 0,0 4-15 15,0-2-48 1,0-4 67-16,0-5-81 0,-9-6 0 16,-2-3 15-16,4-6-15 15,-2-4 0-15,2-6-24 16,3-3-98-16,-3-7 64 15,1-4-94-15,-1 0 80 16,-2-17 14-16,2-37-278 16,3 3-26-16,4-4-131 0</inkml:trace>
  <inkml:trace contextRef="#ctx0" brushRef="#br0" timeOffset="54753.53">1497 8613 929 0,'0'0'321'15,"0"0"-78"-15,0 0-51 16,143 60 95-16,-112-9-109 15,-8 10-50-15,-17 1-12 16,-6 0-41-16,-2-4 14 16,-25-3-35-16,-4-9-44 15,-2-10 46-15,4-9-56 16,8-8-44-16,11-13-11 16,10-6-61-16,0 0 33 15,42-42-140-15,3 1-592 16,1 4 245-16</inkml:trace>
  <inkml:trace contextRef="#ctx0" brushRef="#br0" timeOffset="54946.65">1805 8979 940 0,'0'0'315'0,"0"0"9"0,0 0-79 16,0 0-54-1,0 0 44-15,51 118-170 16,-37-96 0-16,6-10-20 0,4-7-30 16,5-5 41-16,-2-5-56 15,-2-16 0-15,-10-11-15 16,-9-3 16-16,-6-2-1 15,0 2 16-15,-15 3-9 16,-3 11 41-16,1 4-48 16,1 15-63-16,11 6-10 15,3 18-438-15,2 2-39 0</inkml:trace>
  <inkml:trace contextRef="#ctx0" brushRef="#br0" timeOffset="55996.92">2367 8891 1463 0,'0'0'248'15,"0"0"-96"-15,0 0-144 16,0 0 9-16,0 0 155 15,0 0 20-15,0 0 45 16,4 101-167-16,14-78-39 16,4-2 29-16,5-6-48 15,2-6 10-15,2-8-22 0,-2-1-27 16,-2 0-3 0,-7-13-56-16,-7-8-18 0,-8-3 2 15,-5-3-58-15,0 0 73 16,0 5 19-16,-5 4 68 15,5 8 200-15,0 4-168 16,14 2-26-16,17 1 17 16,14-4-13-16,10 2 48 15,8 0-33-15,-3 1-10 16,-6 4 108-16,-14 0-117 16,-16 0 21-16,-11 16 25 15,-13 2-27-15,0 6 79 0,-2 0-69 16,-11-4-22-16,-1-2 36 15,6-8-49-15,1-6 0 16,7-1-7-16,0-3-10 16,0 0-1-16,0-3-26 15,7-11-40-15,1-2-10 16,2 2-20-16,-4 3 114 16,-4 8 70-16,-2 3-26 15,0 0 26-15,0 10-62 16,0 8-8-16,0 1 88 15,0-1-79-15,13-2-6 16,6-6-3-16,5-6 28 16,5-4-79-16,0 0 41 15,0-11-135-15,-4-8 64 16,-3-4-51-16,-8 1 10 16,-4 5 75-16,-5 3 47 0,-3 7 111 15,-2 5 15-15,0 2-86 16,0 0 17-16,0 11-56 15,0 8 80-15,9-1-23 16,2 1-35-16,4-8 24 16,6 0-47-16,3-8-22 15,1-3 4-15,0 0-30 16,-4-7-36-16,0-11-56 16,-8-3-42-16,-1 1 146 15,-4 5-89-15,-4 2 103 16,1 7 22-16,-3 6 44 15,3 2 20-15,2 24-28 0,-1 18 34 16,3 14 103-16,-2 14-128 16,2 11 38-16,-5 1 23 15,0-3-71 1,-1-5 27-16,-3-9-62 0,0-14 0 16,0-9 4-16,-13-8-4 15,-10-10 0-15,-6-9 0 16,-4-5 25-16,-7-7-34 15,1-5 9-15,6-2 0 16,6-24 0-16,14-9 0 16,9-16 0-16,4-9 3 15,11-5 15-15,16-3 14 0,4 2-32 16,0 1-64-16,-2 7 56 16,-9-1-181-16,-20-14-111 15,-6 17-288-15,-23 6-1038 0</inkml:trace>
  <inkml:trace contextRef="#ctx0" brushRef="#br0" timeOffset="56127.4">2890 8604 1475 0,'0'0'361'16,"0"0"-143"-16,0 0 42 16,0 0-150-16,0 0-69 15,162-96-41-15,-123 120-166 16,-5 13-212-16</inkml:trace>
  <inkml:trace contextRef="#ctx0" brushRef="#br0" timeOffset="56233.71">2880 9772 962 0,'0'0'245'0,"0"0"-245"0</inkml:trace>
  <inkml:trace contextRef="#ctx0" brushRef="#br0" timeOffset="57362.14">4271 9108 550 0,'0'0'1052'15,"0"0"-656"-15,0 0-130 16,0 0-116-16,0 0 3 16,0 0-153-16,120-125 1 15,-67 74-10-15,5-2 9 16,-6-3-34-16,-8-2-27 16,-12 1-18-16,-15 6 73 15,-13 4-63-15,-4 11 38 0,-4 10 13 16,-16 12 22-16,0 12-4 15,0 2 0-15,0 23-44 16,2 23 44-16,4 34 0 16,8 38 57-16,6 32 64 15,0 12-38-15,6-26 23 16,2-37-41-16,-4-36-59 16,-4-12 82-16,0 6-88 15,0-1 0-15,-18-2 21 16,-9-10-20-16,-6-14 43 15,-5-10-44-15,0-10 11 16,3-10 28-16,8-8-18 16,13-30-21-16,14-32 0 0,16-4 22 15,26-17-47 1,18-3-2-16,9 14-102 16,12-5 28-16,28 0-186 0,-19 22-192 15,-19 17-402-15</inkml:trace>
  <inkml:trace contextRef="#ctx0" brushRef="#br0" timeOffset="58376.73">5209 9218 1513 0,'0'0'545'0,"0"0"-423"16,0 0 70-16,0 0-101 16,0 0-79-16,0 0 17 0,140-153-28 15,-88 99-2-15,4-8-20 16,-4-1-73-16,0-7 93 15,-7-3-103-15,-12-2 0 16,-8 3 97-16,-10 7 1 16,-10 12 6-16,-5 15 99 15,0 14-33-15,0 12 46 16,-3 12-112-16,-7 0-15 16,-9 22-2-16,2 22 34 15,-1 31-7-15,7 2 48 16,4 16-37-16,7 1 137 15,0-17-109-15,16 6-28 0,6-14 37 16,5-11-57-16,-1-12 38 16,1-12-39-16,2-12 8 15,2-8-29 1,0-11 21-16,3-3-90 0,-3 0-16 16,3-24-32-16,-5-10-13 15,5-40-172-15,-13 6-185 16,-3 0-79-16</inkml:trace>
  <inkml:trace contextRef="#ctx0" brushRef="#br0" timeOffset="58572.43">6053 8592 186 0,'0'0'1198'0,"0"0"-716"15,0 0-100-15,0 0-285 16,0 0-83-16,0 0 15 0,0 0 59 16,-6 147 66-1,6-75-66-15,0-2-77 0,0-2 71 16,0-7-82-16,10-10 0 15,0-6 0-15,-1-11-57 16,0-8 50-16,0-10-147 16,-2-7-57-16,-7-9 4 15,0 0-183-15,-9-5 19 0</inkml:trace>
  <inkml:trace contextRef="#ctx0" brushRef="#br0" timeOffset="59096.94">5847 8937 1235 0,'0'0'574'0,"0"0"-522"0,0 0 21 16,0 0-73-16,164-44 0 16,-110 44 56-16,-3 14 16 15,-6 11 80-15,-7 8-28 16,-12 5-87-16,-9 2 157 16,-11 2-137-16,-4-3-20 15,-2-6 44-15,0-8-80 16,0-7 14-16,2-10-15 15,3-6-6-15,5-2-24 16,9-2 30-16,5-22-34 16,8-10-57-16,1-8-114 15,-2-2 29-15,-6 2 42 16,-10 5 134-16,-8 16 38 16,-7 8 196-16,0 13-116 15,0 0-51-15,-14 16-56 0,1 10 64 16,6 3-33-16,5 0-42 15,2 0 101-15,7-5-100 16,15-4-1-16,9-6 0 16,8-10 12-16,3-4-31 15,0-2-32-15,1-19-106 16,-8-6 147-16,-8-5-161 16,-10-3-8-16,-9 2 32 15,-8 0 1-15,0 11 146 16,-21 10 49-16,-3 12-14 15,-3 0 157-15,3 19-71 16,4 13-23-16,9 7-4 0,8 6-20 16,3 1 33-1,7 0-107-15,20-4-6 16,8-1-16-16,14 0-105 0,-8-10-92 16,-12-10-403-16</inkml:trace>
  <inkml:trace contextRef="#ctx0" brushRef="#br0" timeOffset="59220.59">6468 9476 2002 0,'0'0'678'15,"0"0"-678"-15,0 0-54 16,0 0-318-16,0 0-103 0,0 0-869 16</inkml:trace>
  <inkml:trace contextRef="#ctx0" brushRef="#br0" timeOffset="60536.16">8196 9483 1385 0,'0'0'570'16,"0"0"-475"-16,0 0-59 15,0 0-36-15,0 0-338 16,0 0-601-16</inkml:trace>
  <inkml:trace contextRef="#ctx0" brushRef="#br0" timeOffset="78910.05">7389 8685 1041 0,'0'0'332'0,"0"0"-200"0,0 0 27 15,0 0 14-15,0 0-45 16,0 0 80-16,-5-109-81 16,5 93-16-16,0 2 60 15,0 2-81-15,-2 4-8 16,2 2-42-16,0 4-9 15,0 2-4-15,0 0-27 16,0 0-15-16,0 20 3 16,0 22 23-16,0 32-11 15,0 7 22-15,0 12 7 16,0 6 26-16,0-16-55 16,2 4 0-16,5-8-6 15,3-15 27-15,-2-14-42 16,1-12-30-16,0-12-140 15,-2-10 60-15,-7-14-207 0,0-2-146 16,-2 0 236-16</inkml:trace>
  <inkml:trace contextRef="#ctx0" brushRef="#br0" timeOffset="79308.22">7017 9056 1716 0,'0'0'361'16,"0"0"-277"-16,0 0-16 15,0 0-68-15,143 0 22 16,-74 5-22-16,1-1 11 16,2-1-23-16,-5-3-88 15,-7 0-54-15,-10 0 39 16,-10-11-139-16,-14-3 33 0,-6-4 70 16,-11 0 75-16,-4 4 76 15,-3 2 92-15,-2 9 204 16,0 3-8-16,0 3-225 15,0 26-40-15,0 11 171 16,-2 7-100-16,2 4 63 16,0-3-117-16,0-6-31 15,0-10 18-15,0-9-26 16,0-11-1-16,0-7 0 16,2-5 7-16,-2 0 15 0,2-14-22 15,2-16-58 1,3-10 57-16,7-9-42 0,3 0 28 15,6 3 13-15,3 5-17 16,4 13-24-16,9 14-96 16,-5 8-176-16,-10 6-407 0</inkml:trace>
  <inkml:trace contextRef="#ctx0" brushRef="#br0" timeOffset="79856.73">7951 9226 1337 0,'0'0'943'0,"0"0"-882"16,0 0 0-16,0 0-61 16,138-37-78-16,-93 4 24 15,-1-8 5-15,-8-3-12 0,-12 2-87 16,-16 3-86-16,-8 8 8 16,-21 9 79-16,-19 12 147 15,-7 10 25-15,-5 10 213 16,8 24 34-16,11 10-88 15,10 6-26-15,17 0 83 16,6-1-199-16,11-10 6 16,18-7-4-16,12-6-33 15,5-13 35-15,5-9-46 16,-2-4-14-16,0-6-26 16,-9-17-19-16,-4-4-47 15,-7-6 29-15,-7 0-54 16,-4 1 6-16,-7 4-9 15,-4 10 134-15,-5 8 40 16,0 10-1-16,-2 0-17 0,3 15 33 16,-1 13 20-16,0 3 88 15,3 1-106-15,-1-6-56 16,0-6 38-16,1-5-39 16,-1-10-33-16,3-5 17 15,0 0-47-15,4-10 46 16,7-12-168-16,7-4-122 15,4-2 5-15,4 2 68 16,0 8 234-16,3 7 52 16,-3 11 54-16,-4 0 69 15,-6 16-76-15,-8 11-49 16,-6 3-17-16,-9 1-33 16,-9 6-25-16,-18-9-169 15,-6-8-319-15</inkml:trace>
  <inkml:trace contextRef="#ctx0" brushRef="#br0" timeOffset="80033.56">7731 8860 1884 0,'0'0'509'0,"0"0"-497"15,112-69 56-15,-40 48-68 16,8 4-59-16,9 15 16 15,32 2-155-15,-20 22-175 0,-17-1-1267 16</inkml:trace>
  <inkml:trace contextRef="#ctx0" brushRef="#br0" timeOffset="80593.97">9507 8828 1181 0,'0'0'326'0,"0"0"-141"0,0 0-153 15,0 0 111-15,0 0-111 16,0 0-4-16,0 0 32 16,-5 29 27-16,5 9 103 15,0 8-26-15,5 6-69 16,1 3 87-16,-1-4-176 15,2 0 0-15,-1-12 18 16,1-4-3-16,-3-10-5 16,0-10-16-16,2-5-75 15,-4-6 68-15,0-4-155 16,0-8 18-16,3-13 13 16,-3-13-384-16</inkml:trace>
  <inkml:trace contextRef="#ctx0" brushRef="#br0" timeOffset="80804.14">9656 8840 1318 0,'0'0'276'15,"0"0"-85"-15,0 111-28 16,0-56 61-16,0-4-95 16,0 0 50-16,0-5-91 15,4-6-88-15,3-2 52 16,0-9-52-16,0-6-41 15,-3-7-35-15,-4-9-105 16,0-7 11-16,0-7 13 0,-11-19-83 16,-7-8-1273-16</inkml:trace>
  <inkml:trace contextRef="#ctx0" brushRef="#br0" timeOffset="81065.82">9783 8797 1152 0,'0'0'244'0,"0"0"27"16,0 0-142-16,39 110-49 16,-39-62 94-16,-29 3-35 15,-12-1-19-15,-3-7-64 16,1-6-28-16,9-13 33 16,13-10-61-16,11-8 0 0,10-6 16 15,2 0 5 1,27 0 12-16,14-3-33 0,10 0 7 15,7 1 20-15,8 2-27 16,-1 0 0-16,-1 12-21 16,24 2-10-16,-22-2-217 15,-7-7-490-15</inkml:trace>
  <inkml:trace contextRef="#ctx0" brushRef="#br0" timeOffset="81415.35">10673 9038 1633 0,'0'0'741'15,"0"0"-531"-15,0 0-39 16,0 0-119-16,0 0-5 0,0 0 15 16,154-2-51-1,-90-5 61-15,5 2-72 16,0-2-33-16,-1 1 15 15,-8 2-139-15,-3-1-131 0,-12 0-273 16,-18 1-707-16</inkml:trace>
  <inkml:trace contextRef="#ctx0" brushRef="#br0" timeOffset="81729.36">10686 9235 1528 0,'0'0'365'15,"0"0"-228"-15,0 0 77 16,0 0-20-16,0 0 13 15,0 0-101-15,0 0-88 16,139-3 73-16,-82-3-91 16,8-2 0-16,4-2-18 15,2 0-6-15,1-4 7 16,-3-1-167-16,2-2-91 16,-15 1-64-16,-16 2-583 0</inkml:trace>
  <inkml:trace contextRef="#ctx0" brushRef="#br0" timeOffset="81952.45">11464 8899 1081 0,'0'0'321'16,"0"0"-263"-16,0 0 34 15,0 0 26-15,55 103 7 16,-55-59 139-16,0 4-92 15,-8 0-47-15,-17-1 27 16,-8-1-146-16,-9-7 5 16,-6-3-11-16,-2-10-82 15,-29-11 41-15,17-10-227 0,6-5-380 16</inkml:trace>
  <inkml:trace contextRef="#ctx0" brushRef="#br0" timeOffset="82121.67">10470 8865 2138 0,'0'0'336'16,"0"0"-315"-16,-114 102 109 15,74-37-116-15,15 7 5 16,21 4 72-16,4 2-90 16,34 3-1-16,61 15-73 15,-6-20-223-15,3-23-343 0</inkml:trace>
  <inkml:trace contextRef="#ctx0" brushRef="#br0" timeOffset="82942.25">12248 9334 1575 0,'0'0'541'0,"0"0"-436"16,0 0 0-16,0 0-68 15,0 0 6-15,128-76-43 16,-79 32 30-16,2-8-51 15,-1-4 21-15,-11-2-58 16,-8 0 52-16,-10 3-53 16,-12 6 41-16,-9 8 8 15,0 7 10-15,0 10 43 16,-9 10-34-16,1 11-8 0,2 3-2 16,4 19 5-16,0 20-4 15,2 34 36-15,0 33-25 16,0 32 157-16,6 10-128 15,1-23-7-15,-4-32 36 16,-3-38-60-16,0-6 35 16,-12-1-44-16,-7 4 0 15,-10-2 24-15,-8-12-15 16,-1-9-9-16,-1-14 26 16,1-13-11-16,11-2 21 15,11-26-36-15,16-22 1 16,9-33-33-16,34 0 32 15,15-12 0-15,15-2-9 16,3 16-10-16,11-3-5 16,-3 16-132-16,17 6-66 0,-26 19-134 15,-14 15-703-15</inkml:trace>
  <inkml:trace contextRef="#ctx0" brushRef="#br0" timeOffset="83732.67">13062 9256 142 0,'0'0'1481'0,"0"0"-966"15,0 0-391-15,0 0-38 16,0 0 90-16,0 0-175 16,0 0-1-16,143-134 0 0,-91 81 25 15,3-5-25 1,-4-4 0-16,-4-4-10 0,-9-3-42 15,-11-5 43-15,-16 5-46 16,-9 2 38-16,-2 11 17 16,0 14-19-16,-13 14 19 15,-5 15 0-15,-4 13-3 16,-3 20 11-16,1 27-8 16,-1 19 68-16,2 14-37 15,10 7 124-15,9 1-102 16,4-9-38-16,2-8 76 15,23-10-74-15,4-15-17 16,4-11 0-16,5-8 40 16,2-13-40-16,1-11 0 15,-2-3-92-15,1-3 66 0,-1-23-142 16,-8-8 9-16,0-44-130 16,-9 9-332-16,-6-3-771 0</inkml:trace>
  <inkml:trace contextRef="#ctx0" brushRef="#br0" timeOffset="83934.15">13758 8543 1437 0,'0'0'654'16,"0"0"-556"-16,0 0-78 15,0 0 9-15,0 120 57 16,0-52 76-16,0 8-20 16,0 0-92-16,4-2 79 15,3-6-129-15,2-6 0 16,2-9-9-16,-2-11 6 15,2-10-3-15,-4-11-71 0,-3-7-146 16,-4-5 70-16,-9-9-195 16,-18-6 88-16,-8-14-528 0</inkml:trace>
  <inkml:trace contextRef="#ctx0" brushRef="#br0" timeOffset="84442.22">13519 9003 945 0,'0'0'836'0,"0"0"-483"16,0 0-224-16,0 0-3 15,163-62-117-15,-102 62 14 16,3 0 77-16,-4 10-50 16,-4 15 40-16,-12 5-8 0,-13 3-64 15,-8 8 61 1,-14-2-61-16,-7-1-3 0,-2-4 40 16,0-5-55-16,0-14 0 15,0-3 0-15,2-10 3 16,10-2-36-16,3-7 33 15,10-20-64-15,6-11 33 16,4-11-202-16,-1-8-20 16,-3 3 134-16,-11 13 119 15,-7 9 48-15,-10 20 184 16,-3 12-85-16,-3 0-69 16,-12 21-50-16,-3 9 2 15,5 4 67-15,8 0-96 16,5-3 105-16,0-3-106 15,22-7 0-15,10-7-6 0,8-9 6 16,6-5-1-16,6-5-7 16,-3-16-93-16,-9-7 89 15,-13-3-93-15,-12 0-18 16,-13 0 50-16,-2 9-45 16,-11 8 118-16,-13 14 37 15,-3 0 5-15,1 18 144 16,8 14-132-16,5 8-26 15,13 4 53-15,0 3-60 16,8-4 19-16,24 1-40 16,3-7-133-16,12-2 57 15,-9-8-273-15,-13-8-575 0</inkml:trace>
  <inkml:trace contextRef="#ctx0" brushRef="#br0" timeOffset="84559.17">14197 9406 2018 0,'0'0'553'0,"0"0"-482"16,0 0-71-16,0 0-292 16,0 0 35-16,134-9-685 0</inkml:trace>
  <inkml:trace contextRef="#ctx0" brushRef="#br0" timeOffset="85018.15">15562 8520 1607 0,'0'0'673'15,"0"0"-409"1,0 0-145-16,0 0-102 0,0 0 38 15,0 0-55-15,0 0-29 16,-16 58 29-16,5 57 48 16,6 31 34-16,3-9-70 15,2-31 34-15,0-40-40 16,7-25-6-16,1-2-71 16,3 1 30-16,-1-6-134 15,-4-12 45-15,-4-10-108 16,-2-12-144-16,-20 0 30 15,-4 0-42-15</inkml:trace>
  <inkml:trace contextRef="#ctx0" brushRef="#br0" timeOffset="85516.81">15278 9133 603 0,'0'0'1081'0,"0"0"-452"0,0 0-437 16,9-111-87-16,31 82-52 16,14 5-41-16,11 2-24 15,10 7-30-15,8 2 19 16,-3 12-19-16,-7 1 42 15,-15 0 0-15,-22 21 37 16,-20 9-31-16,-16 11 107 16,-8 6-39-16,-25 6-59 15,-5-6 76-15,1-4-91 16,6-13 0-16,10-11-8 0,13-12 30 16,5-5-43-1,3-2 21-15,5-9-69 0,17-20 56 16,7-11-206-16,7-2 54 15,-3 0 40-15,-6 7 106 16,-10 13 19-16,-5 19 135 16,-8 3-125-16,-4 17 63 15,3 15-24-15,-1 7 24 16,2-1 13-16,8-6-77 16,3-6 101-16,7-8-110 15,3-7 0-15,4-11 16 16,0 0-16-16,-3-14-37 15,-1-13-60-15,-3-5-77 16,-3-6 135-16,-4-1-71 16,-1 5 10-16,-4 7 100 0,-3 11 55 15,-1 11 115-15,-1 5-170 16,0 17 52-16,-1 13-22 16,1 7-30-16,-1 2 0 15,2-5-21-15,1-5-38 16,-2-12-128-16,-3-11-289 15,-2-6-378-15</inkml:trace>
  <inkml:trace contextRef="#ctx0" brushRef="#br0" timeOffset="85676.69">16016 8661 2407 0,'0'0'475'16,"0"0"-402"-16,0 0-73 15,0 0-144-15,24 114 120 0,-24-24-256 16,0 37-207-16,0-20-73 16,-11-8-780-16</inkml:trace>
  <inkml:trace contextRef="#ctx0" brushRef="#br0" timeOffset="85767.25">15985 9479 696 0,'0'0'316'16,"0"0"175"-16,0 0-228 15,0 0-158-15,0 0-69 16,0 0-36-16,0 0-370 15,94 10-1029-15</inkml:trace>
  <inkml:trace contextRef="#ctx0" brushRef="#br0" timeOffset="86273.66">16876 8869 1824 0,'0'0'482'0,"0"0"-371"16,0 0-111-16,0 0 37 15,0 0 13-15,0 0-8 16,125 26 27-16,-104 11 74 0,-6 4-73 15,-11 8-16-15,-4 0-20 16,0-1-9-16,-17-1 56 16,-1-10-81-16,5-10 0 15,1-10-6-15,7-10 18 16,5-5-12-16,0-2 0 16,0-9 8-16,7-23-76 15,13-11-35-15,7-15-130 16,0-8 18-16,0 1-104 15,-4 12 267-15,-11 14 52 16,-7 20 266-16,-5 12 74 16,0 7-316-16,-2 14-23 15,-11 16 76-15,-3 10-14 0,7 6 47 16,9 2-110-16,0 1 17 16,19-8-19-16,18-8 2 15,9-10-39-15,10-9-13 16,2-11-118-16,17-3 6 15,-17-17-321-15,-10-4-330 0</inkml:trace>
  <inkml:trace contextRef="#ctx0" brushRef="#br0" timeOffset="86451.48">17566 8881 2223 0,'0'0'571'0,"0"0"-551"16,0 0 62-1,0 0-82-15,0 0 7 0,0 0 59 16,156 5-66-16,-108 6 0 16,-3-2-9-16,-12 8-156 15,-12-1-82-15,-17-2-520 0</inkml:trace>
  <inkml:trace contextRef="#ctx0" brushRef="#br0" timeOffset="86590.61">17431 9154 2212 0,'0'0'588'0,"0"0"-519"16,0 0-43-16,0 0-9 15,170-2 34-15,-97-6-51 0,37-3-123 16,-19 4-124-16,-13-1-505 0</inkml:trace>
  <inkml:trace contextRef="#ctx0" brushRef="#br0" timeOffset="86958.12">18517 9094 1413 0,'0'0'399'0,"0"0"-298"16,0 0 5-16,0 0 48 15,0 0-85-15,0 0 103 16,0 0-135-16,81-116-16 15,-64 82-21-15,1-4 22 0,-3-3-25 16,-1-3 3-16,-5 0 0 16,-3 6 73-16,-4 6 36 15,-2 11 1-15,0 11-21 16,0 9-88-16,0 1 8 16,0 3-9-16,0 19 0 15,0 14-16-15,-4 10 31 16,-2 5-15-16,1 2 6 15,3 0 17-15,0-2-5 16,2-5-18-16,0 0-9 16,0-4-32-16,0-4-22 15,0-4-103-15,-16 2-45 16,3-12-372-16,-3-6-478 0</inkml:trace>
  <inkml:trace contextRef="#ctx0" brushRef="#br0" timeOffset="87099.93">18444 9392 1438 0,'0'0'1000'16,"0"0"-725"-16,0 0-119 16,0 0-147-16,183 0 34 15,-102 0-43-15,4 0-51 16,21 0 35-16,-27 0-287 16,-16 0-575-16</inkml:trace>
  <inkml:trace contextRef="#ctx0" brushRef="#br0" timeOffset="93799.3">19790 9038 924 0,'0'0'521'0,"0"0"-363"15,0 0-16-15,0 0 63 16,0 0-99-16,0 0 20 15,-27-36-11-15,27 29-65 16,-2 2 134-16,2 0-74 16,-2 1-26-16,2 2 59 15,0 1-88-15,0 1 4 0,0 0-59 16,0 0 45-16,0 0-39 16,11 0-6-16,18 0 0 15,16-5-12-15,7-1 27 16,12 0-29-16,0 2 14 15,-3 0-103-15,-7 4 45 16,-4 0-209-16,-15 4-206 16,-16 6-230-16</inkml:trace>
  <inkml:trace contextRef="#ctx0" brushRef="#br0" timeOffset="94032.62">19688 9131 1713 0,'0'0'579'15,"0"0"-530"-15,0 0-26 16,0 0 156-16,0 0-154 16,0 0 3-16,154-21-20 15,-106 19-7-15,6 2-2 16,-3 0-97-16,-2 0-139 15,9 0-20-15,-13-7-290 16,-12-2-212-16</inkml:trace>
  <inkml:trace contextRef="#ctx0" brushRef="#br0" timeOffset="94237.13">20390 8883 1467 0,'0'0'310'16,"0"0"-241"-16,0 0 130 15,0 0-155-15,116 32 43 16,-110-3 43-16,-6 8-89 16,-2 7 111-16,-27 2-111 15,-12 5-23-15,-7-5 24 16,-1-2-42-16,-5-7-45 16,-13-12-118-16,11-9-363 15,10-13-239-15</inkml:trace>
  <inkml:trace contextRef="#ctx0" brushRef="#br0" timeOffset="94422.08">19495 8765 2049 0,'0'0'268'16,"0"0"-258"-16,-110 138 147 15,81-68-143-15,19 5 14 16,10 1 33-16,58 12-54 15,45 2-14-15,47-7-44 16,14-22-204-16,-33-26-58 16,-27-26-638-16</inkml:trace>
  <inkml:trace contextRef="#ctx0" brushRef="#br0" timeOffset="95374.11">21279 9224 871 0,'0'0'881'0,"0"0"-579"16,0 0-178-16,0 0 131 15,0 0-96-15,0 0-19 16,0 0-7-16,27-35-105 16,8-4-3-16,15-14-25 15,10-12-49-15,9-10 13 16,14-22-7-16,-12 4 7 15,-9-6 18-15,-8 0-19 16,-23 12 13-16,-4-9-67 0,-14 8 47 16,-7 11 8-1,-6 15 34-15,0 18 2 0,0 18 15 16,0 15 3-16,-11 11-13 16,-7 7-5-16,-8 32 0 15,-8 38 23-15,-6 50 7 16,2 39 46-16,9 6 2 15,13-29-63-15,14-46 83 16,2-46-98-16,0-13 12 16,14 3 7-16,9-4-10 15,5 0-9-15,6-16 0 16,6-8 33-16,0-13-76 16,3 0 43-16,-4-25-70 0,-1-11 38 15,-7-9-124-15,-6-5 34 16,-9 1 11-16,-7 11 100 15,-7 11 11-15,-2 18 86 16,0 9-59-16,-9 9-15 16,-9 24 3-16,-2 11 25 15,4 4 16-15,3 1-33 16,8-1 35-16,5-8-58 16,0-8-94-16,7-11 33 15,24-12-116-15,-4-9-153 16,0 0-308-16</inkml:trace>
  <inkml:trace contextRef="#ctx0" brushRef="#br0" timeOffset="95813.51">22224 8869 1517 0,'0'0'199'16,"0"0"-72"-16,0 104 18 15,0-55 111-15,-2-3-105 16,-2-8-78-16,1-6 137 15,1-8-198-15,2-9-11 16,0-3 2-16,0-12 30 16,0 0-36-16,0 0 3 15,13-20-46-15,12-13 37 16,6-9-131-16,5-4-6 16,-3 5 50-16,-6 13 93 15,-7 16 3-15,-7 12 3 0,-5 6-2 16,-8 23 174-1,0 7-75-15,0 4-17 16,-4-7-19-16,-4-2-49 0,1-13 32 16,5-6-47-16,2-10 0 15,0-2-45-15,25-8 36 16,17-18-116-16,12-10-20 16,8-4-35-16,2 0 137 15,-3 1-12-15,-10 13 55 16,-11 11 148-16,-9 12-61 15,-10 3-44-15,-11 20-43 16,-5 14 29-16,-5 7-90 16,0 19 53-16,-9-12-271 0,1-10-494 15</inkml:trace>
  <inkml:trace contextRef="#ctx0" brushRef="#br0" timeOffset="96657.95">23089 9212 1428 0,'0'0'387'15,"0"0"-145"-15,0 0-158 16,0 0 26-16,0 0-28 16,123-86-63-16,-77 43 24 15,2-2-43-15,-2-5-10 16,-3-3-18-16,-10-3 28 16,-8 0-25-16,-10 0 24 15,-9 4 2-15,-6 8 28 16,0 9-27-16,0 16 14 15,0 8 41-15,0 11-57 16,-2 2-20-16,-9 32-17 0,1 32 37 16,-2 35 43-16,1 34 5 15,2 6 20-15,6-18 44 16,1-31-59-16,2-32 25 16,-2-2-78-16,-2 5 27 15,-3 7 15-15,-3 1-42 16,-4-6 0-16,-7-10-21 15,-5-10 51-15,-8-7-59 16,-6-7 29-16,-4-11-15 16,1-10-53-16,3-10 68 15,9 0-11-15,11-25 4 16,11-17-39-16,9-10 34 16,11-10-23-16,28-7 35 0,9-3 11 15,14 1-11-15,5 1-12 16,7 0-30-16,-1 1-93 15,14-26-19 1,-22 16-313-16,-16 8-576 0</inkml:trace>
  <inkml:trace contextRef="#ctx0" brushRef="#br0" timeOffset="96907.78">23789 8464 1277 0,'0'0'533'0,"0"0"-488"0,0 0-44 16,-95 110 245-16,66-37-49 16,6 13-19-16,9 2 0 15,10 0-169-15,4-7 118 16,2-11-127-16,18-8 0 16,5-15-7-16,0-6 7 15,-1-13-48-15,0-12-58 16,1-9-79-16,-5-7 87 15,-7-33-142-15,-4-9-250 16,-7-8-245-16</inkml:trace>
  <inkml:trace contextRef="#ctx0" brushRef="#br0" timeOffset="97247.09">23852 8857 1205 0,'0'0'580'0,"0"0"-320"16,0 0-197-1,0 0 80-15,0 0 19 0,0 0-80 16,87 149 139-16,-87-95-142 15,0-3-17-15,-8-2 12 16,-2-6-74-16,1-14 39 16,5-9-39-16,0-8 0 15,4-8-56-15,0-4 56 16,0 0-24-16,4-16 17 16,9-16-63-16,3-12-125 15,-1-10-8-15,1 0-159 16,-8 8 319-16,-1 14 43 15,-5 15 208-15,-2 17-52 16,0 3-150-16,0 24 59 16,0 8 20-16,0 7-24 0,4-3 66 15,19-1-127-15,6-6-1 16,6-6-8-16,8-9-57 16,2-9 26-16,6-8-169 15,-11-18-188-15,-9-8-439 0</inkml:trace>
  <inkml:trace contextRef="#ctx0" brushRef="#br0" timeOffset="97413.09">24571 8566 2092 0,'0'0'321'0,"0"0"-288"0,78 134-4 15,-55-61 86-15,-12 5-65 16,-9 3-9-16,-2 0-41 15,-33 32-90-15,-7-21-8 16,-3-20-487-16</inkml:trace>
  <inkml:trace contextRef="#ctx0" brushRef="#br0" timeOffset="98363.43">21352 9749 1624 0,'0'0'494'16,"0"0"-440"-16,0 0 29 16,0 0-74-16,0 0-9 15,0 0 65-15,0 0-58 16,99-44 57-16,-84 72-36 16,-6 11-17-16,-6 8 204 15,-3 10-170-15,0 3-3 16,-16 1 37-16,-2-8-79 15,5-7 62-15,2-11-62 0,3-12 0 16,6-9-3-16,2-9 3 16,0-5-17-16,0 0 8 15,0-9 3-15,10-19-28 16,5-18-83-16,5-16-138 16,0-8 18-16,-2 0-85 15,-5 10 173-15,-3 19 149 16,-6 17 183-16,-4 17 127 15,0 7-225-15,0 7-72 16,0 19 125-16,0 10-73 16,0 4 5-16,6 1-31 15,13-1-23-15,5-8 2 16,4-4-18-16,7-8-141 0,0-8 63 16,7-12-253-16,-9 0-273 15,-8-12-470-15</inkml:trace>
  <inkml:trace contextRef="#ctx0" brushRef="#br0" timeOffset="98552.06">21692 9818 1655 0,'0'0'615'0,"0"0"-424"16,0 0-60-16,0 0-48 15,0 0-55-15,0 0 4 0,125 22-2 16,-79-15-30-1,3 0-65-15,0-3-19 0,-4-4-92 16,-5 0-151-16,-9-2-357 16,-13-12-675-16</inkml:trace>
  <inkml:trace contextRef="#ctx0" brushRef="#br0" timeOffset="98724.07">22083 9677 755 0,'0'0'959'0,"0"0"-744"15,0 0-91-15,0 0-29 16,0 0 79-16,0 0-79 16,108 129-42-16,-108-79 115 15,0 1-162-15,-19 6-7 0,-6-1 1 16,-20 13-119-16,7-16-97 16,7-13-411-16</inkml:trace>
  <inkml:trace contextRef="#ctx0" brushRef="#br0" timeOffset="99602.63">22498 9898 938 0,'0'0'295'0,"0"0"-58"16,0 0-54-16,0 0 30 16,0 0-69-16,0 0-81 15,0 0 53-15,0 0-103 16,0 0 32-16,0 0 55 16,0 0-57-16,0 0 82 15,0 0-57-15,0 0-42 16,0 0 105-16,0 0-113 15,0 0 19-15,0 0-7 16,0 0-12-16,0 0 67 16,9-10-85-16,3-9-6 15,3-6-32-15,5-8 26 16,3-4-44-16,-4-4 20 0,4-5-87 16,-3 0 96-1,-3 4-21-15,-3 7 48 0,-7 8 60 16,-3 10 2-16,-4 14 1 15,0 3-63-15,0 8 8 16,0 26-49-16,-2 17 41 16,-9 19 0-16,1 10-6 15,2 4 12-15,1-1-12 16,3-2-61-16,4 9-148 16,0-22-89-16,2-19-915 0</inkml:trace>
  <inkml:trace contextRef="#ctx0" brushRef="#br0" timeOffset="100187.26">25227 8992 1669 0,'0'0'608'16,"0"0"-454"-16,0 0-21 15,0 0 154-15,0 0-189 16,0 0-56-16,0 0-6 15,133-21-36-15,-75 9-6 16,0 4-63-16,-8 4-113 16,-21 4-65-16,-16 0-415 15,-13 8-257-15</inkml:trace>
  <inkml:trace contextRef="#ctx0" brushRef="#br0" timeOffset="100301.19">25249 9101 1453 0,'0'0'558'16,"0"0"-451"-16,0 0-43 0,0 0 40 15,0 0 67-15,148 37-171 16,-38-37-117-16,-14 0-142 16,-9 0-695-16</inkml:trace>
  <inkml:trace contextRef="#ctx0" brushRef="#br0" timeOffset="101088.55">26286 9119 1313 0,'0'0'364'0,"0"0"-119"16,0 0 18-16,0 0 48 15,0 0-86-15,0 0-145 16,0 0 38-16,62-55-118 15,-22 20-21-15,1-4 20 16,-6-2-48-16,-4-2 49 16,-6-6-96-16,-8 1 5 0,-5-3 41 15,-5 8 9 1,-7 9 41-16,0 7 9 0,0 15 9 16,0 8-6-16,0 4-12 15,-5 14-51-15,-6 39 23 16,-5 36 49-16,-2 38-21 15,1 13 97-15,1-15-97 16,3-29 105-16,3-34-104 16,2-6 13-16,-1 4 57 15,-3 5-71-15,-1 0 0 16,-3-12 0-16,-1-11 22 16,-8-12-29-16,-6-7 7 15,-2-12 0-15,-5-7-18 16,5-4 25-16,4-8-7 15,11-20 0-15,18-14 21 0,0-11-61 16,31-10 40-16,20-3 0 16,12-2-27-16,8 6 27 15,5 4-102-15,22-15-115 16,-18 15-293-16,-15 8-169 0</inkml:trace>
  <inkml:trace contextRef="#ctx0" brushRef="#br0" timeOffset="101317.08">26923 8545 1542 0,'0'0'319'16,"0"0"-163"-16,0 0-86 16,-105 131 111-16,74-51 13 15,7 7-55-15,10 2-28 16,14-8-91-16,0-9 2 15,9-7 26-15,18-12-48 16,4-7-37-16,5-9-20 16,11-11-169-16,-12-12-135 15,-4-12-361-15</inkml:trace>
  <inkml:trace contextRef="#ctx0" brushRef="#br0" timeOffset="101613.97">27008 9172 1174 0,'0'0'1098'0,"0"0"-1014"16,0 0-75-16,0 0-18 16,116-75 18-16,-78 49-19 0,-3-6 10 15,1-1-150-15,-7-6 76 16,-4-1-78-16,-10-1 112 16,-3 4 40-16,-6 4 65 15,-4 11 191-15,-2 9-17 16,0 9-71-16,0 4-58 15,0 5-110-15,0 24 0 16,0 13 3-16,-8 12 13 16,-4 8 46-16,1 1-62 15,2-5 0-15,5-6-26 0,2-5 26 16,2-12-56 0,0-10-71-16,9-13-153 0,10-7-31 15,-1-5-495-15</inkml:trace>
  <inkml:trace contextRef="#ctx0" brushRef="#br0" timeOffset="101789.09">27808 8664 2402 0,'0'0'187'0,"0"0"-51"15,83 145-136-15,-66-68 12 16,-15 18 25-16,-2 21-36 15,-23-7-1-15,-18 11-103 16,7-35-411-16,5-39-586 0</inkml:trace>
  <inkml:trace contextRef="#ctx0" brushRef="#br0" timeOffset="123412.19">1687 11407 624 0,'0'0'270'15,"0"0"-112"-15,0 0-103 16,0 0 61-16,-16-29 30 15,12 20-14-15,-2 4 49 16,-2-1-110-16,4 2-2 16,-1 0 9-16,3 0-77 15,0 1 113-15,0 2-77 16,0 1 0-16,0-3 100 16,2 3-73-16,-3 0 0 0,3 0-51 15,0 0 27-15,0 0-15 16,0 0-25-16,0 0 0 15,0 0-24-15,0 0 24 16,0 0-11-16,0-2 0 16,0 0-36-16,0 0 11 15,0 1 16-15,0-6-13 16,3 3 12-16,-3-3-24 16,0 0 45-16,0 1 17 15,0 1 4-15,-7 1 63 16,-7 1-68-16,1 3 1 15,2 0 33-15,0 0-44 16,4 4 18-16,5 10-24 16,2 0 6-16,0 0-12 15,7-2 6-15,13-4-21 0,4-3 15 16,-2-5-41-16,-1 0 47 16,-8 0-70-16,-11-10 54 15,-2-3-55-15,0-1 44 16,-13 2-48-16,-5 2-40 15,2 6-79-15,5 4-170 16,4 0-900-16</inkml:trace>
  <inkml:trace contextRef="#ctx0" brushRef="#br0" timeOffset="124955.12">2309 11386 1309 0,'0'0'348'15,"0"0"-10"-15,0 0-206 16,0 0 14-16,0 0-7 16,0 0-112-16,0 0 13 15,60-93-40-15,-29 60 0 16,3-6-6-16,1 0 6 16,-2 2-6-16,2-5-10 15,-9 3-24-15,-4 2 13 16,-6 0 27-16,-9 5 0 15,-3 4 2-15,-4 7 21 16,0 2-8-16,0 6 21 0,0 7-14 16,0 0 9-16,0 5-31 15,0 1-4-15,0 0-33 16,-2 1 4 0,-2 24-38-16,-5 13 62 0,1 17 9 15,2 14 56-15,0 12-29 16,3 5-9-16,-1 0 89 15,2-1-56-15,0-10 1 16,-1-4-52-16,-2-9 32 16,-1-8-14-16,-5-6-18 15,-7-5 0-15,-3-10 2 16,-4-4 10-16,-5-8-2 16,1-7-10-16,3-7 32 0,1-7 24 15,4-1-56 1,11-31 0-16,8-11 3 0,2-14 12 15,17-7-15-15,21-4 0 16,11 3-12-16,7 4-36 16,4 6-6-1,0 12-108-15,14-10-22 0,-17 13-423 16,-9 6-925-16</inkml:trace>
  <inkml:trace contextRef="#ctx0" brushRef="#br0" timeOffset="125260.08">3025 10642 1482 0,'0'0'259'0,"0"0"-136"15,0 0-122-15,0 0-1 16,0 0 218-16,-139 126-28 16,114-55-8-16,13 4-14 15,7 1-115-15,5-5 47 16,7-10-100-16,22-3 23 16,4-12-48-16,9-5 15 15,1-7-125-15,11-10-62 0,-10-10-372 16,-13-10-276-16</inkml:trace>
  <inkml:trace contextRef="#ctx0" brushRef="#br0" timeOffset="125555.04">3150 11197 1974 0,'0'0'333'0,"0"0"-234"15,0 0-31-15,0 0-53 16,0 0 82-16,120-122-97 15,-89 91-30-15,0 4 14 16,-4-4-48-16,-3 0 49 16,-6-2 6-16,-7 3-31 0,-1 3 18 15,-8 10 41-15,-2 3-19 16,0 10 72 0,0 4-71-16,0 2 6 0,0 29-7 15,0 10 0-15,0 15 95 16,0 9-94-16,0 0-1 15,0-4 0-15,8-9-9 16,11-9-6-16,7-8-158 16,-2-11-215-16,-3-11-263 0</inkml:trace>
  <inkml:trace contextRef="#ctx0" brushRef="#br0" timeOffset="125778.78">3715 10752 1726 0,'0'0'323'16,"0"0"-189"-16,0 0-69 15,0 0 85 1,128 94-5-16,-106-46-72 0,-9 8 46 16,-6 5-92-16,-7 4-13 15,0 6 33-15,-2 1-47 16,-14 1-24-16,-8 4-128 15,4-19-362-15,1-17-389 0</inkml:trace>
  <inkml:trace contextRef="#ctx0" brushRef="#br0" timeOffset="127000.22">4585 11187 1192 0,'0'0'361'0,"0"0"-48"16,0 0-27-16,0 0-75 15,0 0 55-15,0 0-157 16,0 0-29-16,6-45-68 16,21 34 38-16,6 2-22 15,8 2-28-15,3 2 0 0,2 5-25 16,-2 0 25 0,-2 0-77-16,-4 0-81 15,0 3-131-15,-11 6-100 0,-12-2-521 16</inkml:trace>
  <inkml:trace contextRef="#ctx0" brushRef="#br0" timeOffset="127195.75">4504 11337 2002 0,'0'0'620'0,"0"0"-588"16,0 0-25-16,0 0 54 15,118-4-60-15,-62 1 32 16,7 1-33-16,3-1-86 0,4 1 54 16,19-6-213-16,-15 0-267 15,-14-3-446-15</inkml:trace>
  <inkml:trace contextRef="#ctx0" brushRef="#br0" timeOffset="127711.62">5885 10851 1026 0,'0'0'789'16,"0"0"-537"-16,0 0-212 16,0 0-33-16,0 0 61 15,-156 29-31-15,100 9 141 16,0 6-77-16,6 5-35 16,9-5 86-16,14-6-110 15,9-4 9-15,11-8-51 16,7-6 40-16,0-4-7 15,14-8-33-15,11-5 0 16,6-3-36-16,4 0 3 0,1-20-52 16,1-7-68-1,-3-4-77-15,-7-6 94 0,-5 4-168 16,-9 8 134-16,-5 6 170 16,-8 15 199-16,0 4-33 15,0 9-85-15,-12 19 32 16,-1 6 117-16,3 6-102 15,8-2-34-15,2-4 9 16,2-2-88-16,25-4 21 16,10-6-36-16,7-6-8 15,7-4-36-15,18-9-83 16,-15-3-181-16,-10 0-466 0</inkml:trace>
  <inkml:trace contextRef="#ctx0" brushRef="#br0" timeOffset="132993.07">1678 13140 970 0,'0'0'236'16,"0"0"-157"-16,0 0 81 16,0 0-63-16,0 0-4 15,0 0-38-15,0 0-54 16,0 0 46-16,0 0-47 0,0-4 1 15,0-2 17 1,0 0-5-16,0 3 8 0,0-4 36 16,0 3 3-16,-2 0 86 15,-11-1-123-15,-1 0 0 16,-1 1 93-16,1 1-101 16,5 3 14-16,5 0-17 15,2 0 22-15,2 0-25 16,0 0-9-16,0 0 0 15,4 0-12-15,5 3 13 16,0-3-1-16,-2 0 0 16,-1 0 21-16,-4 0 37 0,0 0-57 15,-2 0 12 1,0 0 15-16,0-3-28 0,0-2-1 16,0 3-73-16,0 0-218 15,7 0-375-15</inkml:trace>
  <inkml:trace contextRef="#ctx0" brushRef="#br0" timeOffset="134025.77">2249 13126 1309 0,'0'0'364'0,"0"0"-266"15,0 0-50-15,0 0 62 16,0 0 3-16,0 0-7 16,0 0-3-16,49-48-88 15,-11 10 71-15,6-8-86 16,5-7 0-16,7-5-8 16,0-6-50-16,-3 0-2 15,-4 0-12-15,-13 0 38 16,-9 3 4-16,-11 6 60 15,-14 4-4-15,-2 9 122 16,0 7-33-16,-8 8-8 16,0 10-107-16,-3 6 17 15,2 8 14-15,-2 3-31 0,-2 0-21 16,-4 12 20 0,0 17 2-16,-3 11 11 15,2 14-12-15,3 12 0 16,1 9 129-16,7 1-107 0,3-2 14 15,4-7-12-15,0-9-2 16,8-11 5-16,13-8-27 16,1-11 0-16,7-12-12 15,3-8 12-15,3-8-27 16,3 0 17-16,2-18-93 16,-2-14 76-16,-4-7-74 15,-8-5-49-15,-8-2 15 16,-9 4 8-16,-4 10 127 15,-5 10 41-15,0 12 94 16,0 10 59-16,0 0-194 0,0 17 24 16,-10 12 35-1,1 7 5-15,1 3 11 0,3-1-57 16,3-4 31 0,2-6-39-16,0-4-10 0,5-4-68 15,5-6-22-15,2-6-101 16,1-8-37-16,2-10-22 15,-3-20-126-15,-3-9-360 0</inkml:trace>
  <inkml:trace contextRef="#ctx0" brushRef="#br0" timeOffset="134451.51">3044 12723 1337 0,'0'0'132'0,"0"0"112"0,0 0 28 15,8 105-47-15,-8-71-3 16,0-5-96-16,0-2-84 15,0-9 73-15,2-6-115 16,0-4 0-16,-2-6 12 16,2-1 3-16,0-1-16 15,5 0 1-15,4-9-3 16,7-18-58-16,9-5-30 16,0-5 6-16,-1 2 49 15,-4 12 32-15,-6 8 4 16,-7 13 0-16,-1 2 24 15,-2 8 68-15,0 16-33 0,-2 2-5 16,-1 2-12 0,-1-3-26-16,0-6 20 0,-2-6-36 15,2-5 0-15,0-6-43 16,2-2 34-16,10 0-6 16,11-16 15-16,15-14-119 15,12-9 102-15,6-1-54 16,0 3 56-16,-10 10 15 15,-10 10 24-15,-11 17 0 16,-9 0-24-16,-7 20 28 16,-7 18-9-16,-4 13-19 15,-4 34-65-15,-14-13-54 16,0-14-463-16</inkml:trace>
  <inkml:trace contextRef="#ctx0" brushRef="#br0" timeOffset="135159.09">2414 13462 1328 0,'0'0'173'0,"0"0"-148"16,0 0 71-16,0 0-32 15,0 0 19-15,0 0 9 0,0 0-70 16,24-35 60-16,-20 45-45 15,1 15 30-15,-2 6 100 16,-1 5-105-16,-2 6 3 16,0-1 3-16,0-6-57 15,0-2 104-15,-5-8-115 16,3-4 11-16,-1-12-2 16,3-2-9-16,0-5-9 15,0-2 3-15,0 0-19 16,0-6-24-16,16-20 40 15,5-11-211-15,0-9 4 16,0-1-33-16,-5 2 223 16,-8 13 26-16,-3 15 215 15,-5 8 100-15,0 9-246 0,0 0-61 16,0 17 19-16,-7 7 2 16,3 5 71-16,4 0-74 15,0-2-2-15,8-1-4 16,17-3-20-16,9-5-85 15,19-6-40-15,-9-7-213 16,-4-5-280-16</inkml:trace>
  <inkml:trace contextRef="#ctx0" brushRef="#br0" timeOffset="135391.87">2768 13517 1192 0,'0'0'825'0,"0"0"-574"15,0 0-171-15,0 0 45 16,0 0-38-16,0 0-79 16,0 0 68-16,12-6-63 15,11 6 4-15,9 0 11 16,4 0-10-16,2 2 4 16,-1 0-22-16,1 3-58 15,3-2 39-15,1-3-154 16,12 0-49-16,-10-3-302 15,-9-14-678-15</inkml:trace>
  <inkml:trace contextRef="#ctx0" brushRef="#br0" timeOffset="135647.87">3154 13321 1839 0,'0'0'330'0,"0"0"-277"15,0 0 71-15,0 0-124 16,0 0 2-16,0 0 38 16,0 0-11-16,40 71 13 15,-29-48-26-15,-2 1 8 16,-7-1 57-16,-2 6-80 16,0 0 7-16,-8 2 59 15,-15 3-55-15,-2 0-12 0,3-3-45 16,-2-1-160-1,6-10-86-15,7-11-597 0</inkml:trace>
  <inkml:trace contextRef="#ctx0" brushRef="#br0" timeOffset="135952.57">3388 13573 1813 0,'0'0'346'15,"0"0"-313"-15,0 0 48 16,0 0 51-16,0 0-120 16,0 0 25-16,113-58-37 15,-76 24-102-15,0-6-6 16,-6-2-55-16,-4-2 21 0,-5 3 57 16,-8 11 85-16,-8 11 109 15,-1 8 135-15,-5 11-151 16,0 0 6-16,0 17-99 15,0 21 80-15,-5 10 45 16,-3 6-94-16,3 4 66 16,3 0-97-16,2-3-55 15,2 1-45-15,13-14-234 16,2-17-623-16</inkml:trace>
  <inkml:trace contextRef="#ctx0" brushRef="#br0" timeOffset="136857.71">4052 12946 1580 0,'0'0'390'15,"0"0"-164"-15,0 0-67 16,0 0-152-16,0 0 5 15,0 0-6-15,0 0-6 16,107-130-1-16,-71 86-17 16,-3-2-53-16,-2 0 48 15,-8 3-51-15,-5 5-10 16,-12 8 49-16,-3 9-21 16,-3 10 18-16,0 7 31 15,-5 4 7-15,-9 8-18 16,-1 24 31-16,-1 20-13 0,5 28 181 15,5 31-48 1,6-4 30-16,0-6-76 0,0-12-63 16,0-20 114-16,0 7-130 15,0 3-8-15,-2-12 12 16,-8-9 6-16,-3-12-8 16,-5-15-10-16,-2-6 0 15,-2-9-7-15,-1-11 7 16,4-5 0-16,3 0-8 15,5-19 31-15,11-20-46 0,0-12 23 16,15-12-6 0,21-9-53-16,13-3 48 0,7 2-106 15,6-4 1-15,1 1-168 16,-3 0 71-16,9-26-146 16,-16 17-22-16,-13 15-278 0</inkml:trace>
  <inkml:trace contextRef="#ctx0" brushRef="#br0" timeOffset="137022.54">4636 12550 705 0,'0'0'595'0,"0"0"-257"16,0 0-173-16,0 0-48 16,0 0-96-16,-76 105 116 15,57-37 63-15,3 10-100 16,9 4 86-16,7-1-186 16,0-7 25-16,15-11-52 15,14-10-5-15,5-14-69 16,2-14-42-16,13-25-171 0,-9 0-43 15,-8-11-436-15</inkml:trace>
  <inkml:trace contextRef="#ctx0" brushRef="#br0" timeOffset="137387.79">4801 12835 591 0,'0'0'1219'0,"0"0"-1078"15,0 0-105-15,0 0 39 16,0 0 51-16,43 111 105 15,-37-73-186-15,-3 0 5 16,-1-2 32-16,0-4-46 16,-2-4 49-16,0-8-85 0,0-4 13 15,0-6-11 1,0-3-2-16,2-7-8 16,2 0 2-16,6-3 12 15,1-18-37-15,4-12-70 0,1-9-98 16,-3 2 59-16,-6 5-51 15,-2 14 191-15,-5 13 67 16,0 8-25-16,0 8 15 16,0 20 28-16,0 8-10 15,0 4 79-15,0-4-153 16,2-4 13-16,13-6-2 16,5-7 1-16,1-7-26 0,0-10-42 15,2-2-92 1,-1-16-11-16,-4-16-145 0,-9-1-243 15</inkml:trace>
  <inkml:trace contextRef="#ctx0" brushRef="#br0" timeOffset="137563.57">5166 12717 1774 0,'0'0'308'0,"0"0"-251"15,0 0 32-15,69 142 97 16,-55-79-120-16,-7 3-19 15,-7 1-47-15,0 4 39 16,0-3-85-16,-13-6 46 16,-5-4-159-16,2-15-144 15,7-19-423-15</inkml:trace>
  <inkml:trace contextRef="#ctx0" brushRef="#br0" timeOffset="137893.81">5706 12934 1796 0,'0'0'553'16,"0"0"-436"-16,0 0 61 15,0 0-129-15,0 0-32 16,0 0 20-16,0 0-37 16,92 0 0-16,-59 3 0 15,0 4-9-15,-2 0-5 16,-6 13-194-16,-9-3-156 15,-11-3-440-15</inkml:trace>
  <inkml:trace contextRef="#ctx0" brushRef="#br0" timeOffset="138011.65">5750 13104 1739 0,'0'0'331'0,"0"0"-235"15,0 0-83-15,0 0-13 16,177 18-29-16,-113-16-300 0,-6-2-1272 0</inkml:trace>
  <inkml:trace contextRef="#ctx0" brushRef="#br0" timeOffset="139077.06">6691 13203 884 0,'0'0'686'0,"0"0"-374"15,0 0-70-15,0 0-111 16,0 0 101-16,0 0-173 15,0 0 1-15,58-70-34 16,-15 29-6-16,8-8-23 16,4-9 3-16,8-4 0 15,1-3-63-15,4-6 63 16,-8-2-25-16,-7-2 13 16,-10 5-68-16,-14 4 49 15,-12 6-78-15,-13 9 81 16,-4 10 9-16,0 10 32 0,-10 9-13 15,-11 8 64-15,0 9-49 16,-4 5 1-16,-6 0-16 16,0 26 0-16,0 13 37 15,1 15-25-15,4 12 58 16,7 8 21-16,9 1-42 16,10-1 49-16,0-8-98 15,4-8 8-15,18-11 27 16,7-9-35-16,3-11 0 15,3-9 0-15,1-8 32 16,-1-5-56-16,2-5 24 0,-4-5-79 16,-2-19 70-16,-6-7-121 15,-8-7 37-15,-6-1 5 16,-4 7 42 0,-4 10 46-16,-3 10 76 0,0 12-64 15,0 0 2-15,0 19 13 16,0 10-16-16,-10 5 44 15,6 5-47-15,1-5 77 16,3-3-85-16,0-4-76 16,0-8 38-16,14-7-151 15,1-12-97-15,2 0-319 16,-7-15-769-16</inkml:trace>
  <inkml:trace contextRef="#ctx0" brushRef="#br0" timeOffset="139519.53">7550 12695 1430 0,'0'0'215'0,"0"0"-94"16,0 0 65-16,2 137 90 15,-2-90-116-15,0-1-74 16,0-7 133-16,0-9-218 16,0-10 0-16,0-5 15 15,0-10 5-15,0-3-25 16,0-2 4-16,0 0 0 15,4-7-63-15,15-16 62 0,4-7-120 16,6-5 81 0,0 2-67-16,0 6 107 0,-4 13-43 15,-4 11 43-15,-4 3 74 16,-3 12-53-16,-8 13 46 16,-4 4 53-16,-2 0-75 15,0-4 62-15,0-7-107 16,0-6 17-16,0-9-10 15,0 0-6-15,0-3-1 16,0-3 0-16,19-18-44 16,14-16 42-16,11-6-159 15,5-8 105-15,0 4 23 16,-4 10 51-16,-12 14-18 16,-6 14 0-16,-7 9 38 15,-6 14-38-15,-8 22 0 16,-6 12-46-16,0 27 6 0,-6-13-336 15,-8-14-552-15</inkml:trace>
  <inkml:trace contextRef="#ctx0" brushRef="#br0" timeOffset="140515.17">6892 13349 548 0,'0'0'681'15,"0"0"-652"-15,0 0-6 16,0 0 57-16,0 0 50 16,0 0 92-16,0 0-62 15,129-38-33-15,-115 64 127 16,-1 12-140-16,-7 5-4 0,-6 4 40 15,0 1-90 1,0-4 42-16,-2-4-102 0,-6-10 21 16,1-7 5-16,3-10-26 15,2-4 0-15,2-8-6 16,0-1-12-16,0 0-15 16,0-5 30-16,8-20-61 15,10-11-67-15,2-10-126 16,0-2 93-16,-2 4 71 15,-7 8 93-15,-4 14 121 16,-7 15 111-16,0 7-123 16,0 0-51-16,0 14-30 15,-4 13-28-15,-1 4 45 16,5-4-24-16,0-3 23 16,0-4-44-16,15-1-18 0,8-3 6 15,6-2-107 1,13-6-86-16,-7-5-283 0,-6-3-454 15</inkml:trace>
  <inkml:trace contextRef="#ctx0" brushRef="#br0" timeOffset="140712.99">7303 13520 1408 0,'0'0'486'15,"0"0"-301"-15,0 0-41 16,0 0-113-16,0 0 5 15,0 0 16-15,0 0-12 0,95 3-31 16,-57-1 28-16,2-2-31 16,3 0-12-16,1 0-51 15,14-5-191-15,-9-10-20 16,-11-2-661-16</inkml:trace>
  <inkml:trace contextRef="#ctx0" brushRef="#br0" timeOffset="140963.61">7661 13300 1194 0,'0'0'355'16,"0"0"-208"-16,0 0-4 0,0 0-34 16,0 0-25-16,0 0 21 15,0 0-87-15,105 81-5 16,-82-58 67-16,-6-4-67 15,-9 3 36-15,-8 2 7 16,0 3-40-16,-12 0 106 16,-17 4-97-16,-5-2-5 15,1 3-40-15,-5 7-47 16,11-9-220-16,9-10-350 0</inkml:trace>
  <inkml:trace contextRef="#ctx0" brushRef="#br0" timeOffset="141278.63">8036 13571 1876 0,'0'0'312'15,"0"0"-252"-15,0 0-40 16,0 0-20-16,0 0-65 15,87-104-31-15,-72 67 3 16,-1-2 59-16,-3 1 32 16,-5 1 2-16,-1 9 222 15,-3 11-47-15,0 9 82 0,-2 8-221 16,0 0 1 0,0 16-73-16,0 17 36 15,0 15 0-15,0 10 18 16,2 5 1-16,3 2-38 0,6 6-127 15,0-15-332-15,-2-15-377 0</inkml:trace>
  <inkml:trace contextRef="#ctx0" brushRef="#br0" timeOffset="143019.12">9137 12005 1273 0,'0'0'388'0,"0"0"-191"16,0 0 26-16,0 0-95 0,0 0-54 15,0 0 120-15,0 0-177 16,-23-75 30-16,25 54-28 16,17-1 5-16,3 4-42 15,5 4 18-15,1 10 0 16,-3 4-22-16,-5 9 22 16,-11 20 0-16,-9 12 30 15,0 5 3-15,-31 9 89 16,-16 3-89-16,-13 0-32 15,-4-1 72-15,-2-11-73 16,13-12 0-16,10-10 3 16,17-12 18-16,13-6 33 15,13-6-54-15,0 0 18 16,15 0-17-16,23-6-1 16,15-9 0-16,10 3-6 15,6-2-53-15,-2 1 57 16,-5 5-161-16,5 4-113 0,-18 2-44 15,-11 0-502-15</inkml:trace>
  <inkml:trace contextRef="#ctx0" brushRef="#br0" timeOffset="143574.79">9683 11831 1348 0,'0'0'384'0,"0"0"-238"0,0 0 33 15,0 0 64-15,0 0-124 16,0 0 0-16,0 0-119 16,-67-30 22-16,24 62-4 15,-1 12-12-15,4 6 34 16,11-1 73-16,9 2-80 15,11-3 89-15,9-6-122 16,0-4 21-16,18-2 33 16,6-6-54-16,3-4 0 15,-4-7 5-15,-8-5 22 16,-7-1-39-16,-8-1 12 0,0 3-51 16,-12-1 5-16,-13-2 39 15,-2-7-17-15,3-2 18 16,6-3-56-16,9-14 55 15,9-18-105-15,3-10-160 16,28-6 1-16,9 2 43 16,9 7 61-16,-1 11 91 15,0 15 76-15,-9 8 168 16,-5 5 14-16,-10 14-61 16,-7 16 116-16,-9 7-126 15,-8 4-2-15,0 0-12 16,0-3-96-16,0-6 93 15,0-8-94-15,-2-5 0 16,2-10-34-16,0-5-60 16,0-4-33-16,0 0 20 0,23-34-97 15,-2-3-166-15,2-2-510 0</inkml:trace>
  <inkml:trace contextRef="#ctx0" brushRef="#br0" timeOffset="143838.2">9935 12168 973 0,'0'0'547'0,"0"0"-374"16,0 0 163-16,0 0-147 15,0 0-22-15,20 114 41 16,-20-88-93-16,0-4-30 16,-2-6-85-16,0-8 34 15,2-4-20-15,0-4-14 16,0 0-20-16,2-4 14 16,20-18-68-16,14-10-118 15,8-6-56-15,10-3-2 16,2 2 243-16,-5 11 14 15,-9 12 151-15,-6 9 57 0,-9 7-79 16,-11 10-36-16,-6 19-100 16,-7 7 8-16,-3 8-25 15,0 2 17-15,0 4-157 16,0-10-334-16,0-17-1139 0</inkml:trace>
  <inkml:trace contextRef="#ctx0" brushRef="#br0" timeOffset="145026.06">10842 11737 992 0,'0'0'658'15,"0"0"-517"-15,0 0-96 16,0 0-35-16,0 0 22 15,0 0-32-15,0 0 0 0,-58 16 50 16,31 32 34-16,3 14 130 16,2 12-17-16,6 2-114 15,7 0 54-15,9-7-132 16,0-9 14-16,2-11 29 16,19-8-48-16,3-9 0 15,7-8 0-15,5-5-124 16,4-10 32-16,14-9-208 15,-15 0-261-15,-5-2-507 0</inkml:trace>
  <inkml:trace contextRef="#ctx0" brushRef="#br0" timeOffset="145393.61">11197 11648 821 0,'0'0'269'16,"0"0"-231"-16,0 0 61 15,0 0 128-15,0 0-9 16,0 0 55-16,0 137-67 0,0-96-127 16,0 2 90-16,2-3-162 15,2-6-7-15,0-6 14 16,3-8 8-16,-2-6-44 16,0-6 20-16,1-4-101 15,-2-4 79-15,5 0-97 16,7-21 43-16,-1-10-116 15,-1-4-425-15</inkml:trace>
  <inkml:trace contextRef="#ctx0" brushRef="#br0" timeOffset="145550.76">11334 11748 1230 0,'0'0'546'0,"0"0"-396"16,0 0-41-16,0 0-72 16,0 0 51-1,0 0 63-15,0 129-130 16,0-95-11-16,0-4-10 0,0-6 11 15,0-1-41-15,6-6-85 16,-2-9-159-16,0-2-98 16,-2-6-346-16</inkml:trace>
  <inkml:trace contextRef="#ctx0" brushRef="#br0" timeOffset="145742.57">11126 11638 1497 0,'0'0'513'0,"0"0"-383"16,0 0 8-1,131-16-47-15,-83 16-85 0,0 0 79 16,-4 0-85-16,-8 0-21 16,-7 6 21-16,-5 8-111 15,-8 0-111-15,-7-2-413 16</inkml:trace>
  <inkml:trace contextRef="#ctx0" brushRef="#br0" timeOffset="146097.54">10967 12240 1083 0,'0'0'401'0,"0"0"-169"16,0 0-57-16,0 0 120 15,0 0-76-15,0 0-103 16,0 0 109-16,49-19-169 15,-24 12-8-15,6 2-48 16,9 2 36-16,5 1-26 16,5-1-10-16,4 3-11 0,4-1-16 15,-2 1-44-15,-3 0-67 16,7-2-87-16,-17 2-403 16,-12-2-375-16</inkml:trace>
  <inkml:trace contextRef="#ctx0" brushRef="#br0" timeOffset="146528.69">11282 12247 1099 0,'0'0'301'0,"0"0"-171"15,0 0 69-15,0 0-35 16,0 0-45-16,-119 87 141 16,99-55-135-16,5 2-11 15,5 2-1-15,8 0-80 16,2-2 49-16,0-5-82 15,20-5 10-15,10-7 14 16,5-6-24-16,1-9-13 0,-1-2 11 16,-4-2-49-16,-6-14 34 15,-13-3-70-15,-10 2 54 16,-2-3-8-16,-10 4 30 16,-17 2 5-16,1 5 0 15,-3 8 3-15,5 1-37 16,3 0-16-16,13 8-226 15,3 1-82-15,5-2-479 0</inkml:trace>
  <inkml:trace contextRef="#ctx0" brushRef="#br0" timeOffset="147073.63">11868 12039 1646 0,'0'0'274'0,"0"0"-148"16,0 0-126-16,0 0 1 16,0 0 56-16,0 0 9 15,0 0 44-15,31 90 27 0,-31-59-43 16,0-2 44-16,0 0-106 16,0-5-12-16,0-4 45 15,0-3-65-15,0-10 0 16,0-3-9-16,0-4 37 15,0 0-40-15,0 0 12 16,0-4-3-16,4-18-63 16,5-7-60-16,2-8-39 15,-2 1 39-15,-2 3 30 16,-5 12 96-16,0 9 151 16,-2 8-68-16,0 4-15 15,0 0-68-15,0 9 0 16,0 12 28-16,0 3-26 15,0 3 103-15,5 0-105 16,8-3 9-16,8-1-32 0,5-4 3 16,0-3-71-16,19-12-109 15,-7-2-337-15,-5-2-342 0</inkml:trace>
  <inkml:trace contextRef="#ctx0" brushRef="#br0" timeOffset="147759.99">12273 11785 1497 0,'0'0'696'0,"0"0"-542"16,0 0-144-16,0 0-6 15,0 0 10-15,78 122 116 16,-53-60-57-16,-3 4-22 16,-6 0 61-16,-5-4-69 15,-2-1-3-15,-9-3-34 16,0-6 38-16,0-1-41 16,0-7-3-16,-5-6-75 15,1-4-38-15,4-6-154 16,0-10-227-16,0-8-285 0</inkml:trace>
  <inkml:trace contextRef="#ctx0" brushRef="#br0" timeOffset="148103.04">12904 12131 2105 0,'0'0'517'16,"0"0"-490"-16,0 0 14 16,0 0 29-16,0 0-70 15,0 0 16-15,147 0-23 16,-103 0 7-16,17-8-166 16,-12 2-165-16,-9-3-584 0</inkml:trace>
  <inkml:trace contextRef="#ctx0" brushRef="#br0" timeOffset="148390.2">13497 12043 1000 0,'0'0'582'16,"0"0"-582"-16,0 0-3 16,0 0 3-16,63-113 61 15,-52 70-61-15,-3-4 0 16,0-2 113-16,-2-3-21 15,-2 7 120-15,1 7 93 16,-5 10-94-16,2 13 43 16,-2 6-226-16,0 9-20 15,0 0-16-15,0 17 1 16,2 18-14-16,-2 19 15 0,2 16 6 16,-2 10-8-16,0 10 8 15,0-1-86-15,0 18-71 16,0-25-343-16,0-20-516 15</inkml:trace>
  <inkml:trace contextRef="#ctx0" brushRef="#br0" timeOffset="149289.69">9095 12976 856 0,'0'0'395'0,"0"0"-229"16,0 0-87-16,0 0-34 0,0 0 49 16,0 0-32-16,0 0-20 15,149-5 97-15,-84 5-82 16,8 0 54-16,8 0 76 15,8 0-91-15,22 0 38 16,29 0-51-16,27 0-68 16,14 5 71-16,-1-3-68 15,-1-2-18-15,-5 0 0 16,9-2 42-16,6-10-17 16,-4-4-25-16,2-5 0 15,-6-1-10-15,-5 3 32 16,-4-3-22-16,-10 4 91 0,-4 4-79 15,-6 3 148-15,-11 4-160 16,-23 2 1-16,-25 3-1 16,-24 0 7-16,-6 1-7 15,9-4 0-15,5 2 23 16,12-4-28-16,-6 2 5 16,-2 0 0-16,-8 1-21 15,-7 2 21-15,-5 2-13 16,-5 0-35-16,-5 0-109 15,-7 0 109-15,6 0-230 16,-13 0-111-16,-10 0-249 0</inkml:trace>
  <inkml:trace contextRef="#ctx0" brushRef="#br0" timeOffset="150232.76">10410 13698 1058 0,'0'0'564'16,"0"0"-246"-16,0 0-84 15,0 0-69-15,0 0 91 16,0 0-198-16,0 0-3 16,42-39-55-16,-7 9 31 15,8-3-61-15,3-6 30 16,4-5-123-16,-3-2 84 0,-5-3-130 16,-4 8 77-16,-11 7 46 15,-9 10 46-15,-10 12 40 16,-5 5 34-16,-3 7-62 15,0 0-8-15,0 25 16 16,0 10-20-16,0 14 56 16,-3 4-43-16,-1 5 103 15,4-5-111-15,0-2 7 16,0-7-24-16,9-8-70 16,18-8-71-16,-5-10-186 15,0-12-403-15</inkml:trace>
  <inkml:trace contextRef="#ctx0" brushRef="#br0" timeOffset="150415.43">11045 13585 856 0,'0'0'1364'16,"0"0"-1013"-16,0 0-187 16,0 0-164-16,0 0 32 15,0 0-22-15,0 0-10 16,136-7-1-16,-76 7-19 15,10 0-45-15,40 0-13 16,-16 0-254-16,-11-9-412 0</inkml:trace>
  <inkml:trace contextRef="#ctx0" brushRef="#br0" timeOffset="150849">11979 13399 1371 0,'0'0'285'15,"0"0"18"-15,0 0-99 16,0 0-170-16,0 0 6 16,0 0-33-16,0 0-7 15,58 26 49-15,-40-1 1 16,-2 4 72-16,-5 0-52 16,-5 6 3-16,-4 0 71 15,0-1-124-15,-2-3 9 16,0-2-29-16,0-5 32 15,0-8-31-15,0-7-1 16,0-2-37-16,0-7 13 0,0 0-3 16,2-7-1-1,15-16-60-15,3-7-228 0,6-14-41 16,3 0-226-16,-4 1 416 16,-9 14 167-16,-10 9 375 15,-6 8 201-15,0 12-314 16,0 0-203-16,-2 17 42 15,-9 10-29-15,4 2-5 16,5 4 30-16,2-3-69 16,6-2 10-16,25-5-38 15,12-2 26-15,15-7-72 16,11-8 37-16,31-6-206 16,-17 0-52-16,-12-15-522 0</inkml:trace>
  <inkml:trace contextRef="#ctx0" brushRef="#br0" timeOffset="151535.62">14253 12726 1540 0,'0'0'528'0,"0"0"-414"16,0 0 36-16,0 0-124 16,0 0 39-16,0 0 67 15,117 17-101-15,-69-13 15 16,1 0-46-16,-5 0-126 15,-4 2 84-15,-11 0-424 16,-15-1-295-16</inkml:trace>
  <inkml:trace contextRef="#ctx0" brushRef="#br0" timeOffset="151656.6">14366 12878 1796 0,'0'0'551'15,"0"0"-511"-15,0 0 37 16,0 0-77-16,0 0 21 0,176 30-42 15,-107-22-113-15,-9-4-362 16</inkml:trace>
  <inkml:trace contextRef="#ctx0" brushRef="#br0" timeOffset="152570.04">15443 13089 1478 0,'0'0'530'0,"0"0"-335"16,0 0 51-16,0 0-75 16,0 0-40-16,0 0-59 0,0 0-39 15,116-105-38-15,-69 58 5 16,0-4-89-16,-3-5 72 16,-4-2-107-16,-6-2 47 15,-10-1 28-15,-10 1-13 16,-8-2 23-16,-6 4 21 15,0 5-2-15,-4 11 20 16,-8 14 7-16,1 17 23 16,1 11-30-16,-4 3 26 15,-1 31-12-15,-4 16-4 16,4 16 6-16,6 13 88 16,4 3-53-16,5-2 31 15,0-7-67-15,14-10 13 0,6-10 27 16,4-14-55-1,1-10 0-15,4-11 12 0,5-12 5 16,-1-6-34-16,5 0-2 16,-2-24-102-16,-5-8 97 15,-5-6-133-15,-6-2 10 16,-3 1 23-16,-11 11 124 16,-4 10 115-16,-2 9 35 15,0 9-128-15,0 0 36 16,0 7-58-16,0 13 0 15,-6 2 15-15,4 4 11 16,2-2-52-16,0-3 17 16,0-5-141-16,17-16 24 15,3 0-257-15,1 0-471 0</inkml:trace>
  <inkml:trace contextRef="#ctx0" brushRef="#br0" timeOffset="153006.71">16283 12673 1061 0,'0'0'807'16,"0"0"-755"-16,0 0 7 16,0 0 197-16,-11 136-92 15,3-99-33-15,1-4-18 16,0-7-104-16,5-6 79 16,-1-8-88-16,3-5 0 15,0-5-18-15,0-2 18 16,0 0-14-16,9-5-20 15,14-16-136-15,6-6 67 16,4-1-178-16,-2 0 168 16,-4 10 113-16,-9 8 80 0,-7 10 32 15,-5 0-30-15,-1 9-7 16,-5 12 76-16,0 5-91 16,0 0-15-16,0-4 17 15,0-3-54-15,0-10-16 16,0-4 8-16,0-5-67 15,18 0 24-15,13-16-30 16,17-10-205-16,12-4 51 16,2-5-62-16,0 7 178 15,-6 6 111-15,-12 8 109 16,-10 12 105-16,-10 2-185 16,-11 11-17-16,-7 16 5 0,-6 12 2 15,-16 20-38-15,-13-6-67 16,2-11-593-16</inkml:trace>
  <inkml:trace contextRef="#ctx0" brushRef="#br0" timeOffset="153559.94">15826 13346 1446 0,'0'0'278'15,"0"0"-181"-15,0 0-33 16,0 0-39-16,0 0 132 16,0 0-56-16,0 0 25 15,97 63 21-15,-97-19-48 16,-10 2 14-16,-7-2-28 16,1-7-71-16,3-8 68 0,3-11-82 15,6-5 0 1,2-7-17-16,2-6 40 0,0 0-23 15,0-5 0-15,12-19-74 16,5-10 31-16,3-6-158 16,0-4 27-16,-4 4 94 15,-5 8 80-15,-7 14 24 16,-1 10 123-16,-3 8-115 16,0 0 35-16,-3 20-43 15,-4 9-24-15,1-3 59 16,6 3-58-16,0-3 65 15,2-3-66-15,18-8-35 16,7-1 8-16,5-8-103 16,12-6-136-16,-5 0-283 0,-6-11-142 0</inkml:trace>
  <inkml:trace contextRef="#ctx0" brushRef="#br0" timeOffset="153727.53">16148 13437 1743 0,'0'0'599'15,"0"0"-488"-15,0 0 5 16,0 0-98-16,0 0-18 16,0 0 18-16,0 0 7 15,151 16-6-15,-97-12-19 16,-1-4-108-16,16 0 15 16,-16-2-285-16,-10-10-383 0</inkml:trace>
  <inkml:trace contextRef="#ctx0" brushRef="#br0" timeOffset="153961">16497 13329 1292 0,'0'0'672'0,"0"0"-523"16,0 0-133-16,0 0-4 16,0 0-12-16,0 0 21 15,0 0-11-15,99 89 97 16,-82-57-72-16,-7-3-5 15,-10 3 42-15,0-2-30 16,-19 0 46-16,-7-1-56 16,-6-3 0-16,3-6-62 15,7-3 30-15,15-10-186 16,7-5-293-16,0-2-680 0</inkml:trace>
  <inkml:trace contextRef="#ctx0" brushRef="#br0" timeOffset="154243.4">16906 13543 1780 0,'0'0'468'0,"0"0"-421"16,0 0-28-16,0 0 17 16,0 0-36-16,0 0-52 15,0 0 4-15,68-62-250 16,-47 26-306-16,-4-2 98 0,-1-2 506 15,-5 7 184-15,1 10 156 16,-6 7-4-16,-4 9 190 16,0 7-431-16,-2 3-64 15,0 25 6-15,0 11 46 16,0 16 85-16,-8 5-168 16,-2 6-9-16,2 9-29 15,3-17-333-15,5-16-954 0</inkml:trace>
  <inkml:trace contextRef="#ctx0" brushRef="#br0" timeOffset="165707.51">18083 12235 5 0,'0'0'1180'16,"0"0"-993"-16,0 0-81 16,0 0 17-16,0 0 25 0,0 0-2 15,-29-14-93-15,24 9 105 16,0 1-121-16,1-2-14 16,2 1 85-16,-3 0-80 15,1-2 34-15,2 2-15 16,0-3-46-16,2 0 122 15,0-5-123-15,0-1 0 16,0-1 21-16,17-1 6 16,5-5-31-16,5 3 4 15,5 2 0-15,-3 2-15 16,-3 7 15-16,-5 7-19 16,-4 0 8-16,-3 1 22 15,-5 21-29-15,-5 13 18 16,-4 9 0-16,-9 9 61 0,-22 10-54 15,-16 3-7 1,-7 2 36-16,-4-6-30 16,-4-6 30-16,2-10-36 0,1-7 0 15,9-11 0-15,7-8 0 16,12-10 0-16,11-6-15 16,11-4 39-16,9-2-10 15,0-20-14-15,22-9-53 16,7 1 10-16,5 1 55 15,1 7-12-15,-4 10 0 16,4 6 35-16,-2 6-23 16,5 0-12-16,6 4 0 0,7 11-47 15,22 7-7 1,-9-1-169-16,-11-9-328 0</inkml:trace>
  <inkml:trace contextRef="#ctx0" brushRef="#br0" timeOffset="165911.65">18679 12422 2345 0,'0'0'108'0,"0"0"-108"0,0 0-179 15,0 0 73-15,0 0 7 16,0 0-802-16</inkml:trace>
  <inkml:trace contextRef="#ctx0" brushRef="#br0" timeOffset="168815.52">19248 11872 468 0,'0'0'509'0,"0"0"-391"16,0 0-44-16,0 0 71 15,0 0-123-15,0 0 66 0,0 0-21 16,0-46 33 0,0 39 50-16,0-1-78 0,-2-2-18 15,2 0 145-15,0-2-105 16,0 1 25-16,0 1-16 15,0 3-60-15,0 3 76 16,0 1-79-16,0 2-31 16,0 1 58-16,0 0-53 15,0 0-14-15,0 0 0 16,0 11-11-16,-2 14-13 16,2 10 24-16,-2 11 0 15,2 3 27-15,0-1-27 16,0-6 0-16,0-4 0 15,0-4 12-15,0-4-65 16,0-2 37-16,0-2-136 0,0-5-18 16,4-10-146-16,7-7-195 15,-2-4-133-15</inkml:trace>
  <inkml:trace contextRef="#ctx0" brushRef="#br0" timeOffset="169027.97">19414 11761 720 0,'0'0'272'0,"0"0"-64"0,0 0 85 16,0 144-156 0,0-94-8-16,-3 0 3 0,3-1-94 15,0-6 16-15,0 0-54 16,0-6-68-16,3 0 20 15,1-11-303-15,-2-10-309 0</inkml:trace>
  <inkml:trace contextRef="#ctx0" brushRef="#br0" timeOffset="169307.34">19175 11640 1182 0,'0'0'403'0,"0"0"-267"16,0 0-130-16,0 0 103 15,0 0-34-15,136 0-25 16,-87 0 60-16,5 2-109 15,-2 3 18-15,0 2-19 16,-8 1-55-16,-3 6-19 16,-12-1-412-16,-10-4-326 0</inkml:trace>
  <inkml:trace contextRef="#ctx0" brushRef="#br0" timeOffset="169658.19">18997 12521 456 0,'0'0'1064'0,"0"0"-873"0,0 0 35 16,0 0 8 0,0 0-1-16,0 0-4 0,0 0-121 15,42-45-1-15,-5 31-107 16,10 2 9-16,14 1 27 16,10 1-36-16,5 2 0 15,1 3-13-15,2 3 32 16,-6 2-46-16,-3 0-42 15,7 0-174-15,-17 8-58 16,-14-1-535-16</inkml:trace>
  <inkml:trace contextRef="#ctx0" brushRef="#br0" timeOffset="170061.99">19493 12555 1088 0,'0'0'315'0,"0"0"-283"15,0 0 7-15,0 0 82 16,-122 54 19-16,86-24-11 15,5 2 86-15,4 4-19 16,9 0-57-16,14 0-48 0,4-4-79 16,4-4 99-16,25-5-111 15,10-9 0-15,5-11 18 16,3-3-18-16,-3 0-35 16,-8-20-23-16,-12-4 46 15,-17-2-42-15,-7 1 54 16,-11-4-9-16,-20 5-6 15,-7 7 30-15,-3 3-15 16,4 11 0-16,6 3-64 16,13 10 33-16,9 12-355 15,9-5-318-15</inkml:trace>
  <inkml:trace contextRef="#ctx0" brushRef="#br0" timeOffset="170290.8">20307 12348 2309 0,'0'0'0'15,"0"0"-152"-15,0 0-210 16,0 0 206-16,0 0-209 0</inkml:trace>
  <inkml:trace contextRef="#ctx0" brushRef="#br0" timeOffset="171157.5">20945 11789 1876 0,'0'0'258'0,"0"0"-164"15,0 0-11-15,0 0-83 16,0 0 0-16,0 0 35 16,-156 20-10-16,109 36 93 15,2 12-38-15,6 4-25 16,6 5 116-16,12-8-170 15,9-2 6-15,10-12 2 16,2-8 14-16,10-11-22 16,15-9-1-16,10-10-33 0,5-8 7 15,4-9-43 1,-1 0-49-16,-6-14 62 0,-8-9-32 16,-10 2 78-16,-11 9-2 15,-8 3 12-15,0 9 107 16,-6 0-100-16,-15 0 42 15,-1 14 31-15,2 5-79 16,9 1 115-16,6-1-116 16,5 0 8-16,0-4 19 15,21-3-17-15,8-3-10 16,4-8 0-16,2-1-58 16,-3 0 25-16,-5-17-41 15,-12-6-28-15,-10 0 102 0,-5-4-55 16,0 1 50-1,-20 4-8-15,-3 7 26 0,3 6 169 16,4 3-104-16,10 4-19 16,6 2 13-16,0-2-62 15,6 0 1-15,21-2-11 16,13-4 0-16,7-8-70 16,4-5 38-16,1-6-50 15,-10-9 17-15,-8-3-19 16,-13-2 71-16,-7-4-26 15,-11 6 39-15,-3 7 42 16,0 7 64-16,0 13 52 16,0 10-48-16,0 2-109 15,6 13 12-15,3 18-13 0,2 15 0 16,0 9 29-16,0 1-29 16,-1 2 0-16,-6-7 0 15,-4-5 23-15,0-2-14 16,-4-7-9-16,-17-1-90 15,-12 0 32-15,4-10-282 16,4-11-623-16</inkml:trace>
  <inkml:trace contextRef="#ctx0" brushRef="#br0" timeOffset="172172.05">22115 11791 1400 0,'0'0'262'0,"0"0"-165"16,0 0-97-16,0 0 46 16,0 0-46-16,-116 66 16 0,83-5 195 15,-8 31-48-15,-3 26 10 16,9-6-14-16,10-12-55 16,11-16 8-16,14-25-112 15,0 1 23-15,7 2 0 16,17-13-23-16,10-16-14 15,4-8-39-15,4-14-139 16,12-11-112-16,-10-14-391 16,-8-10-703-16</inkml:trace>
  <inkml:trace contextRef="#ctx0" brushRef="#br0" timeOffset="172877.96">22411 11686 1702 0,'0'0'487'16,"0"0"-349"-16,0 0-60 15,0 0-64-15,0 0 17 16,0 0-31-16,0 0 0 0,-8 137 162 15,1-77-125-15,5-4 4 16,0-6 0-16,2-8-26 16,0-7 11-16,0-9-26 15,0-8-77-15,8-6 51 16,1-6-104-16,3-6 14 16,1 0-17-16,0-18-53 15,3-19 13-15,-1-9-186 16,1-5-23-16,-5-2 232 15,0 11 150-15,-4 14 353 16,-5 12 150-16,-2 12-276 16,0 4 41-16,0 4-258 15,0 22 15-15,0 9 38 0,0 10-54 16,0 1 7-16,0 0-16 16,0-8-48-16,4-3 38 15,-4-7-258-15,0-10-274 16,0-9-205-16</inkml:trace>
  <inkml:trace contextRef="#ctx0" brushRef="#br0" timeOffset="173060.7">22361 11710 1564 0,'0'0'614'15,"0"0"-487"-15,0 0 12 0,129-66-2 16,-76 57-110-16,5 4 14 15,3 5-41-15,-9 0-59 16,-4 14 53 0,-4 22-190-16,-11-4-110 0,-13-1-201 0</inkml:trace>
  <inkml:trace contextRef="#ctx0" brushRef="#br0" timeOffset="173256.93">22135 12337 1222 0,'0'0'1010'0,"0"0"-871"15,0 0-91-15,0 0 57 16,116 3-23-16,-47-3 13 16,11 0-95-16,7-3-6 15,24-9-64-15,-19 1-252 16,-18 2-510-16</inkml:trace>
  <inkml:trace contextRef="#ctx0" brushRef="#br0" timeOffset="173587.94">22516 12386 1420 0,'0'0'365'15,"0"0"-324"-15,0 0 12 0,-87 104 96 16,56-59 48-16,6 1-20 16,7-2-85-16,10-4 126 15,8-5-191-15,0-4-25 16,14-4 38-16,11-10-31 16,12-8-18-16,-2-9-3 15,-1 0-98-15,-5-11 99 16,-14-13-123-16,-10-4 29 15,-5-2 65-15,-12 2 18 16,-17 4 22-16,-2 7 29 16,0 8-21-16,6 5 41 15,10 4-49-15,15 0-80 0,11 0-229 16,14 0-452-16</inkml:trace>
  <inkml:trace contextRef="#ctx0" brushRef="#br0" timeOffset="174010.97">23009 12133 1884 0,'0'0'252'15,"0"0"-252"-15,0 0 33 16,0 0 5-16,0 0 70 0,0 0-18 15,0 0 110-15,33 137-98 16,-33-95-52 0,0-3 74-16,0-4-123 15,0-7 22-15,0-8-23 0,0-8 21 16,0-8-59-16,0-4 38 16,0 0-42-16,7-4 15 15,4-21 27-15,2-13-133 16,1-6-14-16,-1-2-61 15,-6 5 186-15,-3 15 22 16,-4 14 152-16,0 12 10 16,0 0-141-16,0 16-15 15,0 18 44-15,0 7-49 0,12 2 101 16,5 1-102 0,10-6-23-16,4-6 16 0,7-11-106 15,3-12-39-15,5-9-105 16,-8-13-223-16,-12-11-321 0</inkml:trace>
  <inkml:trace contextRef="#ctx0" brushRef="#br0" timeOffset="174193.05">23702 11710 1662 0,'0'0'748'0,"0"0"-747"16,63 143 112-1,-46-63-77-15,-12 22 29 0,-5 25-17 16,-29 16-36-16,-16-12-24 16,-22-15-86-16,9-39-254 15,9-38-431-15</inkml:trace>
  <inkml:trace contextRef="#ctx0" brushRef="#br0" timeOffset="175295.54">17670 13168 1222 0,'0'0'268'0,"0"0"-256"16,0 0 1-16,0 0 99 15,0 0-49-15,0 0 95 16,114 32-104-16,-68-24 3 15,12-2 54-15,12-2-90 16,7 0 49-16,8-4 7 0,9 0-61 16,4 0 130-1,3 0-124-15,19 0-13 0,20 4 4 16,26 2-3-16,7 1-10 16,-6-4 0-16,-11-1-44 15,-13-2 14-15,-7 0-79 16,-9 0-9-16,-22 0 116 15,-20 0-11-15,-19 0 12 16,1 0 1-16,12 0 0 16,12 0 61-16,13 0-61 15,1 0 0-15,0 0-13 16,-3 0-26-16,1 9-1 16,-5-4-53-16,-2 0 60 0,-3-3-12 15,1-2 58 1,-1 0-13-16,3 0 86 0,20-9-21 15,21-7 69-15,23-3-94 16,10-2-38-16,-6 1 109 16,-8 2-101-16,-15 4-1 15,-1-1-8-15,-8 4 23 16,-23 2-24-16,-24 4 0 16,-21 1 0-16,-8 1-10 15,11 3 10-15,7 0 0 16,3 0 0-16,-3 0 22 15,-9 0-44-15,-7 0 4 16,2 0-185-16,-16 3-46 16,-13-1-378-16</inkml:trace>
  <inkml:trace contextRef="#ctx0" brushRef="#br0" timeOffset="176212.57">19770 13912 1689 0,'0'0'376'0,"0"0"-103"15,0 0-24-15,0 0 8 16,0 0-131-16,0 0-125 15,0 0 103-15,69-46-104 16,-6 34 0-16,12 0-3 16,10 2 24-16,6 6-42 15,-1 4-64-15,24 0-254 16,-25 0 67-16,-18 0-741 0</inkml:trace>
  <inkml:trace contextRef="#ctx0" brushRef="#br0" timeOffset="176442.74">20691 13916 1832 0,'0'0'487'0,"0"0"-487"16,0 0-42-1,0 0 30-15,0 0 12 0,84-137-19 16,-77 96 19-16,-5-1 0 16,-2 5 56-16,0 9 61 15,0 11 132-15,0 12-163 16,0 5-86-16,0 22-25 15,0 27-74-15,0 17 99 16,0 16-9-16,13 6-52 16,3 2 61-16,6 14-232 15,-2-21-279-15,-3-23-909 0</inkml:trace>
  <inkml:trace contextRef="#ctx0" brushRef="#br0" timeOffset="177160.81">24124 12950 1512 0,'0'0'486'0,"0"0"-230"16,0 0 2-16,0 0-74 15,0 0 72-15,0 0-172 16,0 0-49-16,4-9 13 0,15 5-31 16,14-3-7-16,6-1-10 15,8 2 17-15,4 2-85 16,-1 4 37-16,-6 0-157 15,-7 6-75-15,-12 8-330 16,-18 0-581-16</inkml:trace>
  <inkml:trace contextRef="#ctx0" brushRef="#br0" timeOffset="177287.49">24047 13217 1521 0,'0'0'851'15,"0"0"-756"-15,0 0-74 0,0 0 16 16,0 0-23-16,119 12-14 15,-14-12-30-15,-14 0-209 16,-11-12-611-16</inkml:trace>
  <inkml:trace contextRef="#ctx0" brushRef="#br0" timeOffset="182021.51">25046 13142 747 0,'0'0'267'16,"0"0"-104"-16,0 0-19 16,0 0 84-16,0 0-46 15,0 0-38-15,0 0 92 0,-11 0-72 16,9 0-14-16,2 0 12 15,0 0-101-15,0 0 113 16,0 0-123-16,0 0-32 16,0 0 73-16,0 0-91 15,0 0 11-15,9 0-12 16,11 0 30-16,16 0-21 16,10 0-9-16,8 0 0 15,6 0-28-15,-2 0-31 16,9 0-177-16,-18 0-232 15,-13 0-503-15</inkml:trace>
  <inkml:trace contextRef="#ctx0" brushRef="#br0" timeOffset="184477.37">26016 12642 595 0,'0'0'644'0,"0"0"-324"15,0 0-41-15,0 0-111 16,0 0 23-16,0 0-22 15,2-104-129-15,-2 95 128 16,0 2-100-16,0 1-26 16,0 5 77-16,0-1-62 15,0 2-2-15,0 0-50 16,0 0 40-16,0 0-23 16,0 0-22-16,0 8-24 15,2 9 8-15,3 11 32 16,-3 9-14-16,0 2-2 0,1 6 13 15,-3-1 2-15,2-5-15 16,3-5-43-16,1-6 22 16,0-9-109-16,1-6-3 15,3-8-32-15,-4-2-50 16,3-3 112-16,0-25-100 16,0-6-114-16,-3-6-518 0</inkml:trace>
  <inkml:trace contextRef="#ctx0" brushRef="#br0" timeOffset="184575.63">26016 12642 636 0</inkml:trace>
  <inkml:trace contextRef="#ctx0" brushRef="#br0" timeOffset="184651.94">26016 12642 636 0,'135'-69'941'0,"-135"67"-560"0,0 2-236 0,4 0-81 0,-4 0-64 15,2 8 0-15,2 12 75 16,0 6-53-16,1 8 8 16,-1 7 1-16,2-2-25 15,0 6 4-15,0-4-10 16,1-1-83-16,3 3-39 15,0-14-215-15,-1-10-324 0</inkml:trace>
  <inkml:trace contextRef="#ctx0" brushRef="#br0" timeOffset="184902.52">25935 12535 1639 0,'0'0'292'0,"0"0"-214"15,0 0 26-15,0 0-22 16,0 0 11-16,148-19 7 16,-101 19-100-16,1 0 88 15,0 0-88-15,-4 5-33 16,-1 3 15-16,-4 4-152 15,-10-3-149-15,-8-2-437 0</inkml:trace>
  <inkml:trace contextRef="#ctx0" brushRef="#br0" timeOffset="185280.92">26070 13138 993 0,'0'0'268'15,"0"0"-183"-15,0 0-27 0,0 0 45 16,0 0 119-1,0 0-75-15,0 0-60 0,-5 0 71 16,5 0-100-16,0 0 32 16,0 0-7-16,0 0-72 15,3 0 41-15,5 0-52 16,5 0 0-16,7 0 64 16,3 0-50-16,2 0-14 15,4 0 10-15,2 0 6 16,-2 0-29-16,2 0 13 15,9 0-156-15,-9 0-107 16,-4 0-505-16</inkml:trace>
  <inkml:trace contextRef="#ctx0" brushRef="#br0" timeOffset="185821.33">26089 13450 955 0,'0'0'268'0,"0"0"-54"16,0 0-36-16,0 0-18 0,0 0 21 15,0 0-103-15,0 0 7 16,-31-11-26-16,31 5-43 16,0 0-32-1,2 0-31-15,12 0-114 0,1 0 136 16,5 1 0-16,1 0 25 16,-2 5 0-16,2 0 7 15,-5 0 116-15,-5 5-94 16,-5 18-17-16,-6 5 77 15,0 8-5-15,-6 2 51 16,-17 2-60-16,-2-8-54 16,4-4 158-16,5-7-148 15,7-9-21-15,9-4-10 0,0-3 12 16,15-3-36 0,12 1 24-16,4-3 0 0,0 2-10 15,-6-2 16-15,-9 2-6 16,-12 3 12-16,-4 7 7 15,-11 8-8-15,-23 9-11 16,-8 3 21-16,-5 2-50 16,5-4 28-16,5-4-157 15,7-8-149-15,12-12-534 0</inkml:trace>
  <inkml:trace contextRef="#ctx0" brushRef="#br0" timeOffset="186536.58">25954 13207 783 0,'0'0'191'0,"0"0"-155"15,0 0 6-15,0 0 168 16,0 0-65-16,0 0 54 15,0 0 12-15,-25 1-52 16,23-1 68-16,2 0-91 16,0 0-65-16,0 0 109 15,0 0-120-15,0 0-24 16,0 2-5-16,4-2-16 16,12 2 38-16,9 0-36 0,10-2-17 15,7 0 66-15,8 0-66 16,-2 0-18-16,-1 0-78 15,5-2-209-15,-14-5-185 16,-9-2-459-16</inkml:trace>
  <inkml:trace contextRef="#ctx0" brushRef="#br0" timeOffset="187089.8">26776 13133 1530 0,'0'0'317'0,"0"0"-196"15,0 0-108-15,0 0 74 0,0 0-87 16,0 0 29-16,0 0 60 15,0 0-87-15,7 0 19 16,0 0 31-16,-1 0-51 16,-1 0 39-16,-5 0-40 15,0-5 0-15,0 1-12 16,-11 1 12-16,-5-2 0 16,-2 5 35-16,5 0-12 15,4 0 49-15,5 6-72 16,4 5 12-16,0 4 34 15,8 1-37-15,10-4-9 0,4-4 0 16,1-3 12 0,-3-5-39-16,-5 0-47 15,-4 0-102-15,-11-23 83 16,0 2-251-16,0 0-425 0</inkml:trace>
  <inkml:trace contextRef="#ctx0" brushRef="#br0" timeOffset="190105.99">26801 13138 795 0,'0'0'166'15,"0"0"-153"-15,0 0-12 16,0 0 35-16,0 0-7 15,0 0 94-15,0 0-29 16,-7 0 15-16,7 0 30 16,-2 0-69-16,2 0-36 15,-2 0-34-15,-1 0-86 16,-1 4 15-16,-3 2-93 16,3-2-49-16,-1-2-862 0</inkml:trace>
  <inkml:trace contextRef="#ctx0" brushRef="#br0" timeOffset="190988.12">26036 13240 912 0,'0'0'184'16,"0"0"-89"-16,0 0 11 15,0 0-105-15,0 0 22 16,0 0-23-16,0 0 20 16,-49-8 64-16,40 8-11 15,1 0 47-15,0-2 45 16,2 1-59-16,1-2 9 15,3 3-24-15,2 0-73 16,0 0 103-16,0 0-117 16,0 0 9-16,0 0 7 15,0-1-11-15,7-2-1 0,4 2-8 16,5 1 27 0,6-3 12-16,2-1-39 0,5 2 0 15,5-3-3-15,2-2 14 16,1 1-11-16,-1 1 0 15,-9-2 0-15,-9 1-26 16,-7 4 26-16,-7 2 0 16,-4 0 10-16,0 0-9 15,0 0 71-15,-9 0-72 16,-11 0 39-16,-9 0-33 16,-6 0-6-16,-5 6-14 15,-8 0 1-15,-3 1 16 16,0-2-24-16,0 2 21 15,1-4 0-15,10 1-6 16,9-4 7-16,11 0-1 0,11 0 49 16,9 0-36-16,0 0 51 15,29 0-64-15,16-4 0 16,16-6-67-16,7 3 3 16,32-4-122-16,-19 5-136 15,-12-2-488-15</inkml:trace>
  <inkml:trace contextRef="#ctx0" brushRef="#br0" timeOffset="191884.51">27349 12763 1348 0,'0'0'348'16,"0"0"-220"-16,0 0 87 16,0 0-65-16,0 0 4 15,0 0-16-15,0 0-50 16,0-2 21-16,0 2-109 15,9 0 20-15,2 9 80 16,5 2-67-16,4 7 17 16,-1 1-27-16,4 0 1 15,-1-1-7-15,1 1-17 16,-1-3-26-16,-2-2-18 16,-4-2-36-16,-1-1-100 15,-4-2-25-15,-6-9-269 16,-3 0-101-16,-2-11-762 0</inkml:trace>
  <inkml:trace contextRef="#ctx0" brushRef="#br0" timeOffset="192113.22">27688 12561 1332 0,'0'0'647'0,"0"0"-511"15,0 0-118-15,0 0 35 16,0 0-38-16,0 0 39 15,0 0 112-15,-18 132-90 16,11-90-6-16,3 0-39 0,2-1 11 16,2-4-11-1,0-2-31-15,0-7-92 16,0-7 34-16,0-4-123 16,0-9-64-16,0-8-47 0,0-10-248 15,0-12-92-15</inkml:trace>
  <inkml:trace contextRef="#ctx0" brushRef="#br0" timeOffset="192295.52">27706 12518 1625 0,'0'0'533'0,"0"0"-300"16,0 0-167-16,0 0-42 15,147-50 119-15,-92 40-143 0,1 2 0 16,-2 2-13-16,-7 3 1 15,-11 1-37-15,-10 2-130 16,-10 0-349 0,-10 2-116-16</inkml:trace>
  <inkml:trace contextRef="#ctx0" brushRef="#br0" timeOffset="192795.65">27997 12680 947 0,'0'0'628'0,"0"0"-440"16,0 0 55-16,0 0-115 15,0 0-19-15,0 0-35 16,0 0-73-16,-2 0 78 15,2 0-79-15,0 0 13 16,0 0 34-16,0-5-47 16,0-7-23-16,10 0 9 15,1 0 28-15,-1 4-34 16,0 2 20-16,-1 6 0 16,-1 0 14-16,1 0-8 15,3 12-6-15,-6 10 19 16,-4 4 0-16,-2 6 60 15,0 2-2-15,-10-1-45 0,-7-1 59 16,5-6-82-16,2-6-9 16,10-4 0-16,0-6-11 15,0-1-22-15,14-2 33 16,4-3 0-16,-3 0-21 16,-4-3 27-16,-4 4-6 15,-7-3 0-15,0 5 27 16,0 10-42-16,-11 7 15 15,-9 8-37-15,-2 8-22 16,-3 12-157-16,7-11-254 16,7-10-315-16</inkml:trace>
  <inkml:trace contextRef="#ctx0" brushRef="#br0" timeOffset="193141.59">27588 13280 1527 0,'0'0'516'15,"0"0"-293"1,0 0 42-16,0 0-68 0,0 0-136 16,0 0 76-16,0 0-137 15,56 0 0-15,-10-1 12 16,12-3 14-16,6 1-19 16,3 2-7-16,3 1-4 15,-6 0-58-15,-1 0 15 16,4 0-182-16,-18 0-313 15,-14 0-559-15</inkml:trace>
  <inkml:trace contextRef="#ctx0" brushRef="#br0" timeOffset="193569">27712 13546 1731 0,'0'0'396'0,"0"0"-234"16,0 0-29-16,0 0-76 15,0 0 69-15,0 0-126 16,0 0 6-16,81 0-10 0,-57 0 4 16,-4 0-13-16,-7 5 12 15,-10 13 2-15,-3 10 8 16,-14 11 22-16,-23 7 16 16,-13 5 59-16,0 2-105 15,2-9 19-15,11-8-16 16,14-10 38-16,17-9-34 15,6-10-8-15,22-7-36 16,27 0 7-16,20-7 20 16,13-14-82-16,53-23-68 15,-25 5-323-15,-12 0-312 0</inkml:trace>
  <inkml:trace contextRef="#ctx0" brushRef="#br0" timeOffset="194110.98">28512 13194 1132 0,'0'0'549'0,"0"0"-287"15,0 0 30-15,0 0 67 0,0 0-162 16,0 0-54-16,0 0 2 15,-2 0-109-15,12-1 80 16,9-10-116-16,6 0 6 16,8-4-20-16,3 4 14 15,-1 2 0-15,0 3-1 16,-7 6-98-16,-8 0 55 16,-16 22-199-16,-4 6-230 15,0 0-205-15</inkml:trace>
  <inkml:trace contextRef="#ctx0" brushRef="#br0" timeOffset="194238.49">28497 13459 1181 0,'0'0'1221'15,"0"0"-961"-15,0 0-209 16,0 0-24-16,0 0 85 0,0 0-112 16,190-29-76-16,-117 17-39 15,-11-2-408-15</inkml:trace>
  <inkml:trace contextRef="#ctx0" brushRef="#br0" timeOffset="195268.87">29453 13309 1603 0,'0'0'522'0,"0"0"-304"15,0 0-163-15,0 0-45 16,0 0 158-16,0 0-144 16,127-11 13-16,-71 11-10 15,2 0-10-15,0 0-34 16,18 0-72-16,-16 0-214 15,-11 0-367-15</inkml:trace>
  <inkml:trace contextRef="#ctx0" brushRef="#br0" timeOffset="196454.71">30360 12733 196 0,'0'0'1234'0,"0"0"-947"16,0 0-156-16,0 0 118 0,0 0-93 15,0 0-110-15,0 0 64 16,3-26-94-16,-3 26 1 16,0 14 2-16,0 6-3 15,0 9 157-15,4 2-170 16,1 3 15-16,2 0-14 15,-1-3-4-15,1-6-10 16,1-4-53-16,2-5-108 16,-1-7 96-16,1-4-194 15,4-5-1-15,-5-5-53 16,-1-15-478-16</inkml:trace>
  <inkml:trace contextRef="#ctx0" brushRef="#br0" timeOffset="196655.84">30477 12655 1145 0,'0'0'631'0,"0"0"-563"16,0 0-68-1,0 0 0-15,0 0 101 0,0 0 17 16,0 115 47-16,0-74-36 16,0 2-117-16,0-1 64 15,0-4-76-15,0-4-8 16,2-2 2-16,0-3-164 15,-2-8-77-15,0-7-341 16,-2-8-417-16</inkml:trace>
  <inkml:trace contextRef="#ctx0" brushRef="#br0" timeOffset="196829.31">30109 12714 1935 0,'0'0'307'16,"0"0"-224"-16,0 0-83 16,158-2 0-16,-96 7-7 15,23 9-112-15,-18-2-78 16,-7-6-414-16</inkml:trace>
  <inkml:trace contextRef="#ctx0" brushRef="#br0" timeOffset="197112.49">30764 12707 1285 0,'0'0'357'0,"0"0"-253"16,0 0-97-16,0 0 123 15,0 0 69-15,29 128-75 16,-18-91 76-16,0-8-132 15,1 0-44-15,-1-8 79 16,0-1-93-16,-2-7-7 16,0-5-3-16,-3-3 24 15,1-2-73-15,-3-3 34 0,6 0-52 16,-4-20 49 0,3-12-132-16,-5-40-113 0,-2 5-108 15,-2 4-203-15</inkml:trace>
  <inkml:trace contextRef="#ctx0" brushRef="#br0" timeOffset="197257.95">30915 12537 137 0,'0'-31'1422'0,"0"1"-919"16,3 0-161-16,10-2-89 16,12 4-154-16,6 6 90 15,9 2-189-15,12 2 11 16,3 6-16-16,4 3 14 16,1 6-18-16,-5 3 9 15,-4 0-154-15,1 16 17 16,-15 5-404-16,-12-6-440 0</inkml:trace>
  <inkml:trace contextRef="#ctx0" brushRef="#br0" timeOffset="197701.13">31199 12665 1536 0,'0'0'580'0,"0"0"-470"16,0 0 22-16,0 0-59 16,0 0-72-16,0 0 62 15,0 0-56-15,-14-32-7 16,14 18 24-16,2 2-12 15,12 1 33-15,1 2-45 16,4 6 0-16,-4 3-9 16,1 0 10-16,-3 12-1 15,-6 11 52-15,-3 5-19 16,-4 5 94-16,0 1-55 16,0-2-71-16,0-1 78 15,0-1-79-15,0-5 0 16,0-3 0-16,9-4 3 15,0-7-28-15,-4 2-2 0,-3-4-67 16,-2 4 60-16,0 3-129 16,-18 6 62-16,-22 12-43 15,5-4-207-15,2-7-218 0</inkml:trace>
  <inkml:trace contextRef="#ctx0" brushRef="#br0" timeOffset="198419.63">30276 13391 1565 0,'0'0'531'0,"0"0"-274"16,0 0-176-16,0 0-30 16,0 0 118-16,0 0-139 15,153-24 21-15,-89 24 13 16,9 0-57-16,14 0 92 16,9-2-71-16,6-5-20 15,3 2 61-15,-3-2-69 16,-8 2-6-16,-9 1-3 15,-9 1-87-15,-14 3 30 16,5-1-162-16,-19 1-238 0,-14-4-247 16</inkml:trace>
  <inkml:trace contextRef="#ctx0" brushRef="#br0" timeOffset="200006.48">30938 12651 652 0,'0'0'272'0,"0"0"-100"0,0 0-104 15,0 0 6-15,0 0 20 16,0 0-7-16,0 0 41 16,-9-46-12-16,9 42-58 15,0-1 141-15,0 5-73 16,0 0 26-16,0-3-19 16,0 3-98-16,0 0 66 15,0 0-89-15,0 0-11 16,0 0 115-16,0 0-88 15,0 0 29-15,0 0 15 16,0 0-66-16,0 0 82 16,0 0-88-16,0 0 0 15,0 0-12-15,0 0 12 0,0 0-23 16,0 0-7-16,0 3-144 16,0 22 98-16,0 11 3 15,0 33-67-15,0-11-89 16,-4-5-444-16</inkml:trace>
  <inkml:trace contextRef="#ctx0" brushRef="#br0" timeOffset="201039.59">30931 13551 605 0,'0'0'584'0,"0"0"-335"15,0 0-48-15,0 0 73 0,0 0-76 16,0 0-53-16,0 0-40 16,-4-17-96-16,0 17 126 15,-4 0-135-15,-3 0 1 16,-4 0 25-16,-5 0-25 15,-5 3 5-15,-4 14-4 16,-2 2 29-16,0 5 42 16,2 3-72-16,4 0-1 15,6-1 52-15,3 2-39 16,5 0 13-16,4 5-22 16,0-6 25-16,7 5 29 15,0 1-58-15,0-1 0 16,4-4 6-16,12-2 9 0,5-6-15 15,6-5 0-15,2-5-20 16,4-7-31-16,0-3-1 16,-6 0-26-16,-5-5 54 15,-6-15-8-15,-8-3 21 16,-5 1 11-16,-3-5 0 16,0 4 30-16,-11 2-17 15,-7 7 16-15,-2 2 1 16,-2 12-30-16,-1 0-23 15,3 3-103-15,0 27-141 16,6-5 6-16,8-2-526 0</inkml:trace>
  <inkml:trace contextRef="#ctx0" brushRef="#br0" timeOffset="201557.68">32039 13239 899 0,'0'0'1123'0,"0"0"-642"0,0 0-375 16,0 0-28-16,0 0 23 15,0 0-100-15,0 0-1 16,-22 10-84-16,10 16-124 16,2-3-113-16,3-7-880 0</inkml:trace>
  <inkml:trace contextRef="#ctx0" brushRef="#br0" timeOffset="204818.95">30358 12818 892 0,'0'0'314'16,"0"0"-75"-16,0 0-111 16,0 0-29-16,0 0 45 15,0 0-120-15,0 0 21 16,0 0 17-16,0 0-62 16,0 0 113-16,0 0-57 15,0 0-14-15,0 0 47 0,0 0-67 16,0 0 18-1,0 0-40-15,0 0 27 0,0 0-12 16,0 0-15-16,0 0 0 16,0-2-5-16,0 2 7 15,0-2-2-15,0-3 0 16,0 3 20-16,0-1-5 16,0-4-15-16,0 3 0 15,0-2 2-15,0 0-2 16,0 0 0-16,0 1 0 15,0 0 12-15,0 1 96 16,0 2-84-16,0 2 22 0,0-1 38 16,0 1-74-16,0 0 41 15,0 0-51-15,0 0 16 16,0 0 4-16,0 0-20 16,0 0 0-16,0 0 49 15,0 0-48-15,0 0 55 16,0 0-56-16,0 0 0 15,0 0 17-15,0 0-17 16,0 0-3-16,0 12-18 16,0 2 42-16,0 7-21 15,0 6 0-15,0-1 0 16,0 2 64-16,0 2-63 16,0-2-1-16,0-1 20 0,0-4 1 15,0-3-9 1,-2-5-12-16,2 2 0 0,0-5-17 15,0-2 17-15,0 2-46 16,0 0 0-16,0 2-102 16,0-4-37-16,9-2-331 15,0-6-468-15</inkml:trace>
  <inkml:trace contextRef="#ctx0" brushRef="#br0" timeOffset="205447.31">30489 12789 1126 0,'0'0'314'16,"0"0"-228"-16,0 0 32 15,0 0 25-15,0 0-91 16,0 0 112-16,0 0-15 16,0 0-2-16,0 0 7 0,0 0-82 15,0 0 13-15,0 0-85 16,0 0 22-16,0 0-22 16,0 10 0-1,0 7 0-15,0 6 58 0,0 5-33 16,0 6 71-16,0 1-96 15,0 0 18-15,4 2-2 16,2-2-16-16,1-6-55 16,-1-3-39-16,8 0-97 15,-3-8-126-15,-3-8-448 0</inkml:trace>
  <inkml:trace contextRef="#ctx0" brushRef="#br0" timeOffset="207099.84">30140 12814 876 0,'0'0'174'16,"0"0"-129"-16,0 0 83 15,0 0 1-15,0 0-34 16,0 0 100-16,0 0-94 16,58 0-19-16,-47 0 35 15,5 0-42-15,1 0 20 16,4 0-95-16,-3-5 1 16,1 1 5-16,-3 0-6 15,-5 2 0-15,0 0-3 16,-1 1 19-16,-2-2 27 15,3 1-25-15,1-2-9 16,3 1 48-16,1 0-57 0,-1-1 0 16,3 0 0-16,-3 1 19 15,1-2 8-15,-3 1-2 16,-1 1-3-16,-3 0 122 16,2 1-132-16,-2 0 3 15,4 0-12-15,1 0 19 16,-1 1-20-16,0-4-2 15,1 3 0-15,-3 1 7 16,0-2 9-16,-2-1-4 16,0 2 34-16,2-1-38 15,-2 0 23-15,0-1-31 16,-1 0 0-16,2 3 3 0,-6-1-3 16,-2 2 0-16,-2 0-1 15,0 0 19-15,0 0 8 16,0 0-26-16,0 0 0 15,0 0-7-15,0 0 7 16,0 0 0-16,0 0-9 16,0 0 27-16,0 0-26 15,0 0 8-15,0 0 0 16,0 0-19-16,-4 0 19 16,-10 0-1-16,-5 0-44 15,-4 0-66-15,-6 0 87 16,-4 5-31-16,-5 4-49 15,-5 3 92-15,-3-1-51 16,-1 1 26-16,0-1 28 16,7-4 9-16,6-2 3 0,7 0-3 15,10-3 0-15,7-2 60 16,6 2-40-16,2-2 5 16,2 0-12-16,0 0 9 15,0 0 63-15,0 0-70 16,0 0-8-16,-2 0 72 15,-2 0-59-15,-3 0-19 16,1-4-2-16,0-1 2 16,2 5-34-16,0-3 33 15,2 3-18-15,2-2 0 16,-3 2-11-16,1-2 11 16,0 0-33-16,-2-1-14 15,-4 1 27-15,2-3 35 16,-1 1 3-16,3 1 1 15,0-2 18-15,2 3 81 0,-1 0-32 16,3 2-50-16,0 0 140 16,0 0-149-16,0 0 10 15,0-2 11-15,0 1-14 16,9-2-2-16,6-2-14 16,8-4 0-16,4 3-17 15,2 0 17-15,2 1 0 16,4 0 27-16,5 1-12 15,3 1 15-15,-1-2-30 16,3 3 0-16,-3-2-18 0,-2 2 18 16,-6-2-27-16,-8 1 26 15,-3 0-63 1,-9 1 10-16,-10 2-114 0,-2 0-183 16,-2 0-340-16</inkml:trace>
  <inkml:trace contextRef="#ctx0" brushRef="#br0" timeOffset="-213046.86">1444 15441 1230 0,'0'0'221'16,"0"0"38"-16,0 0-115 15,0 0 24-15,0 0 18 16,0 0-57-16,-11-51-8 16,11 39-121-16,0-3 23 15,0 3 21-15,0 3-23 16,0 4-12-16,0 0 71 15,0 3-60-15,0 2 45 0,0 0-65 16,0 0 11 0,0 0 5-16,0 0-16 0,0 0-16 15,4 0 16-15,21 14 0 16,14 8 6-16,13 12-6 16,10 7 0-16,3 6 48 15,-1 3-42-15,-3-1 3 16,-5-3-3-16,-5-6 13 15,-7-4-11-15,-7-10-8 16,-8-8 0-16,-10-4-6 16,-5-6 6-16,-5-6 0 15,-7 0-6-15,-2-2 15 16,0 0-8-16,0 0-1 16,2-2 0-16,0-22 35 15,5-12-35-15,7-12-40 16,1-6 39-16,9 0-20 15,8 1-7-15,5 9 2 0,6 10-19 16,1 6 19-16,6 9 18 16,1 5 8-16,0 5-9 15,-2 0 23-15,-5 8-20 16,-7-1 6-16,-13 2 0 16,-10 0-12-16,-12 0 12 15,-2 12 0-15,-14 16-8 16,-24 25 16-16,-8 6 83 15,-8 16-91-15,0-5 7 16,8-6-2-16,13-15-4 16,10-17-1-16,14-15 0 0,9-8-73 15,0-9 58-15,22 0-91 16,14-12 58-16,11-22 23 16,4-5-114-16,-2-9-15 15,-8 2 83-15,-15 5 56 16,-8 11 15-16,-12 12 37 15,-4 13 75-15,-2 5 1 16,0 0-95-16,0 19 1 16,0 6 3-16,0 3-9 15,0-6 71-15,12 0-84 16,10-8 0-16,9-10 9 16,8-4-3-16,3-8-12 0,3-16-15 15,-1-10-107-15,-7-2 112 16,-5-5-140-16,-12 6 81 15,-9 4 74-15,-9 11 2 16,-2 13 105-16,0 7 3 16,-4 0-108-16,-9 23 88 15,-1 15-68-15,5 12 57 16,9-4 21-16,0 3-81 16,14-10 12-16,14-8-30 15,6-13-13-15,2-8-35 16,2-6 17-16,-5-4-33 15,-6 0 19-15,-5-14-54 16,-7-4 76-16,-5-8-68 16,-6 0 2-16,-1-1 68 15,-1 8-22-15,-2 1 43 0,0 10 18 16,0 8-3-16,2 8 13 16,4 28-18-16,1 22 54 15,7 14 102-15,1 26-116 16,1 0 13-16,-1 1-11 15,-1-1 1-15,-5-14 24 16,-1 11-77-16,-4-7 0 16,-4-7 18-16,0-10-18 15,-8-13 0-15,-15-13-1 16,0-13 18-16,-4-15-20 16,-2-17 3-16,0 0 0 15,0-17 80-15,2-24-79 16,2-13 16-16,6-8-17 15,7-10 21-15,10-4-14 16,2-1-7-16,6 3-27 0,15 7 11 16,3 0-80-16,1-13-100 15,-8 14-107-15,-10 15-353 0</inkml:trace>
  <inkml:trace contextRef="#ctx0" brushRef="#br0" timeOffset="-212857.82">2280 15302 1788 0,'0'0'352'0,"0"0"-209"16,0 0 42-16,31-116-159 16,2 85-9-16,10 12-34 0,6 12-13 15,4 7-123 1,12 75-172-16,-13 0-251 0,-17 20-360 15</inkml:trace>
  <inkml:trace contextRef="#ctx0" brushRef="#br0" timeOffset="-212761.12">2672 16013 1043 0,'0'0'388'15,"0"0"-87"-15,0 0-73 16,0 129-176-16,34-111-52 16,-1-6-38-16,2-12-325 0</inkml:trace>
  <inkml:trace contextRef="#ctx0" brushRef="#br0" timeOffset="-209075.95">4353 15575 798 0,'0'0'330'0,"0"0"-213"15,0 0-78-15,0 0 54 16,0 0 21-16,0 0 36 0,0 0-46 15,51-102-11 1,-40 83 80-16,3 1-11 0,-5 0 3 16,-1 4-33-16,-3 5-115 15,-2 2 114-15,-3 5-70 16,0 2-42-16,0 0 57 16,-8 0-76-16,-16 9 0 15,-14 18 0-15,-11 9 2 16,-11 13 2-16,-2 6-4 15,-1 3 0-15,10-1 36 16,8-11-35-16,11-6 5 16,13-6-6-16,7-15 15 15,9-6-13-15,5-9-2 16,0-1-50-16,21-3 33 16,12 0-12-16,9-15 8 15,8-9-80-15,1-12-61 16,-2-6 94-16,-6 0-162 0,-8 2 81 15,-8-1 100-15,-12 15 7 16,-6 4 42-16,-4 12 80 16,-5 6 30-16,0 4 72 15,0 4-160-15,0 19-22 16,0 9 119-16,0 8-39 16,0 4 37-16,15-2-56 15,10-3-59-15,8-14 87 16,9-1-89-16,10-12-1 15,8-2-1-15,2-10-126 16,17 0-7-16,-15-13-206 16,-15-6-401-16</inkml:trace>
  <inkml:trace contextRef="#ctx0" brushRef="#br0" timeOffset="-208804.66">4982 15548 1850 0,'0'0'502'0,"0"0"-352"16,0 0-15-16,0 0-56 15,0 0 65-15,0 0-143 0,0 0 18 16,111 4-19-1,-77-4 25-15,-3 0-57 0,-6 9-15 16,-8 5-188-16,-10 4 61 16,-21 26-165-16,-19-4-34 15,-9-8-1070-15</inkml:trace>
  <inkml:trace contextRef="#ctx0" brushRef="#br0" timeOffset="-208677.84">4870 15865 1443 0,'0'0'548'0,"0"0"-456"15,0 0 154-15,0 0-14 16,132-8-167-16,-74 2-17 16,2 3-48-16,15 3-91 0,-12 0-152 15,-18 0-534-15</inkml:trace>
  <inkml:trace contextRef="#ctx0" brushRef="#br0" timeOffset="-207037.16">5750 15821 1549 0,'0'0'364'16,"0"0"151"-16,0 0-272 15,0 0-70-15,0 0-6 0,0 0-94 16,0 0-16-16,52-17-57 15,-12 6 32-15,11-3-22 16,3 5-10-16,4 2-52 16,2 2 11-16,-2 5-143 15,9 0-96-15,-13 0-220 16,-15 3-261-16</inkml:trace>
  <inkml:trace contextRef="#ctx0" brushRef="#br0" timeOffset="-206612.31">6879 15266 1435 0,'0'0'251'0,"0"0"-97"0,0 0-49 15,0 0 73-15,0 0-139 16,0 0-31-16,0 0 69 15,2 13-64-15,-2 13 96 16,0 6 47-16,0 5-65 16,0-2 6-16,0 0-97 15,0-3 9-15,0-6-3 16,0-4-6-16,0-3-40 16,5-1-51-16,1-9-57 15,0-4-31-15,11-5-111 16,-5-18-23-16,0-5-256 0</inkml:trace>
  <inkml:trace contextRef="#ctx0" brushRef="#br0" timeOffset="-206442">7046 15232 742 0,'0'0'1097'0,"0"0"-909"16,0 0-182-16,0 0 173 15,0 0-80-15,0 119-37 16,0-80 49-16,0 1-92 15,4-2-5-15,3-2-14 16,0-2-94-16,-1 3-4 16,-1-9-286-16,-5-12-349 0</inkml:trace>
  <inkml:trace contextRef="#ctx0" brushRef="#br0" timeOffset="-206244.8">6680 15320 1780 0,'0'0'553'0,"0"0"-279"15,0 0-222-15,0 0-2 16,141-44-50-16,-81 40 24 16,3 4-67-16,1 0 43 15,11 4-176-15,-14 6-77 16,-14-2-401-16</inkml:trace>
  <inkml:trace contextRef="#ctx0" brushRef="#br0" timeOffset="-205780.17">7307 15298 1307 0,'0'0'589'0,"0"0"-444"0,0 0-137 15,0 0 40-15,0 0 220 16,0 0-195-16,56 120 21 16,-41-90 17-16,1-2-59 15,-3-4 22-15,0-4-74 16,-1-6 1-16,-4-5-7 16,-1-4 6-16,-3-1-54 15,-1-4 13-15,2 0 23 16,-1-7-11-16,2-18 29 15,1-7-110-15,-3-8 96 0,1-8-113 16,0-2 61-16,-3-2 15 16,4-1 51-16,-1-1 18 15,3 4 9-15,0-2 44 16,0 6 134-16,-3 6-76 16,-1 8 6-16,-2 11-11 15,0 7-96-15,0 7 68 16,2 5-96-16,4 2 0 15,7 0-15-15,10-4 15 16,13-1 0-16,9 3-2 16,7 1 19-16,-2 1-65 15,0 0 45-15,-3 0-173 0,0 1-33 16,-13 10-173-16,-14-5-492 16</inkml:trace>
  <inkml:trace contextRef="#ctx0" brushRef="#br0" timeOffset="-205349">7723 15240 1043 0,'0'0'834'0,"0"0"-651"15,0 0-21 1,0 0 15-16,0 0-130 0,0 0 91 16,0 0-69-16,-29-58-42 15,29 41-23-15,12 3-4 16,5 4-30-16,6 2-14 16,-1 7 18-16,-1 1 8 15,-8 0 19-15,-5 9-1 16,-6 15 79-16,-2 6-21 15,-2 7 57-15,-17 1-35 16,1-3-69-16,2-3 83 16,11-7-94-16,5-4 0 15,8-4-13-15,21-2 35 16,4-6-46-16,5-3 24 16,-3 0-21-16,-10-1-33 0,-10-2 45 15,-13 7-115-15,-2 9-41 16,-46 20 43-16,-6 1-83 15,-2-9-607-15</inkml:trace>
  <inkml:trace contextRef="#ctx0" brushRef="#br0" timeOffset="-204743.89">6685 15869 929 0,'0'0'691'16,"0"0"-423"-16,0 0-15 15,0 0-40-15,0 0 98 16,0 0-205-16,0 0-48 15,55-21 19-15,-7 10-57 16,10 3 16-16,15 0 10 16,27 3-32-16,27-9 87 0,-5 2-101 15,-10-1 8-15,-16 3 13 16,-22 1-21-16,-1 9-1 16,6-5-32-16,-17 5-132 15,-14 5-62-15,-14 12-360 16,-20-2-506-16</inkml:trace>
  <inkml:trace contextRef="#ctx0" brushRef="#br0" timeOffset="-204188.98">7262 16136 1192 0,'0'0'662'0,"0"0"-395"15,0 0-111-15,0 0 120 16,4-107-81-16,-4 90-107 16,0 3 72-16,-8 10-140 15,-13 4-5-15,-8 0-15 16,-11 9 4-16,-8 24-17 15,-2 11 13-15,1 9 0 16,7 5 1-16,11 5 17 16,8-1-18-16,15-3 0 15,8-11 33-15,0-9-9 16,17-6-24-16,17-8 0 16,6-10 6-16,6-10-6 15,-1-5-12-15,-5 0 10 16,-9-15-42-16,-14-7 11 0,-13 0 19 15,-4-4-101-15,-18 7 5 16,-16 2-81-16,-24 17 35 16,10 0-119-16,3 4-394 0</inkml:trace>
  <inkml:trace contextRef="#ctx0" brushRef="#br0" timeOffset="-191317.84">8847 15240 1068 0,'0'0'195'0,"0"0"-3"0,0 0-16 16,0 0-85-16,0 0 64 16,-3-58-90-16,3 46-49 15,0 1 72-15,0 3-74 16,0 2 44-16,0 2 15 15,0 0-50-15,0 4 82 16,0 0-105-16,0 0 7 16,0 0 14-16,-2 18-21 15,0 18 0-15,0 21 86 16,0 15-14-16,2 10 95 16,0 3-136-16,0-2-25 15,0-6 23-15,4-12-17 16,10-2-12-16,-1-13 0 15,3-6-111-15,-1-4 80 16,-1-8-170-16,-14-2-183 16,0-11-190-16,-2-11-583 0</inkml:trace>
  <inkml:trace contextRef="#ctx0" brushRef="#br0" timeOffset="-190666.61">8491 15744 1664 0,'0'0'312'0,"0"0"-273"16,0 0-31-16,156-49 112 15,-81 27-26-15,10-6-76 0,2 2 81 16,-2-6-99-16,-8-3 0 16,-9 3 10-16,-15-6 2 15,-13 4-24-15,-13 4-36 16,-16-5-59-16,-11 3 95 15,0 6-217-15,-18-1 125 16,-9 5 85-16,1 9 19 16,-1 12 76-16,7 1-76 15,2 22 9-15,2 19 179 16,10 12-39-16,4 10-4 16,2-2 3-16,0 3-55 15,6-3 22-15,9-11-115 16,1-6 19-16,2-7 9 15,2-16-28-15,-2-3-15 16,2-8 15-16,2-10-64 0,5 0 44 16,4-10-85-16,1-24-38 15,-1-10 21-15,-4-2-148 16,-7 0 99-16,-7 15 153 16,-7 14 18-16,-3 13 104 15,-1 4-60-15,-2 4-6 16,0 18 235-16,5 2-150 15,-1-2-13-15,5 0-18 16,4-8-91-16,1-2 83 16,6-7-84-16,0 0-7 15,2-5-16-15,1 0-63 16,-4-2 2-16,-1-14 9 0,-2-2-103 16,-5-9 80-16,-4 8-67 15,-1 3 107-15,-4 10 46 16,1 6 13-16,2 2-1 15,-1 20 131-15,0 7-60 16,3 4 76-16,2-1-147 16,-2-2-4-16,2-9 3 15,-5-7-166-15,-2-5-178 16,-2-9-897-16</inkml:trace>
  <inkml:trace contextRef="#ctx0" brushRef="#br0" timeOffset="-190530.07">9458 15312 1942 0,'0'0'334'0,"0"0"-188"0,0 0-137 15,136-79-9-15,-56 79-43 16,-11 0-258-16,-6 3-245 0</inkml:trace>
  <inkml:trace contextRef="#ctx0" brushRef="#br0" timeOffset="-189201.91">10671 16044 669 0,'0'0'1353'0,"0"0"-1074"16,0 0-110-16,0 0-168 15,0 0-1-15,154-149 3 16,-94 93-3-16,0-6 0 15,-5-3-136-15,-6-6-87 16,-9 0 158-16,-15 0-109 16,-11 4 25-16,-14 4 71 15,0 10 78-15,-16 4 33 16,-7 15 41-16,6 14 2 16,-1 15 100-16,5 5-140 15,1 22-9-15,3 24 104 0,5 20-1 16,4 14 73-1,0 5-106-15,0 1-76 16,7-6 104-16,3-12-125 0,2-12 10 16,1-16-10-16,-1-8 24 15,-4-14-67-15,-1-10 27 16,-1-6-44-16,0-2 36 16,4-2 11-16,3-24-29 15,8-14 14-15,1-5-127 16,-2 2 77-16,-4 7-7 15,-3 11 48-15,-4 18 17 16,-2 7-5-16,-1 4 25 16,3 19 75-16,-2 12-19 0,2-3 103 15,0 3-144 1,2-8-14-16,2-8 67 0,6-10-57 16,4-4 23-16,12-5-34 15,4-7 28-15,6-23-77 16,0-14 8-16,-5-6-80 15,-7-4 23-15,-13-4-58 16,-9 1-39-16,-9 15 121 16,-2 16 74-16,0 19 204 15,0 7-152-15,-4 12-2 16,0 18 138-16,4 11-52 16,0 4-3-16,0 1-69 15,8-4-64-15,4-4 104 16,-1-4-104-16,-7-2 0 15,-2-2-15-15,-2 2-38 0,0 0-46 16,-13-1-197-16,-1-18-442 0</inkml:trace>
  <inkml:trace contextRef="#ctx0" brushRef="#br0" timeOffset="-188749.89">12217 15945 971 0,'0'0'1264'0,"0"0"-988"16,0 0-255-16,0 0 5 0,0 0 0 16,0 0 4-1,143-129-60-15,-87 66 28 0,0-13-82 16,0-3-3-16,-8-3-9 15,-9-5 12-15,-13 0-105 16,-15 3 28-16,-8 12 161 16,-3 10 18-16,0 16 128 15,-17 19 63-15,0 23-93 16,-5 4-23-16,-5 24-93 16,-2 24 9-16,6 15 161 15,6 7-100-15,8 8 22 16,9 0-24-16,0-2-53 0,11-8 68 15,14-9-83 1,2-11 0-16,4-7 20 0,2-14-20 16,3-5 0-1,4-8-1-15,-2-10-45 0,2-4 15 16,2 0-63-16,-4-30-106 16,-4-7 1-16,-1-44-270 15,-11 10-186-15,-6 5-460 0</inkml:trace>
  <inkml:trace contextRef="#ctx0" brushRef="#br0" timeOffset="-188532.91">12966 15262 713 0,'0'0'534'0,"0"0"-270"16,0 0-8-16,0 0 9 15,0 0 12-15,0-107 69 0,0 106-237 16,0 1-79 0,0 0-30-16,0 18 1 0,0 15-1 15,5 16 45-15,-1 8-34 16,1 6 101-16,-3 4-112 15,1-8 0-15,1-2 9 16,0-7 7-16,3-3-23 16,-1-6 7-16,4-9-127 15,-4-1 43-15,-1-14-227 16,-1-2-193-16,-4-15-251 0</inkml:trace>
  <inkml:trace contextRef="#ctx0" brushRef="#br0" timeOffset="-187751.66">12855 15579 1202 0,'0'0'360'0,"0"0"-44"15,0 0 52-15,0 0-124 16,0 0 29-16,0 0-151 16,0 0-107-16,18-41 39 15,11 33-54-15,8 2 0 16,9 2-1-16,0 0 17 0,5 0-16 16,-3 4 0-16,-6 0 0 15,-7 0 14-15,-4 0-14 16,-6 0 0-16,-8 4-1 15,2 0 19-15,-6 2-23 16,-4-2 5-16,-5 0 0 16,-4 0-24-16,0 6 24 15,0 7 0-15,0 6-10 16,-4 9 25-16,-5 7 19 16,2-3-34-16,3-4 0 15,2-1-10-15,2-10 16 16,0-3-6-16,0-4 0 15,2-6 18-15,9-2-59 16,2-6 41-16,6 0-30 16,0-9 12-16,6-17-43 15,2-19-33-15,-3 0-82 0,-2-10 8 16,-2 11 146-16,-6 8 44 16,-7 16 36-16,-3 9 161 15,-4 11-119-15,0 0-25 16,0 0-75-16,0 13 10 15,0 6 51-15,0 2-61 16,0-1 0-16,11-2 24 16,7-2-13-16,2-6 1 15,4-7-12-15,7-3 0 16,3 0-29-16,2-16 29 16,-5-3-42-16,-7-7 14 15,-8-2-53-15,-12 1 51 0,-4 5-81 16,0 8 111-16,-2 11 65 15,-13 3-65-15,1 3 40 16,-1 21 38-16,6 11-61 16,4 2 77-16,5 6-94 15,0-1 19-15,12 2 1 16,10-8-20-16,4 0-15 16,6-2-6-16,-1 8-106 15,-6-8-103-15,-15-11-471 0</inkml:trace>
  <inkml:trace contextRef="#ctx0" brushRef="#br0" timeOffset="-187639.88">13575 16087 2121 0,'0'0'102'0,"0"0"-102"0,0 0-203 16,0 0 75-16,0 0-255 0</inkml:trace>
  <inkml:trace contextRef="#ctx0" brushRef="#br0" timeOffset="-186428.47">14904 15360 1597 0,'0'0'326'0,"0"0"-38"16,0 0-138-16,0 0-61 15,0 0-29-15,0 0-51 16,0 0-18-16,-16 23 31 0,16 35-11 16,0 17 149-1,0 10-113-15,5 1-9 0,1-6-38 16,-1-10 36-16,1-8-33 15,3-7-3-15,3-14-94 16,-4-2 21-16,1-11-211 16,-9-15-109-16,0-10-213 15,-11-3-259-15</inkml:trace>
  <inkml:trace contextRef="#ctx0" brushRef="#br0" timeOffset="-186265.28">14578 15767 1862 0,'0'0'557'0,"0"0"-342"0,0 0-82 16,0 0-84-16,0 0-20 16,120-50-29-1,-57 42-11-15,1 4-22 0,4 4-46 16,-8 0-134-16,2 7-64 16,-15 4-415-16,-16 1-344 0</inkml:trace>
  <inkml:trace contextRef="#ctx0" brushRef="#br0" timeOffset="-185515.64">15107 15881 1005 0,'0'0'607'0,"0"0"-410"16,0 0-77-16,0 0-64 15,0 0 111-15,0 0-143 0,0 0 4 16,17 32 49 0,10-46-46-16,4-10 29 0,0-3-60 15,0-14-69-15,-6 1 30 16,-4 0-99-16,-11 4 80 15,-5 8 58-15,-5 12 12 16,0 7 174-16,0 9-127 16,0 0-43-16,0 13 54 15,0 13-27-15,0 6 54 16,2 3 20-16,7 0-83 16,0 2 51-16,0-10-85 15,3-1 9-15,-4-8 20 16,1 1-29-16,-1-12 0 15,4 0 0-15,3-4 28 16,8-3-23-16,8-5-5 0,7-22-38 16,7-9 19-1,-1-12-99-15,-6-6-3 0,-9 4 41 16,-13 6-21-16,-12 12 101 16,-4 16 48-16,-4 8 16 15,-19 8 43-15,-6 4-98 16,0 22 65-16,2 4 11 15,6 7-76-15,9-2 113 16,7-3-122-16,5-2 12 16,0-2 23-16,17-5-34 15,9-9-1-15,8-7 0 16,8-2 6-16,5-5-66 0,1-9 58 16,6-20-107-16,-2-3 1 15,-4-5-38 1,-5 1-1-16,-12 10 82 0,-9 12 65 15,-10 6 35-15,-8 8-7 16,-4 0 14-16,0 20 106 16,0 4-40-16,0 2-22 15,0-4-47-15,-4-4-11 16,4-9-1-16,0-4-27 16,0-5-70-16,4 0 19 15,16 0-56-15,12-3 76 16,5-11-91-16,5-9-44 15,1 1 158-15,-3 4-39 16,-7 8 47-16,-6 10 10 16,-6 0-10-16,-9 0 68 15,-5 18-68-15,-5 0 9 16,-2 4-25-16,-2 0 16 0,-46 6-98 16,0-10-174-16,-3-4-903 0</inkml:trace>
  <inkml:trace contextRef="#ctx0" brushRef="#br0" timeOffset="-185357.92">15222 15552 1868 0,'0'0'472'0,"0"0"-358"16,0 0-82-16,136-86-10 15,-65 70-13-15,8 10-9 0,35 6-106 16,-23 10-93-16,-11 4-555 15</inkml:trace>
  <inkml:trace contextRef="#ctx0" brushRef="#br0" timeOffset="-184628.19">17003 15298 1377 0,'0'0'292'16,"0"0"-105"-16,0 0-177 16,0 0-8-16,0 0 6 15,0 0 36-15,-33 111 178 16,31-44-76-16,2 4-53 15,-2 5 54-15,2 1-77 16,0-2-22-16,0-7-48 16,0-10 30-16,0-14-33 15,0-11 3-15,6-11-85 16,1-9 56-16,2-4-106 16,0-9-59-16,4-24 22 15,-1-15-45-15,-4-11-448 0</inkml:trace>
  <inkml:trace contextRef="#ctx0" brushRef="#br0" timeOffset="-184386.85">17169 15342 1302 0,'0'0'279'0,"0"0"-230"16,0 0 12-16,0 0 47 15,-5 142 145-15,0-83-62 16,3 5-48-16,2 2-23 15,0-2-75-15,0-4 46 16,0-6-91-16,0-8 1 16,0-7-1-16,2-12 0 0,0-4-53 15,1-9 16 1,0-6-81-16,-3-4-3 0,0-8-96 16,0-14 39-16,-3-13-91 0</inkml:trace>
  <inkml:trace contextRef="#ctx0" brushRef="#br0" timeOffset="-184030.07">17354 15262 1106 0,'0'0'308'0,"0"0"-79"16,0 0-29-1,0 0 38-15,35 153-78 0,-39-95-63 16,-23 7 46-16,-8-2-99 16,-8-5 2-16,-1-8-46 15,3-14 33-15,5-11-6 16,7-5-27-16,10-13 0 16,7-5 3-16,8-2 7 15,4 0 4-15,0 0 27 16,20 0-12-16,7-2 26 15,9 2-55-15,3 0 0 16,6 10 28-16,4 8-27 16,-2 8 12-16,2 0-13 15,-2 3 18-15,0-3-69 16,20-3-35-16,-15-5-189 0,-4-10-316 16</inkml:trace>
  <inkml:trace contextRef="#ctx0" brushRef="#br0" timeOffset="-183764.7">17913 15770 760 0,'0'0'912'0,"0"0"-695"16,0 0-17-16,0 0-85 15,0 0-31-15,0 0-15 16,0 0-37-16,-11 27 50 16,18-27-82-16,-3 0 10 15,-4 0 59-15,0 0-61 16,0 0 15-16,0 0-23 0,-15 0-85 16,-1 0-94-16,3 5-549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5T07:33:58.26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26624 2222 1209 0,'0'0'489'0,"0"0"-424"16,0 0-42-16,0 0-22 16,0 0 57-16,0 0 34 15,0 0-10-15,0 0 91 16,0 0-75-16,0 0-18 0,0 0-27 16,0 0-38-16,0 0 21 15,0 0 8-15,0 0-20 16,0 0 68-16,0 0-92 15,0 0 6-15,0 0-6 16,0 0-1-16,0 9-11 16,0 16-14-16,0 12 26 15,0 21-15-15,0 12 15 16,0 13 0-16,5 19-1 16,4 23 1-16,2-14 9 15,0-7-9-15,5 0 0 0,-1 0-1 16,8 33 13-16,6 13-12 15,0-6 7 1,-2-9-1-16,-10-9 33 16,1 0-39-16,-5-2 0 15,1-3 22-15,1-5-3 0,5 0-19 16,3 1 0-16,0 1 1 16,-2 3 23-16,0 4-24 15,-1 11 0-15,-3 6-7 16,-3 10 16-16,-5 6-15 15,-5 4 6-15,-4 0 0 16,0-5 9-16,0 0-9 16,0 3 0-16,0 0-5 0,0 3 29 15,-4 3-21-15,2 1 3 16,2-5-6-16,0-9 28 16,0-13-28-16,-3-31 0 15,3-23-17-15,0-25 17 16,0-8-32-16,0 1-87 15,0 0-104-15,0-8-130 16,0-25-517-16</inkml:trace>
  <inkml:trace contextRef="#ctx0" brushRef="#br0" timeOffset="793.02">24299 6017 1247 0,'0'0'338'0,"0"0"-181"16,0 0-139-16,0 0-4 16,0 0 7-16,0 0 11 15,0 0 54-15,27 3 14 16,-5-3-41-16,7 0 75 0,13-3-102 15,10-7 1 1,13 0 18-16,13-4-37 0,9 2 14 16,29-4-28-1,30-4 1-15,43-3 45 0,19-3-39 16,9-1 23-16,-1 3 34 16,-4 2-40-16,15 0 37 15,7 4-38-15,9 2-15 16,7 4 77-16,9 2-84 15,8 1 10-15,12 4-11 16,8-1 1-16,10-2 4 16,6-2-5-16,5-5 0 15,3 4 8-15,2-6-8 16,-10 2 0-16,-5 0-1 16,-10-1 1-16,-16 3 10 0,-14 1-10 15,-17 2 0-15,-25-1 2 16,-28 3 7-16,-25 4-15 15,-43 2 6-15,-37 2 0 16,-30 0 0-16,-17 0 0 16,-5 0-80-16,-9 0 4 15,-20 0-168-15,-2 2-238 16,-13 0-211-16</inkml:trace>
  <inkml:trace contextRef="#ctx0" brushRef="#br0" timeOffset="3511">25086 2646 848 0,'0'0'193'0,"0"0"-139"15,0 0 53-15,0 0-29 16,0 0 34-16,0 0 37 16,0 0-51-16,-26-15 7 15,26 15-37-15,0 0-46 16,0 0 47-16,0 0-31 16,0 0 15-16,0 0 30 15,0 0-43-15,0 0 6 16,0 0-42-16,0 0 10 0,0 0 25 15,0 0-38 1,0 0 6-16,0 0 5 0,0 3 4 16,0 14-16-16,0 9 70 15,7 8-64-15,1 4 61 16,5 2-54-16,5 1 0 16,5-3-2-16,2-1 3 15,4-3-11-15,0-1-3 16,4-6 0-16,3 2 26 15,1-5-14-15,8 2-11 16,4-3 8-16,4 1-2 16,8 1-13-16,1-1 6 0,7-2 0 15,3-1 5-15,5-1-5 16,6-1-1-16,4 0 1 16,0-2-8-16,-1 1 0 15,1 0 4-15,0 3 4 16,5-1-3-16,1 0 3 15,5 1 0-15,5 6 0 16,2-1 1-16,4 4 10 16,1 0-11-16,-1 4 0 15,0 1-2-15,0 2 2 16,-2 4-1-16,-2 2-6 16,-4 6 7-16,-1 1-14 15,-5 6 8-15,-1 6 6 0,-3 4-16 16,-6 2 16-1,-2 2 0-15,-8 3-1 0,-1 1 1 16,-7 0-10-16,-2 5 10 16,-5 3 0-16,-2 2-9 15,-2 4 15-15,-1 2-12 16,-4 4 5-16,7 17 1 16,5 15 3-16,5 21-3 15,4 6 0-15,-7-12-9 16,-7-14 22-16,-10-17-13 15,0-6 0-15,-9-14 0 16,-5-14 1-16,-5-13-1 16,-2-3 0-16,6 14 3 15,8 10 13-15,1 13-23 16,0-5 7-16,-1-4 0 0,-4-1 6 16,-1-7-6-16,-1-8 0 15,2-6-3-15,-6-8 12 16,-2-8-3-16,-5-8-6 15,-2-6 0-15,-4-8 6 16,-2-8-6-16,-5-6 0 16,0-5-7-16,-4-5 13 15,-3-3-12-15,0-1 1 16,-4 0 5-16,2 0 17 16,-2 0-16-16,0 0 9 15,0 0 67-15,0 0-35 16,0-1 5-16,0-3 28 0,0 2-33 15,0 2 34-15,0 0-70 16,0 0-6-16,0 0 10 16,0 0-1-1,0 0-15-15,0 0 6 0,0 0 0 16,0 0-12-16,0 0 12 16,0 0-18-16,0 0 17 15,0 0-32-15,0 0 32 16,0 0-13-16,0 0 14 15,0-4 18-15,0-1-16 16,-2-4 13-16,-11-2-15 16,-3-1 3-16,-1 2-3 15,-4 4 0-15,2 5 1 16,1 1 2-16,2 0-3 16,3 0 0-16,6 7-10 0,3 1-10 15,4 1 13-15,0-5-30 16,0 1-2-16,7-1 12 15,5-1 27-15,7-1 0 16,-2 0-1-16,-1-2 3 16,-5 0-3-16,-7 0 1 15,-1 0 0-15,-3 0 37 16,0 0-28-16,0 0 4 16,0 2-4-16,0-1-1 15,0 3-16-15,0 1 2 16,0 3 6-16,0 1-22 15,0 5 22-15,0 1-2 16,2-3 1-16,9 0 0 0,0-6-8 16,3 1 9-16,-5-6 0 15,-5-1 23-15,-2 0-22 16,-2 0 39-16,0 0 10 16,0-12-25-16,-13-2 5 15,-3 0-30-15,-3 0 1 16,0 3-13-16,2 6 12 15,1 3-22-15,5 2-78 16,-3 5-167-16,8 12-257 16,-1-2-354-16</inkml:trace>
  <inkml:trace contextRef="#ctx0" brushRef="#br0" timeOffset="5137.46">29843 5781 26 0,'0'0'1136'0,"0"0"-906"16,0 0-156-16,0 0-14 16,0 0-15-16,0 0 33 15,0 0-47-15,0-6-19 16,0 6 13-16,0 0-18 16,0 0-7-16,0 0 7 15,0 0-7-15,0 0-44 16,0 0-104-16,0 0-61 15,0 0 52-15,0 0-74 0,0 0-14 16,0 0 105-16,2 0-182 16</inkml:trace>
  <inkml:trace contextRef="#ctx0" brushRef="#br0" timeOffset="5305.61">29843 5781 877 0,'9'-4'281'0,"-9"4"-124"15,0 0-14-15,0 0-9 16,0 2-48-16,0-2 73 15,0 0-115-15,0 0 2 16,0 0-27-16,2 5-19 16,-2 7-9-16,3 3-7 15,-1 5-34-15,-2 3 0 16,3 12-201-16,-1-7-61 16,0-4-199-16</inkml:trace>
  <inkml:trace contextRef="#ctx0" brushRef="#br0" timeOffset="5452.19">29879 6110 669 0,'0'0'270'16,"0"0"-99"-16,0 0-19 16,0 0-73-16,0 0-34 15,0 0 37-15,33 112-81 16,-25-92 14-16,-2-1-15 16,1 12-73-16,-3-7-49 15,0-2-150-15</inkml:trace>
  <inkml:trace contextRef="#ctx0" brushRef="#br0" timeOffset="5703.1">29957 6621 929 0,'0'0'229'0,"0"0"-103"0,0 0-81 16,0 0 63-16,0 133-73 15,2-101 5-15,3-1 84 16,1 1-83-16,2 1 20 15,-2 1-35-15,-2 0-17 16,1 0 7-16,-5 0-16 16,0-4-29-16,0 0 22 15,0-5-52-15,0-6 7 16,0-5 23-16,0 0 29 0,0-3-11 16,0-4-63-16,0-2-148 15,-2-5-1018-15</inkml:trace>
  <inkml:trace contextRef="#ctx0" brushRef="#br0" timeOffset="6643.01">29866 5738 922 0,'0'0'133'15,"0"0"-62"-15,0 0 14 16,0 0-1-16,0 0 132 16,0 0-88-16,0 0-30 15,4-81 41-15,-4 78-98 16,0 3 50-16,0 0-33 16,0 0-28-16,-4 0 21 15,2 3-49-15,0 8 15 0,-1 1 68 16,3 0-84-16,0-1 6 15,0-2-7-15,7-4 0 16,4-1-9-16,3-4 9 16,-4 0 0-16,-1 0-27 15,-5-10 11-15,-4-4-19 16,0-3-55-16,0 5 88 16,-6 3 2-16,-9 4 15 15,1 5-14-15,3 0 35 16,2 0-35-16,7 5 27 15,2 2-28-15,0 2-22 16,9-2 3-16,22-7-115 16,-4 0-141-16,0 0-438 0</inkml:trace>
  <inkml:trace contextRef="#ctx0" brushRef="#br0" timeOffset="7204.52">30260 4671 922 0,'0'0'539'16,"0"0"-389"-16,0 0-149 16,0 0 22-16,0 0 90 15,0 104-24-15,-4-53 60 16,0 12-27-16,-4 2-28 15,2 4 96-15,-1 0-131 16,1-4 3-16,-4-5-8 16,4-6-39-16,2-8 10 15,-1-14-25-15,3-11 1 16,0-9 4-16,2-8-5 16,0-4 0-16,0 0-1 0,0 0 3 15,0-18-11-15,21-16-11 16,11-12-203-16,11-9 124 15,5 1-101-15,1 11 136 16,1 11 64-16,-10 13 53 16,-11 12 46-16,-9 7-25 15,-13 0-73-15,-7 17 60 16,-11 12-51-16,-28 9 15 16,-11 6-25-16,-40 17-17 15,14-8-125-15,9-13-525 0</inkml:trace>
  <inkml:trace contextRef="#ctx0" brushRef="#br0" timeOffset="8273.21">25017 2807 940 0,'0'0'304'16,"0"0"-187"-16,0 0 49 16,0 0-16-16,0 0-42 15,0 0 4-15,0 0-59 16,-51 14-46-16,51-14 21 15,5 0-9-15,8 0-19 16,0-4 6-16,3-8-4 16,-5-2 16-16,-2-2-18 15,-7-2 0-15,-2 4 74 0,0 0-73 16,0 6 57 0,-9 2 15-16,-2 4-36 0,-2 2-6 15,1 0-31-15,4 0 0 16,1 10 0-16,3 5 9 15,4 10-17-15,0 3 8 16,0 8-66-16,9 20-60 16,3-8-219-16,2-9-601 0</inkml:trace>
  <inkml:trace contextRef="#ctx0" brushRef="#br0" timeOffset="8534.01">25125 3323 1288 0,'0'0'692'0,"0"0"-482"16,0 0-180-16,0 0-8 15,0 0-22-15,0 0 13 16,0 0-32-16,0 15-12 16,0 2-118-16,4 20-10 15,2-2-379-15,-1 0-674 0</inkml:trace>
  <inkml:trace contextRef="#ctx0" brushRef="#br0" timeOffset="8687.04">25164 3858 1104 0,'0'0'252'15,"0"0"-49"-15,0 0-18 16,0 0-125-16,0 130-17 16,0-98-17-16,3 3-14 15,-3 1-24-15,0 2-44 16,2 10-176-16,0-10-3 16,2-4-266-16</inkml:trace>
  <inkml:trace contextRef="#ctx0" brushRef="#br0" timeOffset="9007.54">25181 4555 1013 0,'0'0'270'0,"0"0"-84"15,0 0-68-15,0 0-38 16,19 107-74-16,-10-75 43 16,0 3-49-16,2 0-7 0,-2 3-75 15,0-2-140-15,0 0 5 16,-1-1-117-16,-3-2 26 15,-5 0 308-15,0-3 172 16,0-1 33-16,0-4-52 16,0-3 30-16,0-2-4 15,0-2-33-15,0-1-41 16,5-3 58-16,2-1-116 0,-3 1 38 16,2 3 1-1,3 0-25-15,1 5 7 0,-2 4-68 16,1 8 6-16,-2 7-24 15,2 3-135-15,-3 16-137 16,-1-10-228-16,-3-6-514 16</inkml:trace>
  <inkml:trace contextRef="#ctx0" brushRef="#br0" timeOffset="9136.07">25356 5654 743 0,'0'0'331'0,"0"0"12"16,0 0-63-16,0 0-92 15,0 0-6-15,0 0-113 16,0 0-46-16,-2 77 25 15,2-63-48-15,0 2-1 16,0 12-115-16,0-1-116 16,0-8-166-16</inkml:trace>
  <inkml:trace contextRef="#ctx0" brushRef="#br0" timeOffset="9966.77">25343 6300 215 0,'0'0'1114'15,"0"0"-819"-15,0 0-136 16,0 0 34-16,0 0-83 0,0 0-56 15,0 0 83-15,-33-50-137 16,8 50 0-16,-6 16 12 16,0 14 33-1,-3 10 70-15,5 6-55 0,4 2-36 16,10-2 66-16,10-5-81 16,5-12-9-16,2-9 0 15,27-13-57-15,10-7 49 16,7-14-66-16,4-22-89 15,-2-8-20-15,-7-5-37 16,-12 1 110-16,-10 11 41 16,-11 8 69-16,-8 15 195 15,0 12 5-15,0 2-124 16,-14 14 21-16,-1 17-87 16,3 6 74-16,8 6-70 0,4 1-14 15,14 2-37-15,9-12-271 16,4-12-525-16</inkml:trace>
  <inkml:trace contextRef="#ctx0" brushRef="#br0" timeOffset="11472.65">26587 1740 1455 0,'0'0'509'0,"0"0"-388"16,0 0 70-16,0 0-95 16,0 0-23-16,0 0 17 15,0 0-56-15,0 0-17 16,2 20-17-16,2 22 0 0,5 35 16 16,1 41-16-16,-8 33 0 15,-2-1-74-15,0-39-319 16,-8-41-841-16</inkml:trace>
  <inkml:trace contextRef="#ctx0" brushRef="#br0" timeOffset="13244.37">25044 2781 1069 0,'0'0'307'0,"0"0"-166"16,0 0-49-16,0 0-27 15,0 0 11-15,0 0-64 16,0 0 11-16,0-32 47 15,0 21-37-15,0-1 34 16,0 5 28-16,-2 1 18 16,-2 2 32-16,-1 1-84 15,-2 3-18-15,0 0 25 16,-1 0-59-16,1 0 0 16,0 0-9-16,2 0 18 15,5 0-5-15,0 3-13 16,0 1-4-16,0 0-20 15,8 0 11-15,3-2 12 0,-1-2 0 16,0 0-10-16,-3 0-7 16,-7 0 18-16,0-12 0 15,0-2-7-15,-12-3-6 16,-3 5 13-16,-6 3 0 16,2 5 7-16,1 4 48 15,3 0-48-15,3 5-7 16,5 12 45-16,7 0-33 15,0 4-3-15,11-3-9 16,16-4 7-16,4-4 4 16,5-10-11-16,0 0 0 15,-5-2-11-15,-7-15 20 16,-6-6-9-16,-13-3 0 16,-5 0 1-16,0 2-19 15,-13 4 18-15,-10 6-11 0,-2 8 10 16,-4 6-91-16,-6 15-156 15,4 14-276-15,8-4-799 0</inkml:trace>
  <inkml:trace contextRef="#ctx0" brushRef="#br0" timeOffset="14287.01">25120 2691 1175 0,'0'0'519'0,"0"0"-358"0,0 0-7 15,0 0 31-15,0 0 25 16,0 0-56-16,0 0-87 16,0 0 57-16,0 0-106 15,0 0 13-15,0 0-8 16,5 0-22-16,3 0 0 15,11 0-1-15,2 0-49 16,8 1 49-16,0 1-195 16,4 3-19-16,21-3-87 15,-9 0-82-15,-1-2-169 0</inkml:trace>
  <inkml:trace contextRef="#ctx0" brushRef="#br0" timeOffset="14585.41">25655 2703 925 0,'0'0'670'15,"0"0"-507"-15,0 0-90 0,0 0 106 16,0 0-56-16,0 0-16 16,0 0-76-16,27 0-24 15,-11 0-8-15,3 0 1 16,8 0-95-16,6 0 20 16,5 0-136-16,5 0 38 15,-3 0-73-15,0 0 13 16,-2-2 172-16,-5-5 29 15,-1 2 32-15,-3 1 128 16,-5-1 1-16,-4 2-9 16,0-1-25-16,-7-1-5 15,-1 4 55-15,-3 1-103 16,-1 0-34-16,4 0 15 16,1 0-23-16,5 0-29 15,18 0-78-15,-5 0-166 0,0 0-432 0</inkml:trace>
  <inkml:trace contextRef="#ctx0" brushRef="#br0" timeOffset="14732.13">26612 2613 1081 0,'0'0'899'16,"0"0"-661"-16,0 0-215 16,0 0 17-16,0 0 44 0,0 0-73 15,0 0-11 1,37-3-196-16,-24 2-350 0,5-2-815 15</inkml:trace>
  <inkml:trace contextRef="#ctx0" brushRef="#br0" timeOffset="15721.76">26606 2624 598 0,'0'0'989'16,"0"0"-862"-16,0 0-85 15,0 0-41-15,0 0 5 16,0 0 35-16,0 0-35 15,3 0 4-15,2 0 49 0,-3 0-46 16,0 0 5-16,-2 0 48 16,0 0-11-16,0 0 38 15,-6 0-77 1,-6 0-3-16,3 0 76 0,1 0-27 16,0 0 16-16,6 3-48 15,2 2-23-15,0 4 14 16,0-4-21-16,16 2 0 15,7-3 0-15,6-4 0 16,2 0 0-16,-2-4-49 16,-8-13-8-16,-9 0 50 15,-10-3-2-15,-2 2 9 16,-9 1 65-16,-13 4-54 0,-5 3-11 16,2 6-3-1,5 4-58-15,11 0-128 0,7 9-383 16,2 0-484-16</inkml:trace>
  <inkml:trace contextRef="#ctx0" brushRef="#br0" timeOffset="16698.7">27206 2601 1410 0,'0'0'395'0,"0"0"-177"16,0 0 25-16,0 0-27 16,0 0 7-16,0 0-173 0,0 0 11 15,12 0-24-15,3-6-36 16,3-13 20-16,7-5-21 15,1-5-56-15,-1-4 47 16,-3-1-59-16,-4-1-8 16,-5 0-14-16,-6 3 62 15,-3 4 3-15,-4 4 13 16,0 7 12-16,0 5 3 16,0 7 15-16,-2 3-18 15,0 2 0-15,0 0 0 16,-3 2-9-16,-1 22 3 0,-1 12 6 15,0 13 27-15,3 14 10 16,1 7 62-16,3 3-49 16,0-1-14-16,0-4 35 15,0-4-71-15,0-9 0 16,0-8 16-16,0-10-4 16,-2-14-12-16,-2-5 0 15,-5-5 1-15,-2-5 21 16,-5-7-22-16,-4-1 0 15,2 0-22-15,1 0 37 16,3-5-15-16,9-14 0 16,5-2 1-16,0-6 16 0,19-2-17 15,12-4-36 1,11 1 35-16,7-2-128 0,24-17-97 16,-10 12-243-16,-10 0-213 0</inkml:trace>
  <inkml:trace contextRef="#ctx0" brushRef="#br0" timeOffset="17034.68">27781 2300 1493 0,'0'0'341'15,"0"0"-160"-15,0 0-17 16,0 0-93-16,0 0 68 16,0 0 11-16,-143 88-96 15,117-38 47-15,8 0-100 16,12-1 8-16,6-5 19 15,0-11-10-15,0-4-24 0,15-12 6 16,3-9-57-16,5-8 56 16,-2 0-107-16,4-11-45 15,0-17-78-15,-5-9-140 16,-5 0 14-16,-3 2 154 16,-6 11 203-16,-3 12 258 15,-3 12-55-15,0 4-70 16,0 26 94-16,-3 11-61 15,-1 6-37-15,4 4-78 16,0-5-35-16,0-4-32 16,0-6-30-16,15-18-154 15,-1-10-189-15,-5-8-543 0</inkml:trace>
  <inkml:trace contextRef="#ctx0" brushRef="#br0" timeOffset="17232.14">28067 2226 1618 0,'0'0'392'0,"0"0"-283"15,0 0-80-15,51 163 48 16,-47-88 35-16,-4 0-51 16,0-1 28-16,-15-5-89 15,-8-6-1-15,-3-9-27 16,-3-6-154-16,7-16-142 0,6-16-456 0</inkml:trace>
  <inkml:trace contextRef="#ctx0" brushRef="#br0" timeOffset="17736.94">28427 2261 1699 0,'0'0'711'15,"0"0"-602"-15,0 0-33 16,0 0-48-16,0 0 18 15,0 0 23-15,0 0-60 16,66 27 18-16,-35-10-17 0,0 4-9 16,1 1 24-16,-8 0-25 15,-7 2 0-15,-8 6 1 16,-9 4 16-16,-4 9-17 16,-25 4 13-16,-9 4-13 15,-4 1 19-15,3-4-19 16,10-4-79-16,17-10-101 15,9-10-332-15,3-15-554 0</inkml:trace>
  <inkml:trace contextRef="#ctx0" brushRef="#br0" timeOffset="17985.59">28905 2396 689 0,'0'0'1593'15,"0"0"-1504"-15,0 0-58 16,0 0-31-16,0 0 208 16,0 0-105-16,62 102-27 15,-19-96 20-15,6-6-96 16,0-2 33-16,-7-19-33 16,-13-10-37-16,-15-3 23 15,-14-6-123-15,-21 2-52 16,-28 5-49-16,-45 13-100 15,15 13-196-15,3 7-98 0</inkml:trace>
  <inkml:trace contextRef="#ctx0" brushRef="#br0" timeOffset="19233.39">29945 7161 874 0,'0'0'780'0,"0"0"-697"16,0 0-54-16,0 0-22 16,0 0-7-16,0 0 31 15,0 0-12-15,0 0 41 16,0 0-14-16,0 0-46 16,6-7 58-16,-2 2-56 15,-4 1 24-15,0 1 53 16,0 3-69-16,0 0 15 15,-6 0-25-15,-8 11 6 16,3 2 71-16,1 3-6 16,8-1-37-16,2-3-22 15,0-4-2-15,10-6-10 16,9-2 0-16,2 0-8 0,-1-8-25 16,-7-11-2-16,-4-2 1 15,-7 0-50-15,-2-5-130 16,-11 6-176-16,-4 4-1055 0</inkml:trace>
  <inkml:trace contextRef="#ctx0" brushRef="#br0" timeOffset="20207.88">27160 7379 929 0,'0'0'636'16,"0"0"-422"-16,0 0-12 15,0 0 29-15,0 0-70 16,0 0 47-16,0 0-148 0,0-2-23 16,0 0-13-16,0 2-8 15,0-1-32-15,8-2 0 16,9 1-129-16,4 0 74 16,26 2-258-16,-7 0-224 15,3 0-9-15</inkml:trace>
  <inkml:trace contextRef="#ctx0" brushRef="#br0" timeOffset="20384.74">27804 7367 869 0,'0'0'591'15,"0"0"-364"-15,0 0-78 16,0 0-44-16,0 0 48 16,0 0-118-16,0 0 11 15,129 2-9-15,-102 0-37 16,8 1 24-16,8-3-24 0,6 0-99 15,2 0 5-15,22-9-174 16,-10-3-255-16,-7-1-595 0</inkml:trace>
  <inkml:trace contextRef="#ctx0" brushRef="#br0" timeOffset="20517.52">28649 7295 561 0,'0'0'849'0,"0"0"-691"16,0 0-158-16,0 0 22 15,0 0-38-15,0 0 22 0,0 0-6 16,149 0 0-16,-102 0-63 16,0-4-215-16</inkml:trace>
  <inkml:trace contextRef="#ctx0" brushRef="#br0" timeOffset="20716.09">29590 7189 1356 0,'0'0'756'0,"0"0"-720"16,0 0-36-16,0 0-74 15,0 0 74-15,0 0-29 16,114 1 39-16,-81-1-12 0,2 0 2 16,5 0-130-16,14 0-112 15,-12-8-106-15,-9 1-40 0</inkml:trace>
  <inkml:trace contextRef="#ctx0" brushRef="#br0" timeOffset="21667.84">27142 7371 613 0,'0'0'685'16,"0"0"-415"-16,0 0-98 15,0 0-49-15,0 0 45 16,0 0-41-16,0 0-59 15,-76-6 50-15,71 6-96 16,3 4-2-16,2 1 10 16,0-4-29-16,0-1 12 15,0 2-13-15,2-2 0 16,5 0 22-16,0 2-21 16,-5-2-1-16,-2 0 16 15,0 0-15-15,0 0 44 16,-2 0-45-16,-12 0 15 0,-3 0-9 15,-4 4 9-15,4-1-15 16,3 6 58-16,6 3-52 16,3 2 46-16,5 0-52 15,0 3 0-15,9-4 31 16,16-3-11-16,4-6-20 16,2-4 12-16,0 0-12 15,-4-1 23-15,-8-13-23 16,-7-3 0-16,-10 2 52 15,-2-2-42-15,0 2 0 16,-12 4-10-16,-1 1-26 16,-2 8 20-16,-1 2-172 15,-2 12-142-15,3 12-31 0,8 0-291 16</inkml:trace>
  <inkml:trace contextRef="#ctx0" brushRef="#br0" timeOffset="22515.49">27407 7985 1189 0,'0'0'380'0,"0"0"-223"16,0 0-28-16,0 0 110 16,0 0-110-16,0 0-9 15,0 0-9-15,36-14-105 16,-12-7 30-16,3-2-36 15,-2-7-7-15,-1-2-28 0,-8-1 34 16,-6 5-4-16,-5 6-11 16,-5 6 27-16,0 8-11 15,0 6 0-15,-7 2 17 16,-6 2-15-16,-3 22-1 16,1 14-1-16,1 16 64 15,8 15-31-15,4 8 53 16,2 4-48-16,0 0-24 15,0-2 39-15,0-7-53 16,0-5 0-16,-2-14 14 16,-9-9 2-16,-3-13-16 15,-4-9 0-15,2-8 0 16,4-6 11-16,0-8-11 16,7 0 0-16,5-20 8 0,0-18-8 15,13-12-39-15,16-8-15 16,8-6-63-16,3-1 63 15,4 3-146-15,1 3-45 16,6-14-126-16,-9 15-146 16,-8 10-219-16</inkml:trace>
  <inkml:trace contextRef="#ctx0" brushRef="#br0" timeOffset="22715.67">27819 7786 563 0,'0'0'654'0,"0"0"-387"15,0 0-57-15,0 0-32 16,0 0-31-16,0 0-1 15,0 0-140-15,-53 4 55 16,41 39 13-16,6 12 9 0,6 4 13 16,0 1-88-16,14-3 6 15,10-10-2-15,7-7-12 16,2-12-32-16,4-10-77 16,-2-12-42-16,1-6 4 15,6-30-168-15,-9-10-223 16,-6-3-584-16</inkml:trace>
  <inkml:trace contextRef="#ctx0" brushRef="#br0" timeOffset="23024.96">28087 7802 1423 0,'0'0'392'16,"0"0"-276"-16,0 0-14 16,-22 114 45-16,12-56 22 15,2 3-66-15,1-6-19 16,3-4 39-16,-1-13-117 0,3-9 7 15,-1-9-13-15,3-10 0 16,0-8-8-16,0-2 8 16,0-2 0-16,14-22-33 15,8-11-105-15,7-8-34 16,2 4 14-16,-2 6 136 16,-8 12 22-16,-9 15 99 15,-2 6-68-15,-8 14 40 16,-2 18-52-16,0 7 25 15,0 2-23-15,0-3-10 0,-8-8-22 16,-2-8-26 0,1-18-155-16,1-4-93 0,3 0-106 0</inkml:trace>
  <inkml:trace contextRef="#ctx0" brushRef="#br0" timeOffset="23191.85">28390 7814 1579 0,'0'0'651'0,"0"0"-510"16,0 0-54-16,35 111 10 16,-35-47 7-16,0 8-75 15,-6-2-6-15,-3-4-23 16,5-10-159-16,4-16-27 0,4-13-182 16,13-17-409-16</inkml:trace>
  <inkml:trace contextRef="#ctx0" brushRef="#br0" timeOffset="23442.53">29010 7885 1662 0,'0'0'269'15,"0"0"-191"-15,-110 108 122 16,55-58-21-16,-3 0-101 15,7-2 125-15,12-10-172 16,12-9-12-16,19-6-8 16,8-9 4-16,8 1-8 0,27-3-7 15,11-2 14 1,8-3-49-16,6 0-39 0,17-7-178 16,-13 0-262-16,-14 0-541 0</inkml:trace>
  <inkml:trace contextRef="#ctx0" brushRef="#br0" timeOffset="23678.02">29264 8053 1517 0,'0'0'630'0,"0"0"-554"16,0 0 1-16,0 0 39 15,0 0 58-15,0 0-61 16,0 0-73-16,100 103 72 15,-55-100-104-15,-3-3 27 0,-7 0-35 16,-10-10 8-16,-13-6 13 16,-12-4-21-16,-5 0-96 15,-27 0-2-15,-34 2-175 16,8 4-191-16,4 5-289 0</inkml:trace>
  <inkml:trace contextRef="#ctx0" brushRef="#br0" timeOffset="28540.86">29189 5645 418 0,'0'0'251'0,"0"0"-99"15,0 0-102-15,0 0 63 16,0 0-5-16,0 0 5 16,0 0 23-16,0-21-59 15,0 17-71-15,2 1 45 16,-2 1-28-16,2 0 50 0,-2 2 8 15,0 0-34-15,0 0 32 16,0 0-57-16,0 0-3 16,0 0 64-16,0 0-81 15,0 0 34-15,0 0-12 16,0 0 1-16,0 0 71 16,0 0-54-16,0 0-14 15,0 0 57-15,0 0-70 16,0 0 9-16,0 0-24 15,0 0 0-15,0 0 2 16,0 0-2-16,0 0 0 0,0 2-12 16,0 3 24-1,0 6-12-15,0-1 1 0,0-2-1 16,2 0 28-16,0-2-28 16,2-5 0-16,1-1-6 15,-1 0 12-15,0 0-12 16,2 0 3-16,-4 0-3 15,2 0-16-15,-4 0 22 16,0-1 0-16,0-1 7 16,0 0 3-16,0 2 10 15,0-2 2-15,-6 2-13 16,-4 0 32-16,-5 0-41 16,1 14 0-16,-1 6 14 15,1 1-6-15,5 5 3 0,5-6-11 16,4 1 6-16,0-4 53 15,0-2-59-15,17-1 2 16,8-8 44-16,4-4-40 16,4-2 6-16,4 0-12 15,-4-16-29-15,-6-5-5 16,-5-5 7-16,-8 1 2 16,-10 1 24-16,-4-2-29 15,0 2 30-15,-18 3 12 16,-4 5-6-16,-3 4 86 15,-1 8-68-15,-6 4 28 16,3 0 27-16,0 9-36 16,5 9 6-16,5 1-49 0,11 4 21 15,8-6 21 1,0 1-35-16,16-2-7 0,13-7 18 16,11-3-16-16,4-6-4 15,3 0 1-15,-5-6 1 16,-6-10-20-16,-14-4 20 15,-10 0 0-15,-12 0 0 16,0-2 2-16,-25 5-4 16,-6 3-31-16,-7 13-101 15,-20 1 17-15,11 15-367 16,5 6-342-16</inkml:trace>
  <inkml:trace contextRef="#ctx0" brushRef="#br0" timeOffset="30732.48">29081 5757 902 0,'0'0'243'0,"0"0"-132"15,0 0-41-15,0 0-6 16,0 0 48-16,0 0-63 15,0 0 70-15,73-46-6 16,-67 34 5-16,-4 0 51 16,-2 3-41-16,0 2-56 15,0-1 51-15,-6 4-59 0,-4 4-11 16,-1 0-30-16,-3 0-22 16,3 0 60-16,2 7-26 15,2 5-27 1,7 1 60-16,0-4-56 0,0 3-10 15,10-3 9-15,9-6-10 16,4-1-2-16,-1-2 1 16,1 0 0-16,-8-9-43 15,-3-8 43-15,-8-1 0 16,-4-1-1-16,0 1 1 0,-8 2 0 16,-9 2 0-1,1 7-48-15,-3 5 29 16,-4 2-208-16,5 2-247 0,3 8-416 15</inkml:trace>
  <inkml:trace contextRef="#ctx0" brushRef="#br0" timeOffset="31350.1">29389 5163 932 0,'0'0'546'0,"0"0"-447"16,0 0 2-16,0 0 43 15,0 0 39-15,0 0 47 16,0 0-124-16,-5-4-45 16,5 2 41-16,2-2-36 15,1-2 13-15,-1-3-75 16,-2-2 26-16,0 1-14 15,-7-3-16-15,-13 6-4 16,-9 2-3-16,-7 5-26 16,-1 0 33-16,1 19 0 15,9 11 10-15,9 4 62 16,14 4-63-16,4 1 13 0,16-2 17 16,19-2-18-1,9-8-42-15,4-6 16 0,16-10-188 16,-10-4-54-16,-14-7-718 15</inkml:trace>
  <inkml:trace contextRef="#ctx0" brushRef="#br0" timeOffset="43661.55">25082 2775 1028 0,'0'0'517'0,"0"0"-386"0,0 0-46 15,0 0 96-15,0 0 39 16,0 0 10-16,0 0-4 16,0 0-104-16,0 0 70 15,-2 0-123-15,2 0 4 16,0 0 2-16,0 0-54 16,0 0 51-16,0 0-72 15,0 0 15-15,0 0 23 16,0 0-38-16,0 0 0 15,0 0 0-15,0 0-20 16,0 0 10-16,0 0-74 0,0 0-73 16,0 9-99-16,2 3-434 15,0-1-1261-15</inkml:trace>
  <inkml:trace contextRef="#ctx0" brushRef="#br0" timeOffset="44484.04">29962 7052 1580 0,'0'0'529'0,"0"0"-404"0,0 0-46 16,0 0 70-16,0 0 88 15,0 0-127-15,0 0-2 16,-3 2-61-16,3-2-46 16,0 0 18-16,0 0-19 15,0 0-59-15,0 0 12 16,0 5-252-16,-2-2-332 15,-4 1-273-15</inkml:trace>
  <inkml:trace contextRef="#ctx0" brushRef="#br0" timeOffset="51225.45">25075 2733 1181 0,'0'0'268'16,"0"0"-268"-16,0 0-23 15,0 0 17-15,0 0-15 16,0 0 30-16,0 10-10 16,0-4 1-16,5 2 0 15,1-1-6-15,8 10-3 16,-1-2-69-16,1-6-135 0</inkml:trace>
  <inkml:trace contextRef="#ctx0" brushRef="#br0" timeOffset="53799.96">29241 5599 339 0,'0'0'1006'0,"0"0"-792"16,0 0-200-16,0 0 4 15,0 0 62-15,0 0-12 16,0 0 54-16,-8 0-81 16,8 0-22-16,0 0 47 0,0 0-53 15,0 0 19-15,0 0-31 16,0 0 7-16,0 0 9 15,0 0-17-15,0 0 0 16,0 0 15-16,0 0-15 16,0 0 16-16,0 0-16 15,-7 0 0-15,-5 0 20 16,-1 0-20-16,-3 1 0 16,1 14 12-16,-3 2-12 15,1 5 25-15,3 2 32 16,3 2-24-16,5-1 33 15,3-4-44-15,3-1-1 16,0-6 21-16,0-5-42 0,16-3 27 16,4-6-26-1,3 0 7-15,0 0-16 0,0-17 8 16,-5-2-40-16,-9-3 20 16,-5 0-7-16,-4 0 21 15,0 3-4-15,0 4 10 16,-4 5 110-16,-5 2-76 15,-1 2-21-15,6 3 47 16,2 3-53-16,0 0 14 16,2 0-21-16,0 0-10 15,0 0-22-15,0 0-30 16,0 10-294-16,0 3-350 0</inkml:trace>
  <inkml:trace contextRef="#ctx0" brushRef="#br1" timeOffset="70357.47">2028 9351 636 0,'0'0'209'0,"0"0"-209"15,0 0-73-15</inkml:trace>
  <inkml:trace contextRef="#ctx0" brushRef="#br1" timeOffset="71399.89">2086 9348 641 0,'0'0'951'16,"0"0"-804"-16,0 0-64 16,0 0 33-16,0 0 42 0,0 0 78 15,0 0-87-15,-2 0-41 16,2 0 64-16,0 0-120 16,0 0 15-16,0 0-24 15,0 0-19-15,11-2 41 16,5-10-65-16,6-3 0 15,9-6-5-15,2-1 5 16,6 0 0-16,-2 0-1 16,1-2-2-16,-3 2-53 15,-1 0 56-15,-3 0-83 16,-6 2 62-16,-3 2-64 16,-7 1-24-16,-3 1 19 15,-5 2-30-15,-5 5 99 0,-2-1 1 16,0 1-44-1,-13 4 62-15,-10 0-48 0,-8 5 34 16,-2 0 15-16,-7 0 1 16,-3 13-8-16,3 6 8 15,-3 8 0-15,6 3 17 16,3 4-7-16,10 4 30 16,6-3 1-16,11 4-29 15,7-5 106-15,0-3-72 16,29-2-14-16,9-9 40 15,13-6-59-15,9-8 1 16,10-6-14-16,1 0-154 16,20-25 13-16,-17-4-383 15,-16 2-659-15</inkml:trace>
  <inkml:trace contextRef="#ctx0" brushRef="#br1" timeOffset="72076.64">2447 8636 973 0,'0'0'236'0,"0"0"-66"15,0 0 10-15,0 0-49 16,0 0 5-16,0 0-103 15,0 0-17-15,40-52 59 16,-21 46-73-16,-2 4 40 16,-1 2 30-16,-5 0-40 15,-1 2 39-15,-4 16-43 16,-6 6-16-16,0 10 130 16,-12 8-80-16,-15 5 18 15,-4 1 11-15,-5-4-44 0,3-5 52 16,4-6-99-1,4-8 18-15,10-10 17 0,8-5-35 16,7-8 0-16,0-2 10 16,9 0 11-16,23 0 24 15,12-4-45-15,7-7-63 16,5-3 17-16,0-1-137 16,6-1-32-16,-17 6-114 15,-10 0-353-15</inkml:trace>
  <inkml:trace contextRef="#ctx0" brushRef="#br1" timeOffset="72353.83">2768 8719 929 0,'0'0'370'0,"0"0"-195"0,0 0-132 16,0 0 26-16,0 0 89 15,0 0-37-15,0 0 36 16,38 97 46-16,-38-53-126 16,0-7 102-16,0-4-124 15,-5-10-54-15,3-5 42 16,0-8-37-16,2-8-6 16,0-2 0-16,0 0-34 15,16-7-15-15,6-18-102 16,9-25-203-16,-4 4-196 15,-5 0-782-15</inkml:trace>
  <inkml:trace contextRef="#ctx0" brushRef="#br1" timeOffset="72476.8">2936 8751 1071 0,'0'0'409'15,"0"0"-118"-15,0 0-87 16,-29 144 1-16,29-104-41 16,0-2-137-16,4-5 86 15,18-3-113-15,25-2-55 16,-4-7-95-16,-4-9-508 0</inkml:trace>
  <inkml:trace contextRef="#ctx0" brushRef="#br1" timeOffset="72866.2">3270 9144 1084 0,'0'0'534'0,"0"0"-389"16,0 0 150-16,0 0-60 0,0 0-39 16,0 0 24-16,0 0-102 15,9 0 10-15,9 0-128 16,6 0 1-16,5 0 13 16,7 0-14-16,-3 0-21 15,-1 4 1-15,-6 2-135 16,-8 2-16-16,-18 7-294 15,0-1-223-15,-13 3-47 0</inkml:trace>
  <inkml:trace contextRef="#ctx0" brushRef="#br1" timeOffset="73009.42">3189 9324 1667 0,'0'0'642'16,"0"0"-500"-16,0 0 22 0,0 0 3 15,0 0-97 1,0 0 12-16,158-12-82 0,-97 7-85 15,-1-2-3-15,23 7-146 16,-17 0-117-16,-12 0-536 0</inkml:trace>
  <inkml:trace contextRef="#ctx0" brushRef="#br1" timeOffset="73712.45">4234 9082 831 0,'0'0'589'0,"0"0"-460"16,0 0-34-16,0 0 74 16,0 0-1-16,0 0 122 15,0 0-127-15,-71-43-72 16,65 31 44-16,4 0-111 15,2 0 51-15,0-1-65 16,2-1 36-16,16 3-38 16,4 3-8-16,2 6 0 0,1 2-30 15,-4 10 31 1,-6 18-1-16,-9 13 0 0,-6 7 17 16,-9 8 20-16,-20 2-37 15,-8-5 0-15,-4-4 20 16,3-11-8-16,7-9 19 15,9-13-31-15,9-7 22 16,8-5 7-16,5-1-29 16,0-3 0-16,11 0 57 15,16 0-56-15,15-12 25 16,7-1-26-16,5 1-21 16,0 3-36-16,-6 0-106 15,4-1-166-15,-12 2-173 16,-11 0-295-16</inkml:trace>
  <inkml:trace contextRef="#ctx0" brushRef="#br1" timeOffset="73864.53">4527 9247 1994 0,'0'0'485'0,"0"0"-297"16,0 0-188-16,0 0 0 15,124-21 5-15,-78 21 21 16,2 0-52-16,26-2-19 15,-11 0-302-15,-10 0-375 0</inkml:trace>
  <inkml:trace contextRef="#ctx0" brushRef="#br1" timeOffset="74251.98">5129 9078 1842 0,'0'0'310'15,"0"0"-119"-15,0 0-190 16,0 0 11-16,0 0 53 16,0 0 36-16,0 0 60 15,60 53-92-15,-58-20-60 16,-2 1 140-16,0 0-148 16,0-5 11-16,-4-6-12 15,2-9 29-15,0-5-28 16,2-9-1-16,0 0 0 0,0 0-43 15,2-11 43-15,11-17-127 16,1-12-95-16,-1-8-149 16,0-1 79-16,-4 5 171 15,-5 13 121-15,-1 14 352 16,-3 16-120-16,0 1-176 16,0 23-7-16,0 13 17 15,0 7 118-15,4 3-136 16,23-2-46-16,13-2-4 15,15-4-64-15,41-8-109 16,-11-10-141-16,-7-10-506 0</inkml:trace>
  <inkml:trace contextRef="#ctx0" brushRef="#br1" timeOffset="74667.5">6242 9140 770 0,'0'0'1241'16,"0"0"-715"-16,0 0-400 15,0 0-5-15,0 0 37 16,0 0-107-16,0 0 4 15,79 0-55-15,-34 0 33 16,2 0-30-16,4 0-3 16,-5 0-71-16,-3 0-10 15,-1 4-155-15,-13 4-229 16,-10-3-284-16</inkml:trace>
  <inkml:trace contextRef="#ctx0" brushRef="#br1" timeOffset="74940.53">6244 9286 1480 0,'0'0'291'15,"0"0"-126"-15,0 0 36 16,0 0 57-16,0 0-56 15,0 0-114-15,0 0 94 0,79 0-182 16,-38 2 0 0,8-2-1-16,0 0-26 0,5 0 13 15,-6 0-124 1,2 0-69-16,12 0 15 0,-13-4-434 16,-7-2-831-16</inkml:trace>
  <inkml:trace contextRef="#ctx0" brushRef="#br1" timeOffset="75228.92">6883 9108 1126 0,'0'0'197'0,"0"0"-179"16,0 0-7-16,0 0 185 15,0 0-100-15,0 0 61 16,0 0 54-16,71 95-63 16,-71-60 16-16,-13 3-88 15,-13 0-75-15,-6-1 93 16,-3-2-94-16,-4-5 0 16,-3-3 0-16,0-5-86 15,-1-4-27-15,4-8-104 16,-13-10-93-16,12 0-41 0,7-12-1024 15</inkml:trace>
  <inkml:trace contextRef="#ctx0" brushRef="#br1" timeOffset="75417.77">6167 8957 1768 0,'0'0'507'15,"0"0"-507"-15,0 0 30 16,-151 89 36-16,120-38-27 15,16 6 28-15,15 3 49 16,0 2-115-16,21-2 31 16,16-4-32-16,5-4-139 15,16 5-19-15,-12-17-364 16,-5-10-385-16</inkml:trace>
  <inkml:trace contextRef="#ctx0" brushRef="#br1" timeOffset="77346.48">8174 9238 1128 0,'0'0'563'0,"0"0"-329"16,0 0 54-16,0 0-93 16,0 0-35-16,0 0-45 15,0 0-49-15,11 0 125 16,9 0-190-16,9-6 5 16,8-6 45-16,9-5-36 15,3 0-6-15,-1-5-9 16,0-2 6-16,-6 2-39 15,-5-2 33-15,-8 1-33 16,-6 2 27-16,-7 0-32 16,-7 2 22-16,-5 1-8 15,-4-1-21-15,0 1-1 16,-18 4 12-16,-8 0-4 16,-13 8 32-16,-5 6 12 15,-8 0-25-15,-4 11 19 0,1 18 0 16,6 5 12-16,6 7-11 15,12 3-1-15,16 2 72 16,13-3-56-16,2 2 83 16,22-5-81-16,20-6 9 15,12-3 57-15,11-11-84 16,3-8 0-16,3-12-17 16,4 0-10-16,-7-7 2 15,-5-13-140-15,3-11-134 16,-18 4 34-16,-13 1-486 0</inkml:trace>
  <inkml:trace contextRef="#ctx0" brushRef="#br1" timeOffset="78179.89">8790 8480 846 0,'0'0'269'16,"0"0"-84"-16,0 0-68 15,0 0 71-15,0 0-137 16,0 0-16-16,0 0 68 16,-12-18-57-16,7 16 14 15,3-2 40-15,0 1-47 16,0 3 132-16,2 0-98 16,0-3-35-16,0-1 58 15,6-2-82-15,7-1-16 16,3 0-12-16,1 1 7 0,0 4-17 15,-3 2 10-15,-3 0-5 16,-5 9-11-16,-6 12 22 16,0 9-6-16,-9 6 29 15,-18 5-28-15,-8 2 147 16,-4-1-126-16,2-1-16 16,6-10 60-16,8-8-48 15,8-7 1-15,8-9-19 16,5-2 21-16,2-3 23 15,0-2-44-15,11 0 0 16,14 0 17-16,6 0-17 16,7 0 0-16,1 0-44 15,0 0-141-15,-1-7 85 16,6-4-215-16,-10 0-157 16,-8 4-73-16</inkml:trace>
  <inkml:trace contextRef="#ctx0" brushRef="#br1" timeOffset="78624.05">9099 8494 1262 0,'0'0'360'15,"0"0"-172"-15,0 0-173 16,0 0 78-16,0 0-93 0,0 0 44 15,0 0 57-15,69 3-55 16,-63 32 112-16,-6 9-32 16,0 4-57-16,0-1 116 15,0-6-139-15,-2-6-12 16,-4-7-7-16,4-10-10 16,0-9 6-16,2-4-23 15,0-5 0-15,0 0-10 16,0-2 10-16,6-18-28 15,7-14-105-15,1-9-59 16,-1-2 65-16,1-1-39 16,-6 9 150-16,-1 12 16 0,-3 13 71 15,-4 12 38 1,3 0-1-16,-1 7-106 0,3 19 146 16,3 6-49-16,5 7-77 15,10-1 66-15,6-1-88 16,9-3-34-16,11-3-44 15,27-3-87-15,-11-8-79 16,-7-6-626-16</inkml:trace>
  <inkml:trace contextRef="#ctx0" brushRef="#br1" timeOffset="78945.1">9708 9154 1625 0,'0'0'697'15,"0"0"-588"-15,0 0 24 16,0 0 70-16,0 0-103 15,0 0 82-15,0 0-129 16,33 2-41-16,-8-2 46 16,6-4-58-16,7 0-6 15,4 0 5-15,3 0-94 16,1 2 88-16,-1 2-158 16,17-2-186-16,-12 2-205 15,-8-5-667-15</inkml:trace>
  <inkml:trace contextRef="#ctx0" brushRef="#br1" timeOffset="79242.86">9913 8913 1532 0,'0'0'867'0,"0"0"-740"15,0 0-84 1,0 0-43-16,0 0 0 0,0 0 97 16,-31 125-27-16,28-71-16 15,3 2-54-15,0-1-43 16,0 0 37-16,0 6-167 15,5-13-287-15,4-16-356 0</inkml:trace>
  <inkml:trace contextRef="#ctx0" brushRef="#br1" timeOffset="80026.48">10637 8988 1300 0,'0'0'363'0,"0"0"-109"16,0 0-48-16,0 0-60 15,0 0-22-15,0 0-96 16,0 0-19-16,65-35 94 16,-54 60-74-16,-2 7 58 15,-5 9 25-15,-4 4-66 16,0 3 84-16,-2-3-130 16,-7-10 28-16,3-5-2 15,1-12-26-15,3-8 0 16,2-8-6-16,0-2 33 15,0 0-21-15,0-2-6 0,9-19-59 16,4-14 16 0,3-9-121-16,-1-7-45 0,-3-2 12 15,-6 9 109 1,-2 13 88-16,-4 13 101 0,0 12-28 16,0 6 38-16,0 0-103 15,0 16 17-15,5 11 92 16,7 4-76-16,5 6 89 15,7-1-130-15,8-2-44 16,3-5 34-16,3-4-208 16,20-11-22-16,-7-7-226 15,-9-7-530-15</inkml:trace>
  <inkml:trace contextRef="#ctx0" brushRef="#br1" timeOffset="80230.87">11237 9078 1987 0,'0'0'624'0,"0"0"-511"15,0 0 63-15,0 0-149 16,0 0-17-16,0 0 85 16,124 5-85-16,-70-3-3 15,2 3-7-15,0-3-161 16,13-2-26-16,-16 0-407 15,-11 0-468-15</inkml:trace>
  <inkml:trace contextRef="#ctx0" brushRef="#br1" timeOffset="80674.53">11984 8939 1776 0,'0'0'244'15,"0"0"-105"-15,0 0-139 16,0 0 0-16,0 0 44 15,0 0 9-15,0 0 52 16,60-36-54-16,-35 36-23 16,-4 6 67-16,-5 17-41 15,-7 9-14-15,-9 10 60 16,-7 5-60-16,-26 8 68 16,-8-3-61-16,1-6-14 15,9-10 17-15,11-14-50 16,9-8 0-16,11-10-6 15,0-2 31-15,9-2 3 16,18 0-28-16,13 0 8 16,7 0-72-16,6 0-11 15,3-8-125-15,13-2-83 16,-13 2-481-16,-10 2-801 0</inkml:trace>
  <inkml:trace contextRef="#ctx0" brushRef="#br1" timeOffset="80981.87">12898 9136 1534 0,'0'0'1110'0,"0"0"-903"16,0 0-156-16,0 0-20 15,0 0-31-15,0 0 68 16,0 0-68-16,149 0 19 16,-105-3-29-16,1 1 10 15,-5 2-47-15,-7 0-59 16,-14 0-205-16,-13 0-192 15,-6 0-502-15</inkml:trace>
  <inkml:trace contextRef="#ctx0" brushRef="#br1" timeOffset="81168.37">12739 9342 2322 0,'0'0'493'0,"0"0"-390"0,0 0-103 15,138-23 0-15,-82 18-8 16,4 3 9-16,0 2-2 16,-2 0-37-16,-2 0-213 15,11 0 5-15,-15 0-356 16,-8-5-182-16</inkml:trace>
  <inkml:trace contextRef="#ctx0" brushRef="#br1" timeOffset="81467.73">13649 9085 2076 0,'0'0'509'15,"0"0"-509"-15,0 0-52 16,0 0 52-16,0 0 9 16,0 0 95-16,-20 127 33 15,35-90-104-15,17-5 119 16,12-6-152-16,8-5 0 15,8-9 38-15,4-12-37 16,-1 0-1-16,-5-14 0 16,-10-16 23-16,-9-5-29 15,-20-8 6-15,-12-1 0 16,-7 1 0-16,-13 4 0 16,-18 7-14-16,-9 8-8 15,-10 12-140-15,-19 12-27 0,9 0-378 16,11 12-329-16</inkml:trace>
  <inkml:trace contextRef="#ctx0" brushRef="#br1" timeOffset="83427.47">1676 10337 1099 0,'0'0'386'0,"0"0"-203"15,0 0 8-15,0 0-132 16,0 0 56-16,0 0 18 16,0 0 9-16,-32-67 12 15,32 64-114-15,0 3-18 16,0 0 102-16,0 0-112 16,0 0-23-16,0 8 11 0,0 16 0 15,0 12 16 1,0 10-16-16,5 3 0 0,-1 2 51 15,-1-1-32-15,2-6-19 16,-1-4 0-16,2-7 6 16,-1-5-21-16,1-6-49 15,-1-5-117-15,0-2-9 16,-3-7-187-16,-2-6-259 16</inkml:trace>
  <inkml:trace contextRef="#ctx0" brushRef="#br1" timeOffset="84209.88">1769 10217 1224 0,'0'0'338'0,"0"0"-231"16,0 0-3-16,0 0 6 0,118 109 73 15,-95-58 1-15,-6 2-70 16,-7-2 61-16,-8 2-120 15,-2-4-3-15,-6-3-16 16,-19-1-35-16,-9-9 76 16,-11-2-77-16,-5-6-2 15,-8-7-38-15,-2-7 10 16,1-7-31-16,12-7 9 16,16-4 27-16,18-22-2 15,13-11-21-15,25-9-51 16,28 0 99-16,19 1-56 0,15 4 54 15,8 9 1-15,3 8 1 16,-4 10-9-16,-12 8 21 16,-15 6 6-16,-15 0 121 15,-21 10-108-15,-16 12 39 16,-15 4 8-16,-2 8-31 16,-27 0 92-16,-11 1-107 15,0-5-32-15,2-8 37 16,9-6-37-16,13-8 0 15,10-8-9-15,6 0-30 16,9-16 5-16,22-9-206 16,9-7-22-16,3 6 154 15,-4 9 25-15,-5 9 83 16,-7 8 71-16,-9 0-31 16,-5 18 125-16,-3 6-93 15,2-3 18-15,-1-1-5 0,7-8-65 16,4-5 21-16,7-7-32 15,6 0 17-15,6-14 6 16,-3-14-32-16,-3-9-50 16,-6 0 41-16,-4-7-84 15,-7-2 62-15,-5-3-30 16,0-1 9-16,-1 2 15 16,-6 7 58-16,1 16-21 15,-5 15 84-15,0 10-84 16,-2 14 1-16,0 26 23 15,0 13 8-15,2 10 114 0,1 3-108 16,2 1-12-16,-1-6 17 16,3-6-34-16,1-9 1 15,0-8-10-15,-2-10-72 16,-2-8 64-16,-4-8-154 16,0-6-61-16,-8-6-85 15,-17 0-46-15,-2-14-182 0</inkml:trace>
  <inkml:trace contextRef="#ctx0" brushRef="#br1" timeOffset="84344.38">2657 10565 1506 0,'0'0'525'15,"0"0"-285"-15,0 0-141 0,140-52 59 16,-97 42-158 0,-5 4 0-16,-9 2-1 0,-8 1-66 15,-16 3-123-15,-5 0-280 16,0 0-300-16</inkml:trace>
  <inkml:trace contextRef="#ctx0" brushRef="#br1" timeOffset="84600.88">2164 10098 398 0,'0'0'1300'0,"0"0"-1163"0,0 0-58 16,0 0-25-16,-127 46 12 15,120-5 134-15,7 5-80 16,13 5 43-16,26 0-53 16,14-5-84-16,9-7 21 15,8-6-47-15,23-5-157 16,-19-8-45-16,-14-8-683 0</inkml:trace>
  <inkml:trace contextRef="#ctx0" brushRef="#br1" timeOffset="84713.26">2344 11021 1600 0,'0'0'574'15,"0"0"-574"-15,0 0-319 16,0 0-563-16</inkml:trace>
  <inkml:trace contextRef="#ctx0" brushRef="#br1" timeOffset="85792.46">3735 10689 958 0,'0'0'869'16,"0"0"-669"-16,0 0-83 16,0 0 4-16,0 0 6 15,0 0 28-15,0 0-91 16,106-61-44-16,-60 23-21 15,4-4 1-15,-4-4-40 0,-5-5-12 16,-8-1-57-16,-9 0 20 16,-10 4 29-16,-10 7-5 15,-4 12 64-15,0 8-43 16,-13 16 28-16,-3 5 14 16,-2 7-13-16,3 30 15 15,-2 15 25-15,7 34 39 16,1 28 137-16,5 25-95 15,4-7 4-15,0-28-4 16,0-30-47-16,0-21 32 16,0 1-91-16,-6 1 9 15,-2 3 14-15,-7-15-17 0,-6-8-6 16,-8-9 10 0,-2-11-4-16,-2-6 14 0,-1-9-20 15,10-3 0-15,9-29-33 16,11-14 33-16,4-18-23 15,32-12 17-15,17-6 6 16,16-5-35-16,9 3-27 16,5 4-185-16,2 2 143 15,15-22-275-15,-18 21-171 16,-18 7-295-16</inkml:trace>
  <inkml:trace contextRef="#ctx0" brushRef="#br1" timeOffset="85997.3">4473 10101 1255 0,'0'0'523'0,"0"0"-273"15,0 0-134-15,0 0 10 16,0 0-33-16,-135 84 0 16,103-18 135-16,10 8-186 15,11 4 23-15,11-5-35 16,4-10-30-16,23-10 28 16,9-12-28-16,3-10-80 15,4-13 78-15,-3-11-162 16,-4-7 21-16,-7 0-54 15,-9-39-84-15,-9 4-80 16,-7-2-354-16</inkml:trace>
  <inkml:trace contextRef="#ctx0" brushRef="#br1" timeOffset="86341.59">4551 10391 1071 0,'0'0'635'0,"0"0"-312"0,0 0-183 16,0 0-69-16,0 0 65 15,0 0-69-15,0 0 71 16,85 111-12-16,-85-65-57 15,0 0 47-15,-6-4-85 16,-8-6-30-16,3-10 29 16,4-10-18-16,5-8-12 15,2-6 0-15,0-2-6 16,5 0-30-16,16-23 18 16,4-10-154-16,4-16 4 15,7-35-333-15,-12 0 10 16,-5 12-209-16,-11 14 651 15,-8 46 49-15,0 12 782 0,0 0-387 16,0 5-101-16,0 20-203 16,0 8 126-16,0 8-79 15,2-3-98-15,11-1 58 16,6-8-98-16,3-4-12 16,-2-7 3-16,0-9-105 15,5-9-60-15,-8 0-120 16,-1-18-270-16</inkml:trace>
  <inkml:trace contextRef="#ctx0" brushRef="#br1" timeOffset="86508.58">5106 10060 2443 0,'0'0'335'16,"0"0"-220"-16,0 0-96 15,72 126 43-15,-57-54-35 0,-6 10-8 16,-7 8 48-16,-2 5-67 15,-2 2-44-15,-40 25-48 16,4-26-264-16,0-22-519 0</inkml:trace>
  <inkml:trace contextRef="#ctx0" brushRef="#br1" timeOffset="87079.4">5642 10575 1840 0,'0'0'659'16,"0"0"-462"-16,0 0-150 0,0 0 93 16,0 0-139-16,0 0 57 15,137-6-19-15,-89 8-32 16,-6 10-14-16,-6 4-20 16,-17 14-200-16,-12-4-44 15,-7-1-542-15</inkml:trace>
  <inkml:trace contextRef="#ctx0" brushRef="#br1" timeOffset="87210.34">5630 10840 1408 0,'0'0'1075'0,"0"0"-916"16,0 0-49-16,0 0-101 16,157 0 13-16,-97 0-44 15,24 0-20-15,-12 0-295 16,-14-6-764-16</inkml:trace>
  <inkml:trace contextRef="#ctx0" brushRef="#br1" timeOffset="88464.54">6510 10604 628 0,'0'0'672'0,"0"0"-326"16,0 0-112-16,0 0-10 16,0 0 54-16,0 0-219 15,0 0 23-15,10 4-23 16,9-1-26-16,8-3 106 15,12 0-124-15,3 0-4 16,5 0 24-16,-1-5-19 16,0-11-28-16,-7-3 12 15,-5-1-58-15,-14 0-9 16,-9 2-64-16,-11 0 8 16,0-1 56-16,-27 4-125 15,-17 3 66-15,-10 4 75 16,-8 6 51-16,-3 2 25 0,3 16 26 15,10 17 33-15,15 8 83 16,16 8-57-16,21 1 12 16,2 2-4-1,36-6-71-15,16-8 49 0,12-9-96 16,9-8 7-16,2-11-25 16,4-10-12-16,-6 0-135 15,10-24-104-15,-21-2-278 16,-14-1-334-16</inkml:trace>
  <inkml:trace contextRef="#ctx0" brushRef="#br1" timeOffset="89012.85">6957 9941 1393 0,'0'0'287'0,"0"0"-74"16,0 0-36-16,0 0-56 15,0 0-18-15,0 0-72 16,0 0-8-16,107-29 30 15,-82 31-50-15,-6 20 18 16,-12 10 14-16,-7 11-17 16,-11 12 156-16,-27 6-75 0,-7-2-35 15,-1-5 15 1,8-9-73-16,13-16 24 16,11-10-30-16,14-12 6 15,0-2-5-15,32-5 8 0,17 0-9 16,11 0 0-16,7-17-64 15,2-2-61-15,-7-8-84 16,-2-12-147-16,-17 6-214 16,-16 4-722-16</inkml:trace>
  <inkml:trace contextRef="#ctx0" brushRef="#br1" timeOffset="89241.68">7318 10032 1099 0,'0'0'342'16,"0"0"-55"-16,0 0-126 15,0 0 4-15,0 0-30 0,0 0-71 16,0 0 120-16,93 69-79 16,-88-21 1-16,-5 6 32 15,0-3-78-15,-5-3 30 16,-5-7-90-16,0-12 28 16,3-12-16-16,5-7-12 15,2-8-40-15,0-2-14 16,0-10-50-16,19-48-69 15,-2 2-372-15,-5-4-360 0</inkml:trace>
  <inkml:trace contextRef="#ctx0" brushRef="#br1" timeOffset="89351.88">7318 10032 1850 0,'129'34'400'16,"-129"-8"-322"-16,4 10-2 0,8 12 138 16,5 5-168-16,12 3-28 15,14-4-18-15,42-3-208 16,-12-12-342-16,-2-16-873 0</inkml:trace>
  <inkml:trace contextRef="#ctx0" brushRef="#br1" timeOffset="89676.29">7962 10619 791 0,'0'0'1529'0,"0"0"-1148"15,0 0-264-15,0 0 22 16,0 0-124-16,0 0-5 15,124-27 53-15,-81 17-54 16,-3 1-18-16,0 1 2 16,-6 3-49-16,-2 0-2 15,-11 0-190-15,-11-8-103 16,-8 0 32-16,-2-1-606 0</inkml:trace>
  <inkml:trace contextRef="#ctx0" brushRef="#br1" timeOffset="89832.61">8212 10367 1803 0,'0'0'300'0,"0"0"-267"16,0 0 110-16,-20 112-23 15,15-60-70-15,1 4 89 16,-1 0-114-16,1 2-25 16,-1 1-27-16,-1 5-105 15,1-14-114-15,3-15-519 0</inkml:trace>
  <inkml:trace contextRef="#ctx0" brushRef="#br1" timeOffset="91512.38">8847 10565 942 0,'0'0'262'0,"0"0"10"15,0 0-59-15,0 0 6 16,0 0 54-16,0 0-97 16,0 0 78-16,0-72-147 15,0 62-47-15,7 0 48 16,6 1-95-16,7 4 9 15,7 5-22-15,4 0 14 16,1 6-2-16,-1 18-11 0,-4 4-1 16,-12 6 85-16,-7 5-84 15,-8 0 29-15,0 1-30 16,-2 1 18-16,-13-9 14 16,1-7-32-16,6-8 0 15,1-8 1-15,3-6 8 16,4-1-15-16,0-2 6 15,0 0-4-15,6-16-69 16,15-17 71-16,6-13-218 16,4-12-9-16,0-2-73 15,-5 6 100-15,-6 12 155 16,-11 18 47-16,-9 18 325 0,0 6-241 16,0 12-73-1,-5 19 72-15,1 4 3 0,4 6 22 16,0-1-62-16,21-3-39 15,16-3 44-15,10-8-51 16,31-6-127-16,-11-8-117 16,-5-10-440-16</inkml:trace>
  <inkml:trace contextRef="#ctx0" brushRef="#br1" timeOffset="91876.19">9975 10628 2295 0,'0'0'585'0,"0"0"-480"16,0 0-96-1,0 0 79-15,0 0-88 0,0 0 0 16,142 1-52-16,-92 1-25 15,23-2-227-15,-13 0-233 16,-8 0-320-16</inkml:trace>
  <inkml:trace contextRef="#ctx0" brushRef="#br1" timeOffset="92226.46">10690 10411 1463 0,'0'0'533'0,"0"0"-253"0,0 0-150 16,0 0-23-16,0 0 94 15,0 0-168-15,0 0 1 16,3-6-16-16,8 6-11 16,0 0 20-16,-2 0-27 15,0 10 0-15,-7 10-9 16,-2 10 29-16,-9 8 14 15,-22 7 23-15,-7 3-14 16,-2-4 36-16,5-8-74 16,8-9-4-16,11-8 40 15,11-6-31-15,5-8-10 16,3-1 0-16,21-1 0 16,10 2 10-16,10-3-10 15,7 0-70-15,7-2-8 16,13 0-144-16,-10 0-158 0,-14 0-367 0</inkml:trace>
  <inkml:trace contextRef="#ctx0" brushRef="#br1" timeOffset="92942.72">11633 10754 1235 0,'0'0'385'0,"0"0"-128"16,0 0 24-16,0 0-119 15,0 0-26-15,0 0-14 16,0 0-34-16,43 39 26 16,-43-4-114-16,-14 8 15 15,-19 3-4-15,-7 1-11 16,-7 0-96-16,-16-1-160 16,15-14-289-16,7-11-441 0</inkml:trace>
  <inkml:trace contextRef="#ctx0" brushRef="#br1" timeOffset="93739.55">12224 10818 1141 0,'0'0'627'16,"0"0"-353"-16,0 0-84 16,0 0 57-16,0 0 17 15,0 0-199-15,171-106 3 16,-106 56-68-16,5-6-11 15,-4-7-13-15,-3-1-41 16,-5-6-28-16,-7-2 30 16,-11 0-38-16,-9 5 79 15,-10 9 12-15,-10 14 10 0,-7 12 14 16,-4 14 7-16,0 12 8 16,0 6-28-16,-9 15-1 15,-11 28 0-15,-5 19 13 16,4 18 32-16,0 11 97 15,10-1-98-15,11-6-15 16,0-9 42-16,11-15-69 16,16-11 28-16,6-14-30 15,7-12 12-15,1-12-12 16,3-11 0-16,1 0-42 16,-1-18-7-16,1-14-136 15,-7-10 51-15,-2-10-104 16,-3-11-56-16,5-47-37 15,-9 14-306-15,-5 7-338 0</inkml:trace>
  <inkml:trace contextRef="#ctx0" brushRef="#br1" timeOffset="93910.87">13336 10066 1283 0,'0'0'647'0,"0"0"-278"15,0 0-17-15,0 0-310 16,0 0-18-16,0 0-12 16,-19 132 37-16,3-55 35 15,3 1-52-15,-1-1-9 16,7-8 20-16,5-8-43 15,2-13-19-15,0-11-26 16,0-6-69-16,0-11-64 16,0-6-88-16,-8-12-256 0,-15-2-64 15,-8 0-453-15</inkml:trace>
  <inkml:trace contextRef="#ctx0" brushRef="#br1" timeOffset="94433.85">13047 10546 1458 0,'0'0'587'0,"0"0"-456"0,0 0-19 15,135-79-44-15,-70 67-53 16,5 8 46-16,-4 4-15 16,-3 0 47-16,-9 18 65 15,-17 6-114-15,-10 2 42 16,-12 5-10-16,-11-1-58 16,0-2 38-16,-4-5-56 15,0-6 0-15,2-8-3 16,2-4 4-16,7-5-2 15,7 0-7-15,7-12-28 0,6-14 36 16,0-8-154 0,0-6-44-16,-7 1 197 0,-4 4-18 15,-9 10 19-15,-8 11 188 16,-3 12-68-16,0 2-103 16,0 14-17-1,-14 13 0-15,6 4 79 0,4 1-67 16,4 0 3-16,0-6-13 15,15-4 10-15,12-5 20 16,6-10-32-16,10-7 0 16,5 0-35-16,4-12 35 15,-6-13-32-15,-3-8-46 16,-10-5-26-16,-10 0 47 16,-12 0-89-16,-9 6 86 15,-2 12 60-15,-7 10 67 0,-15 10 24 16,-1 6-41-16,2 21-21 15,2 7 66-15,11 5-55 16,8 1-39-16,0 2 63 16,13-1-46-16,16-3-36 15,6-2 6-15,4-4-85 16,-10 8-69-16,-12-7-216 16,-15-8-521-16</inkml:trace>
  <inkml:trace contextRef="#ctx0" brushRef="#br1" timeOffset="94533.72">13890 10981 842 0,'0'0'1085'16,"0"0"-725"-16,0 0-184 16,0 0-176-16,0 0-104 0,0 0-75 15,0 0-578-15</inkml:trace>
  <inkml:trace contextRef="#ctx0" brushRef="#br1" timeOffset="95116.13">15261 10046 871 0,'0'0'1124'0,"0"0"-637"0,0 0-310 16,0 0-137-1,0 0 21-15,0 0-61 0,0 0-31 16,15 9 31-16,-6 85 49 16,2 6 81-16,-2-4-61 15,-1-9-68-15,4-22 83 16,1-2-84-16,5-4 0 15,0-14 13-15,0-17 5 16,2-14-7-16,-3-12-11 16,4-2 6-16,1-12 34 15,0-18-40-15,3-17-13 16,2-11-1-16,-1-15-38 16,3-14 40-16,3 0-30 15,1-1 42-15,-4 16-15 16,-2 19 15-16,-9 18-75 0,-7 25-67 15,-7 10-212-15,-4 0-577 16</inkml:trace>
  <inkml:trace contextRef="#ctx0" brushRef="#br1" timeOffset="95627.86">15089 10546 1916 0,'0'0'392'0,"0"0"-228"16,0 0-54-16,160-4-83 16,-82-4 36-16,9-4-63 0,5-5-1 15,-1 1-84-15,-8-2-37 16,-10 0-4-16,-17 4-119 16,-16 5-10-16,-16 2 137 15,-13 5 52-15,-3 2 66 16,-8 0 123-16,0 0 39 15,0 0 48-15,0 11-146 16,0 14 63-16,0 7 37 16,-4 10-89-16,-8 2 8 15,-5 5-20-15,2-5-39 16,-1-6 41-16,6-6-65 16,1-12 0-16,5-6 0 15,4-8 21-15,0-6-21 16,0 0 8-16,6 0-7 15,17-22-2-15,6-10-76 0,4-10-107 16,2-11 120-16,-6-1-72 16,-4 4 125-16,-12 10 11 15,-9 16 182-15,-4 14 34 16,0 10-216-16,-15 0 19 16,-5 22-19-16,2 7 1 15,9 4 38-15,7 1-39 16,2 3-12-16,25-5-12 15,19-6-136-15,51-14-9 16,-5-8-133-16,-3-4-528 0</inkml:trace>
  <inkml:trace contextRef="#ctx0" brushRef="#br1" timeOffset="95848.6">16937 10247 1194 0,'0'0'1034'16,"0"0"-646"-16,0 0-305 15,0 0-76-15,-143 0 37 16,92 34-44-16,6 11 85 16,12 3-24-16,14 3-52 15,11 0 96-15,8-3-90 16,0-4-15-16,16-2 31 16,8-2-31-16,7-8-1 15,3-6-71-15,6-10-167 16,-9-8-26-16,-8-8-463 0</inkml:trace>
  <inkml:trace contextRef="#ctx0" brushRef="#br1" timeOffset="95997.4">16534 10568 2152 0,'0'0'620'0,"0"0"-571"15,0 0-17-15,135-15-17 16,-73 13-15-16,7 2-39 15,32-8-57-15,-16-1-247 16,-12-3-355-16</inkml:trace>
  <inkml:trace contextRef="#ctx0" brushRef="#br1" timeOffset="96225.33">17307 10254 1829 0,'0'0'525'0,"0"0"-525"15,0 0-15-15,0 0 15 16,0 0 98-16,0 147-20 16,-3-93 134-16,-5 4-178 15,3-2 8-15,0-3 11 16,5-6-52-16,0-4-2 16,0-8-9-16,0-10-120 15,3-11 21-15,15-14-194 16,-2 0-197-16,1-19-119 0</inkml:trace>
  <inkml:trace contextRef="#ctx0" brushRef="#br1" timeOffset="96665.1">17560 10285 1788 0,'0'0'201'0,"0"0"-172"15,0 0-1-15,-35 138 129 16,13-78 50-16,2 3-57 15,2-5 22-15,5-5-136 16,2-9-29-16,6-7 41 16,2-14-35-16,3-8-26 15,0-7-10-15,0-8-20 16,0 0 22-16,0-6-3 16,0-20-110-16,0-12 29 0,0-14-95 15,0-13-7 1,19-7-366-16,14-9 22 0,7 6 551 15,3 7 221-15,1 16 333 16,-1 20-175-16,-6 18-256 16,1 14-66-16,-7 12-25 15,-6 22-20-15,-10 11 139 16,-10 10-93-16,-5 1 17 16,-14 0 92-16,-21-4-106 15,-10-4 40-15,-1-8-35 16,10-12-39-16,11-9 12 15,17-12-39-15,8 0 0 0,8-5-11 16,30 2 28 0,20 4-19-16,18 5 2 0,49 1-131 15,-18 1-136-15,-16-3-448 16</inkml:trace>
  <inkml:trace contextRef="#ctx0" brushRef="#br1" timeOffset="110622.9">24373 9811 481 0,'0'0'691'15,"0"0"-453"-15,0 0-140 16,0 0 74-16,0 0 0 15,0 0-85-15,0 0 105 16,0 0-180-16,0 0 28 16,0 0 45-16,0 0-60 15,0 0 67-15,0 0-92 16,0 0 1-16,0 0 63 16,0 0-58-16,0 0-6 15,0 0 19-15,-2 3-4 16,0 1-21-16,2 3 6 15,-2 3 0-15,2 2 6 16,0-3-6-16,0-1 0 0,0-4-9 16,0-3 36-16,0-1-49 15,10 0 22-15,-1 0 0 16,1-9-5-16,-6-5 11 16,-4-4-6-16,0 1 49 15,-2 2 5-15,-8 3 42 16,4 5-96-16,1 7-79 15,1 0-34-15,4 2-897 0</inkml:trace>
  <inkml:trace contextRef="#ctx0" brushRef="#br1" timeOffset="111611.47">25420 9566 1543 0,'0'0'475'0,"0"0"-343"15,0 0 45-15,0 0-82 16,0 0-72-16,0 0 110 16,-131 3-109-16,85 25 9 0,5 11 80 15,6 5-74-15,12-1 9 16,12-1-48-16,11-4 39 15,0-9-8-15,21-12-31 16,14-6-39-16,5-11 27 16,5-4-76-16,-3-20-1 15,-6-8 8-15,-7-5 57 16,-9 3-14-16,-5 4 38 16,-5 11 0-16,-6 7 107 15,-4 12-82-15,0 0-25 16,0 33-4-16,-4 45-50 15,-6-3 30-15,4-7-456 0</inkml:trace>
  <inkml:trace contextRef="#ctx0" brushRef="#br1" timeOffset="112555.07">24567 11480 851 0,'0'0'694'15,"0"0"-694"-15,0 0-30 16,0 0 30-16,0 0 56 16,0 0 43-16,0 0-61 0,7 2 50 15,-7-2 58 1,0-6-52-16,0 4 164 0,0 0-132 16,-5 2-108-16,1 0 83 15,1 0-100-15,3 0 45 16,0 0-46-1,0 0 37-15,12 0-55 0,8 0 18 16,0 0 0-16,3 0-18 16,-8 0 18-16,-9 0-9 15,-6-7 8-15,0-4-167 16,0 1-218-16,0 0-1139 0</inkml:trace>
  <inkml:trace contextRef="#ctx0" brushRef="#br1" timeOffset="113025.05">25659 11044 1844 0,'0'0'513'0,"0"0"-491"16,0 0-22-16,0 0 116 16,0 0-115-16,0 0 140 15,-31 170 37-15,11-95-172 16,2 0 125-16,0-7-131 15,7-12 1-15,5-12 22 16,4-16-16-16,2-10-8 16,0-10 1-16,0-8-1 15,8 0-32-15,21-14 33 16,13-12-85-16,10-3-14 16,4 0-68-16,-5 12 125 15,-9 10 32-15,-13 7 10 16,-16 18 2-16,-13 20 14 15,-11 17 8-15,-36 8 52 16,-22 6-54-16,-12 0-1 0,-43 8-21 16,22-19-277-16,17-22-260 15</inkml:trace>
  <inkml:trace contextRef="#ctx0" brushRef="#br1" timeOffset="113842.29">28325 10618 948 0,'0'0'907'0,"0"0"-745"15,0 0-91-15,0 0 52 16,0 0 160-16,0 0-127 16,0 0-120-16,79-70 31 15,-37 25-67-15,5-9-32 0,-7-6 23 16,-5-4-73-16,-10 4 81 15,-10 7-28-15,-10 12 29 16,-5 14-8-16,0 18 8 16,0 9-16-16,0 24-21 15,-11 48 37-15,0 42 6 16,-3 31 77-16,3-2-64 16,2-29 111-16,0-39-114 15,0-23-2-15,-6 6-7 16,-5 0 22-16,-7-1-17 15,-4-17-12-15,-3-12 0 16,-1-14-6-16,2-12 6 16,8-2 0-16,9-21-11 0,16-16 16 15,5-18-25-15,39-8 1 16,23-7 13-16,20-1-57 16,11 4-16-16,7 9-65 15,24-9-76-15,-27 14-342 16,-17 9-431-16</inkml:trace>
  <inkml:trace contextRef="#ctx0" brushRef="#br1" timeOffset="114074.38">29197 10074 846 0,'0'0'1070'15,"0"0"-820"-15,0 0-224 16,0 0 134-16,-138 157 9 15,93-74-62-15,10 4 63 16,12-3-168-16,15-9 14 0,8-9-16 16,11-15-4-16,24-10-33 15,12-12-11-15,9-16-126 16,3-13 78-16,7 0-188 16,9-54-9-16,-15 2-73 15,-10-5-175-15</inkml:trace>
  <inkml:trace contextRef="#ctx0" brushRef="#br1" timeOffset="114330.25">29451 10423 1071 0,'0'0'937'16,"0"0"-640"-16,0 0-128 16,-120 62-66-16,71-16 126 15,4 5-161-15,7-4-52 0,16-4 45 16,9-9-60-16,11-10-1 16,2-7 0-16,10-15-20 15,19-2-41-15,9-2 61 16,7-21-140-16,-1-9 24 15,1-5-70-15,-9 8 122 16,-9 7 57-16,-8 12 7 16,-5 10 75-16,-3 3-69 15,-2 26-4-15,2 5 87 16,0 2-89-16,5-2 0 16,6-8-25-16,16-22-189 15,-4-4-114-15,-5-4-1143 0</inkml:trace>
  <inkml:trace contextRef="#ctx0" brushRef="#br1" timeOffset="114481.82">29917 10222 1894 0,'0'0'537'0,"0"0"-466"16,0 0-50-16,47 175 171 15,-47-79-124-15,-38 26-67 16,-22 12-2-16,2-20-280 15,8-38-408-15</inkml:trace>
  <inkml:trace contextRef="#ctx0" brushRef="#br1" timeOffset="115290.43">28425 12177 84 0,'0'0'674'16,"0"0"-505"-16,0 0 49 15,0 0 281-15,0 0-298 16,0 0-54-16,157-81-23 16,-111 40-94-16,2-3 49 15,-6-5-79-15,-9-6 1 16,-6 3 115-16,-9 2-96 16,-9 8 55-16,-7 12 84 15,-2 9-158-15,0 14 56 16,0 7-57-16,-9 9-12 15,-11 45-28-15,-3 38 80 0,6 3-16 16,-1 1 71 0,9-9-49-16,3-16 47 0,-4 8-93 15,-1 5 9-15,1-10 6 16,-7-14-15-16,-3-11 0 16,1-15-12-16,-6-13 37 15,0-9-19-15,-2-9-6 16,6-3 0-16,5-15 6 15,14-20-6-15,2-18-19 16,26-9 17-16,23-3-26 16,16-4 12-16,13 7-59 15,34-6-184-15,-19 18 9 0,-10 9-585 16</inkml:trace>
  <inkml:trace contextRef="#ctx0" brushRef="#br1" timeOffset="115704.39">29315 11659 925 0,'0'0'888'0,"0"0"-759"15,0 0-127-15,-120 55 169 16,87 4 14-16,8 14-21 15,11 2-8-15,14 0-135 16,0-7 106-16,25-10-127 16,8-10 8-16,10-12-44 15,3-10 27-15,2-14-112 16,-2-12 10-16,-3 0-99 16,-8-23 35-16,7-38-88 0,-11 6-219 15,-6-3-21-15</inkml:trace>
  <inkml:trace contextRef="#ctx0" brushRef="#br1" timeOffset="116023.87">29607 11793 1230 0,'0'0'884'0,"0"0"-727"16,0 0-97-16,0 0-26 15,-31 125 156-15,9-60-30 16,-3 6-108-16,5-3 105 16,0-6-157-16,4-11 19 15,8-10 5-15,0-12-23 16,4-8-1-16,2-10 0 15,2-9 16-15,0-2-40 16,0-7 24-16,18-20-37 16,13-11-81-16,5-3-85 0,-1 2 115 15,-6 10 71-15,-8 14 17 16,-13 12 117-16,-8 3-93 16,0 18-6-16,-2 18 150 15,-18 5-102-15,-7 6-14 16,1-4-52-16,4-10 33 15,3-8-66-15,13-13 33 16,6-9-188-16,8-9 23 16,21-18-151-16,5-7-524 0</inkml:trace>
  <inkml:trace contextRef="#ctx0" brushRef="#br1" timeOffset="116140.9">30167 11930 1709 0,'0'0'808'16,"0"0"-778"-16,0 0 97 15,-36 129-105-15,-19-57-22 16,-53 35 0-16,15-17-123 16,8-18-512-16</inkml:trace>
  <inkml:trace contextRef="#ctx0" brushRef="#br1" timeOffset="116822.42">29017 11078 1528 0,'0'0'663'0,"0"0"-663"15,0 0-2-15,0 0 2 16,0 0 105-16,0 0 70 16,35 145-30-16,-26-93-87 15,2 1 134-15,2-9-155 16,3-9-5-16,-3-6 17 15,3-14-37-15,2-10 36 16,4-5-48-16,9-17 2 16,5-22 63-16,4-15-65 15,3-17-13-15,-1-10 4 16,-2 2-109-16,-4 3-41 16,-5 5-173-16,-8 24-310 15,-15 18-404-15</inkml:trace>
  <inkml:trace contextRef="#ctx0" brushRef="#br1" timeOffset="117573.34">28894 11530 1030 0,'0'0'375'16,"0"0"-95"-16,0 0-179 0,0 0-58 16,0 0 77-16,0 0-113 15,0 0-6-15,0-8 7 16,0 8 12-16,0 0-14 15,0 0-6-15,0 0 0 16,0 0 18-16,0 0-12 16,2 0-2-16,5 0 26 15,1 0-19-15,4 0 69 16,-1 0-80-16,1 0 0 16,-4-2 43-16,3-1-33 15,-5-3-10-15,2 3 54 0,-4 1 31 16,-2 2 64-1,-2 0-84-15,0 0-56 16,0 0 76-16,0 4-85 0,0 15 0 16,-11 7 94-16,-4 8-39 15,-4 1 55-15,0 1-86 16,-2-2-6-16,1-2 41 16,5-2-59-16,-1-6 0 15,5-6-2-15,5-4 22 16,1-5-25-16,5-5 5 15,0-3 0-15,0-1-13 16,0 0 13-16,0 0 0 16,0 0-1-16,2-10 25 0,14-8-24 15,6-9 0 1,5-7-9-16,4-3-59 0,0 1 56 16,3 5-50-16,-1-1 56 15,-2 7 6-15,0 7-9 16,-2 3 9-16,3 8 0 15,-3 5 114-15,2 2-103 16,0 0 22-16,-2 21-3 16,-2 4-1-16,-5 9 39 15,0 8-68-15,-2 7 0 16,1 7-33-16,0 2 33 16,18 8-97-16,-6-12-177 15,-1-20-888-15</inkml:trace>
  <inkml:trace contextRef="#ctx0" brushRef="#br1" timeOffset="125217.7">25374 10505 127 0,'0'0'684'16,"0"0"-398"-16,0 0-83 16,0 0 10-16,0 0-24 15,0 0-91-15,0-114 60 16,0 95-105-16,0 0-42 16,0 3 79-16,0 4-81 15,0 1 37-15,0 2-20 16,0 1 1-16,0 0 11 15,0 1-38-15,2 0 0 16,0 0 80-16,-2 0-41 16,3-1 28-16,-1-1-23 15,0 1-25-15,0 1 68 0,0-1-87 16,4-1 6-16,-4 2 25 16,0-5-31-16,2 0 0 15,-2-5 5-15,0 2 26 16,1-2 59-16,-1 2-90 15,0-1 0-15,0 4 61 16,0 1-48-16,0 5-11 16,-2 3 4-16,0 3 43 0,0 0-9 15,0 3-40 1,0 26-28-16,10 30 28 16,-1 12 1-16,1 14 40 0,4 10-41 15,-1-17 45 1,1 6 0-16,1-9-45 0,4-11 0 15,-2-6-2-15,1-6 14 16,0-6-12-16,-3-5 0 16,1-7 15-16,-5-6-58 15,-4-9 43-15,-5-6-81 16,-2-8 81-16,0-5-19 16,0 0 19-16,-9-25 0 15,-13-22 43-15,-7-31-101 16,-7-33 58-16,1-32-69 15,1-17 68-15,10 30-76 0,11 33 74 16,5 40-6 0,4 28 18-16,2 6 189 0,2 9-174 15,0 12-7-15,0 4-34 16,0 56-10-16,27 48 27 16,10 45-1-16,15 18-76 15,4-15 29-15,-14-47-417 16,-11-52-434-16</inkml:trace>
  <inkml:trace contextRef="#ctx0" brushRef="#br1" timeOffset="128085.39">1950 12087 952 0,'0'0'295'0,"0"0"-50"16,0 0-130-16,0 0 28 15,0 0 34-15,0 0-16 16,0 0-3-16,0-50-42 16,0 48-67-16,0 2 113 15,0 0-162-15,0 6-1 16,2 21 1-16,0 15 7 15,0 16 112-15,-2 12-62 16,0 4-46-16,0 0 45 16,0-3-47-16,0-7-9 15,0-9 0-15,0-9 1 16,0-5-10-16,0-9-71 0,0-8-105 16,0-5 7-16,-4-14-165 15,-9-5-131-15,-7 0-41 0</inkml:trace>
  <inkml:trace contextRef="#ctx0" brushRef="#br1" timeOffset="128526.43">1669 12075 1800 0,'0'0'156'0,"0"0"-156"15,0 0-19-15,0 0 19 16,121-27 71-16,-68 27-33 15,5 0-37-15,7 11 42 16,2-1-17 0,-3-1-15-16,-4-4 22 0,-6-1-25 15,-8-2 12-15,-12 1-20 16,-10-3-2-16,-12 0-37 16,-10 4 49-16,-2 8-10 15,-12 9 14-15,-14 16 33 16,-6 9 119-16,1 6-77 15,2 0-45-15,10-8 47 16,7-12-83-16,10-10 17 16,2-12-25-16,7-10-73 0,17 0 67 15,7-15-71-15,8-20-169 16,-4-9-12-16,-6-7-81 16,-6 0 242-16,-8 7 97 15,-6 14 141-15,-5 14 134 16,-1 16-151-16,-3 5-99 15,0 32 43-15,2 11-18 16,5 12-14-16,4 0-36 16,24 1-127-16,-4-20-194 15,6-16-728-15</inkml:trace>
  <inkml:trace contextRef="#ctx0" brushRef="#br1" timeOffset="128793.65">3069 11831 15 0,'0'0'1849'0,"0"0"-1692"16,0 0-112-16,0 0 14 16,-4 124 131-16,1-66 6 15,1 4-16-15,2 1-123 16,0-1-42-16,2-2 20 15,9-8-35-15,1-4 0 16,1-10-64-16,-4-10-67 16,-7-6-9-16,-2-10-168 15,-20-12-51-15,-15 0 111 16,-4-16-301-16</inkml:trace>
  <inkml:trace contextRef="#ctx0" brushRef="#br1" timeOffset="129918.29">2922 12305 1476 0,'0'0'555'0,"0"0"-309"16,0 0-99-16,0 0-100 15,151-121-10-15,-86 84-37 16,5 2 0-16,-2-6-16 16,-5-1 8-16,-12 2-56 15,-11 1 63-15,-15 0-38 16,-17 5 32-16,-8 4-46 16,0 6 53-16,-10 8 42 15,-6 14-4-15,-2 2-21 0,0 21 19 16,0 25 4-16,5 9 104 15,0 11-57-15,6 2-17 16,2-1 30-16,5-8-64 16,0-6-17-16,0-11 15 15,0-10-33-15,0-12 15 16,0-8-16-16,0-7 0 16,0-5-6-16,2 0 6 15,10-7 0-15,10-17-8 16,9-10-119-16,5-5-16 15,-2 0-70-15,-5 8 105 16,-14 16 108-16,-7 11 25 16,-4 4 10-16,-4 8 32 15,0 17 54-15,2 5-6 16,6 1-63-16,5-3-51 0,12-3 59 16,11-8-60-16,11-9 15 15,13-8-8-15,9 0-7 16,5-20-44-16,-3-10-55 15,-9-6-48-15,-10 0 118 16,-17 4-57-16,-15 7 86 16,-13 10 28-16,-7 10 109 15,-16 5-29-15,-15 9-92 16,-9 14-3-16,-3 8 104 16,6 1-78-16,8-2-6 15,9-4-24-15,13-6 0 16,7-6-18-16,0-5-20 15,14-6-66-15,13-3 87 0,6 0-72 16,0-16-56 0,1-6 39-16,-10-1-19 0,-7 3 116 15,-7 8 9-15,-10 7 122 16,0 5 13-16,0 0-117 16,-2 12-13-16,-6 10 26 15,6 0-40-15,2 0 22 16,0-5-22-16,23-5-3 15,4-7-34-15,4-5 33 16,-2 0-44-16,-2-5-33 16,-8-12 11-16,-5 2 69 15,-10 3 1-15,-1 5 27 16,-3 3 156-16,0 4-78 16,0 0-50-16,0 0-55 0,0 14 1 15,0 6-10-15,8 1 9 16,8-2-13-16,7-4-20 15,8-10-9-15,7-5-40 16,-1 0-15-16,-1-13-104 16,-5-11-74-16,-8-7-115 15,-9-1-97-15,-6 3 370 16,-4 4 117-16,-1 9 133 16,-3 10 389-16,0 6-344 15,0 9-94-15,0 26 101 16,0 14-47-16,0 16 106 15,0 9-106-15,0 10-24 16,-5 5-26-16,3-1-45 16,-4-4 8-16,0-10-51 15,-2-9 12-15,-3-15 6 0,-5-12-10 16,-11-10-8-16,-8-8 0 16,-12-10-3-16,-4-10-5 15,1 0-31-15,10-19 39 16,16-18-58-16,17-13 40 15,7-6-7-15,16-5 20 16,20-1 5-16,8 6 10 16,1 3-10-16,1 6-84 15,-5-10-46-15,-10 15-205 16,-18 7-232-16</inkml:trace>
  <inkml:trace contextRef="#ctx0" brushRef="#br1" timeOffset="130105.8">3804 11999 1809 0,'0'0'529'0,"0"0"-355"16,0 0-60-16,152-88-93 16,-96 70 11-16,-2 0-32 15,-5 3-26-15,-9-5 13 16,0-22-167-16,-11 5-121 15,-11-3-456-15</inkml:trace>
  <inkml:trace contextRef="#ctx0" brushRef="#br1" timeOffset="130209.83">4250 11543 1654 0,'0'0'661'16,"0"0"-629"-16,0 111 23 16,-4-2-55-16,-4 19-12 15,-2-16-106-15,6-32-573 0</inkml:trace>
  <inkml:trace contextRef="#ctx0" brushRef="#br1" timeOffset="131590.84">5401 12404 36 0,'0'0'1610'15,"0"0"-1106"-15,0 0-263 16,0 0 10-16,0 0-99 16,0 0-5-16,0 0-119 15,49-46-26-15,-11 10-2 16,6-10-12-16,1-2-6 16,-1-3-37-16,-8 2-95 0,-5 1 110 15,-11 3-48-15,-7 6 84 16,-7 2-23-16,-6 8 48 15,0 8-21-15,0 9 50 16,0 4-39-16,0 8 57 16,0 0-68-16,-3 16-28 15,-4 23 27-15,0 36 1 16,1 35 67-16,4 25-6 16,2-7-44-16,0-26 83 15,0-32-72-15,-4-21-16 16,-4 6 11-16,-5 0-2 0,-2 1-21 15,-10-12 0-15,1-13 0 16,-3-9 8 0,2-12-8-16,8-10 0 0,7 0 18 15,10-28-18-15,4-19 0 16,33-13-33-16,9-11 24 16,12 0-42-16,5 3-34 15,19-9-154-15,-17 22-138 16,-16 10-763-16</inkml:trace>
  <inkml:trace contextRef="#ctx0" brushRef="#br1" timeOffset="133804.2">6159 11846 1300 0,'0'0'356'0,"0"0"-168"16,0 0 104-16,0 0-127 15,0 0-85-15,0 0-13 16,0 0-66-16,-2-23 32 16,-1 23-24-16,-1 0 18 15,-5 14 49-15,-2 18-70 16,-3 17 46-16,1 9 60 15,0 12-54-15,5 1-12 16,6-2-46-16,2-3 34 16,0-6-14-16,5-8-20 15,15-7-40-15,5-8-4 16,19-3-165-16,-5-11-82 16,-6-13-474-16</inkml:trace>
  <inkml:trace contextRef="#ctx0" brushRef="#br1" timeOffset="134360.41">6522 12108 553 0,'0'0'1042'16,"0"0"-784"-16,0 0-70 15,0 0-16-15,0 0-85 16,0 0 42-16,0 0-121 16,-58 15 8-16,40 5 42 15,5 9-14-15,-1 0 80 16,5 5-39-16,5 3-74 0,4-4 117 16,0-4-116-16,2-3-11 15,16-6 22-15,6-5-7 16,8-8 28-16,6-7-44 15,2 0 0-15,0-17-30 16,-4-12 30-16,-7-5-23 16,-12-4 22-16,-10 1-43 15,-7-2 38-15,0 7-31 16,-20 6 37-16,-6 7 15 16,-1 10-15-16,0 9-12 15,2 0 11-15,6 0-108 16,9 11-42-16,10-1-233 15,0-2-237-15,14-5-433 0</inkml:trace>
  <inkml:trace contextRef="#ctx0" brushRef="#br1" timeOffset="134557.87">6863 11846 1684 0,'0'0'313'0,"0"0"-140"16,0 0-40-16,0 0-75 15,0 0 151-15,127 127-112 16,-111-71-3-16,-10 7-7 16,-6 3-87-16,0 2 49 15,-10 4-49-15,-17-2-116 16,-16 6-39-16,5-17-442 16,7-21-454-16</inkml:trace>
  <inkml:trace contextRef="#ctx0" brushRef="#br1" timeOffset="136703.04">7748 12108 515 0,'0'0'1103'16,"0"0"-862"-16,0 0-75 16,0 0 74-16,0 0-54 15,0 0-12-15,0 0-51 16,0 0-79-16,0 0 86 15,0 0-129-15,2 0 0 16,12 0 11-16,11 0 0 16,4 2 3-16,6 3-15 0,5 3 1 15,2 0 2 1,-1-1-3-16,-4 1-30 16,-3 0-96-16,-12 4-163 0,-11-1-241 15,-9-1-325-15</inkml:trace>
  <inkml:trace contextRef="#ctx0" brushRef="#br1" timeOffset="136877.34">7785 12348 1437 0,'0'0'1041'0,"0"0"-794"16,0 0-155-16,0 0-23 15,0 0-38-15,0 0-20 16,139-4 5-16,-89 0-16 15,-2 3-86-15,16-4-169 0,-10 3-261 16,-9-4-551-16</inkml:trace>
  <inkml:trace contextRef="#ctx0" brushRef="#br1" timeOffset="137317.77">8676 12238 2133 0,'0'0'592'16,"0"0"-423"-16,0 0-90 15,0 0-3-15,0 0 10 16,0 0-80-16,0 0-5 0,102-14 26 16,-55 6-17-16,1-2-20 15,4 4-17-15,0 2-88 16,12-1-81-16,-12 5-306 16,-13-2-325-16</inkml:trace>
  <inkml:trace contextRef="#ctx0" brushRef="#br1" timeOffset="137587.57">9349 12186 1722 0,'0'0'515'0,"0"0"-473"16,0 0-31-16,0 0-11 16,0 0-16-16,80-115-55 0,-65 78-54 15,-6-6-1-15,-2-4-19 16,-2 4 145-16,-3 5 34 15,-2 9 118-15,0 14 131 16,0 7 45-16,0 8-194 16,0 0-78-16,0 14-55 15,0 18 21-15,4 12 95 16,0 12-71-16,3 9-16 16,5 5-21-16,1 1-9 15,7 22-51-15,-5-21-231 16,-1-20-436-16</inkml:trace>
  <inkml:trace contextRef="#ctx0" brushRef="#br1" timeOffset="144385.09">11348 12390 1234 0,'0'0'481'0,"0"0"-283"16,0 0 90-16,0 0-33 0,0 0 11 16,0 0-149-16,0 0-102 15,-18 0 91-15,18-2-106 16,12-3 0-16,5-7-2 16,8-8 19-16,6-3-46 15,4-5-11-15,3-2-120 16,1-5 83-16,-8 1-105 15,-4 3 95-15,-10 1 58 16,-5 4 1-16,-8 5 28 16,-2 6 1-16,-2 6 6 15,0 6 75-15,0 3-82 16,0 0-40-16,0 17 8 16,-6 22 32-16,-8 28 69 0,3 37-10 15,1-2-2 1,2-7 139-16,6-10-151 0,0-21 12 15,-3 2-24-15,1 4-10 16,0-13-9-16,-4-13-14 16,0-12 0-16,-3-8-5 15,-5-10 5-15,-4-6 0 16,-2-8-7-16,-3 0 34 16,5-10 16-16,4-22-43 15,14-11 0-15,2-8 18 16,18-6-18-16,22-1-3 15,13 4-11-15,7 8-95 0,27 2 63 16,-12 14-233 0,-15 7-321-16</inkml:trace>
  <inkml:trace contextRef="#ctx0" brushRef="#br1" timeOffset="152859.79">12088 11979 780 0,'0'0'484'0,"0"0"-322"15,0 0-25-15,0 0 81 0,0 0-86 16,0 0 22-16,0-3-11 16,0 3-92-16,0 0 96 15,0 0-106-15,-4 0-35 16,-9 0 40-16,-10 13-34 15,-4 11-12-15,-2 9 46 16,-2 8-38-16,4 5 139 16,3 5-102-16,6 3-44 15,7-2 76-15,4-2-69 16,5-4 10-16,2-6-18 16,0-4 24-16,18-6-27 15,11-4 3-15,9-6-95 16,10-6 21-16,22-14-209 0,-10 0-232 15,-11-2-542-15</inkml:trace>
  <inkml:trace contextRef="#ctx0" brushRef="#br1" timeOffset="153505.34">12337 12204 1016 0,'0'0'501'16,"0"0"-279"-16,0 0-122 0,0 0 42 15,0 0 27-15,0 0-96 16,0 0 12-16,0-24-85 15,6 17 7-15,2 2-14 16,-1-1 7-16,-3 4-9 16,-2 0-3-16,0 2 24 15,-2 0 17-15,0 0-26 16,0 0 6-16,0 0 104 16,0 0-101-16,0 0-12 0,-2 0 22 15,0 0-4 1,0 0 6-16,0 0-24 0,-2 0 0 15,1 0 9-15,1 0-9 16,2 0 0-16,0 0 42 16,0-4-42-16,0-3 83 15,7 0-83-15,9-4-79 16,-1 4 42-16,3 0 37 16,-1 7 0-16,-3 0-1 15,-3 2 18-15,-4 19 22 16,-7 9-39-16,0 10 1 15,-16 6 103-15,-15 8-103 16,-10 1-1-16,-3-6 0 16,-1-4 29-16,5-10-14 0,9-9-15 15,9-7 0-15,11-11-5 16,11-5 5-16,0-3-1 16,18 0 0-16,20 0-11 15,10-1 3-15,16-11 9 16,0-2-44-16,3-1 26 15,-5 3-94-15,5-2-38 16,-16 5-87-16,-13 0-424 0</inkml:trace>
  <inkml:trace contextRef="#ctx0" brushRef="#br1" timeOffset="153754.68">12927 11939 1582 0,'0'0'209'16,"0"0"-72"-16,44 120 23 16,-30-53-1-16,-6 8 77 15,-8 4-125-15,0 4-71 16,-4-5 10-16,-16-3-50 15,-3-7-78-15,-8 5-66 16,7-21-342-16,4-20-187 0</inkml:trace>
  <inkml:trace contextRef="#ctx0" brushRef="#br1" timeOffset="154122.75">13542 12272 1910 0,'0'0'626'0,"0"0"-411"0,0 0-138 15,0 0 59-15,0 0-122 16,0 0 11-16,0 0 71 16,153-6-96-16,-105 6 0 15,-4 0-1-15,-7 6-10 16,-6 4 5-16,-12 8-197 15,-21 10-164-15,-25-5-171 16,-13 0-645-16</inkml:trace>
  <inkml:trace contextRef="#ctx0" brushRef="#br1" timeOffset="154240.78">13466 12494 1805 0,'0'0'605'0,"0"0"-446"0,0 0-17 15,125 0-23-15,-52 0-22 16,10 0-97-16,31-4-133 15,-21-3-111-15,-17-4-1069 0</inkml:trace>
  <inkml:trace contextRef="#ctx0" brushRef="#br1" timeOffset="155797.93">14584 12260 925 0,'0'0'607'0,"0"0"-383"0,0 0 142 16,0 0-144-1,0 0-50-15,0 0-19 0,0 0-98 16,-2 0 47 0,20 0-102-16,9 0 22 0,9-8 23 15,1-4-45-15,6-2 0 16,-5-4-19-16,-5-3-8 15,-6 0 15-15,-8-2-84 16,-11 3-80-16,-8 1 176 16,-2 0-153-16,-23 5 81 15,-8 7 71-15,-3 4 1 16,-4 3 25-16,6 0-15 16,3 21-9-16,12 2 163 15,5 10-120-15,10 2 26 16,4 8 14-16,0 1-72 0,20-2 62 15,6-4-74-15,8-7 0 16,4-10-40-16,4-9 40 16,3-10-79-16,-1-2-57 15,5-11-200-15,-13-12-222 16,-9-1-1023-16</inkml:trace>
  <inkml:trace contextRef="#ctx0" brushRef="#br1" timeOffset="156253.62">15076 11582 945 0,'0'0'545'16,"0"0"-443"-16,0 0 84 15,0 0-1-15,0 0-132 16,-72 123 129-16,45-88-110 15,-2 1-50-15,5-3 56 0,2-8-77 16,8-6 8-16,7-9-9 16,5-6 17-16,2-2-37 15,0-2 20-15,16 0-41 16,11 0 33-16,11 0 16 16,4 0-4-16,3 0-4 15,-3 0 11-15,-7 0-10 16,-4 0-1-16,-4 0-40 15,-9 0-29-15,-3 0-186 16,-3 0-97-16,-7 0-242 0</inkml:trace>
  <inkml:trace contextRef="#ctx0" brushRef="#br1" timeOffset="156415.75">15186 11684 1317 0,'0'0'576'0,"0"0"-389"15,0 0-176-15,0 0 21 16,0 0 17-16,0 135-32 16,0-73 66-16,0 28-83 15,0-14-147-15,3-18-249 0</inkml:trace>
  <inkml:trace contextRef="#ctx0" brushRef="#br1" timeOffset="172054.69">10055 11911 637 0,'0'0'351'0,"0"0"-167"16,0 0 29-16,0 0-117 16,0 0 1-16,0 0 4 15,0 0-85-15,0 0 30 0,0 0-5 16,0 0-22-16,0 0 131 16,0 0-87-16,0 0 36 15,0 0 30-15,0 0-55 16,0 0 43-16,0 0-43 15,0 0-37-15,0 0 119 16,0 0-147-16,0 0 14 16,0 0 38-16,0 0-45 15,0 0 40-15,0 0-56 16,-13 10 0-16,-12 8 1 16,-6 8-1-16,-7 8 0 15,-4 2-12-15,-3 2 38 16,0 1-22-16,6-5-4 15,3-7 0-15,7-2-13 16,11-11 13-16,7-4-5 0,7-6-5 16,4-4 2-16,0 0-23 15,0 0 19-15,0 0 4 16,0 0-44-16,2 0 52 16,9 2 0-16,0 2 3 15,4 2 8-15,2 0 40 16,0 2-51-16,-1 2 0 15,3 0 18-15,2 2-18 16,1 0 0-16,1 2 0 16,-2-4 27-16,0 2-66 15,-1-4 17-15,-5 0-175 16,6-5 32-16,-6 0-339 0,-3-3-221 0</inkml:trace>
  <inkml:trace contextRef="#ctx0" brushRef="#br1" timeOffset="172395.78">10065 12104 1415 0,'0'0'602'16,"0"0"-445"-16,0 0-157 15,0 0 130-15,0 0-59 16,0 0-31-16,0 0 128 15,-39 124-113-15,55-100-16 0,9-6-22 16,8-6 16-16,7-8-3 16,2-4-30-16,-1-2-46 15,-4-20 29-15,-8-2-51 16,-8-5 35-16,-10 4 26 16,-11-1 14-16,0 1-29 15,-9 6 22-15,-9 1 0 16,-5 5 1-16,4 10-1 15,-6 3-1-15,2 2-14 16,4 20-99-16,3 15 61 16,7-2-414-16,5-7-514 0</inkml:trace>
  <inkml:trace contextRef="#ctx0" brushRef="#br1" timeOffset="172784.86">10790 12108 1445 0,'0'0'1163'0,"0"0"-884"15,0 0-247-15,0 0 64 16,0 0-96-16,0 0-28 16,0 0 27-16,16-8-148 15,-5 18-375-15,-1 3-557 0</inkml:trace>
  <inkml:trace contextRef="#ctx0" brushRef="#br1" timeOffset="172913.7">10846 12508 641 0,'0'0'1231'0,"0"0"-658"0,0 0-485 16,-66 141-6-16,34-85-23 16,-1 4-59-16,-11 7-95 15,5-16-286-15,8-12-1016 0</inkml:trace>
  <inkml:trace contextRef="#ctx0" brushRef="#br1" timeOffset="174157.31">15559 11867 1478 0,'0'0'636'0,"0"0"-356"16,0 0-53-16,0 0-145 15,0 0 82-15,0 0-164 16,0 0 10-16,-5-12 36 16,5 12-35-16,0 0 34 15,0 0-45-15,0 0 0 16,0 0 28-16,0 0-28 16,0 0 0-16,0 0-21 15,0 0 45-15,0 0-10 16,0 0-14-16,5 0-5 0,11 8-31 15,8 6 36 1,10 4 0-16,3 0-7 0,6 2 34 16,-1-3-24-16,0-2-3 15,-5-4 0-15,-8 2-32 16,-10-3 32-16,-5-1-4 16,-12-2-16-16,-2 5 35 15,0 9-15-15,-20 13 0 16,-11 10 8-16,-9 10 47 15,-1 6-55-15,-1 2 0 16,6 0-7-16,10-5-40 16,10-6-41-16,16-7-215 15,0-12-395-15,0-14-1061 0</inkml:trace>
  <inkml:trace contextRef="#ctx0" brushRef="#br1" timeOffset="174516.99">16322 12046 1413 0,'0'0'730'0,"0"0"-669"16,0 0 32-16,0 0-56 15,0 0 65-15,0 0 57 16,0 0-52-16,-87 136 59 0,87-96-129 16,0-2-22-16,10-5 57 15,22-4-60-15,11-11-12 16,9-12 0-16,6-6-45 16,5-7 45-16,-7-24-73 15,-9-10-26-15,-14-2 56 16,-16-1-106-16,-14 2 45 15,-3 4-4-15,-26 11-9 16,-17 11-7-16,-28 14-186 16,6 2-205-16,7 0-748 0</inkml:trace>
  <inkml:trace contextRef="#ctx0" brushRef="#br1" timeOffset="202943.68">1856 14061 649 0,'0'0'961'0,"0"0"-796"16,0 0 43-16,-20-45-25 15,16 31-1-15,-1 2 54 16,3 2-124-16,0 1-2 16,2 2-39-16,0 5-71 15,0-2 119-15,0 4-119 16,0 0 0-16,-2 0-18 16,2 0 18-16,-2 0-10 15,-1 21-2-15,-1 13 12 16,0 17-9-16,-2 12 9 15,2 3 0-15,0-1 0 16,2-7 1-16,0-5-1 16,-1-7 0-16,3-3 12 15,0-4-69-15,0 0 48 0,0-5-170 16,0-8-23-16,0-8-171 16,0-12-233-16,0-6-558 0</inkml:trace>
  <inkml:trace contextRef="#ctx0" brushRef="#br1" timeOffset="204641.25">1586 13957 1640 0,'0'0'373'0,"0"0"-279"0,0 0 12 15,0 0 36 1,0 0-103-16,0 0 102 0,0 0-141 15,3 0 1-15,8 0-8 16,7 0 16-16,4-4-9 16,3-1 0-16,2 3 1 15,-3 0-21-15,0-1 20 16,1 3-12-16,2-2-8 16,2-1-9-16,2 1 6 15,2 0-14-15,-2 0-5 16,-4 2 17-16,-2 0 25 15,-2-1 0-15,-6 1-21 16,1-3 29-16,-3 3-8 16,1-2 0-16,-1 0 1 15,1 2-1-15,0 0 0 16,0 0-37-16,-1 0 36 0,-1 0-25 16,-4 0 18-16,-1 0 2 15,1 0 6-15,-6 0 1 16,0 0-1-16,-4 0 0 15,0 0 13-15,0 0-13 16,0 0 49-16,0 0 10 16,-6 0-59-16,-12 0 90 15,-9 12-90-15,-4 11 0 16,-3 4 18-16,3 5-3 16,2 7 12-16,4-1-26 15,8-2 28-15,5-6 27 0,10-9-56 16,2-1-9-16,8-15 3 15,21-5-67-15,10 0-8 16,22-40-178-16,-13-5-422 16,-5 0-223-16</inkml:trace>
  <inkml:trace contextRef="#ctx0" brushRef="#br1" timeOffset="204758.71">2234 13930 191 0,'0'0'1141'0,"0"0"-595"16,0 0-348-16,0 0-157 15,0 0 57-15,0 0-59 16,0 0 49-16,-10 153-23 15,10-95-65-15,20 8-35 16,14-15-180-16,-1-20-528 0</inkml:trace>
  <inkml:trace contextRef="#ctx0" brushRef="#br1" timeOffset="205712.96">2813 14243 1495 0,'0'0'657'16,"0"0"-625"-16,0 0-20 0,71-102-12 15,-27 44 0-15,8-4 16 16,-1-2-4-16,-7-1-12 16,-7 10 0-16,-13 8 24 15,-10 15 44-15,-10 12 49 16,-4 12 10-16,0 6-89 16,0 2 78-16,0 2-116 15,0 22 0-15,-7 10 21 16,5 8 3-16,2 8 43 15,0-1-21-15,0-2-31 16,0-2 95-16,0-5-110 16,0-8 0-16,0-6 12 15,-2-11 2-15,-3-4-14 16,5-9 0-16,0-2-11 16,0 0-52-16,2-14 58 0,18-14-63 15,9-11-146-15,3-1 88 16,-3 6 102-16,-5 9 23 15,-6 13 1-15,-9 12 71 16,-5 0-69-16,1 7 36 16,-3 15 88-16,0 5-49 15,0-1 5-15,0-1-82 16,6-3 32-16,3-3-4 16,4-3-28-16,7-10-39 15,7-4 38-15,2-2-66 16,3 0 19-16,-1-20-43 0,-6-4-6 15,-7 2 60 1,-9 4 42-16,-6 8-5 0,-5 6 120 16,0 4-87-1,0 0-3-15,0 4-30 0,0 10 16 16,9 3 57-16,6 2-73 16,8-1 0-16,6-11-17 15,4-2-11-15,-2-5-39 16,-2 0-6-16,-4-17 16 15,-10-8 8-15,-3-1 34 16,-8 2-18-16,-4 0 21 16,0 11 24-16,0 13 24 15,0 0-36-15,-4 37 7 16,-6 17 38-16,2 18 25 0,1 14-16 16,3 6 40-16,0-2-51 15,-2-3 2-15,0-11-44 16,-1-12 41-16,-6-15-18 15,-7-10-24-15,-7-11 0 16,-8-10 37-16,-5-11-36 16,-1-7 19-16,8-8-20 15,8-28 25-15,21-21-12 16,4-11-13-16,27-8-62 16,24-3 44-16,14 11-89 15,37 2-107-15,-15 22-159 16,-9 14-570-16</inkml:trace>
  <inkml:trace contextRef="#ctx0" brushRef="#br1" timeOffset="206584.73">4543 14141 1046 0,'0'0'611'0,"0"0"-295"16,0 0-119-16,0 0-54 15,0 0 1-15,0 0-85 16,0 0-11-16,-8-58-48 16,8 59-2-16,0 23-12 0,0 10 28 15,10 11-8 1,-1 1 84-16,-3-4-72 0,-2-6 11 16,-1-10-29-16,-3-16 20 15,0-2 5-15,0-8-25 16,0 0 0-16,0-12 39 15,0-15-39-15,0-24-167 16,0-7 70-16,7-4-32 16,12 4 101-16,6 14-62 15,4 9 72-15,0 17 18 16,2 10 10-16,7 6 54 16,3 2 10-16,3 0-37 0,5 0 130 15,0 0-167-15,-4 0 8 16,-10 0-12-16,-8-1 16 15,-12 1-14-15,-12 0 2 16,-3 0 0-16,-13 3-44 16,-21 21 44-1,-8 13 0-15,-7 9 59 0,4 6-7 16,9-6 19-16,15-4-46 16,11-10 5-16,10-9 39 15,0-10-69-15,16-9 0 16,13-4-27-16,7 0 27 15,1-22-26-15,-1-10-59 16,-5-3-79-16,-4-6 151 0,-9 3-69 16,-5 10 61-16,-3 10 21 15,-6 10 86-15,0 8-32 16,-2 8-54-16,5 24 0 16,4 10-12-16,13 22 12 15,-1-10-225-15,2-14-479 0</inkml:trace>
  <inkml:trace contextRef="#ctx0" brushRef="#br1" timeOffset="206730.5">5459 14284 2374 0,'0'0'296'16,"0"0"-197"-16,0 0-99 15,-31 157 0-15,0-82-14 16,-25 25 8-16,10-13-183 0,7-20-467 0</inkml:trace>
  <inkml:trace contextRef="#ctx0" brushRef="#br1" timeOffset="207596.41">6551 13772 1086 0,'0'0'598'15,"0"0"-527"-15,0 0 31 16,0 0-101-16,0 0 64 0,23 178 198 16,-6-35-28-16,-3-7-35 15,-5-22-62-15,-7-37-112 16,0-26 110-16,-2 0-122 15,0 2-13-15,2-4 31 16,-2-15-22-16,0-12-10 16,0-11 0-16,0-11 2 15,0 0 5-15,0-15-7 16,0-47-28-16,0-58-93 16,0-51-201-16,4 7 39 15,15 26-87-15,0 58 21 16,4 48 349-16,6 9 101 0,4 11 43 15,2 12 75-15,0 2-32 16,-6 28 66-16,-12 10-78 16,-8 11-109-16,-9 2 119 15,0 7-164-15,-24 1-15 16,-7-3 29-16,-6-6-35 16,6-12-32-16,2-11-60 15,10-15-118-15,16-33 38 16,3-17-143-16,0-20-1157 0</inkml:trace>
  <inkml:trace contextRef="#ctx0" brushRef="#br1" timeOffset="207825.69">7336 13343 1192 0,'0'0'610'0,"0"0"-597"16,-7 133 70-16,-13-22 121 15,0 28 59-15,-1-11-48 16,11-24-36-16,5-28-133 16,5-19 77-16,0 3-123 15,0 1 0-15,7 6-17 16,4-17-6-16,0-10-40 16,-6-14-134-16,-5-13-264 15,0-13-133-15</inkml:trace>
  <inkml:trace contextRef="#ctx0" brushRef="#br1" timeOffset="207961.51">6979 13856 2027 0,'0'0'781'0,"0"0"-781"16,118-5-9-16,-45 5 3 16,10 0-123-16,40 0 117 15,-21 13-263-15,-11-6-658 0</inkml:trace>
  <inkml:trace contextRef="#ctx0" brushRef="#br1" timeOffset="208649.61">8339 14062 2004 0,'0'0'680'0,"0"0"-680"15,0 0-102-15,113-56 78 16,-55 12 23-16,2-6 1 16,-2-6 45-16,-6-4-45 15,-10-3-55-15,-15 3 49 16,-16 6-33-16,-11 8 20 15,-3 14 19-15,-20 16 0 0,-6 16 31 16,0 2-31 0,-3 40 0-16,6 36 32 0,3 42 12 15,10 39 62-15,6 11-6 16,7-8-87-16,0-43 146 16,0-38-159-16,0-22 7 15,0-6-14-15,0-5 23 16,-9 6-16-16,-4-8 0 15,-5-7 15-15,-5-13 14 16,-3-12-29-16,-3-13 0 16,5-1 31-16,5-37-30 15,17-33-1-15,2-11-6 16,16-13-4-16,26-7-38 16,10 15 48-16,10-10-132 15,7 4-1-15,0 3-117 0,-1 1-31 16,-6 0 18-16,-9-2-114 15,-8 2 170-15,-14 4 138 16,-12 11 69-16,-9 15 372 16,-10 18-9-16,0 20 34 15,-10 20-95-15,-16 4-242 16,-10 40 62-16,-2 19-110 16,3 17 15-16,8 10 39 15,12-1-66-15,15 1 24 16,0-5-24-16,15-10 13 15,14-13-43-15,6-13 30 16,6-10-72-16,1-13-16 16,16-20-127-16,-8-6-52 15,-13 0-365-15</inkml:trace>
  <inkml:trace contextRef="#ctx0" brushRef="#br1" timeOffset="209098.65">9199 13854 553 0,'0'0'1037'0,"0"0"-783"16,0 0 28-16,0 0-34 15,0 0-98-15,0 0 52 0,0 0-147 16,2-61-28 0,9 61-3-16,3 15-15 0,-3 17 24 15,1 11 3-15,-6 10-29 16,-6 10 129-16,0 0-121 15,0 0-14-15,-9-11 27 16,2-10-16-16,3-10-12 16,-1-13 0-16,5-10 9 15,0-4-36-15,0-5 27 16,0 0-37-16,0-26 24 16,5-15-13-16,11-22-311 15,1-12-142-15,1 0 96 16,-5 12 383-16,-3 26 91 15,-8 16 278-15,-2 21-117 16,0 3-190-16,0 29-29 0,-2 12 74 16,0 7-68-16,2 2 100 15,0 0-135-15,19-7-2 16,10-8 2-16,2-8-4 16,3-5-31-16,-3-18-65 15,-2-7-130-15,-7-16 79 16,-3-16-187-16,-11-8-461 0</inkml:trace>
  <inkml:trace contextRef="#ctx0" brushRef="#br1" timeOffset="209276.56">9670 13617 2034 0,'0'0'260'0,"0"0"-177"15,0 0-30-15,57 171 179 16,-45-95-127-16,-10 4-46 0,-2 5-5 15,0-6-42-15,0-2-24 16,0-9-55-16,0-12-207 16,0-18-203-16,9-20-760 0</inkml:trace>
  <inkml:trace contextRef="#ctx0" brushRef="#br1" timeOffset="209510.51">10209 13976 1971 0,'0'0'338'15,"0"0"-130"1,0 0-9-16,0 0-48 0,0 0-79 16,0 0-59-16,0 0 87 15,153-5-100-15,-99 5 0 16,0 0-20-16,0 0 20 15,-6 4-57-15,-15 5-169 16,-12-1-465-16,-21-3-793 0</inkml:trace>
  <inkml:trace contextRef="#ctx0" brushRef="#br1" timeOffset="209666.52">10107 14207 1476 0,'0'0'1211'0,"0"0"-974"16,0 0-226-16,0 0 11 15,0 0-22-15,169 10 39 16,-87-10-84-16,12 0 27 16,5-17-304-16,30-22-31 15,-27 3-298 1,-15-2-37-16</inkml:trace>
  <inkml:trace contextRef="#ctx0" brushRef="#br1" timeOffset="209924.66">11120 13750 1478 0,'0'0'773'15,"0"0"-316"-15,0 0-341 16,0 0 49-16,0 0-165 16,0 0 0-16,-120 101 73 15,105-52-58-15,11 1 30 16,4-1-45-16,13-5 30 0,20-12 40 16,10-6-70-16,7-17 0 15,4-9 26-15,-2-2-14 16,-6-27-12-16,-11-13 0 15,-10-8 7-15,-15-7-44 16,-10-1 37-16,-2 4-81 16,-21 6 36-16,-6 16-97 15,-4 15-70-15,-15 17-150 16,11 23-226-16,8 5 189 0</inkml:trace>
  <inkml:trace contextRef="#ctx0" brushRef="#br1" timeOffset="211551.93">11814 14129 694 0,'0'0'1150'15,"0"0"-842"-15,0 0-270 16,0 0-20-16,0 0 24 15,0 0-34-15,0 0 184 16,-36 122-110-16,20-72-51 16,1-1 26-16,2-9-51 15,4-5-12-15,9-5-86 0,0-7-194 16,6-13-279-16</inkml:trace>
  <inkml:trace contextRef="#ctx0" brushRef="#br1" timeOffset="212344.18">12536 13752 629 0,'0'0'703'16,"0"0"-548"-16,0 0-28 15,0 0 18-15,0 0 31 16,0 0-8-16,0 0-104 15,-73-34-39-15,44 48 106 16,-4 20-101-16,-2 12 66 16,4 14 41-16,4 9-41 15,10 5 50-15,9-5-98 16,8-2-36-16,0-11 76 16,19-10-69-16,16-12-19 15,13-10 0-15,10-14 20 0,6-10-47 16,5-10-30-16,-4-22-75 15,-9-8 122-15,-11-8-108 16,-14 4 60-16,-16 7 48 16,-5 11 10-16,-8 13 165 15,-2 8-60-15,0 5-88 16,0 0 40-16,0 7-56 16,4 9-1-16,7 5 18 15,9 3-10-15,7 1 28 16,11-7-36-16,1-10 0 15,2-4-44-15,-3-4 44 16,-9 0-4-16,-10-12-2 16,-7-6 12-16,-10-4 35 0,-2 4-41 15,-4 0 0 1,-16 0-4-16,-5 6 4 0,3 3-21 16,4 4 7-16,2 0-93 15,10-10-99-15,3 0-404 16,3-5-582-16</inkml:trace>
  <inkml:trace contextRef="#ctx0" brushRef="#br1" timeOffset="212486.67">12939 13407 1855 0,'0'0'644'0,"0"0"-518"15,0 0-126-15,0 0-19 16,-2 130 14-16,18-36-45 15,6-11-206-15,5-15-649 0</inkml:trace>
  <inkml:trace contextRef="#ctx0" brushRef="#br1" timeOffset="212775.89">13668 13880 1250 0,'0'0'500'15,"0"0"-263"-15,0 0-39 0,0 0 28 16,-15 107-62 0,15-69-73-16,0-1 40 0,0 2-131 15,5-6 28-15,8-2-22 16,5-7-6-16,-5-6-55 15,1-8-69-15,-4-8-44 16,-5-2 6-16,-5-30-43 16,0-8-516-16,0-6-464 0</inkml:trace>
  <inkml:trace contextRef="#ctx0" brushRef="#br1" timeOffset="212882.65">13702 13876 1706 0,'0'0'545'0,"0"0"-329"16,0 0-205-16,0 0-11 0,0 0-23 15,0 0-8 1,0 0-80-16,29 88-277 0,-22-70-736 0</inkml:trace>
  <inkml:trace contextRef="#ctx0" brushRef="#br1" timeOffset="213269.56">13801 13423 1707 0,'0'0'600'16,"0"0"-368"-16,0 0-204 15,0 0 14-15,0 0-42 0,0 0-115 16,0 0-63 0,-27 44-314-16,22-15-676 0</inkml:trace>
  <inkml:trace contextRef="#ctx0" brushRef="#br1" timeOffset="213673.66">14112 13585 1397 0,'0'0'250'16,"0"0"-164"-16,0 0 48 16,0 150 227-16,0-80-128 15,0 8-58-15,0-3-39 0,0 0-87 16,7-7-10-16,7-8-39 15,1-9 15-15,-4-12-61 16,0-9 46-16,-4-10-139 16,-5-10-17-16,-2-10-166 15,0 0 138-15,-22-14 117 16,-8-18-440-16,-1-8 362 16,2-6 101-16,10 0 44 15,7 9 496-15,12 3-110 16,0 9-18-16,14 3-85 15,19 1-211-15,9 2 30 0,8 2-102 16,1 0 0 0,0 8-20-16,-6 1-26 0,-9 0-78 15,-10-4-165-15,-11-2-327 16,-9-4-303-16</inkml:trace>
  <inkml:trace contextRef="#ctx0" brushRef="#br1" timeOffset="213830.6">14141 12925 2248 0,'0'0'335'0,"0"0"-259"16,0 0-14-16,-163 183-62 16,83-19 0-16,4 19-24 15,23-37-142-15,19-43-353 0</inkml:trace>
  <inkml:trace contextRef="#ctx0" brushRef="#br1" timeOffset="-213993.22">15296 13844 1378 0,'0'0'557'0,"0"0"-297"15,0 0-163-15,0 0-79 16,0 0 37-16,0 0-25 16,0 0-2-16,20 85 55 15,-11-46-43-15,0-3 45 16,-5-10-85-16,0-11 0 15,0-8 18-15,-4-4-2 16,2-3-7-16,2 0 30 16,5-12-38-16,4-16-2 15,5-11-80-15,2-5-41 0,-5 7 97 16,-1 10 1 0,-7 23 23-16,-3 4 1 0,-2 28 0 15,5 21 30-15,4 4 36 16,4 1-34-16,6-6 97 15,8-11-123-15,2-16 42 16,7-10-21-16,7-11-20 16,-1-4 40-16,-2-28-47 15,-1-10-32-15,-10-16 7 16,-6-13-106-16,-12-23-15 16,-9-37-60-16,-4-22-57 15,0 12 61-15,-4 36 17 16,-5 47 185-16,-1 43 238 15,2 10 11-15,-1 5-94 0,-5 12-112 16,3 32 9-16,1 21 91 16,0 17-21-16,6 10-63 15,-1 4 97-15,3 1-149 16,2-7 30 0,0-10-14-16,0-12-14 0,0-16 6 15,0-13-15-15,0-16 0 16,2-11-9-16,3-5 9 15,1-7-12-15,4 0 3 16,9-7-2-16,8-17-22 16,6-8-56-16,2-4-163 0,-4 4 182 15,-7 10-13 1,-4 10 67-16,-4 10 15 0,-1 2 1 16,1 7 46-16,1 10-46 15,6 5 11-15,6-1 36 16,4-3-23-16,7-4-24 15,7-9 1-15,4-5 25 16,5 0-43-16,0-7 17 16,-5-13 0-16,-6-1-28 15,-12 1 29-15,-11 7-1 16,-13 4 36-16,-9 9 13 16,-2 0 33-16,-25 2-82 15,-8 21 0-15,-3 1 21 16,5 3-20-16,4-4-1 15,8-5 0-15,12-6-12 0,7-7-10 16,2-5-69-16,2 0-58 16,19 0 129-16,8-16-111 15,2-2-57-15,0 1 57 16,-6 1 96-16,-8 8 35 16,-6 8 40-16,-4 0-33 15,0 5 119-15,-1 16-44 16,5 1 0-16,5-2 5 15,7-2-47-15,6-6 10 16,4-6-50-16,3-6 20 16,3 0 2-16,0-22-22 15,-3-8-24-15,-3-9 8 16,-4-3-63-16,-6-6-13 16,-4-6-124-16,-1-2-139 15,-3 1 23-15,-1 6 80 0,-5 10 252 16,-5 16 338-16,0 17 5 15,-4 6-202-15,0 15-118 16,0 22 115-16,0 15 135 16,0 7-130-16,0 6-33 15,3 2-12-15,2-3-76 16,-1-5 33-16,1-5-55 16,1-8 17-16,0-9-17 15,-1-11 0-15,-3-8-55 16,-2-9-26-16,0-9-85 0,0 0 38 15,-11-3 48 1,-9-23-155-16,0-8 85 0,6-10 53 16,12-6 97-16,2-1 7 15,16 4 15-15,16 7 135 16,7 6 27 0,6 7-29-16,2 8 85 0,2 4-185 15,0 3-53-15,-2 4 11 16,-9 2-13-16,-9 6-43 15,-13 0-104-15,-19 4-214 16,-23 10 13-16,-10 0-372 0</inkml:trace>
  <inkml:trace contextRef="#ctx0" brushRef="#br1" timeOffset="-213795.43">16143 13742 1822 0,'0'0'757'16,"0"0"-585"-16,0 0-125 16,0 0-12-16,0 0-20 15,138-53-15-15,-95 44 0 16,-3-3-120-16,-5-5 31 16,1-22-180-16,-12 0-238 15,-5-5-1009-15</inkml:trace>
  <inkml:trace contextRef="#ctx0" brushRef="#br1" timeOffset="-213685.79">16549 13164 1691 0,'0'0'581'15,"0"0"-581"-15,0 115-2 0,-7-10 2 16,-11 26-49-16,3-19-94 16,6-30-542-16</inkml:trace>
  <inkml:trace contextRef="#ctx0" brushRef="#br1" timeOffset="-212956.43">17788 14087 978 0,'0'0'792'0,"0"0"-534"16,0 0-66-16,0 0-84 0,0 0-6 15,0 0-38-15,0 0-64 16,127-134 0-16,-86 87-38 16,-6-3-42-16,-6 4 68 15,-7 2-25-15,-8 8 37 16,-6 10 34-16,-3 9-26 16,-5 12 76-16,2 5-52 15,-2 7-19-15,2 25-9 16,-2 17 8-16,2 9 36 15,-2 9 77-15,3 0-123 16,0-3 15-16,1-7-17 16,2-9-71-16,1-13-33 0,18-16-190 15,-3-9-247-15,0-10 135 0</inkml:trace>
  <inkml:trace contextRef="#ctx0" brushRef="#br1" timeOffset="-212453.84">18442 13842 1227 0,'0'0'351'16,"0"0"-119"-16,-8 120 15 15,-5-66-61-15,-1-1 79 16,2-12-183-16,3-9-22 16,5-9-50-16,0-11 8 15,4-6-10-15,0-6-8 16,0 0-5-16,4-6-29 0,9-22 34 15,7-8-76-15,4-6-7 16,-2 0 34-16,-1 7 49 16,-4 16-27-16,1 8 27 15,2 11 48-15,7 0-42 16,5 4 44-16,7 10-19 16,3-2-30-16,3-4 15 15,2-6-16-15,-4-2-35 16,-6 0 9-16,-6-14-37 15,-8-5-28-15,-10-2-27 16,-7 3-2-16,-6 4 103 16,0 12 16-16,0 2 2 15,0 20 59-15,-6 26-13 0,0 36 96 16,1 31 4 0,1-1-47-16,2-10 50 0,-4-15-74 15,2-24-65-15,-2 6 83 16,1-3-94-16,-1-12 0 15,2-14-1-15,-2-15-9 16,4-9 4-16,0-16-67 16,2 0 44-16,0-27-38 15,0-75-27-15,12 2-543 16,3-11-355-16</inkml:trace>
  <inkml:trace contextRef="#ctx0" brushRef="#br1" timeOffset="-211380.09">19119 13191 1001 0,'0'0'769'0,"0"0"-743"16,0 0 48-16,0 125 67 15,0-40 121-15,0 11-1 16,0 4-118-16,0 1-7 16,-4-8-82-16,0-8-41 15,-2-13 71-15,4-12-84 16,2-18 0-16,0-13-6 15,0-12 6-15,0-17-9 16,0 0-2-16,8-7 11 16,11-25-56-16,12-10-50 15,2-6-94-15,-1 5 38 16,-8 14 26-16,-5 14 111 0,-11 15 24 16,-1 3 2-16,-5 28 108 15,0 8-27-15,0-2 27 16,1-1-31-16,-1-7-69 15,3-9 5-15,1-11-14 16,1-2 1-16,4-7-19 16,2 0 18-16,6-8-39 15,0-20-10-15,1-11-154 16,3-6-23-16,-6-2-6 16,-1 6 210-16,-5 12 22 15,-4 15 274-15,-5 11-43 16,1 3-147-16,-1 17-58 15,0 12 6-15,0 4 40 0,3 4-28 16,-1-6 55-16,7-4-99 16,3-8 0-16,3-4-5 15,6-10 5-15,6-5 0 16,4 0-1-16,8-12-21 16,1-13-23-16,-3-8-8 15,-1-6-59-15,-11 2-16 16,-11-3-154-16,-12 6 93 15,-4 14 189-15,-8 15 28 16,-23 5 52-16,-3 23 0 16,-2 15 79-16,7 5 60 15,7 6-109-15,8-3-10 16,10-3-67-16,4-7-17 16,0-9 8-16,22-4-24 15,10-14 0-15,10-6 0 0,9-3 0 16,7-16-37-16,5-12-66 15,-1-11-54-15,-6-1 25 16,-12 7-87-16,-11 6 152 16,-12 6 67-16,-13 19 61 15,-6 2 14-15,-2 7-29 16,0 15 118-16,-6 2 23 16,-3-1-82-16,3-5-70 15,2-8 24-15,4-5-44 16,0-3-15-16,0-2 0 0,0 0-6 15,15-2-17 1,16-12-8-16,7-5-115 0,7-4 55 16,-1 6 10-16,-6 4 70 15,-6 9 10-15,-15 4 1 16,-5 6 17 0,-10 14-4-16,-2 2 8 0,0 1 102 15,0-7-101-15,0-6 16 16,-2-4-38-16,2-6 10 15,0 0 30-15,0 0-40 16,17-6-30-16,10-12 22 16,8 2-139-16,10-6 82 15,2 3 38-15,-2 10-5 16,-3 5 15-16,-9 4 17 16,-2 0 0-16,-10 15 39 0,-6 9-39 15,-10 4-9-15,-5 0-30 16,0-1-113-16,-43-1-64 15,3-7-296-15,-5-8-601 0</inkml:trace>
  <inkml:trace contextRef="#ctx0" brushRef="#br1" timeOffset="-211202.93">19348 13672 1169 0,'0'0'929'15,"0"0"-575"-15,150-125-183 16,-63 83-14-16,8 13-144 0,4 20-13 16,-7 9 0-16,-1 56-100 15,-24 10-126-15,-25 7-439 0</inkml:trace>
  <inkml:trace contextRef="#ctx0" brushRef="#br1" timeOffset="-211116.09">19875 14408 1657 0,'0'0'263'16,"0"0"-263"-16,0 0-501 0</inkml:trace>
  <inkml:trace contextRef="#ctx0" brushRef="#br1" timeOffset="-210213.3">22026 13929 1487 0,'0'0'0'0</inkml:trace>
  <inkml:trace contextRef="#ctx0" brushRef="#br1" timeOffset="-209552.03">21711 13251 1408 0,'0'0'380'0,"0"0"-380"15,0 0-17-15,0 121 17 16,-11-10 181-16,-2 28 55 15,2-7-67-15,2-30 23 16,5-32-125-16,4-21-66 16,0 1 64-16,0 4-65 15,0 0 0-15,0-10-77 16,0-12-94-16,-2-10-62 16,-10-10-261-16,-5-10-91 0</inkml:trace>
  <inkml:trace contextRef="#ctx0" brushRef="#br1" timeOffset="-208640.23">21306 13909 1908 0,'0'0'540'0,"0"0"-364"15,0 0-124-15,114-35-52 16,-45 25 31-16,11 2-31 16,2 3 0-16,-1-4-46 15,-8 4 34-15,-11-4 12 16,-12 6-8-16,-17 3 16 15,-13 0-23-15,-9 0 9 16,-7 19 6-16,-1 20 3 16,-3 10 3-16,0 8 31 15,0 1 9-15,0-4-34 16,0-6 39-16,0-12-51 16,-5-9 0-16,5-13-15 15,0-5 15-15,0-5-22 0,-2-4 13 16,2 0 9-16,0-18-21 15,0-16 21-15,0-12-180 16,20-12 151-16,10-3-55 16,5 3 51-16,5 8-23 15,1 14-20-15,-2 14 75 16,-3 10-24-16,-5 8 25 16,-6 4 74-16,-3 0-37 15,-4 0 31-15,-4 11-20 16,-6 4-14-16,-4 2 26 0,-4 9-25 15,0 6-33 1,-4 6 117-16,-14 4-118 0,-4-2 35 16,0-5-12-16,4-9-13 15,5-6-22-15,6-8 5 16,7-7-44-16,0-5-5 16,0-5 51-1,11-22-7-15,11-11-106 0,8-8 1 16,1-7 58-16,0 7-23 15,-6 11-15-15,-10 16 96 16,-7 12 20-16,-2 7 20 16,0 0 2-16,3 13 18 15,9 7 41-15,6 0-34 16,10 1-51-16,10-10 138 16,6-4-153-16,2-7 7 0,0 0-8 15,-3-13-41-15,-9-8-33 16,-9-2-27-16,-8 1-52 15,-10 2 121-15,-7 8-88 16,-6 6 54-16,0 6 39 16,0 14-96-16,-11 23 123 15,-7 22 110-15,-1 30 2 16,1-1 82-16,5 6-20 16,1 4-48-16,8-13 13 15,-5 5-100-15,2-4-3 16,-4-12-36-16,-9-9 7 15,-7-12 33-15,-8-13-39 16,-12-12-1-16,-9-11 10 0,0-15 5 16,5-2-15-1,10-20 0-15,18-22 6 0,17-15 24 16,6-10-30-16,39-10 0 16,19-1-16-16,15 4 11 15,14 7-19-15,11 9-107 16,47 0-183-16,-20 10-23 15,-15 12-564-15</inkml:trace>
  <inkml:trace contextRef="#ctx0" brushRef="#br1" timeOffset="-208061.72">23704 13554 1453 0,'0'0'344'15,"0"0"-198"-15,0 0-43 16,0 0-87-16,0 0-15 15,0 0 166-15,-16 146-10 16,10-67 45-16,2 10-65 16,1 5-59-16,3-22 13 15,0 4-87-15,0-15 2 16,0-15 27-16,0-14-22 16,0-14-11-16,0-10 0 15,0-4 0-15,0-4 33 0,0 0-33 16,0 0 0-16,7 0 45 15,9-12-45-15,11-6 18 16,8 0-18-16,5-1 0 16,4 7-31-16,4 1-2 15,-3 5-51-15,-3 3-10 16,2 2-192-16,-8-1-84 16,-10-7-419-16</inkml:trace>
  <inkml:trace contextRef="#ctx0" brushRef="#br1" timeOffset="-207854.53">23410 13539 2045 0,'0'0'542'16,"0"0"-405"-16,147 0-128 15,-66-2-18-15,8-1 4 16,42 0-74-16,-24 1-90 16,-13-2-421-16</inkml:trace>
  <inkml:trace contextRef="#ctx0" brushRef="#br1" timeOffset="-207462.03">24388 13687 1046 0,'0'0'791'0,"0"0"-633"16,0 0-157-16,0 0 144 15,-117 150 69-15,107-104-60 16,10 0 24-16,0-7-114 16,19-5-40-16,14-7 77 15,7-11-90-15,5-9 0 16,1-7-11-16,1-2-14 16,-7-23-6-16,-9-11-119 15,-12-9-33-15,-11-3 151 0,-8 0-91 16,0 5 112-16,-10 4 135 15,-9 8 43-15,1 12-54 16,3 8-124-16,2 10 22 16,1 1-58-16,4 22-144 15,1 6-88-15,5 0-411 0</inkml:trace>
  <inkml:trace contextRef="#ctx0" brushRef="#br1" timeOffset="-207270.93">24830 13770 2004 0,'0'0'704'0,"0"0"-635"16,0 0-10-16,0 0-118 15,0 0-70-15,0 0-337 16,0 0 215-16,-11 84-562 0</inkml:trace>
  <inkml:trace contextRef="#ctx0" brushRef="#br1" timeOffset="-207115.15">24872 14191 12 0,'0'0'1947'0,"0"0"-1618"16,0 0-145-16,2 138 13 0,-2-81-118 15,-4 1-21-15,-7 0-15 16,0-6-35-16,0-8-16 15,6-9-20-15,5-12-187 16,0-11-9-16,2-12-586 0</inkml:trace>
  <inkml:trace contextRef="#ctx0" brushRef="#br1" timeOffset="-206724.08">25343 13818 398 0,'0'0'1622'0,"0"0"-1397"16,0 0-211-16,0 0 160 16,0 0-69-16,0 0-17 15,0 0 7-15,-40-88-72 16,57 76 5-16,8 6-28 15,4 6 2-15,0 0-5 16,0 14 3-16,-9 12 0 16,-13 13 49-16,-7 12-48 15,-16 5 46-15,-28 8-9 16,-10 0-23-16,-4-7 69 0,9-9-84 16,11-16 0-1,15-12 2-15,19-10-1 16,4-3-1-16,12-4 0 0,23 1 1 15,14-2-54-15,9-2 46 16,10 0-152-16,29-30-54 16,-17 0-296-16,-10-4-800 0</inkml:trace>
  <inkml:trace contextRef="#ctx0" brushRef="#br1" timeOffset="-206256.04">25719 13569 2009 0,'0'0'620'15,"0"0"-560"-15,0 0 8 16,0 0-68 0,0 0 0-16,0 0 8 15,145-5-2-15,-103 2-6 0,-3-1 0 16,-10 1 1-16,-10-2-3 15,-9 2 18-15,-6 0-16 16,-4 3 112-16,0-2-52 16,0 2 8-16,0 0-43 15,0 0-4-15,0 0-18 16,0 0-3-16,0 10-60 16,0 14 59-16,0 16-44 0,0 15 44 15,-9 8 1-15,0 9 0 16,-4 1 53-16,-1 2-53 15,1-6 0-15,-5-2 31 16,3-7-18-16,-3-9-13 16,3-8 0-16,-1-7 9 15,3-11 2-15,1-10-11 16,1-2 0-16,-3-8 4 16,1-3 10-16,-2-2-14 15,-7 0 0-15,-1 0-50 16,-2 0 21-16,1-23-173 15,4-2-261-15,12-3-605 0</inkml:trace>
  <inkml:trace contextRef="#ctx0" brushRef="#br1" timeOffset="-206113.63">26699 13941 2138 0,'0'0'0'0,"0"0"-1876"0</inkml:trace>
  <inkml:trace contextRef="#ctx0" brushRef="#br1" timeOffset="-136047.16">1676 15875 1139 0,'0'0'481'0,"0"0"-417"16,0 0-15-16,0 0 9 15,0 0 14-15,0 0 7 16,-61-64 58-16,55 57-57 16,4 0-20-16,0 3 3 15,2 1-4-15,0 3-3 16,0-6-26-16,0 6-5 16,0 0 40-16,0 0-64 0,6 0 0 15,19 6 7 1,12 15-7-16,15 11 40 0,10 12 5 15,9 10-30-15,6 5 50 16,-4-3-59-16,3 0 13 16,-5-3-14-16,0-7-6 15,-3-5 0-15,-4-5-5 16,-1 1-86-16,-3-11 17 16,6-7-161-16,-14-6-112 15,-12-9-295-15</inkml:trace>
  <inkml:trace contextRef="#ctx0" brushRef="#br1" timeOffset="-135073.18">2563 15584 1711 0,'0'0'218'15,"0"0"-96"-15,0 0-33 16,0 0-57-16,0 0-11 15,0 0 50-15,-98 137 43 16,73-17 39-16,6 33-9 16,9-14-62-16,10-22-22 15,0-38-44-15,0-25-10 16,18-1 18-16,7 0-24 16,10 1 0-16,13-18 0 15,4-14-11-15,16-18-2 0,3-4-50 16,4-22-49-1,0-21-31-15,-7-12-13 0,-10-11-3 16,-13-2 35-16,-16 7 60 16,-16 15 64-16,-10 14 49 15,-3 24 162-15,-11 8-41 16,-20 26-141-16,-12 20 11 16,-4 17 70-16,0 2-13 15,7 0-9-15,14-9-70 16,7-10-6-16,15-16-12 15,4-16-11-15,6-10-38 16,26-4 6-16,6-18-27 0,9-17-24 16,2-18-84-16,-7-5-43 15,-9 4 100-15,-10 4 51 16,-10 19 70-16,-10 22 179 16,-3 9-120-16,0 23-25 15,-10 26 84-15,-1 4-15 16,3 2 4-16,5-6-94 15,3-18-2-15,0-9 2 16,18-14-12-16,9-8-2 16,6-3-12-16,5-29-37 15,0-9-28-15,-4-7-56 16,-7-2 25-16,-10 6 41 16,-6 12 68-16,-4 20 15 15,-3 12 16-15,1 0-21 16,3 22-10-16,2 14 49 0,5 0-12 15,3-2-10-15,4-10-26 16,5-7-2-16,2-8-2 16,2-9-47-16,0 0-3 15,-2-26-64-15,-6-6-69 16,-5-8 0-16,-9-1 29 16,-5 9 46-16,-4 11 111 15,0 16 60-15,2 14-9 16,5 59-9-16,4 52 170 15,2 40 34-15,3 15-54 16,-3-15-49-16,-4-35-6 16,-2-45-70-16,-2-22-19 15,-1-12-22-15,-2 7-20 0,0-4 18 16,-2 1-23 0,0-15 14-16,0-7 2 0,-13-12-17 15,-5-10 30 1,-2-6-12-16,2-22 0 0,0-41 12 15,7-41-30-15,11-38-60 16,0 8 36-16,11 21 6 16,5 33 12-16,-7 24-39 15,0-9-164-15,-9-32-38 16,-11 8-314-16,-18 13-284 0</inkml:trace>
  <inkml:trace contextRef="#ctx0" brushRef="#br1" timeOffset="-134912.16">2699 16017 329 0,'0'0'1454'0,"0"0"-1149"16,0 0-128-16,-27-130-78 15,40 91 63-15,24-2-101 16,11 9-11-16,10 10-50 16,9 13-16-16,20 35-155 15,-17 20-203-15,-18 15-386 0</inkml:trace>
  <inkml:trace contextRef="#ctx0" brushRef="#br1" timeOffset="-134812.28">3069 16874 829 0,'0'0'875'0,"0"0"-651"16,0 0-224-16,0 116-19 0,18-98-352 0</inkml:trace>
  <inkml:trace contextRef="#ctx0" brushRef="#br1" timeOffset="-134080.6">4541 16008 905 0,'0'0'1047'16,"0"0"-880"-16,0 0-165 0,0 0-2 15,0 0 0-15,48 178 125 16,-10-25 38-16,0 16 61 16,-9-7-124-16,-9-42-27 15,-6-48-20-15,-6-19-41 16,-1-18 0-16,-1-3-5 16,2-2-4-16,-4-8-3 15,-2-8 0-15,0-10 0 16,-2-4 13-16,0-4-13 0,0-45 8 15,-8-48-8-15,-13-65-203 16,3-29-20-16,12 3-1 16,6 45 82-16,0 67 142 15,11 30 38-15,5 25 23 16,0 8 19 0,1 13-46-16,-1 0 16 0,-3 13 2 15,-9 32 58-15,-4 17 21 16,0 14-43-16,-19 5-27 15,-10 3-40-15,-2-8-21 16,2-9 0-16,2-21-61 16,8-13-46-16,7-19-44 15,12-22-108-15,0-19 26 16,8-18-258-16</inkml:trace>
  <inkml:trace contextRef="#ctx0" brushRef="#br1" timeOffset="-133779.22">5111 15623 1614 0,'0'0'358'16,"0"0"-284"-16,0 0-71 15,0 147 137-15,5-38 51 16,4 2-1-16,1-7-80 0,6-16-16 16,-1-20-60-1,6 2-28-15,4 7 1 0,4-19-7 16,0-5-1-16,2-18-51 16,0-7-93-16,0-12-15 15,-2-16-138-15,-9-12-100 16,-14-16-769-16</inkml:trace>
  <inkml:trace contextRef="#ctx0" brushRef="#br1" timeOffset="-133633.52">4950 16307 2246 0,'0'0'519'0,"0"0"-386"0,0 0-70 16,0 0 2-16,0 0-65 15,141-96 0 1,-68 62-12-16,41-10-121 0,-20 9-126 15,-9 7-378-15</inkml:trace>
  <inkml:trace contextRef="#ctx0" brushRef="#br1" timeOffset="-132128.65">6896 16353 1547 0,'0'0'605'0,"0"0"-487"15,0 0-102-15,0 0 0 16,0 0 33-16,0 0 10 16,0 0 1-16,100-58-47 15,-52 21-5-15,3-9-8 16,-5 2-47-16,-3-4-34 0,-11-2-28 16,-13 9 0-16,-9 2 48 15,-10 6-25-15,-8 8 86 16,-18 6 41-16,-10 12-19 15,-4 7 34-15,-4 0-3 16,-1 26-10-16,7 13 36 16,9 12 13-16,13 7-19 15,16 4 18-15,0 0-33 16,27-4-14-16,18-9 15 16,9-14-58-16,8-11 8 15,3-11-9-15,-1-13-33 16,1 0-22-16,-9-18-69 15,4-22-129-15,-16 3-238 0,-13-1-491 16</inkml:trace>
  <inkml:trace contextRef="#ctx0" brushRef="#br1" timeOffset="-131699.68">7289 15458 1250 0,'0'0'359'16,"0"0"-212"-16,0 0-62 15,0 0-9-15,0 0-4 0,0 0 18 16,0 0 3-16,-21-22-41 16,21 16-15-16,10-2-37 15,5 1 0-15,3 0 14 16,-3 5-14-16,1 2 23 16,-5 12 5-16,-9 20-16 15,-2 12 58-15,0 5 12 16,-10 1 5-16,-6-1 3 15,5-8-71-15,9-12 0 16,2-6-13-16,4-13-5 0,25-6 0 16,9-4-1-16,7 0-76 15,21-18-96-15,-10-13-299 16,-12 4-270-16</inkml:trace>
  <inkml:trace contextRef="#ctx0" brushRef="#br1" timeOffset="-131362.12">7594 15462 1107 0,'0'0'654'15,"0"0"-531"-15,0 0-110 16,0 0 78-16,0 0 69 16,0 0 56-16,96 122-100 0,-94-83-24 15,-2-1-46-15,0-4 18 16,0-12-63-16,0-4 10 15,0-4-11-15,0-10-79 16,0-4 28-16,0 0 1 16,0-9-26-16,5-18 15 15,0-11-214-15,-1-3 10 16,-2 6 105-16,0 7 160 16,-2 14 185-16,4 14-20 15,5 4-141-15,7 27 33 16,5 10 67-16,2 13-51 15,6 0-36-15,5 0-37 16,22 2-108-16,-9-14-210 0,-5-16-603 16</inkml:trace>
  <inkml:trace contextRef="#ctx0" brushRef="#br1" timeOffset="-131091.33">8267 15995 1840 0,'0'0'474'0,"0"0"-335"0,0 0 49 15,0 0-91 1,0 0-47-16,0 0-12 15,123 0-19-15,-67-5-19 0,-3-4-18 16,-3 6-53-16,-13 3-86 16,-19 0-106-16,-11 12-320 15,-7 6-192-15</inkml:trace>
  <inkml:trace contextRef="#ctx0" brushRef="#br1" timeOffset="-130972.92">8337 16240 1565 0,'0'0'571'0,"0"0"-467"15,0 0-64-15,0 0 51 16,162-5-28-16,-89-7-63 16,37-11-54-16,-19 9-222 0,-14 0-358 15</inkml:trace>
  <inkml:trace contextRef="#ctx0" brushRef="#br1" timeOffset="-129989.22">9409 15841 1107 0,'0'0'784'0,"0"0"-642"16,0 0-26-16,0 0-24 15,0 0-18-15,0 0 7 0,0 0-65 16,-29-92-7-16,47 70-9 16,8 4 0-16,3 9 0 15,0 4 0 1,0 5 1-16,-6 22 12 0,-11 14-12 15,-8 18 8-15,-4 4 74 16,-14 9-17-16,-15-4 4 16,-5-2-15-16,3-7-10 15,4-19-5-15,10-8-30 16,7-13-8-16,6-9 21 16,4-2-22-16,0-1 0 15,12-2-1-15,14 0 1 16,12 0 16-16,9 0-17 15,6 0-45-15,1-5-63 0,6-14-127 16,-11 7-241-16,-14-6-302 0</inkml:trace>
  <inkml:trace contextRef="#ctx0" brushRef="#br1" timeOffset="-129836.6">9801 16056 1247 0,'0'0'1077'0,"0"0"-888"15,0 0-158-15,0 0-30 16,138-12-2-16,-89 8 0 16,5 0-54-16,17-3-92 15,-13 0-336-15,-9-3-685 0</inkml:trace>
  <inkml:trace contextRef="#ctx0" brushRef="#br1" timeOffset="-129564.27">10410 15932 1400 0,'0'0'368'15,"0"0"-214"-15,0 0-97 16,0 0-51-16,0 0 67 16,0 0 76-16,0 0 0 15,122 62-26-15,-117-27-19 16,-5 11 1-16,0-1-6 15,0-5-79-15,-9-6-13 16,3-5 4-16,0-12-5 0,4-5-12 16,2-6-48-16,0-6-37 15,0 0 15-15,27-58-31 16,-2 3-272-16,-3-6-458 0</inkml:trace>
  <inkml:trace contextRef="#ctx0" brushRef="#br1" timeOffset="-129432.63">10632 15923 973 0,'0'0'881'15,"0"0"-617"-15,0 0-13 16,-24 113-91-16,21-65-32 16,3-8-74-16,10-4-15 15,21-5-7-15,11-10-32 16,16-3-44-16,42-18-101 0,-11 0-246 16,-10-12-1181-16</inkml:trace>
  <inkml:trace contextRef="#ctx0" brushRef="#br1" timeOffset="-128614.69">12752 15731 674 0,'0'0'721'16,"0"0"-555"-16,0 0-47 15,0 0 33-15,0 0-52 16,0 0-26-16,-129-54-26 16,73 60-30-16,-4 30 62 15,-6 35 10-15,10 1 1 16,12 16 26-16,15-2-69 15,23-12-9-15,6-2 5 16,10-14-21-16,23-14 8 0,13-17-30 16,13-13 5-16,5-14 45 15,8-5-44-15,-3-27-7 16,-5-6-27-16,-10-1-51 16,-12 0 42-16,-17 12-4 15,-11 10 40-15,-14 13-16 16,0 4 16-16,0 18 0 15,-12 17 7-15,3 2 47 16,5 3 29-16,4-6-45 16,0-10-24-16,19-6 27 15,8-9-17-15,4-9 8 16,1 0-5-16,-5-9-1 16,-5-9-10-16,-11-1-5 15,-7-4-1-15,-4 2-4 16,0-2-6-16,-17 1-48 15,-3 0-32-15,-3 0-98 16,6-36-24-16,8 10-274 0,9-8-1324 0</inkml:trace>
  <inkml:trace contextRef="#ctx0" brushRef="#br1" timeOffset="-128482.72">13066 15441 2167 0,'0'0'312'0,"0"0"-312"15,0 0-25-15,-57 138 24 16,30-44-117-16,7-14-130 16,9-14-378-16</inkml:trace>
  <inkml:trace contextRef="#ctx0" brushRef="#br1" timeOffset="-127639.31">13711 15855 527 0,'0'0'693'0,"0"0"-377"16,0 0-85-16,0 0-107 16,0 0-74-16,0 0-8 0,0 0 21 15,53 72 73 1,-39-13 7-16,-5 3-27 0,-1 0-21 16,-2-7-51-16,-4-12-17 15,0-16-9-15,-2-12-12 16,0-7 7-16,0-8-5 15,2 0 2-15,0-6 21 16,0-20-31-16,5-14-90 16,5-13-37-16,1-2 3 15,3 6-15-15,-3 10 106 16,0 20 33-16,-4 16 34 16,2 3-27-16,0 18-7 15,0 18 73-15,5-2 14 16,2 4-17-16,7 1-39 15,6-16-6-15,4-5-1 16,7-10-24-16,3-8 1 0,4 0-1 16,-4-26 0-16,-5-2-34 15,-9-8 3-15,-11-2-11 16,-11 6 8-16,-7 4-21 16,-2 10 55-16,0 13 74 15,0 5-74-15,-4 24-32 16,-3 43 32-16,3 36 57 15,2 39 57-15,-4 10-8 16,2-18-42-16,-2-36 4 16,-1-40-41-16,3-5 6 15,-3 1-24-15,0 5-1 0,0-10-8 16,3-9 0-16,2-18-10 16,0-10 4-16,2-12-51 15,0 0 29 1,0-30 11-16,11-83-93 0,5 8-416 15,-3-22-210-15</inkml:trace>
  <inkml:trace contextRef="#ctx0" brushRef="#br1" timeOffset="-127129.68">14389 15462 755 0,'0'0'1187'16,"0"0"-952"-16,0 0-136 15,0 0-16-15,0 0-79 16,0 0 18-16,0 0-22 15,8 108 180-15,2 31-40 16,-4-5 21-16,-3-20-98 0,-1-35-36 16,0-28-18-16,0 4-8 15,2-3 17-15,1-2-18 16,0-13 1-16,1-16-16 16,3-7 15-16,2-10-23 15,7-4-19-15,5-9-4 16,8-18 22-16,2-8-109 15,0 0-32-15,-8 7 109 16,-8 14 56-16,-5 7 28 16,-7 7 9-16,1 7-18 15,-2 17 60-15,1 6-30 16,0-4-25-16,-1-2 24 16,1-5-46-16,-3-7-2 0,2-8 0 15,-2-4 6-15,2 0-12 16,6 0 5-16,1-18-20 15,2-9-8-15,5-9-103 16,-3-3 20-16,-1 8 66 16,-5 9 46-16,-5 17 91 15,-2 5-60-15,1 9-21 16,-3 21 40-16,0 6-10 16,0 6-16-16,0 1-12 15,0-6-12-15,0-6-33 16,3-9-92-16,1-8-75 15,0-14-128-15,-2-14-230 16,0-8-232-16</inkml:trace>
  <inkml:trace contextRef="#ctx0" brushRef="#br1" timeOffset="-126431.02">14831 16080 1713 0,'0'0'711'16,"0"0"-544"-16,0 0-167 15,0 0-11-15,0 0-1 16,0 0 12-16,0 0 2 15,164 30-1-15,-102-30-1 16,3-4-47-16,-3-18-29 16,-8 0-66-16,-16-6-56 15,-14 2 20-15,-13 4 55 16,-11 4-29-16,0 9 117 0,-19 9 35 16,-6 4 58-16,-2 27 107 15,5 9 27 1,2 10 35-16,6 2-64 15,12 3-47-15,2-9-40 0,0-7-26 16,16-4-26-16,8-14 1 16,7-5-24-16,8-11-1 15,3-5 0-15,3-7-36 16,3-23-61-16,2-10-38 16,-4-4-114-16,-5-2 61 15,-8 5 31-15,-10 12 157 16,-10 15 110-16,-9 14-13 15,-4 0-41-15,0 22 91 16,0 6 33-16,-11 6-44 16,-1-2-54-16,6-6-33 0,2-8-22 15,4-4-27-15,0-9-12 16,0-5 12-16,6 0-67 16,17 0 35-16,12-19-14 15,10-11-73-15,4-6 11 16,2 0-56-16,-7 0 124 15,-9 10 40-15,-14 12 103 16,-11 14 14-16,-6 0-80 16,-4 10-7-16,0 16 47 15,0-4-8-15,0 4-25 0,-2-12-3 16,2-2-40 0,0-6-1-16,22-2-1 0,21-4 1 15,12-4-8-15,10-14-66 16,2-4-15-16,-5 4 71 15,-10 4 9-15,-13 10 9 16,-12 4 0-16,-6 0 0 16,-11 9 0-16,-7 12-2 15,-3 4-13-15,0 0-8 16,-23 1-75-16,-33 2-60 16,8-5-158-16,-6-14-384 0</inkml:trace>
  <inkml:trace contextRef="#ctx0" brushRef="#br1" timeOffset="-126247.42">14935 15897 588 0,'0'0'1530'0,"0"0"-1146"16,100-122-253-16,-36 74-20 15,11 12-89-15,-2 10-20 16,-1 20-4-16,-8 6-144 15,-6 76-187-15,-16-4-181 16,-15 8-249-16</inkml:trace>
  <inkml:trace contextRef="#ctx0" brushRef="#br1" timeOffset="-126148.34">15508 16665 1356 0,'0'0'361'0,"0"0"-169"15,0 0-192 1,0 0-88-16,138 26-970 0</inkml:trace>
  <inkml:trace contextRef="#ctx0" brushRef="#br1" timeOffset="-126028.63">16816 16168 2109 0,'0'0'0'0</inkml:trace>
  <inkml:trace contextRef="#ctx0" brushRef="#br1" timeOffset="-122225.86">7922 15552 636 0,'0'0'336'0,"0"0"-175"16,0 0-58-16,0 0 66 16,0 0-45-16,0 0-34 15,0 0-13-15,0-4-36 16,0 1-19-16,0-2-3 15,0 3 0-15,2-2 45 16,-2 0-36-16,0 4 23 0,0 0-13 16,0 0-23-16,0 0 33 15,0 0-17-15,0 0-15 16,0 0 58-16,0 0-37 16,0 0-17-16,0 0 0 15,0 0-7-15,0 0-14 16,0 0 1-16,0 0 0 15,0 0 14-15,0 0 18 16,0 0 25-16,0-1 32 16,0-2-69-16,0 1-3 15,0-2-17-15,-4 0 0 16,-1 0 4-16,-1 4-2 16,-1 0-2-16,-4 0 9 0,-2 0-8 15,-3 0-2 1,3 4 1-16,-1 14-7 0,5 0-10 15,7 0 11-15,2 0-20 16,17 5-32-16,15-7-145 16,-1-6-146-16</inkml:trace>
  <inkml:trace contextRef="#ctx0" brushRef="#br1" timeOffset="-121122.25">7594 15508 601 0,'0'0'708'15,"0"0"-469"-15,0 0-64 16,0 0-60-16,0 0 7 16,0 0-46-16,0 0-67 15,20-24 26-15,-7 16-35 0,1 5 37 16,-1-2 70-1,6 5-61-15,-4 0 39 0,3 12-20 16,-1 7-24-16,-3 2 49 16,-3 6-40-16,-5 5-1 15,-6 0 26-15,0-5-35 16,0 8 20-16,0-8-27 16,-6-4-18-16,-3-2 19 15,3-7-34-15,1-2-3 16,0-7-3-16,5-3 7 15,0-2-2-15,0 0-19 16,0 0-2-16,0 0 13 16,2-2-36-16,14-15 11 15,5-4 11-15,0-7-69 0,4-4-1 16,-2-4-8-16,-3 0 17 16,-5 6-4-16,-3-2 10 15,-6 5 26-15,-1 10 45 16,-5-2 14-16,0 12 14 15,0-2 23-15,0 7 33 16,0 2 21-16,-9 0-59 16,-5 0-38-16,-1 11 27 15,1 10-17-15,3 9 30 16,9 7-15-16,2 5 35 16,0 2 13-16,4-4-43 15,17 0-23-15,3-9 25 16,5-6-32-16,6-6-2 15,10-10-23-15,24-9-89 16,-11 0-136-16,-6-14-575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5206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87.94225" units="1/cm"/>
          <inkml:channelProperty channel="Y" name="resolution" value="138.46153" units="1/cm"/>
          <inkml:channelProperty channel="T" name="resolution" value="1" units="1/dev"/>
        </inkml:channelProperties>
      </inkml:inkSource>
      <inkml:timestamp xml:id="ts0" timeString="2022-09-29T11:54:41.794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13022 4986 0,'0'49'32,"0"-24"-32,0 25 15,0-25 1,0-1 0,0 51-1,0-50 1,0-1-1,0-73 79,0-1-78,0 25-1,25-24 1,-25-1 0,0 75 31,0 0-32,0 0 1,0 24-1,-25 100 1,1-75 0,24 1-1,0-50 1,0-50 31,0-50-32,0-24-15,0 0 16,24 25 0,-24 49 15,0 50 16,0 24-32,0 26 1,0-26 0,0 1-1,0 74 1,0-99 93,0-1-77,0 26-17</inkml:trace>
  <inkml:trace contextRef="#ctx0" brushRef="#br0" timeOffset="13517.02">13196 4266 0,'0'25'46,"-25"0"-30,25 0 0,0 0-1,0 24 1,0-24 0,0 0 15,0 24-16,-25-49 1,25 25 0,0 0 15,0-50 78,0 0-77,0 1-32,0-26 15,0 25 1,0 0-1,0-24 1,0-1 0,0 25-16,0 1 31,0-1-15,0 50 30,0-1-30,0 1 15,0 0-31,-24 25 16,24-26 0,0 1-1,0 0 1,0 0-16,0 0 31,-25-25-15,50 0 77,-25-25-93,0 0 16,0-25 15,24 26-31,1-26 16,-25 25 0,0-24-1,25 24 16,-25 50 63,0-1-78,0 26-1,25 0 1,-25-1-16,25-24 16,-25 0-1,25 0 1,-1-25 0,1 0 30,-25-50 1,0 0-31,0 1 0,0-1-16,0 1 31,0-26-31,0 50 31,0 1-15,0 48 46,0 1-46,25 25-16,-25 24 15,0-24 1,25-1 0,-25 1-1,0-25 1,0-50 78,0 0-79,25 0 1,-25-24-16,0 24 31,0 50 47,0 0-62,0-1 0,0 26-1,0-25 1,0 0 31,0-50 31,0 0-63,0 0 1,0-99 0,0 99-1,0-49 1,0 24 0,0 75 62,0 0-63,0 25-15,0-1 16,0 1 0,0-25-1,0 24 1,0-24-1,0-50 79,0 0-78,0-49-1,0 49 1,-25 25 31,25 50-16,-25-25-15,-25 24-1,26 1 1,-1 24 0,25-99 62,0 1-63,0-1 1,0-25 0,0 1-1,0 24-15,0-25 32,0 75 46,0 0-78,0 0 15,0-1 1,-25-24 15,25 25 0,0-50 16,0 1-47,0-1 16,0-25 0,0 25-1,0 1 1,0-1-1,0 50 64,0-1-79,0 26 15,0-25 1,0 24 15,0-73 47,0-1-62,0-25-1,0 25 17,0 50 15,0 0-32,-25 25 1,0-26-1,0 1-15,25 0 16,-24-25 15,24-50 47,0 26-62,0-51 0,0 50-16,0-24 15,0 24 1,0 50 62,0 0-78,0 24 16,0-24-1,0 0 1,0 0 0,0-50 77,0 0-93,24 0 32,-24 0-1,25 25 16,0 25-47,0 0 31,0 25-15,0-50-1,-25 24-15,24-24 31,-24-24 16,25-1-31,-25-25-16,25 25 16,-25 1-1,0-26 1,0 75 78,0 0-79,0-1 1,0 1-1,0 0 1,25-25-16,0 0 47,-1-25 0,-24 0-32,50 1 1,-50-1 0,0-25-1,25 50 1,-25-25-16,0 75 78,25-25-78,-25 0 16,0 24-1,24-24 1,-24-50 218,-24 25-218,-1 0 62,25 50-78,0-25 31,-25-25-15,25-25 46,0 0-46,-25 0 0,25 0-1,-25-24 1,1 24 0,24 50 62,0 0-63,0-1 17,-25 1-32,25 0 31,-25-25 31,0-50-46,25 1 0,-49 24-16,24 0 46,0 25-30,25 25 47,0 0-48,0-50 63,0-25-46,0 26-17,0 73 79,0-24-78,0-50 62,0 0-63,25-24 1,0 74 46,-1-1-46,-24 26 0,0 24-1,25-24 1,0-25-16,-25 49 31,0-49-15,25-25-1,-25-25 32,25 25 31,-25 25-62,24 25 0,-24-26-1,0 1 1,25-25 0,-25 25-1,0 0 79,0 24-78,0 1-1,0 0 1,0-26-1,0 1 1,0 0 15,-25-25 141,1 0-156,-26 25-1,-24-25 1,49 0 0,0 0-1,0 0 17,25-25-17,0 0 1,0 0-1,0 1 1,0-1 15,25 0-15,0 0 15,-25 0 0,25 25-15,-25 25 93,-25 0-62,0 25 281,-25-1-312,50 51 0,-49-26-16,-1 0 15,50-24 1,-25-50 0,25-25 62,0 0-63,0 1 1,0-1 0,0 0 30,0 0-30,0 50 47,-25 25-48,25-26 1,-24 1-1,-1 0 17,-25 0-32,25 24 15,1-24 1,-1 0 0,-50 0-1,51-25 16,-1-25 48,25 0-1,0-24-63,0-1 17,25 25-32,-25-24 15,0-1 1,0 25-1,0-24 17,0 73 15,0 1-32,0 25 1,-25-1-1,0 51 1,0-1-16,0-50 16,1 26-1,24 24 1,-25-74 0,25 0-1,0-50 32,0 0-47,25-25 16,-1-24-1,1 0 17,0 74-32,-25 24 93,0 1 32,0 0-78,0 0-16,0 0-15</inkml:trace>
  <inkml:trace contextRef="#ctx0" brushRef="#br1" timeOffset="25151.22">12973 4142 0,'25'0'47,"-1"0"94,1 0-47,-25-24-79,25 24 1,0 0 15,0 0-31,24 0 16,1 0 15,-25 0-31,0 0 31,-25 24-15,24 1 15,-24 0-15,25-25-16,-25 50 31,25-26-15,-25 1 15,0 0-15,0 0 15,0 0-16,0-1 1,0 1 0,0 0-1,0 0 1,0 0 15,0-1 0,0 1 1,0 0-1,-25-25 16,0 0 15,25 25-46,-24-25 0,24 25 62,-25-25-63,0 0 63,0 0-15,25-25-1,-25 25-15,25-25 0,25 25 31,-25-25-62,25 25 0,0-25-16,0 1 15,-1 24 1</inkml:trace>
  <inkml:trace contextRef="#ctx0" brushRef="#br1" timeOffset="27946.34">13444 4068 0,'-25'0'47,"1"0"-16,24 25 16,0 0-31,0-1 15,0 1-15,0 0 15,0 0 16,0 0 46,0-1-46,-25-24 16,25 25 62,0 0-47,0 0-47,0 0 16,0-1-31,0 1-1,0 0 17,0 25-17,0-26 48,25-24-16,-25 25-16,0 0-16,24 0 1,1 0 62,0-25 16,0 0-63,0 0-15,-1 0 31,1 0 78,0 0-78,-25 24 203,25-24-204</inkml:trace>
  <inkml:trace contextRef="#ctx0" brushRef="#br1" timeOffset="30359.09">13519 4192 0,'24'0'94,"-48"-25"62,24 0-93,-25 25-47,0 0 30,0 0 17,50 25 453</inkml:trace>
  <inkml:trace contextRef="#ctx0" brushRef="#br1" timeOffset="34077.91">13246 4192 0,'25'0'312,"-25"25"-187,0 0-78,0-1 0,0 1 31,0 0 0,0 0-46,0 0 46,0-1 78,0 1-125,0 0-15,0 0 15,0 0 16,0-1-16,0 1-31,0 0 31,0 0 1,0 0-1,0-1 16,0 1-32,0 0 142,-25-25-64,25-25 142,0 0-220</inkml:trace>
  <inkml:trace contextRef="#ctx0" brushRef="#br1" timeOffset="36907.43">13097 4688 0,'-25'0'31,"25"-25"109,0 0 17,0 1-95,25 24 360,0 0-328,-1 0 0,-24 24-63,25-24 16,0 0 140,-25 25-46,0 0-16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5T07:39:13.547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1731 4309 880 0,'0'0'545'15,"0"0"-389"-15,0 0-37 16,0 0-15-16,0 0 76 16,0 0-64-16,-2-38-15 15,2 31-9-15,0 2-55 16,0 1 33-16,-2-1-32 16,2 4-1-16,-2-1 76 15,2 0-67-15,-2-2 8 16,0 1-20-16,0 3-7 15,2 0 42-15,0 0-69 16,0 0 7-16,0 0 14 16,0 0-7-16,-3 0-14 0,3 0 0 15,0 0 0-15,0 9-6 16,0 25-24-16,0 30 30 16,3 8 30-16,1 15-24 15,-4 5-1-15,0-17-5 16,0 3 6-16,0-17-17 15,0-15-7-15,0-16-82 16,0-9 27-16,2-12-126 16,0-7-81-16,0-9-28 15,-2-20 49-15,0-7-121 0</inkml:trace>
  <inkml:trace contextRef="#ctx0" brushRef="#br0" timeOffset="849.71">1769 4191 1425 0,'0'0'306'16,"0"0"-222"-16,0 0-76 15,0 0 46-15,0 0 21 16,125 72 30-16,-103-28 78 16,-1 10-77-16,-6 6-18 15,-5 7-19-15,-10 5-19 16,0 2 11-16,-8 2-51 15,-19-4 8-15,-4-5 16 0,-7-9-34 16,-1-8 0 0,-9-10-2-16,2-8-34 0,-3-8 24 15,4-11-38-15,5-10 50 16,11-3-27-16,11-10 27 16,14-20-37-16,4-11 7 15,20-6-40-15,22-8 38 16,14 3 7-16,7 5 25 15,8 3-12-15,0 11 13 16,1 3-1-16,-6 9 74 16,-5 7-40-16,-10 7 4 15,-7 7-16-15,-8 0-15 16,-14 7 53-16,-13 16-41 16,-9 9-11-16,0 10 69 15,-17 7-53-15,-10 2 12 0,-4-1-36 16,2-10 15-16,8-10 0 15,8-11-15-15,9-12-26 16,4-7-11-16,2 0-64 16,25-23 40-16,8-12-36 15,7-6-15-15,-4 1 111 16,-9 10-33-16,-11 11 34 16,-13 15 96-16,-5 4-43 15,0 14-5-15,0 18 40 16,0 7-15-16,0 1 36 15,0-7-89-15,0-4-9 16,8-12-10-16,13-9 10 16,6-8-19-16,6 0 8 15,7-23-53-15,0-12 35 0,0-6-104 16,-4-8 3-16,-7-6 16 16,-4-8 1-16,-8-3 10 15,-3 3-37-15,-8 10 84 16,-2 14 45-16,-1 15 96 15,-3 15 65-15,0 9-56 16,0 4-94-16,0 28 12 16,0 14 81-16,0 14-34 15,0 13 69-15,2 2-111 16,7 3-16-16,0-4 19 16,0-11-16-16,2-10-27 0,0-7 12 15,-2-14-44 1,0-9 21-16,-4-11-95 0,-1-5-51 15,-4-7-6-15,0-13-37 16,0-13 4-16,-16-9-1423 16</inkml:trace>
  <inkml:trace contextRef="#ctx0" brushRef="#br0" timeOffset="1001">2539 4841 1679 0,'0'0'354'0,"0"0"-208"16,0 0-86-16,0 0-15 15,144-85 49-15,-99 63-57 16,-5 0 0-16,-7 2-37 16,-6 4-56-16,-11-1-49 15,-9 4-207-15,-7 3-460 0</inkml:trace>
  <inkml:trace contextRef="#ctx0" brushRef="#br0" timeOffset="1300.83">2259 4221 1582 0,'0'0'289'0,"0"0"-127"15,0 0-51-15,0 0-29 0,0 0-18 16,0 0-6-16,0 0 27 16,-79 42-85-16,79-9 0 15,17 8 50-15,12-3-44 16,8 3-7-16,7-8 1 16,0-1-79-16,12 3-38 15,-11-12-360-15,-14-5-920 0</inkml:trace>
  <inkml:trace contextRef="#ctx0" brushRef="#br0" timeOffset="1435.98">2356 5402 1969 0,'0'0'145'16,"0"0"-145"-16,0 0-131 15,0 0-88-15,0 0-81 16,0 0-49-16</inkml:trace>
  <inkml:trace contextRef="#ctx0" brushRef="#br0" timeOffset="2432.52">3262 5167 1046 0,'0'0'1012'16,"0"0"-928"-16,0 0-81 15,0 0-2-15,119-75-1 16,-61 24 19-16,0-11-19 15,0-6 37-15,-4-2-37 16,-8-1 1-16,-12 7-18 0,-12 6 17 16,-10 10-21-16,-12 10 21 15,0 10-2-15,-3 10 2 16,-11 11 0-16,2 7 0 16,-7 8-19-16,4 30 19 15,1 32 0-15,8 43 111 16,6 38-16-16,0 13 17 15,0-4-22-15,2-36-47 16,-2-37 85-16,0-25-107 16,0-14 1-16,-4 2 16 15,-8-2-37-15,-5-2 17 16,-2-13-18-16,2-13 1 16,1-8 12-16,1-12-13 0,5 0 0 15,6-28 0-15,4-38-57 16,27-35 14-16,33-31 7 15,19-10-26-15,-4 23 44 16,-15 30-89-16,-22 28-7 16,-5 5 36-16,-1-9-35 15,-1-7 64-15,-7-4 9 16,-10 8-1-16,-12 8 23 16,-2 12 30-16,0 12-12 15,-4 11 102-15,-8 15-5 16,-5 10 14-16,-4 17-106 15,-3 29 14-15,-3 18 64 16,5 12 20-16,6 10-33 16,14-4 7-16,2-3-65 15,11-15-9-15,16-12-3 0,4-15-48 16,5-14 39-16,2-13-95 16,2-10-24-16,-3-1-76 15,2-42-117-15,-10 1-214 16,-12-2-468-16</inkml:trace>
  <inkml:trace contextRef="#ctx0" brushRef="#br0" timeOffset="2785.78">4157 4758 1620 0,'0'0'336'0,"0"0"-261"16,0 0 54-16,0 0 21 0,0 0-45 16,52 123 40-16,-46-81-52 15,-4 0 10-15,-2-4-51 16,0-4-40-16,0-8 25 15,0-10-37 1,0-6 0-16,0-7-15 0,0-3-12 16,0-5-28-16,15-21-16 15,3-15-72-15,3-10-46 16,-6-4-124-16,-5 4 110 16,-6 12 203-16,-4 17 129 15,0 16 73-15,0 6-124 16,0 14-32-16,-2 18 140 15,2 7-66-15,0-2-45 0,0 2 20 16,8-5-86 0,10-8-9-16,6-9-4 0,1-8-50 15,4-9 9-15,0 0-76 16,2-16-67-16,-2-30-72 16,-4 4-321-16,-12-2-868 0</inkml:trace>
  <inkml:trace contextRef="#ctx0" brushRef="#br0" timeOffset="2962.07">4558 4524 1972 0,'0'0'294'15,"0"0"-195"-15,0 0-39 16,81 116-14-16,-52-53 110 0,-5 4-99 16,-6 4 14-1,-10-1-53-15,-5-2-18 0,-3-4 0 16,0-8-83-16,-11 0-124 15,-2-15-97-15,3-17-393 0</inkml:trace>
  <inkml:trace contextRef="#ctx0" brushRef="#br0" timeOffset="3329.38">5180 4778 1938 0,'0'0'647'0,"0"0"-506"15,0 0-78-15,0 0 36 16,0 0-80-16,0 0-4 16,0 0 21-16,63 0-21 15,-28 0 6-15,5 0-21 16,-4 2-74-16,-7 13-30 15,-9-1-227-15,-16 0-444 0</inkml:trace>
  <inkml:trace contextRef="#ctx0" brushRef="#br0" timeOffset="3454.31">5222 5053 2270 0,'0'0'362'0,"0"0"-244"15,0 0-118-15,123 2-23 16,-65-2-36-16,13-16-111 15,-13-3-134-15,-13 4-777 0</inkml:trace>
  <inkml:trace contextRef="#ctx0" brushRef="#br0" timeOffset="4394.3">6030 4939 1704 0,'0'0'511'0,"0"0"-286"0,0 0-32 16,0 0-18-16,0 0-74 15,0 0-71-15,0 0 9 16,50-2-39-16,0 2 0 16,6 0-15-16,8 0-37 15,1 0-100-15,15-5-182 16,-13-2-300-16,-13-5-216 0</inkml:trace>
  <inkml:trace contextRef="#ctx0" brushRef="#br0" timeOffset="4829.49">6662 4749 409 0,'0'0'1398'0,"0"0"-1164"16,0 0-135-16,0 0-99 16,0 0 0-16,0 0 119 15,0 0-11-15,101-39 6 16,-82 65-34-16,-3 10 7 15,-5 8 35-15,-3 8-76 16,-8 1-29-16,0-1 34 16,0-8-40-16,-3-8-4 15,-2-11-7-15,1-11 0 16,4-9-14-16,0-5 2 16,0 0-48-16,0-14 48 0,16-20-143 15,6-15-179-15,-2-9 41 16,0-2 30-16,-5 6 256 15,-8 17 7-15,-2 12 224 16,-5 20 126-16,0 5-201 16,0 7-88-16,0 20 12 15,0 6 50-15,0 2 4 16,0 1-96-16,11-5-31 16,16-4 21-16,4-8-21 15,9-7-21-15,3-7-56 16,5-5-87-16,8-14 11 15,-11-11-360-15,-14 1-344 0</inkml:trace>
  <inkml:trace contextRef="#ctx0" brushRef="#br0" timeOffset="5257.77">7083 4284 1121 0,'0'0'646'0,"0"0"-433"16,0 0 0-16,0 0-69 0,0 0-57 15,0 0 68 1,0 0-79-16,-4-5 0 0,4 1-46 16,10-1-21-16,3-1-9 15,5 5-5-15,-1 1 5 16,-3 0-34-16,-5 24 59 16,-9 12-25-16,0 8 57 15,-21 9 0-15,-6-2 29 16,4-2-86-16,2-9 14 15,15-8-4-15,6-8-10 0,8-8 0 16,26-3-21 0,15-10-30-16,9-3-22 0,28 0-204 15,-12-14-244-15,-13-2-618 16</inkml:trace>
  <inkml:trace contextRef="#ctx0" brushRef="#br0" timeOffset="5812.41">7735 4845 185 0,'0'0'1689'16,"0"0"-1319"-16,0 0-260 16,0 0-94-16,0 0 51 15,0 0-39-15,0 0 40 16,140 0-19-16,-93 0-49 16,0 0-23-16,-1 0-46 15,-6-3-90-15,1-15-42 16,-10 1-305-16,-13-3-389 0</inkml:trace>
  <inkml:trace contextRef="#ctx0" brushRef="#br0" timeOffset="5986.33">7971 4678 1877 0,'0'0'640'16,"0"0"-564"-16,0 0-76 15,-56 136 119-15,38-78-95 16,5 0-1-16,4-3-10 15,7-3-13-15,2-8-39 16,0-12-134-16,22-18-123 16,3-10-187-16,4-4-616 0</inkml:trace>
  <inkml:trace contextRef="#ctx0" brushRef="#br0" timeOffset="6412.33">8361 4656 1540 0,'0'0'513'16,"0"0"-397"-16,0 0-85 16,0 0-13-16,0 0 109 15,0 0-29-15,0 0-21 16,118-18 8-16,-106 54-40 0,-8 12 64 15,-4 10-27-15,0 8-49 16,-14-1 65-16,-3-7-96 16,3-12-1-16,3-10 14 15,5-16-15-15,3-8 0 16,3-12-40-16,0 0-36 16,11-16 68-16,14-17-187 15,2-16-109-15,2-4-20 16,-4 3-32-16,-8 10 356 15,-9 17 148-15,-5 13 211 16,-3 10-103-16,0 3-211 16,0 23-30-16,0 8 114 15,0 7-57-15,0-1-11 16,24-2-61-16,17-4-100 0,39-13-9 16,-6-12-245-16,-7-9-768 15</inkml:trace>
  <inkml:trace contextRef="#ctx0" brushRef="#br0" timeOffset="7076.38">9237 4957 1523 0,'0'0'600'0,"0"0"-430"15,0 0 18-15,0 0-81 16,0 0-53-16,0 0 95 16,125-4-134-16,-72-4 11 15,3 0-26-15,0 1-85 16,11-2-36-16,-14 2-255 15,-13 2-492-15</inkml:trace>
  <inkml:trace contextRef="#ctx0" brushRef="#br0" timeOffset="7944.29">10136 4497 529 0,'0'0'778'16,"0"0"-521"-16,0 0-116 0,0 0 22 16,0 0 2-16,0 0-34 15,0 0 76-15,4-58-120 16,-22 58-39-16,-4 0-35 16,0 22-11-16,-1 14 47 15,8 10 15-15,5 12-15 16,10 5 76-16,0 2-101 15,8-2 17-15,7-5 0 16,-1-4-39-16,-8-9 23 16,-4-6-25-16,-2-10 2 0,0-5 23 15,-8-6-25-15,-13-2 0 16,-1-6 0-16,-1-8-1 16,2-2-1-16,5-9-35 15,11-26-84-15,5-11 5 16,7-9-90-16,24-3 105 15,8 7 79-15,3 10 22 16,-1 15 4-16,-2 14 38 16,-6 12-23-16,-4 0 94 15,-7 21-56-15,-6 9 42 16,-7 1-14-16,-3 5-62 16,0-1 6-16,-6-5-29 15,2-6-76-15,-2-9 12 0,4-15-173 16,0 0-145-1,1-15-154-15</inkml:trace>
  <inkml:trace contextRef="#ctx0" brushRef="#br0" timeOffset="8287.54">10452 4666 1302 0,'0'0'1043'16,"0"0"-949"-16,0 0-69 15,0 0 30-15,20 122-46 16,-20-74 68-16,0-2 75 15,0-5-76-15,0-10-25 16,0-6-51-16,0-11 18 16,0-7 0-16,0-7-18 15,0 0 0-15,0-1-6 16,2-22-28-16,14-8-123 0,6-11-50 16,5-6-10-16,4 3 170 15,-2 10 47-15,0 10 112 16,-4 13 74-16,-3 12-106 15,-2 0 2-15,-4 16-32 16,-5 12-49-16,-5 4 109 16,-4 3-109-16,-2-3-1 15,0-6 0-15,0-8-57 16,0-8-54-16,0-6-66 16,0-4-60-16,0-9 41 15,0-10-310-15</inkml:trace>
  <inkml:trace contextRef="#ctx0" brushRef="#br0" timeOffset="8612.83">10920 4613 1343 0,'0'0'713'0,"0"0"-506"15,0 0-130-15,0 0 24 16,0 0 19-16,27 125-2 16,-27-81 80-16,-7 0-137 15,-4-7-32-15,5-5 4 16,-1-13-20-16,5-6-26 15,2-8 7-15,0-5-65 16,2 0 59-16,15-16-68 16,8-16-125-16,0-10-62 15,-1-5-218-15,-8 1 4 0,-6 9 481 16,-7 16 198-16,-3 14 406 16,0 7-430-16,0 16-129 15,-3 18 65-15,-3 7 7 16,6 7-12-16,0 0-64 15,6-6-35-15,23-6-12 16,12-12-140-16,30-18-17 16,-11-6-210-16,-2 0-541 0</inkml:trace>
  <inkml:trace contextRef="#ctx0" brushRef="#br0" timeOffset="8868.34">11627 4807 935 0,'0'0'1125'16,"0"0"-654"-16,0 0-346 16,0 0-74-16,0 0 7 15,0 0-36-15,0 0 53 16,147 0-54-16,-95 0-5 15,0 0-17-15,-2 0 1 16,-6 0-93-16,-5 0-39 16,-13 0-106-16,-8-5-148 15,-14-6-577-15</inkml:trace>
  <inkml:trace contextRef="#ctx0" brushRef="#br0" timeOffset="9046.34">11836 4636 2273 0,'0'0'385'0,"0"0"-329"16,0 0-53-16,0 0 12 16,-20 102 33-16,14-49 31 15,-1 5-50-15,1 6 11 16,-2 2-40-16,4-2-78 16,4 12-20-16,0-16-203 15,0-15-386-15</inkml:trace>
  <inkml:trace contextRef="#ctx0" brushRef="#br0" timeOffset="9901.71">12677 4600 1085 0,'0'0'146'0,"0"0"-85"16,0 0-52-16,0 0 31 16,0 0 66-16,0 0 102 15,0 0 7-15,-7-62-86 16,7 60-62-16,0 0 20 15,0 2-86-15,0 0 27 16,0 0-21-16,0 0-1 16,-3 0 12-16,1 0-18 15,2 0 0-15,-2 0 2 16,2 0 12-16,-2 0-14 16,0 0 6-16,0 0-6 0,0 0 46 15,-1-5-27-15,3 1-13 16,0-1 63-16,0-6-26 15,0 1-9-15,3-1-17 16,12-2-16-16,3 4 7 16,4 2-8-16,0 7 0 15,-2 0 10-15,-4 21 3 16,-9 13-1-16,-7 12 61 16,-4 12 8-16,-25 8 48 15,-10 4-85-15,-3-1-35 16,2-10 58-16,9-11-60 15,8-13-4-15,15-12-3 16,8-12 0-16,0-7-12 16,25-2 4-16,17-2 8 15,9 0-32-15,11-2 9 0,3-10-102 16,10-4-121-16,-17 2-285 16,-13 2-240-16</inkml:trace>
  <inkml:trace contextRef="#ctx0" brushRef="#br0" timeOffset="10068.76">13033 5051 1903 0,'0'0'596'0,"0"0"-558"16,0 0-14 0,0 0-30-16,-17 128 6 0,-10-83 0 15,-4-2-42-15,-23 15-42 16,8-9-387-16,3-14-865 0</inkml:trace>
  <inkml:trace contextRef="#ctx0" brushRef="#br0" timeOffset="11027.13">13940 5075 1659 0,'0'0'546'15,"0"0"-443"-15,0 0-66 0,0 0 119 16,0 0-83 0,0 0-26-16,123-100-17 0,-71 43-30 15,3-8-1 1,-6-10-19-16,-2-3 20 0,-9-4-17 16,-7-4 17-16,-11 3 0 15,-9 8-3-15,-9 8 14 16,-2 13-11-16,0 16 11 15,0 15-10-15,-10 16 77 16,-3 7-78-16,-6 15 0 16,-1 32-8-16,-5 34 16 15,8 34 37-15,8 2 19 16,7-9-58-16,2-15 88 16,7-30-94-16,10 2 1 15,5-4 11-15,3-14-3 16,-2-17-10-16,-2-14 1 0,4-10-9 15,2-6-29-15,4-3 38 16,2-23-70-16,3-9-16 16,-5-11-96-16,-2-11 1 15,-6 1-4-15,-7 5 76 16,-5 8 109-16,-5 17 121 16,-4 14 70-16,-2 10-43 15,0 2-124-15,0 13-3 16,0 14 37-16,-4 9 12 15,-3 5 78-15,1-1-132 16,2-5-14-16,0-5 18 0,4-5-20 16,0-7-7-16,0-6-69 15,0-5-102-15,0-4 24 16,0-3-169-16,0-18 24 16,0-8-267-16</inkml:trace>
  <inkml:trace contextRef="#ctx0" brushRef="#br0" timeOffset="11605.22">14609 4567 500 0,'0'0'1556'0,"0"0"-1204"16,0 0-233-16,0 0-119 15,0 0 1-15,0 0 2 16,0 0 3-16,108 104 8 16,-75-63 47-16,5-4-51 15,5-11 75-15,5-5-45 16,1-12-38-16,2-9 58 15,-2 0-60-15,-3-9-6 0,-11-12 6 16,-8 0-87-16,-16-3 35 16,-11 4-30-16,-3 4-16 15,-23 8 54-15,-10 8-25 16,1 6 69-16,-2 24 66 16,6 12 12-16,7 6 61 15,10 0-53-15,10-1-34 16,4-9 22-16,0-7-73 15,16-10-1-15,10-11 16 16,8-10 3-16,8 0-38 16,6-19 3-16,2-12-67 15,0-5-30-15,-4-1-48 16,-5-1 43-16,-10 6 84 16,-6 9 34-16,-8 4 1 0,-9 11 110 15,0 8-19-15,-4 0 1 16,-2 4-55-16,0 10 4 15,1-1 46-15,-1-3-65 16,-2-3-3-16,4-5-20 16,5-2 0-16,7 0 0 15,9 0 0-15,10 0-19 16,7-9 19-16,-1-1-75 16,-4 6 60-16,-10 4-4 15,-6 0 19-15,-11 16-12 0,-3 11 12 16,-7 7 0-16,0 5-14 15,-2-5 14-15,-13-2-88 16,-26-10-96 0,5-6-169-16,-3-12-329 0</inkml:trace>
  <inkml:trace contextRef="#ctx0" brushRef="#br0" timeOffset="11775.76">14951 4528 2158 0,'0'0'384'0,"0"0"-187"16,0 0-100-16,117-128-79 16,-63 111 9-16,0 9-27 15,2 8-51-15,-6 6-21 16,10 40-168-16,-12-3-146 0,-11-6-498 0</inkml:trace>
  <inkml:trace contextRef="#ctx0" brushRef="#br0" timeOffset="12252.76">16453 4287 1393 0,'0'0'615'16,"0"0"-358"-16,0 0-2 15,0 0-182-15,0 0-42 16,0 0-31-16,0 0 0 0,2 94 102 16,-2-1-4-16,-4-1-47 15,-3 8 34-15,0-2-77 16,2-20-5-16,1-2-3 15,0-13-2-15,4-17-17 16,0-14-56-16,0-12-89 16,0-10-30-16,-13-10-142 15,-1-8 7-15,-5-10-25 0</inkml:trace>
  <inkml:trace contextRef="#ctx0" brushRef="#br0" timeOffset="12785.48">16187 4754 1260 0,'0'0'726'0,"0"0"-552"0,0 0-174 16,164-58 2-16,-91 50 7 16,-2 8 3-1,-6 0 76-15,-12 10 90 0,-14 12-46 16,-16 8 13-16,-9 7-80 16,-14 7-23-16,0-1 62 15,0 4-103-15,-6-7 12 16,-2-8-13-16,6-10-12 15,2-10 11-15,0-10-82 16,7-2 1-16,17-9 64 16,12-20-44-16,3-9-82 15,0-8-113-15,-5-1 86 16,-10 10 171-16,-8 9 19 16,-11 11 210-16,-5 14 40 0,0 3-209 15,0 0-30-15,-14 17-23 16,3 10 28-16,-1-1 56 15,8 0-73-15,4-5-11 16,0-2 21-16,16-5-28 16,13-9 0-16,9-5-7 15,9 0-7-15,6-16-3 16,1-9-134-16,-7-9-18 16,-9-7 83-16,-12 2-66 15,-11 2 4-15,-10 7 64 16,-5 14 84-16,-5 15 184 15,-14 1-79-15,-6 21-31 16,-2 16 123-16,7 5-94 0,7 3-23 16,7 3-5-1,6-2-74-15,0-7 8 0,21-1-9 16,10-8-89-16,12-4-2 16,-9-10-266-16,-12-6-605 0</inkml:trace>
  <inkml:trace contextRef="#ctx0" brushRef="#br0" timeOffset="12900.44">16901 5430 1996 0,'0'0'676'0,"0"0"-676"16,0 0-299-16,0 0-13 0,0 0-1004 16</inkml:trace>
  <inkml:trace contextRef="#ctx0" brushRef="#br0" timeOffset="13663.43">18078 4301 1759 0,'0'0'476'16,"0"0"-236"-16,0 0-162 15,0 0-65-15,0 0-13 16,0 0 0-16,11 120 94 0,0-39 18 16,1 9-53-16,-4 4 59 15,-1-17-110-15,-1 2 1 16,0-17-6-16,-2-13 15 16,0-17-24-16,1-14 6 15,-1-8 0-15,-2-8-11 16,2-2 11-16,8 0 0 15,3-18 0-15,14-18-2 16,5-18-22-16,4-17-77 16,2-7-60-16,-4 0 146 15,-5 6-21-15,-7 16 36 16,-6 13 0-16,-7 17-70 16,-11 14-122-16,-4 8-311 15,-16 4-566-15</inkml:trace>
  <inkml:trace contextRef="#ctx0" brushRef="#br0" timeOffset="13837.5">17927 4740 1774 0,'0'0'510'16,"0"0"-488"-16,0 0-3 16,0 0 21-16,0 0 7 15,164-10 50-15,-91 2-91 16,6 0-6-16,2 0-22 15,12-4-239-15,-20 0-208 16,-17 4-407-16</inkml:trace>
  <inkml:trace contextRef="#ctx0" brushRef="#br0" timeOffset="14181.34">18619 4659 842 0,'0'0'963'15,"0"0"-736"-15,0 0-170 16,0 0-7-16,0 0 62 15,0 0 37-15,0 0-31 16,31 116-8-16,-31-72 53 16,-17 2-115-16,-3-4-11 15,5-7 12-15,1-6-43 16,5-12 3-16,7-8-9 16,2-7-28-16,0-2 17 15,2 0-53-15,15-16 0 16,10-13-42-16,4-11-53 0,-4-7-52 15,-6-1 31-15,-8 4 168 16,-6 15 12-16,-7 12 241 16,0 10-17-1,0 7-84-15,0 4-134 0,0 20 8 16,-2 8 3-16,2 5-16 16,2 0 10-16,27-1-11 15,51-10-175-15,-6-9-80 16,1-13-233-16</inkml:trace>
  <inkml:trace contextRef="#ctx0" brushRef="#br0" timeOffset="14430.82">19605 4474 2060 0,'0'0'599'0,"0"0"-529"16,0 0-62-16,-145 30 1 15,89 5-6-15,5 8 107 16,9 0-38-16,13 3-33 16,9-5 26-16,13 3-64 15,7-4 20-15,0-2-21 16,18-4-24-16,13-6 14 16,7-3-62-16,5-7-96 15,5-15-88-15,-10-3-318 16,-14 0-312-16</inkml:trace>
  <inkml:trace contextRef="#ctx0" brushRef="#br0" timeOffset="14581.3">19266 4787 1813 0,'0'0'905'16,"0"0"-651"-16,0 0-222 16,0 0-25-16,0 0-14 15,0 0 7-15,127-44 0 16,-75 35-99-16,19-8-161 15,-13 3-252-15,-8-5-694 0</inkml:trace>
  <inkml:trace contextRef="#ctx0" brushRef="#br0" timeOffset="14811.55">19900 4506 1084 0,'0'0'1351'16,"0"0"-1090"-16,0 0-261 15,0 0-10-15,0 0 10 16,0 0 94-16,-16 128-9 16,3-78 6-16,1 4-67 15,1 0-22-15,5-4 31 16,3-1-33-16,3-10-30 16,0-4 29-16,0-9-126 15,0-6-64-15,16-18-124 16,0-2-158-16,-1 0-241 0</inkml:trace>
  <inkml:trace contextRef="#ctx0" brushRef="#br0" timeOffset="15308.75">20033 4525 1669 0,'0'0'971'0,"0"0"-880"15,0 0-91-15,0 0-61 16,0 0 61-16,2 109 76 15,-2-59 5-15,0 0 29 16,-2 4-110-16,-2-4 14 16,2-6-14-16,-1-5 0 15,3-10-12-15,0-8 10 16,-2-9-63-16,2-7 32 16,-3-5-94-16,1 0 57 0,-2-5 18 15,1-24-8-15,3-12-171 16,0-17-5-16,0-10 31 15,23-7 178 1,8 1 8-16,7 10 19 0,-1 11 43 16,2 17 39-16,-3 14 53 15,-7 17-31-15,-7 5-36 16,-7 5 56-16,-10 20-51 16,-5 8 59-16,-5 6-17 15,-24 5-23-15,-11 2-8 16,-5-2-84-16,3-8 0 15,7-10 3-15,12-7 3 16,13-12-12-16,5-2 0 0,5-4 6 16,0 2-12-1,17-2 12-15,8 3 0 0,9 5 38 16,3 5-22-16,6 3-10 16,3 3-6-16,8 5 0 15,33 1-2-15,-14-8-154 16,-3-11-451-16</inkml:trace>
  <inkml:trace contextRef="#ctx0" brushRef="#br0" timeOffset="15415.79">21150 4930 2357 0,'0'0'0'0,"0"0"-784"15</inkml:trace>
  <inkml:trace contextRef="#ctx0" brushRef="#br0" timeOffset="19926.5">1509 6553 1084 0,'0'0'135'0,"0"0"-111"16,0 0 5-16,0 0-27 15,0 0 128-15,0 0 5 16,0 0-52-16,-4-45 53 16,0 42-88-16,2-2 43 15,0 4 6-15,0-1-38 16,2 0 59-16,0 2-50 16,-2 0-67-16,0 0 141 15,0 0-122-15,-1 0 2 16,1 4 21-16,2 22-31 15,0 15 0-15,-2 22 93 0,2 16-84 16,-4 4 130 0,-1 4-151-16,0-9 0 15,1-10 1-15,2-12 18 16,-1-14-22-16,3-7 3 0,0-10-131 16,0-4 51-16,0-5-218 15,0-4-93-15,-2-7-211 0</inkml:trace>
  <inkml:trace contextRef="#ctx0" brushRef="#br0" timeOffset="20667.76">1027 6513 1739 0,'0'0'341'0,"0"0"-78"15,0 0-168-15,0 0-21 16,0 0-33-16,0 0-7 15,0 0 60-15,73-71-94 16,-10 70 0-16,13 1-9 16,11 0 25-16,0 0-7 15,-3 4-9-15,-8 0 16 16,-7-3-11-16,-11-1-5 16,-14 0 0-16,-9 0-27 15,-14 0 45-15,-9 0-18 16,-5 0 0-16,-7 0 1 0,0 0 5 15,0 0-6-15,-9 7-21 16,-14 17 11-16,-6 15 20 16,-2 7 5-16,2 7-8 15,7-5 20-15,11-6 19 16,7-11-46-16,4-10-1 16,0-7-24-16,6-7 1 15,17-7 3-15,6 0-48 16,2-21-120-16,-2-9 17 15,-3-7-101-15,-6 0 107 16,-6 4 140-16,-5 8 26 16,-3 11 138-16,-2 12 18 0,-1 2-127 15,1 18 92 1,3 14-73-16,0 12-22 0,1 4-4 16,24 6-22-16,-3-13-174 15,2-17-353-15</inkml:trace>
  <inkml:trace contextRef="#ctx0" brushRef="#br0" timeOffset="20912.03">2601 6208 2053 0,'0'0'252'0,"0"0"-252"16,0 0 1-16,0 164 43 15,0-86 94-15,0 4 17 16,0-1-31-16,0-3-96 16,5-8 12-16,3-7-37 15,1-9-3-15,-2-11-116 16,0-6-18-16,-5-9-151 16,-2-10-251-16,0-11-443 0</inkml:trace>
  <inkml:trace contextRef="#ctx0" brushRef="#br0" timeOffset="22141.34">2473 6717 1363 0,'0'0'777'0,"0"0"-699"15,0 0-72 1,143-68 34-16,-85 43-30 0,3-4-4 16,-1-5 41-16,0-4-47 15,-6 0 57-15,-8 0-57 16,-15 4-5-16,-10 2 5 15,-13 4 2-15,-8 5 39 16,0 3-4-16,0 8-29 16,-6 6 164-16,-1 6-167 15,3 3 10-15,-3 26-15 16,-2 17 19-16,2 12 54 16,3 13 6-16,0-1-79 15,4-3 104-15,-2-6-104 16,-1-11 0-16,3-11-9 15,0-18 21-15,0-6-12 0,0-12 0 16,0-3-16-16,0 0-33 16,7-8 43-16,15-16-74 15,10-10-49-15,1-4-23 16,-2 2 66-16,-6 8 68 16,-10 10 18-16,-9 10 163 15,-3 8-118-15,-1 0-33 16,-2 18 70-16,2 8 16 15,5 4-20-15,4-2-78 16,7-2 43-16,8-6-13 16,13-8-30-16,9-12 0 15,13 0-27-15,1-13 21 16,6-16-41-16,-6-5 0 16,-9-2-68-16,-13 2 105 0,-13 4-57 15,-12 10 67-15,-12 10 15 16,-3 8 56-16,-11 2-1 15,-18 7-64-15,-5 16 27 16,-3 7 82-16,6 2-104 16,4-2-10-16,11-2 33 15,9-7-34-15,7-5 0 16,0-4-9-16,2-8-69 16,19-4 53-16,6 0-81 15,-1-8-84-15,3-16-28 16,-7-2-137-16,-8 1 199 0,-5 6 156 15,-7 6 28 1,-2 12 319-16,0 1-199 0,0 1-77 16,-5 19 78-16,-4 4-33 15,5 3-25-15,1-2-69 16,3-1 16-16,0-5-16 16,14-5-22-16,8-9-13 15,7-5-22-15,0 0-1 16,0-4-58-16,-4-14 15 15,-7-1-40-15,-5-2 93 16,-7 6 21-16,-1 3 5 16,-2 3 60-16,-3 6 14 15,0 3 8-15,2 0-82 16,0 0 42-16,5 5-45 16,1 7 3-16,8-1 0 0,4-1-21 15,7-6 21-15,-1-4-15 16,1 0-52-16,-4-6-77 15,-8-9 72-15,-5-3-139 16,-6 0 43-16,-4 4 148 16,0 2 20-16,0 9 148 15,0 3 17-15,0 0-164 16,0 27 82-16,0 18-38 16,0 33 17-16,0 32 66 15,0 0-38-15,-4-5-14 0,-10-15-4 16,3-24-61-1,-3 5 118-15,1 0-129 0,-3-11 6 16,1-12-4-16,-6-7 11 16,-5-11-13-16,-6-6 0 15,-5-7 18-15,-3-8-18 16,-1-6 0-16,8-3 0 16,8-12 0-16,8-20 1 15,8-14-1-15,9-7 0 16,2-12 17-16,25-3 7 15,11 0-24-15,2 2-8 16,5-1-20-16,-5 8 17 16,-5 1-35-16,-8 5-36 15,-12 5-187-15,-15-12 74 16,0 12-389-16,-13 8-438 0</inkml:trace>
  <inkml:trace contextRef="#ctx0" brushRef="#br0" timeOffset="22315.23">3432 6505 1335 0,'0'0'541'0,"0"0"-364"15,0 0 16-15,0 0-92 16,0 0-33-16,0 0 28 16,112-105-90-16,-81 97-6 15,-4-2-49-15,6-18-200 16,-11 2-46-16,-4-6-1349 0</inkml:trace>
  <inkml:trace contextRef="#ctx0" brushRef="#br0" timeOffset="22432.31">3843 6070 1980 0,'0'0'620'16,"0"0"-605"-16,-10 144-15 15,-19-25-116-15,2-17-95 16,4-17-579-16</inkml:trace>
  <inkml:trace contextRef="#ctx0" brushRef="#br0" timeOffset="23362.78">4957 6735 1111 0,'0'0'692'0,"0"0"-415"15,0 0-102-15,0 0-7 16,0 0-24-16,0 0-125 16,0 0 130-16,70-48-149 15,-22 11 0-15,4-4-33 16,-1-3 13-16,-7-1-19 15,-6 1-1-15,-9 5-4 16,-9 1 18-16,-11 6 26 16,-7 7 0-16,-2 7 44 15,0 8-27-15,0 6 29 16,-4 4-46-16,-3 0 24 16,-3 26-66-16,-2 17 42 0,-1 32 0 15,-1 36 86-15,5 32-60 16,-1 7 29-16,2-24-31 15,0-33 4-15,-1-36 38 16,-3-10-66-16,-1 1 0 16,-5 0 32-16,-6-2-19 15,2-12-13-15,-1-10 0 16,3-6 29-16,7-10-14 16,8-8-15-16,5 0 0 15,0-26 13-15,16-18-13 0,13-16-10 16,9-13-1-16,6-3-28 15,6 2 8-15,-6 4-30 16,1 10-157-16,6-4-32 16,-11 18-451-16,-8 7-928 15</inkml:trace>
  <inkml:trace contextRef="#ctx0" brushRef="#br0" timeOffset="23650.38">5666 6250 2125 0,'0'0'340'15,"0"0"-178"-15,0 0-156 16,0 0 43-16,-120 103 6 15,89-33 26-15,10 10-33 16,13 7 34-16,8 2-81 16,2-7-2-16,27-7-9 15,6-16-118-15,10-10 50 16,33-15-123-16,-11-16-178 16,-5-14-408-16</inkml:trace>
  <inkml:trace contextRef="#ctx0" brushRef="#br0" timeOffset="24387.41">6032 6377 1647 0,'0'0'339'16,"0"0"-27"-1,0 0-187-15,0 0-118 0,0 0 73 16,0 0-59-16,0 0 10 16,-65-9-31-16,65 9 35 15,0 0-31-15,0-1-4 16,0 1 0-16,0 0-22 15,0-2 22-15,0 2-12 16,0 0 12-16,0 0-31 16,0 0-6-16,0 0 37 15,0 0 0-15,0 0-24 16,0 0 26-16,0 0-2 16,0 0 0-16,0 0 16 0,0 0-10 15,0 0-6-15,0 0 0 16,0 0 51-16,0 0-40 15,0 0-11-15,0 0 0 16,0 0 20-16,0 0-66 16,0 0 37-16,0 0-104 15,0 0-12-15,0 0-222 16,0 0-381-16</inkml:trace>
  <inkml:trace contextRef="#ctx0" brushRef="#br0" timeOffset="24827.31">6814 6278 1846 0,'0'0'505'0,"0"0"-350"15,0 0-108-15,0 0 78 16,0 0-105-16,0 0-9 16,0 0 53-16,36 4-43 15,-14 24-21-15,-2 12 45 16,-4 14-36-16,-9 13 128 16,-7 8-137-16,-3 8 12 15,-21-1-25-15,-10-2 13 16,-3-3-53-16,-13-7-135 15,13-18-393-15,8-20-727 0</inkml:trace>
  <inkml:trace contextRef="#ctx0" brushRef="#br0" timeOffset="25812.05">7476 6687 1461 0,'0'0'290'15,"0"0"-117"-15,0 0-153 16,0 0 40-16,0 0 49 16,0 0 18-16,0 0 71 15,0 0-116-15,0 0-44 16,0 0 102-16,0 0-105 16,0 0-8-16,0 0-1 0,0 0 0 15,0 0 35-15,0 0-61 16,0 0 9-16,0 0 70 15,0 0-62-15,2 0-14 16,2 0-3-16,8 0 45 16,3 0-27-16,12 0-18 15,4 0 0-15,5 0-20 16,2 0 20-16,0 4-9 16,0 0-15-16,-3 4-121 15,-8 0-19-15,-15 10-170 0,-8-4-405 16,-4 0-807-16</inkml:trace>
  <inkml:trace contextRef="#ctx0" brushRef="#br0" timeOffset="25948.48">7509 6927 2034 0,'0'0'546'0,"0"0"-506"16,0 0 11-16,0 0-22 15,0 0-29-15,161 7 8 16,-69-7-42-16,-13-7-71 15,-7-11-428-15</inkml:trace>
  <inkml:trace contextRef="#ctx0" brushRef="#br0" timeOffset="26934.25">12320 6561 1320 0,'0'0'548'15,"0"0"-308"-15,0 0 85 16,0 0-109-16,0 0-3 16,0 0-26-16,0 0-127 15,0-20 84-15,0 20-144 16,0 0-9-16,0 0-35 16,0 0-22-16,0 0-85 15,0 16-220-15,2 5-363 16,0 0 117-16</inkml:trace>
  <inkml:trace contextRef="#ctx0" brushRef="#br0" timeOffset="27058.74">12366 6900 1416 0,'0'0'654'0,"0"0"-357"0,-8 102-140 16,-15-44 0-16,-8 6-157 16,-4 4 0-16,-7-3-70 15,-12-1-174-15,10-16-147 16,9-18-903-16</inkml:trace>
  <inkml:trace contextRef="#ctx0" brushRef="#br0" timeOffset="27882.75">13352 6757 1612 0,'0'0'667'15,"0"0"-555"-15,0 0-99 0,0 0 90 16,0 0-102-16,0 0 19 15,0 0-20-15,143-112 24 16,-105 71-40-16,-5-4 16 16,-4 1 0-16,-4-2-39 15,-10 4 39-15,-6 4 0 16,-6 7-1-16,-3 11 22 16,0 6 26-16,0 9-47 15,0 5 20-15,0 0-41 16,-8 14 21-16,0 25 0 15,-3 34 46-15,-1 39-31 16,1 33 141-16,-3 7-151 0,4-24 14 16,-1-32 11-16,1-38-29 15,-3-9-1-15,-3-3 0 16,-3-2 27-16,-4-3-22 16,-1-12-5-16,2-11 0 15,2-7-8-15,6-8 9 16,7-3-1-16,7-12 0 15,0-22-139-15,12-16 138 16,17-12-81-16,13-7 72 16,2-4-30-16,6 2-6 15,10-17-158-15,-13 19-187 16,-7 13-517-16</inkml:trace>
  <inkml:trace contextRef="#ctx0" brushRef="#br0" timeOffset="28095.5">14017 6275 1706 0,'0'0'374'16,"0"0"-188"-16,0 0-161 16,0 0 30-16,-72 136 107 15,59-68-73-15,8 6-20 16,5 4-69-16,0-4-44 15,25-4 13-15,28-3-218 16,-6-19-147-16,5-18-341 0</inkml:trace>
  <inkml:trace contextRef="#ctx0" brushRef="#br0" timeOffset="28593.17">15070 6234 1805 0,'0'0'632'0,"0"0"-574"0,0 0 44 15,0 0-100 1,128 54-2-16,-101-8 143 0,-10 15-69 16,-8 6-9-16,-9 12-51 15,0 4 31-15,-9 1-39 16,-13-1-6-16,-2-4-100 15,-3 4-48-15,9-20-378 16,7-20-662-16</inkml:trace>
  <inkml:trace contextRef="#ctx0" brushRef="#br0" timeOffset="29308.6">15971 6592 1287 0,'0'0'988'15,"0"0"-638"-15,0 0-263 16,0 0 107-16,0 0-131 16,0 0-36-16,0 0 80 15,112 9-107-15,-70-3 0 16,1 2-9-16,-10 2-121 16,-8 1 68-16,-12 3-200 0,-15 9-211 15,-23-2-59-15,-8-4-1011 0</inkml:trace>
  <inkml:trace contextRef="#ctx0" brushRef="#br0" timeOffset="29414.69">15951 6842 948 0,'0'0'995'0,"0"0"-637"15,0 0-217-15,0 0-97 16,0 0-26-16,126 32 6 16,-45-32-24-16,-11 0-249 15,-7 0-775-15</inkml:trace>
  <inkml:trace contextRef="#ctx0" brushRef="#br0" timeOffset="32663.15">19761 6779 182 0,'0'0'725'0,"0"0"-521"15,0 0-63-15,0 0 102 16,0 0-78-16,0 0-18 16,0 0 44-16,0-12-102 15,0 12-19-15,0 0-13 16,0 0-56-16,0 0 107 16,0 0-78-16,0 0-8 15,0 0 31-15,11 0-51 0,3 0 14 16,1 0-16-1,1 0 27-15,-5 0-29 0,-3 0 2 16,-8 0 0-16,0-3 104 16,0-5-71-16,-15-3 28 15,-1 6 8-15,-1 0-63 16,-4 5 4-16,-5 7-10 16,2 10-366-16,6-2-711 0</inkml:trace>
  <inkml:trace contextRef="#ctx0" brushRef="#br0" timeOffset="41955.7">6070 6400 1053 0,'0'0'298'0,"0"0"-143"15,0 0-69-15,0 0-16 0,0 0 31 16,0 0-43 0,-13-16-14-16,9 14 6 0,2 2-16 15,0-1 17-15,0 1 6 16,-2 0-25-16,-1-2 51 16,-3 2-30-16,-2 0 19 15,-3 0-24-15,-1 0-35 16,-1 0 29-16,1 3-28 15,-1 7-5-15,2 1 28 16,1 0-25-16,4 5-12 16,1 4 15-16,3 6-9 15,1 6 34-15,3 6 0 16,0 5-4-16,0-1 24 16,16-3-59-16,7-4 33 15,6-5-2-15,6-6-19 0,5-5 24 16,7-11-37-16,4-8 0 15,0 0 58-15,1-11-57 16,-6-12 10-16,-5-5-11 16,-15-1-3-16,-10-3-5 15,-14-2 8-15,-2-3 0 16,-11-2 15-16,-18 1 2 16,-6-1-11-16,-4 8-6 15,1 7-5-15,3 12-5 16,2 12-120-16,-1 5-122 15,7 20-258-15,9-2-916 0</inkml:trace>
  <inkml:trace contextRef="#ctx0" brushRef="#br0" timeOffset="44257.73">8734 6627 1360 0,'0'0'541'15,"0"0"-352"-15,0 0 15 0,0 0-2 16,0 0-73-16,0 0-4 15,0 0-14-15,-21-46-61 16,17 36 1-16,0-4-36 16,4 0-15-16,0-4 36 15,0-4-35-15,2-2-1 16,13-1 0-16,3 3-20 16,-1 3 14-16,4 6-1 15,-3 5-1-15,-1 8-13 16,-1 0 11-16,-1 17 10 15,-5 16-1-15,-10 13-2 16,0 12-6-16,-18 9 9 16,-20 5 0-16,-7-3 11 0,-6-6-2 15,2-8-17-15,7-11 8 16,6-12 0-16,12-10 5 16,8-10-5-1,9-6 0-15,7-4 13 0,0-2 5 16,21 0 9-16,14 0 0 15,11 0-8-15,6 0 17 16,0 0-36-16,-4-4 1 16,-5 4-7-16,-3 0-6 15,7 0-76-15,-9 0-239 16,-9 6-616-16</inkml:trace>
  <inkml:trace contextRef="#ctx0" brushRef="#br0" timeOffset="45355.21">9449 6483 1765 0,'0'0'394'0,"0"0"-181"15,0 0-94 1,0 0 25-16,0 0-5 0,0 0-10 16,0 0-34-16,-5-7-56 15,5 7-30-15,0 0 34 16,0 0-43-16,11 0-1 16,12 0 0-16,10 9 0 15,8 5-13-15,7 4 13 16,2 2 1-16,3 0 4 15,0 1-4-15,-1-2 9 16,-1 1-9-16,-4-1 9 16,-7 2-20-16,-6-3 11 15,-10 4 0-15,-11 2-10 16,-13 9 10-16,0 11 0 0,-29 12-1 16,-22 11 8-16,-12 11 7 15,-5 0-14-15,1-2 0 16,9-10-3-16,13-12 3 15,11-12-45-15,19-10-79 16,15-25-180-16,2-4-373 16,19-3-764-16</inkml:trace>
  <inkml:trace contextRef="#ctx0" brushRef="#br0" timeOffset="45687.73">10350 6597 1837 0,'0'0'312'16,"0"0"-297"-16,0 0 13 16,-90 124 151-16,63-63 23 15,12 1-43-15,13-2-14 16,2-2-88-16,20-9-21 15,23-10-9-15,11-15-27 16,18-18 0-16,10-6-21 16,7-21-15-16,-4-20 9 15,-11-5-79-15,-23-6-15 16,-26 0 6-16,-25-1-55 0,-9 8-2 16,-36 6-14-1,-15 16 57-15,-42 20 65 16,12 3-129-16,10 0-463 0</inkml:trace>
  <inkml:trace contextRef="#ctx0" brushRef="#br0" timeOffset="58973.68">14509 6430 1005 0,'0'0'659'0,"0"0"-609"15,0 0-24-15,0 0 82 16,0 0 39-16,0 0 61 16,0-14-67-16,0 12-81 15,0 2 125-15,0 0-148 16,0 0-3-16,0 0 32 15,0 0-60-15,0 0 22 16,0 0-28-16,0 0 12 16,0 0 15-16,0 0-27 15,0 2 0-15,0 14-15 16,0 14 40-16,4 15-2 16,1 9-23-16,-1 9 30 15,1-2-2-15,0-3-28 16,-3-5 0-16,2-7-27 15,0-8 12-15,3-2-64 16,7-4-110-16,-1-6-273 0,-1-14-61 0</inkml:trace>
  <inkml:trace contextRef="#ctx0" brushRef="#br0" timeOffset="59343.38">14685 6326 1257 0,'0'0'382'16,"0"0"-171"-16,0 0-190 16,0 0 17-16,0 0 132 15,0 106 7-15,5-53-25 16,-1 3-39-16,0 4-102 16,1 1 106-16,0-6-117 15,-1-2 9-15,1-8-10 16,1-4 1-16,1-9-85 0,-1-4-43 15,4-3-203-15,-4-4-29 16,-2-9-362-16</inkml:trace>
  <inkml:trace contextRef="#ctx0" brushRef="#br0" timeOffset="59653.68">14384 6358 1802 0,'0'0'511'0,"0"0"-436"15,0 0 69-15,0 0-107 16,0 0 8-16,0 0 76 16,0 0-90-16,158-71-12 15,-97 62-19-15,1 6-40 16,12-4-24-16,-17 5-285 16,-12-3-583-16</inkml:trace>
  <inkml:trace contextRef="#ctx0" brushRef="#br0" timeOffset="68321.59">16856 6684 1151 0,'0'0'590'16,"0"0"-426"-16,0 0 21 15,0 0-81-15,0 0-9 0,0 0 126 16,-21 0-117-16,21 0-19 15,0 0 24-15,0 0-61 16,0 0 58-16,0 0-100 16,0 0 28-16,4 0 1 15,13 0-35-15,10 0 0 16,11 0 6-16,9 0 13 16,4 0-22-16,4 0 3 15,3 0-106-15,-2 0 92 16,11 0-272-16,-13 0-237 15,-11 0-205-15</inkml:trace>
  <inkml:trace contextRef="#ctx0" brushRef="#br0" timeOffset="68623.17">17539 6404 185 0,'0'0'1541'16,"0"0"-1161"-16,0 0-273 16,0 0 86-16,0 0-144 15,0 0-25-15,0 0 53 16,0 37-62-16,2-2 113 16,4 12-69-16,1 1-36 15,2 2 28-15,0-4-51 0,-2-5 0 16,-1-7-18-16,4-6 18 15,-4-9-19-15,3-3-56 16,-3-6-115-16,4-5 104 16,3-11-129-16,-2-19-9 15,-2-7-157-15</inkml:trace>
  <inkml:trace contextRef="#ctx0" brushRef="#br0" timeOffset="68835.31">17690 6395 1505 0,'0'0'522'0,"0"0"-451"16,0 0-34-16,0 0-24 16,0 0 14-16,0 0 32 15,0 0 123-15,29 130-135 16,-16-77-4-16,-1 2-43 0,-1-1 33 16,-3-1-22-16,1-7-11 15,-1-4-17-15,-2-5-2 16,-2-7-113-16,-4-9-146 15,0-10-279-15,0-11-911 0</inkml:trace>
  <inkml:trace contextRef="#ctx0" brushRef="#br0" timeOffset="69038.63">17253 6409 859 0,'0'0'1129'16,"0"0"-947"-16,0 0-91 0,130-39-91 15,-68 29 0-15,5 4 0 16,0 1 1-16,22-2-2 16,-18 3-264-16,-13-1-524 0</inkml:trace>
  <inkml:trace contextRef="#ctx0" brushRef="#br0" timeOffset="69469.3">18069 6111 1388 0,'0'0'328'0,"0"0"-198"16,0 0 57-16,0 0-35 16,0 0-58-16,0 0 88 15,0 0-182-15,25-51 0 16,-1 46 27-16,5 5-18 0,0 0 102 15,-6 12-111 1,-8 18 28-16,-13 15 77 0,-2 11-49 16,-17 4 22-16,-15 3 10 15,0-10-70-15,7-9 38 16,9-12-56-16,9-11 0 16,7-9-27-16,2-2 27 15,23-4-20-15,13-2 10 16,6-2-53-16,9-2-18 15,1 0-147-15,17-6-233 16,-15-7 120-16,-9 6-1029 0</inkml:trace>
  <inkml:trace contextRef="#ctx0" brushRef="#br0" timeOffset="69975.03">18579 6689 1407 0,'0'0'736'0,"0"0"-619"16,0 0-24-16,0 0 105 16,0 0-36-16,0 0-26 15,0 0-65-15,25-10-48 16,-2-2 40-16,6 0-63 0,2 2 0 16,2 1 9-16,1 4-8 15,-3 3-1-15,0 0 0 16,0 2-116-16,-4 0 94 15,-2 0-235-15,-4 0-99 16,-2 0-267-16,-9 0-302 0</inkml:trace>
  <inkml:trace contextRef="#ctx0" brushRef="#br0" timeOffset="70196.97">18833 6395 1832 0,'0'0'735'0,"0"0"-590"16,0 0-87-16,0 0-42 0,0 0 5 15,0 0 50-15,0 0-71 16,-17 55 0-16,10-6-8 16,2 5 8-16,3 4-12 15,0 2-45-15,2-3-156 16,0 3 60-16,2-14-406 15,10-15-719-15</inkml:trace>
  <inkml:trace contextRef="#ctx0" brushRef="#br0" timeOffset="71236.42">19395 6346 1572 0,'0'0'546'0,"0"0"-430"0,0 0-21 15,0 0-83-15,0 0 99 16,0 0-69-16,0 0-29 16,0 3 6-16,0 22 24 15,5 10-29-15,-1 10 105 16,-2 6-64-16,3 1-1 16,-2 0-54-16,-1-4 22 15,0-6-20-15,0-3-2 16,2-10-29-16,3-5 28 15,-1-5-124-15,8-7-38 16,-1-9-52-16,14-6-103 16,-4-19-72-16,-4-8-1137 0</inkml:trace>
  <inkml:trace contextRef="#ctx0" brushRef="#br0" timeOffset="71460.42">19609 6404 1685 0,'0'0'398'15,"0"0"-252"-15,0 0-64 16,0 0-47-16,0 0 109 16,0 0-131-16,0 0 26 15,9 99 119-15,-7-45-110 16,0 6-16-16,-2 0-32 16,2-6 20-16,-2-3-19 15,4-9-1-15,0-6-65 16,0-8-5-16,1-9-109 15,-1-10-74-15,-2-5-85 16,-2-4-333-16</inkml:trace>
  <inkml:trace contextRef="#ctx0" brushRef="#br0" timeOffset="71655.28">19240 6395 1448 0,'0'0'914'0,"0"0"-652"16,0 0-53-16,0 0-181 16,0 0-28-16,143-76 63 15,-79 61-63-15,9 6-8 0,3 1-14 16,22 1-215-16,-20 2-227 16,-16 2-772-16</inkml:trace>
  <inkml:trace contextRef="#ctx0" brushRef="#br0" timeOffset="72151.53">20110 6703 912 0,'0'0'1057'16,"0"0"-735"-16,0 0-86 0,0 0-130 15,0 0 19-15,0 0 4 16,0 0-80-16,19 0 17 15,5-1-66-15,5-6 0 16,7 1-7-16,2 2 7 16,0 1 0-16,2-2-12 15,0 1-51-15,1 1-1 16,7-5-182-16,-8 1-249 16,-11-1-143-16</inkml:trace>
  <inkml:trace contextRef="#ctx0" brushRef="#br0" timeOffset="72387.48">20409 6414 1844 0,'0'0'589'0,"0"0"-505"16,0 0-84-16,0 0 0 15,0 0 17-15,0 0 84 16,-31 145 35-16,25-89-110 15,-1 2 1-15,3 2 9 16,4-5-36-16,0-6-34 16,0-6 7-16,0-7-155 15,21-8-42-15,4-10-365 16,0-10-866-16</inkml:trace>
  <inkml:trace contextRef="#ctx0" brushRef="#br0" timeOffset="73141.09">21049 6314 1295 0,'0'0'503'0,"0"0"-440"15,0 0-29-15,0 0 3 16,0 0-8-16,0 0 132 15,0 0-78-15,0-34-57 16,0 32 66-16,0 2-13 16,0 0 17-16,0 0-65 15,0 0 6-15,0 0-14 16,2 0-23-16,8 0 0 16,-2 0 9-16,1 0 1 15,-2 0-10-15,-2 0 0 0,-3 0 16 16,0 0-16-16,-2 2 0 15,0 9 0-15,0-2-10 16,0 1 20-16,0-1-10 16,-6-2 0-16,-4 0 12 15,1-4-27-15,1-1 15 16,-2-2 0-16,6 0-14 16,0 0 15-16,1 0-1 15,3-5 2-15,0-7 41 16,0 1-40-16,3 1-3 15,8 1 0-15,0 2-33 16,7 1 33-16,0 6 0 16,4 0-2-16,1 0 19 15,-4 6 11-15,-7 17-28 0,-12 11 0 16,0 14 64-16,-27 13-19 16,-14 9 33-16,-3-3-8 15,6-7-63-15,12-16 85 16,12-11-92-16,14-14 12 15,0-3 20-15,14-4-31 16,19-4-1-16,13-3 0 16,12-5-46-16,7 0 46 15,2-10-129-15,15-12-156 16,-19 5-31-16,-12 3-534 0</inkml:trace>
  <inkml:trace contextRef="#ctx0" brushRef="#br0" timeOffset="76068.56">22315 6252 682 0,'0'0'243'0,"0"0"-200"15,0 0 6-15,0 0 76 16,0 0 27-16,0 0 23 16,0 0 16-16,23-23-108 15,-23 23 106-15,0-3-116 16,0 3-9-16,0 0 42 16,0 0-67-16,0 0 8 0,0 0 30 15,0 0-71 1,0 0 132-16,0 0-123 0,0 0-4 15,0 0 31-15,0 0-30 16,0 0-12-16,0 0 0 16,0 0 15-16,0 0-5 15,0 0-10-15,0 0 0 16,-2 0-12-16,-10 10 12 16,-3 8 0-16,-10 6-1 15,-2 7 27-15,-4 2-1 16,-2 4-25-16,0 0 0 15,-5 1 6-15,2 1-6 16,-2-3 0-16,2 0-2 16,1-4 17-16,-1 0 2 15,5-4-17-15,4-1 0 0,5-8-17 16,4-1 23-16,7-6-6 16,6-3 0-16,3-6 14 15,2-3-32-15,0 2 18 16,0-2 0-16,0 0-3 15,0 0 10-15,0 2-7 16,11 3 26-16,12 0-13 16,3 2 111-16,8 2-117 15,1 2 4-15,1 1 101 16,0 2-102-16,0 2 5 16,-3 2-15-16,-2 4 30 15,0 0-72-15,1 4 20 16,7-2-245-16,-5-4-106 0,-5-10-817 15</inkml:trace>
  <inkml:trace contextRef="#ctx0" brushRef="#br0" timeOffset="76700.65">22859 6365 967 0,'0'0'347'16,"0"0"-12"-16,0 0-127 16,0 0-104-16,0 0 128 15,0 0-121-15,0 0 16 16,-22-15 22-16,18 15-112 16,-5 0 21-16,-5 8-58 15,-3 15 0-15,-4 5 49 16,2 10-47-16,-1 3 40 15,3 3 28-15,7 2-39 0,3-3 50 16,5-2-81 0,2-6 21-16,0-3 31 0,11-5-52 15,9-4 0-15,7-4 18 16,6-3-5-16,7-8 5 16,4-5-18-16,1-3 0 15,0 0-9-15,0-13 9 16,-5-8 0-16,-7-6-17 15,-4-8 45-15,-4-5-56 16,-9-6 23-16,-10-5 5 16,-6-2-31-16,0 0 31 15,-14 6 0-15,-7 8 23 16,-8 7-22-16,-5 9 38 0,0 6-39 16,1 8 7-1,1 4-50-15,3 5 43 0,4 0-132 16,4 22-138-16,5-2-279 15,10-4-203-15</inkml:trace>
  <inkml:trace contextRef="#ctx0" brushRef="#br0" timeOffset="76828.72">23501 6268 2440 0,'0'0'0'0,"0"0"-63"15,0 0-1414-15</inkml:trace>
  <inkml:trace contextRef="#ctx0" brushRef="#br0" timeOffset="100537.62">1466 8631 1415 0,'0'0'352'0,"0"0"-323"16,0 0 34-16,0 0-63 15,0 0 0-15,0 0 71 16,-27-7 43-16,23 7-10 0,2-2-54 16,2 2-49-1,0-2 135-15,0 2-81 0,0 0-26 16,0 0 54-16,0 0-41 16,0 0 27-16,0 0-28 15,0 0-27-15,0 0 87 16,0 0-92-16,0 0-6 15,11 0 3-15,15 0 13 16,13 0-19-16,7 0 0 16,10 0 24-16,-2 0-12 15,-3 0-12-15,-4 0-21 16,0 0 9-16,-5 0-76 16,14 12-107-16,-12 5-138 15,-9-5-412-15</inkml:trace>
  <inkml:trace contextRef="#ctx0" brushRef="#br0" timeOffset="100864.67">1526 8715 1800 0,'0'0'400'15,"0"0"-173"-15,0 0-108 16,0 0 35 0,0 0-34-16,0 0-99 0,0 0 100 15,39 0-121-15,5-3 1 16,10-1-1-16,10-1 0 15,3 0-17-15,0 0-47 16,-1-2-145-16,10-4 5 16,-17-1-349-16,-15-1-348 0</inkml:trace>
  <inkml:trace contextRef="#ctx0" brushRef="#br0" timeOffset="101037.22">2202 8414 1272 0,'0'0'1022'0,"0"0"-853"0,0 0-169 16,0 0 44-16,0 0-30 16,0 0 20-16,57 146 121 15,-57-71-137-15,0 9-18 16,-19 6-105-16,-28 28-160 16,5-21-237-16,2-20-612 0</inkml:trace>
  <inkml:trace contextRef="#ctx0" brushRef="#br0" timeOffset="126203.32">3123 8205 1058 0,'0'0'308'0,"0"0"-94"15,0 0-73-15,0 0-53 16,0 0 14-16,0 0 1 16,-36-74-23-16,32 58 9 15,-1 2-48-15,2 0 30 16,-1 0-5-16,2-1-36 16,0 2 1-16,2 3 12 15,-2 2-29-15,2 4 15 0,-3 1-17 16,3 3-11-16,0 0 2 15,0 21-3-15,0 19 0 16,0 35 32-16,0 32 3 16,0 4 27-16,0-9-41 15,7-14-4-15,4-25 8 16,0 3-25-16,5-1 0 16,-2-9-3-16,1-13 3 15,-1-9-14-15,-2-7-87 16,5-10-68-16,0-11-92 15,-3-6-126-15,-3 0-184 0</inkml:trace>
  <inkml:trace contextRef="#ctx0" brushRef="#br0" timeOffset="126856.43">2986 8468 1242 0,'0'0'251'0,"0"0"-84"16,0 0-107-16,0 0-53 15,0 0 21-15,0 0 14 16,128-6 29-16,-75 6-1 16,5 2-28-16,-7 2 1 15,-4 2-23-15,-9 0-5 16,-9 6-5-16,-7 4-1 0,-6 7-9 15,-10 8 54 1,-3 11 17-16,-3 6 13 0,0 5-12 16,0-2-31-16,2-10-11 15,5-7-30-15,6-10 0 16,2-10 1-16,6-9-1 16,-1-5-44-16,3 0-44 15,-6-7-2-15,-3-17 43 16,-6-10-22-16,-5-8-59 15,-3-4 64-15,0 0-28 16,0 7 89-16,0 9 3 16,0 13 89-16,8 8-23 0,10 9-54 15,2 0 49 1,0 14 60-16,1 14-12 0,-6 7 8 16,-3 4-45-16,-6 0-20 15,-2-4 2-15,-2-8-54 16,-2-9 0-16,0-8-3 15,0-7 3-15,7-3-14 16,7-7-40-16,13-21-60 16,10-14-74-16,13-11-54 15,5 0 95-15,-2 4 70 16,-5 19 77-16,-8 21 31 16,-11 9 4-16,-9 19-2 15,-11 23 77-15,-5 8-20 16,-4 4-4-16,0-6-27 15,0-4-59-15,-7-13 0 16,-4-9-6-16,-11-8-59 16,4-6-81-16,-5-8-254 0</inkml:trace>
  <inkml:trace contextRef="#ctx0" brushRef="#br0" timeOffset="127053.75">3258 8430 1870 0,'0'0'325'0,"0"0"-208"16,0 0-116-16,154-14 8 15,-94 14-12-15,-2 0 15 16,-6 0-24-16,-10 2 5 0,-11 2-78 16,-13 0-71-16,-18-4-169 15,-2 0-47-15,-18-6-2 0</inkml:trace>
  <inkml:trace contextRef="#ctx0" brushRef="#br0" timeOffset="127136.88">3648 8274 1114 0,'0'0'349'16,"0"0"-104"-16,146-13-109 15,-20 13-136-15,-12 0-27 16,-7 4-531-16</inkml:trace>
  <inkml:trace contextRef="#ctx0" brushRef="#br0" timeOffset="127550.77">5283 7892 1719 0,'0'0'170'0,"0"0"-156"15,0 181-14-15,4-79 16 16,4-3 56-16,0-12 72 16,3-16-76-16,3 8-6 15,3 2-50-15,3-10-2 16,0-13-10-16,-4-14-95 16,-1-15-88-16,-5-21-38 15,-4-8-164-15,-6 0-1 0</inkml:trace>
  <inkml:trace contextRef="#ctx0" brushRef="#br0" timeOffset="128050.29">5154 8538 1416 0,'0'0'385'0,"0"0"-86"0,0 0-205 16,0 0-94-16,0 0-9 16,160-73 3-16,-102 56 12 15,4-1-2-15,-6 6 19 16,-10 8-10-16,-11 4-13 15,-18 10-2-15,-15 19 2 16,-2 8 40-16,-13 7-9 16,-12 0-3-16,3-4-28 15,7-11-11-15,13-15-74 16,2-14-97-16,13-2-10 16,24-30 49-16,10-6-211 0,2-5 131 15,-2 8 163-15,-7 9 60 16,-13 13 144-16,-11 13-19 15,-10 4 0 1,-6 24 140-16,0 8-47 0,0 2-54 16,0-3-99-16,0-8-48 15,0-8-3-15,0-12-14 16,9-7-41-16,9 0 40 16,7-19-33-16,-1-15-86 15,3-9-91-15,-3-1-63 16,-1 0 82-16,-6 8 115 15,-5 12 77-15,-6 16 159 16,-4 8-90-16,-2 22 93 16,0 20 66-16,0 11-51 0,0 2-38 15,-2 1-89-15,2-8-50 16,0-9 0-16,0-12-6 16,0-16-110-16,0-11-138 15,0-20-57-15,0-8-597 0</inkml:trace>
  <inkml:trace contextRef="#ctx0" brushRef="#br0" timeOffset="128171.58">5833 8214 2116 0,'0'0'352'16,"0"0"-296"-16,12 104-56 15,1-30-134-15,0-1-437 0</inkml:trace>
  <inkml:trace contextRef="#ctx0" brushRef="#br0" timeOffset="128264.39">5895 8981 1440 0,'0'0'160'0,"0"0"-160"16,0 0-348-16</inkml:trace>
  <inkml:trace contextRef="#ctx0" brushRef="#br0" timeOffset="128727.33">7097 8103 856 0,'0'0'613'15,"0"0"-359"-15,0 0-46 16,0 0-50-16,0 0 0 0,-114-83-28 16,61 83-15-16,-8 5 32 15,-1 31-91-15,4 22 24 16,12 18-13-16,19 8-25 16,20 5-8-16,7-7-34 15,34-14 12-15,16-17-5 16,14-19-7-16,9-18-45 15,5-14-28-15,4-5-62 16,21-29-92-16,-19 4-254 16,-16 2-201-16</inkml:trace>
  <inkml:trace contextRef="#ctx0" brushRef="#br0" timeOffset="129453.2">7947 8045 886 0,'0'0'325'0,"0"0"-19"15,0 0-104-15,0 0-45 16,0 0-46-16,0 0-29 15,0 0-32-15,-7-39-20 16,2 39-16-16,3 0 65 16,2 0-34-16,0 0-21 15,0 0-22-15,0 0 4 16,0-3 16-16,0 3-19 16,0 0 3-16,0 0 3 0,0 0-7 15,0 0-2-15,0 0 0 16,0 0 1-16,0 0 2 15,0 0-3-15,0 0 0 16,0 0 4-16,0 0-4 16,0 0 0-16,0 0 0 15,-2 0 12-15,2 0-7 16,-3 0 11-16,-3 0-7 16,-3 0 58-16,-2 0-67 15,-7 0-1-15,-4 4-4 0,-5 6 5 16,-6 5 4-16,-5 11-4 15,-3 9 0 1,-1 11 25-16,7 9 10 16,8 4 8-16,11 2 1 0,16-1-23 15,0-8 14-15,16-6-18 16,15-10 0-16,4-6 26 16,8-11-35-16,2-7-8 15,4-9-1-15,-3-3-96 16,-1 0-80-16,-5-15-115 15,-9-4-254-15,-12 1-388 0</inkml:trace>
  <inkml:trace contextRef="#ctx0" brushRef="#br0" timeOffset="129652.72">7563 8349 2058 0,'0'0'521'16,"0"0"-366"-16,0 0-153 16,0 0 7-16,120-19-18 15,-57 7-3-15,5 0-11 16,29-5-99-16,-19 5-269 16,-16 0-633-16</inkml:trace>
  <inkml:trace contextRef="#ctx0" brushRef="#br0" timeOffset="130296.6">8584 8057 1340 0,'0'0'397'0,"0"0"-148"16,0 0-192-16,0 0-57 16,0 0 0-16,0 0 38 15,-25 120 97-15,25-57-19 0,0 3-50 16,0 4 20-16,0 0-49 16,3-2-9-16,3-8-27 15,-2-7 8-15,2-9 30 16,-2-10-38-16,0-8-1 15,3-6 33-15,-1-8-27 16,6-5 12-16,5-4-17 16,8-3 19-16,6 0 40 15,5-3-60-15,4-11-2 16,0-3-8-16,-2-1-53 16,-5 0-38-16,1-4-92 15,-10 4-95-15,-8 2-324 0</inkml:trace>
  <inkml:trace contextRef="#ctx0" brushRef="#br0" timeOffset="130500.45">8549 8089 1785 0,'0'0'387'0,"0"0"-131"15,0 0-230-15,0 0-26 16,131-40-11-16,-69 30 11 16,9 0-6-16,28 1-34 0,-17 2-227 15,-12 2-397-15</inkml:trace>
  <inkml:trace contextRef="#ctx0" brushRef="#br0" timeOffset="130828.1">9244 8156 1532 0,'0'0'239'16,"0"0"-193"-16,0 0-37 16,-56 132 4-16,49-90 112 15,5-4 94-15,2-6-48 0,7-8-23 16,17-4-118-16,7-11 4 15,10-6-17-15,1-3-17 16,-2-12-14-16,-4-14-17 16,-9-4-9-16,-10-2 34 15,-12-6-61-15,-5 2-13 16,0 1-6-16,-15 5 86 16,-4 8 80-16,0 9-12 15,1 10-10-15,-1 3-43 16,4 6-15-16,-1 24-68 15,3-2-178-15,7-6-464 0</inkml:trace>
  <inkml:trace contextRef="#ctx0" brushRef="#br0" timeOffset="131034.1">9643 8145 2090 0,'0'0'468'0,"0"0"-468"15,0 0-202-15,0 0 87 16,0 0-67-16,-4 146-4 16,1-101-84-16,3-9-343 0</inkml:trace>
  <inkml:trace contextRef="#ctx0" brushRef="#br0" timeOffset="131162.07">9743 8708 1800 0,'0'0'352'0,"0"0"-155"15,0 0-159-15,9 127-38 16,-9-99-164-16,0-14-123 16,0-8-91-16,0-6-192 0</inkml:trace>
  <inkml:trace contextRef="#ctx0" brushRef="#br0" timeOffset="131653.57">10098 8122 1568 0,'0'0'332'0,"0"0"-224"15,0 0-55-15,0 0-5 16,0 0 132-16,0 0-43 16,0 0-35-16,0-12-84 15,0 12-18-15,0 0-22 16,0 0-17-16,-2 0-26 16,0 0 51-16,-2 0-30 15,0 0 26-15,2 0 17 16,0 0-9-16,2 1 10 0,0-1 0 15,0 0 0-15,6 0 10 16,10-4-9-16,5-2-1 16,5 2 7-16,3 4-6 15,0 0 22-15,-7 7 9 16,-6 22-32-16,-13 15 48 16,-3 17 7-16,-23 12 21 15,-15 11-5-15,-5-3-50 16,6-2 3-16,8-17-24 15,10-15 12-15,15-13 16 16,4-13-28-16,4-11 6 16,21-10-6-16,11 0-13 15,7-10 1-15,5-16-94 16,4-8-35-16,14-22-42 16,-12 10-178-16,-11 0-321 0</inkml:trace>
  <inkml:trace contextRef="#ctx0" brushRef="#br0" timeOffset="132092.34">10547 8020 1467 0,'0'0'635'0,"0"0"-309"15,0 0-249-15,0 0-77 0,0 0-22 16,0 0 22-1,0 0 9-15,81-23-3 16,-34 19 1-16,2-4-7 16,-6 0-28-16,-8 0 22 0,-8 0-6 15,-12 1 9-15,-8 3 2 16,-4 3 2-16,-3 1 7 16,0 0 4-16,0 0-4 15,0 13 3-15,0 18-10 16,0 13 5-16,0 14 49 15,0 17-53-15,8 4 17 16,1 9-11-16,0-1-1 16,0-5-10-16,-2-6 3 15,-3-6 0-15,-4-7 39 16,0-11-38-16,-2-10 20 0,-16-11 10 16,-2-8-22-16,-5-7-2 15,1-9-7-15,-3-4-8 16,2-3-18-16,4 0-121 15,-8 0-108-15,4-6-110 16,7-3-476-16</inkml:trace>
  <inkml:trace contextRef="#ctx0" brushRef="#br0" timeOffset="133246.49">12082 8058 1291 0,'0'0'198'0,"0"0"-129"16,0 0 20-16,0 0-9 16,0 0 81-16,0 0 22 15,0 0-79-15,-30-86-11 0,-1 99-56 16,2 25 36-16,5 17 35 16,8 8-16-16,14 10 8 15,2 2-49-15,11 0-9 16,18-6-7-16,2-5-17 15,-4-11 9-15,-4-7-27 16,-10-7 0-16,-11-10 0 16,-2-4-1-16,0-7-29 15,-15-6 24-15,-1-10-54 16,3-2-17-16,13-31-48 16,0-21-203-16,27-14-42 15,17-4 151-15,12 7 219 16,4 7 36-16,-2 20 97 0,-4 14 31 15,-12 17-64 1,-13 5-31-16,-14 12 56 0,-15 20-40 16,0 8 38-16,-13 6-13 15,-12-2-79-15,5-4-11 16,5-8-20-16,6-14-53 16,7-8-11-16,2-10-76 15,6 0-27-15,21-24 92 16,9-12-61-16,1-4-91 15,-1 2-14-15,-12 6 241 16,-7 15 168-16,-13 17 64 16,-4 0-81-16,0 26-49 15,0 11 44-15,-7 1-33 0,4-3-66 16,3-9-22 0,0-13-25-16,23-11-7 0,8-2 7 15,7-14-19-15,5-16 19 16,-4-4-75-16,-7 2 10 15,-12 8 65-15,-7 7 15 16,-9 11 32-16,-4 6 2 16,0 6-13-16,5 19-23 15,4 5 68-15,6 0-51 16,10-2-7-16,8-10 28 16,8-12-44-16,3-6 1 15,-4-6 16-15,-6-18-14 0,-12-5-9 16,-13 0 0-16,-9 0-1 15,-3 0 0-15,-20 5-31 16,-6 6-48-16,-5 12-28 16,-7 6-147-16,10 16-53 15,10 2-463-15</inkml:trace>
  <inkml:trace contextRef="#ctx0" brushRef="#br0" timeOffset="134643.28">14139 8032 1079 0,'0'0'563'0,"0"0"-366"15,0 0-135-15,0 0-31 16,0 0 7-16,0 0 15 16,0 0-4-16,-80 11 50 0,51 19 16 15,4 7-23-15,3 0-37 16,6-1-38-16,8-4 18 16,3-7-34-16,5-9-2 15,0-11 1-15,0-5-30 16,0 0 29-16,13-1 1 15,3-17 7-15,-1-5 14 16,2-5-21-16,-7-2 0 16,-5 2 1-16,-3 5-1 15,-2 3 10-15,0 11 6 0,0 6 22 16,0 3 11-16,-2 0-49 16,-9 0 7-16,-7 17-7 15,0 10 1-15,-2 8 1 16,4 5-2-16,7 3 1 15,3-4 35-15,6-3-28 16,0-9-5-16,2-9 1 16,14-9 4-16,8-9-8 15,7 0 0-15,8-20 1 16,3-14-7-16,5-11-16 16,-5-10-47-16,-2-7 44 15,-9-8-57-15,-11-5-16 16,-9-2-13-16,-9-1-13 15,-2 0 57-15,0 15 67 0,-15 13 23 16,-1 20 69-16,-4 22 17 16,-4 8-59-16,-7 30-50 15,-3 26 2-15,-3 32 116 16,2 28-39-16,14-3 28 16,7-11-13-16,12-16-65 15,2-24-4-15,4 3-25 16,16-1 6-16,7-14 8 15,4-16-13-15,9-13 16 16,12-18-17-16,6-3-9 16,8-22 9-16,3-22-26 15,1-9-33-15,-10-17 23 16,-11-6-88-16,-8-24 43 16,-16 8-9-16,-11-4-64 0,-9 3 7 15,-5 25 94-15,0 4 53 16,-13 22 236-16,-3 19-60 15,1 22-94-15,-4 1-80 16,-3 36 11-16,-1 19-13 16,2 33 48-16,5-1 25 15,3 12 37-15,8-1-82 16,5-20-2-16,0 2-16 16,7-11-9-16,12-17 9 15,8-14-10-15,2-14 1 16,8-16 17-16,5-8-18 15,2-6-24-15,3-24-24 16,-7-12 3-16,-7-2 21 16,-8 2-46-16,-13 7 70 15,-8 15 14-15,-4 13 29 0,0 7-25 16,-2 4-17-16,-10 19-1 16,5 8 35-16,5-1-35 15,2-2 12-15,0-5 18 16,21-8-30-16,0-5 1 15,6-6-1-15,2-4-21 16,-4 0 20-16,-3 0-12 16,-6 0 5-16,-8 0-5 15,-3 0 14-15,2 0-1 16,4 6 19-16,7 10 5 0,7 0 12 16,8 0-36-1,9-8 9-15,5-8 42 0,4-4-51 16,-4-25-11-16,-11-8 1 15,-14-5-8-15,-18-2 18 16,-4 0-1-16,-31 5-17 16,-16 11 12-16,-8 10-24 15,-5 16-46-15,-16 17-42 16,15 16-124-16,15 3-373 0</inkml:trace>
  <inkml:trace contextRef="#ctx0" brushRef="#br0" timeOffset="135685.7">16216 8356 1204 0,'0'0'332'0,"0"0"-170"16,0 0 17-16,0 0 10 15,0 0 19-15,0 0-101 16,0 0-39-16,-4 0-4 16,4 0-58-16,2 0-6 0,10-10 41 15,3-8-35-15,3-4 5 16,2-2-11-16,0-5 0 15,3-1-6-15,-2-4-16 16,2 1-36-16,-1-4-67 16,3-1-48-16,-6 2 17 15,0-2 14-15,-6 5 98 16,-8 6 32-16,-5 3 12 16,0 8 21-16,0 4 40 15,-10 3 7-15,0 5 37 16,1 4-80-16,1 0-23 15,2 10 8-15,0 23-1 16,-1 16 23-16,0 34 116 16,4 33-44-16,3 25 18 15,0 7-24-15,0-26-42 0,0-31 3 16,0-35-52-16,0-10-6 16,0 2 8-16,-6-1 3 15,-3-6-12-15,-5-13 6 16,2-8-6-16,-9-10 13 15,0-8-13-15,-2-2 0 16,3-9 15-16,5-23 0 16,7-17-30-16,8-13 17 15,8-8-2-15,18-5 22 16,12 3-22-16,10 6-18 16,6 6-10-16,6 8-60 15,1 8-46-15,5-5-138 0,-12 16-252 16,-16 7-539-16</inkml:trace>
  <inkml:trace contextRef="#ctx0" brushRef="#br0" timeOffset="137767.13">16966 7971 732 0,'0'0'338'0,"0"0"-117"0,0 0-98 16,0 0-54-1,0 0 25-15,0 0 53 0,0 0-15 16,-36-53-16-16,22 49-33 16,-1 4 35-16,-7 0-55 15,-5 17-15-15,-7 21-10 16,1 16 49-16,0 13 44 15,6 11-58-15,11-3-37 16,9-3 5-16,7-5-40 16,2-10-2-16,30-11-39 15,8-15-97-15,38-19-80 16,-8-9-254-16,-6-3-693 0</inkml:trace>
  <inkml:trace contextRef="#ctx0" brushRef="#br0" timeOffset="138031.61">17373 8051 967 0,'0'0'403'0,"0"0"-132"16,0 0 8-16,-154 71-74 15,123-28-65-15,12 9 8 16,14 1-81-16,5-1-19 16,11-5-35-16,23-4-2 15,5-11-11-15,11-11-44 0,6-8-65 16,23-13-60-16,-11-4-178 16,-13-17-534-16</inkml:trace>
  <inkml:trace contextRef="#ctx0" brushRef="#br0" timeOffset="138247.69">17828 7918 1129 0,'0'0'829'16,"0"0"-664"-16,0 0-140 15,116 79 3-15,-93-23 37 16,-13 8-40-16,-10 6 50 0,0 4-1 15,-21 2-50 1,-4 1-5-16,-2-9-19 0,5-5-83 16,15-14-97-16,7-16-304 15,0-18-282-15</inkml:trace>
  <inkml:trace contextRef="#ctx0" brushRef="#br0" timeOffset="138555.07">18535 8189 859 0,'0'0'1041'0,"0"0"-672"16,0 0-220-16,0 0-40 16,0 0-23-16,0 0-40 15,0 0 45-15,100-10-57 16,-53 8-5-16,0 2-29 16,-5 0-45-16,-9 0-80 15,-19 18-131-15,-10 2-236 16,-4-2-167-16</inkml:trace>
  <inkml:trace contextRef="#ctx0" brushRef="#br0" timeOffset="138691.93">18519 8426 1916 0,'0'0'522'0,"0"0"-512"16,0 0-10-16,129 0-2 15,-71-6-65-15,23-4 15 16,-14 0-153-16,-11 2-383 0</inkml:trace>
  <inkml:trace contextRef="#ctx0" brushRef="#br0" timeOffset="139650.15">19948 7999 942 0,'0'0'171'15,"0"0"-80"-15,0 0-17 16,0 0-25-16,0 0 95 15,0 0-30-15,0 0-70 16,-109-18 36-16,91 26-13 0,0 6 14 16,3 6-30-16,1 6-25 15,1 3 35-15,2 6-19 16,-1 5 2-16,4 1 37 16,1-2-38-16,3 2-9 15,4-5 9-15,0-2-2 16,0-2 20-16,15-4-27 15,8-5-3-15,1 0 30 16,8-8-34-16,3 0-5 16,3-9-17-16,4-4-4 15,3-2 8-15,4-2-9 16,-3-16-2-16,2-4-5 0,-4-6 7 16,-6-4 0-1,-7-5 11-15,-9-5-10 0,-8-2 10 16,-10-4-11-16,-4 1 0 15,-11 3 13 1,-18 1-13-16,-9 13 29 0,-6 10 7 16,-5 16-15-16,-3 4-21 15,1 14-42-15,4 16-57 16,1 18-45-16,11-8-328 16,16-10-243-16</inkml:trace>
  <inkml:trace contextRef="#ctx0" brushRef="#br0" timeOffset="145125.79">10133 8265 660 0,'0'0'668'16,"0"0"-550"-16,0 0 13 15,0 0-85-15,0 0 27 0,0 0 50 16,-11-62-3 0,11 54 22-16,0 2-64 0,0 4-10 15,0 0 7-15,0 2-63 16,0 0-3-16,0 0-2 16,5 16-4-16,6 12 77 15,0 10-40-15,0 13 57 16,-2 5-3-16,-5 3-44 15,1 0-2-15,-1-6-42 16,1-8 8-16,-1-8 5 16,1-12-19-16,-1-6 0 15,0-8-3-15,-1-4-1 16,1-6-20-16,-4-1-17 16,0 0 13-16,0-4 27 15,0-19-36-15,0-16-101 0,-4-13-6 16,-7-12 9-16,0-4 75 15,-1-3 16-15,4 5 44 16,1 10 22-16,2 12 22 16,3 9 15-16,0 12-10 15,2 9-2-15,0 7 41 16,0 7-60-16,0 5-21 16,0 23 8-16,0 18 67 15,0 14 10-15,0 10 33 16,0 9-98-16,0-3 2 15,0-6-28-15,0-6-1 16,0-10 0-16,2-9-74 16,5-10-116-16,10-16-4 15,2-7-301-15,-2-12-71 0</inkml:trace>
  <inkml:trace contextRef="#ctx0" brushRef="#br0" timeOffset="145417.34">10325 8136 1315 0,'0'0'357'16,"0"0"-256"-16,0 0-73 0,0 0 71 15,0 0 101 1,0 0-19-16,51 125-6 15,-36-72-74-15,-1 1-10 0,-1 2-52 16,1-2-26-16,-3-6 26 16,0-2-39-16,1-8 0 15,-4-1-6-15,1-8-21 16,-2-2-72-16,-2-4-34 16,-5 7-43-16,0-9-40 15,0-7-342-15</inkml:trace>
  <inkml:trace contextRef="#ctx0" brushRef="#br0" timeOffset="146042.44">9978 8203 778 0,'0'0'1088'0,"0"0"-791"16,0 0-161-16,0 0-111 0,0 0-19 16,0 0 6-16,0 0 65 15,102-24 14-15,-42 20-38 16,7-1-36-16,2-4 47 16,0-3-40-16,-2-1 2 15,-9-1-13-15,-6 2-12 16,-15 1 4-16,-12 5-5 15,-14 2-52-15,-9 4 31 16,-2 0-29-16,-15 0 29 16,-24 14 5-16,-9 7-1 15,-13 2 17-15,-5 3-21 16,-6 0-25-16,3-4 46 16,4-1-7-16,10-7 7 0,13-7-2 15,13 0 10-15,10-5-4 16,13-2 32-16,6 0-6 15,0 0 56-15,21-2-59 16,16-11-11-16,5-1 1 16,9-1-17-16,0-2 0 15,3 3-7-15,-5 0 2 16,-5 1-8-16,-5 4-35 16,-8 5-107-16,-11 4-158 15,-11 0-394-15</inkml:trace>
  <inkml:trace contextRef="#ctx0" brushRef="#br0" timeOffset="146497.91">10140 8199 651 0,'0'0'737'0,"0"0"-523"16,0 0-147-16,0 0-41 15,0 0 103-15,0 0 20 16,0 0 40-16,-4-36-76 16,4 36-72-16,0 19-28 15,4 10 54-15,7 13 25 16,-2 11 33-16,2 2-79 15,-2 6-29-15,2-5 3 16,-2-2-19-16,2-8-1 16,3-4-87-16,3 1-74 0,1-11-176 15,-5-12-361-15</inkml:trace>
  <inkml:trace contextRef="#ctx0" brushRef="#br0" timeOffset="146835.87">10403 8194 1230 0,'0'0'328'16,"0"0"-207"-16,0 0-89 16,0 0 62-16,0 0 33 15,0 0 18-15,0 0-46 16,9 21-74-16,-3 11 140 16,6 12-62-16,-1 9-23 15,0 7-5-15,3 0-75 16,-4 2-9-16,-1-2 3 0,3 13-123 15,-4-15-116 1,-1-17-413-16</inkml:trace>
  <inkml:trace contextRef="#ctx0" brushRef="#br0" timeOffset="148175.06">9654 8468 1415 0,'0'0'314'16,"0"0"-188"-16,0 0-95 16,0 0-4-16,0 0 48 15,0 0 0-15,0 0-25 16,22 4-21-16,-11 4 5 15,0 2 15-15,1 8 3 16,-4 10 39-16,-1 8 9 16,-5 12 8-16,-2 13-5 15,0 5-66-15,0 6-14 16,-15-2-2-16,-3-2-21 16,-2-3-56-16,-2-2-122 15,4-15-318-15,7-19-1023 0</inkml:trace>
  <inkml:trace contextRef="#ctx0" brushRef="#br0" timeOffset="148761.29">9602 8205 1129 0,'0'0'661'0,"0"0"-412"15,0 0-103-15,0 0-34 16,0 0-11-16,0 0-66 16,0 0-23-16,0-16-12 15,0 16-33-15,0 0-249 16,-4 0-634-16</inkml:trace>
  <inkml:trace contextRef="#ctx0" brushRef="#br0" timeOffset="155824.67">5827 11023 743 0,'-208'-12'223'0,"-8"-10"-103"15,46-3-16-15,24-4-4 16,32-2-71-16,27 4-12 16,20 1-7-16,7-1 3 15,-7-4-13-15,-7-1-11 16,-34 1-5-16,20 7-35 15,10 10-318-15</inkml:trace>
  <inkml:trace contextRef="#ctx0" brushRef="#br0" timeOffset="157345.37">2282 10136 901 0,'0'0'99'0,"0"0"-29"15,0 0 67-15,0 0 33 16,0 0-6-16,0 0-14 15,0 0-83-15,56-38-4 0,-21 50 29 16,3 28-19-16,7 18 61 16,-1 16 32-16,3 9-54 15,0 1 8-15,-2-4-82 16,-5-12-3-16,-3-10-17 16,-2-12-18-16,-6-12 14 15,-8-11-14-15,-3-9 0 16,-5-8 17-16,1-4-17 15,-1-2-13-15,6-4 12 16,5-18-27-16,5-10-21 16,5-10-23-16,5-5-27 15,6-1 56-15,4 2-77 16,5 6 88-16,6 6 18 16,0 8 7-16,5 5 7 15,-1 8 26-15,1 5 1 0,-5 0 59 16,-6 5-45-16,-10 3 21 15,-13 0-17-15,-15 0-44 16,-16 17 16-16,-6 10 27 16,-33 12 31-16,-10 9-8 15,-6 0-43-15,3-2-12 16,12-12-12-16,11-10 1 16,14-9-1-16,10-13-32 15,5-2-66-15,2-4 49 16,23-18-76-16,8-10-64 15,0-2 53-15,-4 1 71 16,-8 9 65-16,-13 12 87 16,-6 12 0-16,-2 0-19 15,0 10-67-15,0 15 92 16,0 0 1-16,0 4-50 16,10-5-11-16,15-7-33 0,10-8-4 15,9-9 4-15,10 0-45 16,2-21-26-16,-5-7-37 15,-4-4-56-15,-14 0 23 16,-10 3 46-16,-10 2 25 16,-9 8 70-16,-1 10 97 15,-3 7 15-15,0 2-76 16,0 4-24-16,7 12 100 16,3 4-25-16,7 0-49 0,2-3-8 15,6-8-30 1,2-5-24-16,4-4-23 0,0 0-2 15,2-16-19-15,-4-4-112 16,-2-4-3-16,-6 0-136 16,-9 4 52-1,-3 6 143-15,-5 12 124 0,0 2 26 16,-4 29 94-16,2 36 129 16,-2 42 22-16,0 41 6 15,0 16-48-15,-6-2-69 16,-7-25-25-16,5-38-31 15,-2-23-34-15,2-22-44 16,-5-8-7-16,-3 1-2 16,-7-1-17-16,-5 1 0 15,-6-13 15-15,-2-9-13 0,1-16 19 16,3-9-21-16,6-18 11 16,15-42-11-16,11-40-18 15,25-40-54-15,21-12 71 16,8 5-43-16,-10 33-3 15,-13 36-70-15,-13-11-104 16,-9 27-26-16,-7 4-363 0</inkml:trace>
  <inkml:trace contextRef="#ctx0" brushRef="#br0" timeOffset="157513.1">3477 10215 1549 0,'0'0'329'0,"0"0"22"0,-18-107-139 15,20 68-81 1,30 4-54-16,9 9-59 0,9 8-18 16,6 13 0-16,4 5-56 15,13 37-107-15,-13 5-224 16,-15 0-668-16</inkml:trace>
  <inkml:trace contextRef="#ctx0" brushRef="#br0" timeOffset="158201.54">5724 10265 1415 0,'0'0'361'16,"0"0"-285"-16,0 0-76 0,0 0 0 16,7 158 79-16,1-38 75 15,1 29 66-15,3 3-54 16,-3-25-77-16,-3-37-22 15,0-36-45-15,0-12-16 16,0 1 9-16,-1-4-14 16,-1-3 0-16,0-15 11 15,-2-10-12-15,-2-7-26 16,0-4 7-16,0-6 19 0,0-27-25 16,0-39-77-16,-10-50-90 15,1-35-48-15,7 6-25 16,2 33 162-16,0 46 103 15,4 35 39-15,7 5 41 16,5 9-39-16,-3 4 52 16,1 17 3-16,-1 2-28 15,-7 18 65-15,-4 16-19 16,-2 11-52-16,-2 6 26 16,-15 3-82-16,-3-5-3 15,-1-9-3-15,8-10-76 16,9-13-77-16,4-17-90 15,4-7-230-15,13-19-25 0</inkml:trace>
  <inkml:trace contextRef="#ctx0" brushRef="#br0" timeOffset="158459.37">6194 9881 871 0,'0'0'616'0,"0"0"-567"16,0 118 37-16,0-43 82 16,-4 11 30-16,2 8-4 15,2 3-32-15,0-1-54 16,2-1-36-16,13-11-72 16,5-7 0-16,3-8 0 0,0-11-33 15,-2-11-28-15,2-14-103 16,-3-8-37-16,7-21-11 15,-8-4-180-15,-3-3-358 0</inkml:trace>
  <inkml:trace contextRef="#ctx0" brushRef="#br0" timeOffset="158850.18">5873 10415 2167 0,'0'0'530'0,"0"0"-458"16,0 0-72-16,126-72-87 0,-62 50-1 15,5-2 32-15,29-8-29 16,-15 3-271-16,-17 5-990 0</inkml:trace>
  <inkml:trace contextRef="#ctx0" brushRef="#br0" timeOffset="159900.01">7594 10425 1416 0,'0'0'377'15,"0"0"-70"-15,0 0-89 16,0 0 9-16,0 0-74 15,0 0-53-15,0 0-64 16,27-20-9-16,18 18-13 16,8 2-14-16,9 0 0 15,3 0-1-15,4 0-78 16,27 4-106-16,-18 0-128 16,-11-4-366-16</inkml:trace>
  <inkml:trace contextRef="#ctx0" brushRef="#br0" timeOffset="160179.54">8452 10235 1413 0,'0'0'247'0,"0"0"-159"16,0 0-65-16,0 0 2 15,0 0 60-15,0 0 142 16,112 116-16-16,-106-54-33 15,-6 1-47-15,0 3-77 16,0-9-17-16,0-8-30 16,-4-8-5-16,2-15 19 15,2-6-21-15,0-8-9 16,0-5-88-16,0-7-39 16,4 0 30-16,8-22 33 0,3-48-188 15,-1 5-73-15,-3-1-821 16</inkml:trace>
  <inkml:trace contextRef="#ctx0" brushRef="#br0" timeOffset="160313.81">8630 10413 1388 0,'0'0'490'0,"0"0"-430"16,0 0 101-16,0 0 34 15,-8 140-22-15,8-96-39 16,8-8-113-16,21-5 7 16,12-9-28-16,6-10-50 15,6-9-46-15,23-3-99 0,-16-12-107 16,-9-9-231-16</inkml:trace>
  <inkml:trace contextRef="#ctx0" brushRef="#br0" timeOffset="160709.15">8865 9815 1330 0,'0'0'400'16,"0"0"-188"-1,0 0-42-15,0 0-70 0,0 0-2 16,0 0-32-16,0 0-26 15,29-40-40-15,-9 56 0 16,-3 18 33-16,-5 10 19 16,-12 11 49-16,0 6-19 15,-20-3 15-15,-5-3-13 16,5-9-50-16,7-14-13 16,13-8 1-16,0-9-22 15,20-6-12-15,20-4-3 16,14-5-73-16,6 0-106 15,27-12-69-15,-16-7-308 0,-13 2-1052 16</inkml:trace>
  <inkml:trace contextRef="#ctx0" brushRef="#br0" timeOffset="161558.2">9585 10652 1151 0,'0'0'404'16,"0"0"-232"-16,0 0-96 15,0 0-47-15,0 0 67 16,0 0 82-16,0 0-42 15,-49-24-26-15,49 20-17 16,0 2-41-16,0-1-7 16,4 2-11-16,14-2-33 0,11 2 4 15,9 1-5-15,9 0 0 16,8 0 0-16,3 0-19 16,0 0-42-16,-4-4-55 15,10-7-101-15,-16 2-145 16,-11-3-406-16</inkml:trace>
  <inkml:trace contextRef="#ctx0" brushRef="#br0" timeOffset="161769.51">9826 10403 1565 0,'0'0'352'0,"0"0"-337"16,0 0 5-16,0 0 26 15,0 122 22-15,0-60 72 16,0 5-8-16,0 1-95 16,6-2-37-16,5-6-11 15,3-9-89-15,8-11-67 16,0-15-312-16,-4-13-290 0</inkml:trace>
  <inkml:trace contextRef="#ctx0" brushRef="#br0" timeOffset="162190.01">10294 10328 1066 0,'0'0'171'0,"0"0"-142"15,0 0-28-15,0 0 137 16,0 0 106-16,0 0 13 15,122 73-9-15,-115-21-4 16,-5 8-131-16,-2 2-33 16,0-1-17-16,0-8-47 15,-7-7 9-15,1-11-25 16,4-12 12-16,0-9-15 16,2-5 3-16,0-7-44 15,0-2-14-15,2-11-26 0,11-22-8 16,3-17-196-1,-1-12-312-15,-3-3-3 0,-8 10 603 16,-4 12 260-16,0 17 326 16,0 20-271-16,0 6-166 15,0 9-121 1,-4 18 26-16,4 9 102 0,0 5-96 16,2 1-19-16,20 0-41 15,12-5-12-15,28 0-99 16,-9-11-126-16,-6-12-346 0</inkml:trace>
  <inkml:trace contextRef="#ctx0" brushRef="#br0" timeOffset="163292.28">11120 10676 954 0,'0'0'752'15,"0"0"-464"-15,0 0-66 0,0 0-67 16,0 0-18 0,0 0-34-16,0 0-83 0,58-21 7 15,-8 16-16-15,12-2-11 16,7 2-47-16,25-5-66 16,-18 1-189-16,-12-2-438 0</inkml:trace>
  <inkml:trace contextRef="#ctx0" brushRef="#br0" timeOffset="164090.28">12090 10057 1295 0,'0'0'328'0,"0"0"-160"16,0 0-101-16,0 0 53 16,0 0-20-16,0 0-56 15,0 0-13-15,-87-29-31 16,81 47 0-16,1 8 21 15,5 10-20-15,0 10 43 16,0 8-4-16,7 3 37 0,2 1 17 16,-4-4-59-16,-3-8 34 15,-2-4 23 1,0-5-71-16,0-5 21 16,-4-2-31-16,-10 0 7 0,-6 2 8 15,-2-3-26-15,-5 5 0 16,0-8 10-16,2-1-10 15,6-7 0-15,5-6-25 16,5-4 10-16,5-8 15 16,4 0-2-16,0 0 2 15,0-14-6-15,11-10-138 16,11-8 24-16,5-4 13 16,4 2-19-16,0 0 66 0,3 5 14 15,-1 7 46 1,3 3 1-16,1 0 67 0,6 3 25 15,1 5-39-15,-1-1 33 16,-5 7-47-16,-11 3-40 16,-8 2 2-16,-5 0-18 15,-7 0 7-15,-3 0-61 16,-2 0-51-16,0 0-21 16,-2 0-10-16,0 0 11 15,2 0-5-15,2-8 87 16,-2-4-233-16,0-5 147 15,2 3 145-15,-2 3 68 16,1 3 227-16,-3 4-36 16,2 4-100-16,-2 0-40 15,0 2-85-15,0 19 98 0,0 8 52 16,2 7-71-16,-2 0-54 16,0 0-57-16,0-4 14 15,0-5-10-15,0-5-6 16,0-4-79-16,0-3-71 15,0 0-105-15,0-5-117 16,0-8-294-16</inkml:trace>
  <inkml:trace contextRef="#ctx0" brushRef="#br0" timeOffset="164616.1">12401 10152 1182 0,'0'0'321'16,"0"0"-83"-16,0 0-3 15,0 0-111-15,0 0-72 16,0 0-13-16,0 0-39 16,-8-12-22-16,8 14 22 15,8 6 0-15,3 1 21 16,-1-6-11-16,2-1-9 16,-3-2 33-16,-5 0-28 15,-4-2 12-15,0-8 13 16,0-4-25-16,-4-2 26 0,-7 2-30 15,-3 0 11-15,3 9-7 16,2 5-6-16,2 19-152 16,3 15-127-16,2 0-253 0</inkml:trace>
  <inkml:trace contextRef="#ctx0" brushRef="#br0" timeOffset="165011.99">12563 10393 1264 0,'0'0'328'0,"0"0"-245"0,0 0-83 16,0 0 102-16,0 0 85 16,0 109 42-16,0-76-67 15,2 0-88-15,0-4-31 16,1-4-16-16,-1-5-27 15,0-7 10-15,-2-4-10 16,2-5 0-16,-2-4-17 16,0 0 5-16,0 0 6 15,2-6 5-15,4-18-24 16,2-8-97-16,7-9 3 16,4 0 33-16,1 6 86 15,-3 10 1-15,1 10 35 16,-2 10 37-16,-3 5-41 0,-4 3-12 15,0 21 15 1,-2 8-17-16,-3 7 31 0,1 4-49 16,-1 0-20-16,3-5-104 15,6-6-118-15,-2-12-248 16,0-12-285-16</inkml:trace>
  <inkml:trace contextRef="#ctx0" brushRef="#br0" timeOffset="165409.07">12982 10381 1001 0,'0'0'695'15,"0"0"-519"-15,0 0-176 16,0 0 11-16,0 0 41 16,0 0 102-16,0 0 31 15,49 42-13-15,-47-8-7 0,-2 6-72 16,0 0-31-16,0 1-37 15,0-9-24-15,-4-6 23 16,2-7-24-16,2-5-15 16,0-6 9-16,0-3-51 15,0-5-26-15,0 0-11 16,6-18 51-16,8-13-58 16,-3-5-137-16,-3-1 48 15,0 4 190-15,-6 11 122 0,-2 10 114 16,0 12-157-1,0 0-78-15,0 10 27 16,0 12 48-16,0 4-4 0,2 3 4 16,15-3-75-16,8-1-1 15,6-4-1-15,5-5-49 16,7-2-31 0,15 0-169-16,-10-7-82 0,-5-2-443 0</inkml:trace>
  <inkml:trace contextRef="#ctx0" brushRef="#br0" timeOffset="166538.96">13593 10573 1400 0,'0'0'340'16,"0"0"-94"-16,0 0-198 15,0 0-36-15,0 0 38 16,123-18 22-16,-79 18-10 16,5 0-19-16,3 0-28 15,-2 0-15-15,-5 0-28 0,-3 2-87 16,-8 1-45-16,-10-3-171 16,-11 0-52-16,-5 0-790 0</inkml:trace>
  <inkml:trace contextRef="#ctx0" brushRef="#br0" timeOffset="166732.15">13876 10351 1355 0,'0'0'324'0,"0"0"-258"16,0 0-9-16,-27 108 88 15,23-52 20-15,4 4 23 0,0 5-108 16,2-4-68-16,16-1 1 15,2-5-13-15,4-8-95 16,19-13-126-16,-7-14-304 16,-3-12-507-16</inkml:trace>
  <inkml:trace contextRef="#ctx0" brushRef="#br0" timeOffset="167123.53">14580 10282 1448 0,'0'0'362'0,"0"0"-267"16,0 0-57-16,0 0-15 15,0 0 5-15,39-101 11 16,-13 88-9-16,0 9-10 16,1 4-5-16,-6 11 17 15,-13 24 79-15,-8 16 0 16,-4 9 43-16,-29 8-18 16,-7-2-36-16,1-10-33 15,8-10-34-15,10-13-21 16,13-13 9-16,8-6-21 15,2-5-9-15,27-2-2 0,12-5-7 16,12-2-80-16,7 0-91 16,35-13 1-16,-20-5-107 15,-9-1-548-15</inkml:trace>
  <inkml:trace contextRef="#ctx0" brushRef="#br0" timeOffset="167374.91">15350 10418 1564 0,'0'0'619'0,"0"0"-412"15,0 0-31-15,0 0-85 16,0 0-49-16,0 0-9 15,0 0-32-15,140-25-2 16,-95 25-31-16,-5 0-66 16,-1 4-80-16,-10 6-178 15,-13-2-308-15</inkml:trace>
  <inkml:trace contextRef="#ctx0" brushRef="#br0" timeOffset="167541.87">15298 10614 829 0,'0'0'1216'0,"0"0"-972"0,0 0-217 16,0 0 13-16,0 0 67 15,0 0-3-15,143-29-104 16,-92 17-27-16,5 0-129 16,18-7-151-16,-16 2-195 15,-8 2-411-15</inkml:trace>
  <inkml:trace contextRef="#ctx0" brushRef="#br0" timeOffset="167822.97">16034 10372 1824 0,'0'0'534'0,"0"0"-515"16,0 0-7 0,0 0-12-16,0 0 72 15,-38 127 7-15,38-92-24 16,18-4 30-16,16-4-54 0,12-9 7 15,8-6 8-15,6-12-46 16,2 0 0-16,-6-7-6 16,-8-12-20-16,-9-8 14 15,-15-3-12-15,-15-4 16 16,-9-6-33-16,-6-2 22 16,-21 2 18-16,-8 2 1 15,-6 9-33-15,-1 15-4 16,-18 14-158-16,8 0-279 15,12 14-426-15</inkml:trace>
  <inkml:trace contextRef="#ctx0" brushRef="#br0" timeOffset="169232.11">17962 10273 1066 0,'0'0'337'0,"0"0"-138"0,0 0-140 16,0 0-5-16,0 0 17 15,0 0-15-15,0 0 33 16,-114-91-55-16,77 99-24 16,-8 31 27-16,-2 14 95 15,4 14-26-15,10 7 45 16,8 0-53-16,15-3-22 15,10-11-39-15,0-11 0 16,10-8 4-16,19-12-41 16,10-8 0-16,7-9 0 15,8-10-17-15,4-2-56 0,-2-8-34 16,-5-12-32-16,-8-6-6 16,-12 1 2-16,-10 6 46 15,-9 4 97-15,-8 8 16 16,-4 5 81-16,0 2-53 15,0 0-20-15,0 2 36 16,0 10 21-16,0 3-32 16,13-4 16-16,8 1-35 15,3-3 3-15,1-8-11 16,2-1 0-16,-5 0 10 16,-6-7-31-16,-6-7 12 15,-7-1 41-15,-3-3-27 16,0 0-9-16,-13-1-18 0,-8 3-2 15,-1 5 1 1,2 1-81-16,4-15-37 0,5 4-97 16,7-5-366-16</inkml:trace>
  <inkml:trace contextRef="#ctx0" brushRef="#br0" timeOffset="169392.11">18258 9801 1092 0,'0'0'888'0,"0"0"-795"16,0 0-93-16,0 171 0 0,0-87-1 15,0 36-48 1,0-19-164-16,0-23-392 0</inkml:trace>
  <inkml:trace contextRef="#ctx0" brushRef="#br0" timeOffset="170042.49">18878 10372 1483 0,'0'0'508'15,"0"0"-314"-15,0 0-149 0,0 0-31 16,0 0 5-16,0 0 41 16,0 0 68-16,0 104-42 15,0-55 6-15,0-3-53 16,-6-3-39-16,-4-9 31 16,4-8-30-16,1-11 5 15,3-4-6-15,2-8-3 16,0-3-24-16,0 0-12 15,7-14-19-15,13-13-40 16,7-7-43-16,-2-2 51 16,-4 5 74-16,-5 9 16 15,-7 12 96-15,0 5-78 16,2 5-17-16,5 0 60 0,10 0 21 16,10 0-5-1,7-2-44-15,3-5-17 0,4-3-16 16,-6-2 0-16,-4-2-34 15,-8-1 11-15,-11-2-18 16,-7 0 7-16,-5-2 22 16,-7 1-11-16,-2 4 23 15,0 7 12-15,0 7 3 16,0 0-15-16,0 29-37 16,0 21 37-16,0 34 89 15,0 31-10-15,0-5-3 16,0-7-38-16,0-18-8 0,0-16 19 15,4 4-49 1,4 5 0-16,-4-8 1 0,-2-16 11 16,0-11-24-16,-2-13-1 15,0-12-66-15,2-9-25 16,5-9-8-16,-1-14 60 16,13-75 6-16,-4 5-333 15,1-14-400-15</inkml:trace>
  <inkml:trace contextRef="#ctx0" brushRef="#br0" timeOffset="170703.2">19580 9747 1437 0,'0'0'275'0,"0"0"-134"16,0 0-25-16,0 0-16 16,0 0-30-16,0 0 16 15,0 0 152-15,32 238-83 16,-28-81-13-16,0-18-30 0,-2-35-68 15,4-42-29-15,-4-16 15 16,2 7-29-16,3-2 11 16,1 2-12-16,2-14 0 15,1-14-8-15,-1-9-22 16,6-11-55-16,2-5 8 16,9-17 24-16,4-17 19 15,2-8-128-15,-2-1 55 16,-8 8 96-16,-7 13 11 15,-7 14 69-15,-7 8-8 16,-2 0-54-16,0 3 12 0,0 15 60 16,0 2-31-16,2-1 1 15,2-3-34-15,0-2-13 16,6-7-4 0,-1 0-2-16,4-5-22 0,1-2-36 15,4 0-19-15,1-9-8 16,2-14-101-16,-4-7-94 15,1 0 23-15,-5 4 261 16,-3 9 40-16,-6 9 269 16,-4 8-178-16,2 5-125 15,-2 17 58-15,0 7 54 16,2 3-3-16,0 1-83 0,3-6-14 16,4-4-18-1,0-9-4-15,4-7-48 0,1-2-14 16,1-5-43-16,1 0 63 15,-3-5-53-15,1-16 14 16,-5-5-64-16,-3-8 13 16,-2-6 13-16,-4-1 84 15,0 2 39-15,0 2 140 16,0 9 36-16,0 8 7 16,0 10 17-16,0 8-147 15,0 2-53-15,0 0-75 16,0 0-70-16,0 8-28 15,-2 4-52-15,-2-2-312 0</inkml:trace>
  <inkml:trace contextRef="#ctx0" brushRef="#br0" timeOffset="171253.2">20166 10221 1609 0,'0'0'567'0,"0"0"-479"15,0 0-58-15,0 0 4 16,0 0-29-16,0 0-5 16,0 0-13-1,6 32 13-15,2-17 0 0,1-1-31 16,-3-7-58-16,-3-3 33 15,-1-4-7-15,-2 0 51 16,0 0 3-16,0 0-22 16,0-12-153-16,0-6-122 15,0 6-3-15,0 1-442 0</inkml:trace>
  <inkml:trace contextRef="#ctx0" brushRef="#br0" timeOffset="172015.53">20234 10592 1661 0,'0'0'339'16,"0"0"-253"-16,0 0-55 16,0 0 15-16,0 0 71 15,0 0-17-15,0 0-54 16,62 0 12-16,-40-10-46 15,5-1 0-15,-5-3-12 16,1 0-15-16,-8 0-6 16,-5 0-26-16,-8 1-39 15,-2 0 19-15,0 3-11 0,-6 7 37 16,-9 3 17-16,-3 0-13 16,-1 13 31-16,0 13 6 15,4 5 12-15,4 1 63 16,6 0-50-16,5-4 14 15,0-2 3-15,2-6-41 16,17-8 1-16,4-5-2 16,6-7-13-16,8 0 13 15,-2-3-68-15,5-20-10 16,-2 0-15-16,-2-7-67 16,-4 3 58-16,-3 3 41 15,-10 6 61-15,-5 6 58 16,-5 8 33-16,-7 4-30 0,-2 0 20 15,0 14 80 1,-5 11 55-16,-5 3-110 0,-2-1-39 16,3-5 10-16,3-5-76 15,4-7-1-15,2-3-4 16,0-7-36-16,2 0-17 16,19 0-48-16,10-7 65 15,8-9-22-15,5-5-52 16,-4 2 50-16,-6 1 39 15,-10 7 25-15,-12 10 10 16,-8 1-9-16,-4 0 24 16,0 14 96-16,0 4-28 15,-4-1-14-15,-4-2 12 16,4-6-76-16,4-4 1 16,0-3-16-16,4-2-25 15,23 0-7-15,12 0 1 0,11-14-42 16,9-5-18-16,3-2 3 15,-2 3 72-15,-4 4-3 16,-9 6 19-16,-11 8-2 16,-9 0-6-16,-14 8-41 15,-11 12-45-15,-4 10-51 16,-23-4-141-16,-4-6-439 0</inkml:trace>
  <inkml:trace contextRef="#ctx0" brushRef="#br0" timeOffset="172228.54">20227 10275 443 0,'0'0'1462'16,"0"0"-919"-16,60-126-425 15,-25 87-76-15,6 15-13 16,-3 12-29-16,-5 12-41 15,-2 12-120-15,-8 34-113 16,-12 58-39-16,-7-5-177 16,-4-4-356-16</inkml:trace>
  <inkml:trace contextRef="#ctx0" brushRef="#br0" timeOffset="172333.49">20374 11032 971 0,'0'0'507'0,"0"0"-248"15,0 0-7-15,0 0-120 16,0 0-58-16,0 0-74 15,0 0-163-15,136 29-596 0</inkml:trace>
  <inkml:trace contextRef="#ctx0" brushRef="#br0" timeOffset="172457.47">21863 10597 1454 0,'0'0'0'0</inkml:trace>
  <inkml:trace contextRef="#ctx0" brushRef="#br0" timeOffset="177206.46">8620 9106 649 0,'0'0'331'16,"0"0"-224"-16,0 0 11 16,0 0 10-16,0 0-72 15,0 0 8-15,0 0-14 16,-27-9-29-16,25 8 1 0,0-1 0 15,-3-2 29-15,3 1 38 16,-5-2-40-16,2 1 1 16,1-1 48-16,0 3-41 15,1 0 27-15,3 1-34 16,0 1-17-16,0 0 1 16,0 0-28-16,0 0 8 15,0 0 21-15,0 0-26 16,0 0-2-16,0 0 11 15,0 0-17-15,0 0-2 16,0 0-14-16,7 1 15 16,7 12 22-16,1 1-22 15,5 1 35-15,5 5-9 16,-1 1-10-16,3-1 12 16,2 2-7-16,2-2 11 0,0 1 17 15,2 2-34-15,4 0 24 16,1-2-17-16,1 1-14 15,1-2 6-15,1 1-14 16,1-4 0-16,1 0 17 16,1-2-17-16,5-3 17 15,-2 1-2-15,4-2-14 16,-1-3 30-16,0 1-31 16,4-4 9-16,2-1 14 15,6 1-17-15,5-3 8 0,6-2 1 16,3 0-13-1,5 0 14-15,-1 0-11 0,0-4 4 16,-1-8 9-16,0 0 19 16,4-4 18-16,2-2-4 15,4-1-33-15,0-1 9 16,-7 3-27-16,-8 0 0 16,-9 3 12-16,-17 4-10 15,-7 5-2-15,-12 2 0 16,-10 3-51-16,-7 3-81 15,-7 18-247-15,-5-7-376 0</inkml:trace>
  <inkml:trace contextRef="#ctx0" brushRef="#br0" timeOffset="-204675.47">26909 2440 1800 0,'0'0'211'15,"0"0"-144"1,0 0-67-16,0 0 12 16,0 0 17-16,-6-106 27 0,4 96 67 15,2 2 3-15,-2-1-42 16,-1 7 50-16,1-3-73 15,0 3-13-15,2 2 34 16,0 0-82-16,0 0 0 16,0 19-12-16,4 44-62 15,19 63 74-15,4 89 10 16,0 56-1-16,-1 39 55 16,-4 13-64-16,-1-22 6 0,1-1-6 15,0-1 13 1,0-3 7-16,9 7-20 0,3-3 0 15,6-15 81-15,-2-19-81 16,-2-15 25-16,-5-12 4 16,-9-9-28-16,-4-5 34 15,-4-21-35-15,-4-13 0 16,1-16-11-16,3-20 11 16,1-16 0-16,1-28 0 15,-3-32-70-15,-3-26 5 16,9-16-170-16,-3-14-227 15,-1-13-144-15</inkml:trace>
  <inkml:trace contextRef="#ctx0" brushRef="#br0" timeOffset="-204286.29">25449 6130 684 0,'0'0'1488'0,"0"0"-1251"0,0 0-237 15,0 0-30-15,0 0-10 16,181-94 40-16,85 83 74 16,82 2 24-16,64 0-46 15,36 1 142-15,-2-6-154 16,22-4 25-16,7-3-46 16,-7-8 2-16,-18-2 8 15,-20-1-29-15,-31 6 0 16,-33 5-14-16,-43 13 14 15,-49 8-59-15,-89 0-213 16,-58 0-396-16</inkml:trace>
  <inkml:trace contextRef="#ctx0" brushRef="#br0" timeOffset="-202331.4">26056 3074 962 0,'0'0'282'0,"0"0"-76"0,0 0-46 15,0 0-13-15,0 0 5 16,0 0 5-16,0 0 64 15,-27-39-140-15,27 38-73 16,0-1 57-16,0 2-55 16,0 0-4-16,0 0-6 15,0 0 9-15,0 0-29 16,0 0 18-16,0 0-42 16,3 2 26-16,8 10-9 15,4 6 27-15,5 6 0 16,5 4 8-16,4 2-8 15,2 2 0-15,5-2 0 0,1 0-34 16,6-4 17-16,-1-2-17 16,0-6 25-16,1-3 9 15,-3-2-8-15,5 3 8 16,-1 3 0-16,1 4 5 16,4 8 5-16,-2 5-10 15,-3 2 0-15,1 4 10 16,-5 2-7-16,2 0-3 15,-1 0 0-15,-1-2-10 16,2 2 10-16,3-3 0 16,-1-1 0-16,1-3 2 15,-1 2 1-15,1 0-3 16,-1 0 0-16,1 3-9 16,0 0 9-16,2 0 0 15,-1-3 0-15,1-4 6 0,-3-2-9 16,2-1 3-16,-7-5 0 15,1 5-8-15,1-6 9 16,-6 6-1-16,3-1 0 16,-5 1 12-16,1 1-4 15,2-1-8-15,-2 0 0 16,1-2-10-16,3-1 10 16,-3-2-7-16,1-2 7 15,2-2 0-15,-2 0-2 16,2 0 2-16,-3-1 0 15,0 0-12-15,2 0 12 16,-6-2 0-16,3 1 0 16,-1-1 7-16,0-1 7 0,5 2-14 15,-1-3 0 1,2 1-2-16,1 2 2 16,0-1 0-16,1 0 0 15,0 0 7-15,7 1 46 0,-2 2-53 16,1 1 2-16,0 1 10 15,0 7-12-15,-1-3 0 16,1 3-1-16,0 3 15 16,-2 1-9-16,-1 1-5 15,-1 2 0-15,-6-1-37 16,1 1 29-16,-5-4-66 16,6 13-75-16,-10-12-141 0,-9-5-351 15</inkml:trace>
  <inkml:trace contextRef="#ctx0" brushRef="#br0" timeOffset="-201335.79">29716 6240 1058 0,'0'0'372'0,"0"0"-116"16,0 0-8-16,0 0-51 16,0 0 94-16,0 0-129 15,0 0-53-15,-2-6 1 16,9 6-110-16,13 8 0 15,9 18-1-15,9 15 15 16,6 10 75-16,3 14-78 16,-1 7-11-16,2 9 39 15,-3-4-31-15,1 1-8 16,1-8 0-16,-2-8-80 16,6 1 11-16,-11-17-229 0,-11-16-347 15</inkml:trace>
  <inkml:trace contextRef="#ctx0" brushRef="#br0" timeOffset="-200777.27">30180 6976 1033 0,'0'0'213'0,"0"0"-126"15,0 0-25-15,0 0-20 0,0 0 41 16,0 0-9 0,0 0 21-16,56 6 30 15,-52-6-56-15,-4 0-18 0,0-3 62 16,0 3-5-16,0 0 5 15,0 0-86-15,0 0-21 16,0 7 23-16,0 7-23 16,0 4 24-16,0 1 13 15,9 1-43-15,2-5 29 16,0-5-29-16,1-4 0 16,-1-6 0-16,-3 0 1 15,-3 0-1-15,-3-11 0 16,-2-6 13-16,0 3-29 15,-15 0-18-15,-21-2-144 16,5 4-37-16,2 2-523 0</inkml:trace>
  <inkml:trace contextRef="#ctx0" brushRef="#br0" timeOffset="-199711.46">29629 5889 62 0,'0'0'916'0,"0"0"-698"16,0 0-134-16,0 0-27 15,0 0 34-15,0 0 11 16,0 0 83-16,-10 0-139 15,5 0 30-15,2-6 28 16,1 2-27-16,0 0-1 16,0 3-29-16,-3 1-21 0,3 0 48 15,0 0-74 1,-2 0 0-16,-1 0 5 0,-2 0 7 16,0 0-3-16,3 1-9 15,0 7 1-15,2-2 6 16,0 2-7-16,2-5-9 15,0 2 8-15,0-3-32 16,0-2 13-16,0 0-29 16,0 0 25-16,0 0 5 15,0 0 20-15,0 0-1 16,-3 0 52-16,-6 0-33 16,-2-2 65-16,0 0-14 15,-1 2-29-15,6 0 114 16,0 0-133-16,3 0 8 15,1 0 19-15,2 6-49 0,0 2 4 16,0-2-4-16,7 3 0 16,3-6-55-16,2 1 25 15,-3-2-42-15,-5 1-3 16,-2-3-70-16,-2 0-20 16,0 0-84-16,-2-3-393 0</inkml:trace>
  <inkml:trace contextRef="#ctx0" brushRef="#br0" timeOffset="-199006.76">29353 5484 879 0,'0'0'241'0,"0"0"-174"16,0 0-8-16,0 0-59 15,0 0 68-15,0 0-13 16,0 0 9-16,0 0 58 16,0 0-49-16,0 0 1 15,0 0 45-15,0 0-65 0,0 0 0 16,0 0-41-1,0 0 8-15,0 12 8 0,9 6-16 16,2 6-5-16,9 16-16 16,-2-8-121-16,-1-6-256 0</inkml:trace>
  <inkml:trace contextRef="#ctx0" brushRef="#br0" timeOffset="-198262.51">29386 5552 1347 0,'0'0'369'16,"0"0"-237"-16,0 0-93 15,0 0-39-15,0 0 76 16,0 0-76-16,0 0 1 15,29 51 50-15,-10-18-51 16,-2 8-28-16,10 8-61 0,-5-8-231 16,-4-9-755-16</inkml:trace>
  <inkml:trace contextRef="#ctx0" brushRef="#br0" timeOffset="-197176.26">29592 6064 660 0,'0'0'304'0,"0"0"-147"15,0 0-123-15,0 0 47 16,0 0 27-16,0 0-50 15,0 0-24-15,11 0-34 0,-9 0 8 16,2 0 4-16,3 0 3 16,0 6 34-16,4 8 66 15,0 3-31-15,2 4 23 16,0 2-34-16,1 3-73 16,-1-1 62-16,1-1-62 15,-1-4 0-15,3 1-9 16,1-7-57-16,0-1-173 15,-5-5-389-15</inkml:trace>
  <inkml:trace contextRef="#ctx0" brushRef="#br0" timeOffset="-195917.47">29518 5907 512 0,'0'0'715'15,"0"0"-599"-15,0 0-94 16,0 0-6-16,0 0-16 16,0 0 40-16,0 0 1 15,0 0 58-15,0 0-32 16,0 0-3-16,0 0 35 0,0 0-29 16,0 0 11-16,0 0-17 15,0 0-41-15,0 0 44 16,-3 0-31-16,1 0-8 15,2 0 60-15,0 0-59 16,0 0-1-16,0 2-16 16,0 1-2-16,0-2-17 15,0 3 7-15,0 2-6 16,0 0-26-16,0 0 20 16,7 0-18-16,0-1-24 15,-2-4-25-15,-1 1 48 16,-4-2-59-16,0 0 33 15,0 0 38-15,0 0 19 0,-2-3-56 16,-7-4 56-16,-1 2 28 16,4 0 82-16,2 5-52 15,2 0 13-15,-1 0 63 16,3 0-99-16,0 0-11 16,0 0-15-16,0 6 1 15,0 5-19-15,0-2 9 16,3-1-53-16,5-1 41 15,-1-2-61-15,0-2 34 16,-3-2 14-16,-1-1 3 16,-3 0 0-16,0 0 18 15,0 0 4-15,0 0 4 16,0 0-3-16,-7-5-1 16,0 1 19-16,2 1-19 15,1 2 25-15,-2 1-25 0,1 0-88 16,-1 5-38-16,0 9-202 15,4-4-253-15</inkml:trace>
  <inkml:trace contextRef="#ctx0" brushRef="#br0" timeOffset="-195026.26">29583 5917 10 0,'0'0'1319'0,"0"0"-1034"15,0 0-208-15,0 0-13 0,0 0 21 16,0 0 11-16,0 0-41 16,-5 0-49-16,5 0 58 15,0 0-54-15,0 0 5 16,0 0 16-16,0 0-31 15,0 0-9-15,0 0-43 16,0 0-53-16,0 0 90 16,2 0-75-16,3 0 14 15,-3-1 58-15,-2-6-20 16,0 1 31-16,0 3-15 16,0 0 22-16,0 1 60 15,0 2-22-15,0 0 17 16,-2 0 46-16,0 0-67 0,-1 0 9 15,1 0-43-15,2 0 20 16,0 0 0-16,0 5-20 16,0 2 0-16,0-1-6 15,0-2-1-15,5-1 0 16,2-2-13-16,-3-1-14 16,0 0 10-16,1 0-11 15,-5 0 34-15,0 0-24 16,0 0 32-16,0 0-7 15,0 0 0-15,0 0-28 16,0 0-8-16,0-1-533 0</inkml:trace>
  <inkml:trace contextRef="#ctx0" brushRef="#br0" timeOffset="-193758.36">29558 5900 1124 0,'0'0'535'16,"0"0"-387"-16,0 0-3 15,0 0-28-15,0 0-19 16,0 0 34-16,0 0-111 16,0-17 0-16,3 9-21 15,-1 0 0-15,0 2-11 16,-2-1 11-16,0 0 0 15,0 2-11-15,0 0 18 16,0 1-7-16,0-1 0 0,0 5 9 16,-4-3 3-16,-1 3-12 15,1 0 0-15,-4 0 17 16,2 0-8-16,0 8-9 16,-1 4 0-16,5 0 6 15,2 0-10-15,0-2 4 16,0-3 0-16,0 0-30 15,0-3 30-15,9-1-26 16,3-3 3-16,2 0-51 16,1 0-23-16,-3 0-70 15,-3-11 13-15,-7 3 145 16,-2 1-11-16,0 0 20 0,-2 5 83 16,-14 2-58-1,1 0 60-15,-1 0-22 0,1 2-28 16,1 8 41-16,7-1-75 15,3 0 3-15,4 1-4 16,0 1-77-16,6-4-31 16,15-1-212-16,-3-6-614 0</inkml:trace>
  <inkml:trace contextRef="#ctx0" brushRef="#br0" timeOffset="-193591.53">29605 5939 459 0,'-7'0'1525'0,"3"0"-1259"0,0 0-142 15,1 0-124-15,1 0 0 16,2 0-35-16,0 0-163 16,0 0-695-16</inkml:trace>
  <inkml:trace contextRef="#ctx0" brushRef="#br0" timeOffset="-193007.19">30263 6921 841 0,'0'0'604'0,"0"0"-479"16,0 0-49-16,0 0 52 16,0 0 34-16,0 0 23 0,0 0-111 15,-3 0-45 1,3 0 16-16,0 0-36 0,0 0 13 15,0 0-22-15,0 0 0 16,0 0-24-16,0 0-128 16,0 0-145-16,0 0-330 0</inkml:trace>
  <inkml:trace contextRef="#ctx0" brushRef="#br0" timeOffset="-191768.36">30178 6014 707 0,'0'0'272'0,"0"0"-118"15,0 0 61-15,0 0 8 16,0 0-4-16,0 0-52 15,0 0-41-15,0-48-57 16,0 41 17-16,0 1-20 16,0 2-38-16,0 1 30 15,0 1-39-15,0-1-19 16,0 1 29-16,0 2-29 16,0 0-8-16,0 0-38 15,0 0-80-15,2 0 7 16,6 0-4-16,2 14-50 0,1 4-8 15,-3 6-7 1,4 2 115-16,-3 3 36 0,0 0 21 16,2 2 1-16,-4-1 16 15,-1 1-1-15,1-4 84 16,-4 4-30-16,1-2 23 16,0 1-44-16,3 3-31 15,-1-1 10-15,1-3-12 16,2 3-20-16,2-1 8 15,0 0-4-15,3 1-14 16,4 13-43-16,-3-9-105 16,-2-6-138-16</inkml:trace>
  <inkml:trace contextRef="#ctx0" brushRef="#br0" timeOffset="-191647.12">30412 6774 869 0,'0'0'350'0,"0"0"-31"0,0 0-101 15,0 0-175-15,7 116-37 16,-3-99 2-16,2-3-8 15,4-3-26-15,5-11-47 16,-1 0-134-16,-3 0-356 0</inkml:trace>
  <inkml:trace contextRef="#ctx0" brushRef="#br0" timeOffset="-190762.76">30343 5278 1543 0,'0'0'349'15,"0"0"-286"-15,0 0-51 0,0 0 29 16,0 0-35-16,0 0 20 15,0 0-9-15,-91 24-11 16,73 10 130-16,7 4-105 16,3 0 3-16,8-6 3 15,0-4-37-15,0-8-8 16,6-6-35-16,7-7-58 16,0-6 86-16,0-1-63 15,3 0 28-15,-3-6 42 16,-2-2 16-16,1 2 11 15,-3 6 7-15,1 0-12 16,4 10-10-16,-3 40-4 16,-2-4-139-16,-5-4-388 0</inkml:trace>
  <inkml:trace contextRef="#ctx0" brushRef="#br0" timeOffset="-190013.14">30247 4710 1582 0,'0'0'257'15,"0"0"-257"-15,0 0-92 16,0 0 92-16,0 0 65 16,0 0-13-16,0 0 28 15,5 86 68-15,-1-11 90 16,3 8-120-16,-1 6-31 16,-2-5-7-16,1-10-71 15,0-11 6-15,-1-13-15 16,-2-15 12-16,1-10-14 15,-1-11 2-15,-2-7-38 0,2-7 30 16,2 0-50-16,3-5 15 16,9-22 33-16,4-11-127 15,9-5-110-15,2 1 199 16,1 11 48-16,-3 18 144 16,-6 13-94-16,0 0-1 15,-7 21 5-15,-7 9-20 16,-9 9 59-16,0 0-32 15,-25 8-33-15,-8 2 26 16,-7 2-54-16,-14 2-116 16,9-14-166-16,7-15-438 0</inkml:trace>
  <inkml:trace contextRef="#ctx0" brushRef="#br0" timeOffset="-189156.1">26060 3334 1181 0,'0'0'493'0,"0"0"-429"0,0 0-64 16,0 0-89-16,0 0 71 15,0 0-12-15,0 0 30 16,8 75-1-16,2-42-34 15,9 25-133-15,-4-9-47 16,-1-6-498-16</inkml:trace>
  <inkml:trace contextRef="#ctx0" brushRef="#br0" timeOffset="-189026.23">26232 4146 993 0,'0'0'259'15,"0"0"23"-15,14 111-237 16,-8-63-24-16,5 1-7 15,1 0-14-15,10 15-2 16,-4-11-152-16,2-13-158 0</inkml:trace>
  <inkml:trace contextRef="#ctx0" brushRef="#br0" timeOffset="-188699.51">26475 5043 1318 0,'0'0'307'15,"0"0"-113"-15,-19 110-125 16,11-62-68-16,2-4 39 16,4-1-27-16,2-3-13 15,0-2 0-15,0 2-10 16,6 0-33-16,6 0-51 16,3-1-127-16,-1 0 62 0,-1-3-101 15,2 0 28-15,-3-4 88 16,-4 0 44-16,-1-1 100 15,-2-4 74-15,-5-1 47 16,0 1 57-16,0 1-101 16,0-4-38-16,0 2 23 15,-3-2-27-15,-6 0 8 16,-2 5-14-16,0-2-28 16,0 1 36-16,0 8-37 15,1-7-155-15,6-9-915 0</inkml:trace>
  <inkml:trace contextRef="#ctx0" brushRef="#br0" timeOffset="-188211.47">26446 6264 1200 0,'0'0'372'15,"0"0"-254"-15,0 0-96 16,0 0 8-16,0 0 109 0,0 0-80 16,0 0 59-1,-19-20-9-15,11 20-98 16,-3 0 9-16,-2 6 8 15,-5 12-13-15,0 6 101 0,1 5-51 16,3 3-3-16,1-3 38 16,6 2-73-16,3-7-1 15,1-7-26-15,3-4-1 16,0-8-27-16,5-5-32 16,12 0-11-16,6-13-23 15,2-16-216-15,-1-6-162 16,-6-2 170-16,-4 3 302 15,-8 12 37-15,-4 11 335 16,-2 7-82-16,0 4-76 16,0 4-113-16,0 19-5 0,0 13 66 15,0 10-109-15,0 7 34 16,2 3-87 0,19 8-128-16,-4-14-120 15,-1-16-477-15</inkml:trace>
  <inkml:trace contextRef="#ctx0" brushRef="#br0" timeOffset="-184765.3">29652 5897 582 0,'0'0'271'16,"0"0"-271"-16,0 0-6 0,0 0 6 15,0 0 90-15,0 0 28 16,0 0-14-16,0 0-46 16,0 0-27-16,0 0 96 15,0 0-85-15,0 0 15 16,0 0 29-16,0 0-18 16,0 0 27-16,0 0-95 15,0 0 16-15,0 0 0 16,0 0-16-16,0 0 0 15,0 0-7-15,0 0 18 16,0 0-27-16,0 0-7 16,0 0-54-16,0 0 65 15,0 0-43-15,0 0-34 16,0 0 40-16,0 0 44 16,0 0 5-16,0 0 0 0,0 0 0 15,0 0 78-15,0 0-34 16,0 0 18-16,0 0 20 15,0 0-47-15,0 0 53 16,0 0-30-16,0 0-9 16,0 0 88-16,0 0-71 15,0 0 1-15,0 0-2 16,0 0-64-16,0 0 39 16,0 0-40-16,0 0 0 15,0 0-37-15,0 0 37 16,0 0-44-16,0 0 8 15,0 0-46-15,0 0-7 0,-2 0-127 16,2 0-344-16,-5 3 34 16</inkml:trace>
  <inkml:trace contextRef="#ctx0" brushRef="#br0" timeOffset="-183990.3">29592 5893 1290 0,'0'0'337'16,"0"0"-217"-16,0 0-120 16,0 0 0-16,0 0 58 15,0 0-37-15,0 0-4 16,0-2-17-16,0 2 0 16,0 0-6-16,0-2 6 15,0 2 0-15,-5-3-19 16,-2 0 1-16,0-1 15 15,-1 2-10-15,-1 0 26 16,0 2 12-16,0 0-24 16,-4 0-1-16,-1 0 51 0,1 6-45 15,-1 6 35-15,1-2 9 16,3 3-40-16,2-4 87 16,4 0-82-16,2-2-15 15,2 1 22-15,0-2-15 16,0 2-7-16,10-1 0 15,4-2 9-15,4-1-28 16,-2-4 19-16,-1 0-58 16,1 0 39-16,-5 0-30 15,-4-4 24-15,0-5-21 16,-5-4-11-16,-2-1 37 0,0 2-1 16,0 2 21-16,-2 2 43 15,-7 4 11 1,-3-1 30-16,4 5 11 0,-4 0-33 15,1 0 121-15,2 0-122 16,1 0-38-16,2 0 23 16,4 0-38-16,2 3-16 15,0-1-7-15,0 5-38 16,14-2 9-16,1 1 24 16,-1-2-88-16,-1 1 49 15,-4-5-36-15,-4 0 71 16,-3 0 23-16,-2 0 1 0,0 0 47 15,0 0-26 1,0 0 27-16,0 0 35 0,-2 0-83 16,2 0-16-16,0 0-64 15,0 0-234-15,0 0-809 0</inkml:trace>
  <inkml:trace contextRef="#ctx0" brushRef="#br0" timeOffset="-181730.39">26105 3217 1313 0,'0'0'332'0,"0"0"-255"16,0 0 0-16,0 0-34 15,0 0 33-15,0 0 10 16,0 0-60-16,0-7 79 0,0 7-49 16,0 0 7-16,0 0 72 15,0 0-133-15,0 0 17 16,0 0-19-16,0 0 7 15,0 0-45-15,0 0 17 16,0 0-56-16,0 0 68 16,2-2-100-16,3-1 63 15,-1 0 18-15,0-3-28 16,-4-2 55-16,0 0-38 16,0-6 39-16,-6 2-9 15,-9-3 21-15,-1 1 31 16,-2 7 51-16,2 2-27 15,3 5 85-15,2 0-119 16,2 0-24-16,5 7 60 0,4 9-61 16,0 2-2-16,0-1-6 15,8 0 15-15,11-3-39 16,-2-6 24-16,-1-1-12 16,-3-4-27-16,-1-3 10 15,-8 0 18-15,-2 0 4 16,-2 0 14-16,0 0 41 15,0 0-48-15,0-3 0 16,0 0 28-16,0-1-28 16,-2 4-1-16,0 0 0 15,2 0-97-15,-5 0-26 16,3 4-258-16,-3 4-339 0</inkml:trace>
  <inkml:trace contextRef="#ctx0" brushRef="#br0" timeOffset="-177564.29">26049 3087 1726 0,'0'0'385'0,"0"0"-275"0,0 0-61 16,0 0 171-16,0 0-82 16,0 0-32-16,0 0-2 15,0 0-83-15,0 0 30 16,0 0-51-16,0 0 6 16,0 0-63-16,5 0-28 15,15 0-244-15,-2 0-457 16,-1 0-690-16</inkml:trace>
  <inkml:trace contextRef="#ctx0" brushRef="#br0" timeOffset="-176483.65">30343 6803 568 0,'0'0'393'16,"0"0"-262"-16,0 0-15 16,0 0 9-16,0 0-6 15,0 0 39-15,0 0-62 16,0 2-46-16,0-2 52 16,0 0-94-16,0 0 37 15,0 0 34-15,0 0-25 16,0 0 9-16,0 0-63 15,0 0 0-15,0 0-7 0,0 7 7 16,0 5 0-16,0 6 23 16,0 3-13-16,0 6 39 15,0-3-49-15,0 0 1 16,5-4 28-16,5-4-22 16,1-4-7-16,3-4 0 15,1-6 11-15,1-2-33 16,-3 0 8-16,-1 0-5 15,-6-4-3-15,-6-6 31 16,0 0-9-16,0 0 43 0,0 1-33 16,-2 4 14-16,-4-2-24 15,-2 2-107 1,4-1-32-16,0 0-404 0</inkml:trace>
  <inkml:trace contextRef="#ctx0" brushRef="#br0" timeOffset="-173734.76">28863 2227 1625 0,'0'0'395'15,"0"0"-325"-15,0 0-70 16,0 0 0-16,0 0 10 0,0 0-10 15,137-123-21-15,-100 76 2 16,-11-1-89-16,-8-2 57 16,-9 4 51-16,-7 4 0 15,-2 8 75-15,0 10 2 16,0 9-44-16,-7 13 35 16,-1 2-68-16,-4 27 0 15,-1 39 49-15,2 44 64 16,-1 39 82-16,6 8-85 15,4-27-65-15,0-37 40 16,0-38-85-16,-1-16 12 16,-1 2-12-16,0-3 15 0,-4-4-18 15,4-12 3 1,-2-12-45-16,1-6 25 0,3-4 19 16,0-4 1-16,2-25 0 15,0-20-117-15,33-31 69 16,18-33-28-16,16-25-13 15,4-8-25-15,-12 21-107 16,-20 29 29-16,-16 32 1 16,-10 8 82-16,1-2 106 15,-3 5 3-15,-5 7 93 16,-6 24 235-16,0 22-148 16,-2 10-121-16,-20 54-44 0,-5 41 106 15,7 26 102 1,7-3-119-16,13-28-74 0,0-37 37 15,9-20-67-15,11-2-9 16,6-2-9-16,3-3-58 16,2-14 11-16,0-14-108 15,6-14-106-15,-8-20 29 16,-8-12-306-16</inkml:trace>
  <inkml:trace contextRef="#ctx0" brushRef="#br0" timeOffset="-173426.03">29573 2106 1731 0,'0'0'357'16,"0"0"-282"-16,0 0-52 16,0 0 105-16,0 0-51 15,23 107-7-15,-23-78 73 0,0-7-131 16,0-4 17-16,0-8-17 16,0-4-1-16,0-4-22 15,0-2-22-15,4 0-90 16,1-4 116-16,1-24-69 15,2-13-189-15,0-6-94 16,-1 2 85-16,-3 14 274 16,-2 19 251-16,-2 12-187 15,0 26-3-15,0 22 87 16,0 3 5-16,0 2-55 16,10-9-57-16,5-10-10 15,3-10-31-15,7-14-65 16,6-10 33-16,-4-14-232 15,-8-12-363-15</inkml:trace>
  <inkml:trace contextRef="#ctx0" brushRef="#br0" timeOffset="-173267.92">29970 1784 1252 0,'0'0'980'0,"0"0"-881"15,0 0-87-15,52 130 113 16,-46-56-106-16,-6 9-7 15,0 3-12-15,-8-1-40 16,-17 3-151-16,5-22-296 16,2-20-554-16</inkml:trace>
  <inkml:trace contextRef="#ctx0" brushRef="#br0" timeOffset="-169368.35">29578 5775 504 0,'0'0'381'0,"0"0"-232"16,0 0-100-16,0 0 49 15,0 0-31-15,0 0 11 16,0 0 12-16,-5-12-12 16,3 12 34-16,2-2-45 0,-2 2-24 15,2-3 94-15,-2 2-70 16,2 1-11-16,0-2-25 15,0 2-31-15,0 0 49 16,-2 0-49-16,2-2 1 16,0 2 55-16,0 0-50 15,0 0 18-15,-2 0 6 16,2 0-29-16,0 0 31 16,-2 0-32-16,2 0 0 15,0 0-21-15,0 0 21 16,0 0 0-16,0 0-1 15,0 0 2-15,0 0-11 16,0 0 10-16,0 0 0 0,0 0-14 16,0 0 14-1,0 0 0-15,0 0 0 0,0 0 6 16,0 0-15-16,0 0 9 16,0 0 0-16,0 0 38 15,0 0-10-15,0 0 57 16,0 0 17-16,0 0-26 15,0 0 35-15,0 0-89 16,0 0-8-16,-5 0 28 16,1 0-42-16,-4 0 0 15,-2 0-1-15,-1 4 10 16,-3 9-3-16,3-1-6 16,-1 2 0-16,8 1-26 15,0-3 26-15,4-2-16 16,0-1 14-16,0 0-29 0,0-1 16 15,4-4-9-15,6 0 23 16,-4-2-38-16,1-2 39 16,-3 0-10-16,0 0 2 15,-4 0 16-15,0 0 16 16,0 0-24-16,0 0 8 16,0-4 49-16,0-4-33 15,0 0-24-15,-6 1 30 16,4 4-17-16,0 1 27 15,-1 2-40-15,3 0-4 16,0 0-40-16,0 0-19 16,0 0-120-16,3 14-132 0,5 2 50 15,4-2-392-15</inkml:trace>
  <inkml:trace contextRef="#ctx0" brushRef="#br0" timeOffset="-168876.63">29590 5900 960 0,'0'0'879'0,"0"0"-658"16,0 0-143-16,0 0 138 15,0 0-12-15,0 0-107 16,0 0-92-16,0 0-5 16,0 3-216-16,4 1-409 15,0-2-291-15</inkml:trace>
  <inkml:trace contextRef="#ctx0" brushRef="#br0" timeOffset="-168714.53">29590 5900 2041 0,'44'93'329'0,"-51"-93"-329"16,1 0-114-16,1-1-24 16,0-8-204-16,5 0-429 15</inkml:trace>
  <inkml:trace contextRef="#ctx0" brushRef="#br0" timeOffset="-167817.12">29596 5923 1463 0,'0'0'379'15,"0"0"-284"-15,0 0 22 0,0 0-16 16,0 0 37 0,0 0-37-16,0 0-83 0,0 2 3 15,0-2-21-15,0 0 1 16,0 0 8-16,0 0-9 15,0 0-1-15,0 0-11 16,0 0 0-16,0 0 0 16,0 0 3-16,0 0 9 15,0 0 34-15,0 0-34 16,0 0 1-16,0 0 51 16,0 0-30-16,-2 0 4 15,2 0-26-15,0 0 9 0,0 0-2 16,0 0-7-1,0 0 0-15,0 0-19 0,0 0 19 16,0 0-9-16,0 0-15 16,0 0 24-16,0 0-16 15,0 0 16-15,0 0 0 16,0 0-3-16,0 0 16 16,0 0-1-16,0 0 1 15,0 0 1-15,0 0 100 16,0 0-87-16,0 0 4 15,0 0 57-15,0 0-77 16,0 0 28-16,0 0-33 16,0 0 21-16,0 0 22 15,0 0-49-15,0 0-2 16,0 0-22-16,0 0-14 0,0 0-18 16,0 4-85-16,-2 16-148 15,-3 2-12-15,1-1-218 0</inkml:trace>
  <inkml:trace contextRef="#ctx0" brushRef="#br0" timeOffset="-151254.15">30403 6928 2107 0,'0'0'622'0,"0"0"-622"15,0 0 10-15,0 0-22 0,0 0 30 16,0 0-9-16,0 0-9 15,0 0-28-15,0 0-2 16,3 0-123-16,1 0-76 16,0 0-31-16,-2 0-416 0</inkml:trace>
  <inkml:trace contextRef="#ctx0" brushRef="#br1" timeOffset="-131853.9">22851 4189 1181 0,'0'0'482'15,"0"0"-418"-15,0 0-15 16,0 0-16-16,0 0 38 16,0 0-19-16,0 0-52 15,0-9-8-15,0 9-17 16,0 0 24-16,0 0-5 15,0 0 6-15,0 0-6 0,0 0-1 16,0 0 8 0,0 0-2-16,0 0-10 0,0 0-24 15,0 0 19-15,0 0 1 16,0 0 15-16,0 0 4 16,0 0-3-16,0 0 11 15,0 0-9-15,0 0 9 16,0 0-12-16,0 0 0 15,0 0 0-15,0 0 1 16,0 0 0-16,0 0 5 16,0 0-6-16,0 0-32 15,0 0-7-15,0 0-144 0,2 0-148 16,2 0-385-16</inkml:trace>
  <inkml:trace contextRef="#ctx0" brushRef="#br1" timeOffset="-131657.47">22851 4189 212 0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09974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6992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8720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965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1506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614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507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0211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899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658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7B81-3B7E-417C-B433-DC5653BE505A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1457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E7B81-3B7E-417C-B433-DC5653BE505A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C13FB-975C-4F8E-9B5D-C0796FC19DD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42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customXml" Target="../ink/ink6.xml"/><Relationship Id="rId4" Type="http://schemas.openxmlformats.org/officeDocument/2006/relationships/image" Target="../media/image7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NUL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5" Type="http://schemas.openxmlformats.org/officeDocument/2006/relationships/image" Target="NULL"/><Relationship Id="rId4" Type="http://schemas.openxmlformats.org/officeDocument/2006/relationships/customXml" Target="../ink/ink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67402E-BE3E-4897-AFAD-DD2B76C68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8" y="278476"/>
            <a:ext cx="4758757" cy="10278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CD9A3F-CFE0-4D11-B7F0-54F0EA39D7D1}"/>
                  </a:ext>
                </a:extLst>
              </p14:cNvPr>
              <p14:cNvContentPartPr/>
              <p14:nvPr/>
            </p14:nvContentPartPr>
            <p14:xfrm>
              <a:off x="403200" y="367200"/>
              <a:ext cx="10721880" cy="5317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CD9A3F-CFE0-4D11-B7F0-54F0EA39D7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840" y="357840"/>
                <a:ext cx="10740600" cy="533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5422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AFDF58-D162-42A4-848C-982F4B96B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20" y="338348"/>
            <a:ext cx="4992328" cy="10005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B24145-CCE9-4975-992C-B15EE948A6D4}"/>
                  </a:ext>
                </a:extLst>
              </p14:cNvPr>
              <p14:cNvContentPartPr/>
              <p14:nvPr/>
            </p14:nvContentPartPr>
            <p14:xfrm>
              <a:off x="2404890" y="545451"/>
              <a:ext cx="72360" cy="523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B24145-CCE9-4975-992C-B15EE948A6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5890" y="536451"/>
                <a:ext cx="90000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84EAB16-E867-48E8-B230-3C50F246E771}"/>
                  </a:ext>
                </a:extLst>
              </p14:cNvPr>
              <p14:cNvContentPartPr/>
              <p14:nvPr/>
            </p14:nvContentPartPr>
            <p14:xfrm>
              <a:off x="4520970" y="542571"/>
              <a:ext cx="103320" cy="471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84EAB16-E867-48E8-B230-3C50F246E7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12330" y="533571"/>
                <a:ext cx="12096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84D01D5-A3C8-4E70-88FC-9CED1476C53C}"/>
                  </a:ext>
                </a:extLst>
              </p14:cNvPr>
              <p14:cNvContentPartPr/>
              <p14:nvPr/>
            </p14:nvContentPartPr>
            <p14:xfrm>
              <a:off x="782640" y="354240"/>
              <a:ext cx="11111400" cy="4755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84D01D5-A3C8-4E70-88FC-9CED1476C53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3280" y="344880"/>
                <a:ext cx="11130120" cy="477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0463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088B0E-8BC0-4A0C-975C-5D937A975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82" y="537014"/>
            <a:ext cx="2411740" cy="8917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1881F88-C66F-457B-BA75-965E3103B544}"/>
                  </a:ext>
                </a:extLst>
              </p14:cNvPr>
              <p14:cNvContentPartPr/>
              <p14:nvPr/>
            </p14:nvContentPartPr>
            <p14:xfrm>
              <a:off x="767520" y="556560"/>
              <a:ext cx="8663760" cy="2671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1881F88-C66F-457B-BA75-965E3103B5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160" y="547200"/>
                <a:ext cx="8682480" cy="268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C384D7E-7F27-4799-AFA7-9E7F7BA557C5}"/>
                  </a:ext>
                </a:extLst>
              </p14:cNvPr>
              <p14:cNvContentPartPr/>
              <p14:nvPr/>
            </p14:nvContentPartPr>
            <p14:xfrm>
              <a:off x="6070680" y="1847880"/>
              <a:ext cx="209880" cy="203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C384D7E-7F27-4799-AFA7-9E7F7BA557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1320" y="1838520"/>
                <a:ext cx="228600" cy="22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1006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FF20DD-5B59-4406-972A-337966CFB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72" y="614567"/>
            <a:ext cx="3629096" cy="10182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DD7B8E5-A6EA-4F0D-BBDF-89734FFCE055}"/>
                  </a:ext>
                </a:extLst>
              </p14:cNvPr>
              <p14:cNvContentPartPr/>
              <p14:nvPr/>
            </p14:nvContentPartPr>
            <p14:xfrm>
              <a:off x="554040" y="526320"/>
              <a:ext cx="9437760" cy="3206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DD7B8E5-A6EA-4F0D-BBDF-89734FFCE0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4680" y="516960"/>
                <a:ext cx="9456480" cy="322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367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3E30A5-0AB0-4C54-B914-F0D23E26C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65" y="368278"/>
            <a:ext cx="3080504" cy="12890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D76E3CD-09DB-48CB-985F-E852A89F639D}"/>
                  </a:ext>
                </a:extLst>
              </p14:cNvPr>
              <p14:cNvContentPartPr/>
              <p14:nvPr/>
            </p14:nvContentPartPr>
            <p14:xfrm>
              <a:off x="603720" y="397080"/>
              <a:ext cx="8427600" cy="4257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D76E3CD-09DB-48CB-985F-E852A89F63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360" y="387720"/>
                <a:ext cx="8446320" cy="427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9912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0A077A-F362-4491-8D6D-B8E428518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60" y="558779"/>
            <a:ext cx="3336990" cy="10927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FC520D-7EB4-4334-9984-6B4655FD4CA3}"/>
                  </a:ext>
                </a:extLst>
              </p14:cNvPr>
              <p14:cNvContentPartPr/>
              <p14:nvPr/>
            </p14:nvContentPartPr>
            <p14:xfrm>
              <a:off x="960840" y="699480"/>
              <a:ext cx="10717200" cy="2147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FC520D-7EB4-4334-9984-6B4655FD4C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1480" y="690120"/>
                <a:ext cx="10735920" cy="216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9180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17CB65-B6E6-43BD-B696-397D69E65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81" y="286640"/>
            <a:ext cx="2528702" cy="10114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6D58A70-AB78-4E7B-ACC4-F5277A19EF98}"/>
                  </a:ext>
                </a:extLst>
              </p14:cNvPr>
              <p14:cNvContentPartPr/>
              <p14:nvPr/>
            </p14:nvContentPartPr>
            <p14:xfrm>
              <a:off x="410400" y="286560"/>
              <a:ext cx="11310840" cy="6121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6D58A70-AB78-4E7B-ACC4-F5277A19EF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040" y="277200"/>
                <a:ext cx="11329560" cy="613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2C8058-B66B-491C-A03B-D5D6BF8BC029}"/>
                  </a:ext>
                </a:extLst>
              </p14:cNvPr>
              <p14:cNvContentPartPr/>
              <p14:nvPr/>
            </p14:nvContentPartPr>
            <p14:xfrm>
              <a:off x="799920" y="736560"/>
              <a:ext cx="241920" cy="178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2C8058-B66B-491C-A03B-D5D6BF8BC0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0560" y="727200"/>
                <a:ext cx="260640" cy="19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9770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8578DD-433A-427B-B904-CF89D7BFA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39" y="286634"/>
            <a:ext cx="3396786" cy="10523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84CF05-993E-4EE6-BA18-BFDFE15072B3}"/>
                  </a:ext>
                </a:extLst>
              </p14:cNvPr>
              <p14:cNvContentPartPr/>
              <p14:nvPr/>
            </p14:nvContentPartPr>
            <p14:xfrm>
              <a:off x="485280" y="454680"/>
              <a:ext cx="11065320" cy="4128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84CF05-993E-4EE6-BA18-BFDFE15072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5920" y="445320"/>
                <a:ext cx="11084040" cy="414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1559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6902" y="416468"/>
            <a:ext cx="30587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>
                <a:solidFill>
                  <a:schemeClr val="bg1"/>
                </a:solidFill>
              </a:rPr>
              <a:t>2.2 SỰ LIÊN TỤC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902" y="1009135"/>
            <a:ext cx="67617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>
                <a:solidFill>
                  <a:schemeClr val="bg1"/>
                </a:solidFill>
              </a:rPr>
              <a:t>2.2.1 Khái niệm trực quan của sự liên tục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902" y="1725977"/>
            <a:ext cx="109035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>
                <a:solidFill>
                  <a:schemeClr val="bg1"/>
                </a:solidFill>
              </a:rPr>
              <a:t>Sự liên tục có thể được hiểu sơ lược là tính chất về sự kết nối các phần với nhau. Ta bắt đầu với khái niệm </a:t>
            </a:r>
            <a:r>
              <a:rPr lang="vi-VN" sz="2400" b="1">
                <a:solidFill>
                  <a:schemeClr val="bg1"/>
                </a:solidFill>
              </a:rPr>
              <a:t>liên tục tại 1 điểm. </a:t>
            </a:r>
            <a:r>
              <a:rPr lang="vi-VN" sz="2400">
                <a:solidFill>
                  <a:schemeClr val="bg1"/>
                </a:solidFill>
              </a:rPr>
              <a:t>Trước hết, ta hình dung về sự không liên tục </a:t>
            </a:r>
            <a:r>
              <a:rPr lang="vi-VN" sz="2400" b="1">
                <a:solidFill>
                  <a:schemeClr val="bg1"/>
                </a:solidFill>
              </a:rPr>
              <a:t>tại một điểm</a:t>
            </a:r>
            <a:r>
              <a:rPr lang="vi-VN" sz="2400">
                <a:solidFill>
                  <a:schemeClr val="bg1"/>
                </a:solidFill>
              </a:rPr>
              <a:t>. Một số ví dụ được thể hiện trong hình dưới.</a:t>
            </a:r>
            <a:endParaRPr lang="vi-VN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883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647" y="307974"/>
            <a:ext cx="6161264" cy="620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55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9480" y="331801"/>
            <a:ext cx="45833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>
                <a:solidFill>
                  <a:schemeClr val="bg1"/>
                </a:solidFill>
              </a:rPr>
              <a:t>2.2.2 Định nghĩa sự liên tục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61" y="1100489"/>
            <a:ext cx="10702572" cy="44319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545400" y="5767920"/>
              <a:ext cx="10729080" cy="596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600" y="5757840"/>
                <a:ext cx="10749240" cy="61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3317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04" y="256645"/>
            <a:ext cx="6769629" cy="17738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794520" y="758520"/>
              <a:ext cx="9466560" cy="37926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3720" y="746640"/>
                <a:ext cx="9489600" cy="381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579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47" y="239006"/>
            <a:ext cx="7524750" cy="12096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570960" y="1478160"/>
              <a:ext cx="10809360" cy="4583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9800" y="1465920"/>
                <a:ext cx="10831680" cy="460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045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15" y="199673"/>
            <a:ext cx="8543925" cy="1333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612000" y="443880"/>
              <a:ext cx="10898280" cy="5034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0840" y="432000"/>
                <a:ext cx="10916640" cy="505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841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9" y="210356"/>
            <a:ext cx="5987573" cy="16043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538200" y="2106360"/>
              <a:ext cx="11120760" cy="44478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7400" y="2096280"/>
                <a:ext cx="11138400" cy="446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216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9480" y="331801"/>
            <a:ext cx="50433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>
                <a:solidFill>
                  <a:schemeClr val="bg1"/>
                </a:solidFill>
              </a:rPr>
              <a:t>2.2.3 Liên tục trên một khoảng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85" y="1302279"/>
            <a:ext cx="11131677" cy="27391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775800" y="4128480"/>
              <a:ext cx="10712160" cy="16088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7160" y="4118760"/>
                <a:ext cx="10731960" cy="163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373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28" y="251354"/>
            <a:ext cx="8496300" cy="13430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414720" y="1820520"/>
              <a:ext cx="11119680" cy="4203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2480" y="1809360"/>
                <a:ext cx="11144160" cy="422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862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9480" y="331801"/>
            <a:ext cx="48638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>
                <a:solidFill>
                  <a:schemeClr val="bg1"/>
                </a:solidFill>
              </a:rPr>
              <a:t>2.2.4 Định lý giá trị trung gian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05" y="974196"/>
            <a:ext cx="7468240" cy="11463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05" y="2239763"/>
            <a:ext cx="6773081" cy="6835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543960" y="626400"/>
              <a:ext cx="11032920" cy="56948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2800" y="614880"/>
                <a:ext cx="11054880" cy="57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4735476-3612-39BB-781B-3356BC5D6BED}"/>
                  </a:ext>
                </a:extLst>
              </p14:cNvPr>
              <p14:cNvContentPartPr/>
              <p14:nvPr/>
            </p14:nvContentPartPr>
            <p14:xfrm>
              <a:off x="4536360" y="1464480"/>
              <a:ext cx="366480" cy="545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4735476-3612-39BB-781B-3356BC5D6BE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27000" y="1455120"/>
                <a:ext cx="385200" cy="56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402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24" y="292452"/>
            <a:ext cx="6519178" cy="9154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369720" y="609120"/>
              <a:ext cx="10976040" cy="3614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840" y="599400"/>
                <a:ext cx="10996920" cy="36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4690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2901</TotalTime>
  <Words>91</Words>
  <Application>Microsoft Office PowerPoint</Application>
  <PresentationFormat>Widescreen</PresentationFormat>
  <Paragraphs>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NỘI DUNG</dc:title>
  <dc:creator>NGDIEP</dc:creator>
  <cp:lastModifiedBy>Nguyễn Điệp</cp:lastModifiedBy>
  <cp:revision>66</cp:revision>
  <dcterms:created xsi:type="dcterms:W3CDTF">2021-09-02T17:21:41Z</dcterms:created>
  <dcterms:modified xsi:type="dcterms:W3CDTF">2024-09-28T02:28:57Z</dcterms:modified>
</cp:coreProperties>
</file>