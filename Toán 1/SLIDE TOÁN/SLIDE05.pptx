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0" r:id="rId2"/>
    <p:sldId id="361" r:id="rId3"/>
    <p:sldId id="362" r:id="rId4"/>
    <p:sldId id="363" r:id="rId5"/>
    <p:sldId id="364" r:id="rId6"/>
    <p:sldId id="365" r:id="rId7"/>
    <p:sldId id="274" r:id="rId8"/>
    <p:sldId id="275" r:id="rId9"/>
    <p:sldId id="353" r:id="rId10"/>
    <p:sldId id="279" r:id="rId11"/>
    <p:sldId id="354" r:id="rId12"/>
    <p:sldId id="355" r:id="rId13"/>
    <p:sldId id="356" r:id="rId14"/>
    <p:sldId id="357" r:id="rId15"/>
    <p:sldId id="358" r:id="rId16"/>
    <p:sldId id="359" r:id="rId1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10-09T01:08:46.86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1396 4686 836 0,'0'0'760'0,"0"0"-642"0,0 0-63 0,0 0-55 0,0 0 35 0,0 0 255 0,-15 24-64 0,13-24-136 0,2 0 11 0,0 0 24 16,-2 0-26-16,2 0 35 15,0 0-70-15,0 0-38 16,0 2 23-16,0-2-38 16,0 0 26-16,0 0 3 15,0 0-19-15,0 0 35 16,2 0-32-16,13-8-12 16,10-12 10-16,8-6-16 15,7-6-12-15,3-6 3 0,-1-4-55 16,-1-2 25-1,-4-1-30-15,-8 1-24 0,-5 2 38 16,-8 4 7-16,-5 6 42 16,-4 8 13-16,-2 4 19 15,-5 6 59-15,0 4-52 16,0 6-6-16,0 2 21 16,0 2-53-16,0 0 1 15,0 16-2-15,0 14 0 16,0 14-6-16,0 14 6 15,-3 8 0-15,-2 4 26 16,-1 1-20-16,-1-5 4 16,-1-4-9-16,-4-8 0 0,-1-8 9 15,0-7-10-15,-5-10 0 16,-1-7 12-16,0-5-6 16,1-9-6-16,3-8 12 15,1 0-6-15,9-15-12 16,5-13-10-16,0-4-35 15,9-2 9-15,18 2-103 16,22-14-154-16,-5 10-240 16,-1 4-392-16</inkml:trace>
  <inkml:trace contextRef="#ctx0" brushRef="#br0" timeOffset="330.88">2219 4081 1746 0,'0'0'556'0,"0"0"-384"0,0 0-33 0,0 0-2 0,0 0-40 16,0 0-27-16,0 0 24 16,-98 98-43-16,82-46 34 15,3 10-19-15,-1 6-43 16,7 1 17-16,5-6-25 16,2-4-15-16,4-11 16 15,19-6-16-15,4-10-12 16,2-6-55-16,13-8-112 15,-7-10-348-15,-3-6-546 0</inkml:trace>
  <inkml:trace contextRef="#ctx0" brushRef="#br0" timeOffset="580.88">2459 4223 2078 0,'0'0'585'0,"0"0"-491"16,0 0 53-16,0 0-78 15,0 0-52-15,0 0 96 16,0 0-62-16,0 124-22 16,0-70-13-16,3 2-4 15,3-2-18-15,3-4 6 16,2-3-52-16,2-9 5 0,6-6-164 15,-6-10-166 1,-2-10-379-16</inkml:trace>
  <inkml:trace contextRef="#ctx0" brushRef="#br0" timeOffset="752.73">2285 4471 1568 0,'0'0'506'0,"0"0"-425"16,0 0-42 0,156-12-39-16,-80 2-91 0,-15 0-154 15,-9 1-637-15</inkml:trace>
  <inkml:trace contextRef="#ctx0" brushRef="#br0" timeOffset="940.73">2863 4163 1855 0,'0'0'595'16,"0"0"-497"-16,0 0-40 15,0 0 5-15,20 104 38 16,-20-48 45-16,0 8-77 16,0 5-34-16,-12 3-35 15,-9-4-51-15,-18 6-179 0,8-18-270 16,2-16-726-16</inkml:trace>
  <inkml:trace contextRef="#ctx0" brushRef="#br0" timeOffset="1459.09">3291 4475 1921 0,'0'0'731'0,"0"0"-435"0,0 0-91 0,0 0-64 16,0 0-79-16,0 0-11 16,0 0-31-16,48-30-14 15,-21 30-12-15,4 0 4 0,-2 11-34 16,-2 3-21-1,-5 4-163-15,-9-3-399 0,-8-2-413 0</inkml:trace>
  <inkml:trace contextRef="#ctx0" brushRef="#br0" timeOffset="1599.63">3308 4622 2041 0,'0'0'476'16,"0"0"-398"-16,0 0-77 15,0 0-2-15,149 6-70 16,-110 0-247-16,-4-2-801 0</inkml:trace>
  <inkml:trace contextRef="#ctx0" brushRef="#br0" timeOffset="2900.55">4203 4082 1385 0,'0'0'487'0,"0"0"-234"0,0 0 45 0,0 0-61 16,0 0 1-16,0 0-88 16,0 0-66-16,-6-30-5 15,4 30-78-15,2 12 5 16,-2 16 25-16,-1 8-8 15,3 13 36-15,0 3-26 16,0 6-12-16,0 2 41 16,0-2-61-16,0 0 11 15,3-5-12-15,5-3-7 16,2-8-28-16,-2-6-81 0,3-6-121 16,1-10-372-1,-3-10-732-15</inkml:trace>
  <inkml:trace contextRef="#ctx0" brushRef="#br0" timeOffset="3621.57">4689 4333 1738 0,'0'0'613'0,"0"0"-473"0,0 0 13 0,0 0 45 15,0 0-71-15,0 0-37 0,0 0-89 16,0-6 1 0,0 6-4-16,0 0-84 15,0 0-65-15,0 0-138 16,0 0-377-16</inkml:trace>
  <inkml:trace contextRef="#ctx0" brushRef="#br0" timeOffset="4029.94">4689 4333 1430 0,'65'-20'759'16,"-72"20"-507"-16,1 0-120 0,-1-10-50 16,3 2 32-16,4-2-55 15,0 0-5-15,0 0-54 16,7 2 3-16,6 4-10 15,3 2-16-15,-6 2 13 16,-1 2 1-16,-9 18-15 16,0 8 24-16,-11 10 10 15,-20 4-2-15,-9 2 38 16,-7 1-16-16,-1-9-8 16,-4-8 5-16,5-10-21 15,5-10 14-15,8-8-14 16,10 0-6-16,11-8 24 15,13-9-24-15,0 3-20 0,29 3 5 16,11 4-19 0,9 7 34-16,4 0-13 0,3 8 13 15,-3 11-11-15,-4-1-102 16,-2-2-117-16,9-5-63 16,-12-6-282-16,-8-5-438 0</inkml:trace>
  <inkml:trace contextRef="#ctx0" brushRef="#br0" timeOffset="4264.75">5098 4253 929 0,'0'0'802'16,"0"0"-568"-16,0 0-52 16,0 0-53-16,0 0-66 15,0 0 80-15,0 0 1 16,-18 100-64-16,11-50 4 15,3 4-20-15,2-1-37 16,2-2 7-16,0-2-34 16,0-9 6-16,6-6-12 15,7-10-106-15,7-14-93 16,-2-8-157-16,-7-2-572 0</inkml:trace>
  <inkml:trace contextRef="#ctx0" brushRef="#br0" timeOffset="4405.74">4910 4461 1635 0,'0'0'664'15,"0"0"-504"-15,0 0-87 16,0 0-52-16,0 0 1 16,157-8-22-16,-111 8-149 15,-2 0-603-15</inkml:trace>
  <inkml:trace contextRef="#ctx0" brushRef="#br0" timeOffset="4859.57">5626 4435 1077 0,'0'0'1222'0,"0"0"-939"0,0 0-192 15,0 0-54-15,133-34-23 0,-97 34-8 16,1 0-6 0,17 0-48-16,-11 0-341 0,-3 0-749 15</inkml:trace>
  <inkml:trace contextRef="#ctx0" brushRef="#br0" timeOffset="5330.12">6183 4235 1721 0,'0'0'350'16,"0"0"-235"-16,0 0-40 15,0 0 49-15,0 0-21 16,0 0 5-16,-69 128-29 16,59-80-49-16,2-3 1 15,-3-5-31-15,-1-8 0 0,3-8 17 16,1-10-6-16,2-8-5 15,2-6 14-15,4 0 28 16,0-8-2-16,0-8-46 16,14-2-10-16,9 2 2 15,5 5-13-15,6 4 15 16,4 4-4-16,-1 2-28 16,1 1 37-16,-5 0-26 15,1 0-35-15,-8 0-27 0,-3 0-30 16,-5-8 45-1,-7-5 16-15,-4-2 11 16,-3-6 47-16,-4 2 0 16,0 1 74-16,0 5 128 0,0 5 13 15,0 6-54-15,0 2-144 16,0 8 7-16,0 18-45 16,0 10 21-16,4 7-1 15,1 1-22-15,2-1-178 16,4 4-79-16,-1-15-214 15,2-10-318-15</inkml:trace>
  <inkml:trace contextRef="#ctx0" brushRef="#br0" timeOffset="5548.9">6561 4008 2383 0,'0'0'620'0,"0"0"-502"0,0 0-47 16,0 0-65-16,0 0-6 15,0 0 27-15,27 155-14 16,-23-75 36-16,-2 8-49 16,-2 2-30-16,0 27-126 15,0-25-458-15,-10-18-276 0</inkml:trace>
  <inkml:trace contextRef="#ctx0" brushRef="#br0" timeOffset="6139.67">7267 4371 1360 0,'0'0'906'0,"0"0"-364"0,0 0-298 0,0 0-54 0,0 0-16 16,0 0-90-16,0 0-17 15,25-30-58-15,-2 30-1 16,5 0-16-16,3 0 5 16,0 2-58-16,-4 8-37 0,-7 4-182 15,-9 0-414 1,-11-4-469-16</inkml:trace>
  <inkml:trace contextRef="#ctx0" brushRef="#br0" timeOffset="6270.33">7290 4506 396 0,'0'0'1865'0,"0"0"-1296"16,0 0-481-16,0 0-24 16,118-3-47-16,-76 2-7 15,14 1-20-15,-12 0-200 16,-8 0-744-16</inkml:trace>
  <inkml:trace contextRef="#ctx0" brushRef="#br0" timeOffset="7304.64">8626 3689 182 0,'0'0'1035'0,"0"0"-531"0,0 0-243 0,0 0-4 16,0 0 8-16,0 0-78 15,0 0-28-15,-8-32-39 16,1 32-81-1,-2 0 4-15,-2 0-42 16,-2 6 8-16,-1 12 35 0,1 10-29 16,1 6 37-16,4 11 4 0,-1 7-31 15,7 6 35-15,0 2-39 16,2 5-3-16,0-6 24 16,-5 1-36-16,-4-3 1 15,-6-5 10-15,-12 0-17 16,-6-4 18-16,-6-4-18 15,3-8-8-15,7-8-8 16,10-10-10-16,15-10-17 16,4-8-9-16,6 0-32 15,23 0-15-15,7 0-61 16,-1 0 52-16,-4 0 78 16,-8 11-11-16,-14 21 18 15,-9 14 23-15,-9 14 12 16,-20 14 145-16,-9 10-70 15,2 6-19-15,7 3 30 0,12-3-67 16,10-8 22-16,7-9-44 16,4-11 1-16,23-15-10 15,4-12 0-15,3-13-34 16,-1-12-40-16,13-10-147 16,-7-4-160-16,-8-14-449 0</inkml:trace>
  <inkml:trace contextRef="#ctx0" brushRef="#br0" timeOffset="8826.77">9589 3601 199 0,'0'0'1580'0,"0"0"-1076"0,0 0-295 0,0 0-57 0,0 0-66 16,0 0 26-16,0 0-21 16,0-14-20-16,0 14-46 15,0 0-25-15,0 0-1 16,0 0-61-16,-2 0-129 15,-1 0-79-15,1 0-341 0</inkml:trace>
  <inkml:trace contextRef="#ctx0" brushRef="#br0" timeOffset="9233.01">9589 3601 1709 0,'31'8'545'16,"-33"-12"-356"-16,0-8-99 16,-1-4-33-16,3 0-25 15,0-2-12-15,0 2 22 16,12 2-42-16,1 4-1 16,0 4-1-16,-1 6-2 15,-1 0-7-15,-7 10-7 16,-4 20 18-16,-2 10 41 15,-27 8-7-15,-15 7 37 16,-12-1 3-16,-4-6-34 16,-1-8 3-16,5-14-37 15,10-12-5-15,9-12 17 16,10-2-12-16,11-10-12 16,11-14-5-16,5 0-37 0,15 0 8 15,22 6-53-15,7 6 32 16,10 9 49-16,4 3-23 15,2 3 18-15,17 16-143 16,-12-2-156-16,-9-5-321 16</inkml:trace>
  <inkml:trace contextRef="#ctx0" brushRef="#br0" timeOffset="9452.01">10028 3421 1418 0,'0'0'564'16,"0"0"-482"-16,0 0 1 0,0 0 127 15,-29 106-62-15,15-50-2 16,6 4-34-16,1 3-17 16,7-2-37-16,0-3-57 15,3-7-1-15,14-9-17 16,12-10-156-16,-2-12-84 15,-9-12-337-15</inkml:trace>
  <inkml:trace contextRef="#ctx0" brushRef="#br0" timeOffset="9577.12">9817 3699 1667 0,'0'0'374'16,"0"0"-247"-16,0 0-117 15,164-26-10-15,-108 24-135 16,-2 0-580-16</inkml:trace>
  <inkml:trace contextRef="#ctx0" brushRef="#br0" timeOffset="9859.14">10511 3734 1918 0,'0'0'748'15,"0"0"-579"-15,0 0-148 16,0 0-5-16,0 0-16 16,139-9-96-16,-97 5-196 0,-2-1-861 15</inkml:trace>
  <inkml:trace contextRef="#ctx0" brushRef="#br0" timeOffset="10359.23">11039 3519 682 0,'0'0'661'0,"0"0"-278"16,0 0-120-16,0 112-72 15,0-62-49-15,0 0-37 0,0 1-41 16,0-5-9-1,-9-8-55-15,1-8 20 0,-3-10-11 16,-3-12-7-16,3-8 20 16,2 0-22-16,2-16 0 15,7-10-6-15,0-2 5 16,2-1-1-16,21 6-65 16,8 3-68-16,5 9 82 15,3 6 20-15,7 5 33 16,-2 0 5-16,3 0 1 15,-5 1-7-15,-1 2 1 16,-6-3 0-16,-8 0-6 16,-10 0-59-16,-5-6-74 15,-10-12 15-15,-2-3 77 16,0-1 47-16,-12 3 171 0,0 2 58 16,3 7 6-16,1 8-82 15,4 2-80-15,0 2-19 16,0 22-18-16,-1 11 25 15,1 5-49-15,2 6-12 16,2 2 0-16,0 12-181 16,0-12-155-16,2-14-420 0</inkml:trace>
  <inkml:trace contextRef="#ctx0" brushRef="#br0" timeOffset="10532.77">11619 3876 2393 0,'0'0'369'0,"0"0"-369"0,0 0-3 16,0 0-79-16,0 0 81 16,20 154-27-16,-22-102-57 15,-12-6-423-15</inkml:trace>
  <inkml:trace contextRef="#ctx0" brushRef="#br0" timeOffset="11510.09">13172 3525 1520 0,'0'0'739'0,"0"0"-405"0,0 0-118 0,0 0-47 0,0 0-97 16,0 0-14-16,0 0-50 16,20 0 23-1,-23 44-23-15,-7 8 38 0,-1 8-11 16,-1 2 8-16,6-5-43 15,6-9 0-15,0-6 14 16,6-10-14-16,17-8-1 16,3-10-64-16,8-14-98 0,-7 0-308 15,-10-12-272-15</inkml:trace>
  <inkml:trace contextRef="#ctx0" brushRef="#br0" timeOffset="11646.81">12987 3648 1898 0,'0'0'564'0,"0"0"-455"16,0 0-28-1,0 0-80-15,131 0 8 0,-53 1-9 16,-8 1-299 0,-8-2-737-16</inkml:trace>
  <inkml:trace contextRef="#ctx0" brushRef="#br0" timeOffset="11967.94">13673 3509 1670 0,'0'0'766'15,"0"0"-413"1,0 0-202-16,0 0-85 15,0 0-65-15,0 0 20 0,0 0-31 16,87 46 10-16,-51-20 0 0,-1-2-12 16,-1 0 10-16,-8-4 1 15,-7-2-8-15,-9-1-3 16,-10 1 6-16,0 0-8 16,-10 4 14-16,-21 6 77 15,-8 2-54-15,-3 4 1 16,0 2-24-16,5 0-1 15,12 4-29-15,8-8-252 16,13-10-339-16</inkml:trace>
  <inkml:trace contextRef="#ctx0" brushRef="#br0" timeOffset="12463.75">14328 3645 1684 0,'0'0'586'0,"0"0"-481"0,0 0-41 15,0 0 50-15,0 0 11 16,0 0 14-16,0 0-85 16,29-52-39-16,-2 52-14 15,-2 0-1-15,-1 6 1 16,-4 10 47-16,-11 8-48 15,-9 4 25-15,0 8 13 0,-27 4-5 32,-11 3 58-32,0-1-46 15,5-6-24-15,8-4 21 16,14-8-41-16,11-8 13 16,9-8 7-16,26-4-14 15,19-4-7-15,9 0-31 16,3-10-112-16,13-8-142 15,-19 4-384-15,-18 2-901 0</inkml:trace>
  <inkml:trace contextRef="#ctx0" brushRef="#br0" timeOffset="13404.95">9578 4387 1793 0,'0'0'679'0,"0"0"-373"0,0 0-96 16,0 0-102-16,0 0-21 15,0 0-78-15,0 0 9 16,-107-42-3-16,69 70-15 16,0 12 45-16,5 6-28 15,8 6-16-15,12-2 36 16,13-5-35-16,0-7 17 16,34-10 3-16,12-10-13 15,14-16 0-15,7-2-9 16,3-16-49-16,-6-16 21 15,-13-8-56-15,-15-3 51 16,-19 2-17-16,-14 1-35 16,-3 5 83-16,-13 7-29 15,-10 10-3-15,-2 10-16 0,4 8-254 16,5 0-263-16,9 7-978 16</inkml:trace>
  <inkml:trace contextRef="#ctx0" brushRef="#br0" timeOffset="13578.01">9961 4702 1493 0,'0'0'933'0,"0"0"-754"16,0 0-153-16,0 0-25 15,0 0-1-15,0 0 63 16,-57 116-57-16,7-61-6 15,8-7-122-15,2-8-440 0</inkml:trace>
  <inkml:trace contextRef="#ctx0" brushRef="#br0" timeOffset="14440.5">13353 4449 1272 0,'0'0'633'0,"0"0"-323"0,0 0-65 0,0 0-29 0,0 0-74 16,0 0-87-16,0 0 2 15,0 25-20-15,-14 11 25 16,1 8 9-16,-1 6-30 15,5 0 19-15,3 0-55 16,4-6-4-16,2-6 13 0,0-8-14 16,6-8-1-16,11-5-53 15,4-9-76-15,-1-8-183 16,-7-3-279-16,-6-12-246 16</inkml:trace>
  <inkml:trace contextRef="#ctx0" brushRef="#br0" timeOffset="14552.56">13052 4590 1802 0,'0'0'574'15,"0"0"-470"-15,0 0 57 16,0 0-81-16,149-4-50 16,-86 4 7-16,26 0-37 0,-16 0-114 15,-11 2-409-15</inkml:trace>
  <inkml:trace contextRef="#ctx0" brushRef="#br0" timeOffset="14756.77">13715 4602 1564 0,'0'0'893'0,"0"0"-555"0,0 0-232 15,0 0-67-15,0 0-29 16,123-14-20-16,-80 14-14 16,-4 0-230-16,-10 8-267 31,-13-2-680-31</inkml:trace>
  <inkml:trace contextRef="#ctx0" brushRef="#br0" timeOffset="14897.56">13696 4704 218 0,'0'0'1705'16,"0"0"-1328"-16,0 0-232 16,0 0-63-16,151-4-57 15,-84 0-25-15,-13 0-129 16,-10 0-394-16</inkml:trace>
  <inkml:trace contextRef="#ctx0" brushRef="#br0" timeOffset="15367.66">14429 4542 1220 0,'0'0'615'16,"0"0"-333"-16,0 0 3 0,0 0-111 16,0 0-59-16,0 0 5 15,0 0-84-15,19-39-3 16,-3 35-23-16,2 3-1 15,0 1 12-15,-3 0-21 16,-1 5 8-16,-5 16 38 16,-9 7-35-16,0 6 49 15,-13 6-14-15,-12 2-10 16,0 0 10-16,5-8-28 0,7-4-18 16,13-10 26-16,0-5-16 15,22-8 31-15,23-5-40 16,15-2-1-16,9 0-6 15,24-12-114-15,-17 0-137 16,-18-2-346-16</inkml:trace>
  <inkml:trace contextRef="#ctx0" brushRef="#br0" timeOffset="17333.86">8965 5370 927 0,'0'0'885'0,"0"0"-536"0,0 0-20 15,0 0-27-15,0 0-97 0,0 0 18 32,0 0-148-32,29-6-7 15,-2-2-59-15,6 0 5 0,5 2-14 0,5-2 0 16,-1 2-75-16,10 0-64 15,-13 2-440-15,-8 2-265 0</inkml:trace>
  <inkml:trace contextRef="#ctx0" brushRef="#br0" timeOffset="17804.68">9491 5253 598 0,'0'0'390'0,"0"0"-44"15,0 0-89-15,0 0-38 0,0 0-2 16,0 0-10-1,0 0 16-15,-11-4-95 0,11 0-34 16,0 1 5-16,4 0-80 16,5 2-9-16,1 1-10 15,-2 0-6-15,-1 10-4 16,-7 16-1-16,0 10 11 16,-11 8 54-16,-18 4 12 15,-9 2 24-15,0-2-29 16,0-7-51-16,7-12 40 15,10-7-35-15,11-12-15 16,5-6 36-16,5-4-35 16,0 0 50-16,23 0-51 0,6-7-3 15,4-4 2 1,7 4-77-16,0 0-13 16,3 3-74-16,12-2-296 0,-10 1-139 15,-8-4-460-15</inkml:trace>
  <inkml:trace contextRef="#ctx0" brushRef="#br0" timeOffset="18008.09">9817 5235 1557 0,'0'0'387'0,"0"0"-298"15,0 0 32 1,0 0 41-16,0 0 0 0,-25 147-33 15,18-97-1-15,5 4-104 16,2-4 15-16,0-2-39 16,0-8-14-16,2-7-2 15,14-9-136-15,-3-10-101 16,-2-10-296-16</inkml:trace>
  <inkml:trace contextRef="#ctx0" brushRef="#br0" timeOffset="18165.59">9645 5478 1827 0,'0'0'383'16,"0"0"-275"-16,0 0-62 0,122-22-37 0,-53 18-18 16,-13 0-126-16,-2 0-604 0</inkml:trace>
  <inkml:trace contextRef="#ctx0" brushRef="#br0" timeOffset="18432.16">10284 5386 1735 0,'0'0'614'0,"0"0"-506"16,0 0-58-16,0 0-50 15,0 0 0-15,0 0-18 16,125-8-86-16,-92 8-361 15,-6 0-962-15</inkml:trace>
  <inkml:trace contextRef="#ctx0" brushRef="#br0" timeOffset="18588.41">10420 5238 1283 0,'0'0'686'0,"0"0"-646"16,0 0-24-16,0 0 6 15,0 0-5-15,-17 116 51 16,17-64-68-16,0-10-64 16,6-8-520-16</inkml:trace>
  <inkml:trace contextRef="#ctx0" brushRef="#br0" timeOffset="19105.48">10819 5207 1139 0,'0'0'594'15,"0"0"-377"-15,0 0 0 16,-53 131-92-16,35-89-30 0,2-2-18 15,3-6-65-15,2-10 8 16,3-10-6-16,2-8-14 16,2-6 59-16,4 0 22 15,0-8-65-15,0-10 28 16,0 2-43-16,16 0-2 16,5 4-38-16,6 6-19 15,4 2 57-15,5 4-32 16,2 0-32-16,2 0-18 15,-4 0-42-15,-3 0 0 16,-4 0 51-16,-4-6 24 16,-10-12 34-16,-8-2-15 15,-7-6 31-15,0 2 51 16,0 2 103-16,-11 5 115 16,2 7 16-16,3 10-108 0,-1 0-88 15,2 13-89-15,-2 17 0 16,1 10 0-16,-1 10 0 15,-2 30-42-15,0-12-224 16,1-10-496-16</inkml:trace>
  <inkml:trace contextRef="#ctx0" brushRef="#br0" timeOffset="19969.89">11429 5568 1283 0,'0'0'806'0,"0"0"-291"0,0 0-172 0,0 0-148 16,0 0-47-16,0 0-85 16,0 0-50-16,0-44 8 15,0 70-13-15,0 15-8 16,-8 7 0-16,-19 8-18 15,-11 2-2-15,-11-4-116 16,-18 8-208-16,9-15-250 16,12-16-816-16</inkml:trace>
  <inkml:trace contextRef="#ctx0" brushRef="#br0" timeOffset="21166.45">13347 5307 1433 0,'0'0'620'0,"0"0"-427"0,0 0 28 0,0 0 42 16,0 0-94-16,0 0-57 15,0 0-103-15,-15 9 5 16,-1 33 74-16,-3 10-55 15,1 12 10-15,3 3 14 16,3-4-57-16,7-4 21 16,5-11-21-16,0-12 2 15,19-8-8-15,8-10 6 16,6-8-87-16,7-10-151 16,-9 0-438-16,-11-12-351 0</inkml:trace>
  <inkml:trace contextRef="#ctx0" brushRef="#br0" timeOffset="21305.98">12985 5566 1773 0,'0'0'600'0,"0"0"-386"16,0 0-128-16,0 0-46 16,175-20 3-16,-103 18-43 15,26 0-18-15,-15 1-145 16,-12-2-545-16</inkml:trace>
  <inkml:trace contextRef="#ctx0" brushRef="#br0" timeOffset="21603.42">14112 5368 1066 0,'0'0'780'0,"0"0"-618"16,0 0 62-16,-133 30 14 15,81-2-70-15,1 6 40 16,2 4-113-16,9-2-62 16,11-2 2-16,11-6-20 15,16-6-6-15,2-4 11 16,16-1-6-16,17-6 28 16,7 2-42-16,6-1 0 15,1-4-9-15,-5-1 7 16,6 0-50-16,-15-5-235 15,-6-2-425-15</inkml:trace>
  <inkml:trace contextRef="#ctx0" brushRef="#br0" timeOffset="24602.86">1537 6738 942 0,'0'0'508'0,"0"0"-298"0,0 0-126 0,0 0 26 0,0 0 17 16,0 0-23-16,0 0 54 15,-4-47-75-15,4 40 6 16,0-2 22-16,0 3-36 15,0 0 59-15,0 2-48 16,0 2-32-16,0 0 23 0,0 2-76 16,0 0 6-1,0 0 6-15,0 6-12 16,0 14-1-16,0 10 37 0,0 11-8 16,0 4 38-16,0 8-54 15,0-1-13-15,-3 0 14 16,-1-2-7-16,-1-2-14 15,3-5-43-15,-3 1-175 16,3-15-121-16,0-7-415 0</inkml:trace>
  <inkml:trace contextRef="#ctx0" brushRef="#br0" timeOffset="24837.49">1250 6962 1721 0,'0'0'561'0,"0"0"-391"15,0 0 3-15,0 0-100 16,0 0 12-16,127-42 63 16,-83 42-93-16,5 0-22 15,-5 0-30-15,-1 8-3 16,-5 4-67-16,4-2-192 15,-11-2-130-15,-8-2-341 0</inkml:trace>
  <inkml:trace contextRef="#ctx0" brushRef="#br0" timeOffset="25025.39">1715 6842 1181 0,'0'0'658'16,"0"0"-504"-16,0 0-14 15,0 0 21-15,0 0-27 16,-134 90-20-16,101-52-53 16,2 0-60-16,-1-4-1 15,1-6-30 1,-19-10-112-16,7-6-107 0,3-12-409 0</inkml:trace>
  <inkml:trace contextRef="#ctx0" brushRef="#br0" timeOffset="25166.76">1294 6860 1724 0,'0'0'736'0,"0"0"-568"0,0 0-16 0,131 5-101 31,-90 20-42-31,1 9 0 16,14 18-9-16,-8-6-107 15,-7-9-525-15</inkml:trace>
  <inkml:trace contextRef="#ctx0" brushRef="#br0" timeOffset="25794.69">2517 6553 758 0,'0'0'361'0,"0"0"-191"0,0 0-12 0,0 0 79 15,0 0-41-15,0 0-31 16,0 0 22-16,-80-36-14 15,49 60 46-15,2 8-55 16,9 8-54-16,8 4-9 16,12 1-83-16,0-8 25 0,21-2-15 15,14-9-28 1,13-8 0-16,2-11-6 0,21-7-239 16,-11-5-241-16,-10-12-338 15</inkml:trace>
  <inkml:trace contextRef="#ctx0" brushRef="#br0" timeOffset="25972.58">2834 6479 1505 0,'0'0'779'15,"0"0"-463"-15,0 0-67 16,0 0-222-16,0 0-5 16,0 0 96-16,-40 102-43 15,19-38 4-15,-3 8-74 16,-3 7 10-16,3-3-6 15,4-4-9-15,1-12-45 0,15-10-75 16,2-16-241 0,2-18-337-16</inkml:trace>
  <inkml:trace contextRef="#ctx0" brushRef="#br0" timeOffset="26434.78">2979 6715 1607 0,'0'0'286'0,"0"0"-194"0,0 0 114 16,0 0-3-16,0 0 60 15,0 119-53 1,0-89-69-16,0-8-89 0,2-4-51 16,4-10 33-16,1-8-28 15,1 0-6-15,4-14 0 16,5-14-28-16,4-6-47 15,4 0-33-15,-1-1-54 16,3 7 95-16,-5 10 10 16,-2 12 57-16,-7 6 51 15,-6 6-4-15,-4 16 109 16,-3 6-55-16,0 1-29 16,0-5 33-16,-3-6-83 0,-2-8-22 15,5-6 15 1,0-4 6-16,0 0-42 0,12-18 0 15,11-5-66-15,10 0 44 16,7 1-46-16,4 1 52 16,3 6 25-16,-5 8 24 15,-7 7 6-15,-3 0 55 16,-12 15-71-16,-11 10 25 16,-9 11-27-16,-7 17-63 15,-20-9-209-15,0-6-732 0</inkml:trace>
  <inkml:trace contextRef="#ctx0" brushRef="#br0" timeOffset="27125.95">4288 6796 1942 0,'0'0'629'0,"0"0"-477"0,0 0-91 0,0 0-52 15,125-72 0-15,-82 37-5 16,-3 1-3-16,-9-2-2 16,-9 4-121-16,-6 0 7 15,-12 2 60-15,-4 4 33 16,0 6 22-16,-2 8 84 16,-9 10-14-16,2 2-12 15,-2 14-58-15,2 22 0 16,5 12 91-16,-1 12-51 15,5 10 23-15,0 11-32 0,0 3-29 16,-2 2 44 0,-5-2-46-16,-4-6 0 0,-2-12 17 15,-7-13 9-15,-5-15-26 16,-6-14 37-16,-1-12 14 16,1-12 46-16,4 0-77 15,15-24 35-15,9-12 15 16,3-10-58-16,22-7 36 15,21-1-48-15,11 4 11 16,8 2-25-16,5 8-56 16,24-2-92-16,-18 12-332 15,-13 6-495-15</inkml:trace>
  <inkml:trace contextRef="#ctx0" brushRef="#br0" timeOffset="28897.28">5510 6896 620 0,'0'0'1354'0,"0"0"-1045"0,0 0-244 0,0 0 27 0,0 0 81 0,0 0-47 16,0 0 64-1,77-68-102-15,-48 32-62 0,0-7-13 16,0-1 5-16,0-6-18 16,-2-4 0-1,-4 0 0-15,-4-4-19 0,-3 4 9 16,-5 4 10-16,-4 10 7 16,-5 13 5-16,-2 13 4 15,0 12-16-15,-2 2-26 16,-12 25 10-16,-1 15 16 15,-1 11 0-15,3 14 28 16,6 5-12-16,5 0-7 16,2-2-9-16,0-6 15 15,14-12-6-15,8-10-3 16,2-13-6-16,5-13 6 0,0-14 9 16,0 0-30-16,0-14-7 15,0-14-53-15,-4-8-9 16,-3-3-116-16,-5 1 69 15,-3 4 77-15,-5 8 54 16,-7 10 70-16,-2 12 62 16,0 4-119-16,0 4-13 15,0 18 9-15,-6 6 9 16,4 4 40-16,2 0-52 16,0-2 43-16,4-5-47 0,15-5 5 15,8-10 19 1,4-6-26-16,3-4-24 0,2 0-36 15,-2-18-76-15,-3-9 11 16,-2-2-65-16,-8-4-32 16,-7-1 122-16,-7 4 100 15,-7 6 97-15,0 12 141 16,-2 8-122 0,-15 4-56-16,0 8-48 0,3 16 47 15,6 2 31-15,5 5-29 16,3-4 4-16,0 0-15 15,13-5-44-15,10-7 18 16,6-4-24-16,2-9-5 16,2-2-2-16,1-2-75 15,1-14-39 1,0-4-28-16,-4-2-24 0,-7 1 106 0,-4 6 13 16,-7 4 54-1,-6 9 3-15,-4 2 11 16,-3 5 32-16,0 13 100 0,0 1-48 15,0 2 18-15,0-6-98 16,0-4-4-16,8-7 53 16,7-4-52-16,8 0-15 15,4-12-50-15,6-6-185 16,5-3 77-16,0 3-41 16,0 3-38-16,0 2 38 0,-5 5 88 15,-2 8 111-15,-6 0 44 16,-5 3 54-16,-7 15-2 15,-4 4-75-15,-9 2-11 16,0-1 9-16,-7-2-19 16,-26-3-61-16,0-6-204 15,1-6-581-15</inkml:trace>
  <inkml:trace contextRef="#ctx0" brushRef="#br0" timeOffset="29069.26">6325 6555 1852 0,'0'0'759'0,"0"0"-452"0,0 0-111 0,0 0-145 0,76-116-41 15,-43 106-5-15,5 6-5 16,0 4-18-16,20 18-129 16,-11 6-482-16,-3 0-889 0</inkml:trace>
  <inkml:trace contextRef="#ctx0" brushRef="#br0" timeOffset="29554.88">7938 6421 1728 0,'0'0'696'0,"0"0"-547"0,0 0-80 0,0 0-69 15,0 0 0-15,0 0 35 16,0 0 78-16,0 120 3 16,0-64-35-16,-2 4-69 15,0-2 17-15,2-3-29 16,0-10 0-16,0-6-24 0,0-11-34 16,0-8-148-16,0-10-122 15,0-10-432-15</inkml:trace>
  <inkml:trace contextRef="#ctx0" brushRef="#br0" timeOffset="30135.16">7681 6675 798 0,'0'0'965'16,"0"0"-791"-16,0 0-129 0,150-28-44 15,-90 26 15 1,5 2 30-16,-3 4 125 0,-6 18 18 15,-9 10-104-15,-11 4-20 16,-12 3-5-16,-6-3-29 16,-5-4 26-16,-4-8-26 15,-2-8-30-15,1-6 60 16,4-10-35-16,1 0 22 16,3-10-48-16,1-16-29 15,2-9-72-15,-4-2-30 16,3-6 12-16,-2 5 47 15,-5 6 72 1,-3 10 24-16,-6 10 178 0,-2 8-78 0,0 4-84 16,0 2-39 15,0 16-1-31,0 6 84 0,0 0-68 0,5-2 41 0,9 0-27 16,8-7-29-16,4-5 21 15,7-9-22-15,4-1-15 16,1-1 14-16,-1-20-104 15,-1-5-12-15,-5-2-24 16,-6-6-20-16,-9 0 50 16,-10 2 37-16,-6 6 74 15,0 8 221-15,-8 10-96 16,-11 8-24-16,1 0-16 16,3 14-55-1,3 10 84-15,10 2-65 0,2 4 2 16,5 2 10-16,15-2-53 0,5 1 12 15,4-4-20-15,-3-3-60 16,3-2 7 0,-11-5-273-1,-7-7-333-15</inkml:trace>
  <inkml:trace contextRef="#ctx0" brushRef="#br0" timeOffset="30260.46">8419 7048 2457 0,'0'0'458'0,"0"0"-458"0,0 0-173 0,0 0-408 0,0 0 59 15,0 0-92-15</inkml:trace>
  <inkml:trace contextRef="#ctx0" brushRef="#br0" timeOffset="30589.3">9863 6403 2259 0,'0'0'633'15,"0"0"-572"-15,0 0-61 16,0 0-19-16,0 0 19 16,0 0 36-16,0 0 4 15,-2 142 15-15,2-78-47 16,0 2 10-16,0-3-36 15,0-9 9-15,0-10-108 16,0-8-89-16,0-12-183 0,-7-14-424 16</inkml:trace>
  <inkml:trace contextRef="#ctx0" brushRef="#br0" timeOffset="31107.75">9596 6739 1545 0,'0'0'656'16,"0"0"-403"-16,0 0-212 15,138-55-41-15,-71 42-31 16,7 7-5-16,-1 4 36 16,-7 2-1-16,-5 8 1 15,-16 16 10-15,-19 6-9 16,-17 6 39-16,-9 3 124 0,-14 1 15 16,-17-6-27-16,-2-4-108 15,4-6-43-15,9-10 20 16,13-10-21-16,7-4 0 15,10-6-15-15,21-16-220 16,11-8 44-16,3-2-14 16,1 1-33-16,-6 3 138 15,-11 9 100-15,-9 6 59 16,-9 12 115-16,-9 1-122 16,-2 1 66-16,0 16 22 15,0 1-15-15,6 0 35 16,0 0-99-16,5-2-20 15,3-4-14-15,3-4-27 16,3-4 16-16,0-4-16 0,-2 0-58 16,-3 0 20-16,1-14-113 15,-3-6-4-15,1-4 2 16,-3-2 24-16,3 4 103 16,-6 4 26-16,1 8 154 15,-5 7 117-15,4 3-230 16,-4 4-20-16,0 14-21 15,1 6 11-15,-3 1 1 16,0 1-12-16,-2 3-55 16,0-6-169-16,0-7-434 0</inkml:trace>
  <inkml:trace contextRef="#ctx0" brushRef="#br0" timeOffset="31248.92">10484 6523 2134 0,'0'0'777'0,"0"0"-648"0,0 0-129 0,0 0-226 15,0 0 10-15,0 0-120 16,-37 144-570-16</inkml:trace>
  <inkml:trace contextRef="#ctx0" brushRef="#br0" timeOffset="31356.78">10389 7258 1687 0,'0'0'934'0,"0"0"-654"16,0 0-280-16,0 0-669 0</inkml:trace>
  <inkml:trace contextRef="#ctx0" brushRef="#br0" timeOffset="31889.67">11076 6621 1770 0,'0'0'825'15,"0"0"-479"-15,0 0-225 16,0 0-119-16,0 0 49 16,0 0 1-16,0 0-19 15,91-58-30-15,-80 94 15 16,-5 10-18-16,-4 6 0 16,-2 3 6-16,0-4 27 15,0-4-33-15,-4-11 0 16,0-8 11-16,4-12 7 0,0-10-18 15,0-6 10-15,0-4-9 16,6-20-2-16,6-12-93 16,-3-7 0-16,-1-7 16 15,-3-5-140-15,-1 0-39 16,-2 9 30-16,1 10 227 16,-3 16 123-16,0 18 110 15,0 2-154-15,-5 16 73 16,-4 16-88-16,3 6 5 15,4 4-18-15,2 0-41 16,4-2 37-16,19-4-47 0,6-5-17 16,8-8-37-16,23-14-268 15,-6-7-183-15,-8-2-353 16</inkml:trace>
  <inkml:trace contextRef="#ctx0" brushRef="#br0" timeOffset="32045.91">11681 6711 1181 0,'0'0'1350'0,"0"0"-897"0,0 0-359 0,0 0-94 16,0 0 2-16,149-12 7 0,-101 8-8 16,-6 4-2-1,-9 0-149-15,-10 0-404 0,-19 7-368 16</inkml:trace>
  <inkml:trace contextRef="#ctx0" brushRef="#br0" timeOffset="32202.8">11695 6810 1896 0,'0'0'739'0,"0"0"-541"16,0 0-65-16,0 0-121 16,115 1-12-16,-70-1-1 15,11 0-177-15,-12 0-368 16,-8 0-1244-16</inkml:trace>
  <inkml:trace contextRef="#ctx0" brushRef="#br0" timeOffset="33001.91">11202 6409 492 0,'0'0'926'0,"0"0"-414"0,0 0-243 16,0 0-47-16,0 0 63 0,0 0-89 15,0 0-90-15,25-50-9 16,-25 50-96-16,0 18 5 16,0 14 51-16,-3 13-15 15,-6 12 54-15,1 7-76 16,-1 2-7-16,4 2 57 16,3-3-70-16,2-5 18 15,0-10-17-15,9-8 10 16,9-10-8-16,2-8-3 15,3-10-42-15,-2-8 13 16,2-6-132-16,-1-8-124 0,-5-16-394 16,-7-2-744-16</inkml:trace>
  <inkml:trace contextRef="#ctx0" brushRef="#br0" timeOffset="33127.1">11055 6661 2072 0,'0'0'665'0,"0"0"-480"16,0 0-86 0,129-34-72-16,-66 24 10 0,5 2-37 15,33-2-68-15,-21 0-434 16,-8 2-765-16</inkml:trace>
  <inkml:trace contextRef="#ctx0" brushRef="#br0" timeOffset="33927.78">12510 6645 1568 0,'0'0'601'0,"0"0"-369"0,0 0-16 0,0 0 25 16,0 0-72-16,0 0-85 15,0 0 15-15,-15-82-98 16,32 74 0-16,3 2-1 16,3 6-3-16,-4 0 3 15,0 6-7-15,-11 18-10 16,-8 6-11-16,0 8 28 0,-24 4 0 15,-10 0-2-15,-1-2 17 32,1-4-4-32,8-5-11 0,13-9 12 15,10-6 12-15,3-6-23 0,27-6 22 16,20-4 4-16,11 0-27 16,6 0-18-16,30-10-147 15,-16-5-470-15,-13 4-711 0</inkml:trace>
  <inkml:trace contextRef="#ctx0" brushRef="#br0" timeOffset="34037.97">13071 6948 2150 0,'0'0'0'16,"0"0"-733"-16</inkml:trace>
  <inkml:trace contextRef="#ctx0" brushRef="#br0" timeOffset="35623.1">1961 8113 1437 0,'0'0'510'0,"0"0"-399"0,0 0-21 0,0 0-3 0,0 0 46 15,0 0-57-15,0 0-8 16,-17 24 48-16,24-24-60 16,7 0-6-16,1 0-9 15,-1 0-40-15,-8 0 48 16,-4-4-49-16,-2 0 0 0,0 0 0 15,-6 0-3-15,-10 2 3 16,3 0 3-16,1 2 3 16,6 0-12-16,6 0-103 15,0 0-279-15,0 0-646 0</inkml:trace>
  <inkml:trace contextRef="#ctx0" brushRef="#br0" timeOffset="36963.58">2593 8135 1403 0,'0'0'382'0,"0"0"-188"0,0 0 55 0,0 0-73 16,0 0 31-16,0 0 37 15,0 0-154-15,47-32-24 16,-16 10-65-16,3-6 7 16,-3-2 4-16,0 0 5 15,-2-2-17-15,-10-1 0 16,0 4 12-16,-11 0-18 15,-6 4 6-15,-2 2 0 16,0 5 35-16,0 6-34 16,0 8 10-16,0 4-11 0,0 0-15 15,0 14 9 1,0 18-4-16,0 15 10 0,0 11 19 16,0 10-8-16,0 6 4 15,0 4 13 1,0 1-28-1,-2-3 29-15,-13-7-23 16,-3-6-6-16,-5-11 30 16,0-12-17-16,-6-12 17 15,2-14 0-15,0-10-24 16,6-4 75-16,8-12-62 16,9-18-1-16,4-12 8 15,13-6-20-15,23-6-12 16,11-1 6-16,4 4-53 15,4 2 35-15,-1 9-113 16,8 2-77-16,-10 10-308 0,-14 8-297 0</inkml:trace>
  <inkml:trace contextRef="#ctx0" brushRef="#br0" timeOffset="37291.92">3268 7652 1672 0,'0'0'670'0,"0"0"-464"0,0 0-199 0,0 0 8 0,0 0 78 16,0 0 89-16,-112 156-13 16,95-79-92-16,6 3-38 15,6-2 12-15,5-6-45 16,0-10 2-16,22-12-8 16,12-14-50-16,22-16-32 15,-7-14-406-15,-5-6-510 0</inkml:trace>
  <inkml:trace contextRef="#ctx0" brushRef="#br0" timeOffset="37620.53">3555 7914 1403 0,'0'0'535'0,"0"0"-428"16,0 0-13-16,0 0 2 15,0 0-35-15,0 0 22 16,0 0-51-16,52-26-17 0,-46 55 54 16,-6 4-47-1,0 6 34-15,-11 1 50 0,-11-4-45 16,2-4 65-16,2-6-43 15,9-8-48-15,7-4 30 16,2-6-57-16,9-4-1 16,18-4-7-16,6 0-76 15,11 0-134-15,-5-10-170 16,-10-2-487-16</inkml:trace>
  <inkml:trace contextRef="#ctx0" brushRef="#br0" timeOffset="37839.93">3897 7776 1716 0,'0'0'381'0,"0"0"-294"16,0 0 17-16,0 0 2 16,140 74 30-16,-118-21 28 15,-11 7-52-15,-11 6-40 16,0 2-72-16,-19-4-30 15,-31 8-108-15,5-16-121 16,7-16-234-16</inkml:trace>
  <inkml:trace contextRef="#ctx0" brushRef="#br0" timeOffset="38254.61">4520 8008 836 0,'0'0'1266'0,"0"0"-677"0,0 0-373 0,0 0-88 0,0 0-64 16,0 0-39-16,0 0 28 0,136-37-53 16,-111 37-9-16,-7 8-9 15,-9 8-325 1,-9 0-385-16</inkml:trace>
  <inkml:trace contextRef="#ctx0" brushRef="#br0" timeOffset="38405.31">4446 8193 2104 0,'0'0'882'0,"0"0"-764"16,0 0-76-16,0 0-42 0,143-14-36 15,-72 4 11 1,-13 2-193-16,-8 2-527 0</inkml:trace>
  <inkml:trace contextRef="#ctx0" brushRef="#br0" timeOffset="39739.81">5659 7868 1124 0,'0'0'400'0,"0"0"-50"0,0 0 34 0,0 0-114 0,0 0 52 16,0 0-149-16,0 0-79 15,-139 39 20-15,122 7-79 0,8 4 45 16,9 0-35 0,7-4-45-16,28-6 60 0,12-12-53 15,6-12-7-15,6-12 23 16,-1-4-2-16,-8-12-32 16,-9-14 11-16,-16-6-28 15,-17-6 5-15,-8-2-25 16,-16 0 12-16,-19 4 18 15,-5 8-77-15,0 11 41 16,-9 17-219-16,11 3-366 16,9 15-775-16</inkml:trace>
  <inkml:trace contextRef="#ctx0" brushRef="#br0" timeOffset="42096.66">1884 9356 388 0,'0'0'949'0,"0"0"-740"0,0 0-158 0,0 0 112 15,0 0-22-15,0 0-8 16,0 0 73-16,-2 0-99 16,2 0 22-16,-2 0-27 15,0 0-23-15,2 0 9 16,-2 0-51-16,2 0-7 15,0 0 35-15,0 0-65 16,-3 0 0-16,3 0 0 0,-4 7-27 16,2 0 17-16,-3 4 8 15,3-4 2 1,-1-1-10-16,3-4 23 0,0-2 2 16,0 0 46-16,0 0-16 15,0-2 26-15,0-10-62 16,0 0-2-16,0 2 26 15,0 2-33-15,0 2-21 16,-4 6-157-16,2 0-367 16,2 0-427-16</inkml:trace>
  <inkml:trace contextRef="#ctx0" brushRef="#br0" timeOffset="43176.24">2609 9533 1428 0,'0'0'669'0,"0"0"-516"0,0 0-108 0,0 0 36 32,0 0-20-32,0 0 59 15,0 0-14-15,122-105-51 0,-88 62 10 0,-1-4-65 16,-4-3 0-16,-2-2-13 15,-8-4 23 1,2 0-10 0,-8 1 0-16,1 5 7 15,-8 8 10-15,-2 14-17 0,-4 12 0 0,0 14 19 16,0 2-19-16,-10 20-13 16,-6 22 13-16,-2 12 7 15,2 10 53-15,5 9-39 16,9 1 1-16,2-6 17 15,2-6-27-15,19-10 6 16,7-13-6 0,3-13-10-16,6-14-2 0,-2-12 0 15,-4 0-77 1,-2-12-53-16,-7-17-98 0,-8-3 16 0,-8-6 10 16,-1 0 107-16,-5 4 76 15,0 4 19-15,2 10 161 16,0 10 110-16,0 10-154 15,3 0-94-15,-3 10-23 16,3 14 0-16,-3 6 17 16,-2 2-17-16,2 2 0 15,-2-6-1-15,2-6-167 16,3-8-227-16,-3-11-953 0</inkml:trace>
  <inkml:trace contextRef="#ctx0" brushRef="#br0" timeOffset="43603.43">3399 9230 1177 0,'0'0'546'0,"0"0"-296"0,0 0 0 0,-4 102 12 0,-3-76-135 15,1-6-46-15,2-8-42 0,1-8-27 31,3-4 31-31,0 0 29 0,0-12-72 0,18-12-57 16,6-4-75-16,8 2 41 16,1 2 43-16,0 10-1 15,-4 10 43-15,-6 4-7 16,-8 12 13-16,-5 14 77 16,-10 4 3-16,0 0 44 15,0-4 15-15,-6-6-75 16,0-9-5-16,4-10-35 15,2-1 2-15,0-12-15 16,8-13-11-16,19-8-127 16,12-1 13-16,1 2 39 15,1 6 74 1,-3 6-19-16,-7 10 20 0,-8 8 69 0,-9 2-32 16,-6 14-8-16,-8 14-20 15,0 6 0-15,0 6-18 16,-4 10-48-16,-8-9-320 15,8-14-1147-15</inkml:trace>
  <inkml:trace contextRef="#ctx0" brushRef="#br0" timeOffset="44465.75">4084 9454 1415 0,'0'0'370'0,"0"0"-262"0,0 0-96 0,0 0 21 0,0 0-27 16,0 0 6-16,138-120 1 15,-114 82-1-15,-3-2-14 16,-8-2 2-16,-5 2-16 0,-3 4 16 16,-5 6 1-16,0 8 160 15,0 14 43 1,0 8-127-16,0 1-65 0,-3 26-6 16,3 13-6-16,0 14 98 15,0 10-43-15,5 12 24 16,7 5-15-16,-4 3-45 15,-1-2 42-15,-7-8-47 16,0-6-14-16,0-8 57 16,-13-13-57-16,-8-11 28 15,0-14 0-15,-4-10-22 16,0-10 57-16,3-2-36 16,7-10 16-16,7-19 32 0,8-7-73 15,3-4 19 1,25-2-21-16,13 2 16 0,5 0-38 15,10 4-4-15,27-10-179 16,-14 6-258-16,-9 6-342 0</inkml:trace>
  <inkml:trace contextRef="#ctx0" brushRef="#br0" timeOffset="44716.39">4745 9015 1335 0,'0'0'295'0,"0"0"-54"0,0 0 7 0,0 0-22 16,-93 151-79-16,80-83 18 15,1 6-65-15,12 0-75 16,0-6 30-16,10-7-55 15,18-15-1-15,8-12-26 16,26-20-185-16,-11-12-172 16,-4-2-622-16</inkml:trace>
  <inkml:trace contextRef="#ctx0" brushRef="#br0" timeOffset="44919.73">4997 9142 781 0,'0'0'1203'15,"0"0"-995"-15,0 0-187 16,0 0 4-16,0 0 8 16,-22 120 81-16,27-70 58 15,12 8-98-15,5 3-42 16,3-3-32-16,0-6-66 16,1-12-100-16,3-12-80 15,-7-12-261-15,-8-12-923 0</inkml:trace>
  <inkml:trace contextRef="#ctx0" brushRef="#br0" timeOffset="45076.52">4975 9348 1709 0,'0'0'476'15,"0"0"-382"-15,117-14-84 16,-67 6-10-16,-4-2-61 15,-9 0-118-15,-14 0-347 0</inkml:trace>
  <inkml:trace contextRef="#ctx0" brushRef="#br0" timeOffset="45232.89">5367 9064 1077 0,'0'0'769'0,"0"0"-573"16,0 0-55-16,0 0 1 15,45 140 11-15,-45-70-45 16,-5 8-35-16,-31 33-73 16,5-19-92-16,0-14-743 0</inkml:trace>
  <inkml:trace contextRef="#ctx0" brushRef="#br0" timeOffset="46063.55">2700 9861 1476 0,'0'0'647'0,"0"0"-476"0,0 0-102 0,0 0-54 0,0 0 33 16,0 0 69-16,0 0-11 16,-7 153 40-16,2-89-62 15,3 4 5-15,0-2-59 16,2-3-21-16,0-13 8 16,7-10-17-16,13-12 0 15,0-12 0-15,12-16-244 0,-9 0-234 16,-2-6-562-16</inkml:trace>
  <inkml:trace contextRef="#ctx0" brushRef="#br0" timeOffset="46204.18">2468 10243 1903 0,'0'0'469'0,"0"0"-256"15,0 0-139-15,0 0-32 16,0 0-42-16,147-22 9 15,-82 22-28-15,-14 0-184 16,-6 0-563-16</inkml:trace>
  <inkml:trace contextRef="#ctx0" brushRef="#br0" timeOffset="46422.92">2878 10189 1213 0,'0'0'567'16,"0"0"-402"-16,0 0-83 15,0 0-64-15,0 0 17 16,143-29-35-16,-96 27-111 16,-12 2-256-16,-8-2-919 0</inkml:trace>
  <inkml:trace contextRef="#ctx0" brushRef="#br0" timeOffset="46579.64">3137 10088 1532 0,'0'0'315'15,"0"0"-210"-15,0 0-102 16,0 0 18-16,0 0 85 16,0 0 33-16,66 123-30 15,-66-77-58-15,0 2-35 16,-4-4 17-16,-14-6-33 15,-9-6-97-15,8-10-215 16,3-12-786-16</inkml:trace>
  <inkml:trace contextRef="#ctx0" brushRef="#br0" timeOffset="46940.15">3446 10072 1273 0,'0'0'896'0,"0"0"-701"16,0 0-61-16,0 0-77 0,0 0-33 15,0 0 64-15,0 0-37 16,61-54-20-1,-48 58-31-15,-2 20 9 0,-9 8 18 16,-2 8-27-16,0 4 32 16,-16 5 68-16,-3-6-75 15,3-3 22-15,5-9-20 16,9-7-20-16,2-10 27 16,0-8-33-16,22-4-2 15,4-2-10-15,12-14-188 16,-4-6-127-16,-6-4-340 0</inkml:trace>
  <inkml:trace contextRef="#ctx0" brushRef="#br0" timeOffset="47143.81">3531 9908 2034 0,'0'0'700'0,"0"0"-570"16,0 0-84-16,0 0-42 16,0 0 14-16,144-16-25 15,-101 16 7-15,-9 0-102 0,-5 0-184 16,-12-2-310 0,-7-1-464-16</inkml:trace>
  <inkml:trace contextRef="#ctx0" brushRef="#br0" timeOffset="47301.59">3702 9739 804 0,'0'0'1414'16,"0"0"-1054"-16,0 0-297 15,0 0-47-15,0 0 44 16,-4 129-59 0,4-53-1-16,0-12-29 15,0-8-517-15</inkml:trace>
  <inkml:trace contextRef="#ctx0" brushRef="#br0" timeOffset="48053.7">5875 9370 1877 0,'0'0'551'0,"0"0"-376"0,0 0-71 0,0 0-50 0,0 0 48 16,0 0-47-16,0 0-24 16,133 8-31-16,-97-4-228 15,-11 0-505-15</inkml:trace>
  <inkml:trace contextRef="#ctx0" brushRef="#br0" timeOffset="48172.94">5888 9533 2162 0,'0'0'683'16,"0"0"-631"-16,0 0-52 16,143-2-261-16,-85-8-237 15,-9 0-162-15</inkml:trace>
  <inkml:trace contextRef="#ctx0" brushRef="#br0" timeOffset="48837.56">6530 9709 2041 0,'0'0'660'15,"0"0"-526"1,0 0-134-16,0 0 0 0,135-106-9 16,-92 58 9-16,-3-2-13 15,-4-5 7-15,-7-1-43 16,-7 0-30-16,-3-2-8 16,-7 0 78-16,-5 0 18 0,-3 5 14 31,-4 11 145-31,0 15-71 0,0 13-7 0,0 14-90 15,-6 1 0-15,-7 30 0 16,-1 15 0-16,3 14 55 16,-1 10 8-16,10 4-62 15,2 1 47-15,0-7-48 16,10-13 0-16,15-10 17 16,6-13-17-16,2-16-24 15,0-12 4-15,1-4-104 16,-7-12-94-16,-4-14-74 15,0-8-17-15,-5-5 114 0,-3 3 61 16,-1 4 134 0,-3 9 199-16,-5 10 126 0,-1 11-80 15,-5 2-229-15,0 8 5 16,0 17 45-16,0 3-11 16,0 2 33-16,0 2-33 15,0-2-55-15,0-8-92 16,0-6-225-16,0-12-447 0</inkml:trace>
  <inkml:trace contextRef="#ctx0" brushRef="#br0" timeOffset="49167.21">7321 9388 1620 0,'0'0'254'0,"0"0"-49"0,0 0 46 0,-22 117-79 0,9-85 95 0,1-6-124 0,5-8-74 32,5-10-42-32,2-8-18 15,0 0 69-15,2-10-78 16,14-14-58-16,6-5-7 16,7-3-86-16,2-1 36 15,7 4 38-15,-2 7 40 16,0 8 26-16,-5 12 22 15,-9 2 63-15,-4 10 77 16,-9 17-77-16,-5 3 30 16,-4-2-30-16,0-4-36 0,0-8 73 15,0-2-110-15,0-8 8 16,0 0-9-16,-2-4-84 16,-3-2-299-16,1 0-432 0</inkml:trace>
  <inkml:trace contextRef="#ctx0" brushRef="#br0" timeOffset="50161.89">7080 9200 2162 0,'0'0'673'0,"0"0"-518"0,0 0-105 0,0 0-50 16,0 0-6-16,0 0-122 0,0 0-195 15,15 30-27-15</inkml:trace>
  <inkml:trace contextRef="#ctx0" brushRef="#br0" timeOffset="51004.77">7687 9422 1335 0,'0'0'511'0,"0"0"-296"0,0 0 39 0,0 0-131 15,0 0-49 1,0 0-58-16,0 0 27 0,100-72-16 15,-85 72-16 1,-1 8-17-16,-10 19 6 0,-4 9 0 16,0 4-3-16,0 18 3 15,-4-12-146-15,-3-8-243 0</inkml:trace>
  <inkml:trace contextRef="#ctx0" brushRef="#br0" timeOffset="51742.21">6913 9874 1265 0,'0'0'649'0,"0"0"-371"0,0 0-3 0,0 0-17 0,0 0-191 0,0 0-36 16,0 0 16 0,0 42 17-16,-5 0 15 0,1 8-58 15,0 6-6-15,4 2 52 16,0-4-59-16,0-5 4 15,0-9-12-15,6-11-9 16,8-8-26-16,-3-13-143 16,-7-8-160-16,-2-4-234 15,-2-12-375-15</inkml:trace>
  <inkml:trace contextRef="#ctx0" brushRef="#br0" timeOffset="51883.3">6648 10149 1785 0,'0'0'630'0,"0"0"-457"15,0 0 49-15,0 0-77 16,0 0-132-16,0 0-5 16,145-31-16-16,-80 31-50 15,-10 0-257-15,-10 4-445 16</inkml:trace>
  <inkml:trace contextRef="#ctx0" brushRef="#br0" timeOffset="52056.52">7020 10088 1967 0,'0'0'621'16,"0"0"-448"-1,0 0-137-15,0 0-36 0,0 0 0 16,0 0 3-16,127-2-25 16,-75 2-174-16,-13-2-389 0,-5-4-563 15</inkml:trace>
  <inkml:trace contextRef="#ctx0" brushRef="#br0" timeOffset="52243.94">7249 9974 730 0,'0'0'1065'15,"0"0"-693"-15,0 0-258 16,0 0-71-16,0 0-43 0,0 0 0 16,0 0 68-1,103 86-22-15,-103-42 17 0,0 5-5 16,-9 1-23-1,-17-2 33-15,-3-5-68 0,2-6 0 16,7-11-18-16,9-10-193 16,7-12-343-16</inkml:trace>
  <inkml:trace contextRef="#ctx0" brushRef="#br0" timeOffset="52541.89">7506 10010 1258 0,'0'0'508'0,"0"0"-300"16,0 0 64-16,0 0-179 16,0 0-28-16,0 0-23 15,0 0-42-15,96 18 34 16,-94 16-6-16,-2 6 17 15,-2 2 95-15,-16 0-51 16,0-6 13-16,2-1-12 16,3-11-63-16,9-6 16 15,4-8-27-15,0-6-10 16,6-4 55-16,17 0-61 16,3 0-35-16,7-6-108 15,-4-4-241-15,-4 0-348 0</inkml:trace>
  <inkml:trace contextRef="#ctx0" brushRef="#br0" timeOffset="52730.36">7679 9996 1950 0,'0'0'664'0,"0"0"-620"0,0 0-43 16,0 0 11-16,123 0-6 15,-90 2-12-15,2 6-73 16,-14-4-216-16,-7-4-306 16</inkml:trace>
  <inkml:trace contextRef="#ctx0" brushRef="#br0" timeOffset="52840.33">7843 9914 1914 0,'0'0'512'0,"0"0"-511"15,0 0 18-15,0 0-15 16,0 160 10-16,0-96-28 16,0-8-323-16</inkml:trace>
  <inkml:trace contextRef="#ctx0" brushRef="#br0" timeOffset="53862.88">8518 9133 1084 0,'0'0'586'0,"0"0"-342"0,0 0-142 0,0 0 33 16,0 0 24-16,0 0 24 16,-118 29 38-16,86 23-56 15,8 14 8-15,8 10-41 16,13 4-113-16,3-3 22 15,14-7-41-15,15-10-16 16,7-14 7-16,2-14-112 16,9-11-190-16,-7-14-284 15,-11-7-960-15</inkml:trace>
  <inkml:trace contextRef="#ctx0" brushRef="#br0" timeOffset="55153.27">8840 9298 1149 0,'0'0'527'0,"0"0"-314"0,0 0 47 0,0 0-89 15,0 0 16-15,0 0 63 16,0 0-124-16,27-32-34 16,-27 32-41-16,0 0-50 15,0 0-1-15,0 0-39 16,0 0-103-16,-2 0-76 16,0 0-359-16,2 2-393 0</inkml:trace>
  <inkml:trace contextRef="#ctx0" brushRef="#br0" timeOffset="55560.25">8840 9298 388 0,'42'22'1364'0,"-48"-22"-851"15,-1 0-306-15,1-10 40 16,4-4-117-16,2-2-19 15,0-2-48-15,0-2-57 16,8 2 1-16,5 4-7 16,-1 8-15-16,-1 6-15 0,-2 0 14 15,-9 26-17-15,0 14 32 16,-9 14 1-16,-20 7 17 16,-7 0-17-16,-3-4 10 15,-4-9 23-15,3-14-32 16,7-14 27-16,3-14 21 15,8-6-49-15,5-8 51 16,10-18-51-16,7-4 0 16,0 0-17-16,15 6 17 15,16 6-15-15,5 10 9 16,7 8-15-16,1 0 6 16,8 9-2-16,-2 9-112 15,2-4-37-15,19-5-142 16,-15-5-180-16,-9-4-244 0</inkml:trace>
  <inkml:trace contextRef="#ctx0" brushRef="#br0" timeOffset="55748.24">9215 9176 1545 0,'0'0'532'0,"0"0"-436"15,0 0-77-15,0 0 2 16,0 0 124-16,-9 142 46 15,9-79 19-15,0 5-99 16,0 0-65-16,15-4-16 16,8-6-30-16,1-14-84 15,14-10-79-15,-9-14-106 16,-4-12-274-16</inkml:trace>
  <inkml:trace contextRef="#ctx0" brushRef="#br0" timeOffset="55889.47">9073 9485 1674 0,'0'0'587'0,"0"0"-411"15,0 0-130-15,0 0-46 0,139-24 0 16,-87 24-144 0,-10 0-203-16</inkml:trace>
  <inkml:trace contextRef="#ctx0" brushRef="#br0" timeOffset="56092.71">9594 9425 2054 0,'0'0'364'15,"0"0"-364"-15,0 0-65 16,0 0 65-16,0 0-42 15,115 0 36-15,-72 0-116 16,-7 0-797-16</inkml:trace>
  <inkml:trace contextRef="#ctx0" brushRef="#br0" timeOffset="56501.05">10017 9270 1553 0,'0'0'507'0,"0"0"-360"15,0 0-63-15,0 0-2 16,0 0 68-16,0 0-82 16,-40 140-13-16,24-93 53 15,1-5-92-15,-4-6 21 16,4-8-20-16,1-12-8 16,8-8-6-16,6-8-3 0,0 0-48 15,2-4-74-15,21-8-23 16,6-2 74-16,2 4 26 15,4 2 13-15,3 4 21 16,-3 2 4-16,0 0-20 16,-6 0-60-16,-5-2-166 15,-6-4-15-15,-7-2 17 16,-7-4 84-16,-4-4 167 16,0-4 74-16,-9 0 103 15,-6-1 112-15,3 5 75 0,6 6 96 16,2 6-213-16,4 6-175 15,0 0-72-15,0 16 0 16,0 17 0-16,0 7-19 16,0 7 19-16,4 20-29 15,0-15-244-15,1-10-426 0</inkml:trace>
  <inkml:trace contextRef="#ctx0" brushRef="#br0" timeOffset="56736.1">10422 9198 1500 0,'0'0'173'0,"0"0"-40"0,0 0-7 0,0 0 93 0,0 0 22 16,103 150-117-16,-101-84 40 15,-2 5-52-15,-11 1-57 16,-18-4-55-16,-11 10-74 16,4-20-128-16,9-13-349 0</inkml:trace>
  <inkml:trace contextRef="#ctx0" brushRef="#br0" timeOffset="57206.02">10904 9396 1901 0,'0'0'895'0,"0"0"-599"16,0 0-149-16,0 0-51 0,0 0-96 0,0 0 0 15,143-28-10-15,-104 28-6 16,-7 0-88-16,-10 14-249 15,-15-2-463-15</inkml:trace>
  <inkml:trace contextRef="#ctx0" brushRef="#br0" timeOffset="57332.15">10881 9631 1765 0,'0'0'606'15,"0"0"-413"-15,0 0-193 16,170 4-37-16,-106-4-261 0,-8-4-349 15</inkml:trace>
  <inkml:trace contextRef="#ctx0" brushRef="#br0" timeOffset="57703.12">11928 9422 2192 0,'0'0'493'0,"0"0"-479"15,0 0-14-15,0 0 35 16,-124 67 111-16,124-25 86 15,0 4-139-15,33 0-14 16,12-4-34-16,11-8-36 16,4-12 24-16,0-12-33 15,-7-10-3-15,-10 0-23 16,-21-20 7-16,-15-6-2 16,-7-6-3-16,-25-4 8 15,-16 0-5-15,-3 4 0 0,2 6-60 16,-5 10-111-16,12 8-415 15,10 8-523-15</inkml:trace>
  <inkml:trace contextRef="#ctx0" brushRef="#br0" timeOffset="59388.53">1911 11771 1213 0,'0'0'232'0,"0"0"-124"0,0 0-6 0,0 0-37 16,0 0-59-16,0 0 50 15,0 0-15-15,0 5-11 16,0-5 51-16,0 0 45 15,0 0-50-15,0-3 32 16,0-3 34-16,0 0-8 16,-6 3-60-16,-1 3-72 15,-2 0-2-15,0 9-38 16,2 7-223-16,5-5-546 0</inkml:trace>
  <inkml:trace contextRef="#ctx0" brushRef="#br0" timeOffset="60169.94">2366 11929 1739 0,'0'0'548'0,"0"0"-430"0,0 0 58 0,0 0-21 0,0 0-79 16,0 0-43-16,58-128-11 15,-25 75 14-15,3-5-36 16,-1-6 0-16,-1-2-8 16,-5-2 19-16,-5-1-11 15,-9 4 12-15,-5 4 9 16,-10 11 81-16,0 14-65 16,0 14-16-16,-12 14 16 15,-7 8-31-15,-4 10-7 16,-1 26 1-16,4 15 0 0,2 10 27 15,9 10-21-15,7 1-4 16,2-2 8 0,0-10 4-16,15-8-14 0,6-13 0 15,6-12 9-15,-2-13-21 16,0-7 7-16,0-7-49 16,-3-4 35-16,-2-21-92 15,-2-3 24-15,-2-6-5 16,-5 2 56-16,-5 8 36 15,-1 6 67-15,-3 12 21 16,0 6-83-16,-2 2-5 0,0 22 0 16,0 6 22-1,0 6-22-15,0-1 30 0,5-2-30 16,-3-6 0-16,5-7-10 16,2-10-99-16,-1-6-245 15,0-4-384-15</inkml:trace>
  <inkml:trace contextRef="#ctx0" brushRef="#br0" timeOffset="60598.03">2931 11600 1493 0,'0'0'289'0,"0"0"-162"0,0 0 94 0,0 0-24 0,3 108-4 15,-6-81-32-15,-3-8-8 16,-1-6-42-16,5-7-101 0,2-6 14 15,0 0 46-15,0-8-34 16,7-13-36-16,10-5-40 16,8-2-124-16,4 2 47 15,2 8 10-15,-2 8 20 16,-4 9 55-16,-10 1 12 16,-8 15 20-16,-7 11 39 15,0 6 22-15,-4-1 88 0,-10-8-56 16,3-6-13-16,5-7-23 15,6-10-43-15,0 0 72 16,19-10-86-16,17-12-73 16,9-5 64-16,5 5-34 15,0 4 41-15,-6 4-5 16,-10 10-17-16,-12 4 12 16,-10 0-23-16,-10 13-6 15,-2 9 33-15,-2 1-89 16,-19 9 12-16,6-5-93 15,3-9-441-15</inkml:trace>
  <inkml:trace contextRef="#ctx0" brushRef="#br0" timeOffset="60973.04">3457 11743 1689 0,'0'0'245'0,"0"0"-215"0,0 0-30 15,101-107-30-15,-77 71 19 16,-6 2 11-16,-9 0 44 16,-7 4-44-16,-2 2 87 15,0 6 102-15,0 6 35 0,-9 10 75 16,1 6-156 0,0 4-141-16,4 26 25 0,0 16-20 15,4 16 34-15,0 12 4 16,0 10-45-16,0 9 57 15,0-1-36-15,-5-2 3 16,-3-9 1-16,-6-13-5 16,-1-12-20-16,-4-16 0 15,2-14 1-15,-3-14 23 16,-3-12-23-16,4 0 4 16,3-16 25-16,9-14-18 15,7-10-24-15,7-7 6 16,26-3-144-16,41-26-162 0,-7 10-315 15,-5 6-351-15</inkml:trace>
  <inkml:trace contextRef="#ctx0" brushRef="#br0" timeOffset="61365.01">3918 11472 1610 0,'0'0'704'0,"0"0"-340"15,0 0-168-15,0 0-184 16,0 0 64-16,0 0-22 15,0 0 7-15,-55 144-22 16,52-84-39 0,3 4 30-16,0-6-30 15,14-5-5-15,13-11-5 0,4-14-44 16,3-12-10-16,-1-14-65 16,-2-2-96-16,-4-18-46 0,-8-14-112 15,0-12-12 1,-6-8 157-16,-2-8 141 0,0-1 97 15,0 3 76 1,-1 8 247-16,-4 16 208 0,-2 12-176 16,-1 16-152-16,-3 6-145 15,2 8-40-15,-2 20 36 16,2 10 49-16,2 8-58 16,-1 8-2-16,-1 6-43 15,-2 1 1-15,0-3 6 16,0-6-7-16,0-10-28 15,0-8-126-15,-2-14-77 0,-27-13 25 16,0-7-162-16,-4 0-484 0</inkml:trace>
  <inkml:trace contextRef="#ctx0" brushRef="#br0" timeOffset="61490">3910 11793 1428 0,'0'0'655'15,"0"0"-307"-15,122-53 6 16,-64 35-184-16,3 7-120 15,-9 0-50-15,-4 7 0 16,-11 1-65-16,-8-1-188 16,-10 1-259-16,-13-1-425 0</inkml:trace>
  <inkml:trace contextRef="#ctx0" brushRef="#br0" timeOffset="61630.96">4542 11468 1360 0,'0'0'548'0,"0"0"-169"0,0 0-101 15,0 0-25-15,0 0-114 16,0 0-53-16,105 167-22 16,-136-94-51-16,-11 8-26 15,-25 15-80-15,8-20-461 16,11-18-386-16</inkml:trace>
  <inkml:trace contextRef="#ctx0" brushRef="#br0" timeOffset="62681.18">2459 12246 1729 0,'0'0'568'0,"0"0"-386"0,0 0-170 0,0 0 1 16,0 0 32-16,0 0 38 16,-2 122 71-16,2-64-47 15,0 1-63-15,2-3 23 16,16-6-67-16,2-10 15 16,5-8-15-16,-1-12-20 15,0-8-64-15,-6-8-263 16,-11-4-473-16</inkml:trace>
  <inkml:trace contextRef="#ctx0" brushRef="#br0" timeOffset="62838.55">2208 12625 1659 0,'0'0'535'0,"0"0"-409"15,0 0 98-15,122-24-68 16,-69 20-124-16,1 4-32 15,-5 0 0-15,2 0-144 16,-12 0-226-16,-16 6-601 0</inkml:trace>
  <inkml:trace contextRef="#ctx0" brushRef="#br0" timeOffset="62996.1">2593 12575 1714 0,'0'0'636'0,"0"0"-437"15,0 0-104-15,0 0-35 16,0 0-60-16,0 0 1 16,141-4-13-16,-99 8-111 15,-9-2-215-15,-8-2-377 0</inkml:trace>
  <inkml:trace contextRef="#ctx0" brushRef="#br0" timeOffset="63168.54">2821 12466 1549 0,'0'0'576'0,"0"0"-420"16,0 0-70-16,0 0-30 16,0 0-54-16,113 10 39 15,-95 22 20-15,-7 7-31 16,-9 5 18-16,-2 0-24 16,0-2-23-16,-17-6 2 15,-8-4-3-15,4-10-150 16,6-10-408-16</inkml:trace>
  <inkml:trace contextRef="#ctx0" brushRef="#br0" timeOffset="63471.89">3079 12498 892 0,'0'0'673'0,"0"0"-501"16,0 0-73-16,0 0-59 16,0 0 62-16,0 0 57 15,0 0-40-15,95 75 46 16,-95-39-39-16,-4 2 21 16,-12-4 61-16,-1-6-102 15,5-6-18-15,8-8-53 16,4-8-35-16,0-6 22 15,18 0-22-15,7-2-64 16,1-18-177-16,-6 2-291 16,-6 0-336-16</inkml:trace>
  <inkml:trace contextRef="#ctx0" brushRef="#br0" timeOffset="63666.37">3035 12328 1855 0,'0'0'893'0,"0"0"-699"0,0 0-134 16,0 0-47-16,133-38 5 16,-71 36-36-16,-10 2-127 15,-12 0-506-15</inkml:trace>
  <inkml:trace contextRef="#ctx0" brushRef="#br0" timeOffset="64865.13">5184 11780 1726 0,'0'0'719'0,"0"0"-475"0,0 0-149 0,0 0 4 0,0 0-87 16,0 0-11-16,0 0-2 16,116 29-103-16,-91-13-224 15,-10-4-415-15</inkml:trace>
  <inkml:trace contextRef="#ctx0" brushRef="#br0" timeOffset="65003.86">5171 11965 929 0,'0'0'972'0,"0"0"-734"16,0 0-55-16,114 0-103 16,-50 0-80-16,-13 0-1 0,-8 0-327 15</inkml:trace>
  <inkml:trace contextRef="#ctx0" brushRef="#br0" timeOffset="65666.19">6006 12023 2038 0,'0'0'671'16,"0"0"-445"-16,0 0-162 15,0 0-62-15,0 0 13 16,141-144 7-16,-99 90-28 15,-4-4 6-15,-5-5-48 16,-8 1-4-16,-3-2-21 16,-7-2 53-16,-3 0 20 15,-3 6 0-15,-5 10 79 16,-4 14-24-16,0 15-46 16,0 20 14-1,-13 1-23-15,-5 33 0 0,-5 17 64 16,4 19-62-16,1 7 62 15,7 6-23-15,9-3-41 0,2-7 47 16,6-13-38-16,23-14-9 16,7-15 0-16,8-16-17 31,1-14-25-31,-3 0-75 16,-6-22-175-16,-7-10 7 15,-9-7-54-15,-9-1 143 0,-6 4 196 0,-5 8 78 31,0 12 277-31,0 16-119 0,0 0-202 0,-5 22 51 32,0 15-40-32,-1 5 22 0,2 4-37 0,4-4-11 15,0-4-27-15,0-6 8 32,0-12-187-32,2-14-63 0,9-6-228 0,-2 0-355 0</inkml:trace>
  <inkml:trace contextRef="#ctx0" brushRef="#br0" timeOffset="66057.28">6759 11707 1096 0,'0'0'356'0,"0"0"14"0,0 0-62 0,0 104-14 0,-2-72-118 31,-5-6 5-31,5-10-76 0,0-6-81 0,2-10 18 31,0 0-2-31,0-6-20 0,16-16-20 16,4-4-30 0,4-3-38-16,5 4-11 0,2 5-19 15,-2 7 26-15,-4 13-19 16,-8 0 54-16,-7 17 37 16,-10 13 0-16,0 6 40 15,-10-2 30-15,-7-4-7 16,1-8 53-16,10-12-69 15,6-10-16-15,0 0 78 16,29-26-109-16,13-6-102 16,9-6-7-16,3 2 2 15,-1 2 106-15,-8 7-27 16,-8 9 28-16,-10 10-12 0,-8 8 13 16,-11 3-2-1,-8 20 1-15,0 26-107 0,-6-9-64 16,-10-2-432-16</inkml:trace>
  <inkml:trace contextRef="#ctx0" brushRef="#br0" timeOffset="66480.86">6173 12330 1839 0,'0'0'477'0,"0"0"-366"15,0 0-54-15,0 0 1 0,0 0-45 0,0 0 23 16,0 0 193-16,7 100-85 16,-25-40-40-16,3 3 4 15,3-3-81-15,8-6 11 16,4-8-1-16,0-12-37 15,11-10 15-15,9-8-15 16,-2-10-89-16,-2-6-117 16,-8 0-411-16,-8-14-693 0</inkml:trace>
  <inkml:trace contextRef="#ctx0" brushRef="#br0" timeOffset="66607.34">5837 12695 1852 0,'0'0'579'0,"0"0"-378"15,0 0 3-15,132-48-119 16,-72 34-32-16,0 4-53 16,9 4-1-16,-17 2-360 15,-13 4-663-15</inkml:trace>
  <inkml:trace contextRef="#ctx0" brushRef="#br0" timeOffset="66779.64">6368 12625 1896 0,'0'0'327'0,"0"0"-193"0,0 0-82 16,0 0-52-16,124-30-67 16,-70 22-310-16,-3 0-898 0</inkml:trace>
  <inkml:trace contextRef="#ctx0" brushRef="#br0" timeOffset="67031.02">6671 12454 1179 0,'0'0'968'0,"0"0"-664"0,0 0-246 16,0 0-5-16,0 0-53 15,0 0 0-15,113-14-9 16,-91 35 9-16,-4 4 0 15,-7 5 13-15,-11 2-13 16,0 3 121-16,-11-3 13 16,-13 0-43-16,-7-2-26 15,4-2-65-15,8-4-117 16,11-6-241-16,8-8-663 0</inkml:trace>
  <inkml:trace contextRef="#ctx0" brushRef="#br0" timeOffset="67532.81">7027 12476 1388 0,'0'0'690'0,"0"0"-489"16,0 0-44-16,0 0-37 15,0 0-76-15,0 0 24 16,0 0-31-16,-7-5-37 15,7 2 26-15,0-1-25 16,0-2 7-16,9 1-5 16,7-2-1-16,3 4-4 15,2 0 2-15,1 3 0 16,-4 0-25-16,-5 17 25 16,-8 9-29-16,-5 3 29 0,-9 7 7 15,-20 5 79-15,-4-1 38 16,-4-4-28-1,6-6 46-15,12-6-98 0,7-8 8 16,12-4-7-16,0-4-43 16,27-4 36-16,8-2-38 15,6-2-40-15,1 0 16 16,-2 0-152-16,-2-4-152 16,-8-8-192-16,-13-4-523 0</inkml:trace>
  <inkml:trace contextRef="#ctx0" brushRef="#br0" timeOffset="67705.22">7180 12368 2227 0,'0'0'817'0,"0"0"-581"15,0 0-160 1,0 0-74-16,135-44 32 15,-83 40-34-15,11 4-31 0,-14 0-180 16,-13 0-697-16</inkml:trace>
  <inkml:trace contextRef="#ctx0" brushRef="#br0" timeOffset="69005.73">8025 11346 795 0,'0'0'413'0,"0"0"-230"0,0 0-9 0,0 0 86 16,0 0-47-16,0 0 5 15,0 0 36 1,-132 73 2-16,105-6-72 0,10 9-17 16,5 8-117-16,12 3 7 15,0-8-33-15,14-6-11 16,15-15 4-16,9-14-17 15,9-14-50-15,26-19-25 0,-10-10-421 16,-10-1-311-16</inkml:trace>
  <inkml:trace contextRef="#ctx0" brushRef="#br0" timeOffset="69149.97">8121 11794 1877 0,'0'0'554'16,"0"0"-460"-16,0 0-51 0,121-23-43 15,-53 13-42-15,-7 2-228 16,-8-1-1032-16</inkml:trace>
  <inkml:trace contextRef="#ctx0" brushRef="#br0" timeOffset="69933.14">8888 11538 1553 0,'0'0'821'0,"0"0"-525"0,0 0-144 15,0 0-77-15,0 0-18 0,0 0-57 16,13-122 0-16,7 102-15 16,-1 7 7-16,2 8 2 15,-6 5 6-15,-5 5-6 16,-10 26 6-16,0 11 32 16,-17 8-16-16,-14 8 26 15,-6-2-22-15,-3-4-8 16,-1-10 11-16,3-9-17 15,9-13 44-15,5-14-49 16,4-6 15-16,8 0 19 16,8-12-20-16,4-5-12 0,0 2-3 15,23 3-83-15,6 6 46 16,6 6-59-16,7 0-1 16,3 10-49-16,20 5-109 15,-11 0-38-15,-8-8-299 0</inkml:trace>
  <inkml:trace contextRef="#ctx0" brushRef="#br0" timeOffset="70126.02">9250 11408 1661 0,'0'0'559'0,"0"0"-444"15,0 0-58-15,0 0-20 0,0 0 116 16,0 0 96-1,0 126-110-15,0-72-48 0,0 4-49 16,0 0-32-16,0-1-20 16,0-6-20-16,4 2-172 15,4-17-68-15,-6-12-404 0</inkml:trace>
  <inkml:trace contextRef="#ctx0" brushRef="#br0" timeOffset="70262.35">9059 11744 980 0,'0'0'1109'0,"0"0"-617"16,0 0-352-16,129-66-65 15,-67 56-75-15,-13 2-169 16,-7 6-382-16</inkml:trace>
  <inkml:trace contextRef="#ctx0" brushRef="#br0" timeOffset="70498.16">9669 11648 1726 0,'0'0'502'0,"0"0"-437"15,0 0-65-15,0 0 0 16,158-8 0-16,-122 8-180 16,-9 0-309-16</inkml:trace>
  <inkml:trace contextRef="#ctx0" brushRef="#br0" timeOffset="70639.47">9883 11442 1538 0,'0'0'734'0,"0"0"-622"16,0 0-63-16,0 0 45 16,-18 108-51-1,18-54 49-15,0 2-92 0,0 14-15 16,16-13-154-16,-1-17-433 0</inkml:trace>
  <inkml:trace contextRef="#ctx0" brushRef="#br0" timeOffset="71062.28">10222 11484 1292 0,'0'0'372'0,"0"0"-120"16,0 0-89-16,0 0 72 16,0 0-25-16,0 0-30 15,-56 146 20-15,31-100-110 16,4-5-43-16,3-10-6 15,5-10-26-15,7-7-13 16,6-10 11-16,0-4-2 16,12 0-7-16,13 0-4 15,8 0-69-15,3 0-4 16,1-2-85-16,-1-3 35 16,-3 0 22-16,-6-3-25 15,-2-8 41-15,-7-5-29 0,-5-6-23 16,-7-5 91-1,-4-3 8-15,-2-1 38 0,0 8 132 16,0 6 114-16,-2 12 138 16,-4 10-240-16,-3 0-125 15,5 26 54-15,1 12-61 16,3 12 35-16,0 4-46 16,0 7 19-16,5-3-40 15,4 6-165-15,-1-16-283 16,-3-12-473-16</inkml:trace>
  <inkml:trace contextRef="#ctx0" brushRef="#br0" timeOffset="71406.78">10700 11464 439 0,'0'0'1989'0,"0"0"-1356"0,0 0-578 0,0 0-44 0,0 0 23 16,0 0-34-16,112 122 50 16,-103-54-13-16,-9 8-37 15,-4 1 0-15,-28-7-21 16,-7-6-102-16,-11-2-121 16,12-19-214-16,12-16-459 0</inkml:trace>
  <inkml:trace contextRef="#ctx0" brushRef="#br0" timeOffset="71815.5">11342 11618 1475 0,'0'0'891'16,"0"0"-342"-16,0 0-358 15,0 0-29-15,0 0-68 16,0 0-73-16,0 0 24 16,143-32-45-16,-99 32 0 15,-1 0-24-15,-7 0-31 0,-11 14-131 16,-13-2-439-1,-12 0-633-15</inkml:trace>
  <inkml:trace contextRef="#ctx0" brushRef="#br0" timeOffset="71972.31">11342 11779 1326 0,'0'0'976'15,"0"0"-597"-15,0 0-130 16,0 0-162-16,114-18-87 15,-51 18 0-15,-12 0-290 16,-7 0-551-16</inkml:trace>
  <inkml:trace contextRef="#ctx0" brushRef="#br0" timeOffset="72222.8">12086 11568 1833 0,'0'0'385'0,"0"0"-310"16,0 0 97-16,0 0-60 16,-100 106 32-16,100-51 21 15,29 3-67-15,16-2 1 16,10-10-93-16,3-10-6 0,0-14 30 16,-8-14-12-1,-10-8-8-15,-13-6 20 0,-17-22 8 16,-10-8 31-16,-10-6-69 15,-26 0-32-15,-22-8 2 16,6 11-233 0,8 12-456-16</inkml:trace>
  <inkml:trace contextRef="#ctx0" brushRef="#br0" timeOffset="73534.45">7822 7896 1513 0,'0'0'598'0,"0"0"-378"0,0 0-17 0,0 0-175 0,0 0 16 0,0 0 49 15,0 0 7-15,-112 22 35 32,95 27-71-32,9 9-25 15,8 2 6-15,0 0-45 0,19-8-29 0,12-10-157 16,25-16-165 0,-7-13-194-16,-7-12-1201 15</inkml:trace>
  <inkml:trace contextRef="#ctx0" brushRef="#br0" timeOffset="73798.48">7970 8085 1773 0,'0'0'384'16,"0"0"-383"-16,0 0-1 16,0 0-117-16,106-131 3 15,-94 99 114-15,-6 5 30 16,-6 2 3-16,0 5 93 0,0 8 45 15,0 4 40-15,0 8 139 16,0 0-208-16,0 6-96 16,5 21-22-16,5 6-17 15,2 7 8-15,-1 3-15 16,-2-3-101-16,-2-2-119 16,-3-10-147-16,-4-10-301 0</inkml:trace>
  <inkml:trace contextRef="#ctx0" brushRef="#br0" timeOffset="73938.61">8379 7798 2097 0,'0'0'783'0,"0"0"-703"16,0 0-24-16,0 0-46 16,0 0 29-16,73 163 15 15,-99-85-54-15,-32 42 0 16,9-18-97-16,5-16-559 0</inkml:trace>
  <inkml:trace contextRef="#ctx0" brushRef="#br0" timeOffset="74685.2">13168 9486 1279 0,'0'0'222'0,"0"0"-48"0,0 0 91 0,0 0-35 0,-137 55 1 16,124-15-93-16,11 6-38 16,2 2 1-16,17 0-101 15,17-4 0-15,28-8-31 16,-10-11-270-16,-3-13-487 0</inkml:trace>
  <inkml:trace contextRef="#ctx0" brushRef="#br0" timeOffset="75029.67">13374 9571 1098 0,'0'0'548'0,"0"0"-417"16,0 0 11-16,0 0 100 15,0 0-131-15,0 0-67 16,0 0-34-16,31-50 10 16,-8 46-34-16,-5 2 28 15,-7 2-10-15,-7 0 95 16,-4 11-57-16,-2 14 82 15,-18 5 5-15,-4 4-47 16,2 0 23-16,5-6-81 16,13-4-18-16,4-10 60 15,10-6-66-15,21-8 26 16,7 0-26-16,4 0-20 0,9-14-203 16,-9-2-359-16,-11 0-806 15</inkml:trace>
  <inkml:trace contextRef="#ctx0" brushRef="#br0" timeOffset="75186.45">13818 9467 347 0,'0'0'1610'16,"0"0"-1108"-16,0 0-397 16,0 0-63-16,0 0 47 0,82 136 43 15,-82-76-111 1,-51 30-21-16,2-15-161 0,-3-13-585 0</inkml:trace>
  <inkml:trace contextRef="#ctx0" brushRef="#br0" timeOffset="76048.78">13194 11401 1555 0,'0'0'612'0,"0"0"-478"0,0 0-60 0,-113 53 78 16,86-13 29-16,13 6-87 15,14 4 17-15,0 0-51 16,29-1-59-16,16-12 25 16,6-9-26-16,23-13-204 15,-12-11-305-15,-10-4-980 0</inkml:trace>
  <inkml:trace contextRef="#ctx0" brushRef="#br0" timeOffset="76635.98">13501 11518 567 0,'0'0'1178'16,"0"0"-834"-16,0 0-213 16,0 0-69-16,0 0-7 0,0 0-17 15,0 0-15 1,-21-30 36-16,21 30-58 0,0 0 11 16,-3 0 25-16,3 0-13 15,0 0 49-15,0 0-65 16,0 0 5-16,0 0 8 15,0-2-11-15,0 2-8 16,0 0 10-16,0 0 0 16,0 0 12-16,0 0-23 15,0-4 31-15,0 0 90 16,11-2-114-16,4 2 15 16,1 4-9-16,1 0-2 15,-7 0-14-15,-5 16 13 16,-5 10-11-16,0 6 79 0,-11 4-50 15,-12-2 24-15,5-2 1 16,3-9-53-16,6-8 44 16,9-7-31-16,0-8-14 15,9 0 57-15,18 0-41 16,2-4-28-16,0-4 12 16,-3 2-67-16,-6 5 67 15,-6 1-45-15,-7 0 32 16,-5 14-10-16,-2 8 14 15,0 1 8-15,-7 1 1 16,-9-2-33-16,3-5-2 16,1-7-158-16,6-10-76 15,2 0-110-15,1-12-1343 0</inkml:trace>
  <inkml:trace contextRef="#ctx0" brushRef="#br0" timeOffset="76784.14">13910 11464 1460 0,'0'0'647'0,"0"0"-521"0,0 0-45 0,0 0 67 15,0 0-26-15,8 152-13 16,-43-90-73-16,-23 31-36 16,6-19-177-16,12-14-695 0</inkml:trace>
  <inkml:trace contextRef="#ctx0" brushRef="#br0" timeOffset="78119.19">2025 14021 1547 0,'0'0'369'0,"0"0"-115"0,0 0 82 0,0 0-163 15,0 0-91-15,0 0 68 16,0 0-51-16,11-10-54 15,14-8-26-15,1-3 5 16,-1-3-23-16,-3-2-1 16,-6 0-24-16,-3-4 18 0,-4 4-82 15,0 0 17 1,-3 6 70-16,1 6-7 0,-3 8 8 16,4 6 0-16,-4 0-6 15,5 18 5-15,-3 10 2 16,4 6 28-16,0 2-14 31,-3-2 0-31,2-1-30 0,-2-8-18 0,-5-5-212 31,0-11-136-31,-2-8-498 0</inkml:trace>
  <inkml:trace contextRef="#ctx0" brushRef="#br0" timeOffset="78291.52">2593 13734 1627 0,'0'0'240'16,"0"0"-52"-16,4 102 56 15,-8-46-90-15,-21 4-44 16,-4-4-25-16,-4-3-75 16,2-12-1-16,-1-10-9 15,-7-15-134-15,5-10-122 16,5-6-381-16</inkml:trace>
  <inkml:trace contextRef="#ctx0" brushRef="#br0" timeOffset="78463.28">1907 13842 1879 0,'0'0'285'0,"0"0"-191"16,0 0-66-16,0 0 33 15,0 0 33-15,17 126-65 16,14-79 11-16,8-1-40 15,28 12-4-15,-9-18-192 16,-3-8-653-16</inkml:trace>
  <inkml:trace contextRef="#ctx0" brushRef="#br0" timeOffset="78697.89">2996 13736 1340 0,'0'0'379'0,"0"0"-146"15,0 0 30-15,0 0-81 16,-113 98 28-16,103-54-69 16,8 4-27-16,2 2-29 15,5-4-84-15,15-3 14 16,5-7-15-16,6-10-107 15,15-12-116-15,-5-12-268 16,-8-2-530-16</inkml:trace>
  <inkml:trace contextRef="#ctx0" brushRef="#br0" timeOffset="78996.42">3282 13854 1476 0,'0'0'295'16,"0"0"-187"-16,0 0-1 16,0 0-19-16,0 0 12 15,0 0-4-15,0 0 56 16,67 62-25-16,-81-24 45 16,-18 2 21-16,-5 0-96 15,-1-3 2-15,9-7-69 0,11-6-24 16,14-8 24-16,4-6-15 15,22-2-15-15,18-8 0 16,5 0-83-16,17 0-90 16,-11-16-331-1,-10 0-217-15</inkml:trace>
  <inkml:trace contextRef="#ctx0" brushRef="#br0" timeOffset="79168.45">3578 13830 1674 0,'0'0'515'0,"0"0"-441"16,0 0-40-16,0 0 35 16,0 0-11-16,0 0 22 0,100 118 11 15,-100-68-54-15,0 0 10 16,-11 3-43-16,-14-11-4 16,-17 4-19-16,7-14-249 15,3-10-644-15</inkml:trace>
  <inkml:trace contextRef="#ctx0" brushRef="#br0" timeOffset="79653.95">4039 13705 1664 0,'0'0'594'0,"0"0"-402"0,0 0-180 0,0 0 54 0,0 0 60 16,-80 121 34-16,75-65 12 15,5 2-99-15,7-1-46 16,19-7 10-16,13-8-37 16,21-6-42-16,-9-14-285 0,-6-10-633 15</inkml:trace>
  <inkml:trace contextRef="#ctx0" brushRef="#br0" timeOffset="80297">4290 13884 1467 0,'0'0'367'0,"0"0"-146"0,0 0 15 16,0 0-94-16,0 0-27 16,0 0-77-16,0 0-26 15,21-46 3-15,-13 44-14 16,2 2-1-16,-6 0 0 16,-1 4 10-16,-3 10 32 15,0 2 54-15,-10-2 20 16,-3-2-14-16,2-2-95 15,2-4 16-15,6-4-13 16,3 0-9-16,0-2 54 16,0 0-48-16,0 0 5 0,0 0-7 15,0-4 1-15,0-2-6 16,5-4 0-16,0 2 0 16,4 0-33-16,-1 0 33 15,4 0-19-15,1 4 18 16,0-2-29-16,1 4 21 15,1 0 3-15,-1 2 6 16,-1 0-5-16,1 0 6 16,-3 8-1-16,-5 6 14 15,-6 4 2-15,0 4 9 16,0 5-25-16,-17-4 0 16,-1-3 65-16,-1 0-65 15,6-11 9-15,9-4 6 0,4-5-6 16,0 0 31-1,13 0-37-15,14 0 5 0,2-4-16 16,0 4-31-16,0 0 29 16,-9 4-5-16,-5 23-24 15,-8 3 27-15,-7 6-73 16,0 4-7-16,-7-6 16 16,-12-4-118-16,-6-16 4 15,5-8-103-15,5-6-689 0</inkml:trace>
  <inkml:trace contextRef="#ctx0" brushRef="#br0" timeOffset="80469.84">4821 13792 1530 0,'0'0'903'0,"0"0"-590"0,0 0-216 0,0 0-70 0,0 0 76 16,67 104-78-16,-69-38 10 15,-27 9-34-15,-25 21-1 16,5-16-341-16,9-18-601 16</inkml:trace>
  <inkml:trace contextRef="#ctx0" brushRef="#br0" timeOffset="80924.7">5115 13979 1790 0,'0'0'655'0,"0"0"-281"0,0 0-160 0,0 0-117 15,0 0-51-15,141-3-45 0,-86 3 39 16,1 0-40-16,-3 0-27 16,-3 0 0-16,-13 3-166 15,-10 2-294-15,-14 0-211 0</inkml:trace>
  <inkml:trace contextRef="#ctx0" brushRef="#br0" timeOffset="81113.69">5175 14084 1906 0,'0'0'776'0,"0"0"-541"16,0 0-93-16,0 0-115 15,148-9-27-15,-86 5 30 16,2 2-30-16,10-1-157 16,-19 3-432-1,-17 0-408-15</inkml:trace>
  <inkml:trace contextRef="#ctx0" brushRef="#br0" timeOffset="81300.45">5707 13850 1092 0,'0'0'850'0,"0"0"-539"0,0 0-189 16,0 0 19-16,0 0 27 15,65 154-62-15,-67-87-27 16,-27 3-19-16,-13 0-60 16,-29 6-170-16,11-18-348 15,6-13-710-15</inkml:trace>
  <inkml:trace contextRef="#ctx0" brushRef="#br0" timeOffset="82591">6397 14199 2061 0,'0'0'570'0,"0"0"-364"0,0 0-49 15,0 0-142-15,0 0 8 0,153-120-11 16,-92 70-14-16,-1-3 2 16,-5-5-73-16,-4 0-2 15,-9-4-19-15,-5-2 64 16,-11-1 11-16,-10 1 38 15,-8 6-17-15,-8 10 51 16,0 14-30-16,-4 14 86 16,-19 18-97-16,-8 2-3 15,-2 26 33-15,-5 16-17 16,7 12 60-16,4 8-26 16,12 5-44-16,11-1 39 0,4-6-54 15,11-10 0-15,20-10 6 16,6-11 7-16,3-16-26 15,1-7 4-15,-3-6-98 16,-7-4-3-16,-9-16-182 16,-7-8 9-16,-3-2 66 15,-7-4 1-15,1 6 126 16,-2 6 90-16,1 12 276 16,-1 10-42-16,1 0-212 15,0 18 26-15,1 10 78 0,-4 4-63 16,2 2-3-1,-1-4-44-15,1-4-16 0,0-8-7 16,6-11-184-16,-1-7-305 16,-1 0-870-16</inkml:trace>
  <inkml:trace contextRef="#ctx0" brushRef="#br0" timeOffset="83029.78">7283 13800 479 0,'0'0'949'0,"0"0"-411"0,0 0-200 0,-13 112-80 0,4-85-12 15,3-9-166-15,2-9-58 16,2-7 36-16,2-2-38 16,0 0 44-16,0-18-64 15,16-4-124-15,7-2-78 16,6-4-103-16,4 6-17 15,3 8 159-15,-3 10 49 16,-4 4 114-16,-10 10 53 16,-5 18 125-16,-14 4 23 15,0 4-19-15,-6 1-51 16,-14-9 83-16,-1-9-87 16,4-8-49-16,3-11-24 15,12 0-21-15,2-16-33 0,7-11-23 16,24-1-196-16,9-2 49 15,7 2-27-15,4 2 125 16,1 8 39-16,-6 2 33 16,-3 12 67-16,-12 4-26 15,-9 6-29-15,-11 16 6 16,-11 20-18-16,0-6-107 16,0-6-378-16</inkml:trace>
  <inkml:trace contextRef="#ctx0" brushRef="#br0" timeOffset="83530.67">8138 13838 1719 0,'0'0'871'0,"0"0"-645"0,0 0-191 0,0 0-34 16,0 0 25-16,0 0-26 15,0 0-6-15,127-111-33 16,-113 86-192-16,-7-4 73 15,-3 2 59-15,-4-1 60 16,0 6 21-16,0 8 36 16,0 11 15-16,0 3-33 15,2 28 15-15,0 19 79 16,3 15 3-16,0 12-34 16,-5 12 32-16,0 4-83 15,0 1 3-15,-21-5 7 16,-5-10-10-16,-8-12 7 15,-1-14-19-15,-3-15 0 16,5-20-8-16,4-12 15 0,11-3-7 16,13-22 49-16,5-17-47 15,17-7-4-15,26-10-144 16,40-26-165-16,-8 6-217 16,-6 9-679-16</inkml:trace>
  <inkml:trace contextRef="#ctx0" brushRef="#br0" timeOffset="83718.64">8637 13618 1737 0,'0'0'730'0,"0"0"-542"15,0 0-121-15,0 0-58 16,0 0 97-16,-71 120 51 0,63-66-83 16,5 6-23-16,3-4-33 15,5-6-12-15,17-6-12 16,10-16 5-16,1-10-53 15,5-9-4-15,1-9-258 16,-8-14-204-16,-6-8-259 0</inkml:trace>
  <inkml:trace contextRef="#ctx0" brushRef="#br0" timeOffset="83878.03">8822 13702 1568 0,'0'0'695'0,"0"0"-464"0,0 0-219 16,0 0 19-16,0 0 115 15,14 108-27-15,-7-62-10 16,-1 4-70-16,2-2-38 16,-2 0-1-16,-4-3-186 15,0-12-142-15,-2-11-347 0</inkml:trace>
  <inkml:trace contextRef="#ctx0" brushRef="#br0" timeOffset="84032.7">8695 13910 1989 0,'0'0'651'0,"0"0"-502"15,116-28-74-15,-66 18-61 16,-10 6-28-16,-3 0-34 16,-12 4-293-16,-12-4-412 0</inkml:trace>
  <inkml:trace contextRef="#ctx0" brushRef="#br0" timeOffset="84189.43">9293 13586 1842 0,'0'0'722'0,"0"0"-590"0,0 0-51 16,0 0 30-16,46 114-88 15,-54-52-23-15,-44 32-6 16,6-14-286-16,-1-12-478 0</inkml:trace>
  <inkml:trace contextRef="#ctx0" brushRef="#br0" timeOffset="84941.93">6677 14355 848 0,'0'0'967'0,"0"0"-634"0,0 0-116 0,0 0-37 0,0 0-77 16,0 0-48-16,0 0 28 16,0 27 34-16,0 9-27 15,2 8-31-15,5 2-57 16,-1-2 43-16,6 0-45 16,3-8 0-16,3-6-14 15,0-6-1-15,0-6-80 16,-5-10-134-16,-4-4-156 15,-9-4-313-15</inkml:trace>
  <inkml:trace contextRef="#ctx0" brushRef="#br0" timeOffset="85098.1">6478 14636 1739 0,'0'0'642'0,"0"0"-341"15,0 0-124-15,0 0-62 0,130-30-76 16,-81 26-27-16,2 2-24 15,5 2-88-15,-12 0-507 16,-12 0-823-16</inkml:trace>
  <inkml:trace contextRef="#ctx0" brushRef="#br0" timeOffset="85270.59">6808 14574 1842 0,'0'0'552'0,"0"0"-500"16,0 0-33-16,0 0-19 16,156-8-1-16,-116 8-163 15,-6 0-578-15</inkml:trace>
  <inkml:trace contextRef="#ctx0" brushRef="#br0" timeOffset="85443.96">7098 14472 1420 0,'0'0'718'16,"0"0"-536"-16,0 0-119 15,0 0 40-15,0 0-39 16,0 0 43-16,0 0 3 16,105 110-68-16,-109-68-6 0,-21 2-36 15,-4-10-97 1,-7 3-39-16,10-14-213 0,7-9-557 0</inkml:trace>
  <inkml:trace contextRef="#ctx0" brushRef="#br0" timeOffset="85772.8">7374 14432 1855 0,'0'0'519'0,"0"0"-394"0,0 0-57 15,0 0 8-15,0 0 6 32,0 0-58-32,0 0 57 0,74 74 14 15,-99-24-12-15,-4-2 33 0,5-2-72 16,4-6 11-16,6-10-23 15,12-10-23 1,2-6 32-16,4-7-41 0,19-6-12 16,4-1-9-16,0 0-135 15,4-10-143-15,-6-6-303 16,-6-2-746-16</inkml:trace>
  <inkml:trace contextRef="#ctx0" brushRef="#br0" timeOffset="85913.73">7448 14345 1083 0,'0'0'1384'0,"0"0"-807"15,0 0-413-15,0 0-140 16,0 0 12-16,145-66-36 16,-109 66-79-16,-9 2-189 15,-8 8-802-15</inkml:trace>
  <inkml:trace contextRef="#ctx0" brushRef="#br0" timeOffset="86792.61">9964 13932 1713 0,'0'0'361'0,"0"0"-287"0,0 0-32 0,125 0-42 15,-86 0-132-15,-10 0-536 0</inkml:trace>
  <inkml:trace contextRef="#ctx0" brushRef="#br0" timeOffset="86933.24">9873 14107 1267 0,'0'0'984'0,"0"0"-797"0,0 0-64 16,129 0-78-16,-52-2-45 15,-10-6-69-15,-14 2-544 0</inkml:trace>
  <inkml:trace contextRef="#ctx0" brushRef="#br0" timeOffset="87733.24">10999 14203 1652 0,'0'0'915'0,"0"0"-722"0,0 0-90 0,0 0-103 0,0 0 0 15,0 0 0-15,102-142 7 16,-59 93-19-16,-1-1-64 16,1-8-54-16,-3-2 81 15,-4-4-4-15,-7 0 53 16,-7 3 14-16,-11 10 9 15,-11 11 50-15,0 17-18 16,-9 17-22-16,-15 6 8 16,-5 26-27-16,-3 20 59 15,3 16 50-15,9 9-56 16,9 7 44-16,11 0-78 16,0-3-33-16,16-12 36 15,13-10-24-15,9-15-13 0,4-14 1 16,3-14-51-16,-5-10 6 15,-5-10-116-15,-6-18-77 16,-8-10-20-16,-4-2 2 16,-3-9 111-16,-1 5 109 15,-4 8 36-15,-2 12 262 16,-3 16-42-16,-4 8-125 16,0 4-44-16,0 22-24 15,0 8 50-15,0 6-18 16,0 3-58-16,-2-6 22 15,0-2-23-15,2-11-105 16,0-16-144-16,2-6-237 16,7-2-589-16</inkml:trace>
  <inkml:trace contextRef="#ctx0" brushRef="#br0" timeOffset="88123.88">11839 13882 1151 0,'0'0'361'0,"0"0"-103"0,0 0-6 0,0 0 27 16,-4 134-73-16,-9-102 13 16,1-7-60-16,3-9-127 15,3-8 12-15,6-8-31 16,0 0 14-16,4-10-27 16,19-12-15-16,6-4-118 15,6-2-62-15,1-1 25 0,1 9 74 16,-3 2-14-16,-10 14 100 15,-7 4-7-15,-15 2 34 16,-2 18 29-16,-5 0 29 16,-11 0-41-16,3-6 54 15,4-5-57-15,9-9 5 16,0 0 59-16,14-3-95 16,19-12-59-16,7-3-108 15,9 1 5-15,0 3 146 16,-2 8-15-16,-3 4 31 0,-5 2 0 15,-10 7 12 1,-8 12 18-16,-7 3-30 16,-3 2 0-16,-2-3-9 0,0-3-77 15,-2-13-202-15,-1-2-515 16</inkml:trace>
  <inkml:trace contextRef="#ctx0" brushRef="#br0" timeOffset="89330.55">12655 14131 1664 0,'0'0'500'0,"0"0"-433"0,0 0-66 0,81-110 8 16,-60 65-9-16,-3-3 0 0,-2 0 30 15,-5 0-29 1,-6 4 42-16,-3 10 100 16,-2 12-3-16,0 16-12 15,0 6-128-15,0 12 9 0,0 30-9 16,0 16 48-16,0 18 37 15,2 22-4-15,-2-3-57 16,0 1 36-16,-11-2-57 16,-18-18 4-16,-6 1-1 15,-6-15 9-15,-1-16-15 16,2-18 14-16,4-16-13 16,10-12 62-16,12-10-37 15,12-24-13-15,2-12 5 16,26-12-18-16,19-10-30 15,10-9-66-15,8-5-223 16,6 0-215-16,-2-2-185 16,-2 3 117-16,-10 9 539 0,-8 10 63 15,-9 8 378-15,-14 10 229 16,-5 12-213-16,-9 7 145 16,-5 14-294-16,-5 11-94 15,0 0-116-15,0 26-10 16,-7 14-25-16,-9 12 24 15,3 6-22-15,5 6 44 16,3 0-46-16,5-5 0 16,0-7-1-1,5-10-2-15,12-12 2 0,5-10-26 16,1-14-50-16,-1-6 19 16,-2-4-249-16,-4-22-28 15,-7-8 7-15,-5-11-272 16,-2-6 114-16,-2-3 167 15,0 1 319-15,0 3 305 0,0 14 371 16,0 12-163-16,0 12-43 16,0 12-252-16,2 0-99 15,3 10-119-15,-1 18 8 16,1 8 34-16,-5 12-42 16,2 1 0-16,-2 2 0 15,0 0-6-15,0-5-40 16,0-2-195-16,0 0-92 15,0-10-59-15,0-14-514 0</inkml:trace>
  <inkml:trace contextRef="#ctx0" brushRef="#br0" timeOffset="89611.9">13137 14021 1051 0,'0'0'1344'0,"0"0"-793"0,0 0-430 0,0 0-106 15,0 0 1-15,0 0-16 16,124-50-22-16,-59 43-143 16,-12 5-474-16,-6-2-570 0</inkml:trace>
  <inkml:trace contextRef="#ctx0" brushRef="#br0" timeOffset="90034.67">13604 13726 1840 0,'0'0'672'0,"0"0"-440"0,0 0-203 0,0 0-4 15,0 0-31-15,7 100 6 16,-7-42 0-16,0 10-21 16,-18 27-104-16,-6-17-138 15,-5-14-527-15</inkml:trace>
  <inkml:trace contextRef="#ctx0" brushRef="#br0" timeOffset="90661.56">11242 14387 1582 0,'0'0'632'0,"0"0"-474"0,0 0-45 0,0 0-94 0,0 0 12 15,0 0-31-15,0 0 137 16,-6 111-18-16,6-61 47 16,0 2-104-16,0-2-21 15,4-10-15-15,9-4-11 16,3-10-30-16,-1-3-46 16,-1-9-307-16,-10-9-501 0</inkml:trace>
  <inkml:trace contextRef="#ctx0" brushRef="#br0" timeOffset="90833.47">10924 14730 707 0,'0'0'1288'0,"0"0"-812"16,0 0-251-16,125-50-79 16,-69 38-65-16,1 4-81 15,10 4-60-15,-14 4-290 16,-12 0-611-16</inkml:trace>
  <inkml:trace contextRef="#ctx0" brushRef="#br0" timeOffset="90958.55">11302 14650 1610 0,'0'0'699'0,"0"0"-439"15,0 0-113-15,0 0-115 16,150-28-32-16,-106 28-35 15,-11 0-213-15,-10 0-473 0</inkml:trace>
  <inkml:trace contextRef="#ctx0" brushRef="#br0" timeOffset="91162.46">11579 14576 409 0,'0'0'1297'0,"0"0"-795"16,0 0-428-16,0 0-31 15,0 0 71-15,0 0-50 16,0 0 15 0,66 118-57-16,-78-82-22 15,-5-5-43-15,2-8-196 0,4-6-277 16,6-7-728-16</inkml:trace>
  <inkml:trace contextRef="#ctx0" brushRef="#br0" timeOffset="91744.2">11911 14592 1776 0,'0'0'537'0,"0"0"-388"0,0 0-15 0,0 0-122 16,0 0 7-16,0 0-19 15,0 0-21-15,73-36 12 16,-73 68 6-16,-4 6 3 16,-19 4 157-16,-1-2-32 0,0 0 2 15,1-9-57 1,7-3-58-16,12-15 39 0,4-3-51 15,2-6 16-15,23-4-2 16,6 0-14-16,2 0-62 16,6-5-165-16,-11-9-363 15,-6 1-534-15</inkml:trace>
  <inkml:trace contextRef="#ctx0" brushRef="#br0" timeOffset="92073.01">12007 14518 1250 0,'0'0'765'0,"0"0"-398"16,0 0 14-16,0 0-154 31,0 0-109-31,0 0-25 0,0 0-83 0,135-42-20 16,-106 42-34-16,0 0-192 16,-6 8-404-16,-10-2-680 0</inkml:trace>
  <inkml:trace contextRef="#ctx0" brushRef="#br0" timeOffset="92182.39">12192 14395 508 0,'0'0'1564'0,"0"0"-1334"15,0 0-193-15,0 0-36 16,-36 109-2-16,30-57-138 15,-2-6-514-15</inkml:trace>
  <inkml:trace contextRef="#ctx0" brushRef="#br0" timeOffset="93703.11">14161 13800 1217 0,'0'0'559'0,"0"0"-333"0,0 0 107 0,0 0-63 0,0 0-15 0,0 0 1 16,0 0-133-16,-43-14-13 16,70 12-86-16,7 2-13 15,4 0 5-15,0 0-16 16,-5 0-42-16,-8 8-50 15,-10 8-426-15,-11 0-290 0</inkml:trace>
  <inkml:trace contextRef="#ctx0" brushRef="#br0" timeOffset="93860.08">14126 13966 952 0,'0'0'1206'15,"0"0"-738"-15,0 0-299 16,127-34-35-16,-77 18-89 15,-2 4-45-15,1 6-1 16,-16 4-305-16,-13 2-646 0</inkml:trace>
  <inkml:trace contextRef="#ctx0" brushRef="#br0" timeOffset="95038.6">14812 14075 1748 0,'0'0'522'0,"0"0"-422"0,0 0-100 0,0 0 0 16,0 0-11-16,104-103 3 0,-73 65 8 15,-4 0 0-15,-6-4-38 16,-11 2 18-16,-8 0-40 16,-2 2 60-16,0 4 57 15,0 5 35-15,0 10 39 16,0 6 40-16,0 12-104 0,0 1-58 15,3 7-9-15,6 22 0 16,2 13 46 0,-2 14-26-1,-2 12 51-15,-5 8-52 0,-2 8-18 16,0-2 27-16,-12 3-28 16,-7-7-24-16,-6-6-39 0,-4-12-64 15,-2-12 53-15,-6-13-5 16,-2-13 6-16,1-12 54 15,5-10-30-15,10 0 49 16,15-26 104-16,8-6-87 16,8-9 61-16,29-3 22 15,9-2-33-15,8 0-60 16,21-8-7-16,-13 12-263 0,-10 6-466 0</inkml:trace>
  <inkml:trace contextRef="#ctx0" brushRef="#br0" timeOffset="95274.14">15440 13564 2141 0,'0'0'690'0,"0"0"-581"0,0 0-66 0,0 0-26 0,0 0-1 0,-121 54 54 0,113 1-17 16,8 12 26-16,0 7-79 16,4-2 12-16,14-6-30 15,3-6 5-15,2-10-50 16,16-10-91-16,-8-11-341 16,-5-15-423-16</inkml:trace>
  <inkml:trace contextRef="#ctx0" brushRef="#br0" timeOffset="95635">15605 13806 978 0,'0'0'639'0,"0"0"-315"0,0 0-53 0,0 0-43 16,0 0-144-16,0 0-17 16,0 0 15-16,22-36-80 15,-10 34 30-15,-2 2-32 16,-1 0 9-16,-4 4 18 16,-5 16-27-16,0 8 96 0,0 8 40 15,-18 6-94-15,-2 0 7 31,5-6-49-31,6-4 12 0,9-10 20 0,0-8-31 16,19-6 21-16,12-8-22 16,19 0-123-16,-10-15-258 31,-7-6-413-31</inkml:trace>
  <inkml:trace contextRef="#ctx0" brushRef="#br0" timeOffset="95791.4">15977 13632 1925 0,'0'0'696'15,"0"0"-519"-15,0 0-114 16,0 0 19-16,51 122 47 16,-56-66-98-16,-26 8-6 15,-31 20-25-15,4-16-384 16,5-11-769-16</inkml:trace>
  <inkml:trace contextRef="#ctx0" brushRef="#br0" timeOffset="97799.39">1680 16034 1691 0,'0'0'328'0,"0"0"-179"0,0 0 14 0,0 0-82 16,0 0-38-1,117-62 47-15,-90 71-55 0,-2 32 44 16,-5 11 15-16,-5 6-31 15,-3 6 31-15,-1-8-85 16,-5-6-8-16,3-18 20 16,3-14-5-16,-2-9-2 15,7-9 11-15,0-5-17 16,1-22-16-16,-1-9-10 16,-1-9-63-16,-3-3 16 0,1-6-56 15,1 2 112-15,4 10-10 16,5 6 19-16,5 14 45 15,2 9-44-15,9 9 16 16,4 4 37-16,10 0-41 16,4 0 17-16,0 9-30 15,-4-1 0-15,-12-2-6 16,-11 6 6-16,-16-2 0 16,-15 12-15-16,-2 0 15 0,-31 14 76 15,-11 4-14 1,-10 8-41-16,-2-2 36 15,10-2-51-15,8-13 2 0,15-9-8 16,21-12-1-16,2-10-1 16,27 0-21-16,19-27-109 15,8-5-65-15,0-8-78 16,-6 0 22-16,-12 4 53 16,-9 10 178-16,-13 8 22 15,-12 10 254-15,-2 8-94 16,-4 12-46-16,-15 16 2 15,1 6-9-15,5 6-14 16,9-4-41-16,4-9 11 16,8-4-44-16,21-10-19 15,11-13 0-15,3 0-9 0,1-13-98 16,-6-13-59-16,-7-2-77 16,-8-4-31-16,-9 2-28 15,-10-2-14-15,-2 6 316 16,-2 8 46-16,0 10 338 15,0 8-143-15,0 4-194 16,0 14 47-16,4 8-38 16,7 2 3-1,3-2 8-15,6-4-61 16,0-10-9-16,-2-6 3 0,2-6-159 16,-7-6-213-16,-4-10-467 0</inkml:trace>
  <inkml:trace contextRef="#ctx0" brushRef="#br0" timeOffset="98039.33">2931 16164 415 0,'0'0'1017'0,"0"0"-798"0,0 0-95 0,0 0-5 16,50 165-9-16,-44-53-100 15,-6-4 19-15,0-6-27 16,0-13 24-16,-20-25 71 16,-7 2-57-1,-4 0-12-15,-2-16 42 16,1-16 26-16,1-16 27 0,7-18-50 15,6 0-43-15,12-18 52 0,6-20-67 16,2-8-6-16,25-12-9 16,4-8 7-16,4-6 5 15,-3-3-12-15,-8 3-97 16,-15-14-184-16,-9 12-404 16,0 16-831-16</inkml:trace>
  <inkml:trace contextRef="#ctx0" brushRef="#br0" timeOffset="98176.85">2568 15927 1395 0,'0'0'641'0,"0"0"-371"0,0 0-18 15,72-138 15 1,-34 102-78-16,-1 10-145 0,-1 8-24 16,-3 18-20-1,-8 28-220-15,-7 16-395 0,-9 12-1106 0</inkml:trace>
  <inkml:trace contextRef="#ctx0" brushRef="#br0" timeOffset="98270.63">2736 16543 1283 0,'0'0'574'0,"0"0"-375"16,0 0-152-16,0 0-47 16,0 0-463-16</inkml:trace>
  <inkml:trace contextRef="#ctx0" brushRef="#br0" timeOffset="99039.18">4074 16258 1979 0,'0'0'492'0,"0"0"-291"0,0 0 108 0,0 0-211 16,0 0-83-16,141-104 8 16,-85 60-22-16,-5-8-2 15,-8 2-7-15,-14 5-17 16,-16 0 16-16,-13 8-67 15,0 7 38-15,-3 12 38 16,-10 10 35-16,4 8 10 16,2 12-45-16,7 30 11 0,0 19 1 15,7 29-12-15,11 30 0 16,-11 28 18-16,-7 9-9 16,0-29-9-16,-23-34 0 15,1-40 11 1,-4-9 1-16,-8-5-12 0,-4 0 0 15,0-8 19-15,7-20-4 16,8-12 20 0,17-4 49-16,6-32-65 0,16-20-4 15,26-12-15-15,16-9-9 16,8-7-1-16,26-10-157 16,-16 18-386-16,-11 18-419 0</inkml:trace>
  <inkml:trace contextRef="#ctx0" brushRef="#br0" timeOffset="99526.38">5302 16334 2152 0,'0'0'469'0,"0"0"-377"0,0 0 7 0,94-126-39 31,-51 72-60-31,-4-4 1 16,-3 0 12-16,-7 0 0 15,-11 1-13-15,-5 3 7 16,-9 2 20-16,-4 12 81 16,0 16-27-16,0 12-30 15,-4 12-27-15,-9 12-14 16,1 28-10-16,2 10 21 15,1 16-15-15,4 5 53 16,5 5-48-16,0 0-10 16,5-8-2-16,12-6 0 15,8-13-14-15,4-13-48 16,6-14-44-16,1-16-8 0,13-12-234 16,-9-20-208-16,-6-6-117 15</inkml:trace>
  <inkml:trace contextRef="#ctx0" brushRef="#br0" timeOffset="99729.71">5900 15875 606 0,'0'0'1157'0,"0"0"-477"16,0 0-211-16,0 0-268 15,0 0-158-15,0 0-17 16,0 0-2-16,33-14-6 16,-31 66 24-16,1 8-6 15,-3 11-26-15,2-3-4 16,-2 2-6-16,0-4-22 15,0-3-1-15,0-13-107 16,-16-2-142-16,-2-16-101 16,0-14-411-16</inkml:trace>
  <inkml:trace contextRef="#ctx0" brushRef="#br0" timeOffset="100262.05">5703 16272 970 0,'0'0'845'0,"0"0"-527"16,123-72-188-16,-63 50-51 15,-2 8-78-15,-6 14 14 16,-13 0 52-16,-5 8-23 16,-12 16 51-16,-9 12-19 15,-11 8 9-15,-2 5 72 16,-2-5-91-16,-11-4-20 16,7-4-20-16,6-14-25 0,0-12 57 15,23-10-58-15,16 0-18 16,5-26-44-16,6-6-127 15,-4-8 28-15,-6-6 20 16,-6 1 9-16,-10 1 47 16,-8 4 85-16,-10 14 9 15,-6 12 324-15,0 14-100 16,-6 0-166-16,-10 8-49 16,-1 16-17-16,5 6 50 15,5 2-25-15,5-2-3 16,2-2 33-16,0-1-55 15,16-5 17-15,4-4-18 16,2-8-10-16,1-2 1 0,-2-8-88 16,-2 0-114-1,-3-4-8-15,-3-10-56 0,-7-8-37 16,-4-1-80-16,-2-3 82 16,0 4 310-16,0 8 201 15,0 4 199-15,-11 10-93 16,-2 0-81-16,-3 0-15 15,2 18-85-15,6 9-64 16,4-4 62-16,4 8-76 16,0-3-4-16,4 2-22 15,16-2-22-15,5-6-28 16,10-4-235-16,-8-6-321 16,-5-8-490-16</inkml:trace>
  <inkml:trace contextRef="#ctx0" brushRef="#br0" timeOffset="100402.81">6256 16686 1952 0,'0'0'38'0,"0"0"-38"0,0 0-292 0,0 0-744 0</inkml:trace>
  <inkml:trace contextRef="#ctx0" brushRef="#br0" timeOffset="100795.97">7798 15833 1930 0,'0'0'562'0,"0"0"-269"15,0 0-138-15,0 0-32 16,0 0-99-16,0 0-11 16,0 0 56-16,29 86-42 15,-16-19-9-15,-4 9-6 16,0-2-12-16,-7 0-31 0,-2-8-123 16,0-8-166-1,-13-4 37-15,-10-15-330 16,-3-11-1037-16</inkml:trace>
  <inkml:trace contextRef="#ctx0" brushRef="#br0" timeOffset="101328.4">7548 16306 1113 0,'0'0'961'0,"0"0"-642"16,0 0-110-16,121-84-145 16,-59 66-63-16,9 4 26 15,3 0-15-15,1 10-6 16,2 4 76-16,-11 0 5 15,-12 0 22-15,-19 18-67 16,-22 6-20-16,-13 6 66 16,-8-2-61-16,-26 2 26 0,-6 1-17 15,4-8-36-15,7 0 21 16,12-15-21-16,15-4-8 16,2-4-7-16,17 0-18 15,18-21-60-15,6-2-53 16,1-4-96-16,-6 1 111 15,-9 8 131-15,-11 8 1 16,-10 6 208-16,-6 4-154 16,0 8-13-16,-4 16 33 15,-8 7-57-15,6-5 56 16,6 2-59-16,0-6-15 0,6-4 35 16,17-8-25-16,3-8-14 15,4-2 4-15,-1-4-68 16,-5-18-38-16,-2-4-91 15,-2-6 42-15,-2-3 49 16,0 3-27-16,0 2 133 16,-5 10 108-16,-1 8 62 15,-4 12-44-15,-3 0-126 16,1 16 1-16,-4 12 41 16,3 3-40-16,-2 1 28 15,-1-1-30-15,-2-4-31 16,0-5-55-16,0-8-203 0,0-10-422 15</inkml:trace>
  <inkml:trace contextRef="#ctx0" brushRef="#br0" timeOffset="101469.15">8468 15940 1716 0,'0'0'664'0,"0"0"-286"0,0 0-163 16,0 0-215-16,0 0-114 15,0 0-220-15,0 0-417 0</inkml:trace>
  <inkml:trace contextRef="#ctx0" brushRef="#br0" timeOffset="101563.11">8366 16659 1976 0,'0'0'621'0,"0"0"-451"15,0 0-170-15,0 0-57 16,0 0-248-16,0 0-388 0</inkml:trace>
  <inkml:trace contextRef="#ctx0" brushRef="#br0" timeOffset="101923.28">9611 15833 2076 0,'0'0'644'16,"0"0"-558"-16,0 0-78 15,0 0-1-15,0 0-1 16,0 0 138-16,-13 126 23 16,4-55-105-16,4 1 19 15,5-2-39-15,0-8-42 16,7-6 40-16,11-8-40 0,0-7-12 16,0-11-54-16,-4-6-197 15,-8-12-552-15</inkml:trace>
  <inkml:trace contextRef="#ctx0" brushRef="#br0" timeOffset="102064.47">9125 16254 2244 0,'0'0'612'16,"0"0"-514"-16,114-36 7 15,-51 26-48-15,-1 2-57 0,16 8-65 16,-15 0-291-1,-15 0-654-15</inkml:trace>
  <inkml:trace contextRef="#ctx0" brushRef="#br0" timeOffset="102236.98">9823 16194 71 0,'0'0'2152'16,"0"0"-1464"-16,0 0-621 15,0 0-26-15,0 0-41 16,120 0-2-16,-53 10-11 16,-11-4-340-16,-14 2-588 0</inkml:trace>
  <inkml:trace contextRef="#ctx0" brushRef="#br0" timeOffset="102393.81">9772 16393 2074 0,'0'0'679'0,"0"0"-574"16,0 0 20-16,169-5-125 16,-93 4-1-16,29-3-95 15,-23 4-451 1,-12 0-761-16</inkml:trace>
  <inkml:trace contextRef="#ctx0" brushRef="#br0" timeOffset="102739.28">10717 16114 1820 0,'0'0'660'0,"0"0"-398"16,0 0-14-16,0 0-130 0,0 0-66 15,0 0-14 1,116-66-31-16,-83 66-7 0,-6 0 0 16,-12 26-10-16,-15 6 1 15,0 12 10-15,-38 10-1 16,-18-4 69-16,-8 7-41 16,2-7 17-16,8-10 3 15,18-8-42 1,21-6 31-16,15-8-36 0,15-8-1 15,33-2 7-15,10 0-7 16,35-8-119-16,-13 0-351 16,-11 0-573-16</inkml:trace>
  <inkml:trace contextRef="#ctx0" brushRef="#br0" timeOffset="102864.29">11253 16445 2714 0,'0'0'388'0,"0"0"-388"16,0 0-605-16,0 0-181 0</inkml:trace>
  <inkml:trace contextRef="#ctx0" brushRef="#br0" timeOffset="123938.86">14469 5462 586 0,'0'0'643'0,"0"0"-492"0,0 0-117 0,0 0-15 0,0 0-1 16,0 0 18-16,-2 0-8 15,2 0-28-15,0 0-21 16,0 4 21-16,0-2 296 16,0-2 13-16,0 0-181 15,0 0-27-15,0 0 19 16,0 0-34-16,0 0 12 15,0 0 28-15,0 0-22 16,0 0-1-16,0 0-31 16,0 0-12-16,4-4 3 15,5-6-44-15,2 0-17 16,0 2 16-16,0 6-17 0,-5 2-2 16,2 0-10-16,-6 10-10 15,-2 12 21-15,0 4-10 16,0 4 10-16,-4 0 4 15,-10 0-2-15,1-2 22 16,-1-3-10-16,3-3-13 16,2-6 9-16,5-4-10 15,4-2-11-15,0-5-1 16,9 2-40-16,15-3 1 16,2-2-60-16,6-2-99 15,15 0-6-15,-10 0-108 16,-1 0-431-16</inkml:trace>
  <inkml:trace contextRef="#ctx0" brushRef="#br0" timeOffset="124186.96">15017 5749 2435 0,'0'0'0'0,"0"0"-359"0,0 0-249 0</inkml:trace>
  <inkml:trace contextRef="#ctx0" brushRef="#br0" timeOffset="127825.18">16594 5697 1273 0,'0'0'652'0,"0"0"-363"0,0 0-61 0,0 0-27 15,0 0-18-15,0 0-89 16,0 0-25-16,0 0-37 16,0 0-32-16,0 2 0 15,0 6-6-15,0 3-12 16,0 10 17-16,0 21-157 15,-4-4-139-15,-3-4-491 0</inkml:trace>
  <inkml:trace contextRef="#ctx0" brushRef="#br0" timeOffset="128171.28">16705 6309 766 0,'0'0'824'15,"0"0"-681"-15,0 0-118 16,0 0 26-16,0 0 68 16,0 0-42-16,-6 118-23 15,6-64-54-15,0-8-52 16,0-8-586-16</inkml:trace>
  <inkml:trace contextRef="#ctx0" brushRef="#br0" timeOffset="128796.03">16723 7207 1822 0,'0'0'668'16,"0"0"-563"-16,0 0-42 0,0 0-44 0,0 0 23 15,0 0-14-15,0 0 33 0,-2 54-11 16,2-18-25 0,0 4-25-16,0 16-106 0,0-12-198 15,0-6-493-15</inkml:trace>
  <inkml:trace contextRef="#ctx0" brushRef="#br0" timeOffset="129563.14">16767 8256 1691 0,'0'0'534'16,"0"0"-448"-16,0 0 56 0,0 0-9 0,0 0-22 0,0 0-3 15,0 0-69-15,-17 19 10 16,13 9-1-16,0 9-23 16,-2 3-25-16,2 4-27 15,0 10-223-15,-1-10-229 16,3-8-236-16</inkml:trace>
  <inkml:trace contextRef="#ctx0" brushRef="#br0" timeOffset="130632.03">16828 9256 1166 0,'0'0'401'0,"0"0"-201"0,0 0-2 0,0 0-84 0,0 0-20 16,0 0-20-16,0 0-24 16,-2 94-11-16,2-52-25 15,0 31-14-15,0-12-80 16,0-6-420-16</inkml:trace>
  <inkml:trace contextRef="#ctx0" brushRef="#br0" timeOffset="131117.93">16981 10415 1267 0,'0'0'970'0,"0"0"-633"0,0 0-298 0,0 0-38 0,0 0-1 15,0 0 28-15,0 0 25 16,-8 149-53-16,8-76-7 16,0-12-209-16,0-9-309 0</inkml:trace>
  <inkml:trace contextRef="#ctx0" brushRef="#br0" timeOffset="132102.64">16852 11526 1181 0,'0'0'210'0,"0"0"-125"0,0 0-9 0,0 0-16 16,0 146-44-16,5-97-16 16,2-9-229-16</inkml:trace>
  <inkml:trace contextRef="#ctx0" brushRef="#br0" timeOffset="132746.34">16908 12751 1250 0,'0'0'631'0,"0"0"-442"0,0 0-125 0,0 0-21 0,0 0-20 16,0 0-22-16,0 0 13 16,-4 108 11-16,0-26-25 15,-3-11-191-15,0-7-642 0</inkml:trace>
  <inkml:trace contextRef="#ctx0" brushRef="#br0" timeOffset="133201.56">16933 14002 1565 0,'0'0'327'0,"0"0"-185"0,0 0 18 0,0 0-65 15,0 0-70-15,0 0 8 0,0 0 13 16,-14 117-14-16,14-59-32 15,0 30-53-15,0-12-213 16,0-8-659-16</inkml:trace>
  <inkml:trace contextRef="#ctx0" brushRef="#br0" timeOffset="133624.62">17104 15209 1134 0,'0'0'675'0,"0"0"-491"0,0 0-130 16,0 0 77-16,0 0-20 15,0 0-18-15,-6 129-16 16,6-79-60-16,0 4-17 16,0 24-52-16,0-15-263 15,0-9-354-15</inkml:trace>
  <inkml:trace contextRef="#ctx0" brushRef="#br0" timeOffset="134174.67">17135 16605 1706 0,'0'0'512'0,"0"0"-423"0,0 108-62 0,2-58-27 0,12 17-22 15,-3-13-156-15,-1-10-364 0</inkml:trace>
  <inkml:trace contextRef="#ctx0" brushRef="#br0" timeOffset="136863.31">17419 5344 195 0,'0'0'379'0,"0"0"-77"0,0 0-11 0,0 0-86 0,0 0 29 16,0 0-13-16,0 0-32 16,-5 0 28-16,5 0-8 15,-3-4 7-15,1-2 34 16,2-3-79-16,0 6-23 16,0-1-36-16,0 2-47 15,0 2-20-15,0 0-45 16,0 4-21-16,0 20 8 15,0 10-1-15,0 8 14 16,0 4 0-16,0 2 6 16,0-6-12-16,0-6-16 15,0-5-47-15,0-8-31 16,0-6-123-16,0-7-61 16,0-6-19-16,-13-4 8 0,-5 0-94 15,1-18-373-15,-1-6 538 16,5-5 224-16,5 1 675 15,8 0-192-15,0 4-210 16,16 0-153-16,9 6 43 16,2 4-91-16,2 4-55 15,2 4 5-15,-5 6-13 16,-3 0-8-16,-5 6-1 16,-7 14-5-16,-7 6 5 15,-4 2 9-15,0 4 26 0,-9-2 38 16,-11-2 9-16,-4-7-20 15,2-7-40-15,1-9-22 16,6-5-11-16,1 0-16 16,3-22-85-16,5-7-50 15,4-7-51-15,2-5-50 16,0 1-88-16,0 4 34 16,0 6 289-16,0 6 28 15,2 10 163-15,-2 6 102 16,0 6 16-16,0 2-79 15,0 0-153-15,-10 6-46 16,-5 10 11-16,-1 0-14 16,1 0 0-16,-1-2-64 0,5-4-117 15,-2-4-7-15,1-4 29 16,2-2-28-16,-4 0 39 16,1 0 94-16,4 0 54 15,2 0 157-15,5 0 179 16,2 0-107-16,0 0-34 15,16 8-33-15,8 10-26 16,8 6-88-16,3 4-30 16,19 12-18-16,-10-8-113 15,-6-9-578-15</inkml:trace>
  <inkml:trace contextRef="#ctx0" brushRef="#br0" timeOffset="137522.6">18386 5260 1729 0,'0'0'585'0,"0"0"-443"0,0 0-64 0,0 0-8 0,-123 28 62 16,100 4-9-16,6 6-23 15,10 4-46-15,7 4-21 16,0 0-2-16,24-6-25 16,12-8-6-16,9-12-2 15,7-9-110-15,0-11-139 16,18-13-34-16,-15-15-97 16,-8-4-501-16</inkml:trace>
  <inkml:trace contextRef="#ctx0" brushRef="#br0" timeOffset="137703.91">18745 5193 803 0,'0'0'1144'0,"0"0"-584"0,0 0-414 16,0 0-111-16,0 0-1 15,-41 103 87-15,19-43-9 16,-2 6-15-16,-1 0-24 16,0 0-64-16,6-6-9 15,0-10-37-15,9-15-162 16,10-23-62-16,0-10-205 15,15-2-225-15</inkml:trace>
  <inkml:trace contextRef="#ctx0" brushRef="#br0" timeOffset="138118.01">18884 5394 1415 0,'0'0'346'0,"0"0"-186"16,0 0 27-16,-22 140 72 15,13-110-29-15,5-6-84 16,2-10-65-16,2-7-50 16,0-7-2-16,0 0 36 15,2-17-65-15,18-15-49 16,4-8-94-16,7-4-56 16,4 2 51-16,0 10 26 15,-4 12 72-15,-4 18 50 16,-12 2 6-16,-6 22 36 15,-9 14 22-15,0 2 44 0,-5-4 26 16,-7-3-25 0,3-12-34-16,1-9-28 0,8-10-14 15,0 0 39-15,5-18-72 16,22-10-158-16,11-8-11 16,6 2 19-16,10 2 74 15,-3 6 67-15,0 12 9 16,-11 12 48-16,-11 2-11 15,-15 14-31 1,-14 18-6-16,-2 20-21 0,-21-6-211 16,3-8-715-16</inkml:trace>
  <inkml:trace contextRef="#ctx0" brushRef="#br0" timeOffset="138697.65">20293 5574 2179 0,'0'0'574'0,"0"0"-511"0,0 0-45 0,0 0 9 0,0 0-23 16,135-90-3-16,-94 52-2 15,-8-2-114-15,-11-2-46 16,-8 0-29-16,-12-1 15 16,-2 9 175-16,0 5 19 15,-6 11 184-15,-4 13-20 16,4 5-135-16,3 31-48 16,3 34 0-16,0 38 31 15,3 31 14-15,6-6-24 0,-5-23-2 16,-4-31-2-16,0-22-10 15,-7 4 1-15,-17 0-1 16,-7 1 5-16,-5-19 17 16,-4-14 17-1,2-18 23 1,9-6 37-16,13-20-40 16,12-22-29-16,4-11-37 15,24-7-6-15,19-2-21 16,12 6-88-16,35-6-211 15,-12 16-243-15,-5 11-425 0</inkml:trace>
  <inkml:trace contextRef="#ctx0" brushRef="#br0" timeOffset="139827.74">21721 5239 1855 0,'0'0'761'0,"0"0"-466"0,0 0-94 0,0 0-84 0,0 0-91 16,0 0-26-16,0 0-14 15,18 61 14-15,-12-7 36 16,-3 6-18-16,-1 2 3 16,0-2-6-16,-2-10-14 15,0-9 7-15,0-11-8 16,0-12-1-16,2-12-24 15,3-6-26-15,2-6 10 16,4-28-20-16,-1-12-216 0,2-11-60 16,-3-1-169-1,-3 10 401-15,-4 18 105 0,-2 18 323 16,0 12-169-16,0 20-53 16,0 20 39-16,0 6-16 15,0 0-25-15,12-4-20 16,17-12-7-16,11-9-40 15,9-17-14-15,2-4-18 16,3-15-12-16,-5-18-89 16,-7-14-89-16,-11-9-42 0,-8-10-71 15,-8-10-93 1,-5-6 65-16,-4 2 284 0,-2 7 47 16,1 17 532-1,-3 18-157-15,0 20-86 0,0 18-186 16,0 4-97-16,0 32-6 15,1 16 88-15,0 14 31 16,-1 11-34-16,2 3-23 16,-2-4-31-16,3-6-13 15,-1-12-18-15,2-14 0 16,4-14-1-16,-1-13-6 16,1-13-22-16,4-4-20 15,6-14-48-15,2-17-87 0,5-3-53 16,0-2-7-16,-2 8-5 15,-6 12 154-15,-1 16 95 16,-7 0 26-16,-2 20 49 16,3 12 72-16,1 0 12 15,7 0-30-15,11-7-7 16,9-7-10-16,12-11-35 16,6-7-44-16,2 0-33 15,-2-16-100-15,-10-7-67 16,-10-8 2-16,-13 1-58 15,-11-2-4-15,-10 4 113 16,-4 4 114-16,0 8 134 16,0 14 127-16,0 2-172 0,0 24-83 15,0 20 39-15,0 16-11 16,0 11-6-16,0 5 0 16,0-2-1-16,0-2 6 15,0-8-23-15,0-12-10 16,-12-12-39-16,-16-21-94 15,1-13-117-15,-4-6-510 0</inkml:trace>
  <inkml:trace contextRef="#ctx0" brushRef="#br0" timeOffset="139969.1">22844 5161 2192 0,'0'0'773'0,"0"0"-586"0,0 0-163 0,0 0-24 0,131-48-93 0,-81 62-121 16,-10 10-281-16,-3 0-1290 0</inkml:trace>
  <inkml:trace contextRef="#ctx0" brushRef="#br0" timeOffset="141138.51">24218 5143 2031 0,'0'0'731'0,"0"0"-552"16,0 0-42-16,0 0-108 15,0 0-19-15,0 0 28 16,12 124 32-16,-12-55 19 15,2 5-27-15,-2-4-41 16,0-6-4-16,0-13-17 16,2-15 0-16,0-10 11 15,3-15-11-15,-1-11-8 16,3 0-1-16,6-27-19 16,0-19-42-16,4-17-40 15,-2-11-86-15,-1-2-89 16,-8 4 87-16,-2 18 198 0,-4 19 125 15,0 25 134-15,0 10-178 16,-4 23-73-16,-5 17 44 16,5 8 27-16,4-2-38 15,0-2 2-15,19-8-11 16,13-8-32-16,5-12 32 16,8-14-32-16,2-2-20 15,-2-18 5-15,-1-18-52 16,-5-12-8-16,-10-15-120 15,-6-10-54-15,-2-14-15 0,-6-1 14 16,-1 4 250 0,-3 14 47-16,-5 17 257 0,-3 24-23 15,-3 18-108-15,0 11-131 16,-7 18-34-16,-8 26 32 16,-4 17 44-16,6 11-3 15,-1 6-33-15,6 6 3 16,1-4-38-16,5-7-13 15,2-9 16-15,0-14-15 16,0-14 9-16,11-12-10 16,7-14-10-16,4-10-2 15,7-4-19-15,4-24-37 16,1-8-23-16,-2 2-78 16,-11 4 49-16,-3 12 89 0,-11 12 14 15,-5 6-30-15,-2 6 1 16,0 16 46-16,0 2 68 15,7 0 6-15,9-4-4 16,8-2-17-16,14-8-8 16,8-8-11-16,8-2-31 15,4-2-3-15,-4-14-22 16,-10-4-50-16,-9 0 15 16,-12 2 17-16,-12 4 40 15,-8 4 13-15,-3 6 105 16,-8 4-49-16,-15 0-20 15,-6 10-41-15,0 8 13 16,4 2-10-16,9-2-10 16,12-4-2-16,4-8-6 0,0-4-20 15,18-2 26-15,9 0-47 16,-4-2-55-16,0-8 14 16,-7 4 50-16,-5 4 39 15,-5 2 0-15,-1 0 1 16,0 14-2-16,1 6 0 15,3 2 1-15,0-2 0 16,7-10-24-16,-3-6-238 16,-2-4-448-16</inkml:trace>
  <inkml:trace contextRef="#ctx0" brushRef="#br0" timeOffset="141254.06">25446 4955 2369 0,'0'0'636'0,"0"0"-534"0,0 0-75 0,0 0-27 0,0 0-1 15,0 0-8-15,47 140-22 16,-69-86-449-16</inkml:trace>
  <inkml:trace contextRef="#ctx0" brushRef="#br0" timeOffset="141897.23">26123 5289 2751 0,'0'0'363'0,"0"0"-304"0,0 0-58 0,0 0 1 16,125 59-2-16,-82-37 10 16,1-2 16-16,3-4-17 15,2-6-3-15,-4-6-12 16,-3-4-8-16,-2-10-31 15,-4-16-19-15,-5-6-110 16,-7-2-35-16,-8 1 80 16,-11 12 129-1,-5 9 173-15,-9 12 9 0,-22 1-124 16,-10 31-22-16,1 12 15 16,5 9 9-16,6-1-29 15,12-2-10-15,15-8 8 0,2-9-23 16,8-11 4-1,21-11-10-15,6-8-34 0,5-3-62 16,-2-13-127-16,-1-15-38 16,-5-6-33-16,-6-6-191 15,-1-4-20-15,-4 4 269 16,-6 6 236-16,-4 10 618 16,-2 14-69-16,-7 10-312 15,-2 0-159-15,0 24-13 16,0 8 22-16,0 6 78 15,0 0-48-15,0 2-39 16,0-6-50 0,0-4-28-16,0-8-19 0,0-17-253 0,0-5-336 15,0 0-309-15</inkml:trace>
  <inkml:trace contextRef="#ctx0" brushRef="#br0" timeOffset="141975.37">26799 5117 2241 0,'0'0'377'0,"0"0"-377"0,0 0-152 0,0 0-780 0</inkml:trace>
  <inkml:trace contextRef="#ctx0" brushRef="#br0" timeOffset="142304.4">27944 5077 1033 0,'0'0'1417'0,"0"0"-1340"16,0 0-77-16,0 0-13 16,43 108 13-16,-41-55 101 15,-2 7 54-15,0 4-71 16,0 2-59 0,-5-4-25-16,-4-6-133 0,-2-10-56 15,-9-11-65-15,2-12-97 16,-4-13-366-16</inkml:trace>
  <inkml:trace contextRef="#ctx0" brushRef="#br0" timeOffset="142805.63">27673 5462 1879 0,'0'0'537'0,"0"0"-423"16,0 0-65-16,160-70-41 0,-78 60-8 16,5 8-6-16,0 2-2 15,-7 0 5-15,-13 18 3 16,-15 2 0-16,-24 6 15 15,-19 0 8-15,-9 4 56 16,-16-2 37-16,-13-4-12 16,0-3-68-16,8-10-3 15,7-7-33-15,14-4 0 16,0-7 0-16,29-22-295 16,14-7-43-16,3-2-59 15,5 0-288-15,-6 6 495 16,-12 8 190-16,-13 12 558 15,-11 12-69-15,-9 0-402 16,0 14-22-16,0 14 24 0,0 4 31 16,-2 2 45-16,2-2-75 15,0-2-29-15,11-4-16 16,11-6-21-16,3-9 13 16,0-10-37-16,-1-1-25 15,-2-5-89-15,-6-20-97 16,-3-7-83-16,-5-8 29 15,4-4 29 1,-1 2 78-16,1 6 158 0,-4 12 252 16,1 12 252-16,-5 12-230 15,1 4-184-15,-5 20-62 16,0 10-27-16,0 2 17 0,0 4-13 16,-5-2-5-16,-12-6-169 15,-1-10-433-15,3-11-1236 16</inkml:trace>
  <inkml:trace contextRef="#ctx0" brushRef="#br0" timeOffset="142930.64">28597 5109 1640 0,'0'0'1028'0,"0"0"-849"0,0 0-179 0,0 0-215 0,22 125-297 0,-35-66-121 16</inkml:trace>
  <inkml:trace contextRef="#ctx0" brushRef="#br0" timeOffset="143024.51">28519 5845 899 0,'0'0'1705'0,"0"0"-1516"16,0 0-189-16,0 0-787 0</inkml:trace>
  <inkml:trace contextRef="#ctx0" brushRef="#br0" timeOffset="143384.2">29807 4878 2638 0,'0'0'350'0,"0"0"-350"16,0 0-139-16,0 0 127 0,0 0 12 15,-40 147 115-15,24-79-8 16,1 2-54-16,1 1-10 15,7-9-20-15,5-8-22 16,2-12 20 0,0-12-21-16,2-8-39 0,5-10-188 15,-5-10-565-15</inkml:trace>
  <inkml:trace contextRef="#ctx0" brushRef="#br0" timeOffset="143524.81">29277 5275 2483 0,'0'0'522'0,"0"0"-474"16,0 0-42-16,156 0-6 15,-90 0-6-15,28 0-4 16,-17 0-212-16,-9 0-414 0</inkml:trace>
  <inkml:trace contextRef="#ctx0" brushRef="#br0" timeOffset="143681.41">29927 5264 1763 0,'0'0'981'0,"0"0"-814"0,0 0-134 16,0 0-33-16,0 0 11 16,140 24-11-16,-88-8-54 15,-10-4-283-15,-13 0-613 0</inkml:trace>
  <inkml:trace contextRef="#ctx0" brushRef="#br0" timeOffset="143808.24">29807 5452 1733 0,'0'0'1041'16,"0"0"-909"-16,0 0-132 16,162 10-152-16,-44-10-193 15,-20 0-122-15,-11-2-634 0</inkml:trace>
  <inkml:trace contextRef="#ctx0" brushRef="#br0" timeOffset="144134.87">30600 5231 1996 0,'0'0'835'0,"0"0"-654"0,0 0-39 32,0 0-71-32,0 0-62 15,0 0 14-15,115-47-23 16,-94 74-5-16,-13 11 4 16,-8 11-18-16,-10 5 19 15,-28 2 20-15,-9 0 7 16,0-8 35-16,9-8-32 0,16-11-19 0,22-11 9 15,4-11-19-15,43-4-2 0,38-3-36 16,48-18-150 0,-15-7-486-16,-10-3-943 0</inkml:trace>
  <inkml:trace contextRef="#ctx0" brushRef="#br0" timeOffset="145845.31">17282 7086 905 0,'0'0'706'0,"0"0"-447"0,0 0-86 0,0 0 28 0,0 0-37 16,0 0-29-16,0 0-31 0,-15 0-22 15,15 0-22 1,0 0-33-16,0 0 3 16,0 0-18-16,0 0-6 0,0 0-11 15,0 0 5-15,-2 0 0 16,-3 0 0-16,1 2-19 15,-5 5 14-15,0 0 4 16,0 1 2-16,0 0 10 16,3-2-11-16,3-2 6 15,3-1 11-15,0-3 11 16,0 0 15-16,0 0-7 16,0 0-18-16,7 0 2 15,-3-7-20-15,-2 0 6 16,-2-6-5-16,0 4-1 15,0-2-1-15,0 4-32 0,0 0-107 16,0 3-191 0,0 0-885-16</inkml:trace>
  <inkml:trace contextRef="#ctx0" brushRef="#br0" timeOffset="146424.75">17577 7164 1932 0,'0'0'382'0,"0"0"-292"0,0 0-60 0,0 0-30 15,0 0 9-15,0 0-9 16,127-94-6-16,-105 68-99 16,-4-2-120-16,-8-2 39 15,-2 0 66-15,-8 0 46 16,0 2 74-16,0 6 107 0,0 4 89 15,0 10-27-15,0 8-107 16,0 0-62 0,0 18-9-16,0 16 9 0,0 16 31 15,0 16 10-15,0 11 6 16,0 9 13-16,0 2 12 16,0-2 7-16,0-2 11 15,0-8-37-15,0-8-8 16,0-11-33-16,0-13-11 15,-2-14 10-15,-8-10-10 16,-1-14 15-16,-2-6 85 16,-3-8-6-16,-2-18-45 15,7-12-6-15,5-4-23 0,6-6-21 16,0 2-20 0,11-1-60-16,32-9-124 15,-6 14-143-15,-1 6-411 0</inkml:trace>
  <inkml:trace contextRef="#ctx0" brushRef="#br0" timeOffset="146615.87">17972 6555 2212 0,'0'0'741'0,"0"0"-646"0,0 0-95 0,0 0-19 16,0 0-2-16,-48 138-22 16,38-67-202-16,0-7-434 15</inkml:trace>
  <inkml:trace contextRef="#ctx0" brushRef="#br0" timeOffset="146895.74">18263 6803 1987 0,'0'0'333'16,"0"0"-260"-16,0 0 36 15,-38 159 5-15,38-95 29 16,0 5-21-16,9-5-80 16,13-5-21-16,5-10-21 15,20-13-184-15,-4-12-203 16,-10-16-542-16</inkml:trace>
  <inkml:trace contextRef="#ctx0" brushRef="#br0" timeOffset="147303">18490 6908 1540 0,'0'0'362'16,"0"0"-111"-16,0 0-16 0,0 0-109 0,0 0-13 15,0 0-22-15,0 0-64 16,16-34-27-16,9 34 9 16,-2 0-8-16,-2 8 16 15,-5 14-16-15,-14 6 6 16,-2 10 7-16,-4 4 79 15,-19 2 14-15,-2 0-44 16,3-4 7-16,5-5-26 16,5-10-23-1,12-7 15-15,0-5-27 0,27-7 19 16,10-6-28-16,8 0-7 16,2-4-68-16,9-20-144 0,-16 1-302 15,-8 1-277-15</inkml:trace>
  <inkml:trace contextRef="#ctx0" brushRef="#br0" timeOffset="147522.57">18608 6753 1753 0,'0'0'827'0,"0"0"-492"16,0 0-222-16,0 0-63 15,0 0-50-15,118-28 2 16,-53 28-8-16,-11 0-259 16,-8 0-571-16</inkml:trace>
  <inkml:trace contextRef="#ctx0" brushRef="#br0" timeOffset="147725.7">19117 6655 1045 0,'0'0'1328'0,"0"0"-994"0,0 0-293 15,0 0-28-15,75 141-12 16,-57-75 8-16,-5 10 31 15,-9 6-27-15,-4-2-13 16,-29 15-80-16,-8-23-233 16,-3-18-414-16</inkml:trace>
  <inkml:trace contextRef="#ctx0" brushRef="#br0" timeOffset="148352.54">19720 7106 1528 0,'0'0'680'0,"0"0"-326"0,0 0 12 0,0 0-158 16,0 0-102-16,0 0-80 15,0 0-25-15,114-22-2 0,-67 22-59 16,-9 0-218 0,-11 0-500-16</inkml:trace>
  <inkml:trace contextRef="#ctx0" brushRef="#br0" timeOffset="148493.47">19732 7239 1967 0,'0'0'542'15,"0"0"-514"-15,0 0-28 16,139-12-323-16,-81 2-285 16,-6 0-489-16</inkml:trace>
  <inkml:trace contextRef="#ctx0" brushRef="#br0" timeOffset="149230.57">20315 7321 1139 0,'0'0'999'15,"0"0"-661"-15,0 0-152 16,0 0 29-16,0 0-90 16,0 0-87-16,0 0 0 15,107-106-29-15,-67 59-9 16,0-3 0-16,-2-2-27 16,-7-6 3-16,-2-2-22 15,-8 0 1-15,-4 0 38 0,-5 6 7 16,-6 9 38-16,-6 15 22 15,0 15-20-15,0 15-7 16,-12 5-33-16,-9 33-2 16,-2 17 2-16,3 15 24 15,5 12 12-15,5 2 6 16,10-2-16-16,0-7 2 16,12-13-22-16,15-14-6 15,4-14 15-15,5-14-15 16,-1-16-25-16,3-4-41 0,-7-6-85 15,-4-22-132-15,-5-6-10 16,-7-8 40-16,-3-2 54 16,-3 4 177-16,-5 8 22 15,0 11 244-15,-1 15-51 16,-3 6-110-16,0 14-82 16,0 18 57-16,0 7 45 15,0 1-4-15,0-2-32 16,0-6-40-16,0-6-27 15,0-10-16-15,0-14-192 16,5-2-282-16,3 0-432 0</inkml:trace>
  <inkml:trace contextRef="#ctx0" brushRef="#br0" timeOffset="149560.04">21057 7204 1234 0,'0'0'598'0,"0"0"-456"0,0 0 5 0,0 0 85 0,-43 121-22 0,30-105-44 16,7-6-57-16,2-10-79 16,4 0 32-16,0-2-62 15,6-18-85-15,17-4-92 16,5-4-23-16,6 0-6 16,1 4 62-16,-1 3 67 0,-7 14 63 15,-10 7 14 1,-11 0 26-16,-6 18 94 0,0 4 5 15,-6-1-9-15,-3-4 28 16,5-7-56-16,4-8 0 16,2-2 45-16,25 0-63 15,11-16-70-15,6-2 0 16,5 0-1-16,-3 5 1 16,-5 9-15-16,-12 4 3 15,-11 7-104-15,-18 29-73 0,-7-4-73 16,-16 0-478-16</inkml:trace>
  <inkml:trace contextRef="#ctx0" brushRef="#br0" timeOffset="150079.37">20401 7800 796 0,'0'0'567'0,"0"0"-222"0,0 0-47 0,0 0-8 15,0 0-76-15,-2 113-55 16,-4-73-19-16,-1 2-78 16,5-2-24-16,2-6-9 15,0-8-28-15,0-8-2 16,13-10-8-16,5-8-57 15,0-2-114-15,-4-18-186 0,-10 0-392 16</inkml:trace>
  <inkml:trace contextRef="#ctx0" brushRef="#br0" timeOffset="150236.31">20197 7977 1618 0,'0'0'534'0,"0"0"-342"16,0 0-23-16,156 0-93 15,-96 0-76-15,13-2-58 16,-15-6-316-16,-12-1-1029 0</inkml:trace>
  <inkml:trace contextRef="#ctx0" brushRef="#br0" timeOffset="150393.37">20621 7949 1927 0,'0'0'480'16,"0"0"-480"-16,0 0-6 15,0 0 6-15,113-4-15 16,-49-1-26-16,-8 1-330 16,-11 0-1006-16</inkml:trace>
  <inkml:trace contextRef="#ctx0" brushRef="#br0" timeOffset="150596.79">20993 7772 1330 0,'0'0'672'0,"0"0"-494"16,0 0-129-16,0 0-48 16,0 0 4-16,0 0 79 15,71 132 21-15,-87-86-53 16,-10 1-52-16,-13-3-37 15,6-10-220-15,8-14-257 0</inkml:trace>
  <inkml:trace contextRef="#ctx0" brushRef="#br0" timeOffset="150972.81">21242 7796 1287 0,'0'0'838'0,"0"0"-540"15,0 0-160-15,0 0-71 16,0 0-46-16,0 0 9 15,0 0 21-15,84-14-35 16,-84 40 4-16,0 8 32 16,-9 6 55-16,-15 3 7 15,-2-3-23-15,-1 0-38 16,4-8-20-16,7-6-20 16,12-8-11-16,4-8 22 15,4-4-12-15,21-6-11 16,6 0-1-16,3 0-84 15,-3-14-55-15,2-14-197 16,-8 4-229-16,-9-2-366 0</inkml:trace>
  <inkml:trace contextRef="#ctx0" brushRef="#br0" timeOffset="151129.22">21244 7672 882 0,'0'0'1419'0,"0"0"-866"16,0 0-444-16,0 0-71 0,0 0-37 16,129-4-2-16,-87 4-98 15,-5-2-517-15</inkml:trace>
  <inkml:trace contextRef="#ctx0" brushRef="#br0" timeOffset="152667.87">21886 6796 1075 0,'0'0'1010'0,"0"0"-653"16,0 0-246-16,0 0-90 0,0 0 0 0,0 0-21 16,0 0 0-16,125-127 0 15,-106 97-1-15,-5 2-5 16,-9 0 5-16,-3 2 1 15,-2 6 14-15,0 4 97 16,0 8 51-16,0 6-59 16,0 2-103-16,0 8-2 15,4 26-20-15,2 12 22 16,4 10 26-16,-3 9-11 16,-3 0-2-16,-4 0-5 15,0-7-2-15,-7-8 3 0,-13-8-8 16,-5-10-1-16,2-12 17 15,-2-10-17-15,4-10 6 16,11 0 6-16,5-20-3 16,5-10 10-16,5-6-19 15,22-4-33-15,4-2-92 16,24-14-159-16,-8 11-203 16,-5 5-188-16</inkml:trace>
  <inkml:trace contextRef="#ctx0" brushRef="#br0" timeOffset="152855.37">22381 6459 1776 0,'0'0'690'0,"0"0"-391"15,0 0-117-15,0 0-146 16,0 0 2-16,0 0 30 16,-70 148-20-16,68-90-12 15,2 1-28-15,5-8 1 16,21-4-9-16,10-15-24 15,4-10-21-15,0-12-41 16,0-10-161-16,-2-12-45 16,-8-16-245-16,-13-7-359 0</inkml:trace>
  <inkml:trace contextRef="#ctx0" brushRef="#br0" timeOffset="153027.62">22583 6493 1633 0,'0'0'691'0,"0"0"-374"0,0 0-61 16,0 0-172-16,0 0-78 15,0 0 38-15,0 0-1 16,39 128 12-16,-33-76-40 16,-2 0-14-16,-4-2-1 15,0-5-44-15,0-9-162 16,-20-10-94-16,1-10-91 16,-2-10-279-16</inkml:trace>
  <inkml:trace contextRef="#ctx0" brushRef="#br0" timeOffset="153137.18">22456 6770 578 0,'0'0'1183'16,"0"0"-654"-16,0 0-346 0,0 0-30 16,139-65-98-16,-95 62-55 15,5-4-103-15,-13 5-359 16,-12-2-317-16</inkml:trace>
  <inkml:trace contextRef="#ctx0" brushRef="#br0" timeOffset="153309.51">22871 6454 1716 0,'0'0'588'16,"0"0"-417"-16,0 0-48 15,0 0-45-15,0 0 81 0,100 111-71 16,-100-51 19 0,-9 4-64-16,-15 3-43 0,-1-5-46 15,0-8-268-15,10-14-230 16,8-18-247-16</inkml:trace>
  <inkml:trace contextRef="#ctx0" brushRef="#br0" timeOffset="153467">23054 6675 2192 0,'0'0'754'16,"0"0"-647"-16,0 0-89 0,0 0-13 15,129-18-5-15,-60 18-81 16,-11 0-276-16,-5 0-739 0</inkml:trace>
  <inkml:trace contextRef="#ctx0" brushRef="#br0" timeOffset="153858.76">23582 6685 973 0,'0'0'1143'0,"0"0"-820"0,0 0-130 15,0 0-84-15,0 0-100 16,0 0 7-16,0 0-16 16,102-96-109-16,-100 74-74 15,-2 2-2-15,0-2 80 16,-11 4 105-16,2 0 15 15,4 8 99-15,5 6 18 16,0 4-106-16,0 10-26 16,8 22-4-16,0 14 4 15,-1 10 50-15,-5 12-20 16,-2 6 43-16,-6 3 34 16,-17-3-20-16,-2-8-33 15,2-12-38-15,0-14 0 0,7-17 23 16,5-14 2-16,5-9 20 15,6-8-5-15,0-24-56 16,6-6-14-16,30-30-108 16,-3 10-195-16,0 4-510 0</inkml:trace>
  <inkml:trace contextRef="#ctx0" brushRef="#br0" timeOffset="154061.94">23933 6472 398 0,'0'0'1586'15,"0"0"-1041"-15,0 0-344 0,0 0-72 16,0 0-76 0,0 0 42-16,0 0 14 0,-13 137-64 15,13-85 9-15,11-2-42 16,12-4-12-16,4-7-23 16,2-11-70-16,8-14-177 15,-8-10-345-15,-4-4-859 0</inkml:trace>
  <inkml:trace contextRef="#ctx0" brushRef="#br0" timeOffset="154312.73">24181 6529 1500 0,'0'0'631'0,"0"0"-387"16,0 0-91-16,0 0-114 15,0 0 62-15,0 0 74 16,0 0-74-16,120 22-68 15,-120 10 2-15,0 6-7 16,-11 2 39-16,-14 1 10 16,-4-5-20-16,7-4-3 15,7-6-42-15,8-8-3 16,7-8-9-16,5-6-3 16,18-4-6-16,9 0-80 15,21-32-234-15,-10 0-402 16,-5-3-1275-16</inkml:trace>
  <inkml:trace contextRef="#ctx0" brushRef="#br0" timeOffset="154469.78">24590 6400 2065 0,'0'0'573'16,"0"0"-430"-16,0 0 17 16,0 0-79-16,143 79 19 15,-118-33-35-15,-10 10-47 16,-13 8-18-16,-2 6 0 15,-44 18-106-15,-2-17-407 16,-4-15-251-16</inkml:trace>
  <inkml:trace contextRef="#ctx0" brushRef="#br0" timeOffset="155238.21">22287 7319 643 0,'0'0'1451'0,"0"0"-903"0,0 0-461 0,0 0-39 0,0 0-31 16,187-26 43-16,-58 26-11 16,56 0-23-16,34 0 35 15,11 0-1-15,-8-2 9 16,-15-6 9-16,-4 0-26 16,-14-4-2-16,-15 0-47 0,-43 1-3 15,-35 6-23-15,-38 5-4 16,-18 0-4-16,-7 0-43 15,-12 5-116-15,-21 8-171 16,-11-3-223-16,-20-4-420 0</inkml:trace>
  <inkml:trace contextRef="#ctx0" brushRef="#br0" timeOffset="155929.4">22579 7633 1854 0,'0'0'757'0,"0"0"-608"0,0 0-106 0,0 0-28 16,0 0 79-16,2 133 53 16,-13-75-56-16,7 3-41 15,4-6-7 1,0-2-25-16,17-11 0 0,12-10-15 0,9-12-3 16,2-12-61-16,2-8-185 15,-10-2-353-15,-14-14-241 0</inkml:trace>
  <inkml:trace contextRef="#ctx0" brushRef="#br0" timeOffset="156070.31">22381 7939 1949 0,'0'0'550'16,"0"0"-414"-16,0 0 18 16,0 0-12-16,142-12-111 15,-80 12-31-15,21 0-13 0,-19 0-450 16,-10 0-587-16</inkml:trace>
  <inkml:trace contextRef="#ctx0" brushRef="#br0" timeOffset="156227.1">22965 7958 2189 0,'0'0'595'15,"0"0"-525"1,0 0-70-16,0 0-34 0,144 0-18 15,-75-8 25-15,-8-3-361 16,-11-1-1307-16</inkml:trace>
  <inkml:trace contextRef="#ctx0" brushRef="#br0" timeOffset="156538.54">23755 7881 1557 0,'0'0'96'0,"0"0"-89"16,0 0-7-16,0 0 193 16,0 0 158-16,0 0-68 15,0 0-135-15,-58-45-136 16,89 37-12 0,8 4 1-16,-4 4 31 0,-2 0 87 15,-8 14-76-15,-14 16-7 16,-11 6-30-16,-2 9 37 15,-27-1 83-15,-2-2-39 0,4-6-15 16,12-8-33-16,15-8-29 16,0-10 20-16,35-8-10 15,19-2-20 1,13-2-63 0,35-22-187-16,-17 2-359 15,-10 0-539-15</inkml:trace>
  <inkml:trace contextRef="#ctx0" brushRef="#br0" timeOffset="157892.54">25114 7225 705 0,'0'0'399'0,"0"0"-115"0,0 0 45 0,0 0-44 15,0 0 17-15,0 0-16 16,0 0-8-16,-31-16-98 15,31 14-31-15,0-1-58 16,16 2-48-16,6-2-22 16,7 3-21-16,5 0 0 15,1 0-9 1,-4 0-80-16,-8 3-134 0,-10 9-386 16,-13 0-322-16</inkml:trace>
  <inkml:trace contextRef="#ctx0" brushRef="#br0" timeOffset="158033.5">25070 7367 745 0,'0'0'1315'0,"0"0"-998"0,0 0-171 16,0 0 49-16,124 2-167 15,-59-14-28-15,-9-2-210 16,-14 0-589-16</inkml:trace>
  <inkml:trace contextRef="#ctx0" brushRef="#br0" timeOffset="159129.47">25836 7399 654 0,'0'0'1301'0,"0"0"-826"0,0 0-273 0,0 0-59 15,0 0-129-15,0 0-14 16,121-126-31-16,-79 75-78 16,-5-3-15-16,-8-4-46 15,-8-2-26-15,-13 0 60 16,-3 0 107-1,-5 6 29-15,0 7 213 16,0 14 99-16,0 12-61 0,0 20-131 16,-3 1-120-16,-3 28 26 15,-3 20-8-15,3 18 42 16,-2 12-12-16,6 5 10 16,2-3-24-16,0-6 1 15,2-12-18-15,17-14-16 0,5-16-2 16,5-16-8-16,3-12-60 15,-1-4-50-15,-4-14-141 16,-6-16-39-16,-7-6-176 16,-3-8-25-16,-7-3 177 15,1 7 323-15,-2 8 546 16,1 17 18-16,-2 15-317 16,0 0-186-16,-2 29-28 15,0 10 26-15,0 3 38 16,0 0 2-16,0-4-35 15,-2-6-30-15,2-8-34 16,0-12-40-16,0-12-69 16,15 0-46-16,6-14-92 0,3-12-67 15,0-6-161-15,3 0 110 16,-2 4 138-16,-7 4 227 16,-3 9 487-16,-9 14-131 15,-2 1-186-15,-4 12 12 16,0 13-12-16,0 2 10 15,-12-1 7-15,3-8-8 16,3-4-96-16,4-10-58 16,2-4 14-16,0 0 21 15,17-22-60-15,14-6-39 16,7-4-43-16,9 0 55 16,-1 3 16-16,4 7-2 0,-6 8 13 15,-3 10 24-15,-10 4 13 16,-9 7-4-16,-9 17-18 15,-8 6-6-15,-5 2-2 16,0-4-7-16,-3-2 0 16,-17-2-100-16,3-8-364 15,1-8-658-15</inkml:trace>
  <inkml:trace contextRef="#ctx0" brushRef="#br0" timeOffset="159842.74">26104 7552 2004 0,'0'0'247'0,"0"0"-238"0,0 0 18 0,0 0 86 0,-62 144 29 0,48-84 4 16,9 2-52-16,5-3-51 15,0-8-7-15,11-7-36 16,12-11-21-16,10-17-129 15,-6-8-226 1,-5-8-762-16</inkml:trace>
  <inkml:trace contextRef="#ctx0" brushRef="#br0" timeOffset="160005.26">25767 7939 1220 0,'0'0'762'0,"0"0"-568"16,0 0-62-1,140-7-72-15,-57-3-60 0,-12 1-136 16,-13 0-400-16</inkml:trace>
  <inkml:trace contextRef="#ctx0" brushRef="#br0" timeOffset="160134.57">26157 7860 1542 0,'0'0'514'0,"0"0"-431"0,0 0-83 0,145 0-93 16,-98 0 33-16,8-6 59 0,-12 2 1 15,-14 0-493-15</inkml:trace>
  <inkml:trace contextRef="#ctx0" brushRef="#br0" timeOffset="160321.47">26474 7748 869 0,'0'0'840'0,"0"0"-547"16,0 0-76-16,0 0-95 15,0 0-33-15,0 0 24 16,0 0 6-16,86 116 7 16,-110-73-45-16,-5-1-81 15,-2-5-1-15,2-6-171 16,11-11-118-16,9-10-401 0</inkml:trace>
  <inkml:trace contextRef="#ctx0" brushRef="#br0" timeOffset="160665.99">26743 7754 1803 0,'0'0'650'0,"0"0"-468"16,0 0-66-16,0 0-83 0,0 0 40 15,0 0-12-15,0 0-44 16,80-8-2-16,-73 32-14 16,-7 10 24-16,0 7 14 15,-9 4 21-15,-13 4 16 16,-5-3-25-16,3-5-16 15,4-4-7-15,8-9-22 16,12-8 12-16,0-8-3 31,18-8-13-31,18-4-2 16,4 0-108-16,13-18-181 0,-10-4-225 16,-10 0-537-16</inkml:trace>
  <inkml:trace contextRef="#ctx0" brushRef="#br0" timeOffset="160807.16">26867 7680 2056 0,'0'0'588'0,"0"0"-417"31,0 0 7-31,0 0-131 16,123-18-46-16,-61 18-1 15,-10 0-126-15,-7 0-607 0</inkml:trace>
  <inkml:trace contextRef="#ctx0" brushRef="#br0" timeOffset="163547.69">27623 6810 1652 0,'0'0'498'0,"0"0"-248"0,0 0 98 0,0 0-77 0,0 0-98 15,0 0-75-15,0 0-51 16,21 0-17-16,10 0-29 16,6 0-2-16,8 0-64 15,15-8-164-15,-9-1-430 16,-9 4-559-16</inkml:trace>
  <inkml:trace contextRef="#ctx0" brushRef="#br0" timeOffset="163892.04">28151 6605 477 0,'0'0'1399'0,"0"0"-902"16,0 0-303-16,0 0-18 15,0 0-106-15,0 0 9 16,0 0-26-16,4-66-53 16,10 62-1-16,4 4-12 0,-2 0-7 15,-1 0 20-15,-3 20-12 16,-8 6 12-16,-4 8 26 16,-2 6 1-16,-21 4 27 15,-4-1-10-15,-2-6-3 16,2-5 10-16,8-7-39 15,5-7 1-15,12-10 1 16,2-5-5-16,4-3-9 16,23 0-33-16,9-5-91 15,2-12-169-15,8-15-64 16,-8 3-263-16,-9 0-592 0</inkml:trace>
  <inkml:trace contextRef="#ctx0" brushRef="#br0" timeOffset="164071.93">28394 6453 1702 0,'0'0'599'0,"0"0"-392"16,0 0 15-16,0 0-201 16,0 0 6-16,0 0 10 15,0 0 60-15,0 124-20 16,0-64-37-16,0 5-31 16,0-3 3-16,0-6-12 15,0-8-2-15,0-8-128 16,0-12-172-16,0-10-221 15,0-12-277-15</inkml:trace>
  <inkml:trace contextRef="#ctx0" brushRef="#br0" timeOffset="164189.64">28238 6761 413 0,'0'0'1461'0,"0"0"-1122"16,0 0-253-16,123-52-86 15,-65 48-28-15,-10 4-152 16,-9 0-429-16</inkml:trace>
  <inkml:trace contextRef="#ctx0" brushRef="#br0" timeOffset="164470.91">28818 6661 1272 0,'0'0'1080'0,"0"0"-552"16,0 0-310-16,0 0-122 16,0 0-66-16,0 0-18 15,137-16-12-15,-96 16 0 16,-3 0-38-16,-5 0-194 15,-6 0-133-15,-8 0-200 16,-9 0-227-16</inkml:trace>
  <inkml:trace contextRef="#ctx0" brushRef="#br0" timeOffset="164627.65">29032 6503 1820 0,'0'0'603'0,"0"0"-461"15,0 0-73-15,0 0-44 16,0 0 38-16,0 0 43 15,-39 136-72-15,37-86-34 16,2-1-7-16,5 1-205 16,12-16-133-16,4-13-425 0</inkml:trace>
  <inkml:trace contextRef="#ctx0" brushRef="#br0" timeOffset="165003.6">29366 6513 1294 0,'0'0'860'0,"0"0"-649"16,0 0-192-16,0 0 38 16,0 0 64-16,0 0 73 15,-37 122-19-15,25-86-106 16,1-5-42-16,3-8-14 16,4-9-13-16,2-6 11 15,2-8 12-15,0 0 7 16,0 0 4-16,12 0-33 15,5-5-1 1,8-3 0-16,4 1-2 0,0 4-7 0,2-1 1 16,2-1 8-16,-2-3 0 15,-2-4 1-15,-4-4 0 16,-6-2-1-16,-7-2 0 16,-5 0 12-16,-5 6 6 15,-2 4 33-15,0 6 17 16,0 4-53-16,0 6-11 15,0 20-4-15,0 12 0 16,0 10-1-16,0 6-16 16,0 19-97-16,0-15-424 15,-4-12-418-15</inkml:trace>
  <inkml:trace contextRef="#ctx0" brushRef="#br0" timeOffset="165474.23">29956 6743 2133 0,'0'0'551'0,"0"0"-287"0,0 0-14 15,0 0-151-15,0 0-72 0,0 0 1 0,0 0-28 16,142-34-17-16,-111 34-123 15,10 0-346-15,-12 0-195 16,-3 0-512-16</inkml:trace>
  <inkml:trace contextRef="#ctx0" brushRef="#br0" timeOffset="165724.59">30386 6525 1758 0,'0'0'608'0,"0"0"-442"0,0 0-8 16,0 0-42-16,0 0 22 15,0 0-20-15,-70 132-49 16,70-90-23-16,21-3-14 16,12-12-23-16,10-7-2 15,1-12-7-15,-2-8-27 16,-8 0-27-16,-12-22-24 16,-13-6-23-16,-9-6 36 15,-7 0 28-15,-20-2 22 16,-4 6-12-16,-9 8-71 15,7 10-231-15,8 8-551 0</inkml:trace>
  <inkml:trace contextRef="#ctx0" brushRef="#br0" timeOffset="166399.43">27999 7377 1785 0,'0'0'625'0,"0"0"-449"0,0 0-26 0,0 0-69 0,152-36-17 15,-23 36 15-15,56 0-40 16,27 0-9-16,13 6 22 16,-9-4-10-1,-17-2 12-15,-4 0 2 0,-12 0-40 16,-17-4-8-16,-40-2-8 15,-34 2 7-15,-32 2-16 16,-20 2 9-16,-5 0-54 16,-8 0-96-16,-18 0-175 15,-9 0-190-15,0 0-140 0</inkml:trace>
  <inkml:trace contextRef="#ctx0" brushRef="#br0" timeOffset="167905.33">28477 7774 1716 0,'0'0'550'15,"0"0"-388"-15,0 0-79 0,0 0-19 0,0 0-30 0,0 0-18 16,0 0 46-16,6 75 57 15,1-20-22-15,-1 6-45 16,6-3-22-16,3-4 3 16,1-10-31-16,1-8-2 15,4-12-18-15,-1-12-172 16,-3-10-196-16,-8-2-635 0</inkml:trace>
  <inkml:trace contextRef="#ctx0" brushRef="#br0" timeOffset="168024.36">28274 8055 2051 0,'0'0'470'16,"0"0"-390"-16,0 0-7 15,131-10-58-15,-69 10-15 16,27 0-3-16,-17 0-186 16,-9 0-388-16</inkml:trace>
  <inkml:trace contextRef="#ctx0" brushRef="#br0" timeOffset="168196.12">28860 7979 2116 0,'0'0'573'0,"0"0"-429"16,0 0-102-16,0 0-42 0,0 0 0 15,114-8-1 1,-43 8-42-16,-7 0-206 15,-6 0-621-15</inkml:trace>
  <inkml:trace contextRef="#ctx0" brushRef="#br0" timeOffset="168510.06">29468 7895 1568 0,'0'0'177'15,"0"0"-139"-15,0 0 86 16,0 0 25-16,0 0 181 0,0 0-66 16,0 0-124-1,94-99-45-15,-67 99-39 0,-8 14-33 16,-9 16 11-16,-10 11-8 16,-3 6 48-16,-21 4-2 15,-5-1-9-15,2-6-6 16,12-6-43-16,12-10 1 31,3-8 1-31,31-8-6 16,20-8-10-16,16-4-43 15,9 0-75-15,31-16-190 16,-18-4-378-16,-13 0-1081 0</inkml:trace>
  <inkml:trace contextRef="#ctx0" brushRef="#br0" timeOffset="170071.03">30950 7261 1702 0,'0'0'563'0,"0"0"-360"0,0 0 38 16,0 0-110-16,0 0-74 16,0 0-2-16,0 0-11 15,122 2-18-15,-86 2-26 31,-3 2-82-31,-8-2-273 0,-14 0-430 0</inkml:trace>
  <inkml:trace contextRef="#ctx0" brushRef="#br0" timeOffset="170227.97">30802 7461 1972 0,'0'0'518'16,"0"0"-452"-16,0 0 18 15,123 4-50-15,-61-4-34 16,34-10-76-16,-18-4-398 15,-11 2-1109-15</inkml:trace>
  <inkml:trace contextRef="#ctx0" brushRef="#br0" timeOffset="172497.63">31712 7389 1928 0,'0'0'529'0,"0"0"-438"0,0 0 63 0,0 0-6 16,0 0-34-16,0 0-81 16,0 0-33-16,154 0 0 15,-90 0-170-15,-10-2-370 16,-10-4-885-16</inkml:trace>
  <inkml:trace contextRef="#ctx0" brushRef="#br0" timeOffset="173030.3">32193 7227 709 0,'0'0'1197'16,"0"0"-906"-16,0 0-120 16,0 0-65-16,0 0-13 15,0 0 76-15,0 0-44 16,-11-55-68-16,22 54-57 15,7 1-3-15,-3 0 3 16,-3 0-8-16,-4 0 8 0,-3 0-1 16,-5 0 1-1,0 1 0-15,0 2 0 0,0-1 1 16,0 2 25-16,-5 0-25 16,-1 0 1-16,-3 0 10 15,2 0-12-15,2-2 0 16,3-2 0-16,2 0 1 15,-2 0 6-15,2 0-1 16,0 0-5-16,0-6 17 16,0-2-18-16,0 0 12 0,0 2-4 15,2 3-8-15,7 3 18 16,3 0-18-16,-4 0-14 16,1 17 13-16,-5 9 2 15,-4 8-1-15,-6 6 7 16,-23 6 2-16,-7 4 24 15,-1-2-6-15,3-3 7 16,14-8 8-16,16-9-34 16,4-6 13-16,35-9-2 15,39-8-19-15,37-5-22 16,32-4-97-16,-18-10-263 16,-25 0-491-16</inkml:trace>
  <inkml:trace contextRef="#ctx0" brushRef="#br0" timeOffset="176398.11">17336 9471 971 0,'0'0'686'0,"0"0"-455"0,0 0-85 0,0 0-9 0,0 0-27 16,0 0-1-16,0 0 11 16,-4 0-50-16,4 0-6 15,0 0-10-15,0 0-45 16,4-4 4-16,-4-2-11 0,2-1 14 31,-2 3 17-31,0 0-14 16,0 2 8-16,0 2-27 0,-6 0 0 0,-1 0-1 15,2 0-20-15,5 2-33 16,0 6-132-16,0-1-406 0</inkml:trace>
  <inkml:trace contextRef="#ctx0" brushRef="#br0" timeOffset="176868.09">17336 9471 428 0,'125'130'1345'0,"-116"-130"-1076"16,7-12-197-16,8-10-25 15,10-6 1-15,1-4-37 16,3-4-2-16,-3 0-9 15,-6 0-33-15,-4 0-46 16,-10 1-28-16,-5 3 29 16,-4 4 78-16,-6 6 32 15,0 8 165-15,0 6-18 16,0 8-87-16,0 0-66 16,0 18-8-16,0 14 40 15,0 14 21-15,0 10 7 16,0 14 10-16,0 7-30 15,0 7-32-15,2 0-7 0,1-1-21 16,-3-6-6-16,0-6 8 16,0-7-7-16,-13-12 9 15,-8-12-5-15,-1-12-4 16,-3-12 21-16,6-14-3 16,2-2 54-16,9-16-8 15,6-18-44-15,2-10 3 16,4-6-24-16,16-4-39 15,9-3-54-15,9-19-182 16,-7 16-101-16,-4 4-288 0</inkml:trace>
  <inkml:trace contextRef="#ctx0" brushRef="#br0" timeOffset="177009.52">18020 8981 2038 0,'0'0'800'0,"0"0"-652"0,0 0-130 0,0 0-18 0,0 0-6 0,0 0-7 0,-56 157-62 0,54-89-176 0,2-10-632 16</inkml:trace>
  <inkml:trace contextRef="#ctx0" brushRef="#br0" timeOffset="177228.37">18165 9206 1810 0,'0'0'367'0,"0"0"-243"16,0 0 5-16,0 0 46 15,0 0 5-15,-118 136-36 16,118-74-56-16,0 5-54 15,15-3-16-15,17-8-18 16,27-6-131-16,-5-18-198 0,-7-14-405 16</inkml:trace>
  <inkml:trace contextRef="#ctx0" brushRef="#br0" timeOffset="177541.7">18383 9292 1175 0,'0'0'325'15,"0"0"-178"-15,0 0 11 16,0 0-12-16,0 0-16 16,0 0 21-16,0 0 3 15,63 0-39-15,-59 24-34 0,-4 4-2 16,0 6 37-1,-13 1 18-15,-5 1-6 0,-3-2-54 16,4-2-32-16,5-6 2 16,6-4-31-16,6-6-1 15,0-6 3-15,14-2-6 16,11-6-9-16,0-2-22 16,5 0-88-16,1-8-180 15,-9-10-232-15,-4-2-390 0</inkml:trace>
  <inkml:trace contextRef="#ctx0" brushRef="#br0" timeOffset="177730.21">18488 9228 1785 0,'0'0'680'0,"0"0"-546"16,0 0-107-16,124-12-9 15,-74 8-18-15,-4 2-51 16,-1-2-114-16,-14 0-204 16,-12 0-389-16</inkml:trace>
  <inkml:trace contextRef="#ctx0" brushRef="#br0" timeOffset="177839.58">18699 9065 506 0,'0'0'1279'15,"0"0"-627"-15,0 0-379 16,0 0-198-16,0 0-75 15,0 0 0-15,0 0-7 16,-15 189 4-16,4-113-197 16,0-10-495-16</inkml:trace>
  <inkml:trace contextRef="#ctx0" brushRef="#br0" timeOffset="178231.24">19074 9133 1088 0,'0'0'1264'0,"0"0"-689"0,0 0-496 16,0 0-58-16,132 29 1 15,-106 15 55-15,-10 10-5 16,-16 10-23-16,0 4-20 15,-34 5-28-15,-13-3-1 16,-8-6-74-16,-12 4-115 16,16-16-187-16,16-15-687 0</inkml:trace>
  <inkml:trace contextRef="#ctx0" brushRef="#br0" timeOffset="178715.93">19878 9581 1669 0,'0'0'676'0,"0"0"-413"0,0 0-2 0,0 0-176 0,0 0-71 16,0 0 7-1,149-6-21-15,-113 6-44 0,-9 0-460 16,-13 0-737-16</inkml:trace>
  <inkml:trace contextRef="#ctx0" brushRef="#br0" timeOffset="178825.57">19909 9751 1647 0,'0'0'621'0,"0"0"-417"16,126 9-61-16,-62-8-122 15,26-1-21-15,-15 0-216 16,-15-1-414-16</inkml:trace>
  <inkml:trace contextRef="#ctx0" brushRef="#br0" timeOffset="179534.42">20681 9771 1766 0,'0'0'368'0,"0"0"-260"15,0 0-51-15,0 0-9 16,0 0 50-16,88-126-12 15,-55 82-49-15,0-4-37 16,-7-4-11-16,-4-3-90 0,-6-1 23 16,-5 2 48-16,-7 4 30 15,-4 8 9-15,0 16 95 16,0 14 1-16,-4 12-75 16,-7 10-18-16,-5 28 46 15,5 14 54-15,2 14 37 16,4 8-59-16,5 1-36 15,0-5-6-15,23-8-38 16,4-14 7-16,6-12-17 16,3-13-25-16,1-16-24 15,-3-7-145-15,-5-2-158 16,-5-20-202-16,-8-10-138 0,-3-2 77 16,-4 0 615-1,-4 4 504-15,0 8 103 0,-3 8-93 16,-2 14-261-16,0 0-158 15,0 12-79-15,0 14 47 16,0 4 26-16,0-2 11 16,0-2-32-16,0-6-47 15,0-8-21-15,6-8-27 16,12-4-59-16,14-14-146 16,-3-10-301-16,-3-2-226 0</inkml:trace>
  <inkml:trace contextRef="#ctx0" brushRef="#br0" timeOffset="179830.29">21369 9613 1020 0,'0'0'650'0,"0"0"-332"0,0 0-46 0,0 0-68 16,0 0-45-16,-14 110 68 15,5-96-46-15,5-6-106 16,4-8-35-16,0 0-1 16,0-6-10-16,21-14-29 15,2-4-57-15,8-2 12 16,6 2 31-16,-2 4-2 15,1 2 16-15,-3 8 0 16,-6 4 0-16,-2 6 30 16,-8 0 7-16,-1 6-13 0,-7 8 1 15,-3 2-24-15,-1-2 7 16,0-4 1-16,-3-2-8 16,-2-2 1-16,0-4-2 15,0 2-32-15,0 6-126 16,-14-2-322-16,1 0-193 0</inkml:trace>
  <inkml:trace contextRef="#ctx0" brushRef="#br0" timeOffset="180536.45">20723 10128 674 0,'0'0'1439'0,"0"0"-1074"0,0 0-288 0,0 0-63 0,0 0 5 0,0 123 72 16,0-69 0-16,-2 0-21 15,2-6-35-15,0-6-22 16,13-12-13-16,9-10-9 16,14-14-133-16,-7-4-161 15,-9-2-537-15</inkml:trace>
  <inkml:trace contextRef="#ctx0" brushRef="#br0" timeOffset="180693.94">20536 10437 413 0,'0'0'1607'0,"0"0"-1085"16,0 0-388 0,0 0-54-16,0 0-31 0,122-22-49 15,-80 20-9-15,10-2-183 16,-12 2-349-16,-9 0-663 0</inkml:trace>
  <inkml:trace contextRef="#ctx0" brushRef="#br0" timeOffset="180835.74">20912 10321 1709 0,'0'0'701'16,"0"0"-552"-16,0 0-70 15,0 0-57-15,0 0-22 16,114-2 0-16,-70 12-39 15,-6-4-223-15,-5 0-603 0</inkml:trace>
  <inkml:trace contextRef="#ctx0" brushRef="#br0" timeOffset="181023.25">21228 10149 1722 0,'0'0'609'0,"0"0"-529"0,0 0-60 15,0 0 6-15,0 0 23 16,0 0 33-16,58 134-9 16,-58-84-44-16,-17 0-9 15,-8-4-20-15,-2-6-15 16,5-12-175-16,9-10-176 16,6-12-506-16</inkml:trace>
  <inkml:trace contextRef="#ctx0" brushRef="#br0" timeOffset="181493.96">21583 10211 1020 0,'0'0'620'16,"0"0"-317"-16,0 0-52 0,0 0-84 15,0 0-26-15,0 0-13 16,0 0-48-16,-16-53-57 15,16 53-1-15,0 0-22 16,0 0 1-16,4 0 0 16,10 0-1-16,-1 13 23 15,-1 2 30-15,-4 7-14 16,-8 6-7-16,0 7-6 16,0 3 7-16,-18 0 39 15,1 0-14-15,-1-6-10 16,7-6-12-1,9-6-36-15,2-8 18 0,0-6-12 0,25-4-6 16,6-2-57-16,13-8-227 16,-7-12-365-16,-8-4-616 15</inkml:trace>
  <inkml:trace contextRef="#ctx0" brushRef="#br0" timeOffset="181650.74">21670 10117 1957 0,'0'0'754'0,"0"0"-563"16,0 0-65-16,0 0-108 15,0 0 3-15,142 0-21 16,-106 9-6-16,2 3-54 16,-9-6-414-16,-9-1-448 0</inkml:trace>
  <inkml:trace contextRef="#ctx0" brushRef="#br0" timeOffset="181791.49">21872 9962 1817 0,'0'0'616'16,"0"0"-516"-16,0 0-7 16,0 0-24-16,-24 110-38 15,17-42-31-15,1-9-76 16,1-9-486-16</inkml:trace>
  <inkml:trace contextRef="#ctx0" brushRef="#br0" timeOffset="183203.02">22450 9372 1311 0,'0'0'496'0,"0"0"-375"0,0 0 11 0,0 0-8 16,0 0-67-16,0 0-29 16,129-82-28-16,-105 54-4 15,-11-2-38-15,-11 2-40 16,-2 4 56-16,0 6 26 15,-17 4 59-15,1 8 90 16,5 6-18-16,5 4-70 16,6 26-6-16,0 12 9 15,2 14 24-15,15 10-9 16,-1 7-36-16,-5-1-10 16,-7-2-12-16,-4-10-12 15,0-8 0-15,-15-12-9 0,-7-12 23 16,-3-12 25-16,1-10-21 15,6-6 7-15,9-10-4 16,9-22-26-16,0-12-4 16,29-10-198-16,11-10-150 15,4 0-184-15,2-3-53 16,-7 9 84-16,-7 8 284 16,-10 8 217-16,-11 10 544 15,-7 6 63-15,-4 10-137 16,0 4-156-16,0 10-31 15,0 2-126-15,0 2-106 16,0 24-43-16,-2 8 16 0,2 10-17 16,0 4 4-16,7-1-11 15,13-6 0-15,5-6-24 16,4-11-39-16,2-10-82 16,0-10-66-16,-2-4-61 15,0-24-83-15,-6-9-254 16,-8-3-404-16</inkml:trace>
  <inkml:trace contextRef="#ctx0" brushRef="#br0" timeOffset="183344.15">23054 9124 1631 0,'0'0'764'0,"0"0"-566"0,0 0-151 0,0 0-20 16,0 0 52-16,2 124 88 16,-2-72-22-16,0 4-77 15,0 1-39-15,0-7-29 16,0-6-54-16,0-8-151 15,0-12-75-15,0-8-41 16,-23-16-57-16,-1 0-124 16,-3-6-78-16</inkml:trace>
  <inkml:trace contextRef="#ctx0" brushRef="#br0" timeOffset="183469.15">22940 9471 808 0,'0'0'645'0,"0"0"-111"16,0 0-179-16,0 0-38 15,0 0-192-15,135-101-92 0,-94 95-33 16,1 2-131-1,-9 0-183-15,-10 0-329 0</inkml:trace>
  <inkml:trace contextRef="#ctx0" brushRef="#br0" timeOffset="183594.62">23327 9124 1401 0,'0'0'595'0,"0"0"-299"15,0 0-123-15,0 0-103 16,0 0-13-16,0 0 16 15,103 124-15-15,-117-64-37 16,-23 18-21-16,3-11-178 16,7-17-508-16</inkml:trace>
  <inkml:trace contextRef="#ctx0" brushRef="#br0" timeOffset="183766.5">23580 9381 2162 0,'0'0'711'0,"0"0"-633"15,0 0-57-15,0 0-17 16,171-17-4-16,-113 17-98 16,-9 0-521-16</inkml:trace>
  <inkml:trace contextRef="#ctx0" brushRef="#br0" timeOffset="184392.72">24056 9370 1058 0,'0'0'1176'0,"0"0"-616"16,0 0-407-16,0 0-104 16,0 0-32-16,0 0-6 15,116-60-10-15,-91 40 1 16,-6 0-2-16,-7-4-52 16,-8 0-39-16,-4-4-17 0,0 2 65 15,0 4 40-15,0 4 3 16,0 8 94-16,0 10-18 15,0 0-76-15,9 26 0 16,2 18-7-16,-2 14 7 16,-2 12 5-16,-5 8-4 15,-2 4 19-15,0 1 3 16,-2-9-16-16,-11-10-7 16,-3-14 6-16,1-14-6 15,-6-12 9-15,1-16-9 16,-2-8 26-16,4-5-25 15,4-26 0-15,10-9 20 16,4-6-13-16,16-6-8 16,19 0-65-16,32-18-160 15,-9 16-303-15,-6 6-531 0</inkml:trace>
  <inkml:trace contextRef="#ctx0" brushRef="#br0" timeOffset="184549.67">24588 9092 1676 0,'0'0'652'16,"0"0"-295"-16,0 0-57 16,0 0-232-16,0 0-32 0,0 0 8 15,-53 104 1 1,49-50-18-16,4 2-11 16,0-2-16-16,15-4-61 0,23-11-159 15,-5-13-322-15,-2-12-472 0</inkml:trace>
  <inkml:trace contextRef="#ctx0" brushRef="#br0" timeOffset="184816.07">24718 9220 684 0,'0'0'1449'15,"0"0"-895"-15,0 0-403 0,0 0-17 16,0 0-69-1,0 0-45-15,0 0-5 0,71-26-15 16,-64 48-18-16,-7 8 18 16,-3 4 6-16,-21 4 36 15,-3 0 14-15,5-6-28 16,6-7 7-16,12-7-35 16,4-10 12-16,13-7-12 15,18-1-91-15,18-18-228 16,-9-8-347-16,-6-2-699 0</inkml:trace>
  <inkml:trace contextRef="#ctx0" brushRef="#br0" timeOffset="184972.31">25039 9071 1706 0,'0'0'625'0,"0"0"-412"0,0 0-17 16,0 0-136-16,131 37 9 15,-111 1 62-15,-13 10-74 16,-7 10-43-16,-18 6-14 15,-44 23-306-15,4-18-372 16,0-12-1054-16</inkml:trace>
  <inkml:trace contextRef="#ctx0" brushRef="#br0" timeOffset="185600.94">22739 9916 1876 0,'0'0'550'0,"0"0"-481"0,174-6-44 0,-36 0-10 15,50-2 10-15,22-1 11 16,2 2 5-16,-13 1 126 16,-30-3-22-16,-11 0-62 15,-33-1-79 1,-29 0-4-16,-9-2-248 0,-32 2-277 0,-5 3-310 15</inkml:trace>
  <inkml:trace contextRef="#ctx0" brushRef="#br0" timeOffset="186696.94">23395 10251 1594 0,'0'0'621'0,"0"0"-466"0,0 0-8 0,0 0-50 0,0 0-96 0,0 0 25 15,0 0 46-15,13 146 64 16,-13-86-21-16,0-4-60 0,-3-4-34 16,3-6-7-16,0-7-14 15,0-13-45 1,5-8-158-16,3-16-100 0,-2-2-295 15,-6 0-190-15</inkml:trace>
  <inkml:trace contextRef="#ctx0" brushRef="#br0" timeOffset="186838.77">23196 10543 1670 0,'0'0'643'15,"0"0"-363"-15,0 0-132 16,0 0-48-16,127-28-73 0,-74 28-27 15,18 0-39 1,-13 0-347-16,-10 0-848 0</inkml:trace>
  <inkml:trace contextRef="#ctx0" brushRef="#br0" timeOffset="186995.66">23702 10524 1972 0,'0'0'521'15,"0"0"-350"-15,0 0-38 16,0 0-78-16,123-27-43 16,-77 27-10-16,18 0-4 15,-10 0-251-15,-8 0-773 0</inkml:trace>
  <inkml:trace contextRef="#ctx0" brushRef="#br0" timeOffset="187340.34">24330 10401 1870 0,'0'0'592'0,"0"0"-412"0,0 0 21 16,0 0-117-16,0 0-65 15,0 0-8-15,0 0-11 16,42-48-15-16,-28 48 13 16,-1 8-5-16,-1 14 7 15,-8 8 32-15,-4 6 11 16,-2 4 32-16,-21 0-17 16,-4-1 5-16,3-10-1 15,9-4-31-15,10-11-8 16,5-6-9-16,17-6-12 15,24-2-2-15,28 0-114 16,-9 0-403-16,-4-9-510 0</inkml:trace>
  <inkml:trace contextRef="#ctx0" brushRef="#br0" timeOffset="190124.61">24704 9797 831 0,'0'0'360'16,"0"0"-218"-16,0 0-49 0,0 0-38 0,0 0 54 16,0 0 86-16,0 0-46 0,-25 0-11 15,25 0 52-15,-2 0 19 16,2 0 26-16,0 0-11 16,0 0-70-16,0 0-53 15,0 0-22-15,0 0-38 16,0 0-23-16,10 0-18 15,19 0 26-15,15 0-26 16,16-1-2-16,11-6-38 16,29-3-93-16,-15 5-228 15,-18-2-376-15</inkml:trace>
  <inkml:trace contextRef="#ctx0" brushRef="#br0" timeOffset="190816.75">25645 9779 1498 0,'0'0'572'0,"0"0"-330"15,0 0 36-15,0 0 2 16,0 0-87-16,0 0-97 16,0 0-44-16,27-28-46 15,-1 22-5-15,3 3-1 16,2 3-22-16,-2 0-96 0,-9 0-346 0,-11 0-268 15</inkml:trace>
  <inkml:trace contextRef="#ctx0" brushRef="#br0" timeOffset="190957.59">25612 9918 918 0,'0'0'1280'16,"0"0"-1058"-16,0 0-160 15,117-12-38-15,-43-8-24 16,-12 2-240-16,-10 0-481 0</inkml:trace>
  <inkml:trace contextRef="#ctx0" brushRef="#br0" timeOffset="191773.02">26052 9994 1751 0,'0'0'565'16,"0"0"-423"-16,0 0-70 15,56-107-72-15,-18 63 0 16,-3-3-34-16,-1-4 28 16,-5-3-3-16,-9 0-10 15,-5-2 18-15,-5-2 2 16,-6 2 57-16,-2 6 39 15,-2 11 41-15,0 15-32 0,0 16-40 16,0 8-54 0,-6 8-12-16,-6 28 1 0,3 14 45 15,1 15 35-15,4 9-15 16,4 0-24-16,0-4-20 16,4-8-22-16,17-14 23 15,11-12-23-15,6-13 10 16,4-15-10-16,0-8-36 15,-3-4-58-15,-6-23-66 16,-9-6-79-16,-4-7 63 16,-6-3 40-16,-5 5 136 15,-1 6 69-15,-3 12 120 0,-1 12-10 16,-1 8-115 0,-3 4-58-16,0 24 36 0,0 4 18 15,0 6-3-15,0-2-3 16,0-4-27-16,0-6-8 15,0-8-19-15,0-7 0 16,0-11-1-16,11 0-31 16,6-4-74-16,10-16-115 15,2-3-6-15,0 1 34 16,-2 4 70-16,-4 8 123 16,-8 8 46-16,-6 2 18 15,-7 12 47-15,-2 13-2 16,0 0 34-16,-7 0-3 15,-4-6-23-15,7-6-60 0,2-9-28 16,2-4-2-16,0 0 20 16,13-21-47-16,11-4 0 15,5-4-56 1,3 1-62-16,1 1 20 0,-2 4 20 16,-2 5 27-16,-2 6 51 15,-4 10 9-15,-4 2-8 16,-5 8 42-1,-3 14-28-15,-7 7-14 16,-4 3 14-16,0 0-14 0,0 0 6 16,-15 6-7-16,-3-10-234 15,3-6-843-15</inkml:trace>
  <inkml:trace contextRef="#ctx0" brushRef="#br0" timeOffset="194607.22">26206 10357 1472 0,'0'0'335'0,"0"0"-237"0,0 0-37 0,0 0 58 15,0 0-57-15,0 0-11 16,0 0 122-16,15 66 1 16,-26-24-34-16,5 4 11 15,2-4-36-15,4-2-67 16,0-5-24-16,2-8 2 15,13-4-18-15,3-9-8 16,3-4-6-16,-2-8-217 16,-7-2-241-16,-8 0-130 15,-4-2-457-15</inkml:trace>
  <inkml:trace contextRef="#ctx0" brushRef="#br0" timeOffset="194769.58">26019 10642 1121 0,'0'0'1002'16,"0"0"-697"-16,0 0-118 15,0 0-54-15,0 0-41 16,123-37-71-16,-79 32-21 16,9 2-16-16,-11 2-309 15,-8 1-381-15</inkml:trace>
  <inkml:trace contextRef="#ctx0" brushRef="#br0" timeOffset="194900.93">26389 10574 1549 0,'0'0'608'16,"0"0"-368"0,0 0 6-16,0 0-123 0,0 0-76 15,122-35-41-15,-90 35-6 16,5 0-217-16,-8 0-420 16,-4 0-960-16</inkml:trace>
  <inkml:trace contextRef="#ctx0" brushRef="#br0" timeOffset="195096.21">26625 10421 1073 0,'0'0'818'0,"0"0"-479"15,0 0-62-15,0 0-99 16,0 0-111-16,0 0-5 16,113-6-17-16,-108 36 9 15,-5 6-2-15,0 2-23 16,-9 3-5-16,-11-5-16 15,-2-3-8-15,6-7-21 16,16-5-166-16,0-9-105 16,2-8-333-16</inkml:trace>
  <inkml:trace contextRef="#ctx0" brushRef="#br0" timeOffset="195768.86">27010 10445 1521 0,'0'0'865'0,"0"0"-542"0,0 0-111 0,0 0-128 15,0 0-51-15,0 0-13 16,0 0-5-16,-2-78-1 16,11 78-14-16,3 0-17 15,-2 14 17-15,-3 10-2 16,-5 8 2-16,-2 6 26 16,0 2-8-16,-15 2 25 15,-6-3-32-15,4-3 23 16,3-8-10-16,10-6-16 0,4-8 2 15,0-4-4-15,15-6-4 16,12-4-2-16,4 0-56 16,2-2-85-16,6-26-175 15,-10 2-321-15,-7 0-719 0</inkml:trace>
  <inkml:trace contextRef="#ctx0" brushRef="#br0" timeOffset="195925">27177 10383 1921 0,'0'0'650'0,"0"0"-391"16,0 0-114-1,0 0-115-15,0 0-18 0,120-12-12 16,-79 10-8-16,-5-2-107 16,-9 0-154-16,-14-10-197 15,-11 0-67-15,-2 0-190 16</inkml:trace>
  <inkml:trace contextRef="#ctx0" brushRef="#br0" timeOffset="196037.47">27369 10218 1181 0,'0'0'687'0,"0"0"-289"16,0 0-38-16,0 0-205 15,0 0-135-15,0 0 1 16,0 0-21-16,7 177 0 16,-30-107-137-16,1-6-445 0</inkml:trace>
  <inkml:trace contextRef="#ctx0" brushRef="#br0" timeOffset="-214510.04">28039 9286 1204 0,'0'0'596'0,"0"0"-433"0,0 0 107 0,0 0-22 16,0 0-38-16,0 0 12 15,-2 0-105-15,2 0-76 16,0 0 9-16,0 0-28 0,0 0-2 15,0 0-19 1,0 0-1-16,0 0-22 0,-4 0-155 16,-3 0-307-1,3 0-353-15</inkml:trace>
  <inkml:trace contextRef="#ctx0" brushRef="#br0" timeOffset="-214103.02">28039 9286 2008 0,'6'44'382'0,"-16"-44"-244"0,-1-8 137 16,3-2-161 0,3-4-47-16,5 0-29 15,0-2-34-15,0 0-4 0,15 4-52 16,4 4-17-16,-4 8 17 15,-5 0 20-15,-4 14 7 16,-6 16-6-16,0 8 31 16,-23 6 40-16,-6 1 0 15,-6-2 23-15,-3-6-14 16,-3-9-41-16,6-10 29 16,1-10-31-16,8-8 3 15,6 0 2-15,4-14-4 16,10-6 4-16,6-4 0 15,0 6-9-15,8 3-2 0,17 12-11 16,6 3-5-16,5 0 15 16,1 15-16-16,4 6 15 15,-1-1-13-15,0-4-167 16,11-6-131-16,-11-6-269 16,-7-4-484-16</inkml:trace>
  <inkml:trace contextRef="#ctx0" brushRef="#br0" timeOffset="-213900.01">28278 9198 1167 0,'0'0'813'0,"0"0"-564"15,0 0-82-15,0 0-73 16,0 0 14-16,0 0 37 16,0 0-5-16,2 150-62 15,-2-98-35-15,0-2-43 16,12-3-19-16,7-7-93 15,10-6-123-15,-2-14-234 16,-4-10-457-16</inkml:trace>
  <inkml:trace contextRef="#ctx0" brushRef="#br0" timeOffset="-213758.3">28189 9418 935 0,'0'0'1227'0,"0"0"-980"15,0 0-148 1,0 0-99-16,178-14-7 0,-122 10-269 16,-10-2-790-16</inkml:trace>
  <inkml:trace contextRef="#ctx0" brushRef="#br0" timeOffset="-213461.18">28662 9356 1557 0,'0'0'740'0,"0"0"-355"15,0 0-22-15,0 0-156 16,0 0-98-16,129-32-67 16,-98 26-29-16,-2 2-13 15,0 4-19-15,-2 0-62 16,4 0-118-16,-7 0-402 16,-4 0-366-16</inkml:trace>
  <inkml:trace contextRef="#ctx0" brushRef="#br0" timeOffset="-212725.04">29479 9082 2335 0,'0'0'641'0,"0"0"-555"0,0 0 16 0,0 0-63 0,0 0-39 16,0 0 14-16,0 0 4 15,-20 102 9-15,7-54 6 16,-5 0-14-16,2-4-8 16,-2-5 7-16,5-10-17 15,0-7-2-15,3-8-1 0,6-6-29 16,4-8 10-1,0 0 15 1,0 0-1-16,2 0 7 0,14-8-14 0,2 5 7 16,2-1 5-16,5 0-7 15,4 0-21 1,0-1-64-16,0 1-47 0,0-4-92 16,-5-2-51-16,-4-4 66 15,-7-2 103-15,-6-2 115 16,-4 0 124-16,-3 2 104 15,0 4 124-15,0 6-70 16,0 6-136-16,0 0-107 0,0 16-39 16,0 14-9-16,0 10 8 15,0 28-71-15,0-9-224 16,0-7-474-16</inkml:trace>
  <inkml:trace contextRef="#ctx0" brushRef="#br0" timeOffset="-211998.19">28004 9904 1661 0,'0'0'568'0,"0"0"-337"0,0 0 38 0,0 0-136 0,114-35-7 16,-41 31-43-16,37 3-33 15,32-2 2-15,36 3-10 0,19-1-33 16,-8-3 11 0,-13-1-11-16,-27 0 17 0,-29-1-26 15,-31-1 0-15,-24 6-6 16,-12-3 6-16,-1 0-32 15,-3-2-14-15,-4 2-76 16,-21-4-118-16,-13 2-140 16,-11-2-564-16</inkml:trace>
  <inkml:trace contextRef="#ctx0" brushRef="#br0" timeOffset="-211465.32">28633 10226 1028 0,'0'0'1166'0,"0"0"-917"0,0 0-140 0,0 0 99 0,0 0-112 15,0 0-72-15,0 0-24 16,0-14 0-16,0 59 43 15,-5 5 32-15,-4 4 17 16,2 0-21-16,5-6-31 16,2-6-10-16,2-5-19 15,19-10 1-15,2-9-12 16,4-5-91-16,4-13-187 16,-6 0-338-16,-11-8-755 0</inkml:trace>
  <inkml:trace contextRef="#ctx0" brushRef="#br0" timeOffset="-211323.72">28365 10503 1898 0,'0'0'587'15,"0"0"-422"-15,0 0 44 16,0 0-114-16,176-2-69 16,-107-4-26-16,25 0-198 15,-21 0-366-15,-13 0-954 0</inkml:trace>
  <inkml:trace contextRef="#ctx0" brushRef="#br0" timeOffset="-211182.64">28974 10451 2129 0,'0'0'589'0,"0"0"-510"15,0 0-79-15,0 0-95 16,0 0-155-16,135-20-330 0</inkml:trace>
  <inkml:trace contextRef="#ctx0" brushRef="#br0" timeOffset="-210868.95">29423 10353 1350 0,'0'0'533'0,"0"0"-333"16,0 0 8-16,0 0-111 16,0 0-1-16,0 0-1 15,0 0-20-15,128-66-39 16,-104 73-36-16,-15 22 14 16,-9 5 22-16,-5 8 108 15,-23 2-4-15,-3-4-38 16,2-4-27-16,8-5-38 15,15-12-25-15,6-5 9 16,11-10-21-16,24-4-30 0,10 0-72 16,26-19-360-1,-13-3-183-15,-4-3-771 0</inkml:trace>
  <inkml:trace contextRef="#ctx0" brushRef="#br0" timeOffset="-210426.91">30538 9749 2138 0,'0'0'717'0,"0"0"-485"0,0 0-85 0,0 0-107 0,0 0-17 15,117-26-23-15,-72 24-11 16,1 2-40-16,-9 0-254 15,-15 0-638-15</inkml:trace>
  <inkml:trace contextRef="#ctx0" brushRef="#br0" timeOffset="-210304.06">30553 9883 1440 0,'0'0'645'16,"0"0"-478"-16,0 0 113 15,114 3-158-15,-43-6-122 16,-13-4-242-16,-7-4-754 0</inkml:trace>
  <inkml:trace contextRef="#ctx0" brushRef="#br0" timeOffset="-209834.01">31741 9671 1698 0,'0'0'711'0,"0"0"-442"15,0 0 7-15,0 0-132 16,0 0-63-16,0 0-48 16,0 0-24-16,135-82 4 15,-114 82-13-15,-13 18-1 16,-8 16-16-16,-16 8 17 15,-23 6 38-15,-8 0-8 16,2-2-11-16,12-7 15 16,18-11-25-16,15-6 6 15,27-8 14-15,28-8-29 0,21-6-44 16,42 0-158 0,-16-16-486-16,-15-2-1099 0</inkml:trace>
  <inkml:trace contextRef="#ctx0" brushRef="#br0" timeOffset="-208060.49">17839 12462 1213 0,'0'0'1127'0,"0"0"-803"0,0 0-211 0,0 0-68 0,0 0-10 15,146-54-34-15,-84 24-2 16,-4-4-9-16,-4-2-80 0,-15-2-5 15,-12 2-4-15,-14 0 22 16,-13 2 77-16,0 6 16 16,-11 6 42-16,-7 12 56 15,5 10-65-15,5 6-49 16,5 30 1-16,3 18 9 16,0 16 45-16,9 8-23 15,0 6 5-15,-7-1-1 16,-2-3-23-16,-4-10 11 15,-23-10-16-15,-7-12-7 16,-5-14 23-16,-4-13-16 16,7-17 11-16,7-4 7 15,18-25-25-15,11-15 17 0,21-12-18 16,25-8-41 0,19-4-41-16,40-23-181 0,-17 18-341 15,-9 8-801-15</inkml:trace>
  <inkml:trace contextRef="#ctx0" brushRef="#br0" timeOffset="-207904.23">18641 11718 2174 0,'0'0'645'0,"0"0"-609"16,0 0-11-16,0 0-24 15,-95 153-1-15,68-65 0 16,7-16-235-16,11-16-694 0</inkml:trace>
  <inkml:trace contextRef="#ctx0" brushRef="#br0" timeOffset="-207589.2">19214 11875 2220 0,'0'0'574'0,"0"0"-574"15,0 0 6-15,0 0 87 16,-155 70 37-16,109-10-24 16,11 10-1-16,8 6-34 15,12 1-19-15,13-5-19 16,2-8-33-16,17-10 0 16,39 0-30-16,-4-18-118 15,-6-11-570-15</inkml:trace>
  <inkml:trace contextRef="#ctx0" brushRef="#br0" timeOffset="-207260.36">19339 12240 1440 0,'0'0'886'0,"0"0"-556"15,0 0-84-15,0 0-96 0,0 0-84 16,0 0-8 0,0 0-51-16,60-62-7 0,-35 62 0 15,-10 22-9-15,-13 8 9 16,-2 10 14-16,-17 6 17 16,-22 4 40-16,-5 0-12 15,2-4-9-15,9-7-25 16,10-10-23-16,17-6 13 15,6-7-15-15,15-8-9 16,23-6 9-16,13-2-78 16,22-8-65-16,-10-12-310 15,-12-1-289-15</inkml:trace>
  <inkml:trace contextRef="#ctx0" brushRef="#br0" timeOffset="-207103.35">19545 12169 1855 0,'0'0'1007'16,"0"0"-709"-16,0 0-186 15,0 0-66-15,144-41-46 16,-70 41-54-16,-14 0-173 16,-9 0-759-16</inkml:trace>
  <inkml:trace contextRef="#ctx0" brushRef="#br0" timeOffset="-206868.25">20191 11953 2186 0,'0'0'701'0,"0"0"-613"15,0 0-79-15,0 0 9 16,68 130-3-16,-68-58 21 15,0 9 27-15,-20 5-48 16,-20 0-15-16,-34 17-57 0,10-25-293 16,3-18-443-16</inkml:trace>
  <inkml:trace contextRef="#ctx0" brushRef="#br0" timeOffset="-206428.42">21106 12236 2228 0,'0'0'820'0,"0"0"-592"0,0 0-38 0,0 0-119 0,118-16-35 16,-47 8-29-16,12 2-7 16,2 2-10-16,-6 4-56 15,-5 0-48-15,-25 4-157 16,-20 8-610-16</inkml:trace>
  <inkml:trace contextRef="#ctx0" brushRef="#br0" timeOffset="-206270.43">21240 12374 1847 0,'0'0'828'0,"0"0"-528"15,125-2-77-15,-59-4-142 16,1 0-53-1,0 2-28-15,-7 2-10 0,-2 0-83 16,-16 2-404-16,-15-2-432 0</inkml:trace>
  <inkml:trace contextRef="#ctx0" brushRef="#br0" timeOffset="-206113.25">21687 12053 2684 0,'0'0'609'0,"0"0"-567"0,0 0-15 0,-160 105-3 16,93-41-18-16,1 10 6 15,-11 34-12-15,19-19-157 16,21-17-799-16</inkml:trace>
  <inkml:trace contextRef="#ctx0" brushRef="#br0" timeOffset="-205469.03">23089 12396 2218 0,'0'0'646'16,"0"0"-603"-16,0 0-43 15,0 0-1-15,0 0-23 0,144-60 5 16,-107 34-50 0,-13 0-85-16,-13-4-40 0,-11 0 16 15,0 0 68-15,-14 2 110 16,-3 3 15-16,-1 10 176 15,5 12-13-15,7 3-81 16,2 31-60-16,4 17 54 16,0 14-7-16,8 12-34 15,3 6 18-15,-5 5-8 16,-4-1-13-16,-2-4-6 16,-4-6-28-16,-19-10-13 15,0-10 18-15,-2-16-17 16,2-13-1-16,6-15 11 15,5-10-10-15,12-6 34 0,0-24-25 16,21-11 1-16,16-5 2 16,13-6-13-16,3 0-33 15,21-14-102-15,-14 14-168 16,-12 6-359-16</inkml:trace>
  <inkml:trace contextRef="#ctx0" brushRef="#br0" timeOffset="-205314.98">23762 11843 1585 0,'0'0'1102'0,"0"0"-636"0,0 0-338 16,0 0-113-16,0 0-9 16,-134 60 0-16,78-4-6 15,-6 26-11-15,13-13-155 16,18-13-664-16</inkml:trace>
  <inkml:trace contextRef="#ctx0" brushRef="#br0" timeOffset="-205029.78">24183 11859 2309 0,'0'0'278'15,"0"0"-234"-15,0 0-14 16,0 0 40-16,-123 151 62 16,115-90-8-16,8 5-45 15,0 1-64-15,10-7-15 16,35 2-16-16,-3-18-242 15,-2-14-407-15</inkml:trace>
  <inkml:trace contextRef="#ctx0" brushRef="#br0" timeOffset="-204762.94">24310 12091 2154 0,'0'0'714'0,"0"0"-611"15,0 0-76-15,0 0-27 16,0 0 0-16,0 0-9 16,132 0 3-16,-124 38 6 15,-8 6 8-15,-10 7 40 16,-29-3 32-16,-3 0-2 0,2-8-3 16,9-6-43-1,15-10-23-15,16-10 11 0,0-6-14 16,33-8-6-1,12 0-41-15,26-14-159 16,-8-8-518-16,-7 0-1151 0</inkml:trace>
  <inkml:trace contextRef="#ctx0" brushRef="#br0" timeOffset="-203691.8">24945 11917 1689 0,'0'0'510'0,"0"0"-372"0,0 0 35 16,0 0-46-16,0 0-50 0,0 0-39 16,0 0-25-16,0-16-13 15,0 16 0-15,0 0 4 16,0 0 9-16,0 0 3 16,0 0 81-16,0 0-46 15,0 0-19-15,0 0-23 16,0 0-8-16,0 0 19 15,0 0-19-15,0 0 4 16,0 0-5-16,-2 0-6 0,0 0 5 16,0 0 1-16,2 0 0 15,0 0 15-15,0 0 20 16,0 0 21-16,0 0 1 16,0 0-15-16,0 0 6 15,0 0-29-15,0-2-8 16,0 0 14-16,0 2-16 15,0-2-9-15,0 2 0 0,0 0 2 16,0 0-4 0,0 0 2-16,0 0-1 15,0 0 0-15,0 0-17 0,0 0-9 16,0 0-12-16,0 0 1 16,0 0 29-16,-7 0-15 15,0 0 20-15,0 0-7 16,1-2 20-16,-1 2-9 15,-5-2 27-15,-3 0-26 16,-3 2 25-16,-7 0-26 16,-1 0 0-16,-3 0-1 15,3 0 4-15,3 8-3 16,3-2 0-16,7 2 0 0,2-4-3 16,1-2 3-1,6 0 0-15,2-2 33 0,0 0-9 16,2 0 22-16,-2 0-19 15,2 0-15-15,-5 0 12 16,3 0-24-16,-4 0-1 16,-4 0 1-16,1 0-14 15,1 0 14-15,0 0 0 16,4 0 0-16,2 0 7 16,0 0-5-16,2 0 7 15,0 0 24-15,0 0-6 16,0 0 1-16,0 0-19 15,0 0-7-15,6 0 29 16,17 0-25-16,12-2 3 16,15-2-9-16,10-2 9 0,9-2-18 15,-3 2 8-15,-3-2-65 16,-12 4-17-16,-15 0-95 16,-28 2-190-16,-8 2-311 15,0 0-493-15</inkml:trace>
  <inkml:trace contextRef="#ctx0" brushRef="#br0" timeOffset="-203556.48">24987 11690 1069 0,'0'0'1040'0,"0"0"-483"0,0 0-375 0,0 0-92 16,0 0-50-1,0 0-22-15,-127 117 20 0,87-35-38 16,11-10-205-16,13-12-382 0</inkml:trace>
  <inkml:trace contextRef="#ctx0" brushRef="#br0" timeOffset="-203305.95">25393 11717 2192 0,'0'0'660'16,"0"0"-593"-16,0 0-58 15,78 104 27-15,-67-2-11 16,-11 32 23-16,-30 9-21 16,-18-23-27-16,-8-28 0 15,-21-6-67-15,14-23-226 16,3-7-380-16</inkml:trace>
  <inkml:trace contextRef="#ctx0" brushRef="#br0" timeOffset="-201958.76">17639 14123 129 0,'0'0'1965'0,"0"0"-1382"0,0 0-498 0,0 0 31 16,0 0-56-16,0 0-2 16,144 2 41-16,-107 40-20 15,3 8-16-15,0-6-46 16,-3 0-11-16,-6-6-2 15,-4-12 10-15,-8-5-14 0,-7-14 0 16,-7-7 0-16,-2 0 19 16,-3-10-19-16,0-18-27 15,0-12 26-15,-3-4-28 16,-2-10 28-16,5 2 1 16,0 8 0-16,12 8-5 15,15 12 5-15,9 7-7 16,8 12 5-16,14 1-32 15,8 4 14-15,11 0 1 16,-2 0 19-16,-4 4 1 16,-11 1-1-16,-17 8 0 15,-18 3-1-15,-23 8 2 16,-4 4 11-16,-35 8 17 16,-13 4-4-16,-4 0 8 0,2-4-33 15,13-6 9-15,14-9-9 16,16-12 9-16,9-9 8 15,23 0-17-15,21-26-38 16,10-8-26-16,2-6-67 16,-6-2-75-16,-11 2 57 15,-18 12 57-15,-11 16 92 16,-10 12 17-16,-7 6 7 16,-17 28 109-16,1 6 12 15,3 2-23-15,9 2-44 16,11-8-51-16,0-7 5 15,25-11-18-15,13-13-14 16,6-5-33-16,3 0-114 16,-5-23-128-16,-5-8 3 15,-7-1-54-15,-8-6-71 0,-8-2-102 16,-1 0 274-16,-2 4 225 31,-2 8 232-31,0 12 300 16,-3 14-257-16,1 2-209 0,-5 15-28 0,0 14 45 15,1 5 22-15,0 0 12 16,-1 0-57-16,2-6-23 16,0-6-23-16,5-6-14 15,1-12 0-15,-2-4-101 16,1 0-182-16,-1-28-101 16,0 2-229-16,-4 0-142 0</inkml:trace>
  <inkml:trace contextRef="#ctx0" brushRef="#br0" timeOffset="-201723.03">19016 14187 889 0,'0'0'581'0,"0"0"-396"0,0 0 15 16,16 114-87-16,-16-46-45 0,0 17-37 16,-9 1 52-16,-9 8 54 15,-7 2 11-15,-4-7-5 16,-2-7-84-16,0-14-58 0,-5-16 5 16,1-18-6-1,1-18 0-15,8-16 21 0,5-2-21 16,15-28-7-16,6-14-4 15,14-10-35 1,19-12 10-16,7-2 36 0,4-9 15 16,-1 5 142-16,-8 6-157 15,-8-14-36-15,-10 22-325 16,-13 8-492-16</inkml:trace>
  <inkml:trace contextRef="#ctx0" brushRef="#br0" timeOffset="-201566.35">18539 13976 1300 0,'0'0'811'0,"0"0"-446"0,0 0-34 15,127-138-135-15,-77 106-117 16,-6 12-61-16,-11 14-18 16,-10 26-198-16,-13 20-439 15,-10 12-858-15</inkml:trace>
  <inkml:trace contextRef="#ctx0" brushRef="#br0" timeOffset="-201472.6">18570 14676 697 0,'0'0'990'15,"0"0"-693"-15,0 0-168 16,0 0-129-16,0 0-237 0</inkml:trace>
  <inkml:trace contextRef="#ctx0" brushRef="#br0" timeOffset="-200830.51">20081 14377 2061 0,'0'0'385'0,"0"0"-286"16,0 0-75-16,0 0 12 16,133-98-5-16,-83 54 2 15,-6-6 32-15,-13-2-51 16,-13-1-14-16,-15 2-1 16,-3 4 0-16,-16 9 1 0,-10 10 100 15,3 16-9-15,3 12-28 16,9 18-53-16,6 32-4 15,5 33 23-15,3 29-29 16,17 26 19-16,-3 7-3 16,-12-11-10-16,-5-28 26 15,-3-30-25-15,-14-22-1 16,-8-5-5-16,-10-1 0 16,-10-2 11-16,-9-6-6 15,-1-18 17-15,4-22 23 16,13 0-2-16,18-40 16 15,20-18-29 1,18-18-30-16,40-5 12 0,19-5-13 31,17 8-3-31,8 6-25 16,41 2-117-16,-27 20-183 0,-18 9-366 16</inkml:trace>
  <inkml:trace contextRef="#ctx0" brushRef="#br0" timeOffset="-200298.28">21135 14057 717 0,'0'0'1416'0,"0"0"-789"0,0 0-404 15,0 0-92-15,0 0-110 16,0 0 5-16,0 0 22 0,27 120 9 16,-27-58 23-16,0 4-54 15,0-2 8-15,0-7-13 16,0-11-20-16,0-14 18 16,0-10-18-16,10-12-1 15,6-10 0-15,5 0-7 16,-6-24-37-16,1-16-39 15,-10-9-24-15,-1-5-14 16,-5 0-105-16,0 8 80 16,0 18 146-16,0 20 133 15,-2 8-84-15,-5 24-27 16,5 16 29-16,2 6 18 16,0-2-24-16,17-5-14 15,17-11-11-15,11-14-20 16,5-10-23-16,2-4-165 0,8-36-143 15,-13-5-185-15,-15-4-297 16</inkml:trace>
  <inkml:trace contextRef="#ctx0" brushRef="#br0" timeOffset="-200094.79">21650 13936 1600 0,'0'0'713'0,"0"0"-437"16,0 0-96-16,0 0-146 15,0 0 72-15,15 107 48 16,-15-41-23-16,0 4-55 15,-11 2 5-15,0-4-60 16,5-8-21-16,6-13-18 16,0-14-24-16,6-15 2 0,19-9-35 15,6-9-106-15,2-9-187 16,20-36-228-16,-8 0 12 16,-7 3-133-16</inkml:trace>
  <inkml:trace contextRef="#ctx0" brushRef="#br0" timeOffset="-199691.1">21949 14297 816 0,'0'0'632'15,"0"0"-268"-15,0 0-84 16,-17 104-33-16,9-69-56 16,-1-12-75-16,4-2-74 15,3-11-27-15,2-10 7 16,0 0 38-16,0-8-60 0,0-16-91 16,2-8-53-16,8-3 20 15,2-1 7-15,9 4-51 16,6 8 6-16,8 10 66 15,9 12 96-15,12 2 14 16,13 6 183-16,9 12-37 16,10 0-72-16,5-4-7 15,-2-6-27-15,-1-5-47 16,-11-3-2-16,-16-3-5 16,-23-15-81-16,-20-6 18 15,-20 0 8-15,0 0 55 16,-25-2 25-16,-2 8 98 15,6 10 85-15,7 8-47 0,7 12-120 16,5 22 8 0,2 16 15-16,0 13-25 0,0 10-9 15,5 6-21-15,-3 1 21 16,-2 0-30-16,0-8-18 16,0-13-117-16,-27-15-117 15,3-16-64-15,-7-18-454 0</inkml:trace>
  <inkml:trace contextRef="#ctx0" brushRef="#br0" timeOffset="-199561.37">22296 14069 2239 0,'0'0'784'0,"0"0"-569"0,116-83-125 0,-65 65-53 0,2 16-37 0,14 11-54 16,-11 18-120-16,-9 1-494 0</inkml:trace>
  <inkml:trace contextRef="#ctx0" brushRef="#br0" timeOffset="-198526.28">23902 13916 2264 0,'0'0'511'0,"0"0"-511"15,0 0-3-15,0 0 3 16,21 127 108-16,-21-59 58 15,0 10-32-15,-10 0-83 16,-1-6-6-16,5-11-26 16,6-16-18-16,0-14 14 15,0-13-7-15,13-18 1 16,5 0 4-16,2-28-13 0,-3-15-39 16,0-7-21-16,-9-14-30 15,-6-2-6 1,-2 8-16-16,0 14 112 0,-4 18 14 15,-10 20 47-15,-1 6-37 16,-1 32-5-16,7 4 5 16,9 6 20-16,0 0-7 15,31-6-19-15,12-10 8 16,12-10-26-16,3-12-22 16,3-4-53-16,-3-14-85 15,-7-18-5-15,-9-12 18 16,-9-10 31-16,-8-10-16 0,-7-9 66 15,-9 1 66-15,-5 6 66 16,-4 14 186-16,0 18 78 16,-2 20-183-16,-16 14-104 15,-1 12-23-15,-2 26-4 16,-1 12 40-16,2 12 13 16,0 4-19-16,-1 3-5 15,8-7-44-15,5-6 8 16,6-14-9-16,2-8-10 15,6-17-20-15,19-12-3 0,8-5-28 16,7-5-4-16,2-22-28 16,1-7-16-1,-5 2 1-15,-9 2 28 0,-14 14 62 16,-8 12 7-16,-7 4-36 16,0 16 47-16,-2 12 30 15,-5 2 36-15,4 0 17 16,3-4-39-16,7-4-5 15,22-8-23-15,14-8-7 16,5-6-9-16,8 0-139 16,0-4-81-16,-7-12-40 15,-7 0 35-15,-13-2 69 16,-13 2 102-16,-16 6 54 16,0 8 333-16,-24 2-73 15,-13 0-43-15,-5 20-91 0,5 6-68 16,8-1-4-16,13-2-18 15,13-9-18-15,3-4 13 16,19-6-16-16,16-4-15 16,5 0-43-16,5-6-117 15,-7-3-13-15,-5 0 71 16,-6 5 65-16,-7 4 37 16,-7 0 12-16,-2 14 11 15,-1 8-22-15,-4 5-1 16,1-5 0-16,-1-4-130 15,2-12-348-15,-4-6-895 0</inkml:trace>
  <inkml:trace contextRef="#ctx0" brushRef="#br0" timeOffset="-198369.67">25028 13884 2316 0,'0'0'723'0,"0"0"-595"0,0 0-113 0,0 0-10 0,113 32-5 16,-122 34-23-16,-22-5-86 15,-7-3-412-15</inkml:trace>
  <inkml:trace contextRef="#ctx0" brushRef="#br0" timeOffset="-197774.09">25743 14203 1685 0,'0'0'1071'16,"0"0"-811"-16,0 0-185 16,0 0-65-16,0 0 16 15,0 0 14-15,147 86-8 16,-109-50-10-16,-1-2-22 16,1-10-10-16,1-7-19 15,-6-13-44-15,0-4-57 16,-6-9-97-16,-7-22-43 15,-4-6-10-15,-10-5 85 16,-6 2 69-16,0 4 126 0,0 12 203 16,-18 16 164-1,-4 8-166-15,0 18-80 0,-3 26 23 16,6 6-64-16,9 6-9 16,10-1-5-16,0-7-33 15,25-8-4-15,15-12-26 16,9-14-3-16,3-10-50 15,-2-4-146-15,-5-18-116 16,-7-10-26-16,-7-6-12 16,-4-6 79-16,-5-5 79 15,0 5 192-15,-4 8 54 16,-5 10 319-16,-3 14 127 16,-4 8-387-16,-4 12-92 0,-2 16 38 15,0 8 29 1,0 4 27-16,0-1-23 0,-6-6-92 15,-10-2-15-15,5-11-222 16,-1-10-393-16</inkml:trace>
  <inkml:trace contextRef="#ctx0" brushRef="#br0" timeOffset="-197648.88">26570 13930 2143 0,'0'0'775'0,"0"0"-573"0,0 0-202 0,0 0-210 0,0 0-479 0</inkml:trace>
  <inkml:trace contextRef="#ctx0" brushRef="#br0" timeOffset="-197333.78">27634 13904 2031 0,'0'0'295'0,"0"0"-260"15,0 0-34-15,58 107 36 16,-46-47 71-16,-10 10 11 16,-2 0-43-16,0 2-76 15,-16-8-19 1,-7-11-127-16,-3-16-32 0,-17-16-50 16,6-15-158-16,-1-6-640 0</inkml:trace>
  <inkml:trace contextRef="#ctx0" brushRef="#br0" timeOffset="-196862.58">27284 14239 1573 0,'0'0'541'16,"0"0"-304"-16,0 0-47 16,165-84-190-16,-82 78-57 15,4 6-8-15,0 0 3 16,-7 18 55-16,-14 10 7 16,-16 4 68-1,-24 2 54-15,-21 4 42 16,-5 0 51-16,-16-6-95 15,-15-4-74-15,3-6-14 16,7-9-31-16,12-9 0 16,9-4-1-16,13-9-54 0,21-17-239 0,8-7-15 15,5-6-172-15,-5 1 158 16,-9 6 322-16,-10 12 73 16,-9 6 479-16,-10 14-231 15,-4 0-220-15,0 18-32 31,0 10 44-31,0 4 28 0,0 2-56 0,0-3-55 16,13-4-3-16,7-4-20 16,5-9-7-1,-1-10-41-15,-2-4-32 16,-6 0-121-16,-5-17-94 0,-2-7-19 0,-2-10 66 16,4-2 105-16,4 0 103 15,8 4 33-15,4 6 114 16,0 16 267-16,-1 10-65 15,-6 0-227-15,-8 24-68 16,-8 6-21-16,-4 4-2 16,-18 8-72-16,-9-7-293 31,1-13-1103-31</inkml:trace>
  <inkml:trace contextRef="#ctx0" brushRef="#br0" timeOffset="-196737.56">28334 14011 2015 0,'0'0'698'0,"0"0"-365"0,0 0-209 0,0 0-124 0,0 0-196 0,0 0-136 0,0 0-508 0</inkml:trace>
  <inkml:trace contextRef="#ctx0" brushRef="#br0" timeOffset="-196627.33">28093 14739 2136 0,'0'0'628'0,"0"0"-461"0,0 0-167 16,0 0-719-16</inkml:trace>
  <inkml:trace contextRef="#ctx0" brushRef="#br0" timeOffset="-196313.49">29751 13672 2362 0,'0'0'490'0,"0"0"-428"16,0 0-59-16,0 0-3 16,0 0 0-16,0 0 59 15,2 134 23-15,-19-56 15 16,-1 6-26-16,5-5-23 16,7-7 0-16,6-14-23 15,0-12-12-15,10-12-13 16,5-16-93-16,-3-12-260 15,-10-6-971-15</inkml:trace>
  <inkml:trace contextRef="#ctx0" brushRef="#br0" timeOffset="-196172.82">29018 14135 1083 0,'0'0'1674'0,"0"0"-1483"15,151-6-91-15,-59 2-30 16,13 2-70-16,-1 0-12 15,10 0-122-15,-16-2-402 16,-20 2-889-16</inkml:trace>
  <inkml:trace contextRef="#ctx0" brushRef="#br0" timeOffset="-196000.26">29867 14073 696 0,'0'0'1644'0,"0"0"-1177"15,0 0-203-15,0 0-103 16,149-18-104-16,-94 18-41 16,3 0-16-16,16 24-87 15,-13-2-179-15,-19 0-571 0</inkml:trace>
  <inkml:trace contextRef="#ctx0" brushRef="#br0" timeOffset="-195843.57">30005 14251 2218 0,'0'0'731'0,"0"0"-533"15,0 0-29-15,114-10-102 16,-56 8-67-16,27 2-11 16,-14 2-146-16,-9 10-560 0</inkml:trace>
  <inkml:trace contextRef="#ctx0" brushRef="#br0" timeOffset="-195530.48">30814 14093 2067 0,'0'0'803'0,"0"0"-527"0,0 0-114 16,0 0-104-16,0 0-58 15,0 0-1-15,131-42-17 16,-106 71-10-16,-14 12 27 16,-11 7-21-16,-11 6 11 15,-34-2 11-15,-15 0 14 16,-3-6 29-16,5-10-6 16,16-9-23-16,22-9 41 0,20-10-43 15,10-4 20 1,38-4-32-16,19 0-63 15,53-4-205-15,-15-4-556 16,-9-6-779-16</inkml:trace>
  <inkml:trace contextRef="#ctx0" brushRef="#br0" timeOffset="-195435.94">31440 14414 2485 0,'0'0'609'0,"0"0"-428"16,0 0-105-16,0 0-76 15,0 0-475-15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10-09T01:18:51.894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1575 7804 1270 0,'0'0'2'0,"0"0"857"0,0 0-584 0,0 0-145 15,0 0 160-15,0 0-127 16,-34 2-30-16,34-2-14 16,0 0-80-16,0 0 10 15,0 0-27-15,2 0-22 16,12-6 45-16,4-8-44 15,13-6 8-15,6-8-9 16,9-10-18-16,0-4 17 16,-1-6-38-16,-7-1-28 15,-5 3 66-15,-6 2-53 0,-7 4 14 16,-9 6 34-16,-2 6-8 16,-7 8 8-16,-2 8 6 15,0 12 0-15,0 0-18 16,-9 12 17-16,-6 22-6 15,-1 16 6-15,1 14 2 16,-1 13 35-16,5 7-34 16,4 4 17-16,0-2 19 15,5-4-23-15,0-6 1 16,0-9-16-16,-1-7 11 16,-3-10 5-16,-4-8-16 0,-5-4 0 15,-5-10-6 1,-5-6 17-16,1-9-20 0,4-12 9 15,2-1 0-15,9-14-5 16,9-20 5-16,0-6 0 16,7-6-10-16,19-2 1 15,10 0-6-15,7 4-56 16,17-8-99-16,-11 12-186 16,-6 8-353-16</inkml:trace>
  <inkml:trace contextRef="#ctx0" brushRef="#br0" timeOffset="234.99">2335 7109 1262 0,'0'0'1033'0,"0"0"-804"0,0 0-37 16,0 0 39-16,0 0-119 16,0 0-110-16,0 0 25 15,-43 94-27-15,21-20-12 16,-9 30-75-16,4-18-519 16,7-18-824-16</inkml:trace>
  <inkml:trace contextRef="#ctx0" brushRef="#br0" timeOffset="706.64">2693 7327 2102 0,'0'0'346'0,"0"0"-235"0,0 0 64 0,0 0-90 16,0 0 46-16,0 0-13 15,-117 154-43-15,90-89 5 16,6 4-74-16,6 0 21 15,8-5-27-15,7-6-41 16,0-4-1-16,29-7-231 16,2-15-321-16,2-17-1383 0</inkml:trace>
  <inkml:trace contextRef="#ctx0" brushRef="#br0" timeOffset="1003.68">2867 7597 1886 0,'0'0'336'0,"0"0"-137"15,0 0 94-15,-69 113-138 16,69-73-76-16,0-2 17 16,19-4-75-16,18-4 6 15,9-8-26-15,6-8-1 16,-2-10-10-16,-2-4-56 15,-11-4-55-15,-12-20 31 16,-14-6-5-16,-11-4 22 16,0-6 39-16,-15 2 34 15,-10 4-15-15,-10 0-17 16,6 8-164 0,6 8-307-16</inkml:trace>
  <inkml:trace contextRef="#ctx0" brushRef="#br0" timeOffset="1176.16">3351 7361 2201 0,'0'0'378'16,"0"0"-200"-16,0 0-81 16,0 0 1-16,89 150-9 0,-89-83-39 15,0 5 13-15,-8 6-63 16,-17 0-24-16,-16 19-115 15,5-21-244 1,7-18-375-16</inkml:trace>
  <inkml:trace contextRef="#ctx0" brushRef="#br0" timeOffset="1552.81">3854 7676 2386 0,'0'0'645'0,"0"0"-578"0,0 0-26 16,0 0 5-16,0 0-35 15,0 0-1-15,0 0-10 16,96 2-52-16,-72 14-136 15,-3-2-468-15,-15-2-510 0</inkml:trace>
  <inkml:trace contextRef="#ctx0" brushRef="#br0" timeOffset="1663.17">3821 7845 1691 0,'0'0'984'0,"0"0"-762"15,0 0-145-15,0 0-77 0,0 0-87 16,118-3-141-16,-87 1-456 15</inkml:trace>
  <inkml:trace contextRef="#ctx0" brushRef="#br0" timeOffset="2494.79">4645 8113 1003 0,'0'0'1019'0,"0"0"-772"0,0 0-193 0,0 0 119 15,0 0-87-15,158-123 9 16,-100 65 8-16,2-7-85 15,1-8 1-15,-3-3-19 0,-10-2 12 16,-7-2-1-16,-13 5-11 16,-10 7 0-16,-9 10 95 15,-9 16-35-15,0 18 8 16,-13 16-30-16,-14 8-31 16,-8 26 16-16,-3 22-14 15,-1 18 10-15,8 12 34 16,12 7-53-16,12-1 47 15,7-8-47-15,11-10 7 16,20-12 2-16,9-14-9 16,9-16 0-16,2-13-16 15,1-11-49-15,-1-4 10 16,-9-25-78-16,-4-7-99 0,-7-4 64 16,-8 0 52-16,-10 4 116 15,-4 8 9-15,-7 14 89 16,-2 14 176-16,0 0-147 15,0 20-97-15,-8 12 45 16,-4 2-69-16,3 2 16 16,3-6-20-16,6-6-2 15,0-6-35-15,0-15-161 16,2-3-290-16,7 0-381 0</inkml:trace>
  <inkml:trace contextRef="#ctx0" brushRef="#br0" timeOffset="2901.04">5610 7702 1317 0,'0'0'391'0,"0"0"-106"0,0 0 8 0,-38 140-62 16,22-105-7-16,5-8-106 16,5-9-51-16,3-8-36 15,3-7-30-15,0-3 24 16,9-8-25-16,14-19-64 15,8-5-27-15,4-4-55 16,3 4 71-16,-3 8 35 0,-6 14-4 16,-8 10 44-1,-12 8 0-15,-9 24 84 0,0 8 81 16,-3 0-69-16,-10-1-16 16,2-11-40-16,4-10-39 15,7-14 38-15,0-4-27 16,16-12-12-16,20-19-60 15,10-5-76-15,14-4 81 16,7 0 4-16,3 6 41 16,-6 6-4-16,-8 12 28 15,-12 12 13-15,-13 4 37 16,-12 18-54-16,-17 18 1 16,-2 12-11-16,-31 24-147 15,-5-9-212-15,-2-13-1267 0</inkml:trace>
  <inkml:trace contextRef="#ctx0" brushRef="#br0" timeOffset="3435.6">4747 8430 2031 0,'0'0'513'0,"0"0"-433"0,0 0 30 15,0 0-68-15,0 0 28 16,98-105 63-16,-75 105-101 16,-7 4-2-16,-8 28-20 15,-8 11 8-15,0 9 58 16,-6 4-23-16,-12-2-7 0,3-3-10 16,1-11-15-16,7-12-16 15,3-10-5-15,4-13 1 16,0-5-22-16,0-5 21 15,13-26-59-15,3-10-16 16,3-10-82-16,-3-5-45 16,0 2 35-1,-7 10 72-15,-2 14 95 16,-7 16 79-16,0 12 106 0,0 2-78 16,-3 16-38-16,-3 12 2 15,4 4-37-15,2 2-25 0,0-2 19 16,13-2-28-1,14-6-25-15,15-8-111 0,-5-6-243 16,-6-6-407-16</inkml:trace>
  <inkml:trace contextRef="#ctx0" brushRef="#br0" timeOffset="3592.28">5057 8444 1859 0,'0'0'720'16,"0"0"-484"-16,0 0-111 15,0 0-80-15,0 0-37 16,116-43 2-16,-74 43-10 16,1 7-1-16,19 11-41 0,-13-2-321 15,-8-4-417-15</inkml:trace>
  <inkml:trace contextRef="#ctx0" brushRef="#br0" timeOffset="3827.5">5478 8263 1075 0,'0'0'1147'0,"0"0"-998"15,0 0-112-15,0 0-37 16,0 0 0-16,0 0 3 16,0 0 7-16,125 117-8 15,-104-71 14-15,-9 2-1 16,-9 2-8-16,-3 0-7 15,-7-6 0-15,-18-5-18 0,1-14-52 16,2-14-109-16,4-11-104 16,11 0-533-16</inkml:trace>
  <inkml:trace contextRef="#ctx0" brushRef="#br0" timeOffset="4093.08">5853 8370 871 0,'0'0'1144'15,"0"0"-921"-15,0 0-91 0,-63 112 77 16,45-58 30-16,12-2-67 16,6-2-54-16,11-6-84 15,29-11-17-15,16-15 20 16,11-18-29-16,4 0-10 16,-3-26 2-16,-14-14-34 15,-16-5 28-15,-22-5-5 16,-16 0-10-16,-9 4 15 15,-24 6-83-15,-10 10 18 16,-15 12 17-16,10 12-223 16,7 6-738-16</inkml:trace>
  <inkml:trace contextRef="#ctx0" brushRef="#br0" timeOffset="5035.57">7263 7492 2119 0,'0'0'629'0,"0"0"-504"0,0 0 6 0,0 0-130 16,0 0-1-16,125-91 0 15,-77 55-32-15,0-2-5 16,-9-2-113-16,-10 2 19 15,-8-2 91-15,-13 6 18 16,-8 4 22-16,0 7 168 16,0 11-17-16,-2 12-5 0,-6 7-127 15,-4 30-18-15,3 20 25 16,3 15-25 0,1 12 47-16,1 8-48 0,0 1 7 15,-1-3 13-15,-2-6-20 16,-4-10 0-16,-5-14 2 15,-1-12 14-15,-3-13-31 16,-1-17 15-16,4-18 0 16,8 0 8-16,9-33-8 15,0-14 0-15,22-14-6 16,21-7-38-16,5 0-26 0,10 2-159 16,21-10-15-16,-15 15-133 15,-11 13-415-15</inkml:trace>
  <inkml:trace contextRef="#ctx0" brushRef="#br0" timeOffset="5180.21">7914 7207 1502 0,'0'0'725'0,"0"0"-384"15,0 0-3-15,0 0-207 16,0 0-67 0,0 0-58-16,0 0 3 0,-71 120 30 0,65-68-33 15,6-2-12 1,6-4-41-16,15-10-159 0,18-9-72 15,-6-12-290-15,-6-8-503 16</inkml:trace>
  <inkml:trace contextRef="#ctx0" brushRef="#br0" timeOffset="5538.6">8034 7319 568 0,'0'0'1235'0,"0"0"-1025"16,0 0-143-16,0 0 57 15,0 0 34-15,38 124 39 16,-38-75 33-16,-15-2-145 16,1-4-21-16,3-7-59 15,4-10 8-15,7-14-10 0,0-12-3 16,0 0-19-16,11-23-122 16,7-10-133-1,0-11 30-15,-2-6 72 16,-5-3 24-1,-3 5-36-15,-4 6 184 16,-1 10 126-16,-3 18 433 16,0 12-273-16,0 2-191 0,5 16-87 0,1 12-7 15,5 4 66-15,7 2-55 16,4-4-12-16,3-2-22 16,4-5-241-16,-5-8-264 15,-5-11-431-15</inkml:trace>
  <inkml:trace contextRef="#ctx0" brushRef="#br0" timeOffset="5693.38">8497 7175 1053 0,'0'0'1299'16,"0"0"-1040"-16,0 0-180 16,0 0 1-16,54 120-56 15,-54-62 69-15,-7 6 11 16,-15 4-104-16,-9 8-57 15,8-13-411-15,7-21-555 0</inkml:trace>
  <inkml:trace contextRef="#ctx0" brushRef="#br0" timeOffset="5881">8825 7467 2436 0,'0'0'599'15,"0"0"-522"-15,0 0-77 16,0 0 14-16,154-2-32 16,-68 4-57-16,-10 5-415 15,-9-6-753-15</inkml:trace>
  <inkml:trace contextRef="#ctx0" brushRef="#br0" timeOffset="6493.33">9630 7570 2284 0,'0'0'664'0,"0"0"-522"15,0 0-120-15,0 0-7 16,0 0-13-16,146-85 11 16,-90 59-7-16,-3-2-6 15,-1-4-51-15,-12 0 11 16,-9 0-117-16,-11 0 21 16,-11 0 24-16,-9 4 71 0,0 7 41 15,0 12 16-15,-14 9 2 16,1 5 24-16,0 30-20 15,1 13 51 1,4 12 18-16,-1 12-24 0,2 8 25 16,-2 7-46-16,-2-3-10 15,-3-4-6-15,-1-8-23 16,-3-12 3-16,3-16-10 16,-3-16 0-1,5-15 3-15,1-13-3 0,8-9 0 16,4-24 6-16,0-16 7 15,20-7-22-15,18-6 9 16,13 0-57 0,5 4-1-16,4 6-133 15,1 9-2-15,5 3-60 16,-17 12-369-16,-8 6-536 0</inkml:trace>
  <inkml:trace contextRef="#ctx0" brushRef="#br0" timeOffset="6649.91">10407 7293 1716 0,'0'0'701'0,"0"0"-405"0,0 0-33 16,0 0-198-1,0 0-25-15,0 0 12 16,-76 130-35-16,61-74-2 16,10-2-15-16,5-5-84 15,9-9-100-15,38-20-91 16,-3-10-242-16,0-10-426 0</inkml:trace>
  <inkml:trace contextRef="#ctx0" brushRef="#br0" timeOffset="6900.65">10592 7379 1768 0,'0'0'719'16,"0"0"-526"-16,0 0-111 16,0 0-12-16,-79 116 56 15,79-72-29-15,0-1-13 16,27-7-38-16,11-10-45 15,9-12 7-15,5-10-8 16,-4-4-26-16,-5-12 20 0,-14-16-48 16,-16-8 47-1,-13-4-32-15,0-3 18 0,-11 1 3 16,-9-2 8 0,-3-10-146-16,10 8-231 0,7 6-1036 0</inkml:trace>
  <inkml:trace contextRef="#ctx0" brushRef="#br0" timeOffset="7026.09">11184 7086 925 0,'0'0'1310'0,"0"0"-945"0,67 103-185 16,-47-47-62 0,-9 4-56-16,-11 4-53 0,0 2-9 15,-55 20-18-15,1-15-466 16,-4-15-1101-16</inkml:trace>
  <inkml:trace contextRef="#ctx0" brushRef="#br0" timeOffset="7888.64">7450 8025 1832 0,'0'0'519'0,"0"0"-407"0,0 0-3 0,0 0-18 16,0 0-38-16,0 0 16 15,129-12-15-15,-31 12 46 16,43 0-45-16,46 12-25 15,20 2 24-15,-2 2-44 16,-8 0-7-16,-26-4-3 16,-2 0 11-16,-8 0-17 0,-8-4 6 15,-5 0 0-15,-6-2-8 16,-4-2 17-16,-7 0-9 16,-21 0 0-16,-24-2 0 15,-18 0-6-15,-6 0 6 16,13 0 0-16,8 0-23 15,9 0 34-15,-3 2-11 16,-7-2 0-16,-6-2 0 16,-3 2-3-16,-6-2 3 15,-5 0-5-15,-8 0 4 16,-7 0-54-16,-7 0-11 16,-13 0-37-16,-14 0-47 0,-13 0-3 15,-11-2-217-15,-16-2-386 16</inkml:trace>
  <inkml:trace contextRef="#ctx0" brushRef="#br0" timeOffset="8657.59">8386 8580 1950 0,'0'0'602'0,"0"0"-396"0,0 0-106 0,0 0-99 0,0 0 54 16,0 0-18-16,143-78-2 15,-114 98 11-15,-9 22-46 16,-9 12 41-16,-11 10 1 16,0 3-22-16,-11-5 64 15,-7-6-78-15,0-10 25 16,5-14-29-16,6-10 22 16,7-12-24-16,0-10 0 15,4-6-24-15,19-24 4 16,3-12-73-16,3-12 2 15,-4-10-130-15,-3-2-54 16,-9 4 28-16,-3 11 90 0,-10 17 157 16,0 18 302-16,0 16-94 15,-14 8-45-15,-1 27-47 16,3 8-56-16,5 5 42 16,7 2-63-16,3-3-39 15,21-5 0-15,12-8-13 16,26-14-216-16,-6-10-433 15,-10-10-870-15</inkml:trace>
  <inkml:trace contextRef="#ctx0" brushRef="#br0" timeOffset="8814.71">8909 8717 1590 0,'0'0'1225'0,"0"0"-1023"16,0 0-173-16,137-46-29 0,-75 38-195 15,5 2 88-15,24 6-41 16,-20 0-212-16,-9 0-682 0</inkml:trace>
  <inkml:trace contextRef="#ctx0" brushRef="#br0" timeOffset="9128.66">9761 8610 1553 0,'0'0'304'0,"0"0"-244"16,0 0-26-16,0 0-33 16,-129 101 202-16,113-54 72 15,16 4-42-15,0 1-40 16,35-4-95-16,21-10-53 16,38-12-25-16,40-24-11 15,30-6 3-15,-10-26-12 16,-36-4 0-16,-44 2-10 15,-37 4 26-15,-10-8-16 16,-13-4 37-16,-14-2 10 16,-12 6 8-16,-32 7-44 15,-16 14-11-15,-34 15-63 0,16 0-480 16,11 1-762-16</inkml:trace>
  <inkml:trace contextRef="#ctx0" brushRef="#br0" timeOffset="10478.35">10249 8660 1245 0,'0'0'505'15,"0"0"-330"-15,0 0 20 0,0 0-25 0,0 0 21 16,0 0-17-16,0 0 20 15,-43 0-19-15,21 3-106 16,-2-3-39-16,-5 0-11 16,-5 1-8-16,-3 6-22 15,-2 4-50-15,-12 7-240 16,8 0-266-16,12-3-1509 0</inkml:trace>
  <inkml:trace contextRef="#ctx0" brushRef="#br0" timeOffset="11121.06">12127 8017 1549 0,'0'0'712'0,"0"0"-345"16,0 0-30-16,0 0-115 0,0 0-132 0,0 0-22 16,0 0-38-16,56-9-18 15,-18 2-24-15,1 3-9 16,-1 4-109-16,-9 0-184 16,-11 2-334-16,-15 10-200 0</inkml:trace>
  <inkml:trace contextRef="#ctx0" brushRef="#br0" timeOffset="11261.69">12147 8151 1151 0,'0'0'1137'0,"0"0"-585"0,0 0-359 16,0 0-86-16,0 0-32 15,0 0-75-15,136-24-26 16,-53 4-101-16,-17 4-563 16,-5 2-1169-16</inkml:trace>
  <inkml:trace contextRef="#ctx0" brushRef="#br0" timeOffset="11903.34">12971 8426 2448 0,'0'0'534'15,"0"0"-477"-15,0 0-57 16,0 0-70-16,172-111 50 15,-97 52 20-15,6-10 0 16,-6-3 0-16,-3-2 0 16,-12 0-10-16,-13-1-59 0,-12 3 2 15,-14 2 67-15,-13 8 17 16,-8 10 117-16,0 12-7 16,0 18-70-16,-17 16 3 15,-8 6-60-15,-2 25 0 16,-4 24-1-16,2 17 8 15,5 12 41-15,8 4-47 16,12 0 5-16,4-7 27 16,11-13-33-16,22-16-2 15,9-16 1-15,10-16-26 16,4-14 27-16,0 0-75 16,-4-26-44-16,-4-10-6 0,-11-6-28 15,-6-5 98 1,-8 6 55-16,-10 5 0 0,-7 12 163 15,-6 12-15-15,0 12-60 16,0 0-37-16,0 23-40 16,-8 12-11-16,-1 5 19 15,5 2-17-15,2-4-4 16,2-6-38-16,0-10-129 16,0-8-206-16,4-10-554 0</inkml:trace>
  <inkml:trace contextRef="#ctx0" brushRef="#br0" timeOffset="12263.33">14112 7940 1721 0,'0'0'244'0,"0"0"-116"0,0 0 69 0,-25 131-32 0,14-97 60 15,3-4-30-15,1-8-119 16,4-8-13-16,3-8-63 15,0-6 13-15,0-2-13 16,21-22-7-16,5-6-17 16,8-6-56-16,3 2-27 15,4 2 83-15,-1 12-46 0,-9 10 67 16,-6 10 3 0,-14 8 13-16,-11 20 125 0,0 6-23 15,0-2-55-15,-11-4 32 16,7-12-71-16,4-10-1 15,4-6 17-15,31-6-36 16,19-20-1-16,13-4-12 16,8-4-14-16,4 4 13 15,-9 5-7-15,-7 12 20 16,-16 11-1-16,-18 2-41 16,-20 18-22-16,-16 36-50 15,-24-6-174-15,-4-2-358 0</inkml:trace>
  <inkml:trace contextRef="#ctx0" brushRef="#br0" timeOffset="12904.39">13415 8690 1765 0,'0'0'606'0,"0"0"-473"0,0 0 31 0,0 0-62 0,0 0 42 0,0 0-72 16,0 0-52-1,98-4 48-15,-92 53-57 0,-6 5 35 16,0 2-5 0,-8-4-16-16,-6-8 29 0,5-10-54 15,3-10 11-15,6-10-14 16,0-14 22-16,0 0-19 16,11-20 0-16,11-16-60 15,1-8 21-15,-4-10-61 16,-3-4-42-16,-3 4 13 15,-6 7 29-15,-7 18 100 16,0 18 201-16,0 11-117 16,-5 15-44-16,-1 23-39 15,1 6-1-15,5 2 64 16,0-4-64-16,18-4 33 16,11-8-33-16,20-10-76 15,-9-8-224-15,-5-8-561 0</inkml:trace>
  <inkml:trace contextRef="#ctx0" brushRef="#br0" timeOffset="13061.17">13731 8781 2036 0,'0'0'635'16,"0"0"-583"-16,0 0-19 15,0 0-33-15,154-18 0 16,-110 18 0-16,-1 0-9 15,10 12-127-15,-12-2-323 16,-8-2-640-16</inkml:trace>
  <inkml:trace contextRef="#ctx0" brushRef="#br0" timeOffset="13296.34">14092 8614 1793 0,'0'0'643'0,"0"0"-491"15,0 0-91-15,0 0-61 16,0 0 49-16,0 0-1 16,132 24 35-16,-103 10-39 15,-7 5-44-15,-7 5 23 16,-10-2-23-16,-5 2 0 16,-7-4-16-16,-18-4 9 0,-4-6-80 15,-4-8-114-15,6-8-350 16,12-9-588-16</inkml:trace>
  <inkml:trace contextRef="#ctx0" brushRef="#br0" timeOffset="13594.21">14627 8658 1864 0,'0'0'589'0,"0"0"-527"15,0 0-61-15,0 0 44 0,0 0 108 16,-58 113 115-16,58-77-108 16,20-4-103-16,20-6-2 15,16-10-44-15,8-10-5 16,7-6 21-16,-4-14-2 16,-11-18-25-16,-18-8 2 15,-20-6 9-15,-18-1-22 16,-11 2 11-16,-30 6-38 15,-9 10-5-15,-6 14-74 16,-9 15-185-16,14 2-283 16,15 14-623-16</inkml:trace>
  <inkml:trace contextRef="#ctx0" brushRef="#br0" timeOffset="20105.49">15726 6940 1071 0,'0'0'613'0,"0"0"-395"0,0 0 3 16,0 0 4-16,0 0-61 0,0 0 78 16,-6 0-71-16,6 0-42 15,0 0 0-15,0 0-80 16,0 0 20-16,0-2-59 15,0-2-9-15,3 0 32 16,4-4-24-16,-1 0-9 16,5-4 0-16,5-2 20 15,1 0-26-15,2-6 6 0,1 0 0 16,0-4-6 0,-2-1 6-16,-1 0-1 0,-1-4 0 15,-1 0-46 1,-1 0 46-16,-5 3-22 0,-1 6 23 15,-2 4-15-15,-4 4 16 16,0 6-1-16,-2 4 8 16,0 0 2-16,0 2 14 15,0 0-24-15,0 0 0 16,0 2-21-16,0 16 30 16,0 8-9-16,0 10 12 15,0 6-5-15,-2 2 20 16,-2-1-27-16,-2-1 0 15,4-6 3-15,-2-2-3 16,2-4-15-16,2-4-51 0,0-2-181 16,0-6-319-16,10-8-371 15</inkml:trace>
  <inkml:trace contextRef="#ctx0" brushRef="#br0" timeOffset="20890.18">16463 6836 525 0,'0'0'508'0,"0"0"-297"0,0 0-90 0,0 0 24 0,0 0-38 15,0 0 20-15,0 0 53 16,-12-2-70-16,12 2 13 16,0 0-10-16,0 0 17 15,0 0 44-15,0-2-12 0,0 2 8 16,0 0-51 0,0 0-67-16,0 0 14 0,0 0-24 15,0 0-36-15,0 0 74 16,0 0-79-16,0 0 31 15,0 0 2-15,14 0-23 16,8 0 4-16,7 0-6 16,6 0 3-16,4 0 3 15,3 0-5-15,0-4-10 16,-1 0 0-16,-1 0-70 16,-3 2-38-16,4 2-223 15,-10 0-402-15,-7 0-972 0</inkml:trace>
  <inkml:trace contextRef="#ctx0" brushRef="#br0" timeOffset="22020.19">17272 6689 1470 0,'0'0'597'0,"0"0"-330"0,0 0-59 16,0 0 2-16,0 0-54 0,0 0-57 15,0 0-3 1,27 10-60-16,-6 0 13 0,2 2 6 16,4 1-54-16,-1-2 37 15,3 4-38-15,-2-1 0 16,0 0-19-16,-1-2 19 16,1-1-59-16,-5 0-70 15,7-5-231-15,-8-2-202 16,-4-4-366-16</inkml:trace>
  <inkml:trace contextRef="#ctx0" brushRef="#br0" timeOffset="22364.57">17871 6364 1468 0,'0'0'525'0,"0"0"-308"16,0 0-36-1,0 0-67-15,0 0-7 0,0 0-71 16,0 0 88-16,-51 67 31 15,28-23-98-15,-3 4 14 0,-3 2-47 16,2 0-13 0,-2-6 5-16,4-4-16 0,3-5-1 15,8-7-5-15,12-10-181 16,2-6-144 0,0-10-375-16</inkml:trace>
  <inkml:trace contextRef="#ctx0" brushRef="#br0" timeOffset="22865.4">18014 6367 1407 0,'0'0'555'0,"0"0"-326"0,0 0-5 16,0 0-82-16,0 0 39 15,0 0-66-15,0 0-60 0,53-17 2 16,-19 17-56 0,12 0 24-16,10 0-4 0,15 0 0 15,12 0 66-15,8 0-69 16,9 0-9-16,3-1 59 16,1-2-67-16,-1 2 27 15,-6 1-16-15,-5 0 4 16,-9 0-11-16,-7 0-5 15,-9 0 0-15,-12 0-2 16,-6 0 16-16,-12 0-14 16,-7 0 0-16,-10 0-47 15,-11 0 6-15,-9 0-150 16,-5-3-361-16,-14-1-415 0</inkml:trace>
  <inkml:trace contextRef="#ctx0" brushRef="#br0" timeOffset="23932.01">17519 6192 937 0,'0'0'578'0,"0"0"-377"0,0 0-40 0,0 0-44 0,0 0 43 15,0 0 11-15,0 0-24 16,-9-14 8-16,9 14-55 15,-3-2-9-15,1 0 28 16,0 0-65-16,0-2-7 16,0 2-22-16,-1-2-13 15,1 0 0-15,2 0-12 0,0-2 1 16,0 2 5-16,0-2-5 16,0 0-1-16,2 2 0 15,7-2 5-15,1 2-20 16,0 2 15-16,-1 0 0 15,1 2-21-15,-2 0 20 16,-3 0 1-16,-1 10 0 16,-2 6 0-16,-2 6 20 15,0 2-20-15,0 2 0 16,-13 0 52-16,-1-2-50 16,1-4 28-16,2-2-18 0,0-6-11 15,6-4 10 1,1-6-11-16,4 0 0 0,0-2 16 15,0 0-1-15,18 0-15 16,4 0 0-16,3 0-14 16,-1-2-1-16,-3 2 3 15,-4 0 4-15,-8 10-19 16,-7 10 15-16,-2 5 11 16,-2-2 1-16,-20 4-6 15,-3-4-12-15,-6-1-47 16,-9 1-166-16,4-7-128 15,10-6-837-15</inkml:trace>
  <inkml:trace contextRef="#ctx0" brushRef="#br0" timeOffset="25568.1">17945 6870 1530 0,'0'0'704'0,"0"0"-452"16,0 0 42-16,0 0-122 0,0 0-70 0,0 0 25 15,0 0-101 1,40-55 10-16,-20 36-27 16,4-6 9-16,2 1-20 0,1-2 2 15,0 0-3-15,-4 0-12 16,-6 2-19-16,-1 2 17 15,-5 4 16-15,-2 2 1 16,-4 6 4-16,-5 2-4 16,2 6 0-16,-2 2 16 15,0 0-15-15,0 0-2 16,0 12-5-16,0 14 6 0,-10 8 15 16,0 9-15-1,-1 0 0-15,1 0-5 0,4-3 5 16,4-4 0-16,2-8-74 15,0-2-156-15,6-10-110 16,8-8-374-16</inkml:trace>
  <inkml:trace contextRef="#ctx0" brushRef="#br0" timeOffset="25799.24">18332 6745 1378 0,'0'0'547'0,"0"0"-236"0,0 0-16 16,0 0-65-16,0 0-86 15,0 0-82-15,0 0-47 16,107-24 37-16,-73 24-43 16,-1 0-9-16,2 0 7 15,-3 0-7-15,-3 0-56 16,-5 0-179-16,-1-1-98 15,-8-4-59-15,-4-3-554 0</inkml:trace>
  <inkml:trace contextRef="#ctx0" brushRef="#br0" timeOffset="26002.59">18635 6563 1510 0,'0'0'531'0,"0"0"-227"0,0 0-129 16,0 0-100-16,0 0 4 15,0 0-15-15,0 0 75 16,-36 64-47-16,26-28-78 16,0 4 16-16,1-1-30 15,3-3 0-15,0-3-14 16,0-6-67-16,6-5-156 16,0-6-271-16,8-10-528 0</inkml:trace>
  <inkml:trace contextRef="#ctx0" brushRef="#br0" timeOffset="26331.58">18971 6631 1159 0,'0'0'272'0,"0"0"-51"15,0 0 37-15,0 0-58 16,0 0-15-16,0 0-64 15,0 0 13-15,-55 62-57 16,28-28 1-16,-2 0 43 16,-2-2-75-16,1-3-12 15,7-9-13-15,9-6-9 0,10-8 14 16,4-6-26 0,4 0 7-16,21 0-13 0,8-12 6 15,7-2-42-15,1 0-26 16,-2-1-22-16,-1 8 27 15,-5-1-39-15,-4 5-32 16,-4 2-34 0,-5 1-99-16,-4 0-98 0,-5-3-352 0</inkml:trace>
  <inkml:trace contextRef="#ctx0" brushRef="#br0" timeOffset="26534.71">19117 6651 1081 0,'0'0'881'16,"0"0"-494"-16,0 0-157 16,0 0-141-16,0 0-88 15,0 0 84-15,0 0 9 16,-10 83-48-16,10-46-10 16,0 6-36-16,0-5-13 15,0-6-113-15,0-4-94 16,5-8-112-16,8-10-549 0</inkml:trace>
  <inkml:trace contextRef="#ctx0" brushRef="#br0" timeOffset="26959.46">19335 6651 1270 0,'0'0'569'0,"0"0"-375"15,0 0 78 1,0 0-136-16,0 0 13 0,0 0-11 16,0 0-23-16,35 36 57 15,-35-10-90-15,0 0-17 16,0 0-7-16,0-2-50 16,-2-3 37-16,0-3-45 15,0-6 13 1,2-6-1-16,0-2-4 0,0-4-7 0,0 0 19 15,0 0-10-15,2-16-20 32,13-8-25-32,3-7-37 0,5-5 21 0,-1 0-100 15,-2 4-30-15,-7 8 130 16,-8 12 51-16,-5 12 81 16,0 0-60-1,-12 14 10-15,-5 17 77 0,1 0-75 16,10 6 6-16,6-1 21 0,0-4-50 15,15-5 29 1,19-2-39-16,8-9-30 16,20-4-3-16,-10-6-294 0,-12-4-412 15</inkml:trace>
  <inkml:trace contextRef="#ctx0" brushRef="#br0" timeOffset="29136.92">16144 7283 1088 0,'0'0'566'0,"0"0"-315"0,0 0-169 0,0 0 19 0,0 0 54 15,0 0 6-15,0 0 12 16,0 0-117-16,8 0-12 15,4 0-1-15,6 0-31 16,2 0 30-16,7 0-13 16,6-2-29-16,5 0 37 15,5-2-37-15,1 2 0 16,3-2-1-16,2 2 3 16,-2-2-8-16,-1-1 6 15,1 2 0-15,0-1-2 0,-2-2 3 16,1 1-1-16,-1 0 0 15,-3 1 16-15,3 0-12 16,-3 2-4-16,0-1-3 16,-1-1-16-16,-1 3 19 15,0-3 0-15,-3 2-1 16,0 0 19-16,0 0-27 16,-1-1 9-16,-1-1 0 15,3 3-1-15,-5-1 1 16,4 0 0-16,-4 2 0 0,0 0 6 15,-1 0-12 1,1 0 6-16,0 0 0 16,3 0 0-16,-1 0 0 0,3-2 0 15,1-2 0-15,-4 1 12 16,1 2-16-16,-1-2 4 16,-2 2 0-16,1 1-6 15,-1-3 12-15,-2 3-6 16,6-1 0-16,-2 1 1 15,1-2 1-15,1-1-2 16,3-1 0-16,-1 0-8 16,1 3 25-16,-3-3-17 15,-1 2 4-15,-3-1 8 0,-2 3-9 16,-2 0-3 0,0 0 0-16,-2 0-1 0,2 0 7 15,0 0-6-15,0 0 0 16,0 0 7-16,0 0-13 15,-2 0 6-15,2 0 0 16,-2 0-10-16,-1 0 27 16,3 0-18-16,0 0 1 15,0 0 0-15,2 0-17 16,-2 5 17-16,2-4 0 16,1 2 2-16,1-3 17 15,2 0-19-15,0 1 0 16,-2-1 1-16,-2 0 9 0,-2 0-9 15,-3 3-1-15,-1-2 0 16,0 2 8-16,-1-2-9 16,3-1 1-16,0 0 0 15,2 0-1-15,2 0 2 16,0 0-1-16,1 0 4 16,-1 0 5-16,2 0 18 15,0 0-4-15,1 0 1 16,1 0 36-16,1-1-60 15,-3 1 0-15,-2 0 1 16,0 0 16-16,-2 0-23 16,-2 0 6-16,-2 0 0 15,-5 0 0-15,-2 0 0 0,-8 0-6 16,0 0 5-16,-10 0-78 16,0 0-114-16,-10 0-294 15,-9-7-603-15</inkml:trace>
  <inkml:trace contextRef="#ctx0" brushRef="#br0" timeOffset="30704.04">17668 7510 1185 0,'0'0'405'0,"0"0"-180"0,0 0-95 0,0 0 39 16,0 0 12-16,0 0-38 0,0 0 16 15,-20-8-67 1,20 5 57-16,0-1 17 0,0 1-88 16,0-1-9-16,0-3-31 15,0 0-37 1,0-2 34-16,0-1-35 15,9 2 0-15,0 0-10 0,0 4 14 16,2 0-4-16,0 2 0 16,0 2 0-16,0 0-4 15,-4 0 4-15,0 12 0 16,-5 6-14-16,-2 2 16 16,0 4-2-16,0-2 0 15,-9 0 1-15,2-5 20 0,1-3-6 16,6-9-15-16,0 0 0 15,0-3 10-15,10 0-11 16,11 2 1-16,3 2 0 16,3 0-15-16,0 4 15 15,-7 2 0-15,-4 4 0 16,-8-2-6 0,-8 4-9-16,0 0 15 15,-20 2 0-15,-11-2 18 0,-11 0-18 16,-5-2-1-16,-2-2-35 15,2-2-121-15,-4 2-125 16,14-2-335-16,10-4-824 0</inkml:trace>
  <inkml:trace contextRef="#ctx0" brushRef="#br0" timeOffset="31425.23">20353 7172 1401 0,'0'0'570'0,"0"0"-267"0,0 0-8 0,0 0-34 0,0 0-58 15,0 0-86 1,0 0-36-16,20-18-51 16,4 17-18-16,7 1-9 15,5 0-3-15,5 0 0 0,-2 0-11 0,-3 0-2 16,-3 0-59-16,-4-3-138 15,-2-1-259-15,-11 3-128 16,-5-4-480-16</inkml:trace>
  <inkml:trace contextRef="#ctx0" brushRef="#br0" timeOffset="31630.1">20618 6968 1542 0,'0'0'810'15,"0"0"-572"-15,0 0-146 0,0 0-56 16,0 0 80 0,0 0-1-16,-87 146-83 0,71-93 2 15,3-3-34-15,7-4-42 32,6 0-161-32,0-12-157 0,9-12-552 0</inkml:trace>
  <inkml:trace contextRef="#ctx0" brushRef="#br0" timeOffset="32398.33">21777 6615 1667 0,'0'0'735'0,"0"0"-558"0,0 0 18 0,0 0-86 0,0 0-24 16,0 0 32-16,0 0-116 15,8-26 18-15,-16 58-10 16,-8 8-3-16,-4 8 63 16,-3 3-54-16,-1-5-9 15,2-9 9-15,2-4 9 0,5-11-24 16,3-10 0-16,5-6 0 16,3-6-13-1,2 0 13 1,0-2-17-16,2-14 16 0,0-4-43 0,0 0 34 15,11 2-14-15,9 0-24 16,7 6 31-16,4 5 5 16,5 6 12-1,1 1-10-15,1 0 13 0,0 0-11 16,-4 0 8-16,-3 0 0 16,-5 0-16-16,-6-9 16 15,-1-5-30-15,-7-1 18 0,-3-4-9 16,-5-1 21-1,-4 2 1-15,0 4 25 0,0 5 90 16,0 6-50-16,0 3-25 16,-2 0-41-16,-9 21 19 15,1 11-29-15,-4 9 10 16,-1 8-30 0,-1 7 22-16,1 0-173 0,-6 14-194 15,6-14-238-15,1-12-609 0</inkml:trace>
  <inkml:trace contextRef="#ctx0" brushRef="#br0" timeOffset="32726.77">21454 7245 1780 0,'0'0'675'0,"0"0"-375"0,0 0-102 0,0 0-101 16,0 0-62-1,0 0 16-15,148-48 42 0,-71 36-75 16,12 2 0-16,7 2 21 31,4 1-26-31,-5 1-1 16,-8 1-12-16,-10 1-78 15,-17-1 10-15,-16 5-179 16,-21 0-117-16,-17 0-292 16,-6 6-872-16</inkml:trace>
  <inkml:trace contextRef="#ctx0" brushRef="#br0" timeOffset="33495.75">21835 7391 1309 0,'0'0'287'0,"0"0"-153"0,0 0 55 16,0 0 84-16,0 0 19 15,0 0-62-15,0 0-43 16,-5 0-138-16,3 0-31 16,2 0 23-16,-2 0-29 15,2 0 10-15,0 0-12 16,0 0 8-16,0 0-16 16,-2 0-2-16,2 0 0 15,0 0-8-15,0 0 14 16,-2 0-6-16,2 0 0 15,0 0 6-15,-3 0-7 16,0 0 1-16,1 0 0 0,0 0-11 16,-2 0 25-16,2 0-14 15,-1 0 0-15,-1 0 6 16,2 0 25-16,0-2-23 16,0 0-4-16,2 0 8 15,0 2 11-15,0-2-19 16,0 2-2-16,0-2 7 15,4 0 18-15,9 0-27 16,5 2 0-16,-3 0 0 16,3 0-4-16,-5 0 4 15,-3 0 0-15,-4 10 1 16,-6 4 9-16,0 4 4 0,-6 2 8 16,-10 4 47-1,-2 1-54-15,7-6 22 0,9-2-37 16,2-3 0-16,11-5 23 15,20 0-14-15,7-1-8 16,0-2-1-16,-5-1 23 16,-12 6-46-16,-19-1 22 15,-2 6-50-15,-25 4 45 16,-20 2-67-16,-30 8-95 16,8-6-378-16,9-4-566 0</inkml:trace>
  <inkml:trace contextRef="#ctx0" brushRef="#br0" timeOffset="35596.81">16156 8073 897 0,'0'0'540'0,"0"0"-219"0,0 0-108 0,0 0-49 0,0 0 43 15,0 0-69-15,0 0-4 16,23-2-35-16,-2-4-43 16,-1 0 51-16,2 2-67 15,2 0-39-15,3 2 5 16,0 0 15-16,2 0-22 16,5 2 1-16,-1-2 0 15,7 2-9-15,0-2 9 16,0 0 0-16,4 0-4 15,4-2 22-15,-2 0-18 16,1 0 0-16,-3 0 0 16,-1 2 2-16,-5 2-2 0,-5 0 0 15,-4 0-2-15,-2 0 7 16,-2 0-5-16,-1 0 5 16,5 0-4-16,5 0 51 15,4 0-52-15,4 0 0 16,3 0 0-16,1-2 20 15,1 2-26-15,-3-2 6 16,-4 2 0-16,-1 0-3 16,-6 0 3-16,0 0 0 15,1 0-2-15,-1 0 11 16,3 0-9-16,-1 0 0 16,1 0 0-16,0 0 0 15,0 0 0-15,1 0 0 0,-1 0 0 16,-3 0 9-16,3 2-15 15,-1-2 6-15,-1 0 0 16,2 2-8-16,-1-2 16 16,1 0-8-16,-3 2 0 15,1 2 6-15,-3-3-11 16,0 4 5-16,-2-1 0 16,0 0-12-16,0-2 20 15,2 0-8-15,2-2 0 16,3 0 9-16,3 0-14 15,-2 0 5-15,1 0 0 16,-3 0-13-16,-1 0 26 16,-1 0-13-16,0 0 0 0,4 0 15 15,-4 0-27-15,5 0 12 16,0 0 0 0,-1 0-10-16,4 0 19 15,1 0-9-15,0 0 0 0,3-2 7 16,-1 0-28-16,6 0 21 15,1 2 0-15,2 0 6 16,3 0 3-16,2 0-9 16,0 0 0-16,2 0 0 15,-4 0-8-15,-1 2 8 0,-1 2 0 16,-5 2 0-16,2 0 11 16,-4-2-11-16,-1 2 0 15,1-2 0-15,-5 2-9 16,-1 0 9-16,-3 0 0 15,-1 0-6-15,-1-2 23 16,-1 0-28-16,2 0 11 16,1-4 0-16,-1 2-4 15,3-2 11-15,1 0-7 16,-4 0 0-16,3 0 8 16,-2 0-17-16,1 0 9 15,-2 0 0-15,3 0-3 16,-2 0 3-16,5 0 0 0,-4 0 0 15,7 0 12-15,-4 0-23 16,-1 0 11-16,2 0 0 16,-3 0-3-16,-2 0 3 15,0 0 0-15,0 2 0 16,-2-2 15-16,1 0-21 16,3 0 6-16,1 0 0 15,3 0-18-15,1 0 24 16,1 0-6-16,0 0 0 15,-2 0 13-15,2 0-16 16,-3 0 3-16,1 0 0 0,1-2-16 16,-3-2 23-1,3 2-7-15,-3 0 0 0,2 0 12 16,-1 2-18-16,-1-2 6 16,1 2 0-16,1-2-7 15,0 0 25-15,4 0-18 16,-4 0 0-1,3 0 1-15,-1 0 5 16,2-2-6-16,-2 0 0 16,-3 2-10-16,-3 0 23 0,-7 0-13 0,-6 0 0 15,-5 2 0-15,-4-2 17 16,-4 2-17-16,-6-2 0 16,-1 0 18-16,-3 0 0 15,1 0-18-15,-3 2 0 16,-2-2 9-16,3 2-12 15,-3 0 3-15,0 0-12 16,0 0-15-16,0 0-164 16,0 0 9-16,-21 0-49 15,1 0-242-15,-4 0-482 0</inkml:trace>
  <inkml:trace contextRef="#ctx0" brushRef="#br0" timeOffset="36665.94">19248 8722 1275 0,'0'0'588'0,"0"0"-419"0,0 0 94 0,0 0-67 15,0 0-141-15,0 0 76 16,0 0 54-16,-11-44-94 15,11 41 18-15,2-1-84 16,9 4 1-16,2 0-23 0,5 0 10 16,0 0-13-1,2 7 0-15,-2 14 1 0,-3 6-3 16,-5 5 14-16,-4 5-12 16,-6 1 18-16,0 0-6 31,0 0 18-31,-4-4-30 0,-10-6 1 0,3-4 15 15,0-8 2-15,6-3-18 16,1-9 6 0,4-4 9-16,0 0 20 0,7-11-35 0,13-14-38 15,4-14 28 1,3-11-61 0,0-6-20-16,-5-2-77 15,-6 5 7-15,-8 13 161 16,-5 16 2-16,-3 16 120 15,-3 8-59-15,-16 12-54 16,-4 19 24-16,5 5 43 16,7 6-37-16,9-2 48 15,2 0-65-15,11-4-11 16,25-6 19-16,11-6-29 16,11-10-2-16,11-8-11 0,2-6-50 15,3 0-32 1,10-6-226-16,-19-8-217 0,-14 2-562 15</inkml:trace>
  <inkml:trace contextRef="#ctx0" brushRef="#br0" timeOffset="39522.43">22634 8013 1151 0,'0'0'488'0,"0"0"-268"0,0 0 35 0,0 0-58 16,0 0-33-16,0 0 58 16,0 0-59-16,-2-2-29 15,0 2-13-15,2 0-64 16,-2 0 33-16,2 0-51 0,0 0-28 15,0 0 44-15,0 0-54 16,0 0 10-16,17 0-11 16,10 0 10-16,9 4 14 15,7-2-24-15,1 0-28 16,1-2 27-16,-8 0-114 16,-1 0-57-16,-13 2-355 15,-13 0-353-15</inkml:trace>
  <inkml:trace contextRef="#ctx0" brushRef="#br0" timeOffset="39695.18">22637 8205 1545 0,'0'0'636'0,"0"0"-463"0,0 0 136 16,0 0-73-16,0 0-169 31,0 0 10-31,129-18-77 0,-105 18 7 0,1 0-19 15,0 0-215-15,-6 0-336 16,-1 4-797-16</inkml:trace>
  <inkml:trace contextRef="#ctx0" brushRef="#br0" timeOffset="41472.96">23294 8336 358 0,'0'0'1490'0,"0"0"-1166"0,0 0-259 0,0 0 95 15,0 0-4-15,0 0-51 16,0 0-32-16,87-101-72 0,-38 55 8 16,5-6-9-1,-4-4-35-15,0-4-29 0,-8-7-18 16,-7-1 19-16,-6-2 54 15,-4 0 18 1,-7 4 7-16,-7 8 66 0,-4 11 32 16,-5 15 80-16,-2 13-108 15,0 12-38-15,-7 7 2 16,-15 7-38-16,-5 26-12 16,-4 22 53-16,-1 13-25 15,1 12 59-15,8 9-55 16,2-3-19-16,10-6 24 0,6-12-19 15,5-14-18-15,0-14 0 16,18-12 5-16,7-12-26 16,6-12-18-16,0-4-55 15,3 0 28-15,-3-20-66 16,-2-4 3-16,-4-6 4 16,-8 2 20-16,-1 2 105 15,-10 6 53-15,-1 12 118 16,-5 8-6-16,0 0-157 15,0 10 13-15,0 14-3 16,-9 2-18-16,3 2 25 0,-2-4-25 16,6-2-40-1,2-10-149-15,0-4-350 0,4-8-298 16</inkml:trace>
  <inkml:trace contextRef="#ctx0" brushRef="#br0" timeOffset="41893.32">24043 8093 1714 0,'0'0'379'0,"0"0"-100"0,0 0 31 0,-54 104-36 16,34-78-136-16,5-6-102 16,3-6 15-16,8-8-42 0,4-6-9 15,0 0 13 1,9-6-13-16,15-16-19 0,7-2-65 15,2-2-27-15,4 2 59 16,-6 8-6-16,-5 10 40 16,-8 6 1-16,-9 2 17 15,-7 20 61-15,-2 4 11 16,0 2-9-16,-4-3 52 16,-5-7-101-16,3-7 16 15,6-7-11-15,0-4-19 16,2-4 32-16,22-18-32 15,12-6-62-15,10 0 55 16,8-2-20-16,2 2 25 16,2 4 2-16,-10 10 0 0,-7 8 27 15,-12 6-27-15,-14 4 0 16,-13 22-12-16,-2 10 12 16,-15 8-19-16,-41 22-207 15,3-11-318-15,1-9-553 16</inkml:trace>
  <inkml:trace contextRef="#ctx0" brushRef="#br0" timeOffset="42472.65">23408 8758 1659 0,'0'0'710'0,"0"0"-356"0,0 0-112 0,0 0-151 15,0 0-1-15,0 0-77 16,0 0 25-16,62-105 3 15,-44 98-40-15,-5 7 18 0,-4 0-19 16,-7 18 0 0,-2 13 27-16,0 9-15 15,-15 4 38-15,-3-2-2 0,-2 0-36 16,2-8 35-16,5-6-47 16,3-8 0-16,6-8 3 15,4-8-3-15,0-4-5 16,0 0 4-16,10-16-34 15,7-10 10-15,1-10-71 16,2-4-48-16,-4-4 14 16,-3 6-24-16,-4 8 154 15,-5 14 69-15,-4 12-8 0,0 4 0 16,0 6-59-16,-6 13 8 16,-4 3 58-1,8 5-59-15,2-1 24 0,0-2-4 16,16-4-28-16,6-4-2 15,5-4-20-15,0-6-138 16,8-6-153-16,-8 0-312 16,-4-8-702-16</inkml:trace>
  <inkml:trace contextRef="#ctx0" brushRef="#br0" timeOffset="42629.03">23632 8725 1307 0,'0'0'876'0,"0"0"-519"0,0 0-119 15,0 0-126 1,0 0-67-16,0 0-35 0,145-43-7 16,-97 43-3-16,-4 0-40 15,0 0-165-15,-1 8-168 16,-12-2-133-16,-11-2-107 16</inkml:trace>
  <inkml:trace contextRef="#ctx0" brushRef="#br0" timeOffset="42833.25">23960 8671 662 0,'0'0'1091'16,"0"0"-785"-16,0 0-82 16,0 0-48-16,0 0-118 15,0 0 39-15,0 0-31 0,79-47 5 16,-69 72 35-16,-3 8-85 16,-7 10 45-16,0 3-41 15,-11 0-24-15,-9-2 45 31,-3-8-46-31,4-6-1 0,3-10-54 16,9-10-136-16,7-10-60 0,11-6-251 16,9-12-661-16</inkml:trace>
  <inkml:trace contextRef="#ctx0" brushRef="#br0" timeOffset="43036.78">24120 8773 1888 0,'0'0'377'0,"0"0"-258"15,0 0 28-15,0 0-34 0,-17 120 57 16,43-104-79-16,17-8-60 16,11-8 29-16,3 0-59 15,1-16 13-15,-9-12-14 16,-13-6-3-16,-16-4-15 16,-18 0 18-16,-2 1-158 15,-18 7-20-15,-26 12-18 16,6 11 42-16,2 4-330 0</inkml:trace>
  <inkml:trace contextRef="#ctx0" brushRef="#br0" timeOffset="44935.02">25188 8275 474 0,'0'0'871'16,"0"0"-521"-16,0 0-70 0,0 0 11 0,0 0-67 0,0 0-64 16,0 0 1-16,0 0-65 15,2 0-44-15,2 0 16 16,5 0-67-16,3 0 20 16,3 0-14-16,5 0 4 15,5 0 1-15,4 0-11 16,4 0-1-16,1 0 9 15,3 0 3-15,1 0-12 0,5 0 0 16,-1 0 0-16,2 0-1 16,1 3 1-16,1-2 0 15,4 2-1-15,-1-3 10 16,0 1-17-16,-2-1 8 16,-1 2 0-16,2-2-6 15,-7 3 6-15,-3-2 0 16,1 2-1-16,-4-3 16 15,1 0-27-15,-3 0 12 16,5 0 0-16,-1 0-9 16,2 0 9-16,1 0 0 0,0 0 0 15,-3 0 11-15,0 0-31 16,-4 0 20-16,-4 0 0 16,-2 0-10-16,-3 0 10 15,0 1 0-15,1-1 0 16,2 0 13-16,0 0-19 15,2 0 6-15,0 0 0 16,0 0-16-16,-1 0 25 16,-1 0-9-16,-2-1 0 15,-1-2 13-15,3 2-20 16,0-4 7-16,2 4 0 16,0-2-15-16,4 2 28 0,-1-2-13 15,-1 3 0 1,2 0 1-16,0 0-4 0,1 0 3 15,3 0 0 1,3 0-3-16,3 0 12 0,6 0-9 16,2 0 0-16,3 0 6 15,4 0-15-15,0 0 9 16,-1 0 0-16,1 0-8 16,0 0 16-16,-2 3-8 15,-2-2 0-15,-1 2 1 16,-4-3-7-16,0 1 6 15,-2-1 0-15,0 0-3 16,-3 0 5-16,1 0-2 0,-5 0 0 16,0 2 7-16,1-2-10 15,-4 3 3-15,3-2 0 16,-2-1-7-16,5 0 13 16,-1 0-6-16,2 0 0 15,1 0 0-15,1 0 5 16,1 0-5-16,-3 0 0 15,2 3-1-15,-2 1 6 16,1 0-7-16,-3-1 2 16,3 1 0-16,-1 3-10 15,0-1 19-15,3-2-9 0,0 0 0 16,0 1 7-16,2-2-17 16,0 1 10-16,2-2 0 15,-2-1-11-15,0 2 19 16,1-2-8-16,-2-1 0 15,-1 0 10-15,0 3-9 16,-2-3-1-16,1 0 0 16,3 0-14-16,-2 0 16 15,0 0-2-15,-1 0 0 16,1 0 10-16,0 0-14 16,2 0 4-16,1 0 0 15,0 0 3-15,4 0-2 16,0 0-1-16,-2-3 0 15,2-1 7-15,2 3 8 0,2-1-15 16,-2 0 0-16,2 0-6 16,-3-1 21-16,-1 2-15 15,-1-2 0-15,-1 2 0 16,-4-2-3-16,4 3 11 16,-4-1-8-16,2-1 44 15,4 0-43-15,0-3 18 16,5 4 5-16,1-3-23 15,0 0 22-15,-4-1-23 16,-2 1 0-16,-8 3-9 16,-5-2 18-16,-6 3-9 15,-8-1 0-15,-5 1 1 16,-4 0 3-16,-5 0-4 0,-1 0 0 16,-6 0-1-16,-2 0 13 15,-4-3-21-15,0 2 9 16,-22-5-149-16,-12-1-342 15,-3 2-686-15</inkml:trace>
  <inkml:trace contextRef="#ctx0" brushRef="#br0" timeOffset="48128.57">25535 7313 1283 0,'0'0'495'0,"0"0"-292"0,0 0-34 0,0 0-5 15,0 0-29-15,0 0-49 16,0 0 38-16,-19-6-5 15,16 4-46-15,3 0 35 16,0 0-50-16,-2 0-3 16,-1-4 32-16,3 0-87 15,0-6 22-15,0-2-22 16,0-7 15-16,14 2-25 16,1 1 10-16,4 0 0 15,0 4-14-15,-1 3 10 16,-2 5 4-16,-1 2 0 15,-2 4 1-15,-1 0-27 16,-5 0 26-16,-3 18 0 0,-4 11-7 16,0 7 26-16,-4 6-4 15,-15 4 9 1,-2-2-22-16,-2-4 74 0,1-4-76 16,4-6 12-16,2-8-3 15,6-5 14-15,1-7-32 16,7-5 9-16,-1-5 0 15,3 0 0-15,0 0 0 16,7-4-9-16,13-14-23 16,6-2-52-16,3 2 39 15,-2 5-15-15,0 6 33 0,-4 7 10 16,-8 0-7-16,-1 14 15 16,-8 8 8-16,-4 3 1 15,-2 2 9-15,0 4 17 16,-14-3 2-16,-3 0 48 15,-3-2-75-15,-3-4 22 16,2-4-4-16,-4-4-11 16,5-4 11-16,2-6-19 15,2-2-51-15,5-2-24 16,5 0-288-16,4 0-513 0</inkml:trace>
  <inkml:trace contextRef="#ctx0" brushRef="#br0" timeOffset="48603.48">26067 7488 1390 0,'0'0'621'0,"0"0"-314"0,0 0-58 0,0 0-29 0,0 0-22 16,0 0-103-16,0 0-12 15,46 0-28-15,-22 0-46 16,7-3 39-1,1-3-24-15,1 2-24 0,-4 0 21 16,0 0-20-16,-7 2-2 16,-4 0-25-16,0 2-128 15,-7 0-221-15,-5 0-491 0</inkml:trace>
  <inkml:trace contextRef="#ctx0" brushRef="#br0" timeOffset="49664.18">26759 7199 715 0,'0'0'502'0,"0"0"-361"0,0 0 71 0,0 0-8 0,0 0-42 16,0 0 23-16,0 0-58 15,-40 0 15-15,40 0 8 16,-3 0-32-16,3 0 37 15,0 0-100-15,-2-4-38 16,2-5 42-16,0 1-58 16,0 1 18-16,0-4-8 15,7 4 1 1,4-1-8-16,0 2-4 0,-2 2 0 16,-2 1-1-16,-1 3 1 15,-1 0 0-15,-3 7-1 0,-2 14 2 16,0 8 24-16,0 3-13 15,-11 4 18-15,-7 0 46 16,0-2-75-16,-2-6 46 16,5-4-41-16,1-6 9 15,3-6 3-15,7-4-18 16,4-6 0-16,0-2-1 16,0 0-2-16,11 0 3 15,11-6-27-15,3-2-33 16,-1 0 48-16,0 6-35 15,-5 2 44-15,-4 0-3 16,-6 12-31-16,-4 10 31 16,-5 4-4-16,0 0 10 15,-8 3 31-15,-7-7-31 0,-3-2 19 16,1-4-19-16,-2-5-7 16,2-2-32-16,-3-4-239 15,4-2-336-15,7-3-665 0</inkml:trace>
  <inkml:trace contextRef="#ctx0" brushRef="#br0" timeOffset="50402.16">27351 7054 1162 0,'0'0'393'16,"0"0"-88"-16,0 0-79 0,0 0-31 0,0 0 28 16,0 0-56-16,0 0-19 15,-56-44-77-15,41 46-69 0,-3 20 58 16,-5 12-3-16,0 12-2 15,-4 12 39-15,0 7-64 16,0 3 18-16,5 0 8 16,2-4-28-16,6-4 24 15,8-5-52-15,6-10 0 16,0-6 9-16,10-9-9 16,15-8-21-16,2-10-31 15,20-12-104-15,-9 0-300 16,-3 0-303-16</inkml:trace>
  <inkml:trace contextRef="#ctx0" brushRef="#br0" timeOffset="50870.14">27369 7533 1388 0,'0'0'849'0,"0"0"-569"0,0 0-155 16,0 0 24 0,0 0-60-16,0 0-69 0,0 0 43 15,53-40-63-15,-37 22 0 16,-1 0-1-16,-3-4-59 15,-3-4 37-15,-3-2-21 16,4-2-1-16,-4 2 32 16,1 0 1-16,1 4 12 15,-3 4 24-15,0 8-13 16,-3 4 59-16,-2 8-34 16,0 0-35-16,0 0 38 15,0 14-38-15,-9 10 47 16,-2 4 5-16,-2 8-51 15,1 2 41-15,3 0-43 16,1 2 8-16,0-4-31 0,6-6-18 16,2-3-191-1,0-12-247-15,0-7-650 0</inkml:trace>
  <inkml:trace contextRef="#ctx0" brushRef="#br0" timeOffset="51045.28">27583 7377 925 0,'0'0'1033'0,"0"0"-699"0,0 0-175 16,0 0-82 0,0 0 20-16,0 0-34 0,118-32 13 15,-89 32-53-15,-2 0-23 16,-5 0-61-16,-9 2-184 15,-3 0-261-15,-8-2-457 16</inkml:trace>
  <inkml:trace contextRef="#ctx0" brushRef="#br0" timeOffset="51217.7">27783 7229 1152 0,'0'0'1022'16,"0"0"-805"-16,0 0-43 0,0 0 6 15,0 0 14-15,-60 110-128 16,49-74-3-16,5 0-63 16,4-2-15-16,2 2-69 15,0-10-265-15,0-8-334 16</inkml:trace>
  <inkml:trace contextRef="#ctx0" brushRef="#br0" timeOffset="51798.39">28131 7182 1689 0,'0'0'682'0,"0"0"-519"15,0 0-130-15,0 0 12 16,0 0 16-16,0 0 94 16,0 0-24-16,-102 129-92 15,75-93-6-15,0-4 2 16,7-6-34-16,4-10 30 16,10-6-31-16,1-6 0 15,5-4 43-15,0 0-37 0,7 0-3 16,9-12-3-1,6 0-63-15,2 0 50 0,5 2-44 16,3 4-15-16,-3 2 1 16,0 2-74-16,-3 2 55 15,-3-2 50-15,-4 0-57 16,0-2-30-16,-4-4-117 16,-6-4-80-16,-4-2-12 15,-3-4 44-15,-2 0 161 16,0 2 131-16,0 2 338 15,-2 3 204-15,-3 6-226 16,2 5-9-16,-1 0 8 16,0 0-248-16,-1 14 18 15,-1 8 6-15,-3 6-61 0,2 4 14 16,0 2-44-16,1-2-6 16,1-2-23-16,5 0-171 15,0-10-140-15,0-5-343 0</inkml:trace>
  <inkml:trace contextRef="#ctx0" brushRef="#br0" timeOffset="52236.43">28340 7231 1679 0,'0'0'512'0,"0"0"-420"0,0 0 26 0,0 0-38 16,0 0-19-16,0 0 79 16,0 0-37-16,81 76-13 15,-81-40 64-15,0 2-83 16,-12 0-3-16,-3-5-11 16,4-8-48-16,2-5 21 15,4-7-30-15,3-8 1 16,2-5-7-16,0 0 6 15,2-8-9-15,14-14-33 16,0-8-36-16,2-6 9 0,-1-4-55 16,1-2-76-1,-3 4 108-15,-3 8 92 0,-8 10 76 16,-1 11 124-16,-3 9-125 16,0 0-29-16,-3 17-27 15,-5 7 11-15,0 4 59 16,4 4-88-16,4-2 26 15,0-2-16-15,0-4 1 16,6-6-24-16,8-6-9 16,5-6-98-16,4-6-130 15,-4 0-223-15,-4-2-225 0</inkml:trace>
  <inkml:trace contextRef="#ctx0" brushRef="#br0" timeOffset="52424.37">28755 7072 1532 0,'0'0'792'16,"0"0"-523"-16,0 0-142 16,0 0 39-16,127 14-33 15,-104 24-17 1,-8 10-51-16,-9 11-41 0,-6 1 69 16,0 2-67-16,-6-2-9 15,-19-6-17-15,-2-6-18 16,-4-7-25-16,-4-9-97 15,8-10-404-15,7-12-562 0</inkml:trace>
  <inkml:trace contextRef="#ctx0" brushRef="#br0" timeOffset="53159.44">29252 6539 1330 0,'0'0'549'0,"0"0"-388"0,0 0-15 0,0 0-6 16,0 0-37-16,0 0-22 15,42-117-24-15,-26 90-56 0,-1-5 93 16,-1 1-27 0,-3 1 13-16,0 4 64 0,-4 4-83 15,0 6 24-15,-5 6 25 16,-2 4-61-16,2 4 17 15,-2 2-66-15,0 0 7 16,0 4-24-16,0 18 8 16,0 10 9-16,-7 10 0 15,-2 8 11-15,0 5-38 16,-2 1-21-16,-3 0-90 16,-5 8-176-16,1-16-359 15,3-12-1098-15</inkml:trace>
  <inkml:trace contextRef="#ctx0" brushRef="#br0" timeOffset="53316.01">29118 6731 1467 0,'0'0'880'0,"0"0"-340"16,0 0-404-16,0 0-45 15,0 0-26-15,0 0-34 16,147-28 44-16,-98 28-75 15,0 0-21-15,0 0-9 16,5 2-285-16,-14 2-242 16,-9 0-455-16</inkml:trace>
  <inkml:trace contextRef="#ctx0" brushRef="#br0" timeOffset="54135.07">29325 6856 993 0,'0'0'284'0,"0"0"-61"16,0 0 0-1,0 0-73-15,0 0 45 16,0 0-12-16,0 0-35 0,-4 0 12 15,4 0-18-15,0 0 34 16,0 0-89-16,0 0-33 16,0 0 14-16,0 0-67 0,0 0 20 15,0 0-19 1,0 0 11-16,0 0-13 0,0 0 0 16,0 0 0-16,0 0-4 15,0 0 10-15,0 0-6 16,0 0 0-16,0 0 7 15,0 0-13-15,0 0 6 16,0 0 0-16,-2 0-27 16,0 0 41-16,-3 0-14 15,1 0 0-15,2 0 10 16,-4 0-19-16,4 0 9 16,2 0 0-1,0 0 8-15,0 0 10 0,0 0-18 0,0 0 28 16,2 0-26-1,10 0 19-15,-1 0-21 0,1 0 0 16,-4 0-6-16,-3 4 6 16,-3 8 0-16,-2 8 0 15,0 4 6-15,-11 2 55 16,-3 0-44-16,1-4 10 16,7-4 0-16,6-4-11 15,0-2-4-15,8-2-11 16,15-2 13-16,-2 0-2 15,2 0-12-15,-10 2 0 16,-8 0 0-16,-5 6-49 0,-7 4 13 16,-22 2-36-16,-13 10-65 15,4-6-184-15,7-5-475 16</inkml:trace>
  <inkml:trace contextRef="#ctx0" brushRef="#br0" timeOffset="59602.75">17666 7488 971 0,'0'0'338'0,"0"0"-22"0,0 0-44 0,0 0-64 0,0 0 31 16,0 0-99-16,0 0 28 15,-31-5-6-15,29 3-51 16,-1-2 17-16,1 2-62 15,2-2-27-15,0 0 45 16,0 0-61-16,0 0 34 16,0-3-13-16,9 0-42 15,4-1 16-15,8 4-18 16,5 2 0-16,3 2-26 16,3 0 40-16,-3 12-14 0,-1 10 0 15,-6 5 12 1,-6 1-15-16,-7 5 3 0,-9 4 0 15,0-1 34-15,-4 0-26 16,-15 0 1-16,-2-4 0 16,-2-6 0-16,3-6 7 15,5-6-16-15,5-6 0 32,8-6 11-32,0-2 11 0,2 0-20 0,0-6-2 15,0-16-14-15,16-12 5 16,3-8-58-16,8-10-1 15,7-2 28-15,1-1-86 16,2 8 42 0,-4 6 5-16,-6 11 51 15,-10 12 8-15,-8 12 20 16,-9 6 0-16,0 2 48 16,-5 22 12-16,-12 10 37 15,1 8-34-15,7 5-37 16,9-1 51-16,0-4-71 15,15-6 23-15,24-8-10 16,7-6-10-16,8-10-18 16,4-4-34-16,13-8-107 15,-15 0-201-15,-14 0-507 0</inkml:trace>
  <inkml:trace contextRef="#ctx0" brushRef="#br0" timeOffset="61894.25">29649 7325 1141 0,'0'0'661'0,"0"0"-368"0,0 0-23 0,0 0-56 0,0 0 47 16,0 0-130-16,0 0-52 16,120-24-10-16,-76 18-69 15,6 2 9-15,-4 0-9 16,-3 0-15-16,-8 2-52 16,-6 2-244-16,-9 0-198 15,-8 0-191-15</inkml:trace>
  <inkml:trace contextRef="#ctx0" brushRef="#br0" timeOffset="62113.09">29949 7068 1839 0,'0'0'528'0,"0"0"-372"16,0 0-105-16,0 0-51 15,0 0 125-15,0 0 20 16,0 0-55-16,-38 149-15 16,34-101-66-16,-1-4-18 15,-1-6-11-15,2-4-143 16,4-8-25-16,0-8-156 16,0-10-435-16</inkml:trace>
  <inkml:trace contextRef="#ctx0" brushRef="#br0" timeOffset="62661.74">30310 7012 1568 0,'0'0'327'0,"0"0"-222"16,0 0 118-16,0 0-34 15,0 0-134-15,0 0 45 16,0 0 59-16,27 72-60 16,-34-24 26-16,-11 1-51 15,-3-3-59-15,-4-6 29 16,0-6-36-16,3-10-2 0,2-6-6 16,4-8 15-16,5-6-30 15,4-4 9-15,7 0 6 16,0 0-20-16,9-8-20 15,18-4-17-15,9 0 12 16,1 4-14-16,5 4 50 16,-1 0-47-16,-3 4 25 15,-7-2 31-15,-4 2-36 16,-5-4 35 0,-2-2 0-16,-4-2-7 0,-5-6-2 15,-3-3-27-15,-2-4 11 16,-4 1 17-16,-2 0 18 15,0 5 97-15,0 8 46 0,0 3-42 16,0 4-20-16,0 0-90 16,-5 11 0-16,-4 16 18 15,-2 4 3-15,2 8-31 16,2-3 10-16,3 0-133 16,2-6-60-16,2-4-71 15,0-8-220-15,8-10-381 0</inkml:trace>
  <inkml:trace contextRef="#ctx0" brushRef="#br0" timeOffset="63131.75">30794 7146 700 0,'0'0'1172'0,"0"0"-891"0,0 0-116 16,0 0-45-16,0 0-13 16,0 0 52-16,0 0-33 15,112 18 1-15,-112 15-45 16,0 5-24-16,-6 0 64 16,-7 0-88-16,-1-6 13 15,4-4-15-15,1-8-31 16,5-6 23-16,1-6-24 15,3-6 0-15,0-2 37 0,3 0-28 16,12-12-9 0,3-12-22-16,5-10-54 0,0-8 38 15,6-6-74-15,-2-3-75 16,-2 6 60-16,-8 6 127 16,-7 18 31-1,-8 10 99-15,-2 11-89 0,-4 7-9 16,-15 16-20-16,2 9 15 15,3 7 65-15,3-1-55 16,9 0 20-16,2-2-40 16,0-6 3-16,13-4-24 15,16-4 4-15,5-6-15 0,1-6-19 32,8 0-227-32,-12-4-411 0,-7-2-848 0</inkml:trace>
  <inkml:trace contextRef="#ctx0" brushRef="#br0" timeOffset="65922.69">28129 8672 1330 0,'0'0'387'0,"0"0"-183"0,0 0 21 0,0 0-23 0,0 0 24 16,0 0-52-16,0 0-20 15,-32 0-52-15,28 0-44 0,2-1 30 16,0-2-46 0,2-1-12-16,0-2 35 0,0-2-64 15,0 0 19-15,4 1-20 16,6-2 18-16,-2 5-38 16,-1 4 20-16,-1 0-4 15,-1 9-19-15,-3 14 8 16,-2 9 15-1,0 11 0-15,-2 1 2 16,-16 2 13-16,-4-4-15 0,-1-4 0 16,2-8 17-16,0-6 6 15,5-8-23-15,5-4 0 16,7-8 10-16,4-4-4 16,0 0-6-16,4-4-10 15,17-10 8-15,3-4-49 0,4 4 42 16,1 2-3-1,-6 6 5-15,-5 6-20 0,-5 0 22 16,-8 0-1-16,-3 18-1 16,-2 4 4-16,0 4 3 15,-9 1 7-15,-8 1-5 16,-4-2 47-16,-1-4-40 16,-3-2-9-16,4-7 0 15,0-2-42-15,5-8-13 16,5-3-128-16,11-1-160 0,0-16-320 15,7-2-810-15</inkml:trace>
  <inkml:trace contextRef="#ctx0" brushRef="#br0" timeOffset="66361.45">28369 8813 1302 0,'0'0'579'0,"0"0"-421"0,0 0-19 16,0 0-11-16,0 0 32 15,0 0-35-15,0 0 64 16,43 56-48-16,-43-20-66 16,0 4 16-16,0-4-60 15,-11 0-19-15,2-3 17 16,0-5-16-16,0-6-13 16,4-8 0-16,3-4 17 0,2-10-29 15,0 0 12-15,0-5-18 16,14-17 9-16,6-11-81 15,6-7-73-15,1-7-55 16,2 3 44-16,-6 6 125 16,-6 8 30-1,-8 14 19-15,-6 10 102 0,-3 6-100 16,0 2 17-16,-14 18 33 16,1 6-9-16,1 2 94 15,6 2-57-15,6 0-24 16,0-2 16-16,0-3-61 15,18-7 10-15,4-4-21 16,4-9-40-16,6-3-41 0,-1-2-198 16,10-3-180-16,-10-12-104 15,-8 0-523-15</inkml:trace>
  <inkml:trace contextRef="#ctx0" brushRef="#br0" timeOffset="66799.63">28837 8590 1119 0,'0'0'600'0,"0"0"-442"0,0 0-61 16,0 0 76-16,0 0 57 16,0 0-90-16,0 0 4 15,0-8 13-15,0 4-53 16,0-2 4-16,7 0-77 15,9 4-30-15,4 2 8 0,2 0 0 16,-6 6-9-16,-10 19 0 16,-6 8 6-16,-9 7 3 15,-20 5 20-15,-4-3 14 16,2-4 45-16,6-10-87 16,12-6 31-16,13-10-32 15,0-6 10-15,34-4-25 16,10-2-51-16,34 0-169 15,-11-2-56-15,-7-6-402 0</inkml:trace>
  <inkml:trace contextRef="#ctx0" brushRef="#br0" timeOffset="70128.48">4066 10744 709 0,'0'0'1231'0,"0"0"-871"0,0 0-128 0,0 0-28 0,0 0-3 16,0 0-45-16,0 0-62 16,-9-2 28-16,9 2-75 15,0 0-5-15,0 0 48 16,9-2-84-1,11 0 35-15,9 0-41 0,9-2 12 16,2-2-24-16,3 0 12 16,-6 4-78-16,-3 0-42 15,-15 2-244-15,-7 0-394 16,-12 10-451-16</inkml:trace>
  <inkml:trace contextRef="#ctx0" brushRef="#br0" timeOffset="70253.48">4117 10888 1446 0,'0'0'890'0,"0"0"-551"16,0 0-42-16,0 0-62 16,0 0-119-16,0 0-96 15,123-18 22-15,-81 16-42 16,0 2-50-16,7 0-32 16,-11 8-443-16,-7 4-509 0</inkml:trace>
  <inkml:trace contextRef="#ctx0" brushRef="#br0" timeOffset="71035.37">4803 11091 1687 0,'0'0'648'0,"0"0"-460"0,0 0 45 16,0 0-169-16,0 0-55 15,134-97 22-15,-81 57-29 16,1-2-2-16,2-4 0 15,-3-4-2-15,-2-2-5 16,-3-4-5 0,-11-2 6-16,-6-2-8 15,-13 3 26-15,-7 7-12 0,-11 10 105 0,0 10-65 16,-2 14 14-16,-16 14-48 16,-7 2 9-16,-4 18 18 15,0 22-14-15,2 14 47 16,4 10-1-16,4 9-46 15,11-3 31-15,6-2-38 16,2-6-11-16,2-12 20 16,17-9-9-16,6-12-12 15,4-10 0-15,2-12-32 16,0-7 15-16,-2 0-52 16,-2-15-19-16,-2-10 25 15,-8-4-114-15,1-4 73 0,-5 5 86 16,-5 6 18-16,-2 8 212 15,-6 12-100-15,0 2-97 16,0 4 26-16,0 18-26 16,-8 4 31-16,-2 3-32 15,4-4-2-15,1-3-24 16,3-4 7-16,2-3-119 16,0-12-165-16,0-3-381 15,4 0-818-15</inkml:trace>
  <inkml:trace contextRef="#ctx0" brushRef="#br0" timeOffset="71427.61">5628 10838 1443 0,'0'0'551'0,"0"0"-261"0,0 0 37 0,0 0 11 16,0 0-196-16,0 0-28 15,-41 105-66-15,37-99-48 16,2-2 42-16,2-4-41 15,0 0 0-15,0-4-1 16,18-13-39-16,4-3-21 16,6-2-33-16,4 2-40 15,-1 6 104-15,-4 6-13 16,-7 8 42-16,-7 0 36 0,-6 10 6 16,-7 10 66-16,0 5-47 15,0-6-16 1,-4-2 39-16,-1-7-83 0,5-6 14 15,0-4 17-15,5-3-32 16,21-15-6-16,13-4-86 16,3 0-20-16,5 2 92 15,-3 4-17-15,-6 8 36 16,-5 6 0-16,-8 2-2 16,-7 4-10-16,-9 18 13 15,-7 6-27-15,-2 16-24 0,-7-5-274 16,-7-6-424-16</inkml:trace>
  <inkml:trace contextRef="#ctx0" brushRef="#br0" timeOffset="72164.78">4948 11456 1582 0,'0'0'305'0,"0"0"-207"0,0 0 46 0,0 0-39 15,0 0 18-15,0 0 29 16,134-55-56-16,-118 68 9 0,-5 10-55 15,-7 8 77 1,-4 3-20-16,0 2-37 16,-9-2 19-16,-9-4-56 0,3-6-26 15,1-10 29-15,8-6-19 16,3-6-11-16,3-2 31 16,0-6-37-16,7-18-23 15,13-8-79-15,5-6-71 16,-1-4-74-16,-4 2-28 15,-2 6 85-15,-9 10 190 16,-7 14 111-16,-2 10 75 16,-4 1-131-1,-14 21 46-15,0 9 87 0,2 1-105 0,10 2 8 16,4-2-19-16,2-4-63 16,4-4 27-16,18-6-36 31,7-4-42-31,20-8-54 15,-8-6-449-15,-6 0-460 0</inkml:trace>
  <inkml:trace contextRef="#ctx0" brushRef="#br0" timeOffset="72353.85">5331 11526 1884 0,'0'0'844'0,"0"0"-621"15,0 0-98-15,0 0-83 16,0 0-34-16,0 0 7 16,123-32-15-16,-81 32-8 15,3 0-62-15,9 0-223 16,-13 0-182-16,-7 0-455 0</inkml:trace>
  <inkml:trace contextRef="#ctx0" brushRef="#br0" timeOffset="72636.14">5668 11382 1455 0,'0'0'741'0,"0"0"-476"0,0 0-86 16,0 0-32-16,0 0-126 15,0 0 15-15,0 0-10 16,87 55-16-16,-65-28 8 15,-7 1 0-15,-4 0-6 16,-6 0 51-16,-5 0-54 16,-5 0 22-16,-14 0-10 15,-8-4-21-15,0-2-13 16,0-6-213-16,10-3-261 16,7-9-576-16</inkml:trace>
  <inkml:trace contextRef="#ctx0" brushRef="#br0" timeOffset="72964.53">5988 11464 1542 0,'0'0'579'16,"0"0"-277"-16,0 0-9 0,0 0-96 15,0 0-27 1,0 0-99-16,-44 124 10 0,44-90-35 16,0-2-28-16,23-6 46 15,8-3-64-15,11-12 16 16,5-11 19-16,4 0-20 16,-4-16-8-16,-7-11-7 15,-11-9 0-15,-19-1-28 16,-10-3 23-16,0 2-22 15,-25 6 2-15,-10 4-77 16,0 12 32-16,-12 16-253 16,10 0-371-16,6 2-1207 0</inkml:trace>
  <inkml:trace contextRef="#ctx0" brushRef="#br0" timeOffset="76067.73">6975 10341 1207 0,'0'0'764'0,"0"0"-381"0,0 0-79 0,0 0-62 16,0 0-46-16,0 0-93 15,0 0-64-15,43-10-10 16,-10 4-16-16,5-2-13 0,2 0 0 15,1 0-12-15,7 1-69 16,-9 2-284-16,-10 1-471 0</inkml:trace>
  <inkml:trace contextRef="#ctx0" brushRef="#br0" timeOffset="76693.73">7664 10168 768 0,'0'0'854'0,"0"0"-553"0,0 0-1 16,0 0-97-16,0 0-20 31,0 0 3-31,0 0-58 0,-20-56 4 0,20 46-83 16,0 0-8-16,0 0-13 15,0-2-13-15,6 2-10 16,4 2-5-16,1 4 0 15,3 0-12-15,-1 4 12 16,-3 0-1-16,4 2 1 0,-5 16-5 16,-3 6 5-16,-4 6 0 15,-2 8 6-15,0 2 38 16,-12 3-43-16,-9-7 25 16,4-2 7-16,-1-8-27 15,5-8 11-15,5-8-17 16,6-4 0-16,2-6-23 15,0 0 22-15,12 0-14 16,7 0-26-16,6-4-29 16,0 4 46-16,-1 0-8 0,-2 0 28 15,-4 4-19 1,-2 14 34-16,-7 2-11 0,-9 4 13 16,0 0-11-16,-4 4 44 15,-17-4-46-15,-6 0 2 16,0-2-8-16,1-6-175 15,6-3-331-15,8-8-483 0</inkml:trace>
  <inkml:trace contextRef="#ctx0" brushRef="#br0" timeOffset="77179.67">7994 10469 1358 0,'0'0'503'0,"0"0"-325"0,0 0 17 0,0 0-31 16,0 0-26-16,0 0-43 15,0 0 47-15,0 12-48 0,0-10-45 16,7-2 47 0,1 0-57-16,1 0 3 0,-2 0 12 15,-4 0-41-15,-1-4 14 16,-2-2-27-16,0 6-81 31,-2 0-159-31,-8 0-514 0</inkml:trace>
  <inkml:trace contextRef="#ctx0" brushRef="#br0" timeOffset="79562.2">8691 10080 1506 0,'0'0'605'0,"0"0"-432"0,0 0 65 0,0 0 54 0,0 0-102 16,0 0-25-16,0 0-132 16,16-34-11-16,-7 16-4 15,-1-2 0-15,4-2-18 16,-1-2 0-16,0-4-24 16,3-2 14-16,-1 0-58 15,-2-2 2-15,2 1 41 16,-4 5-39-16,0 4 64 15,-4 6 14-15,-3 8 3 16,-2 4 62-16,0 4-79 16,0 0 0-16,0 0 0 0,0 16-8 15,0 11 8-15,-2 5 15 16,0 8-14-16,-1 4 21 16,3 2-10-16,0 0-24 15,0-2 6-15,0-2-129 16,-2 4-165-16,-3-10-287 15,3-9-784-15</inkml:trace>
  <inkml:trace contextRef="#ctx0" brushRef="#br0" timeOffset="79735.22">8542 10319 1134 0,'0'0'1127'0,"0"0"-592"0,0 0-259 16,0 0-127-16,0 0-107 15,0 0 19-15,0 0-54 16,159-38 23 0,-105 32-30-16,5 4 15 15,-4 0-31-15,-5 2-32 0,0 0-111 16,-14 0-210-16,-9 0-421 0</inkml:trace>
  <inkml:trace contextRef="#ctx0" brushRef="#br0" timeOffset="80367.23">8763 10497 880 0,'0'0'811'0,"0"0"-520"15,0 0-7-15,0 0-84 16,0 0-69-16,0 0 58 16,0 0-56-16,-5-12-60 15,2 6-9-15,3 2-62 16,0-2 25-16,0-2-27 16,0 0 6-16,0 0 24 0,10-2-21 15,3 2-8-15,5 4-1 16,-3 0 8-16,4 4-16 15,-4 0 8-15,-3 0 0 16,-2 16 39-16,-5 6-33 16,-5 4 30-16,0 2 33 15,0 0-57-15,-9-6 27 16,3-4-39-16,2-5 0 16,4-4 7-16,0-5-5 15,19 2-2-15,5-2 0 16,1 0-12-16,-3 3 3 15,-4 0 5-15,-10 4-11 16,-8 3 0-16,0 4-8 0,-17 2 23 16,-18 2-6-16,-13 4 3 15,-3-2 2-15,-14 10-149 16,15-8-221-16,7-4-310 0</inkml:trace>
  <inkml:trace contextRef="#ctx0" brushRef="#br0" timeOffset="82036.89">9429 10297 1408 0,'0'0'371'15,"0"0"-202"-15,0 0-43 0,0 0 39 0,0 0 20 16,0 0-84-16,0 0 12 0,4-6-57 15,8 2-56-15,-4 2 39 16,-1-2-38-16,-5 2 7 16,-2-1 68-16,0 2-1 15,0-1 1-15,-11 0-74 16,-5 2 20-16,3 0-32 16,-1 0 10-16,5 0-5 15,5 0-2-15,4 0-128 16,7 5-66-16,17-2-262 15,1-3-581-15</inkml:trace>
  <inkml:trace contextRef="#ctx0" brushRef="#br0" timeOffset="82558.73">9973 10153 1527 0,'0'0'488'15,"0"0"-401"-15,0 0-78 16,0 0 12-16,0 0 76 16,0 0 91-16,0 109-23 15,-7-64-59-15,-11-1 22 0,-5-4-72 16,2-6-19-16,-4-8 11 15,2-8-42-15,1-6 9 16,5-8 11-16,3-4-25 16,5 0 33-16,7-4-34 15,2-12-6-15,2-4-6 16,18 2-51-16,9 0 34 16,7 4 8-16,2 0 18 15,-1 6-14-15,4 0 17 16,-3 4 0-16,-3 0-6 15,-1 0 17-15,-3-2-11 0,-4 0 0 16,-5-4-32-16,-7 0-5 16,-8-2-100-16,-3 0 29 15,-4 0 67-15,0 3 41 16,0 6 68-16,0 3 68 16,-4 0-63-16,-1 10 40 15,-1 16-65-15,2 8-6 16,1 6-24-16,-1 2-18 15,-3 12-132-15,2-12-333 16,1-8-811-16</inkml:trace>
  <inkml:trace contextRef="#ctx0" brushRef="#br0" timeOffset="83108.63">10750 9901 1122 0,'0'0'503'0,"0"0"-296"0,0 0-103 0,0 0-38 0,0 0 114 16,0 0 34-16,0 0-4 15,-112 157 31-15,95-83-96 16,3 5-18-16,7-5-62 16,7-8-58-16,0-8 43 15,3-10-44-15,15-8-12 0,4-8-3 16,7 3-167-16,-7-12-336 16,-4-5-290-16</inkml:trace>
  <inkml:trace contextRef="#ctx0" brushRef="#br0" timeOffset="84428.11">11024 10393 1450 0,'0'0'708'0,"0"0"-392"0,0 0-86 0,0 0-94 0,0 0-124 16,0 0 0-16,0 0-10 15,136-124-2-15,-107 102 0 0,-5-3-62 16,-5 2-61-1,-7-1 67-15,-1-5-55 0,-1 1 54 16,-4 2 56-16,1 2 2 16,-3 8 68-16,0 4 65 15,0 8-58-15,-4 4 14 16,0 0-90-16,0 18 0 16,0 16 130-16,-4 10-61 15,-6 10 21-15,-3 4-71 16,1 3-11-16,3-7-16 15,9 2-65-15,0-16-250 16,0-14-283-16</inkml:trace>
  <inkml:trace contextRef="#ctx0" brushRef="#br0" timeOffset="84663.9">11543 10273 1041 0,'0'0'633'0,"0"0"-351"16,0 0 63-16,0 0-36 15,0 0-129-15,0 0-108 16,145-34 22-16,-94 34-63 16,-2 0-25-16,-4 0-12 15,-10 0-24-15,-8 0-198 0,-9 0-62 16,-9-3-323-16,-7-2-897 15</inkml:trace>
  <inkml:trace contextRef="#ctx0" brushRef="#br0" timeOffset="84836.04">11844 10086 1490 0,'0'0'778'0,"0"0"-661"15,0 0 18-15,0 0 119 16,0 0-104-1,-74 147-45-15,59-97-75 0,1-2-21 16,3-2-18-16,11-2-193 16,0-12-263-16,0-12-370 0</inkml:trace>
  <inkml:trace contextRef="#ctx0" brushRef="#br0" timeOffset="85166.24">12240 10076 1392 0,'0'0'596'16,"0"0"-327"-16,0 0-114 16,0 0 33-1,0 0-21-15,0 0 4 0,-80 142-59 16,51-98-74-16,0-5 20 15,3-7-58-15,3-6 1 16,10-10-4-16,9-6 16 16,4-8-13-16,0-2 0 15,10 0 18-15,20 0-16 16,5-4-2-16,6-4-6 16,5 2-15-16,1 0 18 15,0 4-18-15,-2 2-20 16,-3 0-137-16,0-2-111 15,-9 0-269-15,-8-2-247 0</inkml:trace>
  <inkml:trace contextRef="#ctx0" brushRef="#br0" timeOffset="85338.75">12403 10154 1530 0,'0'0'740'15,"0"0"-368"-15,0 0-160 16,0 0-113-16,0 0-98 15,0 0 44-15,0 0 46 16,-26 100-90-16,19-55 15 16,5-3-16-16,0-4-87 15,2-2-73-15,0-8-177 16,0-12-350-16</inkml:trace>
  <inkml:trace contextRef="#ctx0" brushRef="#br0" timeOffset="85761.92">12497 10185 1884 0,'0'0'611'15,"0"0"-562"-15,0 0 40 16,0 0 43-16,0 0-98 16,0 0 60-16,0 0-30 0,51 91-38 15,-51-50 62 1,0-3-61-16,0-4 6 0,0-6-3 15,-5-6-24-15,3-10 7 16,2-4-13-16,0-8 0 16,0 0 15-16,0-6-15 15,7-18-42-15,4-10-33 16,2-10-131-16,-1-8 30 16,1 2 24-16,-4 4 152 15,0 11 89-15,-4 17 205 16,-5 12-132-16,0 6-155 15,0 9 23-15,0 14 6 16,-5 8-9-16,5 5-7 0,0 0 19 16,0-2-27-16,11-4-9 15,4-6-3-15,3-6-53 16,1-6 2-16,-4-8-143 16,5-4-144-16,-5-16-247 15,-3-10-817-15</inkml:trace>
  <inkml:trace contextRef="#ctx0" brushRef="#br0" timeOffset="85949.93">12933 9970 1491 0,'0'0'1116'15,"0"0"-752"-15,0 0-283 16,0 0-26-16,0 0-35 16,114 56 28-16,-94-4 67 0,-4 8-73 15,-3 9 4 1,-7 0-46-16,-6 0 9 0,0-7-24 15,-2-6-4-15,-15-6-56 16,-16 6-16-16,4-11-426 16,4-11-418-16</inkml:trace>
  <inkml:trace contextRef="#ctx0" brushRef="#br0" timeOffset="87095.82">13270 9749 1582 0,'0'0'708'0,"0"0"-363"0,0 0-72 0,0 0-95 16,0 0-42-16,0 0-106 15,0 0 9-15,87-2-39 16,-47 0 8-16,2 0-38 16,3 1-38-16,13-8-153 15,-14 1-395-15,-1-2-832 0</inkml:trace>
  <inkml:trace contextRef="#ctx0" brushRef="#br0" timeOffset="87595.47">13987 9489 1392 0,'0'0'553'16,"0"0"-383"-16,0 0 21 16,0 0 16-16,0 0-44 15,0 0 26-15,0 0-104 16,0-58-46-16,9 48 25 16,7 2-63-16,-1 3 28 15,1 3-29-15,2 2 10 16,-3 0-11-16,-4 11 1 15,-1 11 0-15,-8 4 27 16,-2 2-18-16,0 2 15 16,-20 0 4-16,-7 0-26 0,-2-6 46 15,5-2-48 1,4-8 0-16,6-2-11 0,11-6 23 16,3-2-12-1,3-2 0-15,21-2 1 0,7 0-16 16,5 0-30-16,3 0-45 15,-4 0 1-15,-6 0-141 16,-2 0 14-16,-10 0-177 16,-5 0-502-16</inkml:trace>
  <inkml:trace contextRef="#ctx0" brushRef="#br0" timeOffset="87798.78">13912 9846 907 0,'0'0'1226'0,"0"0"-606"0,0 0-318 0,0 0-143 0,0 0-69 16,0 0-75-16,0 0-8 15,135-45 11-15,-90 45-18 16,4 0-2-16,2 10-59 15,18 4-96-15,-15-2-174 16,-10-3-396-16</inkml:trace>
  <inkml:trace contextRef="#ctx0" brushRef="#br0" timeOffset="88536.32">14020 10006 785 0,'0'0'721'16,"0"0"-388"-16,0 0-90 16,0 0-13-16,0 0-65 15,0 0 12-15,0 0-21 16,-2 0-85-16,2 0 23 15,0 0-72-15,0 0 10 16,0 0 33-16,0 0-42 16,0 0 28-16,0 0-50 15,0 0 8-15,0 0 11 0,0 0-20 16,0 0 0-16,0 0-1 16,0 0-1-16,0 0-11 15,0 0 13-15,0 0 0 16,-2 0-12-16,-2 0 13 15,2 0-1-15,0-2 14 16,2-2-4-16,0-2 7 16,0 0-17-16,0-2 0 15,6 4 1-15,3 0 0 16,2 2-1-16,-2 2 0 16,2 0-2-16,-4 2-11 15,-2 12 13-15,-3 4 0 0,-2 2 18 16,0 2-11-16,0-2-1 15,0-2 0-15,0-2 6 16,6 1 17-16,9-2-29 16,6-1 0-16,-5 0 1 15,-3 1 5-15,-9 0-6 16,-4 2 0-16,-9 2-52 16,-24 6 39-16,-7-1-113 15,-16 8-201-15,9-6-285 16,14-6-1077-16</inkml:trace>
  <inkml:trace contextRef="#ctx0" brushRef="#br0" timeOffset="89910.22">14881 10345 1446 0,'0'0'656'0,"0"0"-283"0,0 0 97 0,0 0-315 0,0 0-21 16,0 0-73-16,0 0-37 15,68-48 24-15,-29 44-39 16,7-2-9-16,4-2 0 16,-2 2-8-16,-1-2-7 15,-7 0-85-15,-11 2-111 16,-6-5-162-16,-12 4-326 15,-9-1-363-15</inkml:trace>
  <inkml:trace contextRef="#ctx0" brushRef="#br0" timeOffset="90088.64">15173 10034 671 0,'0'0'1103'16,"0"0"-568"-16,0 0-363 15,0 0-74-15,0 0-16 16,0 0 18-16,0 0 103 15,-29 90-85-15,17-38-92 16,6 3 11-16,-3-1-37 16,5-6-34-16,2-4-39 15,2-10-274-15,10-10-238 16,11-12-967-16</inkml:trace>
  <inkml:trace contextRef="#ctx0" brushRef="#br0" timeOffset="90590.48">15712 9865 1169 0,'0'0'699'16,"0"0"-450"-16,0 0-35 16,0 0-18-16,0 0 54 15,0 0-96-15,0 0-135 16,20 9 86-16,-24 41-47 15,-12 8-17-15,1 2 50 0,-4-2-83 16,4-8 17 0,3-10-20-16,4-12 14 0,1-10-17 15,5-10-2-15,0-8 0 16,2 0 52-16,0 0-40 16,2-9-12-16,15-4-9 15,10-1-55-15,5 5 40 16,5 0-7-16,4 1 31 15,1 4-27-15,0-3 27 16,1-4-29-16,-6 0 11 16,-5-7 12-16,-10-7-13 15,-9-1 19-15,-11-4-11 16,-2-2-7-16,0 4 36 16,-8 4 29-16,1 8 71 0,1 12-69 15,0 4-28-15,2 8-21 16,0 26 0-16,0 12 36 15,-3 14-22-15,-3 13 3 16,-7 4-17-16,-18 32-108 16,-1-23-121-16,5-14-572 15</inkml:trace>
  <inkml:trace contextRef="#ctx0" brushRef="#br0" timeOffset="93035.26">7089 11129 1588 0,'0'0'314'0,"0"0"-252"0,0 0-1 0,0 0 69 16,0 0 1-16,0 0 14 16,0 0-93-16,43-6 2 15,-21 2 13-15,2 2-33 16,5 0 6-16,0 0-40 16,2 0 0-16,3 0 2 15,-1-2 5-15,5 2-7 16,0 0 0-16,4 0 12 15,3-2-22-15,2 2 10 16,4-2 0-16,0-2-6 16,3 2 13-16,2 0-14 15,-1 0-1-15,-4 2-22 0,1-2 14 16,-3 2 7-16,-1 2 9 16,0-2 0-16,-4 2 16 15,3 0-17-15,-3 0 1 16,1 0 0-16,-1 0-5 15,-2 0 5-15,1 0 0 16,-1 0-1-16,0 4 8 16,3 0-8-16,2-2 1 15,4 0 0-15,3-2-14 16,4 0 14-16,0 0 0 16,-1 0-1-16,-1 0 11 0,-2 0-19 15,-7 4 9 1,-3 0 0-16,-2 0-16 0,1 2 25 15,1-4-9-15,1 0 0 16,4 0 12-16,2-2-15 16,1 0 3-16,1 0 0 15,-2 0-16-15,-1 0 1 16,-4 0 15-16,-1 0-2 16,-1 0 13-16,-2 0-22 15,3 0 11-15,-3 0 0 16,3 0-9-16,-3 0 20 15,-2 2-11-15,-1-2 0 16,-4 0 1-16,-4 0 1 16,-4 0-2-16,-3 0 0 15,-1 0-11-15,-5 0 11 0,1 0 0 16,2 0 0-16,-1 0 9 16,2 0-20-16,2 0 11 15,1 0 0-15,2 0-3 16,0 0 17-16,0 0-23 15,4 0 9-15,0 0 0 16,4 0 29-16,3 0-29 16,2 0 0-16,5-2-5 15,-1 0 27-15,1 2-29 16,-1 0 7-16,-2 0 0 16,-1 0-3-16,1 0 3 15,-2 0 0-15,1 0-2 0,1 0 14 16,3 0-12-16,-1 0 0 15,0 0 0-15,3 0 2 16,-3 0-2-16,4 0 0 16,-4 0 0-16,-1 0 6 15,-1 0-6-15,-3 0 0 16,0 0 1-16,-1 0-13 16,2 0 13-16,3-2-1 15,-2-2 0-15,4 2 15 16,2 0-22-1,-1 0 7-15,1 2 0 0,0-2-12 16,0 2 13-16,2 0-1 16,0-2 23-16,2 0-14 0,5 0 13 15,1 2-22-15,4-2 0 16,4 0-7-16,0 0 22 16,1 2-15-16,-1-2 0 15,1 0 3-15,-1 0-12 16,2 2 9-16,-1-2 0 15,2 2 3-15,1 0 14 16,4 0-17-16,1 0 0 16,1 0 1-16,4 0 11 15,-2 0-12-15,4 0 0 16,-2 0-14-16,4 0 34 16,2 0-21-16,0 0 1 15,-1 0 0-15,1 0 0 16,-2 0 0-16,-4-2 0 15,0-2-13-15,-6 0 29 0,-1 0-16 16,-1-2 0-16,0 2 0 16,-2-3-9-16,0 0 9 15,-4 1 0-15,-3 0 20 16,-4 2-2-16,-5 0-15 16,-3 0-2-16,-3-1-1 15,-3 1 37-15,-2 0-31 16,1 3-6-16,-1-4 35 15,3 4-34-15,1-3 30 16,1 1-16-16,4 2-15 0,3-2 61 16,4-1-53-1,4 2 7-15,5-3-12 0,6 1 4 16,3-3 20-16,5 1 9 16,3-2-11-16,1 2 41 15,4 1-66-15,0 1 23 16,0-3-20-16,1 3 13 15,-4 1-5-15,-6-1-11 16,-7 1 1-16,-10 1 19 16,-12 0-19-16,-13 2 23 15,-11 0-24-15,-11 0 9 16,-12 0-15-16,-4 0 6 16,0 0-64-16,0 0-71 15,-20 0-109-15,-3 0-40 16,2 0-460-16</inkml:trace>
  <inkml:trace contextRef="#ctx0" brushRef="#br0" timeOffset="94291.38">12096 11558 945 0,'0'0'836'0,"0"0"-486"0,0 0-147 0,0 0-85 0,0 0 6 15,0 0-63-15,0 0 18 16,-152 20 54-16,113 22-47 16,-4 12 24-16,5 11-6 15,7 3-53-15,10 4 41 16,11-6-92-16,10-6 7 15,0-12 2-15,15-12 2 16,18-11-12-16,8-11 1 16,1-10 0-16,1-4-26 15,-12 0 11-15,-10-18-40 16,-11-5 55-16,-10-3-63 0,-7 2 62 16,-22 2-6-1,-7 6 7-15,-2 10-20 0,3 6 20 16,8 0-67-16,16 14-213 15,9 0-360-15,2-6-859 0</inkml:trace>
  <inkml:trace contextRef="#ctx0" brushRef="#br0" timeOffset="94760.84">12477 11722 325 0,'0'0'1165'0,"0"0"-853"0,0 0-62 0,0 0 4 15,0 0-119-15,0 0 4 16,118 76-30-16,-116-35 19 15,-2 5 22-15,0 0-61 16,-11-2-15-16,-7-4 13 16,1-6-87-16,1-5 21 15,3-11-21-15,5-6 10 16,6-6-19-16,2-6 9 0,0 0-9 16,14-23 8-16,11-11-155 15,1-12-92-15,3-6-19 16,-3-2-23-16,-5 8 290 15,-13 14 6-15,-8 17 302 16,0 15-9-16,-6 3-243 16,-10 25 15-16,5 4 11 15,9 6-46-15,2 0 60 16,6-2-86-16,28-4-4 16,9-4-6-16,7-4-97 15,22-9-160-15,-11-5-390 16,-15-9-1357-16</inkml:trace>
  <inkml:trace contextRef="#ctx0" brushRef="#br0" timeOffset="95622.61">16968 10866 1182 0,'0'0'574'0,"0"0"-307"0,0 0 74 0,0 0-69 0,0 0-12 16,0 0-96-16,0 0-90 16,30 0-14-16,-8 0-60 15,5 0 0-15,1 0-11 16,-1 0 10-16,-2 0-55 16,-15 6-180-16,-4 4-314 15,-6-2-258-15</inkml:trace>
  <inkml:trace contextRef="#ctx0" brushRef="#br0" timeOffset="95769.14">16964 11037 1659 0,'0'0'383'0,"0"0"-159"0,0 0-107 16,0 0-52-16,118 2-65 16,-78-2-59-16,-9 0-215 15,-6 0-555-15</inkml:trace>
  <inkml:trace contextRef="#ctx0" brushRef="#br0" timeOffset="96532.07">17758 11213 1139 0,'0'0'720'15,"0"0"-509"-15,0 0-177 16,0 0-9-16,0 0 124 16,0 0-78-16,0 0 40 15,55-34-94-15,-17 12-2 16,4-6-9-16,10-8-6 15,0-4 0-15,4-9-6 16,0-2-14-16,-2-6 20 16,-10-3 0-16,-11-2 9 0,-8 4 73 15,-14 4 61-15,-8 10-22 16,-3 9-57-16,-5 16-63 16,-17 10 50-16,-7 9-51 15,-6 16 11-15,-4 24 53 16,1 13-6-16,5 9 17 15,8 4 12-15,10 0-57 16,13-6 39-16,2-10-69 16,4-10 0-1,21-9 31-15,8-11-29 16,3-12-4-16,-1-8-10 16,1 0-77-16,-7-8 6 0,-4-16-83 15,-5-7-127-15,-5-2 66 0,-2-3 46 16,1 5 181-1,-5 9 57-15,-3 12 263 0,-4 10-102 16,-2 0-191-16,0 24 4 16,0 6 63-16,0 5-56 15,-4-2 17-15,-3 2-44 16,1-7-11-16,4-2-17 16,2-6-191-16,0-8-298 15,2-6-199-15</inkml:trace>
  <inkml:trace contextRef="#ctx0" brushRef="#br0" timeOffset="96922.92">18519 10936 924 0,'0'0'900'16,"0"0"-708"-16,0 0 194 0,0 0-62 0,0 0-74 0,-36 107-53 15,28-85-147-15,6-6 14 16,-1-4-62-16,3-4 8 15,0-8 16-15,0 0-26 16,5 0-1-16,12-10-8 16,8-8-97-16,6-6 11 15,4 0-45-15,2 3-2 16,-6 7 131-16,-5 10-25 16,-8 4 36-16,-7 0 30 15,-6 17 67-15,-5 1 14 16,0 0-20-16,0-4-35 0,0-6 21 15,0-8-76-15,0 0 41 16,11 0-16-16,6-18-14 16,10-6-24-16,10-1-14 15,2-1 4-15,6 2-2 16,-2 5 24-16,-4 6 0 16,-10 11 0-16,-6 2-9 15,-14 11-4-15,-9 17-8 16,0 9-39-16,-23 6-21 15,-19 17-206-15,4-10-241 16,2-8-707-16</inkml:trace>
  <inkml:trace contextRef="#ctx0" brushRef="#br0" timeOffset="97455.62">17980 11530 1950 0,'0'0'654'0,"0"0"-540"0,0 0 15 0,0 0 4 16,0 0-72-16,0 0 5 15,0 0-66-15,69-68 19 16,-49 68-32-16,-7 12 13 16,-6 16 0-16,-7 8 33 15,0 8-24-15,-13 4 33 16,-10 0-24-16,1-1-12 16,2-7 46-16,4-11-46 15,6-8-6-15,5-9 5 16,5-10 14-16,0-2-4 15,5-4-15-15,13-23-58 16,1-4 10 0,2-11-104-16,-6-3-117 0,-6 5 47 15,-2 6 68-15,-7 14 154 0,0 12 145 16,-2 8-91 0,-12 4 31-16,1 20-16 0,4 5 54 15,7 3-7-15,2-3-60 16,6 1 9-16,16-2-65 15,10-6-35-15,17-5-97 16,-10-9-423-16,-2-8-674 0</inkml:trace>
  <inkml:trace contextRef="#ctx0" brushRef="#br0" timeOffset="97596.93">18236 11671 2029 0,'0'0'736'0,"0"0"-597"15,0 0-6-15,0 0-124 16,141-33 39-16,-91 30-48 16,2 0-2-16,0 3 1 15,6 0-258-15,-14 0-391 16,-11 0-381-16</inkml:trace>
  <inkml:trace contextRef="#ctx0" brushRef="#br0" timeOffset="97820.43">18691 11538 1510 0,'0'0'713'16,"0"0"-355"-16,0 0-167 15,0 0-117-15,0 0-26 16,0 0-26-16,0 0 34 16,77 78-40-16,-77-36-5 15,-4 3 23-15,-21-1-28 16,2-4-6-1,-6-4 0-15,4-6-77 0,9-10-145 16,5-10-321-16,11-8-710 0</inkml:trace>
  <inkml:trace contextRef="#ctx0" brushRef="#br0" timeOffset="98099.01">19081 11588 1132 0,'0'0'1011'15,"0"0"-810"-15,0 0-82 16,0 0 155-16,-116 84 11 16,102-53-156-16,14-1-39 15,0-5-27-15,29-3-53 16,18-9 37-16,11-9-47 16,9-4 0-16,0-8-9 0,-7-20 24 31,-13-7-15-31,-16-1 0 0,-18-4-16 0,-13 2 6 15,-22 4-15-15,-22 10-25 32,-35 12 10-32,13 6-240 15,3 6-467-15</inkml:trace>
  <inkml:trace contextRef="#ctx0" brushRef="#br0" timeOffset="102217.24">20304 10590 1440 0,'0'0'500'0,"0"0"-372"0,0 0 121 0,0 0 15 0,0 0-68 15,0 0-70-15,0 0-84 16,85-3-42-16,-48 3 9 16,8 0-3-16,-1 0-12 15,21 0-142-15,-13-4-335 0,-8 0-395 16</inkml:trace>
  <inkml:trace contextRef="#ctx0" brushRef="#br0" timeOffset="102796.93">20977 10413 1086 0,'0'0'570'0,"0"0"-312"16,0 0-120-16,0 0 43 15,0 0-61-15,0 0-72 16,0 0 118-16,-13 40-2 15,-1-8-21-15,-1 4 1 16,-1 0-107-16,-2-1 14 16,-2-5-36-16,0-6-9 15,0-4 13-15,0-6-19 16,-1-8 0-16,0-4-9 16,3-2-18-16,5 0 20 15,5-4-13-15,8-8-48 16,0-2 56-16,12 4-81 15,13-1 32-15,0 6 59 16,5 5-11-16,4 0 13 16,1 0 0-16,1 0 1 15,-3 0 6-15,1 0-7 0,-3 0 0 16,-4 0-6-16,-5 0-65 16,-5-6-59-16,-5-6 24 15,-5-5-45-15,-7-2 89 16,0-2 17-16,0-1 45 15,0 4 129-15,0 4 52 16,0 4 107-16,0 8-87 16,0 2-139-16,0 0-25 15,0 19-23-15,0 13-14 16,-3 8 0-16,-6 7 12 0,-2 6-24 16,-2 1-93-16,-1 12-195 15,3-14-70-15,5-12-723 16</inkml:trace>
  <inkml:trace contextRef="#ctx0" brushRef="#br0" timeOffset="106109.2">21574 10648 183 0,'0'0'554'15,"0"0"-407"-15,0 0-1 0,0 0 68 0,0 0-2 16,0 0 8-16,0 0-54 16,0-12-76-16,0 9-4 15,0-1-48-15,3 3 28 0,-3-1-38 16,0 0-6-16,2 2 58 15,-2-2-49-15,0 2-1 16,0 0 30-16,0 0-46 16,0 0 17-16,-5 0-12 15,-4 2 6-15,0 7 50 16,3 4-52-16,4-1 3 16,2-2 33-16,0 0-58 0,0-2 32 15,10-2 8-15,6-6-32 16,4 0 21-16,-4 0-30 15,-3-2 0-15,-9-8-1 16,-4-2-23-16,0 2 24 16,0 0-21-16,-11 2-10 15,-3 4 20-15,1 4-148 16,3 0-230-16,2 0-686 0</inkml:trace>
  <inkml:trace contextRef="#ctx0" brushRef="#br0" timeOffset="106798.76">22296 10218 1508 0,'0'0'606'0,"0"0"-440"0,0 0-32 0,0 0-9 15,0 0-82-15,0 0 24 16,0 0-37-16,-73-56 9 15,48 84 92-15,0 15-32 16,1 7 23-16,-1 10-29 16,8 2-57-16,1 0 51 15,9-5-78-15,5-6 2 16,2-7 8-16,2-5 5 16,21-7-25-16,8-10 1 15,4-4-77-15,3-8-25 0,13-10-351 16,-9 0-168-16,-8 0-572 0</inkml:trace>
  <inkml:trace contextRef="#ctx0" brushRef="#br0" timeOffset="107079.9">22481 10445 1840 0,'0'0'646'15,"0"0"-493"-15,0 0 114 16,0 0-78-16,0 0-174 15,0 0 25-15,0 0-35 16,122-12 10-16,-88 10-30 16,8-2-35-16,-9 2-246 15,-6-2-387-15</inkml:trace>
  <inkml:trace contextRef="#ctx0" brushRef="#br0" timeOffset="107636.18">23347 10118 918 0,'0'0'669'0,"0"0"-342"16,0 0-197-16,0 0-6 15,0 0-22-15,0 0-39 16,0 0 41-16,29-82-64 15,-10 74-16-15,0 4 62 16,1 2-14-16,-5 2 38 16,-1 0-29-16,-7 8-47 15,-5 10 44-15,-2 6-29 0,-4 4-3 16,-21 3 64 0,-6-2-85-16,-2 0 44 15,1-6-15-15,5-2-54 16,12-5 35-16,9-8-35 0,6 0 0 15,2-4 2-15,24 0 11 16,5-2-23-16,8-1 10 16,-4-1-61-16,-1 0 59 15,-8 0-79-15,-6 7-51 16,-2 4-143-16,-7 2-243 16,-4-3-247-16</inkml:trace>
  <inkml:trace contextRef="#ctx0" brushRef="#br0" timeOffset="107847.34">23231 10461 1844 0,'0'0'756'0,"0"0"-423"15,0 0-28-15,0 0-191 16,0 0-50-16,0 0-53 15,0 0 5-15,108-10-17 16,-71 10 1-16,1 0-27 16,1 4 1-16,5 10-114 0,-9-4-164 15,-8 0-516-15</inkml:trace>
  <inkml:trace contextRef="#ctx0" brushRef="#br0" timeOffset="108599.15">23330 10664 1497 0,'0'0'360'16,"0"0"-144"-16,0 0 14 15,0 0-107-15,0 0 31 32,0 0-69-32,0 0 18 0,-14-18-7 0,14 16-68 15,0 2 44-15,0-2-8 16,0 0-21-16,0 2 37 15,0 0-71-15,0 0 10 16,0 0-16-16,0 0 14 16,0 0-29-16,0 0 12 15,0 0-17-15,0 0 1 16,0 0 4-16,0 0 7 0,0 0-1 16,0 0 12-1,-2 0-16-15,2 0 10 0,-2 0 0 16,2 0-6-16,-4 0 18 15,-1 2-12-15,1 2 0 16,-4-2 7-16,4 0 17 16,2-2-24-16,2 1 2 15,0-1 47-15,0 0-49 16,0 0 30-16,2 0-24 16,10 0 13-16,1 0-38 0,-5 4 11 15,2 5 8 1,-8 3-21-16,-2 4 7 0,0 4 14 15,0 0 1-15,0 2 8 16,-7-4 12 0,2-4-21-16,3-2 0 0,2-6 12 15,2-2 3-15,19-2-4 16,6 0-11-16,2 0 19 16,-6 2-38-16,-2 2 19 15,-7 6-3-15,-10 6-15 16,-4 6-2-16,0 4 20 15,-16 5 0-15,-11-1 8 16,-6 0-29-16,2-5 21 16,4-2-108-16,10-9-161 15,8-8-401-15,9-6-681 0</inkml:trace>
  <inkml:trace contextRef="#ctx0" brushRef="#br0" timeOffset="109131.63">24058 10156 1707 0,'0'0'592'0,"0"0"-343"0,0 0 10 0,0 0-153 15,0 0-41-15,0 0-64 16,0 0 9-16,58 127 72 15,-47-59-62-15,1 6 41 16,-2 0-28-16,-1 1-18 16,-6-5 35-16,-3-2-50 15,0-4 0-15,-18-4 0 16,-11-8-57-16,-15 0-106 16,5-12-168-16,6-12-340 0</inkml:trace>
  <inkml:trace contextRef="#ctx0" brushRef="#br0" timeOffset="109853.82">24495 10596 1330 0,'0'0'499'0,"0"0"-404"0,0 0-29 0,0 0 98 16,0 0-44-16,0 0 3 16,0 0-33-16,-13 12-48 15,13-10 13-15,0-2-15 16,0 0-3-16,4 0 39 15,-2 0-65-15,-2 0-1 16,0-6-5-16,0-1 15 16,-6 6-39-16,-5 1 19 15,-1 0-15-15,1 1 2 0,11 20-47 16,0-2-187-16,0-5-532 16</inkml:trace>
  <inkml:trace contextRef="#ctx0" brushRef="#br0" timeOffset="110401.72">24907 10413 742 0,'0'0'817'15,"0"0"-574"-15,0 0-70 16,0 0 43-16,0 0-42 16,-43 137 2-16,30-94 35 15,1 1-96-15,-7-3-27 16,3-5-43-16,1-8-44 16,-1-8 33-16,5-6-34 15,0-8 0-15,4-6 27 16,1 0-26-16,3-6-2 15,3-12-39-15,0-2-47 16,7 2 43-16,15 0-23 16,5 4-19-16,7 6 45 15,1 6 3-15,-2 2 36 0,1 0-2 16,-5 0 4-16,-2 0-11 16,-5 0 12-16,-1 0-2 15,-6-2-9-15,-5-8-77 16,-2-5-31-16,-6 0 1 15,-2-2 105-15,0 3 12 16,0 5 175-16,0 6 92 16,0 3-119-16,0 8-122 15,-10 19 79-15,4 11-57 16,-3 8-26-16,1 8 17 16,0 0-39-16,8 12-107 15,0-13-385-15,0-17-550 0</inkml:trace>
  <inkml:trace contextRef="#ctx0" brushRef="#br0" timeOffset="111469.61">25529 10624 925 0,'0'0'288'0,"0"0"-229"0,0 0 108 0,0 0 45 15,0 0-29-15,0 0 33 16,0 0-45-16,-16 0-2 15,16 0 8-15,0 0-70 16,0 0 63-16,0 0-97 16,0 0-61-16,0 0-3 15,0 0-9-15,0 0-22 16,0 0-47-16,-2 0 24 16,2 0 33-16,-3 0 3 15,3 0 9-15,-2 0 38 16,-2 0-4-16,0 0 53 0,-1 0-24 15,-1 0-63-15,-2 0 19 16,4 0-19-16,0 0-31 16,4 2-83-16,0 1-162 15,13 0-254-15,7-3-551 0</inkml:trace>
  <inkml:trace contextRef="#ctx0" brushRef="#br0" timeOffset="111814.08">26007 10138 1790 0,'0'0'386'0,"0"0"-250"0,0 0-34 0,0 0-96 0,0 0 56 15,0 0 29-15,0 0 50 16,-98 159 92-16,79-87-100 16,3 2-16-16,5 0-4 15,9-5-90-15,2-7 21 0,0-8-44 16,19-6-27-16,6-10 26 15,4-4-99-15,13-8-100 16,-8-6-345-16,-6-10-435 16</inkml:trace>
  <inkml:trace contextRef="#ctx0" brushRef="#br0" timeOffset="113037.01">26291 10714 1333 0,'0'0'406'0,"0"0"-213"0,0 0 27 0,0 0-57 16,0 0-146-16,0 0 14 15,0 0-20-15,123-88 2 16,-97 62-10-16,-2-5-3 16,-6 1 0-16,-2-4 15 15,-5-2 1-15,0 0 60 16,-4 2 68-16,2 4 31 15,-5 8-72-15,1 8-76 16,-3 8-9-16,-2 6 4 16,0 0-22-16,0 24 0 15,-11 10 23-15,-3 8 17 16,1 6 38-16,2 2-74 16,2-1-2-16,2-4-4 15,7-2-29-15,0-5-179 0,3-10-275 16,10-12-532-16</inkml:trace>
  <inkml:trace contextRef="#ctx0" brushRef="#br0" timeOffset="113240.45">26696 10551 1840 0,'0'0'589'0,"0"0"-431"15,0 0-27 1,0 0-45-16,127-16 22 16,-85 16-87-16,-1 0 4 0,-3 0-25 0,-7 0-80 15,-6 0-91-15,-10 0-200 16,-7 0-251-16,-2-4-599 0</inkml:trace>
  <inkml:trace contextRef="#ctx0" brushRef="#br0" timeOffset="113400.93">26997 10387 1239 0,'0'0'1027'0,"0"0"-751"0,0 0-200 0,0 0 151 15,0 0-118-15,0 0-46 16,-101 118-31-16,91-80-32 31,5 2-62-31,5-1-219 0,9-10-299 0,9-8-661 16</inkml:trace>
  <inkml:trace contextRef="#ctx0" brushRef="#br0" timeOffset="113900.11">27438 10383 1182 0,'0'0'673'0,"0"0"-425"15,0 0-25-15,0 0-127 16,0 0 2-16,0 0 90 16,0 0-19-16,-76 102-86 15,48-66 31-15,-3-2-81 16,0-3 18-16,4-9-41 16,6-8 2-16,8-4 3 15,8-6-15-15,5-4 0 16,0 0 38-16,10 0-38 15,13-7-12-15,10-3-21 16,4 2-42-16,3 2 52 16,0 5-62-16,1-2-42 15,-4-1-9-15,-3 3-37 0,-5-5 66 16,-5-1-10-16,-4-2-54 16,-4-5 43-16,-10-3-61 15,-1-5 30-15,-5 0 94 16,0-2 65-16,0 4 246 15,0 4 136-15,0 4 91 16,-3 8-161-16,-1 4-210 16,-2 0-78-16,-6 14 7 15,1 14-23-15,-2 10 53 16,-3 6-61-16,3 5 8 16,4-3-35-16,0-2 18 15,7-6-107-15,2-6-210 16,0-10-349-16,4-10-939 0</inkml:trace>
  <inkml:trace contextRef="#ctx0" brushRef="#br0" timeOffset="114354.26">27786 10461 1345 0,'0'0'302'0,"0"0"-86"0,0 0 100 0,0 0-80 16,0 0-166-16,0 0 36 0,0 0 80 16,47 63-50-16,-41-27-9 15,-1 1-78-15,-5-1-17 16,0-3 62-16,0-5-80 16,-5-6 16-16,-1-6-21 15,4-8 6-15,2-6 6 16,0-2-21-16,0 0 0 15,8-20 0-15,13-10-46 16,0-7 1-16,2-7-47 16,-3 1-15-16,-7 0 68 15,-4 11 39-15,-4 10 58 16,-5 10 74-16,0 10-117 16,-5 2-5-16,-6 6-2 0,2 14-2 15,3 8 70 1,3 3-55-16,3 2-7 0,0 0-10 15,5-4 18-15,12-2-26 16,6-3 4-16,2-6-64 16,-1-4 5-16,14-8-168 15,-5-4-249-15,-6-2-248 0</inkml:trace>
  <inkml:trace contextRef="#ctx0" brushRef="#br0" timeOffset="114557.71">28363 10299 2212 0,'0'0'683'0,"0"0"-549"0,0 0-81 0,0 0-53 16,0 0 66-16,0 0-26 16,83 130-7-16,-75-70 25 15,-1 1-57-15,-5-1 27 16,-2-2-28-16,0-6-3 15,-7-4-5-15,-24 0-166 16,4-12-375-16,5-10-527 0</inkml:trace>
  <inkml:trace contextRef="#ctx0" brushRef="#br0" timeOffset="115828.84">28590 9968 694 0,'0'0'1135'16,"0"0"-599"-16,0 0-198 0,0 0-80 0,0 0-77 15,0 0-103-15,0 0-33 16,51-26-30-16,-19 24 5 15,3 0-31-15,5 2 11 16,1 0-102-16,14-4-115 16,-10 0-406-16,-8-2-524 0</inkml:trace>
  <inkml:trace contextRef="#ctx0" brushRef="#br0" timeOffset="116300.38">29390 9665 1098 0,'0'0'411'16,"0"0"-36"-16,0 0-53 15,0 0-158-15,0 0-69 16,0 0-62-16,0 0 65 16,2 20 12-16,-2-4-22 15,-9 4 39-15,-2 1-69 16,0-3 1-16,2-3 32 16,3-3-82-16,3-3 19 15,3-8-25-15,0-1 8 16,0 0 29-16,15 0-40 0,8 0-31 15,2-1 20 1,-3-3-56-16,-2 4 66 0,-4 0-5 16,-8 0-6-16,-3 8-19 15,-5 10 31-15,0 6 0 16,0-1 34-16,-7 2-32 16,-1-3 8-16,-2-4-10 15,4-4-3-15,-1-6-12 16,-2-6-116-16,-11-2-166 15,2 0-165-15,-2-6-353 0</inkml:trace>
  <inkml:trace contextRef="#ctx0" brushRef="#br0" timeOffset="116457.38">29368 9661 1528 0,'0'0'606'15,"0"0"-264"-15,0 0-17 16,113-46-164-16,-77 38-74 15,0 2-74-15,-5 6 2 16,-2 0-15-16,-5 4-95 16,1 24-152-16,-7-4-222 15,-5 0-232-15</inkml:trace>
  <inkml:trace contextRef="#ctx0" brushRef="#br0" timeOffset="116848.39">29225 10042 1272 0,'0'0'817'16,"0"0"-476"-16,0 0-86 15,0 0 22-15,0 0-99 16,0 0-134-16,0 0 43 15,145 4-78-15,-90 0 6 16,3-2-15-16,0 0-8 16,-6 2-35-16,4 0-185 15,-14 0-435-15,-13 0-463 0</inkml:trace>
  <inkml:trace contextRef="#ctx0" brushRef="#br0" timeOffset="117757.56">29419 10289 355 0,'0'0'1143'0,"0"0"-793"0,0 0-205 0,0 0 48 0,0 0-86 0,0 0-22 16,0 0-6-16,-2-13-78 15,-1 13 20 1,1 0-20-16,0 0-1 0,2 0 55 16,0 0-38-16,0 0 29 15,0-1 33-15,0-1-11 16,-2 0 2-16,0 0-58 15,0 0-6-15,-1 0 20 16,1-1-16-16,-3 2-10 16,3 1 15-16,2-3-6 15,-2 2 30-15,2-2-15 16,0 2-18-16,-3-1 54 16,3 0-59-16,0 2 30 15,0 0-7-15,0 0-12 16,0 0-13-1,0 0 1-15,0 0 0 0,0 0-17 0,0 0 11 16,0 0 6-16,0 0 0 16,0 0 19-16,0 0-26 15,-2 0 7-15,0 0 0 16,0 0-14-16,0 0 26 16,0 0-12-16,0 0 0 15,-1 0 11-15,1 0-11 16,2 0 0-16,0 0 0 15,0-5 48-15,0 1-38 16,15 0 17-16,1 1-27 16,4-1 1-16,-4 4-4 15,-1 0 3-15,-5 0 0 0,-6 0-14 16,-4 7 31 0,0 11-17-16,0 4 0 0,-4 3 16 31,-4-1-11-31,6-2-4 0,2-2-1 0,0-4 27 15,14-2-8-15,3-6-13 16,1 0-6-16,-5-4 11 16,-5 2-40-16,-8 2 29 15,0 2-31-15,-25 2 29 16,-6 4-59-16,-5 4 20 16,-11 6-95-16,7-2-185 15,9-3-392-15</inkml:trace>
  <inkml:trace contextRef="#ctx0" brushRef="#br0" timeOffset="119698.46">20342 11446 1222 0,'0'0'539'0,"0"0"-397"0,0 0 46 0,0 0 63 0,0 0-106 16,0 0 7-16,0 0 30 16,0 0-73-16,0-2-4 15,9-2-98-15,2 0 3 16,3 0 7-16,1 0 2 15,1 2-19-15,3-1 0 16,8 2 0-16,4-3 0 16,12-2 0-16,6-2 0 15,11 0-1-15,6-1 8 16,13 0-13-16,3-1 6 0,5 2 0 16,4-1-6-16,1 4 6 15,-3 1 0-15,-2 1 0 16,0 1-2-16,-5 2 2 15,3 0 0-15,0 0 0 16,-1 0-15-16,0 0 27 16,1 0-12-16,0 0 0 15,2 0 5-15,0 0-6 16,-5 0 1-16,-1 0-9 16,-8 0-12-16,-4 0 4 15,-7 0 15-15,-4 0-8 0,-4 0 20 16,0 0-20-1,-1 0 10-15,4 0 0 0,1 2-6 16,0-2 6 0,5 0 0-16,-3 0 0 0,0 0 1 15,0 0 0-15,-2 0-1 16,1 0 0-16,-4 0-10 16,3 3 11-16,-1-3-1 15,2 1 0-15,1 2 15 16,2-3-21-16,0 1 6 15,1 2-17-15,-3-2 4 16,0 3-4-16,0 1 10 16,-2-1 7-16,-2-3 0 15,0 3-6-15,2-1 6 0,-1-2 0 16,4 2-15-16,1-1 15 16,0-2 0-16,4 0 0 15,0 1 8-15,1-1-14 16,2 0 6-16,2 0 0 15,1 0 0-15,1 0 1 16,3 0-1-16,2 0 0 16,2 0 15-16,5 0-14 15,1 0-1-15,6 0 0 16,-1 0 0-16,1 0 7 16,-1 0-8-16,-2 0 1 0,0 0 0 15,1 0-22 1,-3 0 22-16,2 0 0 0,2 0 0 15,1 0 18-15,-2 0-24 16,7 0 6-16,-1 0 0 16,-1 0-13-16,3 0 25 15,-2 0-12-15,-5 0 0 16,1 0 10-16,-3 0-16 16,0 0 6-16,-4 0 0 15,-1 0-10-15,1 0 11 16,0-1-1-16,2-5 0 15,-1-1 6-15,1 2-17 16,2-1 11-16,-4-2 0 0,0 1-4 16,-3 1 11-1,-2 2-7-15,1 0 3 0,-6 2 6 16,0 0-7-16,-3 0-2 16,-5-2 0-16,0 3 12 15,-5-6-3-15,-2 3 19 16,-2-2 5-16,3 1-31 15,-3 0 57-15,2 1-46 16,0 0-11-16,2 0 47 16,3 2-47-16,4 0-2 15,5 0 0-15,1 0 7 16,4-2-4-16,-2 2-3 16,-2 1 0-16,-3-2-15 0,-3 3 27 15,-9 0-13 1,-8 0 1-16,-12 0-27 0,-11 0 26 15,-16 0-92-15,-13 0-176 16,-13 0-230-16,-14 0-277 16</inkml:trace>
  <inkml:trace contextRef="#ctx0" brushRef="#br0" timeOffset="120858.43">25277 11865 1250 0,'0'0'399'0,"0"0"-177"0,0 0 82 16,0 0-64-16,34-114-19 15,-34 96 51-15,0 3-154 16,0 4-60-16,-3 4 2 15,-13 5-48-15,-5 2 0 16,-8 0-12-16,-8 28 1 0,-7 13 50 16,-3 15-39-1,-4 12 53-15,0 8 11 0,4-2-51 16,9 0 37-16,7-7-49 16,11-7 2-16,11-10-7 15,9-10 5-15,9-12-13 16,24-10 0-16,9-12 8 15,6-6-13-15,-2 0 5 16,-11-14-6-16,-12-12-27 16,-14-6 33-16,-9 0-30 15,-9 0 6-15,-24 8-73 16,-28 20-33-16,6 4-398 0,4 0-379 16</inkml:trace>
  <inkml:trace contextRef="#ctx0" brushRef="#br0" timeOffset="124160.75">4119 13952 1497 0,'0'0'528'0,"0"0"-338"0,0 0 41 0,0 0-22 0,0 0 12 15,0 0-1 1,0 0-96-16,-40-4-40 0,40 4 39 15,0 0-69-15,0 0 0 16,0 0-14-16,7-2-38 16,15 0 22-16,9 0-24 15,10 0 0-15,5 2-23 16,3 0-31-16,0 0-30 16,7 0-55-16,-13 12-332 15,-14-2-336-15</inkml:trace>
  <inkml:trace contextRef="#ctx0" brushRef="#br0" timeOffset="124286.95">4086 14169 2402 0,'0'0'623'16,"0"0"-418"0,0 0-57-16,0 0-117 0,0 0 5 15,0 0-36-15,140 0-28 16,-78 0-41-16,-10 14-265 15,-10 2-691-15</inkml:trace>
  <inkml:trace contextRef="#ctx0" brushRef="#br0" timeOffset="152128.07">5688 13403 871 0,'0'0'143'0,"0"0"-142"0,0 0 676 0,0 0-330 0,0 0-218 0,0 0-21 15,-12 12 85-15,12-20-104 16,0-2 21-16,0 0 6 16,0 2-47-16,0 0 30 15,0 0-86-15,0 2 1 16,0 0 19-16,0-2-32 15,0-1 24-15,2 0-25 16,8-1 14-16,-3 2-12 16,-1 2-1-16,-2 3-1 0,3 3 12 15,-2 0-3-15,2 0-18 16,-1 17 3-16,-2 9 6 16,-4 6 26-16,0 6-25 15,0 2 22-15,-8-4 13 16,-6-4-30-16,-1-8 37 15,4-8-23 1,1-6-10-16,4-4 32 0,4-4-34 16,2-2 1-16,0 0 10 15,0-2-19-15,10-12-7 16,13-1-56-16,2 0 1 16,2 7 37-16,-1 6-13 15,-2 2 22-15,-3 6 16 0,-5 16-4 16,-8 6 3-16,-6 0 2 15,-2 3 9-15,0-5 50 16,-8-2-27-16,-8-5 10 16,-4-2-19-16,-4-3-13 15,-3-4-22-15,0-2-35 16,2-8-106-16,8 0-211 16,7-8-495-16</inkml:trace>
  <inkml:trace contextRef="#ctx0" brushRef="#br0" timeOffset="152597.96">6260 13409 1773 0,'0'0'500'0,"0"0"-395"0,0 0 75 0,0 0-140 0,0 0 5 16,0 0 58-16,0 0-44 16,10-72-2-16,11 60-57 15,8 2 0-15,5 4-7 0,-5 4 7 16,-2 2 0-16,-11 9-8 15,-10 18 8-15,-6 9 0 16,-9 6 35-16,-20 4 12 16,-11 0 42-16,-4 0-55 15,-4-5 15-15,6-5-5 16,7-8-44-16,8-10 30 16,11-4-30-16,14-8 1 15,2-4 17-15,5-1-18 16,21-1 12-16,13 0 2 15,5 0-2-15,7 0-24 16,0 0-54-16,3 0-76 0,6 0-135 16,-15 7-248-1,-10-3-355-15</inkml:trace>
  <inkml:trace contextRef="#ctx0" brushRef="#br0" timeOffset="153226.31">5404 14119 658 0,'0'0'942'0,"0"0"-664"0,0 0-92 0,0 0 32 32,0 0-24-32,168 0-18 0,-101 0 39 0,15 0-117 15,12 0-59-15,4 0 15 16,6 0-47-16,-1 0 1 15,-1-4-2-15,-8 2 7 16,-9-2-26-16,-16 4-1 16,-13 0-155-1,-14 0-101-15,-13 2-360 0,-13 6-411 0</inkml:trace>
  <inkml:trace contextRef="#ctx0" brushRef="#br0" timeOffset="153728.31">5507 14732 791 0,'0'0'1535'0,"0"0"-1377"0,0 0-135 0,0 0 0 0,0 0-11 16,0 0 78-16,125-88-45 16,-85 58-5-16,0-4-40 15,-2 2-4-15,-9 0-7 16,-5 2-21-16,-6 3 32 0,-7 9 16 16,-6 9 21-1,-2 3 39-15,-3 6-1 0,0 0-64 16,0 1-10-16,0 22 23 15,-8 7-12-15,-3 8 58 16,1 8-59-16,-4 4 19 16,3 0-27-16,0 0 4 15,2-2-14-15,4-3-83 16,5-1-194-16,0-18-74 16,5-10-840-16</inkml:trace>
  <inkml:trace contextRef="#ctx0" brushRef="#br0" timeOffset="154266">6091 14556 958 0,'0'0'517'0,"0"0"-359"0,0 0 18 0,0 0-53 0,0 0 10 16,0 0 10-16,-24 122-24 15,36-96 15-15,7 0-63 16,3 1 18-16,0-4 5 15,3 4-59-15,-3-4-7 16,-4 2-28-16,-7-1 0 16,-9 2-6-16,-2 2 7 15,-2-2-1-15,-18 0 0 16,-5-4 1-16,-3-8-13 16,3-10 12-16,5-4 0 15,7 0 36-15,9-28-30 16,4-6 19-16,8-12-16 0,21-2 3 15,9-10 46 1,4-1 8-16,1 1 16 0,-1 0 23 16,-9 6-82-16,-8 4 44 15,-14 6-16-15,-9 3-45 16,-2 7 24-16,-13 6-30 16,-14 8-40-16,-6 8-20 15,-11 10-169-15,5 0-285 16,10 10-302-16</inkml:trace>
  <inkml:trace contextRef="#ctx0" brushRef="#br0" timeOffset="154840.31">7330 14034 1365 0,'0'0'1011'0,"0"0"-719"0,0 0-54 0,0 0-25 16,0 0-123-16,0 0-14 15,0 0-70-15,54-13 6 16,-15 13-10-16,5 0-2 16,2 8-11-16,-9 6-97 15,-12 4-360-15,-10 0-136 16,-12-2-696-16</inkml:trace>
  <inkml:trace contextRef="#ctx0" brushRef="#br0" timeOffset="154996.69">7352 14239 848 0,'0'0'1633'0,"0"0"-1168"0,0 0-316 16,0 0-63-16,0 0-47 16,121-22-39-16,-66 12 0 15,23 2-116-15,-15 0-552 16,-8 4-1545-16</inkml:trace>
  <inkml:trace contextRef="#ctx0" brushRef="#br0" timeOffset="155560.44">8796 13900 1781 0,'0'0'855'0,"0"0"-607"0,0 0-166 0,0 0-58 16,147-98-9-16,-85 56-12 16,6-4-3-16,-2 0 1 15,-8-3-10-15,-7 1 21 16,-10 4-12-16,-10 0 1 0,-12 6 0 15,-5 10 55 1,-7 8 25-16,-7 12-39 0,0 8 15 16,0 0-57-16,0 26 0 15,-5 8 2-15,-6 8 7 16,0 4-6-16,0-1-3 16,-1-4 0-16,4-2-6 15,-3-5 6-15,-1-3-67 16,6 0-108-16,3-9-202 15,3-10-465-15</inkml:trace>
  <inkml:trace contextRef="#ctx0" brushRef="#br0" timeOffset="155888.73">9736 13353 1205 0,'0'0'873'0,"0"0"-506"16,0 0-80-16,0 0-88 15,0 0-117-15,0 0 8 16,0 0-84-16,-52 8 24 16,35 42 25-16,3 8-34 15,6 2 27-15,8-3-28 16,0-3-14-16,11-10 27 15,15-8-33-15,8-10-1 16,2-10 0-16,-3-8-40 0,-6-8 40 16,-7 0-14-1,-11-10-9-15,-9-12 7 0,0-4-11 16,-9-4 13-16,-11 6 14 16,-4 6-64-16,-12 18-129 15,9 0-289-15,3 1-432 0</inkml:trace>
  <inkml:trace contextRef="#ctx0" brushRef="#br0" timeOffset="156248.41">9034 14131 2210 0,'0'0'713'0,"0"0"-638"0,0 0-11 15,0 0-19-15,0 0-26 0,139-24 79 16,-64 22-73 0,12-2-7-16,9 4 5 0,4-4 2 15,-1 2-43-15,-8 0 18 16,2 2-111-16,-24 0-188 16,-19 2-643-16</inkml:trace>
  <inkml:trace contextRef="#ctx0" brushRef="#br0" timeOffset="156765.04">9562 14317 1435 0,'0'0'817'16,"0"0"-617"-16,0 0-100 15,0 0-55-15,0 0 25 16,-115-2 103-16,79 28-69 16,0 10-11-16,7 1-42 15,9 3-38-15,9-8 37 16,11 0-50-16,0-6 0 0,5-8 1 15,16-6-1 1,4-10-19-16,4-2-20 0,-2-6-66 16,0-18 11-16,-2-6-20 15,-2-9 22-15,0 2 91 16,-3 2 1-16,0 7 85 16,-4 12 102-16,-3 12-126 15,-4 4-38-15,0 16-23 16,-3 15 0-16,-3 13-15 15,-3 6 34-15,0 4-9 16,-5-2 38-16,-12 0-6 16,-8-8 53-16,-4-8-86 15,-6-6 21-15,-4-12 12 16,-1-5-41-16,3-12-1 16,-3-1-90-16,11-9-164 0,8-8-507 15</inkml:trace>
  <inkml:trace contextRef="#ctx0" brushRef="#br0" timeOffset="157204.6">10609 14107 1642 0,'0'0'1163'0,"0"0"-846"0,0 0-272 0,0 0-24 16,0 0-38-16,0 0 18 15,0 0-1-15,-102 136 2 16,73-86-2-16,-4 12-171 16,6-20-342-16,9-7-320 0</inkml:trace>
  <inkml:trace contextRef="#ctx0" brushRef="#br0" timeOffset="157926.41">11390 14102 1955 0,'0'0'681'16,"0"0"-433"-16,0 0-58 15,0 0-148-15,0 0 1 16,133-94-42-16,-75 50-1 16,-2-4 0-16,-5-2-56 0,-9 0-2 15,-10 0-33-15,-17-4-36 32,-10 6 119-32,-5 3-7 0,0 8 15 15,-14 8 142-15,1 15-67 16,-1 14-9-16,1 0-66 0,-1 30 1 15,1 16 25 1,3 12-11-16,0 11 16 0,3 7 19 16,3-2-44-16,2-4 27 15,0-6-33-15,2-13 9 16,0-9-20-16,0-18 26 16,0-8-15-16,0-14 0 0,6-2 8 15,15-12-22-15,6-18-29 16,10-14-71-16,7-5 32 15,4 2-81-15,-4 7 67 16,-9 13 89-16,-12 19 7 16,-12 8-8-16,-11 18 20 15,0 18 13-15,0 0 108 16,-11 0-67-16,4-5 34 16,7-9-17-16,0-8-59 15,11-9 24-15,16-5-47 16,6 0 0-16,5-1-1 15,16-25-145-15,-9 3-169 16,-10 4-317-16</inkml:trace>
  <inkml:trace contextRef="#ctx0" brushRef="#br0" timeOffset="159394.41">12218 14065 1575 0,'0'0'561'0,"0"0"-435"0,0 0 7 0,0 0-50 0,152-103 2 16,-108 63-17-16,-2-4-21 15,-1-4 12-15,-3-2-48 16,-7-3-10-16,-7 2 23 16,-11 2 16-16,-6 9 57 15,-7 8-16-15,0 14-27 16,-9 12 30-16,-10 6-83 16,-6 18 7-16,0 24 14 15,1 17-8 1,1 7 70-16,8 6-42 0,1-2-21 0,8-6 40 15,1-7-55-15,5-14 13 16,0-8-5-16,0-13-1 16,0-12-13-16,0-8 0 15,9-2-6-15,7-2-21 16,7-18 12-16,6-5-10 16,0 2-23-16,-1 4 24 15,-6 7 6-15,-8 12 11 16,-9 0-14-16,-5 25-5 15,0 7 37-15,0 0-11 16,0 0 31-16,0-6-10 16,4-4 17-16,18-10-38 15,7-2 1-15,9-4-2 0,4-4-74 16,3-2-88-16,15 0-211 16,-9-2-267-16,-8-6-1209 0</inkml:trace>
  <inkml:trace contextRef="#ctx0" brushRef="#br0" timeOffset="159802.34">13613 14109 1487 0,'0'0'610'0,"0"0"-237"0,0 0 153 15,0 0-303-15,0 0-18 0,0 0-109 16,0 0-65-16,23 0-7 16,8 0-16-16,9-2-8 15,9-3 0 1,9 4-26-16,-1-3 4 0,3 4-107 15,5 0-78-15,-16 0-352 16,-15 0-536-16</inkml:trace>
  <inkml:trace contextRef="#ctx0" brushRef="#br0" timeOffset="160053.06">13667 14159 674 0,'0'0'1428'16,"0"0"-1061"-16,0 0-161 15,0 0-2-15,0 0-77 16,0 0-63-16,0 0-22 16,87 18 23-16,-39-10-65 15,10-4 13-15,2-2-25 16,5-2 12-16,-7 0-69 15,7 0-168-15,-18-8-305 0,-16-4-445 16</inkml:trace>
  <inkml:trace contextRef="#ctx0" brushRef="#br0" timeOffset="160224.94">14301 13922 1315 0,'0'0'1097'16,"0"0"-849"-16,0 0-178 15,0 0-47-15,0 0 105 16,12 130-35-16,-30-81-38 16,-7 3-7-16,-2 2-48 15,-13 6-171-15,9-12-321 0,4-13-592 16</inkml:trace>
  <inkml:trace contextRef="#ctx0" brushRef="#br0" timeOffset="160821.26">15373 14239 2201 0,'0'0'606'0,"0"0"-582"15,0 0 10-15,118-70-34 31,-66 34 0-31,-2-2-14 0,-7-5 14 0,-11 2-69 16,-13-2-57-16,-12 1 13 16,-7 2 86-16,0 4 25 0,-7 10 2 15,-4 8 91-15,3 12 3 16,1 6-61-16,2 10-33 16,3 24 0-16,-1 18 15 15,3 14 22-15,0 11 11 16,-2 9 29-16,-4 6-77 15,-3-6 48-15,-7-2-30 16,-6-5-1-16,-4-7-1 16,-9-12-15-16,-2-8 16 15,-5-18 48-15,-1-6-59 16,3-14 57-16,5-14-9 16,12 0-28-1,14-22 77-15,9-14-72 16,23-14 1-16,27-8-13 15,20-2-19-15,12 1-13 16,14 4-65-16,7 6-57 16,41-5-95-16,-24 14-347 15,-14 8-578-15</inkml:trace>
  <inkml:trace contextRef="#ctx0" brushRef="#br0" timeOffset="162002.46">16732 13756 1707 0,'0'0'778'0,"0"0"-413"0,0 0-235 0,0 0-70 15,0 0-52-15,0 0-8 0,0 0 77 16,16 120-29 0,-32-57 0-16,-3 0 34 0,0-4-68 15,1-13 11-15,7-6-25 16,3-10 12-16,3-14 1 15,5-8-13-15,0-8-12 16,0 0-12-16,0-8 10 16,11-22-10-16,5-12-50 15,4-10-79-15,2-5-96 16,-1 7 45-16,-6 10 204 16,-9 22 40-16,-6 14 89 15,0 8-129-15,-8 26 22 0,-5 11 43 16,3 5 44-1,10-10-54-15,0-2-7 0,20-6 6 16,16-12-53-16,9-8 15 16,6-8-16-16,2-2-72 15,-1-24 46-15,-8-9-95 16,-4-8-52-16,-11-14 11 16,-2-9-79-16,-7-8 15 15,1-6 103-15,-4 2 123 16,1 10 228-16,-7 13 135 15,-3 17-12-15,-5 16-166 16,-1 14-117-16,-2 8-16 16,0 2-52-16,0 24 0 15,-9 12 39-15,-6 12-12 16,-3 11 24-16,-3 5-5 16,2 2-45-16,-1 0 50 15,-1-4-47-15,4-5 5 0,3-9 3 16,5-13 5-16,5-8-17 15,2-11 0-15,2-10 10 16,0-8-35-16,0 0 23 16,8-10-2-16,15-20-5 15,4-8-63-15,4-7-12 16,2 5-27-16,-1 8-16 16,-10 16 107-16,-9 14-18 15,-9 2-14-15,-4 24 51 16,0 9 2-16,-10-1 50 0,1 0 16 15,7-2-49-15,2-6 41 16,2-6-50-16,22-6-9 16,14-6 21-16,11-6-21 15,7 0-1-15,6-8-44 16,3-15-30-16,-1-2 74 16,-6-5-56-16,-4-5 8 15,-10 2 41-15,-11 2 8 16,-14 11 9-16,-19 10 109 15,0 10-71-15,-21 0-4 16,-14 16-37-16,-7 14 6 0,1 4 36 16,5 5-18-1,10-5 43-15,6-4-54 0,12-6-18 16,8-8-2-16,0-6 1 16,12-8-12-16,15-2-5 15,7-6-89-15,3-16-32 16,-1-2-179-16,-3-2 72 15,-4 6 108-15,-6 8 137 16,-7 6 12-16,-5 6 102 16,-7 6-78-16,-4 13 62 15,0 10-55-15,0-1-37 16,0-2-6-16,-2-6-38 16,0-8-218-16,2-10-592 0</inkml:trace>
  <inkml:trace contextRef="#ctx0" brushRef="#br0" timeOffset="162168.97">18026 13501 2225 0,'0'0'768'0,"0"0"-667"0,0 0-93 15,0 0 1-15,0 0-9 16,0 0 0-16,23 118-8 15,-72-39-69-15,4-11-396 16,10-16-573-16</inkml:trace>
  <inkml:trace contextRef="#ctx0" brushRef="#br0" timeOffset="162826.6">18766 13894 2045 0,'0'0'786'0,"0"0"-603"15,0 0-168-15,0 0-6 16,0 0 32-16,125 77-30 16,-76-46 23-16,7-3-25 15,0-3 5-15,1-9-28 16,-3-7-2-16,-5-9-135 16,-7 0-43-16,-8-9-28 15,-5-15-4-15,-9-8-37 16,-7-3 54-16,-11-1 209 15,-2 8 50-15,-4 10 336 0,-23 16-32 16,-9 2-224-16,-1 26-15 16,-3 14-27-16,5 0-30 15,8 6 42-15,8-3-65 16,13-5-20-16,6-8 13 16,4-8-14-16,23-12-28 15,9-8-14-15,6-2-92 16,1-8-94-16,-4-16-99 15,1-10-54-15,-1-4 66 16,-4-3-45-16,-1 1 338 16,-5 8 8-16,-7 8 505 15,-7 14 18-15,-8 10-359 16,-3 0-119-16,-4 24 14 0,0 7 25 16,0 5 37-16,0 0-25 15,0-3-66-15,0 0 6 16,0-5-36-16,0-8-1 15,0-8-59-15,8-12-180 16,-4 0-93-16,0-8-486 0</inkml:trace>
  <inkml:trace contextRef="#ctx0" brushRef="#br0" timeOffset="162936.31">19674 13650 620 0,'0'0'1968'0,"0"0"-1417"0,0 0-509 0,0 0-42 0,0 0-42 16,0 0-252 0,0 0-328-16</inkml:trace>
  <inkml:trace contextRef="#ctx0" brushRef="#br0" timeOffset="163665.81">21244 13503 2046 0,'0'0'523'0,"0"0"-452"0,0 0-71 0,0 0 65 16,0 0-56-16,0 0 3 15,0 0 48-15,-18 66 27 16,3 9 47-16,-3 7-52 16,3 2-49-16,1 2 20 15,3-3-53-15,4-10-17 0,5 4-119 16,-1-21-246-1,3-20-333-15</inkml:trace>
  <inkml:trace contextRef="#ctx0" brushRef="#br0" timeOffset="164221.29">20806 14021 1729 0,'0'0'692'0,"0"0"-410"15,0 0-170-15,129-95-104 16,-36 67 4-16,1 6-24 15,8 4-5-15,0 8-33 0,-21 8 26 16,-5 2-6 0,-21 0 30-16,-26 18 88 0,-25 10-9 15,-4 6 100-15,-33 4-87 16,-9 0-52-16,-2-3 17 16,5-10-49-16,12-8 14 15,17-9-22-15,10-8 15 16,8 0-49-16,31-14-20 15,9-12-53-15,10-9-54 16,0 2-84-16,-6-2 135 16,-12 7 76-16,-13 12 34 15,-15 10 110-15,-9 6-40 16,-3 6-27-16,0 20 147 0,-3 2-87 16,-3 4-12-1,6-3-32-15,0-7-59 0,0-7 47 16,18-5-41-16,4-6-3 15,3-4-3-15,-1 0-59 16,-1-18-8-16,-4-8-71 16,-1-7-128-16,0-8 80 15,4-1-29-15,3 2 76 16,0 8 139-16,-6 10 232 16,-3 16 79-16,-9 6-201 15,-5 4-102-15,-2 20 95 16,0 6-15-16,0 2 9 0,-11 0-49 15,-1-2-48 1,4-2 0-16,1-6-104 16,3-9-278-16,0-8-208 0,1-5-786 15</inkml:trace>
  <inkml:trace contextRef="#ctx0" brushRef="#br0" timeOffset="164435.71">21975 13511 2013 0,'0'0'792'0,"0"0"-507"0,0 0-285 0,0 0-18 0,0 0-291 16,0 0 80-1,-34 121-40-15,-1-37-231 0,-3 12-18 16,2 0 518 0,14-18 6-16,2 1 596 0,7-15-57 15,6-16-205-15,5-20-98 16,2-8-154-16,0-16-88 15,0-4-82-15,0 0-488 0</inkml:trace>
  <inkml:trace contextRef="#ctx0" brushRef="#br0" timeOffset="164959.07">22873 13712 1594 0,'0'0'722'0,"0"0"-350"0,0 0-226 15,0 0-42-15,0 0-14 16,0 0-89-16,0 0 42 16,65 46-22-16,-61 14 21 15,-4 6 39-15,0 0-64 16,0-1 37 0,-16-11-24-16,1-4-21 0,1-16 16 15,5-8-25-15,1-10 0 16,5-8-15-16,3-8-33 15,0-4 33-15,0-24-45 16,3-16-125-16,14-12-26 16,8-8-102-16,1-4-163 0,-1 7 369 15,-7 13 107 1,-11 20 392-16,-7 18 121 0,-2 10-391 16,-23 10-29-16,-2 22-69 15,5 8 28-15,6 4 44 16,14 2-60-16,2-2 15 15,20-5-51-15,23-6-48 16,7-8-18-16,37-9-269 16,-13-6-254-16,-9-8-234 0</inkml:trace>
  <inkml:trace contextRef="#ctx0" brushRef="#br0" timeOffset="165131.34">23553 13906 1994 0,'0'0'821'0,"0"0"-508"0,0 0-84 0,0 0-159 15,0 0-31-15,0 0-39 16,118-6-7-16,-70 16-17 16,10 8-132-16,-14-2-191 15,-9-2-558-15</inkml:trace>
  <inkml:trace contextRef="#ctx0" brushRef="#br0" timeOffset="165287.79">23381 14159 854 0,'0'0'1770'0,"0"0"-1389"0,0 0-222 16,0 0 28-16,122-10-142 16,-55 2-32-16,5-4-13 15,17 6-167 1,-18 4-420-16,-17 0-1200 0</inkml:trace>
  <inkml:trace contextRef="#ctx0" brushRef="#br0" timeOffset="168263.34">24987 13850 1375 0,'0'0'497'0,"0"0"-297"0,0 0-25 15,0 0-25-15,0 0 23 16,0 0-65-16,-125-66 32 16,88 70-16-16,-1 24-69 15,0 14 63-15,2 12-74 16,10 6 11-16,3 1 13 16,15-3-62-16,8-8 13 15,0-12-19-15,29-8 9 0,15-12 30 16,16-10-39-1,5-8 0-15,1 0-9 0,-6-18-57 16,-12-16 65-16,-19-6-15 16,-14-10-13-16,-11-4 5 15,-4-5 29-15,0 5-5 16,-4 8 1-16,-5 14-1 16,3 20-24-16,-2 10-300 15,8 2-648-15</inkml:trace>
  <inkml:trace contextRef="#ctx0" brushRef="#br0" timeOffset="168483.19">25477 14097 1949 0,'0'0'274'16,"0"0"-163"-16,0 0 61 15,0 0-118-15,0 0-9 16,0 0-39-16,0 0-3 16,27 0 50-16,-18 0-26 15,0 0 62-15,-7-4-17 16,-2-10-63-16,0 4-9 16,-16 2-529-16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10-09T01:26:10.89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1452 4197 848 0,'0'0'290'0,"0"0"-78"0,0 0-189 0,0 0-23 15,0 0 0-15,0 0 355 16,0 14-208-16,0-14-92 16,0 0 2-16,0 0 38 15,0 0-29-15,0 0-25 16,0 0 10-16,0 0-50 15,0 0 9-15,0 0-10 16,0 0 1-16,0 0 0 16,0 0-1-16,-2 0 0 15,2 0-1-15,0 0-14 16,0 0 2-16,0 0-111 0,0 0-24 16,-2 2-111-1,0 0-132-15</inkml:trace>
  <inkml:trace contextRef="#ctx0" brushRef="#br0" timeOffset="53971.23">1718 4413 823 0,'0'0'585'0,"0"0"-244"15,0 0 179-15,0 0-380 0,0 0 13 16,0 0 13-16,-14 0 2 16,11 0-88-16,3 0 3 15,0 0 6-15,0 0-50 16,0 0 28-16,0 0-14 16,0 0-25-16,0 0 30 15,0 0-44-15,0 0-13 16,0 0 34-16,0 0-26 15,0-2 15-15,12-10-3 16,12-8-21-16,7-8 3 0,10-10-3 16,3-6-36-1,1-8 19-15,-5-2-49 0,-2-4 35 16,-9-1 1-16,-9 5 26 16,-5 6-11-16,-8 8 15 15,-4 12 0-15,-3 8 30 16,0 12-29-16,0 6 27 15,0 2-28-15,0 12-15 16,-3 26 5-16,-4 16 7 16,1 19 3-16,-3 10 21 15,3 8-8-15,0 1 17 16,-2-2-24-16,1-6-5 16,-1-4 13-16,-2-5-13 0,-3-7-1 15,-1-12 2-15,-3-6 11 16,-4-14-16-16,-1-8 3 15,-4-11 0-15,1-13 0 16,1-4 5-16,3-13-13 16,8-20 8-16,11-16-48 15,2-7 14-15,17-4-33 16,22-4 5-16,9 4 7 16,6-1-29-16,6 7 21 15,1 2-21-15,-3 2-17 16,-3 4 59-16,-4 2-21 15,-4-2-7-15,-9 2 55 16,-5-1-11-16,-8 5 26 0,-5 4 20 16,-7 8 67-16,-4 10 84 15,-5 8-51-15,-4 8-26 16,0 2-17-16,0 12-71 16,-8 22 6-16,-10 13 4 15,0 11-2-15,5 4 46 16,4 0-60-16,6-2 1 15,3-8-1-15,0-4-15 16,19-8-54-16,12-4-95 16,-2-11-356-16,-8-10-352 0</inkml:trace>
  <inkml:trace contextRef="#ctx0" brushRef="#br0" timeOffset="54331.55">2533 4199 980 0,'0'0'1056'0,"0"0"-793"0,0 0-82 0,0 0-64 15,0 0 61-15,0 0-23 16,0 0-62-16,60 136-17 16,-60-94-63-16,0-3-7 15,0-6 3-15,0-7-9 16,0-8-1-16,0-9-59 15,0-9-65-15,0-3 10 0,2-26-171 16,2-10-36-16,2-9-64 16,-2-2-131-16,-2 4 355 15,0 8 162-15,-2 14 303 16,0 16 234-16,0 8-257 16,0 6-98-16,0 20 26 15,0 6-53-15,9 4-49 16,9 0-67-16,7-6-25 15,6-2-14-15,4-5-105 16,14-12-165-16,-12-4-256 16,-4-7-676-16</inkml:trace>
  <inkml:trace contextRef="#ctx0" brushRef="#br0" timeOffset="54503.77">3056 4052 1916 0,'0'0'340'16,"0"0"-87"-16,0 0-53 16,31 129-9-16,-31-71-62 15,-10 8-65 1,-15 4-15-16,-4 0-49 0,-17 19-109 16,7-19-243-16,8-18-547 0</inkml:trace>
  <inkml:trace contextRef="#ctx0" brushRef="#br0" timeOffset="55396.96">3646 4337 1132 0,'0'0'716'0,"0"0"-410"0,0 0-3 16,0 0-60-16,0 0-16 0,0 0-64 0,0 0-52 15,-4-24 10-15,4 24-54 16,0 0-8-16,0 0-23 15,0 0-27-15,10 0-7 16,13 0-2-16,11 0 0 16,7 6 6-16,7-4-6 15,1 2-45-15,1 0-37 16,-2 2-101-16,-12 2-306 16,-14-2-371-16</inkml:trace>
  <inkml:trace contextRef="#ctx0" brushRef="#br0" timeOffset="55537.58">3683 4489 2020 0,'0'0'675'0,"0"0"-470"16,0 0-36-16,0 0-97 16,0 0-39-16,144-32-2 15,-103 32-31-15,1 0-30 16,7 10-172-16,-9 8-473 15,-9-4-1030-15</inkml:trace>
  <inkml:trace contextRef="#ctx0" brushRef="#br0" timeOffset="56836.68">4618 4139 1315 0,'0'0'549'0,"0"0"-369"0,0 0 77 0,0 0-57 0,0 0-53 16,0 0 71-16,0 0-106 15,-24-84-36-15,32 67-11 16,17 5-64-16,6 2 14 16,5 4-15-16,-2 6 0 15,-6 0-16-15,-8 20 11 16,-13 14 5-16,-7 8 18 15,-15 9-18 1,-25 3 48-16,-12 2-38 16,-6-6 2-16,0-6 42 0,9-7-39 15,9-10 20-15,11-9 2 16,14-5-37-16,13-8 20 0,2-3-20 16,13-2 0-1,20 0 24-15,14 0-18 0,11-7-12 16,3-6-26-16,1 1-87 15,13-3-66 1,-19 2-371-16,-12 1-342 0</inkml:trace>
  <inkml:trace contextRef="#ctx0" brushRef="#br0" timeOffset="57197.05">5042 4197 1129 0,'0'0'784'0,"0"0"-458"15,0 0-92-15,0 0-91 16,0 0-37 0,0 0 39-16,0 0 0 0,35 70-65 15,-37-30-45-15,-12 0 1 16,4-4-36-16,1-3 0 16,5-12 5-16,4-5 10 15,0-8-30-15,0-8 14 16,13 0-38-16,3-12-20 15,1-16-157-15,-1-6 34 16,-3-6 48-16,-7 2-53 16,-1 4 108-16,-5 10 79 31,0 10 185-31,0 14 36 0,0 0-160 0,0 14-8 0,0 14 40 16,0 4-29-16,16 2 14 15,11 0-58-15,6-4-13 16,9-4-7-16,3-5-120 15,8-18-127-15,-8-3-287 16,-12 0-904-16</inkml:trace>
  <inkml:trace contextRef="#ctx0" brushRef="#br0" timeOffset="57666.71">5433 3846 85 0,'0'0'1902'0,"0"0"-1509"0,0 0-218 0,0 0 36 0,0 0-99 15,0 0-21-15,0 0-36 16,-8-89-38-16,16 89 3 16,6 0-20-16,-3 10 0 15,-7 19 0-15,-4 9 11 16,0 10 20-16,-21 6 2 15,-10 2-6-15,-1-4 35 16,3-9-62-16,7-13 1 16,11-10 10-16,11-8-2 15,0-6-18-15,22-6 0 16,13 0-30-16,8 0-35 16,1 0-172-16,10-2-106 15,-14-1-204 1,-9 3-484-16</inkml:trace>
  <inkml:trace contextRef="#ctx0" brushRef="#br0" timeOffset="57964.81">5871 4307 1923 0,'0'0'643'0,"0"0"-409"16,0 0-88-16,0 0-31 16,0 0-17-16,0 0-28 15,0 0-2-15,48 2-50 31,-19 4 8-31,2-2-14 16,3 2 6-16,1-4-15 16,2 2-3-16,0-2-39 15,10 0-47-15,-9 0-288 16,-6-2-433-16</inkml:trace>
  <inkml:trace contextRef="#ctx0" brushRef="#br0" timeOffset="58967.3">6887 3982 1440 0,'0'0'519'0,"0"0"-390"0,0 0 114 0,0 0-50 0,0 0-38 15,0 0 53-15,0 0-80 16,-33-24-55-16,23 20 4 15,6-2-58-15,-1-2 23 16,5-2-7-16,0 0-19 16,0-2-16-16,15 4-1 15,8 2-13-15,2 6 2 0,-3 0-6 16,-2 18 18 0,-6 14-17-16,-14 12 13 0,0 6-4 15,-19 4 8-15,-16 0 0 16,-5-7 26-16,-5-7-14 15,5-10-6-15,7-8-6 16,8-12 0-16,12-10-1 16,11 0-8-16,2-4-39 15,13-18-84-15,22-2-151 16,10 0 110-16,2 2 43 16,-4 8 28-16,-6 10 86 0,-10 4-10 15,-7 4 26 1,-11 20 11-16,-7 6 26 0,-2 4 56 15,0 0-32-15,-2 0-43 16,-7-2 16-16,0-6-34 16,3-8-56-16,1-4-130 15,3-10-586-15</inkml:trace>
  <inkml:trace contextRef="#ctx0" brushRef="#br0" timeOffset="59202.02">7294 3828 2271 0,'0'0'544'0,"0"0"-488"0,0 0-46 0,0 0 39 0,-2 122 58 15,-2-58-28-15,2 6-40 16,-1 1 0-16,0-5-39 15,1-2-26-15,0-8-28 16,0 2-160-16,0-16-296 16,2-13-775-16</inkml:trace>
  <inkml:trace contextRef="#ctx0" brushRef="#br0" timeOffset="59594.44">7432 4185 542 0,'0'0'1400'16,"0"0"-1143"-16,0 0-120 15,0 0 7-15,0 0 24 16,0 0-84-16,0 0-77 16,120-48 17-16,-101 82-23 15,-11 4 35-15,-6 2 79 16,-2 2-52-16,0-4 19 15,-8-4-37-15,-3-8-33 16,-1-8 10-16,6-8-22 16,4-10 0-16,-1 0-7 0,3-12-37 15,0-14-192-15,3-10-75 16,10-4-157-16,3 0-128 16,-3 6-231-16,-4 5 827 15,-2 16 541-15,-7 13 94 16,0 0-320-16,0 12 18 15,0 12-144-15,0 2-39 16,0 4-57-16,0-4-42 16,15 0-51-16,32-4-12 15,-3-6-276-15,1-8-448 0</inkml:trace>
  <inkml:trace contextRef="#ctx0" brushRef="#br0" timeOffset="59766.88">7953 4293 2234 0,'0'0'787'15,"0"0"-628"-15,0 0-129 16,0 0-2-16,0 0-28 16,114-50 0-16,-53 48-12 15,-10 2-201-15,-5 0-519 0</inkml:trace>
  <inkml:trace contextRef="#ctx0" brushRef="#br0" timeOffset="60033.7">8468 4285 2058 0,'0'0'359'0,"0"0"-312"16,0 0-47-16,0 0-69 15,5-136 69-15,-5 96-1 16,0 1 2-16,0 6-2 15,0 6 17-15,0 13-16 16,2 12 161-16,0 2-46 0,2 18-44 16,-2 16 47-1,6 7-37-15,-4 4-23 0,3 2-56 16,-1-3 22-16,2-4-24 16,-2-4-64-16,-2-4-165 15,1-10-232-15,-3-10-386 0</inkml:trace>
  <inkml:trace contextRef="#ctx0" brushRef="#br0" timeOffset="60221.07">8765 3828 2636 0,'0'0'473'0,"0"0"-423"0,0 0-25 16,0 0-19-16,22 132 47 15,-18-64-2-15,1 6-44 16,0 3-7-16,-5-3-1 16,0 16-95-16,0-17-171 15,0-19-409-15</inkml:trace>
  <inkml:trace contextRef="#ctx0" brushRef="#br0" timeOffset="61069.68">9281 4271 1877 0,'0'0'695'0,"0"0"-432"0,0 0-26 0,0 0-114 0,0 0-57 16,0 0-40-16,0 0-7 15,132-32-19-15,-83 32 0 16,0 0-12-16,-5 8-16 15,-3-4-128-15,-3-2-210 16,-9-2-227-16,-12 0-534 0</inkml:trace>
  <inkml:trace contextRef="#ctx0" brushRef="#br0" timeOffset="61273.81">9580 4092 1952 0,'0'0'571'0,"0"0"-495"0,0 0-60 0,0 0 115 16,0 0 11-16,0 0-16 15,-73 129-22-15,61-93-95 16,1 0 6-16,7-2-15 16,0-6-62-16,4-6-168 15,4-8-228-15,9-7-429 0</inkml:trace>
  <inkml:trace contextRef="#ctx0" brushRef="#br0" timeOffset="61639.21">9832 4073 1318 0,'0'0'377'15,"0"0"-127"-15,0 0 76 16,0 0-173-16,0 0 9 15,0 0 40-15,0 0-67 16,-31 109-27-16,24-80-82 16,1-7-14-16,3-6-1 15,3-8 7-15,0-6-2 16,5-2 1-16,15 0-16 16,6 0-2-16,5-6 1 15,0 0-12-15,1 6 11 16,-6 0-32-16,-7 2 27 15,-6 18-8-15,-9 6 10 0,-4 4 4 16,0 2 0-16,-2-2 15 16,-13-4-12-16,-1-5 9 15,-2-7-18-15,-2-9 6 16,-3-5-83-16,-16 0-118 16,5-16-180-16,1-4-433 0</inkml:trace>
  <inkml:trace contextRef="#ctx0" brushRef="#br0" timeOffset="61774.74">9781 4034 2009 0,'0'0'732'0,"0"0"-568"0,0 0-80 16,140-42-19-16,-86 36-63 16,2 2 17-16,27 4-19 15,-11 2-192-15,-9 10-465 16</inkml:trace>
  <inkml:trace contextRef="#ctx0" brushRef="#br0" timeOffset="62197.97">10532 4311 1667 0,'0'0'861'0,"0"0"-489"16,0 0-95-16,0 0-158 31,0 0-76-31,0 0-7 16,0 0-35-16,153-40 10 0,-103 38-11 0,-2 2-59 15,-3 0-13-15,-7 0-96 16,-13 6-359-16,-12 2-183 0</inkml:trace>
  <inkml:trace contextRef="#ctx0" brushRef="#br0" timeOffset="62403.03">10496 4430 884 0,'0'0'1554'0,"0"0"-969"16,0 0-368-16,0 0-144 31,0 0-22-31,127-35-39 16,-69 27-6-16,7 2-12 16,26 4-57-16,-16 2-168 15,-15 0-593-15</inkml:trace>
  <inkml:trace contextRef="#ctx0" brushRef="#br0" timeOffset="63456.39">12051 3505 1360 0,'0'0'487'15,"0"0"-235"-15,0 0-5 0,0 0-47 0,0 0 3 0,0 0-54 16,0 0-20-1,-60-73-88-15,47 73-33 0,-1 0 29 16,3 0-35-16,0 7 16 16,2 13-6-16,0 8-11 15,2 10 50-15,3 12-36 16,2 8 24-16,2 7 20 16,0 4-58-16,0 6 44 15,0 1-9-15,0 2-21 16,0-1 10-16,0-5-25 15,0-6 0-15,-2-6 17 16,-12-6-2-16,-8-4-15 16,-5-6 0-16,-4-6 0 15,-2-6 0-15,4-10 1 16,6-8-1-16,9-7 0 0,10-7 9 16,4 0-21-16,4 0 12 15,21-8-99-15,6 0 60 16,3 6-37-16,-3 2 56 15,-9 16 11-15,-13 22-31 16,-9 14 40-16,0 14-7 16,-26 12 7-16,-6 7 10 15,1 2-9-15,7 2 32 16,8-3 23-16,12-4-28 16,4-4 12-16,13-7-26 15,21-11-5-15,14-12 24 16,6-14-33-16,4-12-6 15,-2-10-24-15,-8-10-78 0,-8-2-61 16,-11-16-519-16,-15-4-1072 16</inkml:trace>
  <inkml:trace contextRef="#ctx0" brushRef="#br0" timeOffset="66536.45">12508 3559 947 0,'0'0'1012'16,"0"0"-675"-16,0 0-147 0,0 0-27 0,0 0-21 0,0 0-32 15,0 0 34-15,-36-14-77 16,36 8-20-16,0 0-7 16,5-2-40-16,15-2 0 15,5 2-6-15,1 4 6 16,-2 4-24-16,-6 0 21 16,-5 22-6-16,-10 12 7 15,-3 8 2-15,-11 10 27 16,-20 4-4-16,-11 5-2 15,-8-1 42-15,1-6-32 16,3-6 14-16,10-12-36 0,11-12-2 16,17-12 11-16,8-8-18 15,8-4 0-15,28 0 0 16,15-12-16-16,7-6 2 16,3 0-71-16,-1-2-84 15,-1-4-202-15,-12 4-332 16,-13 4-768-16</inkml:trace>
  <inkml:trace contextRef="#ctx0" brushRef="#br0" timeOffset="66865.2">12751 3717 1476 0,'0'0'653'0,"0"0"-409"0,0 0-28 16,0 0-75-16,0 0-9 15,0 0-44-15,0 0-12 16,104 67 5-16,-102-23-41 15,-2 2 16-15,0 0-56 16,0-6 9-16,-8-8 4 16,3-8-11-16,3-10-2 15,2-12 0-15,0-2-22 16,0-6 7-16,11-22-49 16,5-12-89-16,-3-6-60 15,-1 0-57-15,-6 4 107 16,-4 14 163-16,-2 12 87 0,0 16 90 15,0 0-143-15,0 20 45 16,0 8 53-16,0 4-70 16,5 0 10-16,21-2-34 15,10-4-38-15,31-6-39 16,-9-8-273-16,-9-8-358 0</inkml:trace>
  <inkml:trace contextRef="#ctx0" brushRef="#br0" timeOffset="67403.32">13201 3349 1092 0,'0'0'355'0,"0"0"-33"0,0 0-44 0,0 0-12 0,0 0 2 15,0 0-50-15,0 0-34 16,-7-18-62-16,7 11-65 16,2 3 9-16,7 0-57 15,2 2-8-15,-2 2-1 16,-2 0-5-16,-5 14-6 15,-2 13 10-15,-2 5 2 16,-18 4 41-16,0 0-41 0,2-6-1 16,4-6 3-1,12-8 18-15,2-2-21 0,14-6 0 16,19-2-30-16,7-2-8 16,8 0-112-16,4-2-189 15,-7-2-192-15,-13 0-582 0</inkml:trace>
  <inkml:trace contextRef="#ctx0" brushRef="#br0" timeOffset="68527.12">13858 3900 734 0,'0'0'1284'0,"0"0"-767"0,0 0-210 0,0 0-144 31,0 0-62-31,0 0 0 16,0 0-92-16,104-28 15 16,-48 20-9-16,5 0-9 15,-1-2-12-15,2 0-21 16,12-6-147-16,-19 2-395 15,-5 1-605-15</inkml:trace>
  <inkml:trace contextRef="#ctx0" brushRef="#br0" timeOffset="69091.64">14720 3519 1428 0,'0'0'508'0,"0"0"-242"0,0 0-91 15,0 0-25-15,0 0-1 16,0 0-38-1,0 0 27-15,13-64-63 0,-5 58-29 16,-2 2 21-16,1 4-61 16,-1 0 14-16,2 0-20 15,-2 6 7-15,1 14 9 16,-5 6-15-16,-2 8 8 16,0 2 66-16,-11 0-52 15,-7-4 19-15,-1-4-32 16,4-6-10-16,7-8 16 15,0-6-16-15,8-3 0 0,0-5-5 16,10 0 5-16,17 0 0 16,4 0-22-16,4-5 7 15,-1 4 2-15,-7 1 2 16,-10 0-2-16,-7 7-2 16,-8 14-15-16,-2 7 30 15,0 2 0-15,-14 3 6 16,-6 2 12-16,2-5-18 15,0-6-14-15,5-4 13 16,4-6-152-16,9-10-212 16,0-4-283-16,11 0-516 0</inkml:trace>
  <inkml:trace contextRef="#ctx0" brushRef="#br0" timeOffset="69467.89">15055 3657 1448 0,'0'0'658'0,"0"0"-391"0,0 0 86 0,0 0-141 16,0 0-93-16,0 0-8 15,0 0-110-15,35-20 0 16,-28 46 0-16,-3 6-1 16,-2 3 33-16,-2 2-24 15,0 0-8-15,0-5 43 16,0-4-38-16,0-8 10 0,0-8-16 15,0-4 11-15,0-8-17 16,0 0 6-16,2-4 0 16,12-18-1-16,3-10-76 15,2-8-13-15,-1 0-52 16,-5 1-19-16,-2 11 161 16,-6 14 37-16,-5 13 68 15,0 1-93-15,-2 19 16 16,-8 13 7-16,6 7 9 15,4-1-29-15,0 2 33 16,18-6-48-16,13-2-22 16,9-6-4-16,18-6-231 15,-14-6-333-15,-3-8-764 0</inkml:trace>
  <inkml:trace contextRef="#ctx0" brushRef="#br0" timeOffset="75522.2">15894 3872 1487 0,'0'0'526'0,"0"0"-334"0,0 0 11 0,0 0-56 0,0 0-74 16,0 0 45-16,137 0-75 15,-86-2 20-15,2 0-63 16,-1-2 0-16,-8 0 0 16,-6 2-20-16,-5 0-124 15,-6 2-124-15,-9 0-361 16,-7 0-499-16</inkml:trace>
  <inkml:trace contextRef="#ctx0" brushRef="#br0" timeOffset="75788.35">16150 3698 1991 0,'0'0'649'16,"0"0"-422"-16,0 0-100 16,0 0-71-16,0 0 25 15,0 0-69-15,0 0-12 16,-2 51 18-16,-4-2-16 16,-3 9 17-16,-3 2-19 15,-1 2-21 1,-2-3-34-16,1 0-192 15,4-14-131-15,5-15-597 0</inkml:trace>
  <inkml:trace contextRef="#ctx0" brushRef="#br0" timeOffset="77170">16971 3673 788 0,'0'0'709'0,"0"0"-367"0,0 0-68 0,0 0-46 0,0 0-26 16,0 0-55-16,0 0-1 0,-25-66-16 15,16 62-88 1,1 4-13-16,-2 0 24 0,-1 0-51 16,3 8 25-16,-4 16-8 15,5 10-17-15,3 9 53 16,4 5-44-16,0 2 8 16,0 0 14-1,2-6-21-15,7-4 6 0,1-6-18 16,-2-6 0-16,-4-6 6 15,-1-2-5-15,-3-8-1 16,0-2 0-16,0-3 3 16,-7-6-15-16,-9-1 9 15,1 0-12-15,-3 0-11 16,5-10 1-16,6-8 14 16,5-6 10-16,2-4-22 15,9-4 23-15,18-4-44 16,8 0 8-16,5 0 30 0,5 0-21 15,-3 0-11-15,-2-1 2 16,-4 5-9-16,-8 3 34 16,-9 3 11-16,-13 5 0 15,-6 5 51-15,0 4-40 16,-11 4 10-16,-13 6-21 16,-5 2-6-16,-3 0-3 15,3 2-87-15,2 20-214 16,10-1-219-16,5-3-806 0</inkml:trace>
  <inkml:trace contextRef="#ctx0" brushRef="#br0" timeOffset="77357.81">17359 3996 1793 0,'0'0'695'0,"0"0"-568"0,0 0-72 0,0 0-55 16,0 0 0-16,0 0 35 15,0 0-20-15,-19 132-30 16,9-92-49-16,0-8-267 0,4-7-468 0</inkml:trace>
  <inkml:trace contextRef="#ctx0" brushRef="#br0" timeOffset="79730.2">18490 3599 806 0,'0'0'391'0,"0"0"-88"0,0 0-6 0,0 0-65 0,0 0 52 0,0 0-59 0,0 0 36 15,-13 0-67-15,13 0-88 16,0 0-11-16,0 0-68 15,0 0-27-15,0 4 3 16,9 12-3-16,-3 10 0 16,1 9 0-16,-4 5 10 15,-3 4 11-15,0-1-21 16,-3-2 0-16,-8-5 36 16,0-8-24-16,2-8 3 15,5-6-15-15,-1-8 6 16,5-4-10-16,0-2 4 15,0-2 0-15,7-22-8 0,8-10-82 16,6-14-24-16,-4-6-129 16,1-3-51-16,-3 7 105 15,-3 13 104 1,-8 12 85-16,-2 11 160 0,-2 12-52 16,0 2 6-16,0 6-65 15,0 16 39-15,0 9 58 16,5 5-108-16,9 0-10 15,3 0-20-15,8-6-8 16,8-4-26-16,19-10-211 16,-6-6-293-16,-5-8-401 15</inkml:trace>
  <inkml:trace contextRef="#ctx0" brushRef="#br0" timeOffset="80059.16">18965 3479 1370 0,'0'0'925'0,"0"0"-565"0,0 0-114 0,0 0-108 15,0 0-92-15,0 0-16 16,0 0 22-16,42 20-50 15,-11 4 19-15,5 2-21 16,4 2 15-16,0-4-12 0,0-4-3 16,-7-2 0-1,-6-2-11-15,-6-4 32 0,-11 1-27 16,-7-2 6-16,-3 1 0 16,-7 6 17-16,-22 4-1 15,-9 6 5-15,-7 3 9 16,-1 1-24-16,1 2-12 15,12-2-40-15,15 4-142 16,12-10-416-16,6-6-878 0</inkml:trace>
  <inkml:trace contextRef="#ctx0" brushRef="#br0" timeOffset="80435.39">19611 3782 1324 0,'0'0'1099'16,"0"0"-616"-16,0 0-340 15,0 0-56-15,0 0-86 16,87-127 30-16,-67 99-17 15,-4 0-13-15,-3 2 13 0,-5 2 5 16,0 4-19-16,-6 6 33 16,0 4 17-16,-2 6 60 15,0 4-77-15,0 0-27 16,0 8-12-16,0 18-13 16,0 14 19-16,-2 10 0 15,-10 9 1-15,1 3-13 16,-4-1 12-16,-1 6-88 15,-9 7-50-15,6-14-525 16,3-13-1203-16</inkml:trace>
  <inkml:trace contextRef="#ctx0" brushRef="#br0" timeOffset="84003.24">12649 4445 778 0,'0'0'817'0,"0"0"-471"0,0 0-33 0,0 0-52 0,0 0 19 16,0 0-81-16,0 0-79 15,-52-46 12-15,52 46-84 16,0 0-18-16,0 0 10 16,0 0-19-16,4 0-30 15,15 0 9-15,5 4 0 16,12 4-15-16,6 2 15 15,7-4 0-15,2-2 0 16,-2-4 4-16,-5 0-11 16,-5 0-14-16,-13 0-15 0,-10 0 20 15,-10 0 6 1,-6 0 10-16,0 0 0 0,0 0 4 16,0 0-10-16,-8 0 6 15,1 0 0-15,0 0-24 16,0 3 15-16,1 15 0 15,-1 5 8-15,1 9 2 16,-4 7-4-16,2 3 3 16,1 0 0-16,-1 0-23 15,0-2 4-15,2-6-44 16,-1-4-127-16,-5-1-107 16,2-11-83-16,-3-7-356 0</inkml:trace>
  <inkml:trace contextRef="#ctx0" brushRef="#br0" timeOffset="84144.65">12620 4724 2034 0,'0'0'703'0,"0"0"-519"15,0 0-70-15,118-82-59 16,-56 56-46-16,5 4 37 16,2 3-46-16,-5 8-18 15,3 11-154-15,-20 0-563 16,-14 0-690-16</inkml:trace>
  <inkml:trace contextRef="#ctx0" brushRef="#br0" timeOffset="84426.39">13230 4734 1852 0,'0'0'814'0,"0"0"-574"0,0 0-126 16,0 0-112 0,0 0 47-16,0 0 3 0,0 0-35 15,29 112 18-15,-43-76-35 16,-15 5-30-16,-22 9-102 15,7-12-392-15,6-10-587 16</inkml:trace>
  <inkml:trace contextRef="#ctx0" brushRef="#br0" timeOffset="85696.93">18548 4538 965 0,'0'0'504'0,"0"0"-245"0,0 0-40 0,0 0 18 0,0 0-53 15,0 0 57-15,0 0-49 16,33-67-93-16,-21 62-15 16,-3-2-72-16,1 5-5 15,4 2 25-15,-3 0-15 16,3 4-17-16,-5 16 26 15,-3 9-20-15,-2 7 61 16,-4 4-35-16,0 2-16 16,0 0 46-16,-4-4-61 15,-7-8 13-15,5-6-14 0,-2-10 9 16,6-6 2-16,2-6-11 16,0-2 0-16,0-2-20 15,0-20 17-15,14-10-46 16,1-12-35-16,4-6-127 15,-4 0 27-15,-1 3 34 16,-6 15 150-16,-6 13 52 16,-2 11 42-16,0 8-9 15,-4 5-51-15,-10 17 26 16,3 9 48-16,5 3-59 16,6 2-37-16,0-2 21 0,17-2-33 15,17-6-2-15,13-6-83 16,26-8-193-16,-11-8-198 31,-6-4-561-31</inkml:trace>
  <inkml:trace contextRef="#ctx0" brushRef="#br0" timeOffset="85903.19">19146 4561 613 0,'0'0'1329'0,"0"0"-861"0,0 0-316 0,0 0-52 0,0 0-27 15,0 0 31-15,0 0-52 16,110 35-16-16,-69-29-36 16,5-2-142-16,-8 0-218 15,-11-2-498-15</inkml:trace>
  <inkml:trace contextRef="#ctx0" brushRef="#br0" timeOffset="86057.13">19125 4708 1684 0,'0'0'668'0,"0"0"-424"16,0 0-80-16,0 0-88 15,116-10-49-15,-69 4-9 16,0 6-18-16,13 0-194 15,-11 0-420-15,-9 0-683 0</inkml:trace>
  <inkml:trace contextRef="#ctx0" brushRef="#br0" timeOffset="86527.81">19811 4666 1652 0,'0'0'661'0,"0"0"-448"0,0 0-86 16,0 0-50 0,0 0-19-16,101-105-31 15,-77 76 8-15,-2-1-28 16,-3 2 4-16,-6 2 8 15,-5 5 5-15,0 7 58 16,-4 8 63-16,-4 6-116 16,2 0-1-16,-2 6-28 15,0 20 0-15,0 10 3 16,0 10-3-16,0 8 0 16,0 3-9-16,-6 19-90 15,-8-16-279-15,1-12-499 0</inkml:trace>
  <inkml:trace contextRef="#ctx0" brushRef="#br0" timeOffset="88192.09">12501 5368 1202 0,'0'0'522'0,"0"0"-352"0,0 0-59 0,0 0 35 0,0 0 29 16,0 0-4-16,0 0 30 15,-66-30-65-15,66 28-53 16,0 2 4-16,0 0-76 16,15 0 10-16,3 0-21 15,1 2-1-15,0 18-25 16,-9 8 17-16,-6 10 9 15,-4 6 3-15,-14 6 5 0,-18 0 44 16,-3 0-6 0,-5-5-17-16,4-9 47 0,8-10-59 15,7-8 4-15,13-8 7 16,8-4-26-16,0-6 23 16,4 0-25-16,25 0 8 15,6 0-22-15,10-2 1 16,0-4-91-16,-1-2-114 15,3-4-382 1,-12 4-112-16,-8 0-538 0</inkml:trace>
  <inkml:trace contextRef="#ctx0" brushRef="#br0" timeOffset="88536.39">12707 5582 1250 0,'0'0'705'15,"0"0"-466"-15,0 0-15 16,0 0-117-16,0 0-60 15,0 0 37-15,0 0-14 16,46 54 43-16,-46-19-17 16,0-2-65-16,0-2 7 15,0-7-34-15,-2-4 4 16,0-8 7-16,2-8-15 16,0-4-36-16,0 0 30 15,8-6-123-15,6-18-114 16,1-6-110-16,-3-8-123 15,-3 0-38-15,-5 3-104 16,-2 10 618-16,-2 10 664 16,0 15-164-16,0 0-355 0,0 18 21 15,0 11-11-15,0 0 4 16,0 2-52-16,4-5-33 16,15-4-13-16,2-6-61 15,22-8-58-15,-7-6-171 16,-5-2-459-16</inkml:trace>
  <inkml:trace contextRef="#ctx0" brushRef="#br0" timeOffset="89099.61">13031 5350 1262 0,'0'0'742'0,"0"0"-567"0,0 0-40 0,0 0-15 0,0 0-56 16,0 0 19-1,0 0-22-15,-4-10-60 0,4 10 24 16,0 4-16-16,0 4-7 15,0-2 2-15,0 0 2 16,0-2 3-16,2 0-9 16,-2-4 0-16,0 2 13 15,2-2-4-15,-2 0 11 16,0 0 4-16,0 0-24 16,0 0 49-16,0 0-49 15,0 0 0-15,0 0 30 16,0 0-30-16,0 0 29 15,0 0 2-15,0 0-21 16,0 0 58-16,0 0-58 16,0 0 5-16,2 0 30 15,3 0-32-15,2 0-13 0,-2 14 0 16,-3 4 0-16,-2 6-3 16,0 2 9-1,-2 2 24-15,-10-2 6 0,1-6-30 16,5-6 14-16,3-6-20 15,3-4 0-15,3-4 17 16,18 0-17-16,11 0-29 16,8 0-92-16,20-6-258 15,-6-2-158-15,-8 0-667 16</inkml:trace>
  <inkml:trace contextRef="#ctx0" brushRef="#br0" timeOffset="90506.29">13536 5654 1625 0,'0'0'697'0,"0"0"-458"0,0 0 98 0,0 0-141 15,0 0-94-15,0 0 40 16,0 0-82 0,39-26-37-16,-3 18-22 0,4 1 17 0,7-2-28 15,-1 1 10 1,-1 3-68-16,-1 0 3 0,8 1-148 16,-10 0-331-16,-9 3-302 0</inkml:trace>
  <inkml:trace contextRef="#ctx0" brushRef="#br0" timeOffset="90710.77">13887 5426 1818 0,'0'0'670'16,"0"0"-330"-16,0 0-165 0,0 0-153 15,0 0 5 1,0 0-5-16,0 0-13 0,-33 138 12 15,26-92-21-15,0-2-21 16,7 1-125-16,0-13-176 16,2-10-300-16</inkml:trace>
  <inkml:trace contextRef="#ctx0" brushRef="#br0" timeOffset="91699.83">14392 5364 451 0,'0'0'1024'0,"0"0"-504"0,0 0-281 0,0 0 16 0,0 0-51 0,0 0-55 0,0 0-11 15,-15-30-92-15,13 25-9 16,0 0 32-16,2 1-68 16,0-2 38-16,0-1-26 15,0 2-11 1,11-1 13-1,5-1-15-15,-1 3 0 16,1 4-21-16,-5 0 6 16,-2 3 13-16,-5 15-10 15,-4 10 12-15,0 2 10 16,0 6-9-16,-13-2 14 16,-3 0 15-16,-1-4-30 15,3-6 36-15,3-8-36 16,2-4 0-16,7-6 0 0,2-3 0 15,0-3-1-15,4 0 1 16,19 0-42-16,3 0 22 16,3-5-20-16,-2 5 20 15,-5 0-1-15,-7 0 12 16,-5 19 2-16,-6 4 5 16,-4 5 2-16,0 1 0 15,-2-1 0-15,-12-5 2 16,1 0 16-16,0-9-18 15,2-4-12-15,4-4-66 0,3-6-183 16,4 0-22 0,0-6-204-16,4-12-1124 0</inkml:trace>
  <inkml:trace contextRef="#ctx0" brushRef="#br0" timeOffset="92106.53">14749 5456 1465 0,'0'0'497'0,"0"0"-421"0,0 0 70 0,0 0-36 0,0 0 39 0,0 0 16 15,0 0-15-15,25 112-4 16,-25-80-47-16,0-1-75 16,0-5 30-16,0-6-53 15,0-6 8-15,0-5-1 0,0-2 4 16,0-5-24-16,7-2 9 15,3 0-24-15,6-12 13 16,4-12-90-16,2-10-74 16,3-9 39-16,-2-5-94 15,-4 2 14-15,-3 10 162 16,-9 10 57-16,-5 14 218 16,-2 12-115-16,0 0-80 15,-7 12 32-15,-9 14 14 16,3 4 2-16,5 6 57 15,0-2-29-15,8 0-24 16,0-3-68-16,0-8-7 16,12-2-27-16,19-1-112 0,-4-8-89 15,-2-2-437-15</inkml:trace>
  <inkml:trace contextRef="#ctx0" brushRef="#br0" timeOffset="98800.79">15663 5541 1770 0,'0'0'510'0,"0"0"-374"0,0 0 10 0,0 0 31 0,0 0-89 16,0 0 15-16,140-59-7 15,-91 55-88-15,2 0 12 16,1 0-20-16,-5 0-58 15,1 0-120-15,-10 0-207 16,-11 0-419-16</inkml:trace>
  <inkml:trace contextRef="#ctx0" brushRef="#br0" timeOffset="99003.79">16004 5282 1713 0,'0'0'589'16,"0"0"-377"-16,0 0 79 15,0 0-191-15,0 0-66 16,0 0 44-16,0 0-8 16,-27 98 4-16,21-50-74 15,-2 0 12-15,8 0-30 16,0-6-20-16,0-8-78 16,16-6-174-16,9-10-280 15,2-7-952-15</inkml:trace>
  <inkml:trace contextRef="#ctx0" brushRef="#br0" timeOffset="99536.99">16638 5356 705 0,'0'0'1091'0,"0"0"-576"16,0 0-352-16,0 0-29 15,0 0-29-15,0 0-6 16,0 0 46-16,-6-64-100 16,6 56-12-16,9-1-1 15,7 4-15-15,1 1-11 16,5 4-6-16,-1 0 0 16,-4 4-18-16,-5 15 18 15,-10 10 0-15,-2 5 40 0,-4 8-24 16,-23 4 38-1,-6 0-30-15,-3-2-9 0,5-6 51 16,4-6-55-16,11-9-5 16,12-10-6-16,4-4 9 15,0-4 17-15,22-2-26 16,9-3 9-16,9 0-18 16,7 0-22-16,2 0-17 15,-2-3-51-15,6-1-148 16,-10 3-231-16,-12 1-413 0</inkml:trace>
  <inkml:trace contextRef="#ctx0" brushRef="#br0" timeOffset="100730.4">17334 5653 1088 0,'0'0'840'0,"0"0"-369"0,0 0-274 0,0 0 70 16,0 0-123-16,0 0-44 15,0 0-42-15,4 18-41 16,3 8-10-1,-3 4-7 1,-2 4 8-16,-2 2 10 16,0 0-17-16,0-6-2 15,-2-4-16-15,-2-4-101 16,4-10-160-16,8-6-295 16,13-6-558-16</inkml:trace>
  <inkml:trace contextRef="#ctx0" brushRef="#br0" timeOffset="101325.37">18497 5496 958 0,'0'0'817'0,"0"0"-344"16,0 0-212-16,0 0 25 15,0 0-123-15,0 0-103 16,0 0 40-16,63-76-84 15,-50 76-14-15,3 0 22 16,-3 14 3-16,-5 14-27 16,-3 8 15-16,-5 7-14 15,0 0 83-15,-7 0-83 16,-4-6 17-16,1-6-11 16,0-9 18-16,3-8-31 15,5-8 6-15,2-4 0 16,0-2-16-16,0 0 16 0,0-18 0 15,9-14-66-15,5-12-52 16,3-6-21-16,1-3-138 16,-3 7 114-16,-1 14 157 15,-7 12 6-15,-5 14 98 16,-2 6-61-16,0 0-22 16,0 20 91-16,-2 6 9 15,-5 6-34-15,7 0-1 16,0 1-80-16,0-4 18 15,7-3-18-15,11-3-70 16,15-7-116-16,-1-9-197 16,-3-3-505-16</inkml:trace>
  <inkml:trace contextRef="#ctx0" brushRef="#br0" timeOffset="101624.24">19259 5332 2011 0,'0'0'716'0,"0"0"-606"0,0 0-95 0,0 0-6 0,0 0 8 16,0 0 98-16,0 0 4 15,-154 126-104-15,116-90 26 16,9-6-41-16,12-8 7 15,12-4 19-15,5-4-16 16,0 0-1-16,22 3 15 16,7-3-6-16,7 2-31 15,-1-5 13-15,4 2-54 16,-6-3-6-16,5-2-251 16,-7-3-331-16,-6-2-943 0</inkml:trace>
  <inkml:trace contextRef="#ctx0" brushRef="#br0" timeOffset="101921.97">19738 5568 2072 0,'0'0'542'15,"0"0"-453"-15,0 0-65 16,0 0-15-16,0 0 52 15,98-118-61-15,-71 88 0 16,-5 2-32-16,-7 2-53 16,-6 0 85-16,-4 4 8 15,-2 6 129-15,-3 6 90 0,0 6-86 16,0 4-36 0,0 0-84-16,0 12-5 15,0 17-2-15,0 16-14 0,-10 9 0 16,-5 10-14-16,-3 6 10 15,-18 18-78-15,7-15-221 16,0-15-537-16</inkml:trace>
  <inkml:trace contextRef="#ctx0" brushRef="#br0" timeOffset="112069.63">1844 6852 1633 0,'0'0'382'0,"0"0"-138"0,0 0-39 0,0 0-49 0,0 0 36 16,0 0-68-16,5-60-26 15,-5 57-48-15,0 3-26 16,0 0 27-16,0 0-50 15,0 0 0-15,0 14-1 16,0 11 6-16,0 7 21 16,0 10-27-16,-5 6 0 15,3 4 30-15,0 0-21 16,0 0-7-16,-2-4-2 16,-2-7 9-16,2-7-6 15,0-10-3-15,2-6-51 16,-1-8 21-16,-1-8-90 15,-2-2 42-15,-6 0 15 16,-1-4-131-16,-1-12 41 0,-1-7-77 16,3 1 38-1,6-1 159-15,6 0 33 0,0 5 17 16,0 0-1-16,9 4-9 16,9 1-11-16,6 0 4 15,3 1-21-15,6-2-23 16,5 3-72-16,2-2 49 15,1 3 35-15,-8 2 32 16,-4 4 47-16,-10 0 36 16,-9 4 14-16,-8 0 69 15,-2 0-38-15,-4 12 80 16,-21 6 3-16,-8 4-97 16,-8 5-9-16,-3-4-80 0,-3 0-7 15,3-8-8 1,-1-4-10-16,2-7-7 0,6-4-86 15,6-3-122-15,6-16 85 16,10-7-38 0,11-2 93-16,4 3 75 15,0 3 15-15,8 8 72 0,9 8 19 16,6 6 13-16,2 0 30 16,2 12-70-16,2 16-34 15,4 4-31-15,0 4-14 16,19 9-92-16,-10-12-427 15,-5-8-1694-15</inkml:trace>
  <inkml:trace contextRef="#ctx0" brushRef="#br0" timeOffset="145025.37">2486 6906 608 0,'0'0'43'0,"0"0"-28"0,0 0 585 0,0 0-324 0,0 0-109 16,0 0 12-16,0 2-13 16,0-2-20-16,0 0-22 15,0 0-49-15,0 0 18 16,0 0 19-16,0 0-5 16,0-2 3-16,0 2-20 0,0 0-6 31,0-2 4-31,0 2-63 0,0 0 35 0,0-2-25 31,0 2-16-31,0-2 41 0,0-2-42 0,0 0 0 16,7-2-3-16,1 2-5 15,2 0-2-15,1 4-8 16,4 0 0-16,1 2-2 16,-3 16 3-16,1 10-1 15,-6 4 16-15,-3 6-15 16,-5 2 28-16,0 1-29 15,0-5 1-15,0-7 7 16,-5-7-2-16,1-8-6 0,2-6 0 16,2-8-17-1,0 0 16-15,0-15-35 0,6-20-58 16,13-11 1-16,-2-6-113 16,3-4-97-16,-5 6 41 15,-3 12 170-15,-5 12 92 16,-7 16 101-16,0 10-19 15,0 0 4-15,-2 18 99 16,-7 8 7-16,-1 6-84 16,6 2-69-16,4 0 7 15,0 0-45-15,12-4-1 16,14-6-7-16,23-4-158 16,-7-8-206-16,-3-7-426 0</inkml:trace>
  <inkml:trace contextRef="#ctx0" brushRef="#br0" timeOffset="145370">3012 6803 1770 0,'0'0'830'0,"0"0"-535"0,0 0-100 0,0 0-134 0,0 0-1 16,0 0-48-16,0 0 3 16,15 37 42-16,12-7-57 0,6 0 7 15,5-4-7 1,3-2-37 0,1-8 31-16,-2-2-36 0,-2-6-11 0,-9-2 8 15,-7-4-15-15,-13 0 44 16,-9 2 16-16,0 2 0 15,-11 8 44-15,-18 8 3 16,-7 8-37-16,-4 9 10 16,3 2-20-16,0 14-59 15,16-13-295-15,7-12-627 0</inkml:trace>
  <inkml:trace contextRef="#ctx0" brushRef="#br0" timeOffset="145667.44">3586 6912 1974 0,'0'0'300'0,"0"0"-247"0,0 0-13 16,50-124-26-16,-34 88 70 0,-3-1 55 15,-5 6-19-15,2 6 31 16,-8 5-33-16,0 8-22 16,-2 10 46-16,0 2-86 0,0 10-55 15,0 20 32 1,0 10-20-16,0 8 16 0,0 6-29 16,0 1 0 15,0-1-18-31,0 10-97 0,13-16-215 0,-1-12-365 0</inkml:trace>
  <inkml:trace contextRef="#ctx0" brushRef="#br0" timeOffset="145996.41">4248 6872 1592 0,'0'0'1489'0,"0"0"-1203"0,0 0-200 0,0 0-86 0,0 0-24 16,0 0-14-16,0 0-116 16,-16 4-783-16</inkml:trace>
  <inkml:trace contextRef="#ctx0" brushRef="#br0" timeOffset="146090.17">4166 7222 2158 0,'0'0'653'15,"0"0"-653"-15,0 0-520 0</inkml:trace>
  <inkml:trace contextRef="#ctx0" brushRef="#br0" timeOffset="149095.6">5146 7020 1905 0,'0'0'618'0,"0"0"-317"0,0 0-84 0,0 0-108 15,0 0-33-15,0 0-23 16,0 0 23-16,16-42-59 16,15 20-16-16,7-6 8 15,4-4-9-15,1-2-1 16,-3 0-17-16,-7-2-29 15,-6 4 41-15,-12-1-24 16,-5 8 15-16,-10 4-2 0,0 5 9 16,0 8 8-16,-6 8 0 15,-4 0 1-15,-3 18-11 16,-1 22 1-16,3 16 9 16,2 29 5-16,0-1-4 15,2 8 23-15,1 3 3 16,2-22-25-16,-1 6 14 15,-2-13-16-15,-2-12 0 16,-2-12 11-16,-3-9-1 16,-5-10-10-16,-4-10 0 15,-1-12 5-15,1-1-16 16,6-14 11-16,10-18 0 16,7-10-15-16,3-6 1 0,24-4 13 15,10-2-12 1,9-2-41-16,6 2 45 0,2-1-90 15,-4 3-56-15,2 2-44 16,-5 0-14-16,-5 4 38 16,-6 2 17-16,-9 6 66 15,-9 3 92-15,-10 10 78 16,-8 8 126-16,0 13 79 16,-4 4-92-16,-16 10-85 15,-5 25-51-15,3 9 3 16,2 8 28-16,8 6-73 15,10-4-1-15,2-4-10 16,12-8-2-16,17-10-14 16,6-13-74-16,21-16-163 15,-7-3-92-15,-11 0-366 0</inkml:trace>
  <inkml:trace contextRef="#ctx0" brushRef="#br0" timeOffset="149423.81">5846 6850 1716 0,'0'0'636'0,"0"0"-517"0,0 0-107 0,0 0 14 0,0 0 79 15,0 0 51-15,54 118-2 16,-52-82-79-16,-2 0-45 0,0-6 9 16,0-5-39-16,0-10 0 15,0-7 4-15,-2-8 2 16,2 0-12-16,0-19-32 15,0-16-176-15,2-7 59 16,4-2-30-16,3 2-12 16,-5 8 61-16,-1 14 136 15,-3 16 188-15,0 4-49 16,0 18 8-16,0 16 50 16,0 6-106-16,0-2-53 15,2-4-8-15,18-8-30 16,5-8-50-16,17-16-190 15,-7-2-220-15,-6-4-366 0</inkml:trace>
  <inkml:trace contextRef="#ctx0" brushRef="#br0" timeOffset="149596.09">6241 6681 230 0,'0'0'2083'0,"0"0"-1836"16,0 0-171-16,0 0-16 15,66 107 86-15,-63-57-17 16,-3 6-20-16,0 2-63 16,-7 2-44-16,-7-4-2 15,-1 0-180-15,1-13-206 16,8-17-316-16</inkml:trace>
  <inkml:trace contextRef="#ctx0" brushRef="#br0" timeOffset="149925.41">6615 6968 2177 0,'0'0'802'0,"0"0"-552"0,0 0-143 16,0 0-56-16,0 0-42 16,0 0-9-16,0 0 14 15,125 0-14-15,-86 8-12 16,-3 2-61-16,-5 4-136 15,-11-2-317-15,-11-4-422 0</inkml:trace>
  <inkml:trace contextRef="#ctx0" brushRef="#br0" timeOffset="150066.46">6659 7142 1696 0,'0'0'832'0,"0"0"-495"0,0 0-218 15,0 0-68-15,0 0-45 16,0 0-6-16,139 7-94 15,-100-6-473-15,-5 2-1429 0</inkml:trace>
  <inkml:trace contextRef="#ctx0" brushRef="#br0" timeOffset="151165.4">7687 6847 776 0,'0'0'1006'0,"0"0"-618"0,0 0-75 0,0 0 43 16,0 0-147-16,0 0-82 16,0 0-11-16,-52-100-95 15,52 87-11-15,15 0-4 16,6 7 1-16,3 6-7 16,1 0 0-16,-8 14-19 0,-10 17 10 15,-7 12-9-15,-7 10 18 16,-28 3 18-16,-9 2-12 15,-4-8 12-15,9-8-5 16,5-12-12-16,16-12 35 16,12-10-36-16,6-6 0 15,10-2-7-15,26 0-7 16,13-16-13-16,9-2-73 16,0 0-130-16,11-6-111 15,-15 6-251-15,-16 2-386 0</inkml:trace>
  <inkml:trace contextRef="#ctx0" brushRef="#br0" timeOffset="151494.29">7978 6874 1219 0,'0'0'767'0,"0"0"-476"0,0 0-42 16,0 0-131-16,0 0-85 16,0 0 125-16,0 0-37 15,65 72-18-15,-65-30-33 16,-2-2-64-16,-7-4 20 15,2-8-26-15,4-7-2 16,3-14-17-16,0-7-4 16,0 0-4-16,8-20-70 15,5-12-188-15,1-8 56 16,-4-6-36-16,-3 0 37 16,-3 4 18-16,-4 12 210 0,0 16 138 15,0 14 150 1,0 6-139-16,0 24 34 0,-2 10-110 15,2 2 28-15,0 0 59 16,16-4-96-16,13-6-54 16,4-6-10-16,14-14-265 15,-6-6-123-15,-10-6-541 0</inkml:trace>
  <inkml:trace contextRef="#ctx0" brushRef="#br0" timeOffset="151855.15">8281 6591 747 0,'0'0'1403'0,"0"0"-932"0,0 0-226 0,0 0-90 16,0 0-92-1,0 0 54-15,0 0-48 0,-16-54-26 0,32 52-43 16,2 2 2-16,0 4-10 16,-7 20-11-16,-11 8 19 15,0 10 10 1,-15 5 7-16,-10-4 36 15,0-3-29-15,8-7-23 16,7-11 12 0,10-6-13-16,0-8-28 15,29-7 14-15,12-1-81 0,28 0-106 0,-9-9-394 16,-6-1-363-16</inkml:trace>
  <inkml:trace contextRef="#ctx0" brushRef="#br0" timeOffset="152448.79">8697 7064 920 0,'0'0'1396'0,"0"0"-770"0,0 0-439 0,0 0-47 15,0 0-112-15,0 0 1 16,0 0 5-16,119-5-19 15,-78 2-30-15,0 3-19 16,11 0-155-16,-10 0-382 16,-7 0-608-16</inkml:trace>
  <inkml:trace contextRef="#ctx0" brushRef="#br0" timeOffset="153327.31">9620 6852 1420 0,'0'0'665'0,"0"0"-423"0,0 0-1 15,0 0 32-15,0 0-107 16,0 0-65-16,0 0 31 0,-29-107-97 15,29 89-1-15,0 0-25 16,7 4 0-16,6 4-18 16,3 9 8-16,-1 1-7 15,-4 3 2-15,-5 25 0 16,-6 9 6-16,-3 8 19 16,-23 5-18-16,-6 3 41 15,1-7-42-15,4-8 0 16,9-8 16-16,9-12-5 15,9-6-20-15,0-10 9 16,23-2-37-16,12 0 36 16,5 0-59-16,0 0 33 15,-3 0 12-15,-14 0-7 0,-11 8 21 16,-12 15-21-16,0 4 17 16,-14 4-8-16,-11-2 20 15,2-4-7-15,0-5 0 16,7-11-21-16,7-6-109 15,9-7-160-15,3-16-324 16,11-6-559-16</inkml:trace>
  <inkml:trace contextRef="#ctx0" brushRef="#br0" timeOffset="153640.7">9885 6854 1737 0,'0'0'656'15,"0"0"-530"-15,0 0-68 16,0 0 44-16,0 0 33 15,9 138 46-15,-20-98-25 16,3-4-114-16,2-8-21 16,2-6-18-16,4-9 6 15,0-9-18-15,0-4-21 16,0-7-54-16,10-15-236 16,0-7-68-16,1-20 42 15,-1 3-214-15,-4 8-171 16,-4 10 432-16,-2 26 299 15,0 2 1272-15,0 0-668 0,0 20-460 16,-8 8 4 0,0 6-54-16,6 2-41 0,2 0 7 15,14-4-60-15,42-1-112 16,-3-12-204-16,1-6-497 0</inkml:trace>
  <inkml:trace contextRef="#ctx0" brushRef="#br0" timeOffset="153829.22">10336 7024 1237 0,'0'0'1047'0,"0"0"-517"15,0 0-272-15,0 0-177 16,0 0-42-16,0 0-15 15,0 0-15-15,115-22-18 16,-72 20-40-16,8-8-237 16,-11 2-297-16,-8-2-377 0</inkml:trace>
  <inkml:trace contextRef="#ctx0" brushRef="#br0" timeOffset="153969.71">10614 6802 1326 0,'0'0'1148'0,"0"0"-820"15,0 0-261-15,0 0-65 16,0 0 23-16,0 0 62 16,-58 138-47-16,42-70-40 15,3-12-66-15,2-10-738 0</inkml:trace>
  <inkml:trace contextRef="#ctx0" brushRef="#br0" timeOffset="154643.69">11218 6778 461 0,'0'0'1520'0,"0"0"-1179"0,0 0-259 15,0 0-70-15,0 0 31 0,0 0 36 16,0 0 23-16,-56 29 46 16,56 6-44-16,0 5 4 15,3 4-63-15,12 2-11 16,3-2 20-16,2 0-31 15,-4-4 7-15,-3-5-6 0,-5-6-24 16,-5-4 30-16,-3-7-30 16,0-7-17-16,-16-4 16 15,-4-7-34-15,5 0 20 16,4-21-7-16,11-12-53 16,0-11-127-16,19-6-40 15,17-5 62-15,-1 3 180 16,-2 2 5-16,-12 6 124 15,-7 8 90-15,-14 3-3 16,0 10-46-16,-12 6-146 16,-11 7-24-16,-4 10-7 15,2 3-185-15,9 15-377 16,12 1-697-16</inkml:trace>
  <inkml:trace contextRef="#ctx0" brushRef="#br0" timeOffset="154974.15">12279 6978 1235 0,'0'0'1246'0,"0"0"-679"0,0 0-372 16,0 0-120-1,0 0-27-15,0 0 27 16,0 0-59-16,91 0 2 0,-40-4-18 0,5 0-42 16,2 0-21-16,10 0-133 15,-14 0-308-15,-14 2-217 0</inkml:trace>
  <inkml:trace contextRef="#ctx0" brushRef="#br0" timeOffset="155193.69">12312 7016 1906 0,'0'0'776'0,"0"0"-538"16,0 0-137-16,0 0-88 0,0 0 44 15,0 0-36-15,131-4-9 16,-84 4-12-16,2 0-32 15,-2 0-56-15,6 0-205 16,-10 0-235-16,-12-2-305 0</inkml:trace>
  <inkml:trace contextRef="#ctx0" brushRef="#br0" timeOffset="155351.34">12860 6788 1746 0,'0'0'798'0,"0"0"-548"0,0 0-114 15,0 0-94 1,0 0 7-16,0 0 14 0,61 112-26 16,-71-58-4-16,-36 24-33 15,3-11-273-15,1-13-413 0</inkml:trace>
  <inkml:trace contextRef="#ctx0" brushRef="#br0" timeOffset="156731.13">13738 6944 2000 0,'0'0'680'0,"0"0"-507"0,0 0-133 0,0 0-19 0,0 0-21 16,118-101 8-16,-66 73-14 15,-2-2 6-15,-3 2-23 16,-9 0-9-16,-11 4-49 16,-16 3 59-16,-11 2 4 0,0 5 18 15,-7 4 65 1,-11 10-45-16,3 0-13 15,1 16-7-15,5 22 0 0,5 12 39 16,4 12-11-16,0 7-8 16,0 1 27-16,0 0-46 15,0-6 0-15,0-4 7 16,0-10-7-16,-11-11 21 16,-7-11-22-16,1-12 0 15,-2-10 26-15,3-6-25 16,8-2 19-16,8-24-2 15,0-12-18-15,18-11-8 16,18-6-108-16,5-4-144 16,24-17-19-16,-9 12-199 15,-9 10-134-15</inkml:trace>
  <inkml:trace contextRef="#ctx0" brushRef="#br0" timeOffset="156871.67">14411 6429 983 0,'0'0'864'0,"0"0"-361"16,0 0-195-16,0 0-65 16,0 0-210-16,0 0 7 15,0 0 26-15,-77 118-60 16,49-60-6-16,-1 14-37 16,7-14-341-16,8-14-665 0</inkml:trace>
  <inkml:trace contextRef="#ctx0" brushRef="#br0" timeOffset="157108.81">14704 6489 704 0,'0'0'845'0,"0"0"-497"0,0 0-45 15,0 0-46-15,-121 96-23 16,102-44-100-16,13 6-8 16,6-1-87-1,0-3-32-15,27-8-7 0,23-8-146 16,0-12-215-16,-6-14-517 0</inkml:trace>
  <inkml:trace contextRef="#ctx0" brushRef="#br0" timeOffset="157469.84">14849 6685 1761 0,'0'0'674'15,"0"0"-597"-15,0 0-22 16,0 0 24-16,0 0 68 16,0 0 45-16,50 126-106 15,-50-87-42-15,-7-3-13 16,-4-6-19-16,2-12-10 15,5-8-2-15,4-10 4 16,0 0-25-16,2-16-28 16,13-12-207-16,-1-8 55 15,-1-6-46-15,-1 4 37 16,-8 1 79-16,-4 14 131 16,0 10 289-16,0 13 56 15,0 0-155-15,-2 24-59 0,0 6-82 16,2 2 13-16,2 0-49 15,19-1-7-15,10-7-12 16,8-6 5-16,1-8-177 16,6-10-280-16,-5 0-168 15,-14-14-810-15</inkml:trace>
  <inkml:trace contextRef="#ctx0" brushRef="#br0" timeOffset="157626.1">15315 6527 1861 0,'0'0'793'0,"0"0"-630"16,0 0-112 0,0 0 26-16,0 0-29 0,110 132 75 15,-110-70-69-15,0 9-38 16,-9 5-16-16,-20 16-103 16,4-20-463-16,5-16-291 0</inkml:trace>
  <inkml:trace contextRef="#ctx0" brushRef="#br0" timeOffset="157955.44">15852 6802 1149 0,'0'0'1348'0,"0"0"-778"15,0 0-367-15,0 0-149 16,0 0-23-16,0 0-25 0,121-10 7 15,-79 10-26 1,2 0 7-16,-3 0-109 0,-12 4-152 16,-14 7-423-16,-15 0-411 15</inkml:trace>
  <inkml:trace contextRef="#ctx0" brushRef="#br0" timeOffset="158096.07">15839 6980 1587 0,'0'0'968'0,"0"0"-650"15,0 0-191-15,0 0-112 16,113 2-15-16,-42-2-60 16,-8 0-244-16,-14-2-343 0</inkml:trace>
  <inkml:trace contextRef="#ctx0" brushRef="#br0" timeOffset="159132.34">17224 6677 1741 0,'0'0'683'0,"0"0"-458"0,0 0-115 0,0 0-95 0,0 0-6 15,0 0 93-15,0 0-8 16,-91 129 19-16,49-83-83 16,4-4-7-16,5-8-14 15,8-14-8-15,7-10 26 16,12-10-26-16,6 0 18 15,0-8-11-15,10-14-8 16,15 0-42 0,8 2-17-16,6 6 14 0,3 6 44 15,4 6-16-15,4 2 17 16,-1 0-20-16,0 0 22 0,-4 0-4 16,-5 0-13-16,-5-6-79 15,-8-7-12-15,-9-1-27 31,-7 0 69-31,-9-1 64 0,-2 3 16 16,0 3 136-16,0 5 41 0,-6 4-69 16,-4 0-37-16,-1 22-87 15,3 10 8-15,-1 7-11 16,4 5 3-16,5 6-57 16,2-8-320-16,12-14-473 0</inkml:trace>
  <inkml:trace contextRef="#ctx0" brushRef="#br0" timeOffset="159492.43">17679 6793 1603 0,'0'0'395'0,"0"0"-250"0,0 0-28 0,0 0 19 0,0 0 57 16,0 0 52-16,0 0-88 15,44 135-33-15,-57-95-78 0,0-8-38 16,4-8 17 0,4-10-17-16,5-10-8 0,0-4 1 15,0-2-1-15,14-20-40 16,-1-8-128-16,-4-6-107 16,-5-4 76-16,-4 2-62 15,0 6 79 1,0 8 182-16,0 13 84 0,0 11 203 15,-2 0-169-15,2 27-35 16,0 7-8-16,0 6-50 16,14 2-4-16,9 0-21 15,27-2-131-15,-3-10-111 16,0-10-433-16</inkml:trace>
  <inkml:trace contextRef="#ctx0" brushRef="#br0" timeOffset="159664.31">18076 6942 1167 0,'0'0'1291'16,"0"0"-768"-16,0 0-414 15,0 0-31-15,0 0-78 16,0 0 0-16,158-30-1 16,-104 30-2-16,25 0-118 15,-11 0-376-15,-8 0-432 0</inkml:trace>
  <inkml:trace contextRef="#ctx0" brushRef="#br0" timeOffset="160072.01">18809 6679 1126 0,'0'0'625'15,"0"0"-313"-15,0 0-70 16,0 0-63-16,0 0-64 16,0 0 1-16,0 0 69 15,-27-60-74-15,27 52-37 16,11 0-38-16,7 6-30 16,-3 2 2-16,1 0-8 15,-7 16 0-15,-9 12-1 0,0 6 2 16,-11 7 32-16,-16-1 23 15,1-3-47-15,3-5 18 16,10-5-27-16,13-9 0 16,2-6-2-16,32 0 11 15,10-2-9-15,5-2 0 16,-2 4 12-16,-11 0-19 16,-17 6 7-16,-17 4 0 15,-2 6-17-15,-35 2 7 16,-13-2-14-16,-15-2-119 0,12-5-500 15,15-14-882-15</inkml:trace>
  <inkml:trace contextRef="#ctx0" brushRef="#br0" timeOffset="160197.76">19333 7014 2618 0,'0'0'17'0,"0"0"-17"15,0 0-1288-15</inkml:trace>
  <inkml:trace contextRef="#ctx0" brushRef="#br0" timeOffset="161764.5">1824 8113 664 0,'0'0'1347'0,"0"0"-1110"0,0 0-90 0,0 0-26 15,0 0-63-15,0 0-4 16,0 0 53-16,0 48 78 15,0-8-69-15,0 2-67 16,-4 3 2-16,-3-8-51 16,1-4 1-16,0-11-1 15,2-8-11-15,4-7-37 16,-2-7-79-16,2 0-61 0,0-13-34 16,0-14-238-16,4-5 90 15,15-1-263-15,1 0 99 16,4 8 534-16,-2 4 615 15,-1 11-245-15,-8 6-66 16,-2 4-163-16,-6 0 9 16,-5 17 30-16,0 6-59 15,0 5 14-15,-19 2-53 16,-3 1-18-16,-9-2 8 16,-5-2-62-16,-4-5-10 15,-2-6-58-15,-1-8-33 16,2-8-32-16,3 0-67 0,7-8-60 15,8-14 89 1,12-4 110-16,8-1 51 0,3 5 186 16,10 7 71-16,17 2 43 15,10 9-101-15,7 4-140 16,8 0-14-16,2 13-45 16,21 10-45-16,-15-2-295 15,-8-5-1035-15</inkml:trace>
  <inkml:trace contextRef="#ctx0" brushRef="#br0" timeOffset="162271.37">2599 8183 1908 0,'0'0'353'0,"0"0"-275"0,0 0 5 0,0 0-50 16,0 0 50-16,0 0 62 0,0 0-11 15,85 153-13-15,-85-97-49 16,-15-2-26-16,-3-8 5 16,1-10-50-16,5-12 16 15,5-12-16-15,7-12 10 16,0 0-22-16,5-28-43 16,15-10-188-16,2-10 17 15,2-8-106-15,-3 0-55 16,-8 1-252-16,-4 10 546 15,-7 14 92-15,-2 17 822 0,0 14-353 16,-14 0-293-16,-1 27-54 16,-1 6 4-16,10 6-29 15,6-3-22-15,0 0-14 16,25-6-61-16,14-4-8 16,32-10-63-16,-5-8-282 15,-9-6-348-15</inkml:trace>
  <inkml:trace contextRef="#ctx0" brushRef="#br0" timeOffset="162659.41">3473 8129 2248 0,'0'0'498'0,"0"0"-443"0,0 0 38 0,0 0-83 0,0 0 67 15,-138 68 57-15,82-23-78 16,-1 2 19-16,3 0-56 16,11-7-19-16,19-10 26 15,12-8-17-15,12-6-9 16,17-4 4-16,22 0 4 16,13-2-16-16,6 0-1 15,2-2-52-15,-5 0-20 16,5-6-218-16,-12 0-320 15,-13-2-926-15</inkml:trace>
  <inkml:trace contextRef="#ctx0" brushRef="#br0" timeOffset="162956.94">3652 8422 1602 0,'0'0'1178'0,"0"0"-941"0,0 0-196 16,0 0-17-16,0 0-24 15,86-119 2-15,-66 90-10 16,-2-2-23-16,-7 3-77 16,-4 2 29-16,-3 4 31 15,-2 4 48-15,0 4 166 0,-2 8 5 16,3 4 1 0,2 2-144-16,-1 8-19 0,0 18-15 15,-1 10 20-15,-1 9-14 16,-2 5 0-16,0 1-70 15,12 6-89-15,-2-15-520 16,5-12-510-16</inkml:trace>
  <inkml:trace contextRef="#ctx0" brushRef="#br0" timeOffset="163113.47">4357 8343 1979 0,'0'0'946'0,"0"0"-764"0,0 0-182 15,0 0-25-15,0 0 10 16,0 0-13-16,0 0-488 16,0 17-348-16</inkml:trace>
  <inkml:trace contextRef="#ctx0" brushRef="#br0" timeOffset="163222.84">4319 8635 1467 0,'0'0'711'0,"0"0"-586"16,0 0-125-16,0 0-834 0</inkml:trace>
  <inkml:trace contextRef="#ctx0" brushRef="#br0" timeOffset="164225.68">5113 8530 2270 0,'0'0'587'0,"0"0"-538"0,0 0-19 0,0 0-30 15,167-86 0-15,-114 43-16 0,-1 0 28 16,-10-4-12 0,-11 6 0-16,-13 2-8 0,-11 3-3 15,-7 8 22-15,0 6 23 16,-11 10 62-16,-5 10-41 16,5 2-14-16,1 24-41 15,6 18 6-15,4 12 16 16,0 10-21-16,10 9-1 15,3-1 21-15,-5 0-15 16,-2-4 1-16,-6-5-7 16,0-11 0-16,-10-9 0 15,-9-10 7-15,-6-11-7 0,-2-14 6 16,2-8 9 0,10-2-19-16,8-28 4 0,7-14-14 15,18-11 2-15,26-7-46 16,16-4-101-16,14-2-40 15,6 2-3-15,3 3 23 16,-5 5-13-16,-13 8 55 16,-19 6 123-1,-17 10 14-15,-17 8 191 16,-12 8 115-16,0 12 47 0,-21 6-140 16,-10 2-129-16,-4 24-44 15,-4 12 25-15,11 6-57 16,6 5 15-16,12-1-23 0,10-2 9 15,7-6-18 1,22-10-33-16,9-8-61 0,6-10-47 16,12-12-303-16,-13 0-159 15,-12-12-720-15</inkml:trace>
  <inkml:trace contextRef="#ctx0" brushRef="#br0" timeOffset="164538.79">6013 8257 1957 0,'0'0'674'0,"0"0"-469"16,0 0-172-16,0 0-32 0,0 0 53 0,0 0 28 0,0 0 39 15,27 107-62-15,-27-75-47 0,0 0 21 16,0-4-33-16,-7-8 0 16,3-8 0-16,2-8 7 15,2-4-8-15,0-4 1 16,0-20-78-16,4-8 19 15,5-2-51-15,-5-3 20 16,-2 9 68-16,-2 10 22 16,0 13 170-16,-2 5-83 15,-7 8-54-15,3 16 15 16,4 4-38-16,2 0 16 16,11-4-22-16,20-4-4 15,8-10-22-15,17-10-176 0,-6 0-361 16,-15-6-305-16</inkml:trace>
  <inkml:trace contextRef="#ctx0" brushRef="#br0" timeOffset="164695.81">6320 8147 2126 0,'0'0'749'0,"0"0"-552"16,0 0-130-16,137-10-16 15,-100 28-37 1,-8 14-2-16,-11 10 33 0,-16 14-44 15,-2 6-2-15,-44 27-39 16,-6-15-315-16,4-16-489 0</inkml:trace>
  <inkml:trace contextRef="#ctx0" brushRef="#br0" timeOffset="165290.93">7020 8293 333 0,'0'0'1737'0,"0"0"-1056"0,0 0-372 0,0 0-123 0,0 0-103 16,0 0-10-16,0 0-72 16,96-10 1-16,-56 10-2 0,-2 0-44 15,-6 0-71-15,-15 9-259 16,-9 2-359-16,-8 1-607 0</inkml:trace>
  <inkml:trace contextRef="#ctx0" brushRef="#br0" timeOffset="165431.31">7024 8452 2218 0,'0'0'639'0,"0"0"-513"31,0 0-87-31,0 0-39 0,137 0 0 0,-68-6-131 16,-11-4-446-16,-10 2-1499 0</inkml:trace>
  <inkml:trace contextRef="#ctx0" brushRef="#br0" timeOffset="166090.62">7918 8201 681 0,'0'0'1167'0,"0"0"-673"0,0 0-261 0,0 0-14 16,0 0-107-16,0 0-61 15,0 0 23-15,29-78-68 16,-6 76 5-16,-2 2-11 0,-3 0 0 16,-7 18-7-1,-11 10 7-15,0 8 0 0,-26 8 60 16,-21 5-17-16,-7 1 7 16,-2-4-4-16,10-8-46 15,13-10 40-15,17-8-35 16,13-8 2-16,3-6 22 15,23-4-22-15,17-2-7 16,9 0-10-16,7-2-86 16,17-16-84-16,-12 2-355 15,-14 2-206-15</inkml:trace>
  <inkml:trace contextRef="#ctx0" brushRef="#br0" timeOffset="166466.73">8288 8251 1502 0,'0'0'627'16,"0"0"-501"-16,0 0-31 15,0 0-5-15,0 0 5 16,0 0 21-16,0 0 68 16,33 127-80-16,-50-85 0 15,-1-2-58-15,5-10-36 16,3-10 5-16,8-8 3 15,2-12-27-15,0 0 9 0,18-14-97 16,5-14-148 0,-2-6-34-16,0-6 56 0,-11 2 44 15,-5 3-32-15,-5 9 211 16,0 12 63-16,0 14 296 16,-7 0-102-1,-3 22-75-15,1 10-85 0,4 7-12 16,5 1-54-16,0-4 16 15,20-4-47-15,9-8-12 16,27-14-93-16,-8-6-220 16,-3-4-421-16</inkml:trace>
  <inkml:trace contextRef="#ctx0" brushRef="#br0" timeOffset="166734.04">8611 7936 2027 0,'0'0'693'0,"0"0"-490"0,0 0-86 0,0 0-101 0,0 0-7 15,0 0 0-15,0 0 1 16,47 3 26-16,-47 35-7 0,0 4 34 15,-5 0 21-15,-11-4-46 16,3-6 6 0,7-10-37-16,6-8 1 0,0-6-16 15,22-6-22-15,27-2-89 16,-4-2-249-16,-5-10-667 0</inkml:trace>
  <inkml:trace contextRef="#ctx0" brushRef="#br0" timeOffset="168242.74">9248 8365 1943 0,'0'0'533'0,"0"0"-405"0,0 0 82 0,0 0-91 16,0 0-75-16,0 0 29 16,122-15-73-16,-76 12 0 15,12 2-15-15,-14-2-278 16,-9 0-376-16</inkml:trace>
  <inkml:trace contextRef="#ctx0" brushRef="#br0" timeOffset="168430.78">9536 8157 1450 0,'0'0'789'0,"0"0"-618"16,0 0-37-16,0 0 19 16,-68 121 3-16,42-71-107 15,4 0-49-15,15 4 0 16,7-10-316-16,0-16-427 15</inkml:trace>
  <inkml:trace contextRef="#ctx0" brushRef="#br0" timeOffset="168869.31">9821 8089 1958 0,'0'0'568'0,"0"0"-427"16,0 0-95-16,0 0-22 15,0 0-13-15,0 0-4 16,0 0 18-16,73-56-24 15,-61 66-1-15,-12 18 41 16,0 8 23-16,-12 6 63 16,-15 4-22-16,-6 1-44 15,2-7 34-15,4-8-67 16,10-8-16-16,12-11 6 16,5-4-18-16,0-9-1 15,25 0-6-15,6 0-33 0,5 0 20 16,-3-4-55-16,-4 2 27 15,-10 2 48-15,-9 0-40 16,-8 10 32-16,-2 9 8 16,-4 6 0-16,-19-3-12 15,1 0-10-15,-1-6-216 16,6-8-227-16,10-8-366 0</inkml:trace>
  <inkml:trace contextRef="#ctx0" brushRef="#br0" timeOffset="169182.92">10110 8215 1879 0,'0'0'649'15,"0"0"-523"-15,0 0-35 16,0 0 2-16,0 0 76 16,18 103-44-16,-22-67-56 15,-8-2-15-15,4-4-48 16,3-10 6-16,3-8-12 15,2-12-39-15,0 0 21 16,17-10-131-16,4-12-236 16,-3-6 51-16,-5-4 22 15,-9 2 21-15,-4 2-29 0,0 6 320 16,-13 11 422-16,-7 11 117 16,-3 0-264-1,0 26-56-15,2 9-143 0,11 7-2 16,7 2-18-16,3-2-54 31,67 2-2-31,2-10-326 0,4-14-924 0</inkml:trace>
  <inkml:trace contextRef="#ctx0" brushRef="#br0" timeOffset="169857.6">12416 8340 1597 0,'0'0'743'0,"0"0"-407"15,0 0-52-15,0 0-139 0,0 0-34 0,0 0-74 16,119-20-29-16,-64 7 29 16,6 3-37-16,-3 1 0 15,-8 4-12-15,-5 4-128 16,-9 1-172-16,-11 0-306 16,-12 0-337-16</inkml:trace>
  <inkml:trace contextRef="#ctx0" brushRef="#br0" timeOffset="170060.87">12559 8414 1465 0,'0'0'704'0,"0"0"-334"16,0 0-9 0,0 0-165-16,0 0-102 0,0 0-85 15,125-6 11-15,-85 2-20 16,3 4-5-16,-3 0-11 15,-5 0-143-15,1 0-213 16,-10 0-226-16,-7 0-495 0</inkml:trace>
  <inkml:trace contextRef="#ctx0" brushRef="#br0" timeOffset="170233.06">13081 8187 2029 0,'0'0'772'0,"0"0"-643"0,0 0-69 16,0 0-50-16,0 0 51 16,35 120 10-16,-35-63-47 15,-20 3-6-15,-16 4-18 16,-32 16-198-16,5-13-369 16,7-17-526-16</inkml:trace>
  <inkml:trace contextRef="#ctx0" brushRef="#br0" timeOffset="172099.87">14005 8057 1829 0,'0'0'778'0,"0"0"-550"0,0 0-190 0,0 0 12 0,0 0 39 15,0 0-22-15,0 0-15 16,56-50-52-16,-25 24 11 16,1-5-20-16,-6-1 9 15,-6 2 0-15,-9 0 0 16,-6 6 10-16,-5 4-4 16,0 8 9-16,0 8-6 15,0 4 6-15,0 4-15 16,0 24-4-16,0 16-2 0,0 17 12 15,0 7 18 1,0 8-24-16,2 0-3 16,7-2-14-16,-5-6 17 0,-2-5 0 15,-2-11 0-15,0-8 1 16,-22-8 2-16,-6-8-3 16,-7-12 0-16,0-10-10 15,6-6 26-15,9-6-7 16,16-20 23-16,4-6-32 15,15-4 0-15,25-6-18 16,7 0-84-16,26-15-97 16,-12 12-259-16,-12 2-150 0</inkml:trace>
  <inkml:trace contextRef="#ctx0" brushRef="#br0" timeOffset="172269.18">14519 7700 1820 0,'0'0'613'16,"0"0"-323"-16,0 0-34 0,0 0-210 16,0 0-16-16,0 0 1 0,0 0-30 15,-90 156-1-15,61-72-21 32,6-11-478-32,9-17-493 0</inkml:trace>
  <inkml:trace contextRef="#ctx0" brushRef="#br0" timeOffset="172480.07">14863 7852 1075 0,'0'0'1258'16,"0"0"-1026"-1,0 0-222 1,0 0 31-16,-118-12 131 0,91 44-7 0,7 13-53 15,11 10-43-15,9 4-48 16,0 3 14-16,13-6-35 16,16-6-45-16,8-7-36 15,15-11-255-15,-4-13-219 16,-11-11-540-16</inkml:trace>
  <inkml:trace contextRef="#ctx0" brushRef="#br0" timeOffset="172825.55">14939 8071 656 0,'0'0'1242'16,"0"0"-774"-16,0 0-369 16,0 0-26-16,0 0-64 15,0 0 86-15,0 0 28 16,91 14 21-16,-91 26-19 31,-9 4-73-31,-7 0-15 16,3-4-11-16,2-8-14 15,6-11-8-15,5-12-4 16,0-9 2-16,19-1-13 16,1-21-116-16,1-10-172 0,-2-7-18 15,-8-19-185-15,-7 6 5 16,-2 8-187 0,-2 12 684-16,0 28 504 0,0 4 434 15,0 0-440-15,0 16-333 16,0 8-62-16,2 8-14 15,8 4-31-15,1 2-16 16,7-4-29-16,1-3-13 16,15-13-137-16,-5-11-323 15,-7-7-264-15</inkml:trace>
  <inkml:trace contextRef="#ctx0" brushRef="#br0" timeOffset="173013.18">15454 7802 2189 0,'0'0'832'16,"0"0"-692"-16,0 0-78 16,0 0-17-16,133 65-24 15,-110-18 41-15,-8 11-35 16,-11 9-19-16,-4 3-8 16,-4 0-53-16,-45 12-140 15,4-18-543-15,-1-13-929 0</inkml:trace>
  <inkml:trace contextRef="#ctx0" brushRef="#br0" timeOffset="176225.18">16208 8163 1094 0,'0'0'575'0,"0"0"-312"0,0 0 6 0,0 0-16 15,0 0 42-15,0 0-76 16,0 0-137-16,10 0-22 15,12-2-60-15,4-2-7 16,6 2-6-16,-6 2-41 16,-5 0-85-16,-15 0-182 15,-6 10-215-15,0 2-237 0</inkml:trace>
  <inkml:trace contextRef="#ctx0" brushRef="#br0" timeOffset="176365.93">16208 8163 1605 0,'-4'134'489'0,"31"-134"-397"16,4 0 66-16,9 0-118 0,1-8-40 16,9-3-34-16,-7-2-287 15,-12 1-1376-15</inkml:trace>
  <inkml:trace contextRef="#ctx0" brushRef="#br0" timeOffset="177958.84">17363 7908 1177 0,'0'0'695'0,"0"0"-395"0,0 0-78 15,0 0-29-15,0 0-67 0,0 0-33 16,0 0-93-16,-2 6 1 16,-16 45 96-16,-3 9-40 15,0 4-24-15,-4-2-16 16,2-8-5-16,2-10-3 15,3-11-9-15,5-12 0 16,3-10-8-16,4-10 2 16,1-1-15-16,3-1-18 0,2-16-46 15,0-2 67-15,2-2-37 16,13 3 41-16,10 2-5 16,4 4 1-16,9 2 12 15,7 4 6-15,-1 2-16 16,-1 2 5-16,-3 2-30 15,-5-2-32-15,-6 0-34 16,-4-2-45-16,-10-4 6 16,-7-4-4-16,-6-4 69 15,-2-4 57-15,0 0 24 16,-14-4 86-16,1 4 1 16,-1 2 53-16,5 6 75 15,5 7 15-15,0 5-76 0,1 7-105 16,-2 23-28-16,1 14-7 15,-3 10 8-15,1 6-22 16,-1-2-83-16,7 5-208 16,0-19-298-16,0-14-419 0</inkml:trace>
  <inkml:trace contextRef="#ctx0" brushRef="#br0" timeOffset="178368.84">17704 8013 717 0,'0'0'1496'0,"0"0"-1131"0,0 0-245 0,0 0-45 16,0 0 0-16,0 0-28 16,0 0 24-16,54 40 7 15,-52 14 19-15,-2 4-79 16,0 2 7-16,0-7-25 15,-2-9 6-15,-4-12-4 16,4-12-2-16,2-12-5 16,0-8-4-16,0 0-19 15,2-24-38-15,10-10-63 0,-5-11-41 16,-3-3 55-16,-4-2-35 16,0 8 122-16,0 12 28 15,0 16 160-15,0 14 12 16,0 4-145-16,0 26-18 15,0 8 41-15,14 2-50 16,7-2 13-16,8-1-13 16,21-8-150-16,-8-7-191 15,-5-12-721-15</inkml:trace>
  <inkml:trace contextRef="#ctx0" brushRef="#br0" timeOffset="186704.43">18250 8211 978 0,'0'0'778'0,"0"0"-541"0,0 0-30 0,0 0 70 0,0 0-58 16,0 0 12-16,-20-32-89 16,20 28-59-16,0 2 11 15,0 2-64-15,0 0-4 16,0 0 8-16,0 0-34 16,0 0 28-16,15-2-11 0,14 0-11 15,12-2 3 1,7 2-9-16,8-2-15 0,2 0 13 15,-2 2-111 1,2-4-109-16,-14 2-461 0,-13 0-489 0</inkml:trace>
  <inkml:trace contextRef="#ctx0" brushRef="#br0" timeOffset="186941.66">18479 7990 1575 0,'0'0'671'15,"0"0"-533"-15,0 0-132 16,0 0 57-16,0 0 15 16,0 0 66-16,0 0 37 15,-60 155-86-15,53-93-47 16,1 2-32-16,-4-3-16 15,4-5-61-15,-1-4-211 16,5-16-210-16,2-12-433 0</inkml:trace>
  <inkml:trace contextRef="#ctx0" brushRef="#br0" timeOffset="188201.79">18998 8045 1345 0,'0'0'406'0,"0"0"-250"0,0 0 42 0,0 0-31 0,0 0-47 16,0 0-45-16,0 0-21 16,-8-68 11-16,16 58-41 15,1 1-23-15,3 5 30 16,-1 3-21-16,-1 1-10 16,0 0 12-16,-1 18-11 15,-5 10 79-15,-4 4-47 16,0 6 48-16,-2 0 41 15,-12-2-63-15,-1-4-1 0,2-8-24 16,3-3-32 0,8-10 34-16,2-3-36 0,2-2-32 15,19-4 7 1,3 2-56-16,3 2 30 0,-7 2-6 16,-4 6-13-16,-8 3 55 15,-8 2-31-15,0 4 38 16,-8-3 8-16,-15-2 13 15,-2-2 26-15,-2-4-39 16,6-10-77-16,3-2-273 16,9 0-1372-16</inkml:trace>
  <inkml:trace contextRef="#ctx0" brushRef="#br0" timeOffset="188319.27">19468 8336 2765 0,'0'0'374'0,"0"0"-367"16,0 0-7-16,0 0-608 0</inkml:trace>
  <inkml:trace contextRef="#ctx0" brushRef="#br0" timeOffset="198838.36">1701 9511 763 0,'0'0'285'0,"0"0"-87"0,0 0-37 0,0 0 20 0,0 0 18 16,0 0-13-16,-2-26 31 15,2 17-72-15,0 1-16 16,0-2-24 0,0 2 4-16,0 1-9 0,0 0-31 15,0 3-25-15,0 0 31 16,0 1-45-16,0 0 25 16,0 3-5-16,0 0-22 15,0 0 10-15,0 0-38 16,0 0-1-16,0 14 0 15,0 11 1-15,0 7 3 0,0 4-3 16,0 2 0 0,0 0 9-16,0-4-9 15,-2-6 0-15,-2-6 0 0,4-6-67 16,-2-6-59-16,2-8-110 16,0-2 17-16,0 0 102 15,0 0-118-15,0-12-44 16,0-4 84-16,0-4 88 15,13-2 40-15,5 0-9 16,2 2-7-16,0 4 69 16,0 2 14-16,-5 6 73 15,-3 4 66-15,-6 2 96 16,-1 2-1-16,-5 0-76 0,0 0-43 16,0 12 20-16,0 4-28 15,-13 4-18-15,-5 0-20 16,-5 0-50-16,-1-2 14 15,-3-6-33-15,-2-2-6 16,-2-6-4-16,2-4-102 16,0 0-53-16,4-6 3 15,5-14 73-15,7-2 89 16,7 0 14-16,6 4 101 16,0 2 164-16,0 8-22 15,0 4-40-15,6 4-121 16,15 0-83-16,8 20 5 15,8 6-18-15,5 8-10 16,14 14-89-16,-10-8-531 0,-5-7-1062 16</inkml:trace>
  <inkml:trace contextRef="#ctx0" brushRef="#br0" timeOffset="199557.62">2700 9485 1866 0,'0'0'526'0,"0"0"-394"0,0 0-97 16,0 0 26-16,0 0-10 15,0 0 4-15,0 0 33 16,76-64-44-16,-70 87 14 16,-6 14 60-16,0 7-54 0,-9 4 20 15,-13-2-25 1,0-2-37-16,0-8 13 16,6-6-26-16,3-10-9 0,8-8 1 15,3-6 0-15,2-6-2 16,0 0-14-16,0-11-50 15,11-16-28-15,5-7-101 16,-1-6-88-16,1-2-14 16,-5 6-2-16,-2 8 226 15,-5 10 72-15,-4 16 210 16,0 2-38-16,0 14-30 16,-11 14-9-16,7 6-29 15,4 0-16-15,0 0-15 16,13-2-73-16,18-8-7 15,31-6-117-15,-6-9-245 16,-2-8-622-16</inkml:trace>
  <inkml:trace contextRef="#ctx0" brushRef="#br0" timeOffset="199729.57">3114 9609 1084 0,'0'0'1383'15,"0"0"-1009"-15,0 0-256 16,0 0-106-16,0 0-12 16,0 0 16-16,0 0-16 15,152 32-46-15,-112-18-248 16,-9 0-401-16</inkml:trace>
  <inkml:trace contextRef="#ctx0" brushRef="#br0" timeOffset="199903.96">3112 9719 660 0,'0'0'1647'0,"0"0"-1090"16,0 0-433-16,0 0-39 15,0 0-47-15,123-18-29 16,-81 18-18-16,7 0 4 16,-11 14-195-16,-9 2-455 0</inkml:trace>
  <inkml:trace contextRef="#ctx0" brushRef="#br0" timeOffset="-213562.07">3631 9842 1252 0,'0'0'186'0,"0"0"-128"0,0 0-57 0,0 0 298 16,0 0 86-16,0 0-212 15,0 8 14-15,0-8-3 16,2 0-106-16,3-7 37 15,-1 0-37-15,0-1-38 16,2-2 56-16,-2 2-51 16,3-2 4-16,-1-5-26 15,6-3-14-15,1-4 22 16,7-4-31-16,4-6 0 0,7-6-7 16,0 0 7-16,0-2-1 15,-2 0-7-15,-4 6 8 16,-7 8-3-16,-7 5 3 15,-4 7 0-15,-5 6 50 16,-2 6-37-16,0 1 36 16,0 1-11-16,0 0-38 15,0 0 22-15,0 1-22 16,0 19-4-16,0 10-11 16,0 13 30-16,-7 5-11 15,-4 4-4-15,-2-2-7 0,4-4 6 16,2-1-95-1,5-5-70-15,2-12-391 0,0-10-529 16</inkml:trace>
  <inkml:trace contextRef="#ctx0" brushRef="#br0" timeOffset="-213242.34">4585 9535 2689 0,'0'0'618'0,"0"0"-561"0,0 0-27 0,0 0-30 0,0 0-49 16,0 0 12 0,0 0-194-16,2 36-267 0,-2-8-455 15</inkml:trace>
  <inkml:trace contextRef="#ctx0" brushRef="#br0" timeOffset="-213138.69">4531 9842 1592 0,'0'0'700'16,"0"0"-571"-16,0 0-129 15,0 0-48-15,0 0-519 0</inkml:trace>
  <inkml:trace contextRef="#ctx0" brushRef="#br0" timeOffset="-211538.43">2393 10856 1805 0,'0'0'739'0,"0"0"-616"0,0 0 19 0,0 0 72 15,0 0-84-15,0 0-46 16,0 0 41-16,40-22-102 0,-1 8-14 16,11-4 4-16,6-2-4 15,-4-2-18-15,2 0-4 16,-9 0-40-16,-7 2 52 15,-9 2-54-15,-12 4 13 16,-5 0 20-16,-6 6-14 16,-6-1 34-16,0 8-4 15,0 1 6-15,0 0-9 16,0 0 3-16,0 12 6 16,0 12-8-16,-2 10 4 15,2 12 3-15,-2 8 1 16,2 8 0-16,-4 2 47 15,-2 1-47-15,0-3 9 16,0-6-9-16,-5-8 8 16,-1-6-5-16,-1-8-3 0,-7-8 0 15,-5-6-6-15,-6-5 15 16,-3-8-9-16,1-7 7 16,6 0-6-16,10 0 52 15,8-18-26-15,9-4-5 16,5-6 0-16,28-2-22 15,9 0-10-15,12-2-17 16,2 4-69-16,17-6-104 16,-15 8-324-16,-9 6-203 0</inkml:trace>
  <inkml:trace contextRef="#ctx0" brushRef="#br0" timeOffset="-211335.29">3342 10431 1892 0,'0'0'998'0,"0"0"-790"0,0 0-154 0,0 0-39 16,0 0 27-16,0 0-41 15,0 0 5-15,-89 140-6 16,58-60-51-16,6-13-438 15,2-13-674-15</inkml:trace>
  <inkml:trace contextRef="#ctx0" brushRef="#br0" timeOffset="-210817.88">3854 10633 1677 0,'0'0'473'0,"0"0"-423"0,0 0-25 0,0 0 85 0,0 0-23 15,0 0 77-15,-138 71 62 16,114-23-96-16,-1 6-24 16,10 2-38-16,3-1-61 15,12-4 29-15,0-4-28 16,6-9-16-16,33-2-50 15,-1-10-269-15,-3-8-275 0</inkml:trace>
  <inkml:trace contextRef="#ctx0" brushRef="#br0" timeOffset="-210331.82">4103 10968 2290 0,'0'0'585'0,"0"0"-512"15,0 0-37-15,0 0 65 16,0 0-87-16,0 0 22 16,0 0 22-16,72-96-58 15,-50 74 9-15,0-2-9 16,1-4 0-16,-1 0 12 15,-4 2-12 1,-5 4 0-16,-1 4 2 16,-8 8-2-16,-2 6 12 0,-2 4-12 0,0 2-3 15,0 20-21-15,0 6 37 16,-6 10-13-16,-1 4 0 16,0 2-11-16,0 2-22 15,7 9-185 1,0-11-345-16,0-11-100 0</inkml:trace>
  <inkml:trace contextRef="#ctx0" brushRef="#br0" timeOffset="-209328.25">4620 10650 342 0,'0'0'1118'0,"0"0"-732"0,0 0-48 0,0 0-8 0,0 0-37 16,0 0-59-16,0 0-88 16,-2-6-47-16,2 6 15 15,0-2-86-15,0 2 25 16,0 0-46-16,15 0 1 16,8 0-10-16,8 0 2 0,2 0-33 15,6 8 2-15,-1 0-92 16,2 3-55-16,-11 0-352 15,-7-5-193-15</inkml:trace>
  <inkml:trace contextRef="#ctx0" brushRef="#br0" timeOffset="-209139.72">4818 10511 1842 0,'0'0'691'0,"0"0"-433"15,0 0-80-15,0 0-157 16,0 0-5-16,0 0 18 16,0 0-33-16,-77 126-2 15,59-61-83-15,5-11-222 16,6-10-273-16</inkml:trace>
  <inkml:trace contextRef="#ctx0" brushRef="#br0" timeOffset="-208764.43">5244 10575 2194 0,'0'0'578'0,"0"0"-470"16,0 0-17-16,0 0-72 15,0 0 5-15,0 0-15 16,0 0-4-16,101 105 33 15,-88-47-20-15,-4 8 8 0,-9 4 8 16,0 2-26-16,-9-1 26 16,-18-3-34-16,-8-4-19 15,-23 8-61-15,8-20-305 16,8-14-147-16</inkml:trace>
  <inkml:trace contextRef="#ctx0" brushRef="#br0" timeOffset="-208119.23">6125 10862 1770 0,'0'0'640'0,"0"0"-448"15,0 0 121-15,0 0-99 0,0 0-128 16,0 0 8-16,0 0-70 16,68-28-14-16,-30 28 4 15,1 0-13-15,-2 0-2 0,-3 8-64 16,-10 8-100-16,-11-2-317 16,-11-1-361-16</inkml:trace>
  <inkml:trace contextRef="#ctx0" brushRef="#br0" timeOffset="-207962.98">6120 11047 1605 0,'0'0'689'15,"0"0"-462"-15,0 0 19 16,0 0-169-16,119-4-77 16,-67 0-46-16,-11 2-457 15,-8 0-1301-15</inkml:trace>
  <inkml:trace contextRef="#ctx0" brushRef="#br0" timeOffset="-207162.53">7112 11219 1137 0,'0'0'1251'0,"0"0"-965"0,0 0-232 0,0 0-53 15,116-102 19-15,-66 58-13 16,2-6 1-16,-1-6-7 16,-4-3 7-16,-4-5-14 15,-6-4 6-15,-1-6 0 16,-5-2 22-16,-2 1-22 15,-6 7 72-15,-8 12 33 0,-5 18-38 16,-10 18 18 0,0 20-85-16,-4 2 11 0,-20 34-29 15,-7 16 43-15,-3 17-17 16,3 8 17-16,7 10-4 16,8-3 56-16,7-8-68 15,9-10 4-15,0-12-4 16,25-14 11-16,6-13-31 15,7-13 11-15,2-14-39 16,-1 0 17-16,0-20-74 0,-6-12 15 16,-4-8-24-1,-7-3-2-15,-4 1 60 0,-7 8 47 16,-4 10 23-16,-4 14 126 16,-3 10-92-16,0 6-44 15,-5 20-1-15,-6 10-6 16,0 0 23-16,2 2-29 15,4-5 0-15,3-5-9 16,2-6-78-16,0-6-237 16,11-10-406-16</inkml:trace>
  <inkml:trace contextRef="#ctx0" brushRef="#br0" timeOffset="-206738.73">8059 10828 1699 0,'0'0'329'0,"0"0"-126"0,0 0 129 0,-41 102-45 0,26-74-123 0,3-1-71 15,3-9-71-15,7-4-20 16,2-6 23-16,0-7-19 16,0-1-12-16,14 0 5 15,12-15-44-15,11-7 9 16,5 0-120-16,2-1-17 15,1 7 137-15,-12 13-14 16,-10 3 49-16,-15 10 1 0,-8 17 54 16,0 8 121-1,-18-3-79-15,-1-4-7 0,0-8-29 16,11-8-49-16,6-10 7 16,2-2-3-16,4-10-11 15,23-16-4 1,10-8-120-16,5-2-20 0,8 0 25 15,-1 4 43-15,0 5 65 16,-2 7 7-16,-7 10 52 16,-9 10 106-16,-8 0-93 15,-15 16-37-15,-8 16-28 16,0 9-3-16,-31 18-7 0,-5-6-212 16,1-9-750-16</inkml:trace>
  <inkml:trace contextRef="#ctx0" brushRef="#br0" timeOffset="-206267.93">7439 11392 2018 0,'0'0'384'0,"0"0"-281"0,0 0-40 0,0 0 16 16,0 0-2-16,0 0 5 16,0 0 12-16,98 68-73 15,-98-26 47-15,-18 2-4 16,-4-4-27-16,2-4 28 15,2-8-65-15,9-7 0 16,7-12 5-16,2-9-5 16,2 0-1-16,21-9-51 0,4-20-89 15,1-9-78 1,1-4-49 0,-7-2-48-16,-3 2-2 0,-9 12 318 15,-5 12 166 1,-5 16 311-16,0 2-381 0,0 14 13 0,-11 14-42 15,4 6-25-15,7 0-14 16,0 0-28-16,22 0-45 16,9-10-260-16,2-8-601 0</inkml:trace>
  <inkml:trace contextRef="#ctx0" brushRef="#br0" timeOffset="-206126.85">7718 11526 1448 0,'0'0'1178'16,"0"0"-807"-16,0 0-274 16,0 0-84-16,0 0-10 15,127-30-3-15,-79 30-28 16,12 0-219-16,-8 8-406 16,-14-4-697-16</inkml:trace>
  <inkml:trace contextRef="#ctx0" brushRef="#br0" timeOffset="-205954.41">8183 11405 1935 0,'0'0'328'16,"0"0"-268"-16,0 0-34 16,0 0-6-16,0 0 23 15,-11 119 46-15,-36-67-89 16,8-8-38-16,2-8-348 0</inkml:trace>
  <inkml:trace contextRef="#ctx0" brushRef="#br0" timeOffset="-205672.79">8435 11598 1205 0,'0'0'493'0,"0"0"-384"16,0 0-61-1,46-132 24-15,-32 100 64 0,-3 10 121 32,-4 6 199-32,-2 12-238 0,-3 4-94 0,-2 6-80 15,0 22-43-15,0 10 40 0,-2 4-41 16,-8 6 6-1,4 0-12-15,1-2 2 0,5-1-88 32,0-13-211-32,13-13-446 0</inkml:trace>
  <inkml:trace contextRef="#ctx0" brushRef="#br0" timeOffset="-205500.27">8672 11520 1795 0,'0'0'948'15,"0"0"-718"-15,0 0-184 0,0 0-25 16,0 0-21-16,0 0-91 16,124-10-176-16,-86 10-378 15,-5 0-528-15</inkml:trace>
  <inkml:trace contextRef="#ctx0" brushRef="#br0" timeOffset="-205341.58">8880 11400 2111 0,'0'0'616'0,"0"0"-573"16,0 0 9-16,0 0-11 0,-44 104-32 15,30-42-9 1,1-10-191-16,5-6-879 0</inkml:trace>
  <inkml:trace contextRef="#ctx0" brushRef="#br0" timeOffset="-204291.76">9587 10650 2383 0,'0'0'594'0,"0"0"-465"0,0 0-120 0,0 0 13 15,122-76-22-15,-68 39 8 16,-3 1 1-16,-6 0-9 16,-12-2 0-16,-8 2-1 15,-12 0 4-15,-8 8-3 16,-5 8 18-16,0 10 18 16,0 10-5-16,0 0-31 15,0 26-22-15,0 16 14 16,0 14 16-16,4 10-7 15,-4 2-1-15,0 3 0 0,0-5 9 16,-16-8-7-16,-3-6-2 16,-4-12 0-1,-4-12 7-15,3-8-13 16,1-14 6-16,6-6 0 16,6-6 29-16,11-22-29 0,4-12 0 15,34-6-9-15,14-4-77 16,14-2-87-16,7 4-327 15,23-9-28-15,-18 13-49 16,-15 10-355-16</inkml:trace>
  <inkml:trace contextRef="#ctx0" brushRef="#br0" timeOffset="-204182.25">10324 10409 856 0,'0'0'741'0,"0"0"-544"0,0 0 138 16,0 0 46-16,0 0-65 16,0 0-113-16,0 0-134 15,-31-36-69-15,6 72 34 16,-1 12-34-16,4 6-1 15,6 4 1-15,14-1-202 16,13 1-111-16,21-16-214 16,5-14-667-16</inkml:trace>
  <inkml:trace contextRef="#ctx0" brushRef="#br0" timeOffset="-203693.11">10648 10441 416 0,'0'0'2017'0,"0"0"-1543"15,0 0-451-15,0 0-4 0,0 0-19 16,0 0 2-16,0 0 25 16,42 40-6-16,-42 4 29 15,-5 2 10-15,-13-2-36 16,1-8 18-16,3-5-42 16,5-11 0-16,7-8 12 15,2-10-12-15,0-2-8 16,13-4-35-16,7-20-35 15,5-9-58-15,0-7-125 16,-6-6-25-16,2 2-12 16,-6 4 207-16,-6 12 91 15,-2 12 392-15,-5 12-50 16,-2 4-222-16,0 12-113 16,0 14 26-16,7 2 30 15,2 2-62-15,6-2-1 0,12-2-66 16,-4-8-305-16,-4-8-497 15</inkml:trace>
  <inkml:trace contextRef="#ctx0" brushRef="#br0" timeOffset="-203538.43">11171 10315 2009 0,'0'0'626'0,"0"0"-499"0,0 0-35 16,0 0 20-1,5 150-38-15,-41-87-22 0,-7 1-21 16,-24 22-31-16,12-14-157 16,10-16-493-16</inkml:trace>
  <inkml:trace contextRef="#ctx0" brushRef="#br0" timeOffset="-203208.73">11616 10604 1906 0,'0'0'987'0,"0"0"-726"16,0 0-245-16,0 0 1 15,0 0-34-15,127-14-28 16,-66 21-104-16,-3 1-537 0</inkml:trace>
  <inkml:trace contextRef="#ctx0" brushRef="#br0" timeOffset="-202801.48">12127 10629 1365 0,'0'0'491'0,"0"0"-347"0,0 0 104 16,0 0-164-16,0 0-84 16,0 0-30-16,144-96-32 15,-109 66-134-15,-12-4 40 16,-7-2 126-16,-9 2 30 16,-7 4 154-16,0 6 135 15,0 10-68-15,-2 12-122 16,-11 2-99-16,1 26 8 15,1 18 44-15,-1 12-27 16,2 10 5-16,1 9 11 16,-5 3 0-16,-1 2 38 15,-5-4-55-15,0-2-22 16,-5-7 29-16,-1-9-31 0,1-12 0 16,0-12-66-16,4-14-28 15,5-12 13-15,7-8 4 16,9-8 77-16,2-24 20 15,29-10-10 1,45-34-20-16,-7 7-135 0,-2 7-765 0</inkml:trace>
  <inkml:trace contextRef="#ctx0" brushRef="#br0" timeOffset="-202612.97">12688 10399 2181 0,'0'0'694'0,"0"0"-611"16,0 0-54-16,0 0 16 16,-133 126-26-16,108-69-6 15,9 3-8-15,14 0-5 16,14 4-166-16,17-14-366 16,6-14-623-16</inkml:trace>
  <inkml:trace contextRef="#ctx0" brushRef="#br0" timeOffset="-202331.57">12892 10728 1874 0,'0'0'382'16,"0"0"-268"-16,0 0-108 15,0 0-6-15,0 0-28 16,77-113-100-16,-63 84-98 15,-3-2 46-15,-1 1 133 16,-3 4 47-16,3 4 117 16,-4 6 203-16,-2 10 40 15,-2 6-173-15,1 0-141 16,-3 22-46-16,0 11 0 16,0 7 6-16,0 2-6 0,0 6-79 15,0-10-404-15,0-12-826 16</inkml:trace>
  <inkml:trace contextRef="#ctx0" brushRef="#br0" timeOffset="-202158.07">13468 10345 2104 0,'0'0'559'0,"0"0"-461"16,0 0-5-16,0 0 7 0,35 146-22 15,-39-86-6 1,-20 7-71-16,-27 19-2 0,6-16-340 16,-2-12-501-16</inkml:trace>
  <inkml:trace contextRef="#ctx0" brushRef="#br0" timeOffset="-201140.84">10014 11081 1069 0,'0'0'749'0,"0"0"-535"0,0 0-37 0,0 0 65 16,0 0-103-16,0 0-95 15,0 0 114-15,146 0-69 16,-88 0-79-16,2 0 18 16,7 0-19-16,6 0-9 15,7 0 0-15,7 0 12 16,24 0-13-16,26 0 1 15,23 4 0-15,4 0 8 0,-8 0-7 16,-15 0 17-16,-18 0-15 16,-19 0 12-16,-17 0-22 15,-18 0 7-15,-1 2 0 16,11 0-2-16,13 2 13 16,10 0-11-16,-3-2 0 15,-6 2 6-15,-4-2-15 16,-3-2 9-16,-5 0 0 15,-6 0-3-15,-5-2 9 16,-3-2-6-16,-7 0 0 16,-4 0 7-16,-3 0-10 15,-4 0 3-15,0 0 0 16,-4 0-1-16,-6-2-20 16,-3 2 6-16,-5-2 3 0,-4 2 12 15,-2 0 2-15,2 0-1 16,-1 0 8-16,6-2 42 15,3 0-36-15,7 0-3 16,3 0-12-16,1 2 2 16,4-2-16-16,-6 2 14 15,-8 0-36-15,-12-2-7 16,-24-2-178-16,-6 0-344 16,-26-2-782-16</inkml:trace>
  <inkml:trace contextRef="#ctx0" brushRef="#br0" timeOffset="-200419.64">11113 11436 1716 0,'0'0'622'0,"0"0"-503"0,0 0 86 0,0 0-45 0,0 0-103 15,0 0 1-15,0 0-48 16,44 30-10-16,-44 8 66 16,0 6-54-16,-4 4 49 15,-19 2-23-15,2-3-16 16,3-7 28-16,3-8-50 15,5-10 0-15,6-11 0 0,4-4-1 16,0-7 1-16,8 0-30 16,15-20-44-16,4-12-30 15,2-10-165-15,0-5-6 16,-5 1-14-16,-6 6 141 16,-9 12 148-16,-9 16 251 15,0 12-48-15,-9 6-46 16,-9 20-17-16,2 10-40 15,6 4-24-15,7 0-21 16,3 0 8-16,7-1-63 16,40-6-66-16,-5-6-237 15,-2-13-614-15</inkml:trace>
  <inkml:trace contextRef="#ctx0" brushRef="#br0" timeOffset="-200262.89">11467 11671 2256 0,'0'0'697'16,"0"0"-590"-16,125-33-104 15,-65 25-3-15,14 4-112 16,-14 4-352-16,-13 0-801 0</inkml:trace>
  <inkml:trace contextRef="#ctx0" brushRef="#br0" timeOffset="-199996.66">12339 11721 434 0,'0'0'928'0,"0"0"-316"16,29-153-219-16,-16 93 89 15,-5 10-306-15,0 11 19 16,-4 18-43-16,-2 17-95 15,-2 4-51-15,0 25-6 16,0 22 0-16,0 15-6 16,-2 12-1-16,-12 6-26 0,-10 31-130 15,0-23-479 1,3-16-604-16</inkml:trace>
  <inkml:trace contextRef="#ctx0" brushRef="#br0" timeOffset="-198936.28">14150 11167 1694 0,'0'0'832'0,"0"0"-498"0,0 0-177 0,0 0-100 16,0 0-15-16,0 0-23 15,125-46-18-15,-79 42-1 16,10 4-69-16,-12 0-389 16,-14 0-269-16</inkml:trace>
  <inkml:trace contextRef="#ctx0" brushRef="#br0" timeOffset="-198794.29">14170 11325 1861 0,'0'0'696'15,"0"0"-528"-15,0 0-101 0,0 0-67 16,158-14-162-16,-102 3-204 16,-9 0-1021-16</inkml:trace>
  <inkml:trace contextRef="#ctx0" brushRef="#br0" timeOffset="-194666.27">15066 10397 978 0,'0'0'803'0,"0"0"-522"0,0 0-117 0,0 0-50 15,0 0 3-15,0 0 0 16,0 0-24-16,0-66-10 16,2 56-40-16,14 0-28 15,5 0-3-15,4 0-10 0,2 6 8 16,-5 2 14-16,-1 2-4 15,-10 2-10-15,-7 18-8 16,-4 6 17-16,-7 8 39 16,-26 4 14-16,-12 2 6 15,-6 0-23-15,-4-4-23 16,3-4 1-16,12-7-3 16,11-7-5-16,15-6-7 15,12-5-17-15,2-3-1 16,14-1 0-16,21-1 1 15,10-2-1-15,8 0-58 0,21 0-64 16,-16-2-223-16,-9-6-369 16</inkml:trace>
  <inkml:trace contextRef="#ctx0" brushRef="#br0" timeOffset="-194303.72">15393 10387 1602 0,'0'0'613'0,"0"0"-367"16,0 0 56-16,0 0-136 16,0 0-124-16,0 0-5 0,0 0 20 15,29 78 16-15,-31-36-37 16,-16 2 2-16,1-3-26 16,1-7-3-16,5-9-9 15,7-8 0-15,4-9-3 16,0-8-27-16,17 0-9 15,10-10-44-15,0-19-147 16,-1-4-49-16,-2-7-54 16,-3-3-175-16,-8 5 169 15,-4 12 339-15,-9 14 333 16,0 12 25-16,-2 4-139 16,-12 24-26-16,3 8-76 0,7 1 5 15,4-1 10-15,4-4-59 16,23-6-54-16,9-4-19 15,24-14-228 1,-11-8-301-16,-5 0-577 0</inkml:trace>
  <inkml:trace contextRef="#ctx0" brushRef="#br0" timeOffset="-194000.96">15792 9992 1358 0,'0'0'835'0,"0"0"-356"15,0 0-308-15,0 0-84 0,0 0-75 0,0 0-2 16,0 0-10-1,85 34 15-15,-85 8 29 0,0 7 29 0,-14 1-22 16,-10-6-21-16,2-8-12 16,8-10-17-16,12-12 13 15,2-7-14-15,14-4-13 16,34-3-74-16,-3 0-297 16,-5-4-341-16</inkml:trace>
  <inkml:trace contextRef="#ctx0" brushRef="#br0" timeOffset="-193705.25">16177 10519 1627 0,'0'0'1022'16,"0"0"-685"-1,0 0-199-15,0 0-87 0,0 0-23 16,114-6-8-16,-72 6-15 16,-1 0-5-16,1 0-108 0,-13 0-346 15,-11 6-243-15</inkml:trace>
  <inkml:trace contextRef="#ctx0" brushRef="#br0" timeOffset="-192636.38">16828 10222 1480 0,'0'0'405'0,"0"0"-231"0,0 0 12 0,0 0-16 0,0 0-37 16,0 0-44-16,0 0 64 15,-13-19-30-15,11 10-56 16,2 5-10-16,0 0-33 16,0 4 0-16,0 0-23 15,10 0-1-15,4 18-11 16,-5 11 10-16,-7 9 1 15,-2 6 5-15,-9 4 14 16,-20-4 20-16,-4-4-1 16,-2-8-8-16,3-6-11 15,8-10-17-15,8-6 5 16,11-6-6-16,5-4 13 16,2 0-14-16,25 0-14 0,5 0-31 15,3-4 12 1,-6 2-1-16,-6 2 20 0,-13 2-11 15,-10 18 13-15,0 8-9 16,-6 4 6 0,-14-1 14-16,2-4 1 15,0-4-18-15,9-7-139 0,9-14-97 16,0-2-71-16,0 0-160 0</inkml:trace>
  <inkml:trace contextRef="#ctx0" brushRef="#br0" timeOffset="-192417.34">16993 10441 1423 0,'0'0'561'0,"0"0"-423"0,0 0 2 15,0 0 5-15,0 0 1 16,25 116 38-16,-37-80-14 16,-3 0-72-16,-1-3-58 15,5-9-27-15,5-8-13 16,6-10 1-16,0-6-1 15,10 0-32-15,15-12-190 16,2-12-76-16,9-29-88 16,-7 8-145-16,-8 0 122 0</inkml:trace>
  <inkml:trace contextRef="#ctx0" brushRef="#br0" timeOffset="-192307.86">16993 10441 872 0,'140'-10'1027'0,"-140"10"-514"16,-11 10-372-16,-5 14-8 15,5 4-37-15,5 7-7 16,6-2-12-16,4-1-44 15,23-1-33-15,27-5-161 16,-6-7-397-16,2-8-962 16</inkml:trace>
  <inkml:trace contextRef="#ctx0" brushRef="#br0" timeOffset="-192088.45">17515 10477 1820 0,'0'0'740'0,"0"0"-465"0,0 0-132 15,0 0-86-15,0 0-36 16,0 0 6-16,0 0 0 16,124 4-27-16,-86 0-5 15,-2-2-119-15,-1-2-203 16,-8 0-196-16,-11 0-295 0</inkml:trace>
  <inkml:trace contextRef="#ctx0" brushRef="#br0" timeOffset="-191932.22">17800 10329 1485 0,'0'0'896'0,"0"0"-697"16,0 0-100-1,0 0 102-15,0 0-96 0,-94 132-65 16,71-88-40-1,1 11-64-15,7-10-323 0,6-8-734 16</inkml:trace>
  <inkml:trace contextRef="#ctx0" brushRef="#br0" timeOffset="-191193.17">18267 10355 1646 0,'0'0'385'0,"0"0"-282"0,0 0-19 0,0 0 2 15,0 0 33-15,0 0-11 16,0 0 8-16,-95 104-4 15,92-64-12-15,3 0 6 16,0 3-43-16,5-6-30 16,6-1-18-16,2-5-9 15,0-7-5-15,-1-4 10 16,-5-6-11-16,-7-4 1 16,0-6 7-16,0-4-8 15,-19 0 2-15,-4 0-2 0,-2-18 0 16,2-6-9-1,13-8-10-15,10-1-18 0,0 0-14 16,19 1 18-16,14 3 19 16,8 3 14-1,-1 5 23-15,-2 2 35 0,-5-1-22 16,-6 2-11-16,-9 2-16 16,-9-2 12-16,-9 2-21 15,0 0-3-15,-2 2-101 16,-23 4-177-16,5 4-299 15,4 4-749-15</inkml:trace>
  <inkml:trace contextRef="#ctx0" brushRef="#br0" timeOffset="-190471.42">18753 10676 1088 0,'0'0'325'0,"0"0"-53"0,0 0-29 0,0 0-55 16,0 0-11-16,0 0 8 16,0 0-24-16,0-4-55 15,0 4-26-15,0 0-10 16,0 0-13-16,0 0-3 15,0 0-12-15,0 0-21 16,0 0-6-16,0 0 0 16,0 0 10-16,0 0 1 15,0 0-8-15,0 0 12 0,0 0-8 16,0 0-10 0,0 0 2-16,0 0-8 0,0 0 7 15,0 0-13-15,0 0 0 16,0 0 8-16,0 0 10 15,0 0 24-15,15 0 10 16,10 0-19-16,6 0-10 16,12 0-16-16,3 0-6 15,6 0-1-15,-4-3-23 16,0 3-58-16,-2 0-133 16,-10 0-523-16,-12 0-1015 0</inkml:trace>
  <inkml:trace contextRef="#ctx0" brushRef="#br0" timeOffset="-188637.15">19674 10381 537 0,'0'0'1186'0,"0"0"-691"0,0 0-298 0,0 0 52 16,0 0-43-16,0 0-99 15,0 0-51-15,2-48-18 16,18 48-18-16,4 0-19 0,7 0 0 15,2 4 7-15,-1 2-7 16,-1-4-1-16,-7-2-6 16,-5 0-3-16,-9 0 0 15,-5 0-12-15,-5-6-19 16,0-4-14-16,-7 0 30 16,-6 2 24-16,-1 4 17 15,1 4 2-15,0 0-8 16,2 20-4-16,-2 14-1 15,-1 10 20-15,3 8-11 16,1 2-2-16,2 3-12 16,1-6-1-16,3-1-30 15,4-7-155-15,0-7-133 0,0-10-219 16,-2-10-417-16</inkml:trace>
  <inkml:trace contextRef="#ctx0" brushRef="#br0" timeOffset="-188511.58">19628 10629 1317 0,'0'0'757'16,"0"0"-498"-16,0 0-69 15,0 0-66-15,158-32-124 16,-92 32-34-16,-13 0-265 0,-10 0-916 16</inkml:trace>
  <inkml:trace contextRef="#ctx0" brushRef="#br0" timeOffset="-187361.37">15277 11109 1400 0,'0'0'342'0,"0"0"-219"0,0 0 32 0,0 0 4 0,0 0 0 15,0 0 7-15,0 0 7 16,63-26-67-16,-49 26-42 16,1-2-13-16,5 2-29 15,4 0-9 1,7 0-12-16,5 0-1 16,4 0 1-16,4 0-1 0,4 4 5 15,-4-2-5-15,3 0 0 16,-3 0 0-16,-1 0 1 0,-1 0 0 15,-2 2-1-15,3-2-13 16,-1 2 0-16,1-2 1 16,-1 0-2-16,-2 0 7 15,-1-2 6-15,0 2 1 16,-4-2 0-16,-1 0-1 16,-3 2 0-16,-2-2 1 15,-2 0-1-15,-2 2 0 16,-4-2-11-16,-5 2-10 15,-5-2-5-15,-7 2 15 16,-2-2-2-16,-2 0-11 16,0 0-12-16,-2 0-15 15,-15 0 8-15,-18 0-109 0,-2 0-324 16,2-8-914-16</inkml:trace>
  <inkml:trace contextRef="#ctx0" brushRef="#br0" timeOffset="-184865.54">13947 11408 1169 0,'0'0'692'0,"0"0"-389"0,0 0-122 16,0 0 6-16,0 0 33 0,0 0-45 15,0 0-70-15,49-65-53 16,-25 40-30-16,8-8-7 16,1-1-15-16,8-8 8 15,1-4-8-15,2-4-14 16,3-8-14-16,0-7-39 15,-2-7-14-15,-4-2 24 16,-4 0 21-16,-9 8 23 16,-10 10 13-16,-7 18 71 15,-11 15-5-15,0 19-25 0,-4 4-41 16,-18 28 0 0,-5 21 30-16,-6 29 14 0,-1 4-11 15,2 10 8-15,4 0 17 16,12-15-14-16,6 1-26 15,10-12-5-15,0-16-12 16,12-10-1-16,15-13 8 16,7-11-8-16,-1-10-26 15,2-6-25-15,-1-3-42 16,-5-19-10-16,-4-7-58 16,-5-3-44-16,-7-1 88 15,-1 3 46-15,-8 6 71 16,0 10 126-16,-4 10 47 15,0 4-146-15,0 6-21 16,-2 18-6-16,-10 2 51 0,4 2-14 16,-1-4-21-16,5-4-16 15,2-7 0-15,2-6-70 16,0-7-85-16,8 0-62 16,7-18-322-16,1-4-221 0</inkml:trace>
  <inkml:trace contextRef="#ctx0" brushRef="#br0" timeOffset="-184504.99">14698 11147 218 0,'0'0'1355'0,"0"0"-1097"0,0 0 0 0,0 0-11 0,0 0-69 0,-49 108-17 0,29-84 9 16,7-6-96-16,1-5-48 16,8-8-25-16,2-2 19 15,2-3 5-15,0 0-25 16,8-18-31-16,13-4-119 15,4-5-38-15,4 1 43 16,-3 6 11-16,-2 4 71 16,-6 12 63-16,-9 4 35 15,-9 2 51-15,0 18 37 16,0 2-22-16,-6-2 32 16,-3-6-39-16,7-6-48 15,2-8-8-15,0 0 10 0,19-4-48 16,10-14-118-16,5-2-51 15,1 2 84-15,2 0 57 16,-6 6 13-16,-10 6 6 16,-3 6 9-16,-7 0-9 15,-6 12-9-15,-5 14-4 16,-9 21-58-16,-16-7-163 16,2-4-450-16</inkml:trace>
  <inkml:trace contextRef="#ctx0" brushRef="#br0" timeOffset="-183721.73">13796 11012 1614 0,'0'0'538'0,"0"0"-317"0,0 0 92 0,0 0-51 0,0 0-106 16,0 0-56-16,0 0-7 16,29 0-64-16,-5 0-15 15,8 0 3-15,1 0-16 16,2 0-1-16,-1 0-12 16,-7 7-77-16,-14 15-122 15,-9-4-407 1,-4 2-415-16</inkml:trace>
  <inkml:trace contextRef="#ctx0" brushRef="#br0" timeOffset="-183564.55">13506 11440 1739 0,'0'0'515'0,"0"0"-257"16,0 0 78-16,118 0-175 15,-65-10-100-15,3-1-33 31,-4 4-28-31,-1 5-99 0,-11 2-409 0,-14 0-720 0</inkml:trace>
  <inkml:trace contextRef="#ctx0" brushRef="#br0" timeOffset="-182905.01">14097 11610 1478 0,'0'0'736'0,"0"0"-479"0,0 0-187 0,0 0-40 15,0 0-20-15,0 0-2 16,0 0 4-16,113 2 10 16,-113 34 24-16,0 6 20 15,-5 4 53-15,-12-3 2 16,-3-5-42-16,5-8-47 15,5-8-10-15,6-10-11 16,4-10-11-16,0-2 6 16,2-4-6-16,14-18-69 15,-3-6-72-15,1-7-51 16,-3-1 41-16,-5-1-28 0,-2 5 25 16,-1 7 154-16,-3 14 66 15,0 11 108-15,0 0-133 16,0 19 29-16,0 9 24 15,4 5-15-15,5-4-33 16,7 2-11-16,2-5-35 16,2-6-23-16,11-6-187 15,-7-6-280-15,-3-6-865 0</inkml:trace>
  <inkml:trace contextRef="#ctx0" brushRef="#br0" timeOffset="-182731.66">14328 11703 1820 0,'0'0'708'0,"0"0"-479"0,0 0-147 15,0 0-55-15,0 0-25 16,134-13-2-16,-96 13-1 16,6 0-213-16,-13 4-329 15,-6 0-429-15</inkml:trace>
  <inkml:trace contextRef="#ctx0" brushRef="#br0" timeOffset="-182575.27">14645 11620 1542 0,'0'0'549'16,"0"0"-459"-16,0 0-68 16,0 0 0-16,0 0 21 15,0 0-8-15,4 141-35 16,-28-97-155-1,-1-10-600-15</inkml:trace>
  <inkml:trace contextRef="#ctx0" brushRef="#br0" timeOffset="-182293.45">14774 11885 1283 0,'0'0'374'0,"0"0"-160"15,0 0-39-15,25-109-75 16,-14 73-49-16,-1 3 2 16,0 0-4-16,-1 7-1 15,-5 8 66-15,0 6 75 16,-2 10 58-16,-2 2-157 16,0 10-88-16,0 18-1 15,0 11 20-15,0 7-9 16,0 2-3-16,0 2-9 15,0-6-41-15,0-2-192 16,0-12-99-16,0-12-403 0</inkml:trace>
  <inkml:trace contextRef="#ctx0" brushRef="#br0" timeOffset="-181390.72">15036 11590 1373 0,'0'0'390'0,"0"0"-197"0,0 0 20 0,0 0-50 15,0 0-67-15,0 0 13 16,0 0 19-16,81 4-75 16,-48 0-53-16,-1-4-47 15,3 0-153-15,-8 0-172 16,-7 0-530-16</inkml:trace>
  <inkml:trace contextRef="#ctx0" brushRef="#br0" timeOffset="-181225.92">15248 11488 1418 0,'0'0'625'0,"0"0"-433"0,0 0-64 15,0 0-13-15,-35 126-45 16,26-82-54-16,-5 20-16 16,3-11-146-16,3-11-510 15</inkml:trace>
  <inkml:trace contextRef="#ctx0" brushRef="#br0" timeOffset="-178403.35">16372 11171 874 0,'0'0'375'0,"0"0"-169"0,0 0 15 0,0 0-15 15,0 0-16-15,0 0-9 16,0 0-50-16,0 0-32 15,0 0-51-15,0 0-13 16,0 0 28-16,0 0 4 16,0 0 3-16,0 0 3 15,0 0 15-15,0 0-16 16,0-2-18-16,0-2-21 16,0 0-3-16,2-2-20 15,7 0-2-15,1 0 2 16,4 0-9-16,3 0 9 0,4 0-4 15,-1 2-5-15,4-2-1 16,3 2 1-16,2 0-1 16,2 0 0-16,5 0 0 15,0 2 0-15,4 0 1 16,2 2 0-16,1 0-1 16,1 0 7-16,3 0-7 15,-1 0 0-15,2 0-10 16,-2 0 10-16,1 0-2 15,2 0-11-15,-2 0 11 16,-3 0-5-16,1 0-2 16,-3 0 9-16,-2 0-2 0,-1-2-5 15,-4 2 7-15,-2 0-9 16,-1 0 8-16,-1 0-9 16,-2 0 8-16,0 0-4 15,0 0-4-15,0 0 4 16,2 0 5-16,-2 0 1 15,2 0-1-15,-3-2 1 16,7 2-6-16,-4 0 4 16,4-2-18-16,1 2-4 15,-1-2-2-15,1 2 7 16,-3-2 18-16,-4 2 1 16,0-2-2-16,-2 0 2 15,0 2-2-15,0-2 2 0,-3 2 6 16,2 0-6-1,-1-2 0-15,2 2-7 0,-2 0 7 16,1 0 0-16,1 0 1 16,2 0-1-16,3 0-2 15,3 0 2-15,1-2 8 16,1 2-8-16,6 0 0 16,-3 0 0-16,2 0-1 15,-1 0-12-15,-1 0 12 16,-3 0-8-16,-1 0 9 15,-3 0-6-15,2 0 6 16,0 0 0-16,-4 2 0 16,2 0 0-16,-1 0 0 15,-3 0-1-15,2-2-19 0,-2 0-1 16,-1 0 12-16,-1 0 9 16,2 0-2-16,0 0 2 15,0 0-1-15,4 0 1 16,3-2 0-16,0-2-1 15,0 0-19-15,-1 2-4 16,1 2 7-16,1-2 17 16,4 2-1-16,1 0 2 15,4-2 6-15,1 2-1 16,1 0 16-16,-2 0-14 16,-4 0-8-16,-1 0 12 0,-6 0-12 15,-4 0 0 1,-2 0 6-16,-2 4-6 0,-3-2 0 15,1 2 1-15,-3-2-1 16,1-2 1-16,-4 0 0 16,0 0-1-16,-4 0 10 15,-1 0 8-15,-2 0-3 16,2 0 6-16,-1 0-15 16,3 0 3-16,2-2-3 15,0 0-6-15,1 0 0 16,0 0 0-16,-3 0 0 15,-6 2 0-15,-1-2 0 16,-7 2 0-16,-2 0 0 0,0 0-87 16,-2 0-105-16,-11 0-137 15,-3 0-453-15</inkml:trace>
  <inkml:trace contextRef="#ctx0" brushRef="#br0" timeOffset="-176471.63">17004 11484 1386 0,'0'0'546'0,"0"0"-321"0,0 0 30 0,0 0-56 15,0 0-33-15,0 0-25 16,0 0-58-16,74-65-41 16,-57 62-28-16,2 3 6 0,-6 0-20 15,0 6 1-15,-2 18 8 16,-2 8 15-16,-5 10 13 15,-4 4-10-15,0 6 0 16,-4 1 3-16,-13-3 0 16,-6-6-21-16,3-6 6 15,0-10-1 1,6-10-13-16,8-8 5 0,4-8-5 16,2-2 0-16,0-2-1 15,13-24-25-15,11-9-77 16,3-10-23-16,-2-8-111 0,0 1-5 15,-10 6 80 1,-9 14 161-16,-6 14 110 0,0 14 6 16,-17 4-22-16,-6 10 18 15,3 12 2 1,7 8-41-16,9 0-33 0,4 2 2 16,6-1-24-16,21-4-18 15,31 0-28-15,-5-8-205 16,-2-8-432-16</inkml:trace>
  <inkml:trace contextRef="#ctx0" brushRef="#br0" timeOffset="-176299.77">17494 11656 1467 0,'0'0'864'0,"0"0"-523"0,0 0-179 0,0 0-101 0,129-40-61 15,-81 38-77-15,-11 0-215 16,-8 2-549-16</inkml:trace>
  <inkml:trace contextRef="#ctx0" brushRef="#br0" timeOffset="-176096.75">17860 11662 1298 0,'0'0'317'0,"0"0"-216"0,0 0-42 15,77-136 116 1,-59 96 147-16,-7 8 7 0,-1 12-10 16,-8 12-130-1,-2 8-110-15,0 10-79 0,0 24 0 16,-2 12 1-16,-8 10-1 16,2 7 0-16,-5 16-99 15,3-13-363-15,1-11-326 0</inkml:trace>
  <inkml:trace contextRef="#ctx0" brushRef="#br0" timeOffset="-171101.68">18323 10181 1011 0,'0'0'365'0,"0"0"-62"0,0 0-74 0,0 0-19 15,0 0-72-15,138-91-37 16,-107 73 10-16,5-2-65 16,0 0-13-16,-1 2 3 15,1 0-35-15,2 0 39 16,2 0-28-16,0 2-5 16,2-2 63-16,3 2-50 15,2 0 1-15,0 2-5 16,-5-1 23-16,-2 6 6 15,-2 0-8-15,-2 4-22 16,1 0 3-16,3 1-5 0,5 0-13 16,2 3 0-16,4-3 14 15,3-1-11-15,2 5-3 16,-3 0 0-16,-2 0-12 16,-5 0 18-16,-1 0-6 15,-5 5 0-15,-2 3 0 16,-2 2-2-16,-4-1 2 15,-9 4 0-15,-2-1-10 16,-3 2 11-16,-7 0-1 16,-3 1 0-16,0 2-16 15,-4-3-1-15,0 2 16 16,-1-2-11-16,-1-2-16 16,-2 0-108-16,0-2 21 0,0-2-182 15,0-2-479-15</inkml:trace>
  <inkml:trace contextRef="#ctx0" brushRef="#br0" timeOffset="-170426.32">18896 9573 1928 0,'0'0'630'0,"0"0"-455"0,0 0-145 0,0 0 73 0,0 0-14 16,0 0-44-16,0 0 48 15,63-47-93-15,-44 24 13 16,-1-5-13-16,-5-4 12 16,-3 3-19-16,-6 3 7 15,0 6 0-15,-4 6 66 16,3 10-3-16,-3 4-21 16,0 2-42-16,2 27-5 15,4 15-4-15,1 16 9 16,11 38-76-16,-5-12-224 15,1-12-768-15</inkml:trace>
  <inkml:trace contextRef="#ctx0" brushRef="#br0" timeOffset="-169689.33">20586 11057 1395 0,'0'0'1088'0,"0"0"-595"0,0 0-354 0,0 0-27 16,0 0-83-16,0 0 29 16,0 0-58-16,68-14 6 15,-30 10-31-15,-1 4 7 16,-3 0-114-16,-7 0-223 15,-11 14-263-15,-14-2-287 0</inkml:trace>
  <inkml:trace contextRef="#ctx0" brushRef="#br0" timeOffset="-169564.15">20621 11233 1646 0,'0'0'627'16,"0"0"-531"-16,0 0 4 15,0 0 41-15,127 4-141 0,-69-8-64 16,-1-6-399-16</inkml:trace>
  <inkml:trace contextRef="#ctx0" brushRef="#br0" timeOffset="-168936.64">21271 11215 2058 0,'0'0'658'0,"0"0"-531"16,0 0-61-16,0 0 4 15,0 0-64-15,0 0-1 16,102-114-1-16,-64 68-4 16,0-2-10-16,-7-6-49 15,-2-5 25-15,-9-1 21 16,-1-4 1 0,-9 0 12-1,-3 6 20-15,-5 10 32 16,-2 16 34-16,0 14-37 15,0 18-27-15,-7 0-11 16,-8 29 2-16,-1 20-13 0,3 13 33 16,4 10-31-1,4 2 38-15,5-2-40 0,0-8 0 16,9-7 3-16,11-15-3 16,9-10-2-16,5-16-47 15,1-10-43-15,4-6-62 16,-6-10-202-16,-2-18-136 15,-7-6 7-15,-6-2 142 16,-5 2 343-16,-3 5 52 16,-6 11 530-16,-2 12-26 15,-2 6-413-15,0 9-103 16,0 16 75-16,0 8-64 0,0 0 56 16,-2 2-32-16,2-3-74 15,0-6 10-15,0-6-11 16,0-4-126-16,7-14-126 15,4-2-124-15,2 0-282 0</inkml:trace>
  <inkml:trace contextRef="#ctx0" brushRef="#br0" timeOffset="-168592.73">21975 11025 1172 0,'0'0'643'0,"0"0"-430"0,0 0 54 0,0 0-55 0,-36 102 65 0,23-80-87 0,4-6-119 15,7-8-22-15,2-8-43 16,0 0 6-16,2-2-12 16,20-18-87-16,5-4-77 15,4-4 8-15,4 2 31 16,0 2 96-16,-4 8-15 16,-7 6 44-16,-6 10 105 15,-12 0-14-15,-3 16 93 16,-3 6-75-16,0 0-44 15,0-4 33-15,-7-6-61 16,7-8-29-16,0-4 50 16,0 0-46-16,20-12-12 15,10-8-55-15,3 0-31 16,2-1 77-16,1 7-33 0,-3 7-25 16,-6 7-15-16,-7 0-29 15,-11 14 43-15,-9 34-105 16,-16-4-193-16,-8 0-854 15</inkml:trace>
  <inkml:trace contextRef="#ctx0" brushRef="#br0" timeOffset="-168075.34">21427 11767 1958 0,'0'0'727'0,"0"0"-464"0,0 0-157 15,0 0-43-15,0 0-34 16,0 0-28-16,0 0 25 0,71-100-26 16,-62 115-9-16,-9 17 3 15,0 11 12-15,0 3 2 16,-13 0 31-16,-3-4-26 16,3-6 32-16,2-12-45 15,6-10 0-15,5-8 27 16,0-6-18-16,0-4-13 15,16-20 4-15,4-8-87 16,0-8 30-16,-4-2-69 16,-6 4-40-16,-3 8 91 15,-7 12 75-15,0 11 111 0,0 7-39 16,0 8-71 0,-7 17 67-16,3 3-68 0,4 2 10 15,0-2-10-15,2-2 0 16,29-6-77-16,-4-6-290 15,-2-6-578-15</inkml:trace>
  <inkml:trace contextRef="#ctx0" brushRef="#br0" timeOffset="-167903.18">21670 11791 1590 0,'0'0'1033'0,"0"0"-691"0,0 0-184 16,0 0-121-1,0 0-36-15,0 0 1 0,0 0-2 16,129-29-78 0,-80 29-170-16,-11 0-252 0,-9 0-162 0</inkml:trace>
  <inkml:trace contextRef="#ctx0" brushRef="#br0" timeOffset="-167730.56">22011 11614 1778 0,'0'0'553'16,"0"0"-483"-16,0 0-45 16,0 0-24-16,0 0 79 0,0 0-52 15,40 107 17 1,-42-63 19-16,-21 0-55 0,-8 2-9 16,-13 2-118-1,6-12-211-15,7-10-416 0</inkml:trace>
  <inkml:trace contextRef="#ctx0" brushRef="#br0" timeOffset="-166994.34">22311 11859 1498 0,'0'0'750'0,"0"0"-438"0,0 0-63 0,0 0-108 16,0 0-108-16,0 0-14 15,0 0 20-15,89-120-26 16,-71 88-13-16,-5-1 6 16,-1 5 3-16,-5 4 6 15,-5 8-15-15,0 8 45 16,-2 8 20-16,0 0-65 15,0 26 0-15,0 12 0 16,0 8 6-16,0 7 14 16,-2 1-20-16,0-6-6 15,2-8 0-15,0-8-81 0,0-14-157 16,8-8-251-16,6-8-345 16</inkml:trace>
  <inkml:trace contextRef="#ctx0" brushRef="#br0" timeOffset="-166837.52">22564 11636 1209 0,'0'0'1117'0,"0"0"-810"16,0 0-240-16,0 0-61 16,0 0 32-16,120-4-38 0,-80 2 0 15,0 0-28 1,-1-10-234-16,-10 2-206 0,-8-2-354 15</inkml:trace>
  <inkml:trace contextRef="#ctx0" brushRef="#br0" timeOffset="-166694.9">22799 11478 1803 0,'0'0'637'0,"0"0"-460"16,0 0-104-16,0 0-11 15,-31 108-36-15,24-59-16 16,-1 19-20-16,-2-10-242 15,4-8-414-15</inkml:trace>
  <inkml:trace contextRef="#ctx0" brushRef="#br0" timeOffset="-165201.28">23748 10455 1696 0,'0'0'481'0,"0"0"-367"0,0 0-101 0,0 0 38 16,0 0 139-16,0 0-61 15,-35 145 20-15,10-101-58 16,-2-4-44-16,4-8 19 15,0-8-51-15,7-10-15 16,7-6 20-16,5-8-6 16,4 0 16-16,0-8 3 15,0-12-23-15,17 0-20 16,6 2-8-16,4 6-14 16,2 4 31-16,4 6-14 15,3 2 15-15,1 0 0 16,0 0 3-16,-2 0-17 15,-2 0-8-15,-3 0-57 0,-4-8-27 16,-8-7 18-16,-7 0 49 16,-8-3 28-16,-3 1 11 15,0 3 51-15,-3 6 77 16,-8 4-5-16,-2 4-29 16,-1 4-94-16,1 21 31 15,2 7-31-15,4 6 1 16,7 2-2-16,0 0-137 15,16 0-213-15,6-12-234 16,2-10-602-16</inkml:trace>
  <inkml:trace contextRef="#ctx0" brushRef="#br0" timeOffset="-164827.35">24112 10586 1536 0,'0'0'619'0,"0"0"-397"0,0 0-117 0,0 0 31 0,0 0-99 16,0 0 70-16,0 0 42 15,83 83-99-15,-77-40 22 16,-6-1-19-16,0-4-38 0,0-6 17 16,0-8-32-1,0-10 0-15,0-10-12 0,0-4 10 16,4 0-16-16,7-18-115 15,1-10-124-15,-4-10 25 16,1-4-58-16,-7-2-11 16,0 2-26-16,-2 10 327 15,0 14 450-15,0 11 66 16,0 7-383-16,0 11-75 16,0 14-42-16,0 8 54 15,0 3 30-15,10 0-98 16,9-4-2-16,24-4-225 15,-5-8-338-15,-5-10-626 0</inkml:trace>
  <inkml:trace contextRef="#ctx0" brushRef="#br0" timeOffset="-164670.83">24495 10700 1955 0,'0'0'617'0,"0"0"-323"16,0 0-109-16,0 0-129 15,0 0-16-15,130-20-40 16,-91 20-1-16,17 8-73 16,-9 4-388-16,-8-4-455 0</inkml:trace>
  <inkml:trace contextRef="#ctx0" brushRef="#br0" timeOffset="-164138.42">25317 10485 1132 0,'0'0'888'0,"0"0"-545"15,0 0-105-15,0 0-125 16,0 0-51-16,0 0 0 16,0 0-8-16,-36-52 10 15,36 48-56-15,0 2 37 16,0 0 8-16,0 2-45 15,9 0 8-15,7 0-16 16,-1 0 0-16,-1 14-18 16,-7 10 36-16,-7 4-18 15,0 9 56-15,-16-1-17 0,-8 1 57 16,1-2-35 0,5-5-48-16,9-6 28 0,9-6-35 15,0-4-12-15,7-6 1 16,13 0-25-16,-2-4 30 15,0 0-37-15,-10 2-4 16,-8 2 29-16,0 6-70 16,-12 8 38-16,-20 4-77 15,-19 16-134-15,7-7-265 16,8-6-1140-16</inkml:trace>
  <inkml:trace contextRef="#ctx0" brushRef="#br0" timeOffset="-163072.45">23590 11342 614 0,'0'0'1166'0,"0"0"-807"0,0 0-69 0,0 0-76 15,0 0-86-15,0 0-97 16,0 0-4-16,121-46 34 15,-50 37-61-15,36 3 50 16,37-2-44-16,41 0 6 0,14 0-5 16,-5 2-7-16,-16-2 0 15,-20 4 23 1,-6 2-11-16,-9 0 29 0,-28 2-41 16,-26-2 0-16,-24 0 34 15,-16 0-32-15,-3 2-4 16,-5 0-25-16,-10 0-119 15,-29 0-115-15,-2 0-214 16,-8 2-252-16</inkml:trace>
  <inkml:trace contextRef="#ctx0" brushRef="#br0" timeOffset="-162664.36">24312 12047 2252 0,'0'0'242'16,"0"0"-224"-16,0 0-18 0,0 0 71 0,76-112-7 15,-51 68 9-15,-6 0-50 16,-1-2-23-16,-5 3-20 16,-3 6 8-16,-6 6 12 15,1 12 57-15,-3 8 77 16,0 11-35-16,2 0-81 16,1 14 3-16,2 19-9 15,-1 7-12-15,-3 6 1 16,-3 6 7-16,0-2-8 15,0 8-123-15,-5-12-450 16,-1-16-1340-16</inkml:trace>
  <inkml:trace contextRef="#ctx0" brushRef="#br0" timeOffset="-161693.15">26221 11217 1292 0,'0'0'640'15,"0"0"-382"-15,0 0 29 0,0 0 26 0,0 0-126 16,0 0-54-16,0 0-93 0,72 0-34 16,-34 0 12-16,4 0-18 15,1 0 0-15,-8 0-90 16,-12 0-259-16,-12 2-309 15,-11 6-777-15</inkml:trace>
  <inkml:trace contextRef="#ctx0" brushRef="#br0" timeOffset="-161567.75">26227 11414 1407 0,'0'0'742'16,"0"0"-524"-16,0 0 10 15,0 0 45-15,0 0-163 0,133 4-98 16,-69-4-12-1,-12-4-236-15,-12 0-421 0</inkml:trace>
  <inkml:trace contextRef="#ctx0" brushRef="#br0" timeOffset="-159966.98">27239 11336 1788 0,'0'0'648'0,"0"0"-382"0,0 0-60 0,0 0-69 0,0 0-109 16,114-13-27-16,-69 11-2 15,24-1-5-15,-13 0-293 16,-5 2-519-16</inkml:trace>
  <inkml:trace contextRef="#ctx0" brushRef="#br0" timeOffset="-159527.85">27862 11227 1547 0,'0'0'498'15,"0"0"-404"-15,0 0-60 0,64-106-18 16,-39 70-15-1,-6-5 64-15,0 5-1 0,-4 0 7 16,-6 4 106-16,-2 6 84 16,-5 6-25-16,0 6-46 15,-2 6-48-15,0 6-28 16,0 2-114-16,2 0 6 16,3 15-15-16,-1 12 3 15,3 14 6-15,-2 9 0 16,-3 8 6-16,-2 4-6 15,0 0 0-15,0 0-21 16,0-2 15-16,0-6-72 16,0-7-4-16,-4-7-44 0,-4-10-133 15,0-6-48 1,-5-8-158-16,-10-6 70 16,-6-4 119-16,-2-4 276 0,2-2 242 15,8 0 297-15,13 0-164 16,8 0 5-16,0 0-165 15,20 0-41-15,18 0-99 16,9 0-69-16,12 0-6 16,7 0-68-16,22 0-65 15,-14-2-207-15,-14 0-779 0</inkml:trace>
  <inkml:trace contextRef="#ctx0" brushRef="#br0" timeOffset="-154942.45">27307 11283 1128 0,'0'0'247'0,"0"0"-78"0,0 0 54 0,0 0-35 0,0 0 40 15,0 0-64-15,-2 0-29 16,2 0 38-16,0 0-67 16,0 0 3-16,0 0-50 15,0 0-21-15,0 0 40 16,0 0-62-16,0 0 14 15,0 0 16-15,0 0-46 16,0 0 57-16,0 0-26 16,0 0-5-16,0 0 57 15,0 0-63-15,0 0 26 16,0 0-17-16,0 0-17 0,-5 4-24 16,-2 14 12-16,-2 13 0 15,3 6 7 1,-4 8-7-16,2 3 0 0,-1 10-84 15,5-14-234-15,2-12-923 0</inkml:trace>
  <inkml:trace contextRef="#ctx0" brushRef="#br0" timeOffset="-153985.6">26995 11373 1194 0,'0'0'314'0,"0"0"-181"0,0 0 73 0,0 0-38 15,0 0 19-15,0 0 10 16,0 0-68-16,51 0 54 16,-14 0-64-16,6 0-62 15,6 0-1-15,2 0-56 16,-1-1-22-16,10-10-196 16,-14 4-355-16,-10-1-946 0</inkml:trace>
  <inkml:trace contextRef="#ctx0" brushRef="#br0" timeOffset="-153530.28">27349 11173 1094 0,'0'0'822'0,"0"0"-525"16,0 0-143-16,0 0-13 0,0 0 6 15,0 0-10 1,0 0-22-16,4-30-70 0,-4 30-39 16,0 8 54-16,0 12 24 15,0 8-48-15,0 4 34 16,0 4-64-16,0 2 27 15,0 3-33-15,0 0 0 16,0 14-21-16,0-11-221 16,0-10-498-16</inkml:trace>
  <inkml:trace contextRef="#ctx0" brushRef="#br0" timeOffset="-150170.95">2370 12904 2129 0,'0'0'610'0,"0"0"-462"0,0 0 30 0,0 0-70 15,0 0-57-15,0 0-8 16,0 0-43-16,118-90 0 15,-71 55-1-15,0 1 4 16,-7-2-10-16,-7 0-7 16,-12 4-8-16,-9 2 8 15,-9 2-2-15,-3 6 16 16,0 5 15-16,0 6-14 16,0 7 40-16,0 4-41 15,0 0-27-15,0 19 27 0,0 22-26 16,0 15 26-16,2 12-3 15,7 10 14 1,-2 4-22-16,-3-1 11 0,-4-7 0 16,0-6 8-16,0-11-7 15,-6-12-1-15,-10-9 0 16,-4-12 0-16,-5-11 11 16,1-12-11-16,1-1 0 15,4-10 18-15,5-16-7 16,12-10-8-16,2-6-3 15,9-2-47-15,19 0-16 16,9 0-92-16,23-18-224 0,-9 12-269 16,-6 0-1029-16</inkml:trace>
  <inkml:trace contextRef="#ctx0" brushRef="#br0" timeOffset="-149998.36">3000 12292 1793 0,'0'0'719'0,"0"0"-332"0,0 0-111 0,0 0-164 16,0 0-80-16,0 0-32 16,0 0-8-16,-29 76 1 15,16 14-38-15,3-13-416 16,0-11-881-16</inkml:trace>
  <inkml:trace contextRef="#ctx0" brushRef="#br0" timeOffset="-149183.89">3594 12479 1949 0,'0'0'365'0,"0"0"-293"0,0 0-24 0,-139 74 121 0,106-20-29 16,8 8-1-16,12 6-37 15,13-2-56-15,0-4 8 16,23-5-54-16,16-13-9 15,13-8-8-15,25-12-169 16,-10-10-200-16,-11-10-639 0</inkml:trace>
  <inkml:trace contextRef="#ctx0" brushRef="#br0" timeOffset="-148603.95">3847 12950 1837 0,'0'0'689'15,"0"0"-579"-15,0 0-22 0,0 0 31 0,0 0-90 16,0 0 23-16,71-107-44 16,-54 82-7-16,-7-2 19 15,1-1-11-15,-1-2-5 16,-2-2 8-16,1 0-6 0,1 4 60 15,-4 8 4 1,0 8 28-16,-3 6-2 0,-3 6-90 16,0 0-9-16,0 18 3 15,0 12 0-15,0 10 16 16,0 8-16-16,0 0-7 16,0 2 6-16,6 7-128 15,8-15-127-15,1-12-470 0</inkml:trace>
  <inkml:trace contextRef="#ctx0" brushRef="#br0" timeOffset="-148394.65">4195 12665 2246 0,'0'0'752'0,"0"0"-586"15,0 0-80-15,0 0-28 16,0 0-58-16,0 0 14 16,156-34-14-16,-100 34-51 0,10 2-84 15,-12 4-458-15,-14-2-677 16</inkml:trace>
  <inkml:trace contextRef="#ctx0" brushRef="#br0" timeOffset="-148165.25">4683 12436 2499 0,'0'0'640'15,"0"0"-581"-15,0 0-29 16,0 0-11-16,0 0-2 16,120 149 44-16,-102-79-51 15,-7 10-4-15,-11 4 2 16,0 1-8-16,-18-5-33 15,-26 8-87-15,4-20-258 0,4-19-540 16</inkml:trace>
  <inkml:trace contextRef="#ctx0" brushRef="#br0" timeOffset="-147660.49">5578 12869 2116 0,'0'0'816'0,"0"0"-634"0,0 0-117 15,0 0-65-15,0 0 32 16,114 0-32-16,-72 0-11 0,10 7-50 16,-14 0-497-1,-12 0-642-15</inkml:trace>
  <inkml:trace contextRef="#ctx0" brushRef="#br0" timeOffset="-147536.1">5636 13102 2105 0,'0'0'650'0,"0"0"-555"16,0 0-34 0,0 0-61-16,165 0-86 0,-105-4-427 0</inkml:trace>
  <inkml:trace contextRef="#ctx0" brushRef="#br0" timeOffset="-142699.25">6995 13262 221 0,'0'0'2177'0,"0"0"-1885"0,0 0-266 0,0 0-24 0,0 0 52 15,71-106-53-15,-19 56 0 16,8-6 7-16,5-2 0 15,-5-2-16-15,-4 0 4 16,-14 3 4-16,-11 1-10 16,-11 6 10-16,-9 4 0 15,-9 10 64-15,-2 8-6 16,0 10 51-16,-2 8-40 16,-9 5-51-16,-2 5 6 15,-5 7-24-15,-2 25 0 16,0 14 12-16,0 16-11 15,2 12 51-15,9 8-22 16,5 1-29-16,4-9 16 16,2-10-16-16,18-16-1 0,7-12 0 15,4-14-9 1,1-11 9-16,1-11-16 0,-4 0-38 16,-2-18 30-16,-6-15-70 15,-2-7-29-15,-4-10-32 16,-1-4 56-16,1 0 99 15,-1 8 0-15,-6 13 108 16,-1 13 134-16,-5 19-145 16,-2 1-57-16,0 14-39 15,0 15 0-15,0 7 41 16,-2 1-42-16,-3-3 0 16,3-4-8-16,2-8-25 0,0-6-76 15,0-8-135-15,21-8-71 16,-2-6-30-16,2-12-353 15</inkml:trace>
  <inkml:trace contextRef="#ctx0" brushRef="#br0" timeOffset="-142338.79">7798 12940 1896 0,'0'0'555'0,"0"0"-479"0,0 0 104 0,0 0 1 16,-7 122-69-1,-4-88-4-15,2-8-66 0,0-8-41 16,7-10 27-16,2-6-16 15,0-2-6-15,2-10-6 16,21-18-43-16,6-6-8 0,6-6-76 16,3 2-30-16,-1 2 103 15,-1 12 18-15,-9 14 36 16,-9 10 61-16,-12 6-2 16,-6 24 66-16,0 4-53 15,-4-4-15-15,-9-4 24 16,4-10-80-16,4-10 20 15,5-6 1-15,0-4 1 16,14-20-23-16,14-8-119 16,13-2 47-16,1 0 15 15,1 6-45-15,-3 7 67 16,-9 10 14-16,-6 11 21 16,-10 0-17-16,-11 24-8 0,-4 16-20 15,-6 24-41-15,-17-8-200 16,4-6-552-16</inkml:trace>
  <inkml:trace contextRef="#ctx0" brushRef="#br0" timeOffset="-141189.95">7212 13750 1800 0,'0'0'612'0,"0"0"-416"0,0 0-47 16,0 0-82-16,0 0 5 0,0 0-44 15,0 0 11-15,68-54-10 16,-47 66-29-16,-3 14 50 0,-9 8-9 16,-7 6-6-16,-2-2 28 15,0 0-63-15,-4-4 24 16,-7-10-17-16,3-4 5 16,4-14-9-16,2-3-3 15,2-3 0-15,0-5-13 16,0-19-46-16,11-8-44 15,3-8-64-15,-4-2-109 16,-3 4 65-16,-7 10 129 16,0 12 82-16,0 14 197 15,-7 2-101-15,-8 14 93 16,-3 12-19-16,7 4-93 16,5 2 2-16,6-2-57 15,0-6-8-15,17-2-14 0,16-10-6 16,25-10-106-16,-4-2-244 15,-8 0-359-15</inkml:trace>
  <inkml:trace contextRef="#ctx0" brushRef="#br0" timeOffset="-141033.06">7450 13824 1994 0,'0'0'757'0,"0"0"-600"0,0 0-55 16,0 0-68-1,0 0-27-15,148-42 11 0,-100 32-18 16,-1 4-56-16,2-2-230 16,-11 4-311-16,-14 0-304 15</inkml:trace>
  <inkml:trace contextRef="#ctx0" brushRef="#br0" timeOffset="-140860.28">7870 13597 1702 0,'0'0'609'16,"0"0"-364"-16,0 0-24 0,0 0-99 0,0 0-35 16,0 0-22-16,70 105 9 15,-72-59-62-15,-22 2-11 16,-3-2-1-16,-9 0-158 0,12-12-150 31,6-12-300-31</inkml:trace>
  <inkml:trace contextRef="#ctx0" brushRef="#br0" timeOffset="-140562">8032 13914 1788 0,'0'0'319'15,"0"0"-242"-15,0 0-42 0,0 0 56 16,27-116-37-16,-19 80-30 15,-1 1-12-15,-1 6 4 16,-4 3-16-16,2 8 66 16,-2 8 129-16,-2 7 88 15,2 3-206-15,0 13-68 16,0 15 35-16,3 10-36 16,-1 8 20-16,0-2-28 15,3 0-9-15,0-6-27 16,13-4-230-16,-4-14-89 15,1-8-383-15</inkml:trace>
  <inkml:trace contextRef="#ctx0" brushRef="#br0" timeOffset="-140405.65">8346 13622 2616 0,'0'0'581'16,"0"0"-546"-16,0 0-29 16,0 0-12-16,125-15-42 15,-78 13-68-15,-7 1-536 0</inkml:trace>
  <inkml:trace contextRef="#ctx0" brushRef="#br0" timeOffset="-138503.37">9264 12865 1916 0,'0'0'710'0,"0"0"-495"0,0 0-155 16,0 0-36-16,0 0 1 15,0 0-17-15,118-136-4 16,-71 96-4-16,-2 0-10 16,-10 0 8-16,-10 0-26 15,-12 6 20-15,-11 2 8 16,-2 5 29-16,0 9 59 16,-11 6-27-16,2 12-50 0,0 0 7 15,5 16-18-15,4 25 0 16,0 13 21-16,0 14-15 15,10 8 1-15,4 2-2 16,-5-2 5 0,-5-5-8-16,-4-7-2 0,0-10 0 15,-13-10-5-15,-9-8 23 16,-7-12-34-16,-2-10 16 16,-1-12-11-16,3-2-7 15,9-18 18-15,11-18 0 16,9-14 0-16,21-10-45 0,23-6-4 15,14-3-81 1,6 5-90-16,6 2 0 0,-5 6-105 16,-7 4 15-16,-12 6 16 15,-10 4 69 1,-16 7 188-16,-11 7 37 0,-9 9 377 16,0 8 201-16,0 11-258 15,-16 0-92-15,-2 26-69 16,-2 14-81-16,5 13-2 15,4 5-36-15,8 0-31 16,3-2 8-16,3-8-17 16,19-9-2-16,7-12-94 0,14-10-125 15,-6-10-125 1,-8-7-406-16</inkml:trace>
  <inkml:trace contextRef="#ctx0" brushRef="#br0" timeOffset="-138159.09">10010 12597 798 0,'0'0'1245'0,"0"0"-962"0,0 0-192 0,0 0-7 15,0 0 50-15,44 122 29 16,-41-84-20-16,-3 2-39 16,0-5-97-16,0-6 28 15,0-8-35-15,0-12 0 0,0-6 21 16,0-3-12-1,0-8-9-15,9-19-32 0,2-7-128 16,-3-10-40-16,-2-4 10 16,-4 2-20-16,-2 6 110 15,0 12 100-15,0 18 243 16,0 10-41-16,-2 8-92 31,-4 22 46-31,6 6-92 16,0 2-6-16,8-2 12 0,11-4-69 0,6-6-2 15,4-8-43-15,0-8-193 16,0-10-21-16,-6 0-237 16,-10-4-220-16</inkml:trace>
  <inkml:trace contextRef="#ctx0" brushRef="#br0" timeOffset="-138001.45">10362 12480 1068 0,'0'0'1012'0,"0"0"-491"16,0 0-317-16,0 0-125 15,0 0-18-15,87 107 60 16,-87-45-56-16,0 6-29 16,-13 2-29-16,-25 22-7 15,5-17-196-15,4-19-501 0</inkml:trace>
  <inkml:trace contextRef="#ctx0" brushRef="#br0" timeOffset="-137669.89">10833 12846 1322 0,'0'0'1304'0,"0"0"-803"16,0 0-362-16,0 0-106 15,0 0-32-15,0 0 10 16,0 0-11-16,118-10-14 16,-70 10-133-16,-5 1-532 15,-9 1-856-15</inkml:trace>
  <inkml:trace contextRef="#ctx0" brushRef="#br0" timeOffset="-137101.75">11485 12934 1896 0,'0'0'945'16,"0"0"-740"-16,0 0-153 16,0 0-26-16,0 0-17 15,0 0 0-15,143-83-9 16,-105 55-9-16,-7-4 9 16,-8 0-60-16,-10 0 15 15,-9-2 33-15,-4 2-22 16,0 6 34-16,0 6 55 15,0 8-3-15,0 12 10 16,0 0-62-16,0 22 0 0,0 18-12 16,0 14 25-16,4 8 7 15,0 8-13-15,-4-2-7 16,0-1 33-16,0-5-32 16,-6-8-1-16,-9-8 5 15,-5-10 7-15,-1-12-24 16,0-10 10-16,-2-11 2 15,7-3 2-15,7-18-1 16,9-18-1-16,0-9 0 16,16-5-11-16,20-4-38 15,8 2-77-15,8 1-165 16,1 5-5-16,18-9-74 16,-13 8-232-16,-11 9-166 0</inkml:trace>
  <inkml:trace contextRef="#ctx0" brushRef="#br0" timeOffset="-136981.35">12094 12587 827 0,'0'0'670'15,"0"0"-75"-15,0 0-95 16,0 0-175-16,0 0-167 16,0 0-77-16,0 0-58 15,-79 76-4-15,60-24 17 16,7 2-36-16,12 0-7 16,0-8-55-16,33-1-126 15,5-18-272-15,3-9-460 0</inkml:trace>
  <inkml:trace contextRef="#ctx0" brushRef="#br0" timeOffset="-136698.65">12238 12868 2183 0,'0'0'666'16,"0"0"-598"-16,0 0-13 15,0 0-55-15,0 0 0 16,0 0-1-16,68-111-70 15,-53 87-67-15,-7 0-22 16,2 0 66-16,-4 2 93 16,-1 4 2-16,-1 6 117 15,0 6 116-15,1 6-132 16,-2 2-51-16,1 22-24 0,0 4-21 16,-1 6 22-16,1 2-28 15,0 2-64-15,0-8-403 16,1-10-515-16</inkml:trace>
  <inkml:trace contextRef="#ctx0" brushRef="#br0" timeOffset="-136541.65">12668 12498 2150 0,'0'0'843'0,"0"0"-677"0,0 0-140 16,0 0 11-16,132 61-29 15,-112-13 4-15,-11 12 28 16,-9 6-40-16,-12 20-33 16,-17-18-341-16,-4-11-672 0</inkml:trace>
  <inkml:trace contextRef="#ctx0" brushRef="#br0" timeOffset="-135571.28">9569 13419 1430 0,'0'0'497'0,"0"0"-264"0,0 0-8 16,0 0-92-16,0 0-46 16,0 0-10-16,119-44 39 15,-59 36-90-15,9 4-7 16,10-2 30-16,6 4-49 16,7-2 26-16,3 2 52 15,5 0-42-15,21-2 9 16,22 0-45-16,19-1 0 0,3 4 3 15,-29 1 10-15,-36 0-13 16,-35 0 0-16,-7 0 1 16,10 0-7-16,11 4 6 15,8 0 0-15,-4-2-3 16,-2 0 15-16,0 0-12 16,-6 0 0-16,2 0 0 15,-4 0 2-15,-2 0-2 16,-4-2 0-16,-4 2-1 15,-3-2 4-15,-7 0-11 0,-6 0 8 16,-5 0 0-16,-4 0 0 16,-7 0 0-16,-6 0-10 15,-3 0-22-15,-2 0-30 16,-2 0 33-16,-4 0-20 16,-1 0-65-16,-3 0-12 15,0 4-89-15,-6 2-89 16,-4-4-340-16</inkml:trace>
  <inkml:trace contextRef="#ctx0" brushRef="#br0" timeOffset="-134676.22">10507 13756 1455 0,'0'0'670'0,"0"0"-425"0,0 0 54 0,0 0-89 15,0 0-138-15,0 0-5 16,0 0-55-16,58 10-10 16,-40 10 2-16,-1 10 9 15,-5 4-4-15,-7 4-9 16,-5 0 0-16,0 0 36 16,-5-5-27-16,-7-5 27 15,2-10-7-15,1-6-28 16,2-6 29-16,4-6-30 0,3 0 0 15,0-10 0-15,3-15-64 16,10-11-78-16,3-6-121 16,0-2-76-16,-6 4-43 15,-3 10 209-15,-5 14 173 16,-2 12 269-16,0 4-118 16,-4 10 116-16,-5 12-12 15,5 2-114-15,4 2-30 16,0 0-78-16,11-4-14 15,18-2-19-15,20-9-68 0,-7-7-467 16,-2-4-1070-16</inkml:trace>
  <inkml:trace contextRef="#ctx0" brushRef="#br0" timeOffset="-134504.33">10975 13872 2054 0,'0'0'897'15,"0"0"-661"-15,0 0-114 16,0 0-112-16,0 0 5 16,118-66-27-16,-73 56 12 15,22 2-156-15,-9 4-446 16,-10 2-1055-16</inkml:trace>
  <inkml:trace contextRef="#ctx0" brushRef="#br0" timeOffset="-134300.18">11561 13864 823 0,'0'0'331'0,"0"0"-278"0,0 0-28 15,0-126 54-15,0 88 30 16,0 6 140-16,0 8 92 16,0 9 146-16,0 12 11 31,0 3-356-31,0 11-88 0,5 21-45 0,1 11-1 15,1 11 2 1,-3-2-10-16,-4 18-142 0,0-16-481 16,0-12-932-16</inkml:trace>
  <inkml:trace contextRef="#ctx0" brushRef="#br0" timeOffset="-133060.16">13318 13385 1706 0,'0'0'718'0,"0"0"-460"0,0 0 46 0,0 0-124 0,0 0-90 0,0 0 13 16,39-2-89-1,-3-2-13-15,8 0 10 0,3 0-11 16,-3 0-20-16,-1 2-104 15,-7 2-250 1,-12 0-338-16,-15 0-760 0</inkml:trace>
  <inkml:trace contextRef="#ctx0" brushRef="#br0" timeOffset="-132935.16">13413 13521 1974 0,'0'0'675'15,"0"0"-510"-15,0 0 7 16,0 0-84-16,0 0-88 15,167-12-13-15,-116 4-81 16,-9 0-508-16</inkml:trace>
  <inkml:trace contextRef="#ctx0" brushRef="#br0" timeOffset="-132260.48">12568 13417 535 0,'0'0'860'0,"0"0"-317"0,0 0-253 0,0 0 69 0,0 0-33 16,0 0-142-16,0 0-22 15,-13-20-78-15,13 20-35 16,0 0-17-16,0 0-26 16,9 0-12-16,11 0 6 15,9 0-27-15,7-6-17 16,16-6-149-16,-7 0-429 16,-5-2-712-16</inkml:trace>
  <inkml:trace contextRef="#ctx0" brushRef="#br0" timeOffset="-131333.91">14163 13593 1716 0,'0'0'395'0,"0"0"-303"0,0 0-41 0,0 0-49 16,94-128 2-16,-54 74-4 16,3-10 6-16,-1-4-18 15,-3-4-11-15,-3-5-37 16,-5 1 60-16,-6 4 6 16,-9 8 134-16,-7 14 83 15,-9 14 54-15,0 15-69 16,0 17-134-16,-19 4-48 15,-4 25 6-15,-2 21-31 16,0 16 46-16,5 12-17 16,9 8-30-16,7-2 33 15,4-3-33-15,0-14 0 16,24-8-4 0,10-17 11-16,3-14-14 15,8-12-13-15,0-12-46 0,-1-4-36 0,-3-24-140 16,-4-8-39-16,-8-10 16 15,-6-1 35-15,-8 6 202 16,-6 6 28-16,-4 13 313 16,-5 14 184-16,0 8-385 15,0 6-78-15,-3 18-16 16,-4 8-7-16,1 4 10 16,1 0-21-16,3-3 0 15,2-5-12-15,0-6-78 16,0-10-203-16,5-6-253 0,5-6-371 15</inkml:trace>
  <inkml:trace contextRef="#ctx0" brushRef="#br0" timeOffset="-130927.35">14968 13234 1847 0,'0'0'315'0,"0"0"-121"0,0 0 11 0,0 0 29 0,-42 103-50 0,30-79-110 15,3-6-12-15,5-6-62 16,4-6 0-16,0-6 17 0,0 0-17 16,13-10-1-1,9-12-36-15,7-2-24 0,3-1 17 16,-1 6-17 0,-2 5 37-16,-7 11 13 0,-6 3 22 15,-10 7 7-15,-6 17 30 16,0-1-9-1,0 0 47-15,-6-5-59 0,-1-10-6 16,7-8 14-16,0 0-34 16,7-6 24-16,22-16-25 15,10-4-86-15,11-2 85 16,6 6-27-16,-4 1 28 16,0 11-1-16,-9 9-2 15,-10 1-7-15,-11 4 5 16,-13 17-114-16,-9 8-83 0,-5 13-107 15,-16-10-215-15,-2-4-958 16</inkml:trace>
  <inkml:trace contextRef="#ctx0" brushRef="#br0" timeOffset="-130113.34">14406 13904 1400 0,'0'0'596'0,"0"0"-355"0,0 0 24 0,0 0-23 0,0 0-144 16,0 0-17-16,0 0 1 15,51-70-58-15,-37 82 10 16,-5 20-33-16,-5 8 31 15,-4 8 40-15,0 1-54 16,-15-3 16-16,-3-5-7 16,0-8-27-16,2-9 18 15,8-12-18-15,5-6 0 16,3-6-4-16,0-8 4 16,20-18-72-16,7-10-51 0,2-6-165 15,-5-1 12-15,-3 5 18 16,-10 12 258-1,-11 14 0-15,0 12 190 0,-5 0-22 16,-13 18 45-16,-1 12-88 16,3 2-27-16,7-1-66 15,9-4-3-15,0-2-7 16,9-7-22-16,15-2-19 16,23-10-223-16,-7-2-339 15,-6-4-679-15</inkml:trace>
  <inkml:trace contextRef="#ctx0" brushRef="#br0" timeOffset="-129941.06">14649 14033 1624 0,'0'0'875'0,"0"0"-513"16,0 0-159-16,0 0-136 16,0 0-53-16,0 0-11 15,127-40-3-15,-83 37-84 16,10 2-243-16,-12 1-318 31,-11 0-395-31</inkml:trace>
  <inkml:trace contextRef="#ctx0" brushRef="#br0" timeOffset="-129768.95">14972 13878 1597 0,'0'0'603'0,"0"0"-328"0,0 0 23 15,0 0-149-15,0 0-99 16,0 0-20-16,0 0 62 31,78 84-59-31,-78-42-12 0,-22 5-1 0,-7-3-20 16,-11 2-38-16,9-10-229 15,8-12-373-15</inkml:trace>
  <inkml:trace contextRef="#ctx0" brushRef="#br0" timeOffset="-129502.68">15226 14163 1243 0,'0'0'722'0,"0"0"-578"15,0 0-70-15,0 0 76 0,0 0-16 16,51-119-14-16,-32 86-78 16,-4 1-33-16,-1 3-3 15,-6 5 1-15,-3 6 45 31,-5 6 178-31,2 10-73 0,-2 2-98 0,0 10-38 16,0 14-20-16,0 10 41 16,0 6-36-16,0 2-5 15,0-3-2-15,4-3-37 16,6-10-140-16,-2-10-353 0,3-8-355 16</inkml:trace>
  <inkml:trace contextRef="#ctx0" brushRef="#br0" timeOffset="-129299">15527 13830 2083 0,'0'0'924'0,"0"0"-709"16,0 0-129-16,0 0-86 15,0 0-9 1,0 0-14-16,145-6-157 0,-105 6-560 0</inkml:trace>
  <inkml:trace contextRef="#ctx0" brushRef="#br0" timeOffset="-124534.9">16374 12832 1026 0,'0'0'383'0,"0"0"-216"0,0 0-55 0,0 0 76 0,0 0-37 16,0 0 4-16,0 0 4 16,-33-14-62-16,29 11 8 15,2 2-13-15,2-4-10 16,0 1 11-16,0-2-93 15,14 0-9-15,3 2 9 16,6 4-37-16,0 0 36 16,-6 4-11-16,-10 18-17 15,-7 10 29-15,0 7 19 0,-27 5 24 16,-8 4 52-16,-6-2-46 16,1-2 29-16,5-8-20 15,8-6-40-15,12-8 37 16,10-6-54-16,5-8 7 15,5-4 17-15,23-4-23 16,11 0 14-16,7 0-16 16,3-10-47-16,-3-4 11 15,-3-2-117-15,-9 0-139 16,-7 0 2-16,-12 0-71 16,-9-2-37-16,-6 0-154 15,0-4-28-15,-2 0 580 16,-7 2 357-16,7 4 56 15,2 0 78-15,0 6-202 16,5 0-63-16,11 6-94 0,1 4-28 16,-1 0 12-1,-1 4-42-15,-1 16 11 0,-10 8 5 16,-4 4 7-16,0 4 6 16,-6-2-58-16,-12-2-27 15,-1-8 18-15,4-8-30 16,7-8-8-16,8-8 2 15,0 0-18-15,0-14-39 16,13-14-152-16,5-8-9 16,-1-2-24-16,-3 0-86 15,-3 4 10-15,-7 14 318 16,-4 12 136-16,0 8 62 16,0 14-31-16,0 16-21 0,0 6-16 15,0 0-31-15,0-2-6 31,16-4-54-31,8-8-39 0,28-11-23 0,-5-10-217 16,-7-1-372-16</inkml:trace>
  <inkml:trace contextRef="#ctx0" brushRef="#br0" timeOffset="-124300.2">16859 12617 1884 0,'0'0'551'0,"0"0"-461"0,0 0-90 0,0 0 14 0,0 0 85 16,0 0 30-16,31 112 27 16,-31-62-39-16,-6 0-75 15,-12-6 16-15,4-8-58 16,8-9 0-16,6-7-6 15,0-8 6-15,44-10-78 16,-1-2-385-16,-1 0-578 16</inkml:trace>
  <inkml:trace contextRef="#ctx0" brushRef="#br0" timeOffset="-124064.9">17240 12959 1380 0,'0'0'1010'0,"0"0"-461"0,0 0-357 16,0 0-141-16,0 0-26 15,0 0 23-15,119-31-39 16,-82 25 3-16,1 3-12 16,-2 3-100-16,-5 0-90 15,-2 0-301-15,-9 0-112 0,-5 0-627 16</inkml:trace>
  <inkml:trace contextRef="#ctx0" brushRef="#br0" timeOffset="-123828.85">17521 12719 2082 0,'0'0'711'0,"0"0"-610"0,0 0-87 15,0 0 53-15,0 0-2 16,-76 120-13-16,59-68 22 16,3 1-73-16,1-1-2 15,4-6-67-15,5 4-189 16,2-14-128-16,2-11-565 0</inkml:trace>
  <inkml:trace contextRef="#ctx0" brushRef="#br0" timeOffset="-123290.74">18020 12789 1564 0,'0'0'535'31,"0"0"-334"-31,0 0-56 0,0 0-39 0,0 0 41 16,0 0-74-16,0 0-10 0,-56-50-9 15,56 50-16 1,0 0 19-16,12 0-57 0,1 0 6 16,1 0-9-16,-6 4 17 15,-5 16-11-15,-3 8 24 16,0 6-5-16,-23 5 45 31,-6 1-25-31,0 0-16 16,2-6 34-16,8-8-53 0,12-8 11 0,7-6-18 31,4-8 8-31,28-4-13 16,7 0 5-16,6-2-21 15,0-8 20-15,-8 2-24 16,-10 2 25-16,-11 4 0 0,-11 2-19 16,-5 0 19-16,0 16-28 15,-8 2 28-15,-9 4-11 16,1-2 17-16,1-4-12 15,3-2-19-15,3-6-170 16,5-6-120-16,4-2-253 16,0 0-366-16</inkml:trace>
  <inkml:trace contextRef="#ctx0" brushRef="#br0" timeOffset="-122967.54">18294 12855 1862 0,'0'0'653'0,"0"0"-590"0,0 0-4 0,0 0 170 16,0 0-66-16,0 0-36 16,-27 111-27-16,14-85-86 15,4-4 13-15,2-8-27 16,7-8 0-16,0-6 9 16,0 0-9-16,18-4-28 15,0-16-29-15,2-6-68 16,-7-2 13-16,-1-5-75 15,-8 4 53-15,-2 4 115 16,-2 11 19-16,0 13 195 16,0 1-126-16,0 11-69 15,0 15 33-15,0 2-1 0,7 3-31 16,11-3-1-16,7-4-9 16,15-2-267-16,-7-6-328 15,0-6-1206-15</inkml:trace>
  <inkml:trace contextRef="#ctx0" brushRef="#br0" timeOffset="-122416.55">18882 12946 757 0,'0'0'1370'0,"0"0"-830"0,0 0-354 0,0 0-68 16,0 0-91-16,0 0 33 15,0 0-53-15,121-2-6 16,-77 2-1-16,16-3-79 16,-8-1-247-16,-13-1-373 0</inkml:trace>
  <inkml:trace contextRef="#ctx0" brushRef="#br0" timeOffset="-120399.66">19121 12823 1595 0,'0'0'386'0,"0"0"-262"0,0 0 18 0,0 0-10 0,0 0-63 16,0 0 4-16,0 0-13 15,-16 31 65-15,12 2 17 16,-3 6-53-16,-2 5-54 15,2-2 2-15,0-2-36 16,3-4-2-16,2-4-43 16,2-6-197-1,0-8-119-15,9-10-619 0</inkml:trace>
  <inkml:trace contextRef="#ctx0" brushRef="#br0" timeOffset="-119957.02">19377 12814 1388 0,'0'0'389'16,"0"0"-241"-16,0 0 36 16,0 0-38-16,0 0 5 15,0 0-50-15,0 0-62 16,35-69 21-16,-21 69-44 16,-3 2-15-1,-7 20 37-15,-4 12-2 0,0 9 59 16,-15 5 43-16,-12 2-53 15,-2-4 18-15,5-4-62 16,4-10-22-16,8-8 20 16,10-8-30-16,2-6-4 15,5-6 1-15,24-2-6 16,8-2-45-16,26 0-138 0,-7-8-269 16,-5-4-190-16</inkml:trace>
  <inkml:trace contextRef="#ctx0" brushRef="#br0" timeOffset="-119784.5">19753 12872 1913 0,'0'0'741'16,"0"0"-544"-16,0 0-53 0,0 0-131 15,0 0-4-15,0 0-9 16,0 0-12-16,116-25-57 16,-85 25-318-16,-2 0-495 0</inkml:trace>
  <inkml:trace contextRef="#ctx0" brushRef="#br0" timeOffset="-119266.24">20199 12585 658 0,'0'0'1383'0,"0"0"-809"16,0 0-376-16,0 0-40 0,0 0-11 15,0 0-89-15,0 0-5 16,-2-37-53-16,19 46 0 16,6 5-11-16,4 0 11 0,2 0 0 15,-2-6 0-15,0-2 15 16,-8-4-28-16,-3-2 13 15,-5 0-18-15,-7 0-2 16,-4-8 11-16,0-6 3 16,0 2-10-16,0 0 28 15,0 4-12-15,0 4 9 16,0 4-3-16,0 0-5 16,0 18-1-16,-6 12 0 15,-3 12-15-15,0 10 35 0,-4 4-41 16,2 7 21-1,-5-2 0 1,3-3-14-16,3-1-44 16,4-7-116-16,3-6-117 15,3-10-224-15,0-14-354 0</inkml:trace>
  <inkml:trace contextRef="#ctx0" brushRef="#br0" timeOffset="-119124.89">20189 12988 1950 0,'0'0'688'16,"0"0"-446"-16,0 0-31 15,0 0-157-15,0 0-20 0,0 0-34 16,155-66-76 0,-117 66-295-16,-7 0-685 0</inkml:trace>
  <inkml:trace contextRef="#ctx0" brushRef="#br0" timeOffset="-116632.18">18040 13098 360 0,'0'0'361'0,"0"0"-177"0,0 0-43 0,0 0-24 0,0 0 55 16,0 0-33 0,0 0 24-16,25-14 17 15,-25 12-92-15,0 2-28 16,0 0 10-16,0 0-38 0,0 0-7 15,0 0-25-15,0 0 0 16,0 0 41-16,0 0-12 16,0 0 17-16,0 0-12 15,0 0-12-15,0 0 0 16,0 0-16-16,0 2-1 16,0 10 87-16,0 4-23 15,0 4 16-15,0 1 7 16,-5 2-4-16,-4 1 21 15,-4 1-79-15,-3-2-13 16,-6 0 3-16,-4-1-20 0,-15 0-152 16,5-4-199-1,3-8-531-15</inkml:trace>
  <inkml:trace contextRef="#ctx0" brushRef="#br0" timeOffset="-115331.03">16378 13627 489 0,'0'0'987'0,"0"0"-622"0,0 0-138 0,0 0 34 15,0 0-28-15,0 0 8 16,0 0-100-16,0 0-104 16,20-4-23-16,11 0-14 15,10 0 0-15,7 0 5 16,12 0 8-16,7 2-19 16,7-2 6-16,9 0 0 15,21-4-1-15,25-4 1 16,29-1 0-16,12-2-6 0,-10 1 5 15,-10 4 0-15,-17 2-4 16,-2 0 5-16,-3 0-17 16,-21 2-8-16,-18-2-53 15,-18 6 38-15,-7 0-1 16,13 0 35-16,8 2-86 16,10 0 19-16,-9 0 73 15,-7 0-30-15,-8 0 24 16,-11 0-4-16,-6 0-10 15,-7 0 13-15,-3 4 0 16,-4 0-21-16,1 0 27 16,-4 0-24-16,1-2 24 15,2-2 0-15,1 0-22 16,-2 0 23-16,8 0-43 16,0 0 13-16,2 0 21 0,0 0-10 15,0 0 19-15,-3 0 0 16,-3 0 1-16,-3 4-13 15,-4 0 12-15,-3 2 0 16,-4-2-1-16,0 0 2 16,2 2-1-16,0-2 0 15,1 0-9-15,-1 0 0 16,0 0-3-16,-2-1 12 16,0-2 13-16,0-1-11 15,2 2 24-15,5 0-26 16,-1 2 9-16,8-2-20 15,-1 2 8-15,3-1 3 16,-1-2-8-16,-2-1 5 0,-1 0 3 16,-5 0 18-1,-10 0 35-15,-4 0 48 0,-8 0-90 16,-10 0-11-16,-4 0 0 16,-6 0-170-16,-17 0-65 15,-6 0-414-15</inkml:trace>
  <inkml:trace contextRef="#ctx0" brushRef="#br0" timeOffset="-114500.95">17791 14171 874 0,'0'0'595'0,"0"0"-336"0,0 0-44 0,0 0 62 0,0 0-59 16,0 0-13-16,0 0-81 16,-14-36-36-16,37 32-16 15,-3 4-47-15,-1 0-14 32,-3 10 22-32,-5 10-24 0,-4 10 37 0,-7 4-3 15,0 4-11-15,0-2 41 16,-11 2-62-16,-2-10-10 0,1-3 9 15,6-10 11-15,1-5-21 16,5-7 0-16,0-3 2 16,5 0-14-16,15-21-5 15,6-8-62-15,-1-12-20 16,-1-5-151-16,-5 0 39 16,-9 6 31-16,-5 10 179 15,-5 14 1-15,0 14 115 16,-9 2-37-16,-7 12 30 15,3 16 12-15,2 4-7 16,6 6-41-16,5-6-37 16,0 2 29-16,20-2-64 31,12-10-52-31,21-4-187 0,-6-12-303 0,-4-6-579 0</inkml:trace>
  <inkml:trace contextRef="#ctx0" brushRef="#br0" timeOffset="-114360.33">18174 14247 1921 0,'0'0'697'0,"0"0"-417"0,0 0-141 0,0 0-105 0,147-56-34 0,-74 48-29 16,-10 4-211-16,-12 4-428 0</inkml:trace>
  <inkml:trace contextRef="#ctx0" brushRef="#br0" timeOffset="-114124.89">18874 14319 2046 0,'0'0'347'0,"0"0"-299"16,0 0-48-16,0 0-49 15,64-128 49-15,-64 80 102 16,0 0 11-16,0 4-76 15,0 5-19-15,0 11 131 16,0 12 46-16,0 12-32 16,0 4-126-16,0 18-17 15,11 21-32-15,5 11 12 0,-1 8 0 16,-1 6-14-16,-7 18-61 16,-3-16-419-16,-2-12-431 15</inkml:trace>
  <inkml:trace contextRef="#ctx0" brushRef="#br0" timeOffset="-112645.04">20841 13557 212 0,'0'0'1114'16,"0"0"-740"-16,0 0-94 0,0 0 38 0,0 0-67 15,0 0-13-15,0 0-129 16,-6-28-38-16,14 24-10 0,5-2-55 15,5 4 4-15,7 0-10 16,4 2-7-16,2 0-5 16,11 0-147-16,-6 6-194 15,-11 0-487-15</inkml:trace>
  <inkml:trace contextRef="#ctx0" brushRef="#br0" timeOffset="-112503.96">20877 13760 1972 0,'0'0'502'0,"0"0"-362"16,0 0 84-16,0 0-162 0,158-34-62 31,-98 13-264-31,-6 3-447 0</inkml:trace>
  <inkml:trace contextRef="#ctx0" brushRef="#br0" timeOffset="-112285.03">21494 13708 1657 0,'0'0'615'15,"0"0"-553"-15,0 0-62 0,87-107-39 16,-43 61-188-16,12-28 32 16,-12 10-91-16,-10 8-364 0</inkml:trace>
  <inkml:trace contextRef="#ctx0" brushRef="#br0" timeOffset="-111924.98">21790 13092 1031 0,'0'0'561'0,"0"0"-214"15,0-118 3-15,0 84-77 16,0 16-61-16,0 14-122 15,-7 4-47-15,-6 16-9 16,-5 24 31-16,1 18 66 16,0 16-47-16,7 10-28 0,10 5 5 15,0-7-51-15,4-8-5 16,21-16-5-16,6-14 3 16,7-12-11-16,1-14-27 15,4-9-48-15,-1-9-47 16,-4 0-206-16,-7-21 94 15,-8-8 82-15,-3-8 34 16,-7-3 61 0,-4 0 65-16,-2 8 175 0,-3 10 201 15,-1 12-115-15,-1 10-150 16,-2 4-95-16,0 22-1 16,0 6 41-16,0 2-56 15,-7 0 0-15,5-4 0 16,2-8-20-16,0-4-71 0,0-10-251 15,15-6-182-15,1-2-266 16</inkml:trace>
  <inkml:trace contextRef="#ctx0" brushRef="#br0" timeOffset="-111565.61">22294 13409 1687 0,'0'0'272'15,"0"0"-31"-15,0 0 56 16,0 0-3-16,-32 108-60 15,22-84-118-15,0-8-32 16,6-4-84-16,2-10 12 16,2-2 19-16,0 0-23 15,0-2-8-15,8-14-6 0,13-4-48 16,1-4 42 0,5 2-54-16,-5 6 51 0,-4 8 7 15,-7 8-18-15,-7 2 26 16,-4 18 0-16,0 2 0 15,0-4 32-15,0-4-22 16,0-10-8-16,12-4 16 16,9 0-8-16,8-14-10 15,5-4-45-15,2-2 33 16,0 4-6-16,-5 6 20 16,-2 8-10-16,-8 2 8 15,-7 10-35-15,-14 30-161 16,0-2-169-16,0-2-421 0</inkml:trace>
  <inkml:trace contextRef="#ctx0" brushRef="#br0" timeOffset="-110924.78">21483 14089 1362 0,'0'0'852'0,"0"0"-497"0,0 0-191 0,0 0-79 16,0 0-9-16,0 0-31 16,0 0 21-16,104-68-51 15,-95 91-13-15,-5 8 47 16,-4 7-37-16,0 2 30 16,-6 0 18-16,-7-6-51 15,1-4 13-15,6-12-22 16,3-10 1-16,3-8-6 15,0 0 5-15,11-8-46 16,7-16-31-16,3-10-130 16,-4-4-26-16,-3 0 22 15,-5-1 21-15,-5 14 190 16,-2 9 31-16,-2 12 194 0,0 4-59 16,0 9-63-1,0 18 12-15,0 1-78 0,0 2-28 16,2 0 4-16,14-2-13 15,13-6-215-15,-4-8-309 32,-3-6-830-32</inkml:trace>
  <inkml:trace contextRef="#ctx0" brushRef="#br0" timeOffset="-110768.42">21785 14119 2002 0,'0'0'767'16,"0"0"-531"-16,0 0-117 0,0 0-71 15,0 0-42-15,137-39 8 16,-100 39-28-16,-1 0-76 16,5 0-259-16,-10 0-220 15,-12 0-173-15</inkml:trace>
  <inkml:trace contextRef="#ctx0" brushRef="#br0" timeOffset="-110596.24">22111 13990 831 0,'0'0'850'0,"0"0"-352"15,0 0-166-15,0 0-49 16,0 0-126-16,0 0-117 16,122 8-10-16,-119 20 29 15,-3 7-58-15,-5 5-2 16,-38 10-37-16,4-8-290 16,1-8-277-16</inkml:trace>
  <inkml:trace contextRef="#ctx0" brushRef="#br0" timeOffset="-107334.61">22465 14193 1560 0,'0'0'493'0,"0"0"-405"0,0 0 61 0,0 0-14 0,0 0-13 16,0 0 58 0,0 0-68-16,0-2-45 15,3-10-38-15,5-4-13 0,1-2-16 16,2-2 0-16,-2-3 2 16,0 1-5-16,-2-1 3 15,-1 3 0-15,-1 4 12 16,-3 6-3-16,1 3 40 15,-3 7-23-15,0 0-16 0,0 17 11 16,0 9-14 0,0 7 19-16,-3 6 5 0,1 1-16 15,2-8-13-15,0-4-2 16,0-4-46-16,0-4-42 16,11-8-281-16,4-4-283 15,1-8-572-15</inkml:trace>
  <inkml:trace contextRef="#ctx0" brushRef="#br0" timeOffset="-107068.5">22766 14011 1894 0,'0'0'663'15,"0"0"-335"-15,0 0-96 0,0 0-127 0,0 0-20 0,0 0-83 16,0 0 5-1,89-43-14-15,-42 41-92 0,-7 2-241 16,-9-2-557-16</inkml:trace>
  <inkml:trace contextRef="#ctx0" brushRef="#br0" timeOffset="-104633.02">19375 12591 1220 0,'0'0'504'0,"0"0"-287"0,0 0 18 0,0 0 53 15,0 0-33 1,0 0-84-16,0 0-46 0,14-65-88 16,-8 51 5-16,1 0-3 15,3-1-2-15,9-4 19 16,3 1-56-16,14-2 0 16,8 0 11-16,9 2-11 15,12 0 0-15,2 6 2 16,5 4 10-16,-1 4-15 15,-5 4 3-15,-3 0-2 0,-5 0-10 16,-9 8 24-16,-7 2-9 16,-2-2-3-16,-7-2-40 15,-4 0-40-15,0 4-183 16,-8-4-220-16,-6 0-283 0</inkml:trace>
  <inkml:trace contextRef="#ctx0" brushRef="#br0" timeOffset="-103941.58">19402 12242 1482 0,'0'0'624'0,"0"0"-406"0,0 0 74 0,0 0-94 15,0 0-61-15,0 0-20 16,0 0-99-16,44-42-5 16,-15 42-13-16,4 0 6 15,8 0-19-15,1-2-2 16,1 2-187-16,12-11-148 15,-10 4-324-15,-8-4-1068 0</inkml:trace>
  <inkml:trace contextRef="#ctx0" brushRef="#br0" timeOffset="-103706.46">19881 12086 1335 0,'0'0'590'15,"0"0"-396"1,0 0-35-16,0 0-73 15,0 0-40-15,0 0 59 0,0 0 20 16,42 80-64-16,-22-50 10 16,0 0-39-16,-4-4-17 15,-5-4 5-15,-3-4-8 16,-6-4-12-16,-2-6 0 16,0-2-57-1,0-6-89-15,-6 0-151 16,-5-10-525-16</inkml:trace>
  <inkml:trace contextRef="#ctx0" brushRef="#br0" timeOffset="-103580.77">19912 12082 1783 0,'0'0'627'0,"0"0"-380"16,0 0 20-16,140-33-178 31,-91 30-39-31,2 3-50 0,3 0-22 0,-12 7-284 16,-11 4-806-16</inkml:trace>
  <inkml:trace contextRef="#ctx0" brushRef="#br0" timeOffset="-100036.79">24239 12829 309 0,'0'0'920'0,"0"0"-634"0,0 0-148 0,0 0-17 16,0 0 21-16,0 0-35 15,0 0 19-15,51-72 28 16,-46 68-34-16,-1 0 9 15,0 0 12-15,-2 2-27 16,0 0-2-16,-2 0-81 16,0 2-31-16,0 0 6 15,0 0-6-15,0 4-24 16,-6 16 5-16,-17 8 19 16,-3 6 49-16,-10 5-23 15,-2 1 13-15,1-3 28 16,-1-4-57-16,5-5 23 15,4-6-33-15,6-10 2 16,7-6 25-16,10-6-26 0,3 0 5 16,3 0 9-16,0-10-14 15,3-4-1-15,13 2 0 16,5 2-3-16,6 4-17 16,6 2 14-16,6 2 6 15,1 2-13-15,2 0-17 16,-4-2 13-16,-2-2-34 15,-5-2-68-15,-7-2-4 16,-4-4-9-16,-6-4 30 16,-5-4 15-16,-7-5-44 15,0 2 96-15,-2 1 35 0,0 5 91 16,0 7 98-16,0 9-4 16,0 1-66-16,0 1-68 15,0 23-49-15,0 9 71 16,-4 7-71-16,2 2 14 15,2-2-32-15,0-2-40 16,8-4-171-16,13-8-85 16,-4-12-332-16</inkml:trace>
  <inkml:trace contextRef="#ctx0" brushRef="#br0" timeOffset="-99693.15">24593 12814 1672 0,'0'0'548'0,"0"0"-439"0,0 0 19 0,0 0-49 16,0 0 119-16,0 0-55 15,0 0-41-15,28 136-4 16,-28-96-81-16,0-4 8 16,0-10-13-16,4-8-4 15,0-8 10-15,2-10-18 16,3 0-22-16,3-8 22 15,-1-16-89-15,-3-8-89 16,-1-6 13-16,-4-4 15 16,-3 2 18-16,0 8 62 15,0 9 70-15,0 19 236 16,0 4-164-16,0 17 7 0,0 15 66 16,0 4-57-16,4 0 18 15,20 0-91 1,12-6-5-16,4-6-10 0,22-2-92 15,-8-8-246-15,-12-8-447 16</inkml:trace>
  <inkml:trace contextRef="#ctx0" brushRef="#br0" timeOffset="-97697.78">25208 12982 1735 0,'0'0'343'0,"0"0"-269"0,0 0 55 0,0 0-61 15,136-18-58-15,-92 12 3 16,3 0-13-16,5-2-59 15,-15 0-186-15,-10 2-379 16</inkml:trace>
  <inkml:trace contextRef="#ctx0" brushRef="#br0" timeOffset="-97509.18">25450 12803 910 0,'0'0'915'15,"0"0"-632"-15,0 0-65 16,0 0-71-16,0 0 30 0,0 0-34 15,0 0-60 1,-57 147-4-16,48-97-79 0,0 0-13 16,5-6-41-1,4 0-213-15,0-11-104 0,2-14-462 16</inkml:trace>
  <inkml:trace contextRef="#ctx0" brushRef="#br0" timeOffset="-96976.36">25874 12737 811 0,'0'0'577'16,"0"0"-341"-16,0 0 21 16,0 0 13-16,0 0-29 15,0 0-77-15,0 0-31 16,-13-30-3-16,3 22-72 16,4 2-7-16,-1 0-14 15,5 2-31-15,0 2 32 16,2 0-34-16,0 2-2 0,0 0 4 15,0 0 10 1,0 0-16-16,4 0 0 0,5 0 6 16,1 0-15-16,-4 12 9 15,-4 10 0-15,-2 10 22 16,0 6-10-16,-8 4 50 16,-8 2-14-16,3-5-39 15,1-7 36-15,8-6-45 16,4-8 0-16,0-6 26 15,13-2-11-15,9-2-23 16,3-2 8-16,-3-2-3 16,-4 2-19-16,-9 2 13 15,-7 6 0-15,-2 4 0 0,-2 4-24 16,-20 6 13-16,-5 0-55 16,-17 13-164-16,5-9-56 15,6-5-319-15</inkml:trace>
  <inkml:trace contextRef="#ctx0" brushRef="#br0" timeOffset="-96395.83">24067 13537 1661 0,'0'0'308'0,"0"0"-177"0,0 0 78 0,138-32-22 0,-69 28-4 0,14 4-55 15,29 0 1-15,34 0-101 0,35 0 7 16,12 6 17 0,-10-6-43-16,-18 0 37 15,-29 0-46-15,-24 0 2 0,-27 0 11 16,-26 0-13-16,-16 0-33 15,-3 2-122-15,-5 4-178 16,-6 2-244-16,-19-2-435 0</inkml:trace>
  <inkml:trace contextRef="#ctx0" brushRef="#br0" timeOffset="-95499.81">24704 14129 1763 0,'0'0'679'0,"0"0"-422"0,0 0 6 0,0 0-209 31,0 0-29-31,0 0-12 16,123-96 1-16,-101 65-14 16,-1 4 0-16,-8-2 0 15,-5 7-8-15,2 2 26 16,-6 8-13-16,3 8 88 15,-3 4-59-15,2 8-9 16,1 24-25-16,-2 11 0 16,2 8 0-16,-5 6 0 15,0-1-59-15,2 8-195 16,-2-14-384-16,3-16-709 0</inkml:trace>
  <inkml:trace contextRef="#ctx0" brushRef="#br0" timeOffset="-94872.89">26398 13539 965 0,'0'0'1141'0,"0"0"-605"0,0 0-321 0,0 0-92 0,0 0-63 15,0 0-52-15,116-24-16 16,-81 24-43-16,-4 0-299 16,-10 0-308-16,-15 6-794 0</inkml:trace>
  <inkml:trace contextRef="#ctx0" brushRef="#br0" timeOffset="-94732.25">26393 13658 2000 0,'0'0'358'0,"0"0"-210"15,0 0 142-15,0 0-124 0,145-3-166 16,-72-11-15 0,-12 2-285-16,-12 1-599 0</inkml:trace>
  <inkml:trace contextRef="#ctx0" brushRef="#br0" timeOffset="-93628.04">27262 13221 1536 0,'0'0'676'0,"0"0"-487"0,0 0 116 0,0 0-72 15,0 0-158-15,0 0 10 16,0 0-63-16,54 5-5 15,-23-1-10-15,4 0 7 16,1-4-22-16,-3 0 8 16,-4 0-46-16,-6 0 37 15,-10-4-54-15,-8-1-6 16,-5-2 14-16,0 1-15 16,0 5 70-16,-2 1 40 15,-8 0-32-15,4 10 26 16,1 17-25-16,1 9 4 15,4 13 25-15,0 5-38 16,0 4 16-16,0 0-16 0,0-6-25 16,0-7-56-1,2-1-192-15,0-12-98 0,-2-10-502 16</inkml:trace>
  <inkml:trace contextRef="#ctx0" brushRef="#br0" timeOffset="-93517.94">27245 13618 2203 0,'0'0'605'16,"0"0"-497"-16,127-29-108 0,-30 11-9 31,-14 2-240-31,-8 0-496 0</inkml:trace>
  <inkml:trace contextRef="#ctx0" brushRef="#br0" timeOffset="-86113.72">28510 11333 1189 0,'0'0'386'0,"0"0"-246"0,0 0-24 0,0 0-50 16,0 0-26-16,0 0 2 16,0 0-31-16,0 0 1 15,0 0-12-15,0 0 0 0,0 0-7 16,0 3-50 0,0 0-193-16,0 0-87 0</inkml:trace>
  <inkml:trace contextRef="#ctx0" brushRef="#br0" timeOffset="-85471.43">28510 11333 660 0,'11'6'771'0,"-11"-9"-404"16,0-4-84-16,0 3-94 15,0 0-19-15,0 1-130 16,0-1-4-16,9 1-2 16,2 2-32-1,-2 1-1-15,0 0-1 0,-2 19 0 16,-5 16 76-16,-2 11 36 15,0 12 33-15,-5 6-54 16,-6 6-45-16,-2 2 15 16,4 2-53-16,0-3-8 15,2-3 20-15,3-10-8 16,2-8-20-16,2-8 9 16,0-11-1-16,0-12 0 0,13-6-26 15,-2-9-38-15,3-4 49 16,-1 0-13-16,-4 0 28 15,-4-4 8-15,-5-3-2 16,0 7 24-16,-7 0-30 16,-11 11-4-16,0 18-11 15,5 11 18-15,2 17-3 16,3 9 0-16,8 12 1 16,0 5-1-16,0 4 0 15,0 0-14-15,6-3 13 16,4-6-44-16,-1-7 39 15,-2-7-63-15,-2-10-41 0,-5-12 28 16,0-8-11 0,-3-8 84-16,-10-6 8 0,-2-6 2 15,-1-2 29-15,-1-2-30 16,7-6-17-16,3-4-36 16,5 0-231-16,2-8-497 0</inkml:trace>
  <inkml:trace contextRef="#ctx0" brushRef="#br0" timeOffset="-84813.4">28722 12100 1382 0,'0'0'804'0,"0"0"-451"0,0 0-6 15,0 0-106-15,0 0-121 0,0 0-51 16,0 0-37-16,75-11-32 16,-35 8 0-16,3 0-7 15,-3 3 7 1,-5 0-48-16,-8 0-36 0,-6 0-115 0,-15 14-162 15,-4-3-239 1,-2 0-63-16</inkml:trace>
  <inkml:trace contextRef="#ctx0" brushRef="#br0" timeOffset="-84672.57">28824 12169 1482 0,'0'0'529'0,"0"0"-407"16,0 0-3-16,0 0-22 15,0 0-44-15,0 0-4 0,0 0-49 0,133 4-44 32,-108-4-101-32,-7-1-190 15,-5-7-230-15</inkml:trace>
  <inkml:trace contextRef="#ctx0" brushRef="#br0" timeOffset="-84531.95">29082 12007 1106 0,'0'0'744'0,"0"0"-187"16,0 0-224-16,0 0-179 15,0 0-63-15,0 0-52 16,0 0 6-16,118 103-24 16,-118-47-21-16,-2 22-6 15,-15-12-303-15,-3-10-429 0</inkml:trace>
  <inkml:trace contextRef="#ctx0" brushRef="#br0" timeOffset="-83529.09">29526 12025 1647 0,'0'0'276'0,"0"0"-189"0,0 0 119 0,0 0-138 0,0 0-45 16,0 0 62-16,0 0-63 15,123-88-9-15,-104 58-1 16,-1-4 3-16,-7 0-30 16,-3-2 8-16,-4 6 7 15,-4 4 49-15,0 8 19 16,0 10 71-16,0 8-80 0,0 0-59 16,0 26 0-16,0 14 0 15,0 14 9-15,0 10 57 16,0 8-35-1,0 2-4-15,9-2-9 0,-1-5-17 16,-4-7 16-16,-4-6-17 16,0-6 0-16,-6-8 20 15,-17-8-18-15,-6-8-2 16,-4-11 1-16,0-10 8 16,2-3-10-16,9-3 1 15,12-19 0-15,10-7-2 16,0-5-11-16,27-2 13 15,7 0-58-15,6 2-69 0,0 6-22 16,4-10-96 0,-8 10-260-16,-9 3-563 0</inkml:trace>
  <inkml:trace contextRef="#ctx0" brushRef="#br0" timeOffset="-83357.2">30087 11437 2078 0,'0'0'730'0,"0"0"-492"0,0 0-162 0,0 0-32 0,0 0-44 16,0 0 0-16,0 0-23 0,-104 153 22 16,90-57-152-1,6-17-367-15,3-13-299 0</inkml:trace>
  <inkml:trace contextRef="#ctx0" brushRef="#br0" timeOffset="-83137.66">30264 11626 1547 0,'0'0'605'16,"0"0"-554"-16,0 0 93 0,-121 36 22 15,92 9-7 1,9 9 5-16,13 8-64 0,7 0-77 16,5-2 5-16,22-6-28 15,22-2-40-15,-5-14-202 16,-4-9-507-16</inkml:trace>
  <inkml:trace contextRef="#ctx0" brushRef="#br0" timeOffset="-82871.64">30337 12069 1874 0,'0'0'398'0,"0"0"-204"0,0 0-105 16,0 0-45-16,16-120-43 16,-12 92 8-16,1 0-3 15,-3 2-6-15,0 4 0 16,0 6 0-16,0 6 7 15,0 8 149-15,3 2-43 16,2 8-98-16,4 18 52 16,0 8-50-16,0 6-1 15,2 0-16-15,-2-2-1 16,3-4-126-16,3-6-209 16,-1-10-293-16,0-8-620 0</inkml:trace>
  <inkml:trace contextRef="#ctx0" brushRef="#br0" timeOffset="-82684.14">30657 11640 2597 0,'0'0'364'0,"0"0"-280"16,0 0-4-16,0 0-57 15,95 147 46-15,-89-79-25 16,-6 6-43-16,-6 0-2 15,-21-4-7-15,-27 8-77 16,9-15-222-16,5-19-514 0</inkml:trace>
  <inkml:trace contextRef="#ctx0" brushRef="#br0" timeOffset="-81570.09">31266 11632 1360 0,'0'0'486'0,"0"0"-302"0,0 0 65 0,0 0-98 0,0 0-35 16,0 0-22-16,0 0 3 0,16-52-14 15,-16 52-73-15,2 16-9 16,-2 14 90-16,0 15-10 15,2 6 19-15,-2 10-40 16,0-1-39-16,0-2 23 16,0-8-38-16,0-8 16 15,0-7-22-15,0-10 1 16,0-5-8-16,0-7 7 16,2-8-26-16,3 0 4 15,1-5-77-15,4 0-21 16,9-35-189-16,-1 2-255 15,-3-8-152-15</inkml:trace>
  <inkml:trace contextRef="#ctx0" brushRef="#br0" timeOffset="-80896.49">31409 11780 1542 0,'0'0'507'0,"0"0"-183"16,0 0-127-16,0 0-150 16,0 0 43-1,0 0-30-15,-40 109 28 16,40-69-30-16,0-6-40 0,11-4 37 15,20-12-54-15,7-6 10 16,9-10-11-16,-1-2-32 16,1-2-37-16,-5-20-80 0,-6-10-36 15,-7-12 22-15,-7-10-34 16,-9-8 31-16,-5-3 100 16,-4 1 66-16,-4 12 186 15,0 10 32-15,0 16-22 16,0 12 47-16,0 12-131 15,-2 2-58-15,-8 20-23 16,2 18 6-16,-1 10 28 16,3 6-55-16,2 4 1 15,2-1 11-15,2-3-14 16,0-6-4-16,0-8-4 0,0-10 2 16,6-10 5-1,4-10-7-15,1-6 0 0,5-4-21 16,4-4 18-16,2-18-37 15,3-4-84-15,0-2-127 16,-6 4 60-16,-3 10 84 16,-7 8 73-16,-5 6 25 15,-4 0 9-15,0 18 45 16,0 2 24-16,2 0-27 16,8-2 4-16,5-2-38 15,10-4-2-15,4-2 7 16,2-6-13-16,2-4-31 15,-4 0-7-15,-4 0-28 16,-4-8 49-16,-4-10-35 16,-1-2 32-16,-8-4 14 0,-1 2 12 15,-3 4 8-15,0 6 90 16,-1 10 5-16,-1 2-102 16,1 6 4-16,-1 18-11 15,0 10 27-15,2 4-18 16,-1 6 4-16,-3 2-13 15,0 0 0-15,0-3-16 16,0-5-19-16,0-10-44 16,-7-10-20-16,-13-16-115 15,5-2-344-15,-6 0-644 0</inkml:trace>
  <inkml:trace contextRef="#ctx0" brushRef="#br0" timeOffset="-80753.59">32024 11689 1285 0,'0'0'1227'0,"0"0"-743"0,0 0-319 0,0 0-99 0,129-75-17 15,-100 75-49-15,-5 0-15 16,-13 39-43 0,-9 1-418-16,-2 0-334 0</inkml:trace>
  <inkml:trace contextRef="#ctx0" brushRef="#br0" timeOffset="-80095.13">29847 12761 1883 0,'0'0'516'0,"0"0"-462"0,0 0 0 0,0 0 19 16,0 0-73-16,0 0 9 16,0 0 28-16,39 64-5 31,-27-16 36-31,1 2-44 0,-1-1-1 0,-1-1-23 16,-3-8-3-16,2-4-48 15,-4-6-149-15,-1-10-276 16,-3-10-175-16</inkml:trace>
  <inkml:trace contextRef="#ctx0" brushRef="#br0" timeOffset="-79594.08">29672 13030 1676 0,'0'0'513'0,"0"0"-325"16,0 0-14-16,0 0-113 15,0 0-43-15,157-58 21 16,-96 52-38-16,-2 4 15 15,-3 2 0-15,-7 0 5 16,-13 10 28-16,-14 8-48 16,-11 2 1-16,-9 2 51 15,-2-2-52-15,0-4 17 16,0-4-18-16,-2-6 10 16,2-4-23-16,0-2-10 15,0-2 5 1,14-14-119-16,10-4-56 0,9-2 6 0,3 6 26 15,0 4 110-15,-7 12 51 16,-10 0 10-16,-9 6 71 16,-8 16 50-16,-2 2-39 15,-2-2 21-15,-12-2-13 16,1-8-44-16,7-4 5 16,6-8-40-1,0 0 46 1,4-4-67-16,20-14-44 15,12-4-117-15,8 0 16 16,1 2 67-16,-1 6 63 16,-8 8-53-16,-9 6 66 15,-11 0-9-15,-10 14 11 0,-6 10 15 16,0 4-15-16,0 0 0 16,-16-4-1-16,-3-4-29 15,-18-8-160-15,6-8-183 16,2-4-989-16</inkml:trace>
  <inkml:trace contextRef="#ctx0" brushRef="#br0" timeOffset="-79437.11">29952 12869 1196 0,'0'0'949'0,"0"0"-595"0,0 0-68 0,0 0-86 0,158-41-137 0,-114 41-54 0,-4 0 12 0,-6 9-21 15,-12 5-9-15,-10 0-148 16,-12-1-202-16,-12-4-169 16,-13-5-297-16</inkml:trace>
  <inkml:trace contextRef="#ctx0" brushRef="#br0" timeOffset="-79326.56">30221 12803 757 0,'0'0'1063'0,"0"0"-740"16,141-28-165-16,-62 24-158 15,-16 4-186-15,-8 0-605 0</inkml:trace>
  <inkml:trace contextRef="#ctx0" brushRef="#br0" timeOffset="-79093.28">31303 12659 899 0,'0'0'1119'16,"0"0"-984"-16,0 0 39 16,0 0 36-16,0 0-24 15,0 0-55-15,-48 112-35 16,48-58-50-16,0 3-45 16,4-2 11-16,11-2-12 0,-1-7-104 15,-3 0-105-15,-7-12-297 16,-4-12-202-16</inkml:trace>
  <inkml:trace contextRef="#ctx0" brushRef="#br0" timeOffset="-78561.86">30985 12930 1568 0,'0'0'582'0,"0"0"-325"16,0 0-206-16,137-54-39 15,-69 46-12-15,8 1 9 16,0 7-23-16,-5 0 10 15,-9 0 4-15,-14 17 10 16,-20 5 36-16,-17 4 99 16,-11 4 14-16,-4 0-38 15,-16-4-25-15,-1-4-69 0,6-6-20 16,9-8 25-16,6-8-31 16,4 0-2-16,23-6-31 15,13-16-135-15,2-6-42 16,3-2-10-16,-10 4 53 15,-10 6 166-15,-12 10 131 16,-11 10 147-16,-2 0-177 16,-2 10-13-16,-11 12 37 15,3 2-69-15,4 0-23 16,6 0 5-16,0-6-29 16,20-2 6-16,7-8-15 15,2-6-30-15,2-2 14 16,-4 0-99-16,-5-12-53 0,-4-6 53 15,-7-4-20 1,1 0 97-16,-4 0 38 0,1 6 27 16,1 8 189-16,-4 8-75 15,-2 0-128-15,1 6-8 16,1 14 8-16,-4 6 0 16,0 2-13-16,1-2-17 15,-3-2-44-15,0-6-224 16,0-6-232-16,0-8-657 0</inkml:trace>
  <inkml:trace contextRef="#ctx0" brushRef="#br0" timeOffset="-78449.88">31979 12647 2186 0,'0'0'788'0,"0"0"-639"0,0 0-149 0,0 0-140 0,0 0-211 15,0 0-482-15</inkml:trace>
  <inkml:trace contextRef="#ctx0" brushRef="#br0" timeOffset="-78373.34">31803 13383 1746 0,'0'0'1161'0,"0"0"-1046"16,0 0-115-1,0 0-649-15</inkml:trace>
  <inkml:trace contextRef="#ctx0" brushRef="#br0" timeOffset="-76337.19">2145 15669 1866 0,'0'0'371'0,"0"0"-123"0,0 0-43 0,0 0-86 0,0 0 5 16,0 0-74-16,0 0-17 15,51 8-17-15,5 38 8 16,4 14 40-16,-2 8-50 16,-8 0-5-16,-13-6-9 15,-6-9 13-15,-8-13-13 0,-6-18 0 16,4-12 1-16,0-10-2 15,10-14-19-15,6-24-28 16,3-16-1-16,4-10-59 16,5-11-10-16,3-1 26 15,6 8 25-15,-1 16 61 16,1 16 12-16,0 18 27 16,-2 18 22-16,0 0-33 15,-2 4 23-15,-6 10-6 16,-6 8-15-16,-10-4 16 0,-13-2-39 15,-10 2 19-15,-9 0-5 16,-2 6-2-16,-29 2 34 16,-11 0-32-16,-2-2-14 15,1-4-1-15,7-4 0 16,16-8-6-16,18-8-6 16,2-6 6-16,27-20-179 15,18-8 58-15,5 2 103 16,0 6 24-16,-13 8 72 15,-14 12 22-15,-14 6-94 16,-9 4 12-16,0 24 25 16,-16 2 0-16,-4 6 19 15,4 0-19-15,7-10-28 0,9-3-9 16,5-10 0 0,30-11-24-16,17-2 9 0,8-14-120 15,4-18-120-15,-3-4 7 16,-14 0-82-16,-16 6 160 15,-18 4 170-15,-13 16 302 16,0 10 70-16,-15 0-192 16,-10 26-68-16,3 0 15 15,1 6-73-15,13-6 0 16,8-2-41-16,0-8-3 16,24-6 8-16,10-10-18 15,5 0-24-15,2-22-41 16,-3-12-149-16,-9-2 20 15,-12-2 20-15,-7 0 50 16,-6 6 124-16,-4 10 42 0,0 12 203 16,0 10-8-1,0 18-192-15,-4 28 48 0,0 20-33 16,0 28-41-16,2 27 20 16,0 21-30-16,-4 6 1 15,-3-27-5-15,-5-33 2 16,-1-34-2-16,-3-10-5 15,-9-4 0-15,-4-4-6 16,-5-4 19-16,5-23-5 16,8-9 55-16,17-23-8 15,6-25-23-15,18-20-32 16,24-12-12-16,14-10 6 16,4-3-129-16,-4 7-154 15,-18-2-37-15,-18 22-222 0,-20 16-469 16</inkml:trace>
  <inkml:trace contextRef="#ctx0" brushRef="#br0" timeOffset="-76196.34">3237 15713 1513 0,'0'0'708'0,"0"0"-387"0,16-134-43 0,15 75-30 0,7 5-108 15,1 10-62-15,-1 6-28 16,-1 20-50-16,-9 18-34 15,-6 44-122-15,-6 22-461 0,-9 10-536 16</inkml:trace>
  <inkml:trace contextRef="#ctx0" brushRef="#br0" timeOffset="-76071.23">3397 16369 1942 0,'0'0'667'16,"0"0"-464"-16,0 0-100 15,0 0-9-15,0 0-94 16,0 0-202-16,0 0-779 0</inkml:trace>
  <inkml:trace contextRef="#ctx0" brushRef="#br0" timeOffset="-75130.41">5376 16056 947 0,'0'0'1447'0,"0"0"-1117"0,0 0-193 0,0 0 40 15,0 0-133 1,0 0-33-16,151-125-22 16,-83 73-42-16,-4-2-9 0,-13 4-41 15,-15-2-100-15,-19 6 74 16,-14 6 124-16,-3 5 5 16,-7 16 185-1,-9 15 33-15,1 4-104 16,4 19-67-16,9 30-46 0,2 35 46 15,11 32-16-15,22 31-7 16,-2 11 5-16,-10-4-20 16,-19-15-9-16,-2-35 0 15,-10-20 9-15,-11-26-3 0,-11-9-6 16,-6-5 0 0,-8-2-8-16,-6-8 20 0,6-20-9 15,8-14 21 1,11-14 8-16,18-38 5 0,9-33-24 15,53-33-13-15,36-28 0 16,7 7-17-16,-9 29-84 16,-24 36-121-16,-1-8-232 15,-10 14-112-15,-8 0-1230 0</inkml:trace>
  <inkml:trace contextRef="#ctx0" brushRef="#br0" timeOffset="-74989.8">6216 15226 2379 0,'0'0'716'0,"0"0"-528"0,0 0-108 0,0 0-60 15,0 0-20-15,-133 94 0 16,83-26-8-16,-8 38-13 16,14-16-146-16,10-15-666 0</inkml:trace>
  <inkml:trace contextRef="#ctx0" brushRef="#br0" timeOffset="-74739.25">6617 15362 1438 0,'0'0'507'0,"0"0"-236"15,-139 38 31-15,87 6-21 16,4 19-97-16,17 13-76 16,16 6-8-16,15 2-76 15,0 0-4-15,33-12-19 16,14-5-1-16,29-5-39 16,-9-22-262-16,-14-12-447 0</inkml:trace>
  <inkml:trace contextRef="#ctx0" brushRef="#br0" timeOffset="-74394.96">6626 15793 2008 0,'0'0'676'0,"0"0"-514"16,0 0-80-16,0 0-76 16,114 18 15-16,-95 18 39 15,-9 12-9-15,-10 7 13 16,0 3-26-16,-5-4-32 15,-13-6 19-15,5-12-25 16,3-18 0-16,10-10 8 0,0-8 2 16,5-16-20-16,17-20-92 15,7-10-231-15,-2-12 59 16,-4-4-70 0,-8 3-173-16,-5 11 517 0,-6 16 151 15,-4 16 692-15,0 16-477 16,0 8-272-16,0 22-25 15,0 8-30-15,0 2 12 16,21-1-15-16,11-7-36 16,8-6-15-16,13-8-152 15,-8-12-382-15,-14-6-290 0</inkml:trace>
  <inkml:trace contextRef="#ctx0" brushRef="#br0" timeOffset="-74238.61">7174 15561 1594 0,'0'0'1097'16,"0"0"-726"-16,0 0-246 16,114 9-104-16,-81 32 0 15,-11 21 33-15,-13 28-4 16,-9 30 1-16,-22-5-51 16,-22 19-79-16,3-36-479 15,16-44-734-15</inkml:trace>
  <inkml:trace contextRef="#ctx0" brushRef="#br0" timeOffset="-73783.42">7947 15879 1098 0,'0'0'1451'0,"0"0"-913"16,0 0-393-16,0 0-12 0,0 0-107 0,0 0-19 15,129 16-7-15,-73-6-3 16,-2 3-49-16,-4 5-152 16,-15 0-504-16,-18-4-597 0</inkml:trace>
  <inkml:trace contextRef="#ctx0" brushRef="#br0" timeOffset="-73658.41">7947 16136 1523 0,'0'0'998'0,"0"0"-694"15,0 0-140-15,0 0-82 16,0 0-26-16,191 24-56 16,-117-20-105-16,-7 0-513 0</inkml:trace>
  <inkml:trace contextRef="#ctx0" brushRef="#br0" timeOffset="-72906.92">9487 15151 675 0,'0'0'1356'0,"0"0"-1024"0,0 0-215 0,0 0-66 15,0 0 10-15,0 0 0 16,0 0 37-16,-134 12 74 15,122 91-70-15,12 39-17 16,8 15 2-16,23-1-33 16,9-16 9-16,-5-15-32 31,-3-1-7-31,-8-8 13 0,-17-4-31 0,-7-13-1 16,-2-23-5-16,-21-14 6 15,-4-14-5-15,-6-2-1 16,-3 3 0-16,3-5-6 0,8-20 6 31,17-12-15-31,8-12-6 0,8-4 2 0,30-22-77 31,9-2-81-31,5 6 47 16,-4 9 108-16,-12 13-11 16,-12 17 9-16,-17 24-12 15,-7 18 36-15,-13 25 20 16,-25 36 35-16,-2 27 36 15,6 13 20-15,21-7-57 16,13-37 18-16,2-36-42 16,23-22-29-16,6-14-2 0,32 2-107 15,-7-6-414 1,-4-9-381-16</inkml:trace>
  <inkml:trace contextRef="#ctx0" brushRef="#br0" timeOffset="-68792.34">10590 15105 1455 0,'0'0'405'0,"0"0"-248"0,0 0-1 0,0 0 30 16,0 0-11-16,-150 77 29 15,90-46-49-15,-7 4-35 16,1 1-42-16,3-12-60 16,7-4 19-16,17-10-22 15,10-10 8-15,17 0 68 16,12-4-58-16,0-14-5 16,31 0-28-16,16-4-8 15,11 8-10-15,9 4 9 16,2 6-15-16,0 4 3 15,-5 0-73-15,-8 0-69 16,-4 10-202-16,-17-5-255 0,-12-2-458 16</inkml:trace>
  <inkml:trace contextRef="#ctx0" brushRef="#br0" timeOffset="-68626.28">10585 14985 2116 0,'0'0'762'16,"0"0"-657"-16,0 0-93 0,0 0 83 16,0 0-35-16,15 148-31 15,-10-95 1-15,2 1-30 0,4 0-101 16,0-10-413 0,1-16-456-16</inkml:trace>
  <inkml:trace contextRef="#ctx0" brushRef="#br0" timeOffset="-68274.25">10801 15017 1104 0,'0'0'1284'16,"0"0"-780"-16,0 0-450 16,0 0 10-16,0 0-34 15,0 0 49 1,0 0 5-16,113 124-33 0,-113-78 9 15,0-1-60-15,0-9 1 0,0-10 18 16,0-12-19-16,0-10-1 16,0-4-7-16,14-8-28 15,4-16-53-15,2-12-104 16,-4-4-70-16,-7-1 102 16,-5 1-23-16,-4 4 184 15,0 16 46-15,0 14 311 16,0 6-126-16,0 8-178 15,0 20-32-15,0 4 39 16,11 4-48-16,18-1-12 16,12-5-24-16,27-2-290 0,-7-14-345 15,-5-6-530-15</inkml:trace>
  <inkml:trace contextRef="#ctx0" brushRef="#br0" timeOffset="-68118">11450 15155 1099 0,'0'0'1384'16,"0"0"-763"-16,0 0-433 16,0 0-99-16,0 0-32 15,0 0-55-15,0 0-2 16,116-26 0-16,-68 38-39 16,21 6-100-16,-13-8-455 15,-9 3-393-15</inkml:trace>
  <inkml:trace contextRef="#ctx0" brushRef="#br0" timeOffset="-67365.27">10650 14989 1109 0,'0'0'666'0,"0"0"-331"0,0 0-36 0,0 0-84 16,0 0-58-16,0 0-21 16,0 0-103-16,-150 0-24 0,97 28 16 15,-8 4-25 1,1 6-16-16,0-2-56 0,-4 4-125 16,15-8-158-1,8-9-680-15</inkml:trace>
  <inkml:trace contextRef="#ctx0" brushRef="#br0" timeOffset="-66428.69">12060 15003 988 0,'0'0'708'0,"0"0"-417"0,0 0-154 0,0 0 43 0,0 0 35 16,0 0-77-16,0 0-1 16,-24-22-48-16,19 14-61 15,1-2 21-15,4-2-37 16,0-2 9-16,0 0-15 15,2 2-6-15,15 6-1 16,6 6-17-16,2 0 5 16,-2 10 12-16,-2 20 2 0,-7 6 31 15,-10 10 7-15,-4 0 4 16,-6 0 24 0,-17-10-32-16,-4-4-10 0,5-7 20 15,2-10-37-15,8-6-2 16,8-5 0-16,4-4 6 15,4 0-24-15,21-13-14 16,9 4-55-16,1-4 57 16,1 8-9-16,-7 5 32 15,-7 0 0-15,-9 12-14 16,-8 12 6-16,-5 3 6 16,0 8 3-16,-18-5 9 15,-7 2-9-15,-6-2-7 16,4-2-344-16,10-16-728 0</inkml:trace>
  <inkml:trace contextRef="#ctx0" brushRef="#br0" timeOffset="-66315.9">12545 15316 2056 0,'0'0'345'0,"0"0"-256"0,0 0 33 0,0 0-39 15,-115 128-83-15,79-86-28 16,12-8-494-16</inkml:trace>
  <inkml:trace contextRef="#ctx0" brushRef="#br0" timeOffset="-65594.61">13912 15037 1202 0,'0'0'630'0,"0"0"-375"0,0 0-47 0,0 0-85 15,0 0-15-15,0 0 19 16,0 0 16-16,27-68-45 16,-8 68-74-16,4 16-10 15,4 6 47-15,-5 14-25 16,-5 0 24-16,-8 4 0 31,-9 4-30-31,0-3 33 0,-4-5-57 0,-14-6 7 16,0-6 5-1,5-10-3-15,1-6-7 16,8-8-8 0,4 0 0-16,0-4-13 0,4-20-41 15,17-6-39-15,-1-6-54 16,2 0-153-16,-4 0 86 15,-5 11 110-15,-6 15 104 16,-7 10 150-16,0 0-95 16,0 22 159-16,-11 9-76 15,2 5-89-15,7-6 30 16,2-1-49-16,4-4-29 16,21-5-1-16,29-4-145 15,-8-12-439-15,-4-4-996 0</inkml:trace>
  <inkml:trace contextRef="#ctx0" brushRef="#br0" timeOffset="-65328.09">14515 15033 1654 0,'0'0'1087'0,"0"0"-723"0,0 0-238 0,0 0-108 0,0 0 4 0,0 0-22 15,0 0 0-15,87 72 14 16,-35-41-8-16,6 1-6 16,-2 0 0-16,-10-5 0 0,-15 4-17 15,-20 1 14-15,-11 4 3 16,-42 6-19-16,-23 4 35 16,-17 2-34-16,-2-6 6 15,5-3-90-15,13-7-143 16,23-14-336-16,21-13-978 0</inkml:trace>
  <inkml:trace contextRef="#ctx0" brushRef="#br0" timeOffset="-65061.78">15186 15292 2038 0,'0'0'663'0,"0"0"-569"0,0 0-53 16,54-110-41-16,-37 73 0 16,-3 1-1-16,-6 6 1 15,-5 4 0-15,-3 6 19 16,0 12 134-16,0 8 55 16,0 0-106-16,0 14-82 15,0 22 19-15,0 12-21 16,0 6 24-16,0 9-42 0,-7 5-4 15,-18 24-95 1,3-20-424-16,-2-10-608 0</inkml:trace>
  <inkml:trace contextRef="#ctx0" brushRef="#br0" timeOffset="-62438.19">9979 16156 1302 0,'0'0'649'0,"0"0"-293"0,0 0-119 16,0 0-85-16,0 0-15 16,0 0-90-16,0 0-36 15,4 18 40 1,-4 38 2-16,0 7 41 0,-4 9-45 0,-2 0-38 15,-1-10 11-15,2-8-22 32,3-14 0-32,-1-14 8 0,3-12-8 0,0-14-12 15,8 0-12-15,9-14-54 16,4-18-43-16,-4-8-79 16,-5-8 33-16,-6-6 42 15,-4 10-10-15,-2 8 135 16,0 18 80-16,0 14 82 15,-11 4-80-15,2 32-42 16,2 8 93-16,7 0-32 16,0 0-71-16,16-10 9 15,18-12-19-15,8-14-19 0,7-4-2 32,4-12-83-32,-2-14-49 0,-5-10-36 0,-11-6-43 15,-11-2 69-15,-10-10-25 16,-8 1 62-16,-6-1 106 15,0 10 104-15,0 14 201 16,0 16-54-16,-2 14-102 16,-2 8-98-16,-1 24 19 15,1 16 30-15,2 6 2 16,-3 4-54-16,5-5-6 16,0-7-42-16,0-10 10 15,0-10-20-15,0-8-1 16,11-14-31-16,4-4 30 15,10 0-37-15,2-14-60 16,2-6-106-16,2 0 64 0,-2 8 124 16,-2 8 5-16,-3 4 22 15,-4 8 6-15,3 14-5 16,-1 4 13-16,4-6-14 16,3-4 1-16,5-6 37 15,4-10-27-15,0 0-11 16,-3-6-49-1,-6-12-134 1,-6-4 19-16,-10 0 68 16,-9 0 69-16,1 4 27 15,-5 0 13-15,3 10 150 16,1 8 93-16,0 0-178 16,7 22-51-16,1 14-17 15,-1 14-4-15,-3 6 6 0,-1 2-9 16,-7 0-6-16,0-8-67 15,-9-5-183-15,-8-13-250 16,-1-14-479-16</inkml:trace>
  <inkml:trace contextRef="#ctx0" brushRef="#br0" timeOffset="-62281.93">10634 16312 1189 0,'0'0'1465'0,"0"0"-1006"0,116-90-352 0,-65 62-94 0,2 12-5 0,-3 10-16 0,-8 6 5 0,-2 18-117 15,-13 10-515-15,-12 2-1271 0</inkml:trace>
  <inkml:trace contextRef="#ctx0" brushRef="#br0" timeOffset="-61936.42">11666 16150 1809 0,'0'0'522'0,"0"0"-397"15,0 0 36-15,0 0-62 16,0 0-97-16,0 0 75 16,2 102 92-16,2-34-95 0,1 0-15 15,-1 3-59-15,0-9 11 16,-1-8-28-16,-3-10-50 15,0-12-160-15,-7-10-98 16,-10-8-258-16,-6-10-338 0</inkml:trace>
  <inkml:trace contextRef="#ctx0" brushRef="#br0" timeOffset="-61466.93">11537 16509 1311 0,'0'0'602'0,"0"0"-280"15,115-68-51-15,-53 50-146 0,1 14-54 16,-5 4-57-1,-5 4 41-15,-11 14 69 16,-15 10-52-16,-13 6-3 16,-14 2-46-16,0-4 0 0,-22-2 29 15,-3-8-51-15,6-12 17 16,0-6-6-16,15-4-12 16,4-12 33-16,2-16-33 15,29-8-43-15,7 0-19 16,2 2-57-16,-4 12 86 15,-7 12 24-15,-11 10 9 16,-8 0-11-16,-10 18-2 16,0 8 13-16,0-2 41 15,-2-2-40-15,-6-6 35 16,1-6-24-16,7-10-11 16,0 0 77-16,0-8-30 15,23-16-39-15,6-2-9 16,6-6-50-16,3 6 40 0,-3 4-4 15,-1 8 8-15,-8 14-13 16,-5 0 6-16,-10 6-5 16,-5 20 17-16,-4 4-9 15,-2-2 2-15,0 2 1 16,0-6-87-16,-13-6-66 16,-3-6-53-16,-19-12-128 15,-1 0-333-15,1 0-324 0</inkml:trace>
  <inkml:trace contextRef="#ctx0" brushRef="#br0" timeOffset="-61325.86">11851 16369 1371 0,'0'0'705'0,"0"0"-394"0,0 0 179 0,44-133-299 0,-3 111-74 16,7 12-17-16,-1 10-85 16,0 0-2-16,-10 4-13 15,-8 18-12-15,-10-4-21 16,-15 4-114-16,-6-4-231 15,-21-4-262-15,-4-10-360 0</inkml:trace>
  <inkml:trace contextRef="#ctx0" brushRef="#br0" timeOffset="-61200.24">12049 16252 907 0,'0'0'985'0,"0"0"-401"0,0 0-218 16,114-102-146 0,-54 80-118-16,9 4-84 0,33 10-18 15,-15 8-162-15,-9 0-634 16</inkml:trace>
  <inkml:trace contextRef="#ctx0" brushRef="#br0" timeOffset="-60980.47">13353 16056 1679 0,'0'0'677'15,"0"0"-362"-15,0 0-99 16,0 0-141-16,0 0-24 16,0 0-35-16,-114 68 5 15,114-6 1-15,0 10-22 16,0 4 14-16,0 5-14 16,0-7-70-16,0-6-117 15,-9-6-110-15,-11-18-67 16,-5-20-322-16</inkml:trace>
  <inkml:trace contextRef="#ctx0" brushRef="#br0" timeOffset="-60463">12946 16561 1194 0,'0'0'917'15,"0"0"-348"-15,0 0-354 0,121-134-106 16,-47 108-108-16,6 4 0 16,4 12 0-16,-3 2 14 15,-12 8-15-15,-15 0 0 16,-21 9 0-16,-22 14 30 15,-11 7-12-15,-15 6 37 16,-26 0 34-16,-5-4-73 16,3-6 35-16,11-8-46 15,15-14-4-15,15-4 31 16,2-4-32-16,29-24-24 16,15-6-4-16,8 2-46 15,-2 0 22-15,-7 6 16 0,-16 16 36 16,-14 6 34-1,-11 4-34-15,-2 10 0 0,0 12 47 16,-10 4-38-16,3 0 29 16,5-2-38-16,2-2 0 15,2-10 15-15,17-2-13 16,8-6-4-16,-2-4-35 16,0 0-71-16,-4-14-48 15,-2-6-20-15,-7 0 8 16,0-6 104-16,-3 4 64 15,-1 4 23-15,0 4 246 16,-4 14-63-16,3 0-133 16,-1 0-73-16,3 18 0 0,-4 6-9 15,2 2 15-15,-5 0-12 16,-2 0-62-16,0-8-260 16,0-8-270-16,-9-6-533 15</inkml:trace>
  <inkml:trace contextRef="#ctx0" brushRef="#br0" timeOffset="-60353.33">13804 16178 2143 0,'0'0'801'0,"0"0"-536"0,0 0-72 0,0 0-134 0,0 0-59 16,0 0-171-16,0 0-378 15,-50 88-755-15</inkml:trace>
  <inkml:trace contextRef="#ctx0" brushRef="#br0" timeOffset="-60243.97">13624 16892 2725 0,'0'0'660'0,"0"0"-660"16,0 0-48-16,0 0-445 16,0 0-176-16,0 0 157 0</inkml:trace>
  <inkml:trace contextRef="#ctx0" brushRef="#br0" timeOffset="-59302.79">14787 16262 2215 0,'0'0'764'0,"0"0"-679"16,0 0-84-16,0 0 2 15,0 0 18-15,18 139 4 16,-18-77 31-16,0-4-43 16,0-4 13-16,0-14-26 15,0-10 0-15,0-20 30 16,7-6-28-16,1-4 28 16,4-18-30-16,-5-12-51 0,-3-16 24 15,-4-6-47-15,0-2 46 16,0 4 16-16,-2 11 12 15,-5 21 30-15,0 18 48 16,3 4-78-16,4 27 29 16,0 9-28-16,4 0 28 15,27-8 6-15,14-6-34 16,15-12 26-16,9-10-27 16,7-4-12-16,-2-22 4 15,-10-10-31-15,-12-10 3 16,-15-4 23-16,-12-8-17 15,-12-5 30-15,-7 1-9 16,-6 6 9-16,0 16 109 0,0 14-24 16,-2 16-35-1,-11 6-50-15,-7 28 1 16,1 16 9-16,0 14-9 0,6 9 19 16,6 5 6-16,7-10-20 15,0-4-12-15,12-14 1 16,11-16-14-16,14-14 11 15,1-14-17-15,6 0-28 16,-1-22 34-16,-1-10-66 16,-5-4 53-16,-6 4 14 15,-10 6 18-15,-8 12 17 16,-8 10-17-16,-5 4 0 16,0 14 1-16,0 12 0 15,0-2 26-15,0 2-17 0,0-4-1 16,0-10 9-1,4-2-4-15,9-10-14 0,3 0 0 16,2-4-59-16,0-10-38 16,-1-8-75-16,-1 4 12 15,1 0 63-15,0 0 18 16,1 6 79-16,-1 6 55 16,-1 6 114-16,-3 0-89 15,-4 14-80-15,-2 8 9 16,-7 4-27-16,0 2-58 15,-2-10-161-15,-8-6-562 16</inkml:trace>
  <inkml:trace contextRef="#ctx0" brushRef="#br0" timeOffset="-59177.75">15901 16218 2338 0,'0'0'798'0,"0"0"-632"0,0 0-166 0,0 0-42 16,0 0-138-16,0 0-531 0</inkml:trace>
  <inkml:trace contextRef="#ctx0" brushRef="#br0" timeOffset="-57697.08">16476 16333 986 0,'0'0'1037'0,"0"0"-524"0,0 0-225 15,0 0-124-15,0 0-101 0,0 0-27 16,0 0-11 0,98 76 34-16,-94-30-29 0,-4 2-17 15,0-4 37 1,0-12-50-16,-4-6 11 0,-3-12-4 16,5-10-5-16,2-4 7 15,0-4-9-15,2-22-48 16,14-10-15-16,2-12-39 15,2-6-27-15,0 0-48 16,-4 9 50-16,-8 9 127 16,-1 18 131-16,-7 14 83 15,0 4-111-15,0 27-102 16,-9 13 45-16,3 4-8 16,6 2-25-16,0-2 40 15,17-12-53-15,19-2 0 0,9-16-20 16,21-14-145-16,-8 0-302 15,-10-4-330-15</inkml:trace>
  <inkml:trace contextRef="#ctx0" brushRef="#br0" timeOffset="-57556.29">16935 16329 78 0,'0'0'2149'0,"0"0"-1494"15,0 0-555-15,0 0 17 0,0 0-102 16,138-4 0-1,-93 12-15-15,-5 7-33 0,-9 7-155 16,-13 1-508 0,-14-5-1266-16</inkml:trace>
  <inkml:trace contextRef="#ctx0" brushRef="#br0" timeOffset="-57404.44">16944 16543 2046 0,'0'0'682'16,"0"0"-513"-16,0 0 6 15,0 0-120-15,162 4-23 16,-110-4-32-16,-5 0-47 16,6-8-252-16,-12 4-436 15,-10 0-1165-15</inkml:trace>
  <inkml:trace contextRef="#ctx0" brushRef="#br0" timeOffset="-57247.6">17625 16347 1555 0,'0'0'401'0,"0"0"-217"15,0 0 72-15,58-117 120 16,-53 101-23-16,-5 14-111 16,0 2-167-16,-5 20-63 15,-10 20-12-15,-1 17 0 16,1 11-1-16,-1 26-131 16,3-14-157-16,1-10-768 0</inkml:trace>
  <inkml:trace contextRef="#ctx0" brushRef="#br0" timeOffset="-55093.87">10750 17486 1635 0,'0'0'323'0,"0"0"-154"0,0 0-29 0,0 0 31 0,0 0 7 16,0 0-114-16,0 0-56 15,-21 13 90-15,-20 36-23 16,-11 5 8-16,-6 0-11 16,-1-6-35-16,3-12 11 15,9-10-39-15,13-12 21 16,14-6 21-16,15-8-43 15,5 0 29-15,32 0-37 16,21-12-33-16,21 8 33 16,13 0-27-16,6 4 0 0,-4 0-6 15,-4 4-95-15,-14 0-53 16,-13 0-75-16,-10-4-215 16,-19 0-110-16,-16 0-773 0</inkml:trace>
  <inkml:trace contextRef="#ctx0" brushRef="#br0" timeOffset="-54962.26">10970 17522 1041 0,'0'0'1061'15,"0"0"-692"-15,0 0-197 0,0 0-118 16,0 0 55 0,-10 130 18-16,5-68-82 0,5 4-15 15,0-4-30-15,0 2-187 16,13-19-294-16,8-19-360 0</inkml:trace>
  <inkml:trace contextRef="#ctx0" brushRef="#br0" timeOffset="-54602.02">11211 17580 1452 0,'0'0'881'0,"0"0"-706"16,0 0-111-16,0 0-19 15,0 0 80-15,50 142 69 16,-50-88-86-16,0 4-39 0,-3-9-27 16,-4-9-42-16,3-12 15 15,4-14-15-15,0-12-9 16,0-2 2-16,14-22-58 16,3-17-165-16,1-11 9 15,-5-12-45-15,-7 0-13 16,-2 8 36-16,-4 10 243 15,0 20 236-15,0 20 248 16,-6 4-334-16,4 32-47 16,2 16-40-16,0 10 15 15,10 0-50-15,16-4-22 0,8-9-6 16,28-9-236 0,-9-14-263-16,-4-14-568 0</inkml:trace>
  <inkml:trace contextRef="#ctx0" brushRef="#br0" timeOffset="-54460.78">11739 17682 1360 0,'0'0'1361'16,"0"0"-1017"-16,0 0-215 16,0 0-113-16,0 0-4 15,0 0-6-15,0 0-6 0,143-8-52 16,-87 16-399-1,-6-4-602-15</inkml:trace>
  <inkml:trace contextRef="#ctx0" brushRef="#br0" timeOffset="-54037.78">12385 17530 1984 0,'0'0'622'16,"0"0"-527"-16,0 0-6 0,0 0-26 15,0 0 16-15,0 0 11 16,0 0-70-16,-11-115-12 16,36 101-2-16,4 4 6 15,-3 10-12-15,1 0 9 16,-7 14-9-16,-7 18 42 15,-13 12-32-15,0 5 32 16,-17 5 45-16,-12 0-67 16,0-10 22-16,6-8-42 15,15-10 13-15,8-12-22 16,4-6 9-16,29-6 0 16,9-2-15-16,3 0-66 15,2 0 80-15,-11 4-11 16,-12 12-6-1,-12 4 11-15,-12 6-8 0,-7 10 4 16,-24 0-2-16,-14 13-131 0,9-9-214 16,10-8-498-16</inkml:trace>
  <inkml:trace contextRef="#ctx0" brushRef="#br0" timeOffset="-53803.29">13301 17829 1345 0,'0'0'1574'0,"0"0"-1405"0,0 0-169 0,0 0-33 0,0 0 33 15,-45 144 0-15,21-78-40 16,6-12-326-16,5-14-673 0</inkml:trace>
  <inkml:trace contextRef="#ctx0" brushRef="#br0" timeOffset="-52939.61">14455 17594 1669 0,'0'0'732'0,"0"0"-456"0,0 0-146 15,0 0-102-15,130-63 19 0,-88 63-28 16,-5 31 0-16,-10 17 50 16,-11 10-37-16,-16 6 23 15,0-2-1-15,-7-8-18 16,-8-5 40-16,-1-19-49 16,7-12-27-16,5-12 36 15,4-6-34-15,0-4 32 16,2-28-34-1,18-17-79-15,4-9 8 0,3-10-59 16,2-2-150-16,-4 6 73 16,-5 20 123-16,-9 18 84 0,-7 16 230 15,-4 10-134-15,0 26-51 16,0 14 49-16,-4 6-42 16,0 8 17-16,1-6-60 15,3-8 18-15,0-4-27 16,23-10-52-16,23-21-136 15,-4-5-429-15,1-5-996 0</inkml:trace>
  <inkml:trace contextRef="#ctx0" brushRef="#br0" timeOffset="-52673.33">15545 17369 1901 0,'0'0'466'15,"0"0"-381"-15,0 0 74 16,-114 98 57-16,60-52-18 16,-4 7-88-16,1-3-56 15,8-6 15-15,9-4-63 16,15-14 6-16,19-2-12 16,6-6 6-16,13-2 12 15,22 6-18-15,12 1-2 16,6 0-4-16,1 4-54 0,-2-5-9 15,8 2-55 1,-14-8-333-16,-7-6-198 0</inkml:trace>
  <inkml:trace contextRef="#ctx0" brushRef="#br0" timeOffset="-52407.48">15959 17905 2331 0,'0'0'779'16,"0"0"-592"-16,0 0-187 16,0 0-16-16,0 0 15 15,52-137-35-15,-40 91 15 0,0 2-80 16,-5 4-35 0,-5 8 136-16,0 10 15 15,-2 10 124-15,2 10 65 0,0 2-95 16,0 6-62-16,1 28-47 15,1 8 0-15,1 16 9 16,0 4-9-16,1 8-26 16,5 17-113-16,3-17-490 15,-1-20-696-15</inkml:trace>
  <inkml:trace contextRef="#ctx0" brushRef="#br0" timeOffset="-51733.12">19753 16467 2068 0,'0'0'872'0,"0"0"-855"0,0 0-17 0,0 0-209 0,0 0-820 0</inkml:trace>
  <inkml:trace contextRef="#ctx0" brushRef="#br0" timeOffset="149070.04">11870 17554 2 0,'0'0'733'0,"0"0"-662"0,0 0-71 0,0 0 30 0,0 0 347 16,0 0-5-16,3-2-218 15,-3-2-48-15,0 4-46 16,0-4 31-16,0 4 33 16,0 0-62-16,0-4 12 0,0 4-22 15,0 0-6 1,0 0 40-16,0 0-52 0,0 0 1 15,0 0 31-15,0 0-65 16,0 0 60 0,0 0-14-16,0 0-13 0,0 0 72 15,0 0-55-15,0-4 14 16,0 4 31-16,0 0-69 16,0 0 36-16,0 0-47 15,0 0-5-15,0 8 2 16,0 18-12-16,-5 6-1 15,-4 12 0-15,-6 24-66 16,-1-10-248-16,3-10-935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5760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86.40776" units="1/cm"/>
          <inkml:channelProperty channel="Y" name="resolution" value="124.13793" units="1/cm"/>
          <inkml:channelProperty channel="T" name="resolution" value="1" units="1/dev"/>
        </inkml:channelProperties>
      </inkml:inkSource>
      <inkml:timestamp xml:id="ts0" timeString="2024-10-09T03:02:59.46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10583 8326 0,'18'0'937,"0"0"-906,-1 0 1,1 0-1,0 0 16,-1 0-47,1 0 31,-1 0 0,19 0 438,-19 0-453,1 0-1,17 0 16,-17 0 1</inkml:trace>
  <inkml:trace contextRef="#ctx0" brushRef="#br0" timeOffset="2731.08">10724 8220 0,'0'17'1063,"0"1"-1048,0 0 17,0 17-1,0-17 0,0-1 0,0 1 16,0 35-16</inkml:trace>
  <inkml:trace contextRef="#ctx0" brushRef="#br0" timeOffset="7678.48">11183 8255 0,'0'-18'1547,"0"1"-1516,-18 17-15,18-18 15,0 0 16,0 1-31,18-1 30,0-17-30,-1 17 15,1 18 16,0 0 31,-18 18-62,35 0 15,-17 17 0,-1-18 1,-17 1 15,0 0-47,0-1 31,0 1 0,0 17 0,0-17 1,-17 0-1,-19 17 0,1-18 16,17 1-16,-17 17 0,0 1 1,17-36-1,0 0 31,18 17 95,0 1-64,18-18 157,0 0-234,-1 0 15,1 0 1,0 0-1,17 0 0,18 0 0,-35 0 1,-1 0 14,1 0 33,-1 0-64,36 0 16,-35 0 1,0 0-1,-1 0 78,1 18 48,-18-1-157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10-09T03:07:12.630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1283 6972 980 0,'0'0'0'0,"0"0"84"0,0 0 585 0,0 0-520 0,0 0-81 0,0 0 53 16,0 2 46-16,0-2-36 16,0 0 16-16,0 0-29 15,0 0 31-15,0 0-4 16,0 0-67-16,0-2-28 16,0 2 34-16,0 0-57 15,0 0 17-15,0 0-11 16,0 0-17-16,0 0 43 0,0 0-45 15,0 0-2 1,0 0 42-16,0-4-53 16,7-4 26-16,13-8-10 0,8-8-17 15,11-8 0-15,-2-4 0 16,-1-5-5-16,-5 1-8 16,-4-2-14-16,-5 2 15 15,-2 4-8-15,-6 6 20 16,-6 4-10-16,-3 10 10 15,-3 4 0-15,-2 6 10 16,0 4 1-16,0 2-11 16,0 0 0-16,0 0-6 15,-2 14-4-15,-5 12-1 0,1 10 11 16,-1 14-18-16,2 8 18 16,3 12 0-16,0 9-1 15,2 5 1-15,0 4 12 16,0 0-12-16,0-5 0 15,0-9 0-15,0-8 10 16,0-8-10-16,0-8 0 16,-11-7 1-16,-7-10 5 15,-11-4-6-15,-5-9 0 16,-8-8 6-16,3-10 3 16,-2-2-8-16,10-10-1 15,13-21-10-15,12-6 4 16,6-7-27-16,15-6-3 0,18-1 36 15,7-1-36-15,5 2 9 16,1 0-27-16,0 4-76 16,12-12-148-16,-12 12-196 15,-5 7-289-15</inkml:trace>
  <inkml:trace contextRef="#ctx0" brushRef="#br0" timeOffset="218.75">1963 6359 1465 0,'0'0'698'0,"0"0"-473"0,0 0-91 0,0 0 30 15,0 0-24-15,0 0-101 16,0 0-11-16,-8 32-1 15,-7 31 18-15,-5 14-32 16,-4 1-13-16,-7 28-42 16,4-19-298-16,7-19-546 0</inkml:trace>
  <inkml:trace contextRef="#ctx0" brushRef="#br0" timeOffset="875.06">2362 6609 990 0,'0'0'876'0,"0"0"-559"0,0 0-51 16,0 0-73-16,0 0-84 0,0 0 34 15,0 0-27-15,0-88-57 16,-8 88 3-16,-3 14-56 16,-6 18 0-16,-10 12 66 15,-4 16-33-15,-5 14 15 16,0 6-10-16,3 1-43 15,6-3 21-15,7-6-22 16,11-11 0-16,7-11-14 16,2-13-99-16,31-14-21 15,7-11-373-15,2-12-401 0</inkml:trace>
  <inkml:trace contextRef="#ctx0" brushRef="#br0" timeOffset="1171.96">2546 6757 2087 0,'0'0'468'0,"0"0"-367"15,0 0 29-15,0 0-15 16,0 0-40-16,0 0-9 16,-69 113 4-16,69-67-54 15,0-2 14-15,18-4-30 16,9-10 2-16,6-10 19 15,3-8-21-15,-1-12 0 16,-2 0-1-16,-6-14-16 0,-11-14 16 16,-7-4-17-1,-9-4 12-15,0 2-9 0,-6 4 15 16,-15 6 0-16,2 7-2 16,-2 10-16-16,5 7-127 15,8 0-182-15,1 0-212 16,7 0-314-16</inkml:trace>
  <inkml:trace contextRef="#ctx0" brushRef="#br0" timeOffset="1343.84">2823 6591 1674 0,'0'0'547'0,"0"0"-237"16,0 0-9-16,0 0-148 0,0 0-76 15,122 20-53 1,-113 40 68-16,-9 12-68 0,0 13 0 15,0 1-24-15,-11 0-11 16,-5-6-28-16,-2 8-121 16,5-21-195-1,4-21-334-15</inkml:trace>
  <inkml:trace contextRef="#ctx0" brushRef="#br0" timeOffset="1812.59">3424 6918 1652 0,'0'0'838'16,"0"0"-377"-16,0 0-282 0,0 0-105 16,0 0-65-16,0 0 27 15,0 0-35-15,105-14-1 16,-69 14 0-16,-5 0-83 15,-14 14-198-15,-5 2-350 16,-12-4-789-16</inkml:trace>
  <inkml:trace contextRef="#ctx0" brushRef="#br0" timeOffset="1937.59">3504 7118 1807 0,'0'0'724'15,"0"0"-611"-15,0 0-113 16,0 0-50-16,0 0-95 15,0 0-165-15,121 21-734 0</inkml:trace>
  <inkml:trace contextRef="#ctx0" brushRef="#br0" timeOffset="3171.96">3432 7145 864 0,'0'0'241'0,"0"0"-183"0,0 0 52 16,0 0-17-16,0 0 89 0,0 0 27 16,0 0-73-16,-23-3-20 15,21 3 86-15,-1-2-17 16,3 1-1-16,0 1-34 15,0 0 3-15,0 0-8 16,0 0-102 0,0 0-12-16,0 0 14 0,0 0-44 15,7 0 20-15,8 0-13 16,8 0-8-16,8 0 21 16,6 0-21-16,6 0-22 15,1 0-23-15,19-8-230 16,-12-1-246-16,-4 1-537 0</inkml:trace>
  <inkml:trace contextRef="#ctx0" brushRef="#br0" timeOffset="4198.26">4222 7229 766 0,'0'0'930'0,"0"0"-186"16,0 0-481-16,0 0-112 0,0 0-66 15,0 0-15 1,0 0-1-16,82-97-60 0,-38 49 3 15,8-8-6 1,2-4 7-16,-4-4-14 0,0-2 1 16,-8-1-5-16,-9 1-16 15,-6 6 21-15,-9 8 0 16,-7 8 14-16,-5 12-13 16,-3 12 28-16,-3 12-29 15,0 8 7-15,0 0-19 16,-11 22 2-16,-7 18 10 15,-4 16 7-15,-1 12-7 16,1 13 24-16,7 1-20 16,3 0-2-16,8-6 19 15,4-10-21-15,0-10 0 0,22-14 14 16,7-13-6-16,7-15-4 16,6-14-4-16,-1 0-13 15,-2-22-1-15,-1-14-43 16,-7-7-4-16,-4-5 24 15,-4-2-11-15,-8 6 33 16,-4 8-5-16,-4 12 20 16,-5 10 89-16,-2 12-43 15,0 2-33-15,0 8-13 16,0 16 6-16,0 6 26 16,0 4-32-16,-4 0 0 15,2-2 15-15,-1-4-15 0,3-6-13 31,0-5-72-31,0-17-258 0,0 0-303 16,7-3-957-16</inkml:trace>
  <inkml:trace contextRef="#ctx0" brushRef="#br0" timeOffset="4604.84">5088 6912 1850 0,'0'0'207'0,"0"0"-144"0,0 0 80 0,0 110 40 15,0-73 23-15,-2-4-3 16,-2-1-104-16,2-6-35 16,-1-5-58-16,3-11 3 15,0-9 9-15,0-1-9 16,13-11 16-16,12-18-25 16,6-7-53-16,5 0 29 15,-1 0-44-15,2 10 46 16,-8 12 20-16,-8 14 2 15,-7 0 12-15,-5 20-11 16,-9 12-1-16,0 2 75 16,0-4-46-16,0-5 11 0,0-11-17 15,0-9-22-15,0-5 25 16,0-1-11-16,25-25-15 16,12-9-32-16,13-5-46 15,5-2 33-15,3 4 9 16,-3 8 12-16,-7 12 23 15,-13 14-24-15,-10 4-13 16,-14 28 23-16,-11 20-35 16,-14 38-9-16,-14-8-270 15,-3-11-645-15</inkml:trace>
  <inkml:trace contextRef="#ctx0" brushRef="#br0" timeOffset="5307.96">4556 7586 1790 0,'0'0'504'0,"0"0"-386"0,0 0-37 15,0 0-34-15,0 0 20 16,0 0 27-16,0 0-25 0,127-101-10 15,-111 111-57 1,-10 23 23-16,-6 9 14 0,0 8 15 16,-4 2 21-16,-14 0-68 15,0-6 4-15,2-8 11 16,8-12-13-16,0-11-9 16,8-15 15-16,0 0-14 15,16-21-1-15,11-17-18 16,5-12-74-16,-1-6-68 15,-4-2-31-15,-6 7 66 16,-7 14 92-16,-10 12 33 16,-4 19 101-16,0 6-74 15,-8 13-12-15,-8 14 73 0,3 9-36 16,4 3 18 0,6 1-16-16,3-4-36 0,0-4 13 15,18-2-31 1,18-4-107-16,-7-10-194 0,-2-6-558 0</inkml:trace>
  <inkml:trace contextRef="#ctx0" brushRef="#br0" timeOffset="5480.13">4892 7630 1989 0,'0'0'518'16,"0"0"-381"-16,0 0-109 15,0 0-4-15,0 0 19 16,121-47 0-16,-77 42-17 0,3 1-26 16,4 4-94-1,19-2-63-15,-10 2-234 0,-12-2-635 0</inkml:trace>
  <inkml:trace contextRef="#ctx0" brushRef="#br0" timeOffset="5714.57">5300 7435 2223 0,'0'0'330'16,"0"0"-281"-16,0 0-49 0,0 0-1 16,0 0 1-1,0 0 24-15,0 0 37 0,91 103-59 16,-68-63 15-16,-8 4-17 15,-9 0 0-15,-6 0 1 16,0-6-1-16,-6-4-32 16,-16-8-65-16,2-10-266 15,6-10-493-15</inkml:trace>
  <inkml:trace contextRef="#ctx0" brushRef="#br0" timeOffset="5996.42">5647 7574 1868 0,'0'0'268'0,"0"0"-214"0,-26 104 35 15,21-60 16-15,5-4 32 16,8-8 1-16,23-8-20 16,9-10-22-16,8-14-17 15,4-2-55-15,-1-28 4 16,-11-10-17-16,-13-6-4 15,-19-2 27-15,-8 2-34 16,-8 5-1-16,-23 12-27 16,-11 12-137-16,-19 17 8 15,12 9-63-15,7 9-378 0</inkml:trace>
  <inkml:trace contextRef="#ctx0" brushRef="#br0" timeOffset="7105.78">6848 6607 988 0,'0'0'1271'0,"0"0"-917"0,0 0-267 15,0 0-19-15,0 0 26 16,0 0-56-16,0 0 10 16,132-76-31-16,-83 44-17 15,-4-2 21-15,-7-2-21 16,-7-2-6-16,-7 1-1 15,-11 5 14-15,-6 4-7 16,-7 8 2-16,0 6 4 16,0 12 37-16,0 2-43 15,-11 16-24-15,-2 22 23 16,-1 14 1-16,3 15 14 0,2 7-7 16,5 4 1-1,-1 4 1-15,1-4-9 0,-5-6 0 16,0-9 2-16,-2-13 11 15,-2-12-13-15,-1-12 0 16,-3-14 0-16,-2-12 24 16,2 0-24-16,1-24 0 15,8-12 17-15,8-8-16 16,0-6-2-16,24 0-56 16,16-1-70-16,8 4 22 15,8 2-44-15,2 3-53 16,0 2 3-16,-6 0 25 15,-8 2 67-15,-8 2 59 0,-12 0 48 16,-5 6 48-16,-11 3 151 16,-6 9 60-16,-2 4 59 15,0 10-79-15,-2 4-107 16,-16 6-110-16,-1 23-13 16,0 8 30-16,4 8-39 15,8 5 2-15,7-2 13 16,0-2-5-16,7-6-20 15,15-8-4-15,3-8-22 16,4-10-4-16,0-10-192 16,-5-4-60-16,-4-16-73 15,-6-10-282-15,-10-6-137 0</inkml:trace>
  <inkml:trace contextRef="#ctx0" brushRef="#br0" timeOffset="7433.91">7546 6454 1160 0,'0'0'734'0,"0"0"-261"0,0 0-232 16,0 0-46-16,0 0-159 15,0 0-36-15,0 0 53 16,47 51 12-16,-47-5-1 16,0 4-16-16,0 0-48 15,0-8 24-15,0-8-24 16,0-9 0-16,0-12 10 16,0-13-10-16,0 0 0 15,9-13-1-15,4-19-83 16,1-11-55-16,-1-5-17 15,-3-6 33-15,0 4 72 16,-3 10 51-16,-5 9 15 16,-2 18 195-16,0 13-71 15,2 0-139-15,0 16-7 0,4 14 7 16,6 6 60-16,1 4-59 16,8-2 13-16,1-4-14 15,7-6-15-15,-3-7-117 16,7-12-94-16,-8-7-65 15,-9-2-300-15</inkml:trace>
  <inkml:trace contextRef="#ctx0" brushRef="#br0" timeOffset="7605.75">8018 6298 2013 0,'0'0'721'0,"0"0"-578"15,0 0-143-15,0 0-12 16,0 0 12-16,49 138 57 15,-49-77-2-15,-4 7-29 16,-16 2-26-16,-1-2-71 16,6-1-232-16,4-19-285 15,9-16-419-15</inkml:trace>
  <inkml:trace contextRef="#ctx0" brushRef="#br0" timeOffset="7824.51">8433 6587 1854 0,'0'0'745'15,"0"0"-534"-15,0 0-178 16,0 0-1-16,0 0-26 15,114-2 4-15,-64 16-10 16,-7-2-186-16,-5-4-501 0</inkml:trace>
  <inkml:trace contextRef="#ctx0" brushRef="#br0" timeOffset="8527.84">9237 6603 965 0,'0'0'1483'0,"0"0"-1001"0,0 0-381 0,0 0-92 15,0 0 13-15,107-104-22 16,-62 68-12-16,-3-2 11 16,-7-1-59-16,-6 3-24 15,-11 2 32-15,-11 4-24 16,-5 6 76-16,-2 6 18 15,0 8 83-15,-4 10-5 0,-7 0-96 16,-1 22 2-16,1 16-13 16,5 14 23-16,2 12 3 15,1 7 8-15,3 3-14 16,-5 2 17-16,-1-4-26 16,-3-4 0-16,-7-10 8 15,-3-7 1-15,-2-15-9 16,-1-12 1-16,0-12-1 15,2-12 14-15,4 0-14 16,9-24 0-16,7-12-2 16,7-4 3-16,22-5-2 15,14 5-42-15,3 4-82 16,8 4-29-16,14-6-102 0,-10 10-234 16,-8 4-493-16</inkml:trace>
  <inkml:trace contextRef="#ctx0" brushRef="#br0" timeOffset="8699.73">9925 6204 1952 0,'0'0'770'0,"0"0"-589"16,0 0-180-16,0 0 4 16,0 0 87-16,-93 137-22 15,68-75-7-15,6 3-47 16,7 2-16-16,8-5-30 0,4-10-251 15,24-14-93 1,12-14-180-16,1-18-882 0</inkml:trace>
  <inkml:trace contextRef="#ctx0" brushRef="#br0" timeOffset="8965.44">10104 6501 1200 0,'0'0'1217'0,"0"0"-1000"16,0 0-153-16,0 0-43 15,0 0 17-15,-105 116 69 16,105-86-38-16,13-4 6 16,21-6-34-16,5-8-26 15,7-10 6-15,-7-2-21 16,-7-12 0-16,-12-14-16 16,-14-6 26-16,-6-6-10 0,0 2 0 15,-22 0 1-15,-4 8-12 16,-1 4 4-16,7 10-36 15,11-2-161-15,7 6-448 16,2 0-1120-16</inkml:trace>
  <inkml:trace contextRef="#ctx0" brushRef="#br0" timeOffset="9090.44">10487 6304 2155 0,'0'0'573'16,"0"0"-531"-16,0 0-41 15,0 0 13-15,80 123-5 16,-80-69-9-16,-15 30 0 0,-16-16-106 16,-6-10-445-16</inkml:trace>
  <inkml:trace contextRef="#ctx0" brushRef="#br0" timeOffset="10461.6">7031 7110 1577 0,'0'0'390'0,"0"0"-225"0,0 0-35 15,0 0-25-15,0 0-26 16,145-33 10-16,-101 26-25 15,10 1-30-15,4 1 50 0,4-4-17 16,3 3-24 0,4-2 7-16,1 2-49 0,-2-2 24 15,1 2-25-15,2 2 0 16,-1 0 12-16,-3 0-12 16,-3 2 0-16,-1 2 2 15,-5 0 5-15,-3-2 19 16,1 0-26-16,-3-2 6 15,1-2 10-15,2 0-16 16,2-2 0-16,-2 0-9 16,-4 0 23-16,0 4-20 15,-8 0 6-15,-1 2 0 16,-3 2 1-16,-5 0-1 0,1 0 0 16,-1 0-6-1,2 0 20-15,0 0-15 0,1 6 1 16,0 0 0-16,3 2-9 15,-2-2 9-15,3 0 0 16,1-2-9-16,1 0 18 16,2-4-10-16,-5 2 1 15,4-2 0-15,-2 0-2 16,-1 0 2-16,-3 4 0 16,4-2-10-16,-3 4 5 15,0-2 5-15,1 0 0 16,-2 2 0-16,1-2 8 15,1-2-8-15,1 2 0 16,5-2-8-16,0-2 20 0,6 2-12 16,1-2 0-1,3 2 1-15,-1 0-16 0,2-2 15 16,-4 0 0-16,0 0 6 16,-6 0 5-16,1 0 2 15,-2 0-10-15,-4 0 3 16,-8-2 17-16,-4 2-23 15,-8 0 0-15,-8 0-9 16,-9 0 9-16,-6 0-38 16,-10 0-195-16,-19 0-281 15,-7 0-638-15</inkml:trace>
  <inkml:trace contextRef="#ctx0" brushRef="#br0" timeOffset="11274.11">7862 7492 1232 0,'0'0'350'0,"0"0"-114"0,0 0-101 0,0 0 8 15,114-51 89-15,-87 51-82 16,-5 2-36-16,-4 22-62 16,-4 8-25-16,-8 11 78 15,-4 3-46-15,-2 4 5 16,0-2-17-16,0-2-23 15,-2-8 10-15,-2-10-34 16,2-10 1-16,2-10 28 16,0-8-23-16,0-2 25 0,10-22-31 15,13-10-72 1,-2-12-55-16,0-4-52 0,-3-4-10 16,-5 4-14-16,-6 7 45 15,-7 15 158-15,0 14 199 16,0 12-27-16,-13 2-87 15,-1 18-26-15,3 12 11 16,7 6 32-16,4 7-57 16,2-3-1-16,22 0-14 15,8-4-30-15,10-4-32 16,24-10-229-16,-8-10-293 16,-6-8-803-16</inkml:trace>
  <inkml:trace contextRef="#ctx0" brushRef="#br0" timeOffset="11430.46">8653 7586 1790 0,'0'0'819'0,"0"0"-540"16,0 0-243-16,0 0-17 15,0 0-14-15,141-43-4 16,-76 38 1-16,6-1-2 15,22-1-254-15,-18 3-326 16,-12 0-1407-16</inkml:trace>
  <inkml:trace contextRef="#ctx0" brushRef="#br0" timeOffset="11805.34">9553 7443 1657 0,'0'0'652'15,"0"0"-527"-15,0 0-111 16,0 0 10-16,0 0 18 16,0 0 81-16,0 0 25 15,-79 140-29-15,79-90-27 16,17 1-77-16,21-9-14 15,11-10 55-15,13-12-48 16,11-16 11-16,8-4-8 0,-2-18-5 16,-13-14 9-1,-17-6-15-15,-20-6 0 0,-25 0 16 16,-4-1-10-16,-31 8-12 16,-18 6 6-16,-11 13-40 15,-36 18-92-15,14 0-409 16,9 0-1034-16</inkml:trace>
  <inkml:trace contextRef="#ctx0" brushRef="#br0" timeOffset="14505.81">11198 7002 887 0,'0'0'344'0,"0"0"-112"0,0 0 19 15,0 0-73-15,0 0-23 16,0 0 84-16,-22-32-42 16,17 28-39-16,3 0 64 15,2 2-92-15,-2 2 8 16,2-2-44-16,0 2-35 16,0 0 2-16,0 0-61 15,0 0 0-15,0 0-12 16,0 0 12-16,17 0 0 15,10 0 10-15,9 6-9 16,7-2 21-16,1-4-22 0,0 0-30 16,-1 0 2-16,-6 2-86 15,-5 4-161-15,-8 2-357 16,-15-2-441-16</inkml:trace>
  <inkml:trace contextRef="#ctx0" brushRef="#br0" timeOffset="14646.4">11149 7199 1908 0,'0'0'677'0,"0"0"-476"15,0 0-1-15,0 0-118 16,0 0-58-16,0 0 12 0,158-13-36 16,-96 13-28-16,-15 0-222 15,-7 11-498-15</inkml:trace>
  <inkml:trace contextRef="#ctx0" brushRef="#br0" timeOffset="15630.81">12325 7443 1704 0,'0'0'655'0,"0"0"-475"0,0 0-72 0,0 0 7 15,0 0-106-15,127-86 10 16,-67 36 17-16,0-10-28 16,0-9 0-16,-4-3-8 15,-8-2-26-15,-11-2 25 16,-10 4-61-16,-12 2 53 15,-4 5 3-15,-8 11 12 16,-1 12 91-16,-2 12 5 16,0 16-38-16,0 14 18 15,-14 0-82-15,-5 32 0 16,-6 16 15-16,-4 33-15 16,5 31 42-16,5-2-21 0,9-10-10 15,10-17 34 1,0-25-38-16,6-4-5 0,17-2-1 15,6-16 14-15,4-16-30 16,5-12 14-16,-3-8-53 16,2-4 25-16,-4-22-90 15,-6-8-68-15,-6-6 51 16,-2-6 23-16,-9 2 96 16,-1 6 17-16,-4 9 107 15,-3 14 154-15,-2 10-137 16,0 5-71-16,0 13-53 15,0 12 12-15,0 10-12 16,0-1 0-16,0 0 0 16,0-2-21-16,5-6-157 0,-1-8-353 15,2-10-389-15</inkml:trace>
  <inkml:trace contextRef="#ctx0" brushRef="#br0" timeOffset="16005.81">13243 7177 1936 0,'0'0'284'0,"0"0"-179"0,0 0 61 0,0 0 2 15,-22 118 26-15,13-92-55 16,2-8-43-16,5-4-87 16,2-8-2-16,0-6 35 15,0 0-41-15,18-14 14 0,11-12-15 16,6-4-47-1,6-6 22-15,-1 4-32 0,-3 8 47 16,-8 9-19-16,-10 15 25 16,-11 3-16-16,-8 23 20 15,0 3 25-15,0 2 52 16,-11-7-41-16,4-6-22 16,7-12 28-16,0-6-32 15,18 0 11-15,22-20-18 16,16-14-3-16,11-6-13 15,9-7-44-15,-3 4 22 16,-2 0 20-16,-11 11-23 16,-13 14-127-16,-17 14 46 0,-20 4 50 15,-18 61 29 1,-24-1-170-16,-7-1-436 0</inkml:trace>
  <inkml:trace contextRef="#ctx0" brushRef="#br0" timeOffset="16537.48">12653 7954 1605 0,'0'0'298'0,"0"0"-238"0,0 0 100 0,0 0 56 15,0 0-66-15,0 0 15 16,0 0-89-16,58-84-33 15,-41 84 8-15,-1 4-50 16,-9 25-1-16,-7 8 9 16,0 9 21-16,0 3 52 15,-13-5-63-15,1-4-8 0,1-8 13 32,5-10-9-32,4-10-8 15,2-10-5-15,0-2 13 16,0-12-15-16,13-20-26 15,7-10-129-15,-1-4 43 16,-3-2-78-16,-3 6 75 16,-8 12 97-16,-3 13 18 15,-2 16 180-15,0 1-123 16,0 14-56-16,0 16 29 16,0 4-28-16,0 2 33 15,9-2-22-15,11-4-13 16,16-6-93-16,-4-8-211 15,-7-10-600-15</inkml:trace>
  <inkml:trace contextRef="#ctx0" brushRef="#br0" timeOffset="16709.23">12917 7957 2112 0,'0'0'587'0,"0"0"-509"16,0 0-78-16,0 0 0 15,125-25-6-15,-78 24 4 16,20 1-78-16,-13 0-164 16,-10 0-374-16</inkml:trace>
  <inkml:trace contextRef="#ctx0" brushRef="#br0" timeOffset="16912.36">13297 7776 1891 0,'0'0'564'16,"0"0"-503"-16,0 0-61 16,0 0 5-16,125-6-5 15,-103 32 0-15,-9 10 35 16,-11 13-8-16,-2 5 6 16,-2 1-24-16,-23 0-8 15,-6-7 8-15,0-8-9 16,4-12-121-16,10-10-128 15,9-12-399-15</inkml:trace>
  <inkml:trace contextRef="#ctx0" brushRef="#br0" timeOffset="17146.73">13619 7904 1881 0,'0'0'329'0,"0"0"-236"16,0 0-37-16,-26 141-22 15,26-107 8-15,22-8 53 16,20-12 25-16,12-12 4 16,4-2-105-16,0-16 2 15,-9-14 8-15,-13-8-28 16,-19 0 25-16,-17 0-26 16,0 2-112-16,-53 6-88 15,4 7-367-15,-1 9-249 0</inkml:trace>
  <inkml:trace contextRef="#ctx0" brushRef="#br0" timeOffset="21330.95">14796 7524 421 0,'0'0'313'0,"0"0"-202"0,0 0 21 0,0 0-35 16,0 0-42-1,0 0 50-15,0 0 14 0,-38-27 7 16,34 23 2-16,2 0-68 15,-1 0 7-15,1 0 3 16,2 0-51-16,-2 1 3 16,0 0 25-16,0 2 17 15,0 1 39-15,-2-3-43 16,2 3 23-16,-2-2 25 16,2 0 22-16,2 2 13 15,0 0-24-15,0 0-6 16,0 0-17-16,0 0-69 0,0 0 3 15,0 0-9-15,0 0-15 16,0 0 36-16,0-2-36 16,0 2 11-1,4-2 39-15,10-2-47 0,3-2 19 16,4 0-10-16,3 0-18 16,3 0 18-16,0 0-18 15,1 2 0-15,1 0-3 16,2 2 12-16,-2 0-9 15,5 0 0-15,-3-2 1 16,3 2 2-16,0-2-3 16,-1 0 0-16,-2 0-1 15,0 0 7-15,3 0-6 0,-3 2 0 16,2-2 0 0,1 2-3-16,1-2 3 0,-2 2 0 15,1-2-4-15,-1 2 11 16,-2 0-7-16,4-2 0 15,-4 0 0-15,0 0-3 16,0 0 3-16,0 0 0 16,3-2-13-16,1 2 28 15,-2 0-15-15,1 0 0 16,-1 0 0-16,-2 0-1 16,0 0 1-16,1 0 0 15,-1 2-5-15,2-2 16 16,3 2-12-16,0-2 1 15,2 2 0-15,-1 0-2 16,-1 0 2-16,2 2 0 0,-2-2-6 16,0 2 14-16,-1 0-8 15,1 0 0-15,1 0 0 16,4 0-6-16,-1 0 6 16,0 0 0-16,3 0-1 15,-4 0 7-15,3 0-6 16,-2 0 0-16,3 0 0 15,1 0-3-15,3 0 3 16,5 0 0-16,-1 0-1 16,0 0 10-16,3 0-9 0,-6 0 0 15,2 0 0 1,-2 0-7-16,2 0 7 0,-1 0 0 16,-1 0-3-16,4 0 3 15,-4 0 0-15,2 0-1 16,1 0 7-16,-4 0-4 15,0 0-2-15,-1 0 0 16,-1 0-11-16,0 0 22 16,0 0-12-16,1 0 1 15,1 0 0-15,4 0-1 16,0 0 1-16,3 0 0 16,-1 0-3-16,1 0 10 15,-5 0-7-15,-3 0 0 16,-1 2 1-16,-5 0-3 15,0 2 2-15,1-2 0 0,-1 2-3 16,-1-2 5-16,6 2-2 16,0 0 0-16,0 0 0 15,-1 0 5-15,0 0-5 16,1 0 0-16,-1 2-9 16,3-2 15-16,0 2-6 15,4-2 0-15,3 0 0 16,2 0-5-16,6-2 5 15,3 0 0-15,-1 0-1 16,3-2 8-16,-5 2-7 16,1-2 0-16,-5 2 1 15,-2 0-4-15,-4 2 3 16,-6-2 0-16,-9 0-5 0,-8-2 19 16,-6 0-20-1,-10 2 6-15,-7-2-24 0,-4 0 7 16,-2 0-146-16,-13-2-295 15,-9-10-683-15</inkml:trace>
  <inkml:trace contextRef="#ctx0" brushRef="#br0" timeOffset="23628.23">15413 6162 568 0,'0'0'0'0,"0"0"0"0,0 0 606 0,0 0-340 16,0 0-57-16,0 0-56 16,0 0 5-16,-2-50 70 15,13 40-52-15,7 0 7 16,-2 0-36-16,1 2-41 15,-1 2-3-15,-3 4-75 16,3 2-13-16,-3 0 3 16,1 2-16-16,1 18 17 0,-3 6-10 15,-1 4-1 1,-5 4 50-16,-4 0-37 0,-2 0-11 16,0-4 37-16,0-4-47 15,0-1 22-15,-6-7-22 16,-1-3 1-16,1-7 17 15,1-2-17-15,2-3-1 16,3-3 21-16,0 0-21 16,0-10 0-16,3-19-8 15,13-7-67-15,2-12 6 16,1-2-113-16,-3 0 0 16,-7 8 79-16,-3 12 81 15,-6 9 22-15,0 14 79 0,0 5 12 16,-4 2-5-1,-7 4-47-15,2 18-2 0,0 4 43 16,7 6-50-16,2 2 7 16,0 2-22-16,13-2-14 15,9-2-2-15,5-4-10 16,13-1-206-16,-3-9-150 16,-12-9-636-16</inkml:trace>
  <inkml:trace contextRef="#ctx0" brushRef="#br0" timeOffset="24905.4">14984 6531 529 0,'0'0'86'0,"0"0"-77"0,0 0 319 15,0 0-62-15,0 0-176 16,0 0-21-16,0 0 31 15,-16 16 56 1,16-16 23-16,0 0-22 0,0 0 15 16,0 0-39-16,0 0-2 15,0 0-34-15,0 0-66 16,6 0 12-16,4 0-38 16,3-2-4-16,2 0 38 15,5 0-27-15,5 0 29 16,4 0-10-16,2-2-22 15,0 2 19-15,0 2-27 16,-2-2-1-16,3 2 10 0,-3 0-2 16,-2-2-7-16,-2 0-1 15,2 0 11-15,0-2-8 16,0 2-3-16,-2-2 0 16,2 0 10-16,-3 2-10 15,0 0-2-15,1 0-5 16,-1-2 7-16,1 0 7 15,2 0-7-15,-1 0 0 16,1 0-3-16,0 2 9 16,-3-2-6-16,1 2 0 15,-2-1 0-15,-4 2 37 16,-1 1-37-16,-5 0 0 16,-1 0 4-16,-1 0 4 0,-3 0-8 15,2 0 0-15,3 0 0 16,0 0 10-16,5 0-9 15,3 0-1-15,2 0 23 16,2 0-23-16,2 0-6 16,2 0 6-16,2 0 0 15,2 0 0-15,1 0 0 16,-1 0 0-16,3 0-5 16,-2 0 14-16,-1 0-9 15,-2 0 0-15,-2 0 0 16,-3-3 9-16,-1 0-9 15,0-1 0-15,-1 2-2 0,1-3 2 16,-3 1 0-16,-2 1 5 16,-2 1-4-16,-3 2-2 15,-2 0 1-15,-3 0-26 16,-4 0-38-16,-1 0-52 16,-5 0-24-16,0 0-225 15,0-2-568-15</inkml:trace>
  <inkml:trace contextRef="#ctx0" brushRef="#br0" timeOffset="26500.31">14928 7074 472 0,'0'0'100'0,"0"0"1112"0,0 0-604 16,0 0-415-16,0 0 31 16,0 0-123-16,0 0-48 15,21-28 51-15,-5 14-66 16,0-4-14-16,2-4-20 16,4-4 7-16,-2-2-11 15,2 0 0-15,-3-2 0 16,-2 2-20-1,-1 0 13-15,-3 4-2 16,-5 3 7-16,0 6 2 0,-4 4-9 0,-2 7 9 16,-2 2-4-16,0 2-13 15,0 0-8-15,0 2 4 16,0 16 6-16,0 7 15 16,-2 7 42-16,-6 8-41 15,-2 6 17-15,1 6 34 16,1-2-51-16,-2 0 14 15,6-3-15-15,0-6 1 16,1-5-7-16,3-7-83 16,0-11-250-16,9-8-305 15,5-8-1311-15</inkml:trace>
  <inkml:trace contextRef="#ctx0" brushRef="#br0" timeOffset="26813.05">15360 7010 641 0,'0'0'348'0,"0"0"185"0,0 0-276 0,0 0-26 15,0 0-25-15,0 0-55 16,0 0 17-16,73 0-66 16,-44 0-72-16,2 0 6 15,7 0-29-15,-2 0-14 16,0 0-23-16,-3-4-90 15,-1 2-105-15,-11 2-269 16,-5-2-305-16</inkml:trace>
  <inkml:trace contextRef="#ctx0" brushRef="#br0" timeOffset="27032.37">15636 6829 196 0,'0'0'1089'16,"0"0"-500"-16,0 0-503 16,0 0-2-16,0 0 72 15,0 0-29-15,-66 137-37 16,56-91-63-16,4 2-18 16,1-2-9-16,1 5-82 15,4-13-240-15,0-15-779 0</inkml:trace>
  <inkml:trace contextRef="#ctx0" brushRef="#br0" timeOffset="28673.22">16015 7064 614 0,'0'0'12'0,"0"0"1091"15,0 0-619-15,0 0-268 16,0 0-12-16,0 0-61 16,0 0-18-16,2 2-29 15,12-6-44-15,5-4-13 16,6-2-39-16,4-2 0 0,0-4 8 15,0 2-1 1,-4-4-7-16,-4 2 0 0,-2 0 1 16,-9 2-7-16,-3 2 3 15,-7 0-11-15,0 2 5 16,0 2-15-16,-17 4 1 16,-6 4 3-16,-6 0 10 15,0 0-2-15,-2 14 10 16,2 8 2-16,2 4 2 15,8 6 5-15,5 2-2 16,7 2 20-16,7-2-11 16,0-2 20-16,12-1-34 15,12-9 0-15,11-7 23 16,6-6-23-16,5-9-12 0,4 0-146 16,8-9-199-16,-14-9-248 15,-7-1-647-15</inkml:trace>
  <inkml:trace contextRef="#ctx0" brushRef="#br0" timeOffset="29375.6">16623 6611 725 0,'0'0'178'0,"0"0"595"0,0 0-426 16,0 0-146-16,0 0-1 15,0 0-11-15,0 0-1 16,3 0-27-16,5-12-96 0,1-4-33 15,0-2 9 1,2-2-41-16,0-2 0 16,-1 0 6-16,-4 2 3 0,-2 2-10 31,1 2 1-31,-5 5 0 0,2 6-3 16,-2 1 3-16,0 4 0 15,0 0-7-15,0 0-16 16,0 4 8-16,0 14 2 15,0 4 13-15,0 8-7 0,0 2 7 16,0 6 0 0,0 0-12-16,0 2 4 0,-5 0-153 15,-1 9-152 1,0-13-355-16,-4-8-401 0</inkml:trace>
  <inkml:trace contextRef="#ctx0" brushRef="#br0" timeOffset="29561">16470 6870 1030 0,'0'0'997'0,"0"0"-530"0,0 0-252 16,0 0-95-16,0 0-63 16,0 0 14-16,0 0-53 15,139-46 5-15,-93 44-23 16,-5 2-54-16,7 0-158 15,-13 0-148-15,-8 0-315 0</inkml:trace>
  <inkml:trace contextRef="#ctx0" brushRef="#br0" timeOffset="30029.75">16759 6858 700 0,'0'0'857'0,"0"0"-587"15,0 0-180-15,0 0 9 16,0 0 34-16,0 0-30 15,0 0-40-15,31-11-34 16,-31 26 10-16,0 3 60 0,-4 4-16 16,-3 0-19-1,1 0 48-15,0-2-76 0,4-4-9 16,0-8-9-16,2-2-18 16,0-6 30-16,2 0-14 15,12-2-16 1,1-14-49-16,-1-4-100 0,-1-2 12 15,-6 0-13-15,-2 0-6 16,-3 6 77-16,-2 5 79 16,0 10 93-16,0 1 19 15,0 0-106-15,0 12 24 16,7 4-7-16,6 0-21 0,9-2 10 16,20-4-12-1,-3-2-234-15,-6-4-402 0</inkml:trace>
  <inkml:trace contextRef="#ctx0" brushRef="#br0" timeOffset="31264.12">16436 6447 568 0,'0'0'100'0,"0"0"-89"16,0 0 167-16,0 0 409 16,0 0-265-16,0 0-90 15,0 0-40-15,0 7-26 0,2-11-25 16,1 1-75 0,-3 1-18-16,2 2-33 0,0 0-14 15,2 0-1 1,3 0 0-16,2 0 0 0,2 0 22 15,0 0-21-15,3 2 31 16,1 0-5-16,1-2-18 16,1 0 31-16,4 0-40 15,-3 0 0-15,-1 0-5 16,-1 0 7-16,-3 0-2 16,-4 0 0-16,3 0 1 15,-4 0-2-15,5 0 1 16,3-2 0-16,5 0-6 0,0 0 6 15,2 0-9 1,-3 0-5-16,0-1 2 0,-4 3 3 16,-6 0-17-16,0 0-27 15,-4 0 1-15,1 0-80 16,-1 0-66-16,-1 0-299 16,-3 0-544-16</inkml:trace>
  <inkml:trace contextRef="#ctx0" brushRef="#br0" timeOffset="33764.64">17563 6507 680 0,'0'0'29'0,"0"0"538"16,0 0 135-16,0 0-342 16,0 0-90-16,0 0-7 15,0 0-68-15,0 8-126 16,0-8 18-16,4 0-15 15,17 0-35-15,6 0 20 0,6 0-48 16,7-6-7 0,7-2 2-16,-1 0-4 0,6 0-46 15,-3 0-56-15,16 6-82 16,-15-1-401-16,-11 3-416 0</inkml:trace>
  <inkml:trace contextRef="#ctx0" brushRef="#br0" timeOffset="35104.25">18795 6345 438 0,'0'0'101'0,"0"0"659"0,0 0-371 16,0 0-118-16,0 0 32 16,0 0-85-16,0 0 8 15,16-27-51-15,-16 27-95 16,-8 0-41-16,-11 4-36 16,-7 19 3-16,-3 6 33 15,-3 10-9-15,3 7 15 16,5 4 28-16,6 0-49 0,10-2 29 15,8-6-49-15,0-6 7 16,15-10 27-16,20-10-37 16,13-8 0-16,6-8 37 15,7-4-38-15,-1-20 1 16,-6-4-1-16,-9-6-1 16,-10-2-19-16,-13-4 3 15,-10 0-3-15,-10-2 19 16,-2 2-5-16,-2 3 4 15,-17 5 2-15,2 8-49 16,-1 6 26-16,-3 9-91 16,-12 9-203-16,4 0-296 15,3 0-542-15</inkml:trace>
  <inkml:trace contextRef="#ctx0" brushRef="#br0" timeOffset="36760.55">16744 7760 560 0,'0'0'822'0,"0"0"-221"0,0 0-261 16,0 0-111-16,0 0-91 15,0 0 31-15,0 0-80 16,15-30-8-16,-1 26-26 16,5 4-53-16,2 0 26 15,1 6-25-15,-2 18 3 0,-4 8 8 16,-6 7-14 0,-3 2 0-16,-7 5 7 0,0 1 4 15,0-3-11-15,0-4 0 16,-2-6 7-16,-5-8-8 15,3-8 1-15,2-8 0 16,2-8 10-16,0-2-9 16,0-4 16-16,13-22-17 15,7-10-75-15,5-12 7 16,-4-6-113-16,-5 0-15 16,-3 8 49-16,-10 13 147 15,-3 15 34-15,0 16 67 0,-11 2-87 16,-6 13 9-16,0 10-8 15,7 5 61-15,8 2 20 16,2 2-36-16,4 3-3 16,21-5-33-16,10-4-24 15,9-6 0-15,8-8-63 16,19-6-198-16,-11-4-102 16,-8-2-575-16</inkml:trace>
  <inkml:trace contextRef="#ctx0" brushRef="#br0" timeOffset="37651.94">20315 7371 514 0,'0'0'86'0,"0"0"564"0,0 0-20 16,0 0-317-16,0 0-26 15,0 0-17-15,0 0-105 16,-11 2-12-16,11-2-95 16,4 0 1-16,18 0-35 15,12 0-23-15,9 0 18 16,5 2-19-16,6 2-15 16,-5-4 2-16,-7 2-119 0,-8 2-212 15,-16 0-195-15,-14 2-355 0</inkml:trace>
  <inkml:trace contextRef="#ctx0" brushRef="#br0" timeOffset="37808.15">20279 7592 525 0,'0'0'1331'16,"0"0"-1011"-16,0 0-159 16,0 0-81-16,0 0-16 15,139 0-43-15,-77-2-21 16,-13-2-107-16,-9 0-387 0</inkml:trace>
  <inkml:trace contextRef="#ctx0" brushRef="#br0" timeOffset="39741.21">21521 7564 584 0,'0'0'502'0,"0"0"164"0,0 0-403 15,0 0 1-15,0 0-79 16,0 0-112-16,0 0 25 16,144-121-43-16,-93 73-34 15,5-6 7-15,-2-6-19 16,-3-6-3-16,-4-7-6 16,-3-5 1-16,-1-4 9 15,-5-2 1-15,-5 6-11 16,-8 7 97-16,-8 15-54 15,-5 14 5-15,-6 16-23 16,-6 14-23-16,0 12 17 16,-2 0-19-16,-18 32-18 0,-9 20 17 15,-9 30 2-15,-4 33 50 16,3-1 7-16,8-9-32 16,14-15 46-16,10-24-66 15,7 0-6-15,0 2 27 16,3-16-14-16,16-14-8 15,10-16-5-15,2-12 1 16,6-10-18-16,-2 0-10 16,1-22-27-16,-1-10 11 15,-2-8-86-15,-6-6-17 16,-4 0 26-16,-8 2 65 16,-3 6 55-16,-6 12 1 15,-6 12 98-15,0 12-11 0,0 2-88 16,0 14 0-1,-6 12 6-15,-4 4-5 0,4 4 51 16,1-4-52-16,5-4-13 16,0-6 6-16,0-10-189 15,13-6-181-15,1-4-694 0</inkml:trace>
  <inkml:trace contextRef="#ctx0" brushRef="#br0" timeOffset="40163.07">22476 7168 751 0,'0'0'1007'0,"0"0"-635"16,0 0-257-16,0 0-42 0,0 0 93 15,-20 115 20-15,9-85-9 16,-1-6-17-16,6-4-136 16,4-6-6-16,2-6 9 15,0-8-27-15,0 0 24 16,16-6-24-16,13-18-44 15,6-6 12-15,5-4-106 16,2 0 22-16,-1 5 81 16,-10 11 17-16,-6 14 17 15,-14 4 2-15,-11 13 7 16,0 13 118-16,-5 4-50 16,-13-2-1-16,5-4 5 0,1-10-79 15,8-8 34-15,4-6-23 16,0 0-12-16,18-22 41 15,18-10-41-15,8-8-21 16,10-7 9-16,2 1 3 16,2 5-2-16,-7 5 11 15,-7 11 0-15,-10 13 11 16,-14 12-11-16,-9 8-1 16,-9 24 1-16,-2 15-21 15,-20 29 6-15,-12-12-281 16,1-6-504-16</inkml:trace>
  <inkml:trace contextRef="#ctx0" brushRef="#br0" timeOffset="41006.82">21706 7918 212 0,'0'0'1611'0,"0"0"-1057"0,0 0-437 0,0 0-14 16,0 0-93-16,0 0 11 16,0 0 100-16,116-66-65 15,-95 66-2-15,-5 6-36 16,-7 21-10-16,-5 6 23 16,-4 10-30-16,0 3 16 15,-11 2 49-15,-5-2-65 0,-1-4 17 16,1-6-18-1,5-8 1-15,5-8 6 0,1-9-7 16,5-11 0-16,0 0 8 16,7-18-8-16,12-19-68 15,6-11-102-15,-2-10-36 16,-1-2 10-16,-7 1-58 16,-6 9 174-16,-6 16 80 15,-3 16 139-15,0 16-6 16,-16 2-78-16,1 20-3 15,1 10 59-15,5 6-40 16,7 5 10-16,2-5 38 16,7 0-84-16,17-6-7 15,10-6-28-15,16-12-198 16,-5-6-169-16,-7-6-857 0</inkml:trace>
  <inkml:trace contextRef="#ctx0" brushRef="#br0" timeOffset="41163.1">22117 7957 1573 0,'0'0'623'0,"0"0"-481"0,0 0-107 0,0 0 13 0,121-32-35 15,-79 28 39-15,1 1-52 16,10 3-61-16,-11 0-240 15,-10-1-529-15</inkml:trace>
  <inkml:trace contextRef="#ctx0" brushRef="#br0" timeOffset="41475.6">22463 7744 1664 0,'0'0'505'0,"0"0"-394"16,0 0-49-16,0 0-39 15,0 0 63-15,0 0-53 0,0 0-8 16,76 68-5 0,-65-34-8-16,-7 5 5 0,-4 3-17 15,0-1 0-15,-11-1 38 16,-14-1-38-16,-1-7 0 15,-3-4 0-15,3-8-64 16,1-10-79-16,7-4-129 16,9-6-294-16</inkml:trace>
  <inkml:trace contextRef="#ctx0" brushRef="#br0" timeOffset="41772.48">22788 7877 1527 0,'0'0'310'16,"0"0"-129"-16,0 0 5 15,-69 124 1-15,62-86 10 16,7-2 36-16,3-6-108 16,23-6-92-16,7-10-31 15,12-10 72-15,2-4-30 16,0-12 2-16,-5-18-7 15,-11-4-22-15,-13-8 62 16,-13-1-53-16,-5 0-20 16,-13 0 26-16,-16 10-32 15,-7 8-10-15,0 11-54 16,-8 14-109-16,10 0-194 16,10 14-429-16</inkml:trace>
  <inkml:trace contextRef="#ctx0" brushRef="#br0" timeOffset="44534.89">25643 6747 963 0,'0'0'905'0,"0"0"-566"0,0 0-145 0,0 0-39 16,0 0-38-16,0 0 42 15,0 0-93-15,48-84-3 16,-23 50-17-16,2-2-40 16,-5-2 12-16,-2-4-18 0,-4-3 6 15,-1 2 6-15,-1-1-12 16,-3 4 0-16,-1 5 29 16,0 9-28-16,-4 10 52 15,-1 6-26-15,-3 6-19 16,-2 4 8-16,0 2-16 15,0 22-3-15,0 14-13 16,0 15 32-16,-7 9-7 16,-3 10-9-16,-4 6 0 15,-1 2-24-15,-6 0-3 16,-8 17-270-16,2-21-287 16,0-16-612-16</inkml:trace>
  <inkml:trace contextRef="#ctx0" brushRef="#br0" timeOffset="45675.5">24107 7267 438 0,'0'0'85'0,"0"0"687"15,0 0-463-15,0 0-144 16,0 0-6-16,0 0 38 16,0 0-54-16,67-30-11 15,-49 24-5-15,4-3-52 0,7 0 27 16,6-1-66-16,2 2-34 16,-2-1 39-16,3 4-40 15,-2 2-2-15,-1 2 1 16,-2 1 0-16,1 0-13 15,4 0 13-15,4 0 0 16,6 0 6-16,4 0 7 16,9-6-13-16,3-2 4 15,3-1-2-15,0 1-4 16,-2 2-2-16,-5 2-1 16,-2 0-8-16,-5 0 1 15,-4 0 12-15,-5 0 0 0,2 2 8 16,-2-2-4-16,5-1-4 15,2-2 0-15,2 0 5 16,3 0 14-16,0 1-20 16,-4 1 1-16,-4 0 0 15,-3 3-14-15,-5 2 14 16,2-2 0-16,-1 2-10 16,-1-2 18-16,4 0-8 15,1 0 0-15,1 2 0 16,4-2 0-16,-4 2 0 15,-3 0 0-15,-1 0-13 16,-2 0 22-16,-2 0-9 16,0 2 0-16,2 0 8 15,5 0-12-15,3-2 4 16,4 0 0-16,-1 0-6 0,2 0 19 16,-1 0-13-16,-1 0 0 15,2 0 0-15,1 0 0 16,2 0 0-16,4 0 0 15,0 0 16-15,0-4 0 16,0-2-4-16,-5 0 17 16,-1 0-17-16,-7 0 46 15,-7 2-42-15,-9 0-5 16,-8 2 10-16,-8 0-9 16,-9 0-24-16,-6 0 9 15,0 2-141-15,-19 0-154 16,-3 0-552-16</inkml:trace>
  <inkml:trace contextRef="#ctx0" brushRef="#br0" timeOffset="46770.61">24590 8059 606 0,'0'0'1159'0,"0"0"-840"0,0 0-148 15,0 0 33-15,0 0-70 16,0 0-44 0,0 0-79-16,108-84 19 0,-62 49-1 15,3-1-28-15,-1 0 7 16,-6-2-8-16,-7 2 0 15,-6 2 1-15,-6 4 13 16,-8 4-14-16,-3 6 40 16,-8 8 12-16,-2 4 41 15,-2 6-90-15,0 2 9 16,0 0-24-16,0 8 2 0,-2 14 10 16,-10 8 11-16,1 10-11 15,-4 8 73-15,-1 9-46 16,1 3-5-16,-3 2 31 15,0-2-44-15,2-4 7 16,3-6-16-16,2-6-22 16,6-10 2-16,3-6-155 15,2-15-186-15,2-9-234 16,14-4-962-16</inkml:trace>
  <inkml:trace contextRef="#ctx0" brushRef="#br0" timeOffset="47114.39">25533 7999 1431 0,'0'0'869'0,"0"0"-572"0,0 0-191 15,0 0-9-15,0 0 39 16,0 0-84-16,0 0 15 15,114-6-43-15,-63 6-22 16,2-3 10-16,5 2-12 16,-2-3-64-16,-4-4-132 15,-2-4-105-15,-12 1-81 16,-15 2-330-16</inkml:trace>
  <inkml:trace contextRef="#ctx0" brushRef="#br0" timeOffset="47333.13">25876 7744 940 0,'0'0'200'0,"0"0"608"16,0 0-610-16,0 0 19 16,-96 114-52-16,76-69-37 15,1 5 37-15,5 0-86 16,5 0-20-16,3-2-59 15,3-4-6-15,3 4-9 16,0-14-276-16,0-10-497 0</inkml:trace>
  <inkml:trace contextRef="#ctx0" brushRef="#br0" timeOffset="48036.25">26599 8103 1086 0,'0'0'977'0,"0"0"-748"0,0 0-121 0,0 0 49 16,0 0-36-16,0 0 45 15,0 0-80 1,126-52-74-16,-92 32 26 0,-5-3-32 15,-2 0-6 1,-6-1 1-16,-3-2 8 0,-7-1 0 16,-6 1-9-16,-5 2 0 15,0 4 0-15,-13 4 0 16,-12 8 0-16,-2 8 0 16,-4 0-3-16,-5 10-11 15,1 16 4-15,-1 10 10 16,5 6 31-16,4 7-29 15,7 0 44-15,11 2 2 16,9-5-35-16,0-6 34 16,29-6-47-16,11-10 0 0,10-7 27 15,5-13-26-15,3-4-2 16,0 0-25-16,-5-19-57 16,3-15-127-16,-16 6-308 15,-9 2-468-15</inkml:trace>
  <inkml:trace contextRef="#ctx0" brushRef="#br0" timeOffset="48833.46">27367 7359 603 0,'0'0'73'0,"0"0"525"0,0 0-31 15,0 0-346-15,0 0 11 16,0 0-5-16,0 0-28 16,5 2 13-16,-1-4-82 15,2-8-104-15,1-4 7 16,7-6-33-16,-3-2 0 16,2-4-6-16,0-4 16 15,-4 0-10-15,1 0 0 16,-6 2 8-16,0 1-5 15,-4 9-3-15,0 4 0 16,0 6 21-16,0 4-11 16,0 4 7-1,0 0-17-15,0 4 1 0,0 16-16 0,0 10 15 16,0 9 0-16,0 3 1 16,0 3 19-16,0 2-20 15,0 1 0-15,-2-2-35 16,0-2 34-16,0 8-187 15,-4-12-180-15,4-10-274 0</inkml:trace>
  <inkml:trace contextRef="#ctx0" brushRef="#br0" timeOffset="49067.93">27135 7656 1788 0,'0'0'667'0,"0"0"-436"0,0 0 12 16,0 0-124-16,0 0-66 16,133-2 34-16,-67-4-75 15,5 0 1-15,0 0-26 16,-2 2 4-16,-11 0-116 15,-7 0-247-15,-13 0-300 16,-18-1-1245-16</inkml:trace>
  <inkml:trace contextRef="#ctx0" brushRef="#br0" timeOffset="49707.63">27378 7800 950 0,'0'0'635'0,"0"0"-325"0,0 0-80 0,0 0-17 16,0 0-105-1,0 0-52-15,0 0 32 0,33 6-51 16,-30 18-1-16,-3 6 97 16,0 6-75-16,0-1 9 15,0-3-20-15,-5-5-32 16,1-4 22-16,0-10-37 16,4-4 0-16,0-9 37 15,0 0-31-15,15-10-6 16,7-14-67-16,1-6-154 15,-2-6 14-15,-2-3-111 16,-11 6-65-16,-3 6 171 16,-5 11 212-16,0 14 225 15,-9 2-29-15,-6 12-54 16,5 14-4-16,6 3-67 0,4 0-1 16,12 0 37-16,21-5-90 15,11-6-17-15,37-10-108 16,-10-4-231-16,-7-4-145 0</inkml:trace>
  <inkml:trace contextRef="#ctx0" brushRef="#br0" timeOffset="50842.98">27895 6958 1440 0,'0'0'546'0,"0"0"-262"16,0 0 36-16,0 0-99 15,0 0-78-15,0 0-65 0,0 0-69 16,0 0 6-1,-2 0-15-15,-2 2 0 0,-2 2-24 16,-2 0 24-16,-7 4-9 16,1-2-209-16,3-2-411 0</inkml:trace>
  <inkml:trace contextRef="#ctx0" brushRef="#br0" timeOffset="74897.69">2206 9677 1568 0,'0'0'75'0,"0"0"594"0,0 0-416 16,0 0-120-16,0 0 10 16,0 0-55-16,6-22-4 15,-4 16-54-15,0 0 19 16,-2 2-34-16,3 2 0 16,-3 0 56-16,0 2-40 15,0 0-2-15,0 0 35 16,0 0-43-16,0 0 7 15,0 0-28-15,0 0-16 0,0 18 16 16,0 10-23-16,0 12 23 16,-3 6-5-16,-7 8 18 15,-2 1-13-15,3-5 0 16,1-2-48-16,-2-10 3 16,4-8-87-16,-7-10-192 15,1-10-221-15,-1-8-325 0</inkml:trace>
  <inkml:trace contextRef="#ctx0" brushRef="#br0" timeOffset="75085.19">2007 9882 1545 0,'0'0'651'0,"0"0"-457"0,0 0-60 16,0 0-20-1,0 0 28-15,0 0-57 0,143-24-19 16,-108 24-54-16,3 6-6 15,0 6-12-15,-4-1-27 16,-6 2-137-16,-6-1-51 16,-8-2-143-16,-5-6-246 0</inkml:trace>
  <inkml:trace contextRef="#ctx0" brushRef="#br0" timeOffset="75366.92">2301 9769 1532 0,'0'0'511'0,"0"0"-448"0,0 0 30 16,-127 55 38-16,85-29-82 16,4 0-24-16,7-6-25 15,4-10-86-15,6-8-73 16,6-2-149-16,7-7-307 16,3-14 547-16,5-3 68 15,0 4 393-15,0 3 146 16,0 8-208-16,13 5 130 15,6 4-356-15,6 0-62 16,9 19 18-16,2 12-52 16,4 5-9-16,20 22-3 15,-11-8-249-15,-2-10-457 0</inkml:trace>
  <inkml:trace contextRef="#ctx0" brushRef="#br0" timeOffset="76132.52">3108 10261 846 0,'0'0'1599'0,"0"0"-1267"0,0 0-229 0,0 0 11 16,0 0-93-16,0 0-3 16,135-117-18-16,-83 69 1 15,-1-4 15-15,-2-4-16 16,0-2 0-16,-5-4-8 15,-3-5 18-15,-5-1-10 16,-9 2 7-16,-10 6-6 16,-9 8 78-16,-2 14-32 15,-6 14-22-15,0 12 20 16,0 12-44-16,-14 0-1 16,-6 22-3-16,-2 18 1 15,-3 14-16-15,5 10 18 16,5 6 0-16,4 2 5 15,8-1 5-15,3-7-4 0,5-10-6 16,19-10 0-16,7-10-18 16,5-12 4-16,2-12-46 15,-2-10 8-15,-3 0-57 16,-2-16-115-16,-8-12 19 16,-4-4 73-16,-5-2 110 15,-3 2 4-15,-5 4 18 16,-4 10 156-16,-2 12 100 15,0 6-105-15,0 2-118 16,0 20-32-16,-4 6 78 16,-5 4-58-16,3 0-8 15,2-4-5-15,4-2-8 16,0-8-42-16,0-14-187 0,2-4-149 16,9 0-284-16</inkml:trace>
  <inkml:trace contextRef="#ctx0" brushRef="#br0" timeOffset="76538.9">3985 9898 1407 0,'0'0'537'0,"0"0"-307"0,0 0 93 16,-31 116-59-16,20-84-102 16,3-8-12-16,1-4-111 15,4-8-24-15,3-6 9 16,0-6-23-16,0 0 25 15,10-8-26-15,9-16-26 16,8-6 25-16,4-4-74 16,2 2 17-16,-2 8 43 0,-4 10-16 15,-6 10 30-15,-10 4 1 16,-7 16 0-16,-4 12 77 16,0 2-27-16,0-4 22 15,0-4-5-15,-4-8-53 16,4-10 13-16,0-4-23 15,11 0 4-15,15-6 19 16,9-12-27-16,6-4 0 16,1 2-15-16,-1 2 3 15,-7 4-29-15,-8 10-47 16,-10 4-20-16,-12 4-9 16,-4 34-130-16,-13-4-265 0,-8 0-998 0</inkml:trace>
  <inkml:trace contextRef="#ctx0" brushRef="#br0" timeOffset="78695.03">3320 10596 1520 0,'0'0'278'0,"0"0"-117"16,0 0 116-16,0 0-51 15,0 0-11-15,0 0-84 0,0 0-53 16,44-25-2-1,-26 22-45-15,-3 3 14 0,3 0-18 16,-5 0-20-16,-3 10 13 16,-4 13-20-16,-6 9 0 15,0 7 42-15,-4 1-19 16,-10 0 8-16,-1-4-10 16,-1-6-20-16,5-10 14 15,5-8-15-15,1-8 0 16,5-4 31-16,0 0-31 15,0-22 0-15,11-10-81 16,6-8-36-16,-1-6-116 16,-1 1 5-16,-3 5 35 15,-5 11 150-15,-5 11 43 16,-2 11 114-16,0 7-34 0,0 3-47 16,0 19 70-1,-2 6-18-15,0 2-10 0,2 4 1 16,0-2-64-16,15-4-12 15,12-4-21-15,20-6-212 16,-10-8-302-16,-1-6-834 0</inkml:trace>
  <inkml:trace contextRef="#ctx0" brushRef="#br0" timeOffset="78882.55">3636 10720 2045 0,'0'0'664'0,"0"0"-455"0,0 0-119 16,0 0-47-16,0 0-2 0,0 0-31 15,138-26 10-15,-83 24-20 16,-1 2-29-16,-2 0-69 16,-4 0-237-16,-15 4-235 15,-8 2-284-15</inkml:trace>
  <inkml:trace contextRef="#ctx0" brushRef="#br0" timeOffset="79132.55">3972 10575 1892 0,'0'0'579'0,"0"0"-471"15,0 0-48-15,0 0-4 16,0 0 29-16,0 0 1 15,129 61 0-15,-113-29-74 16,-9 4-4-16,-7 4 16 16,-2 0-23-16,-21 0 14 15,-4-4-15-15,-2-4-17 16,2-7-135-16,10-14-164 16,5-7-350-16,10-4-897 0</inkml:trace>
  <inkml:trace contextRef="#ctx0" brushRef="#br0" timeOffset="79455.58">4280 10622 1580 0,'0'0'868'15,"0"0"-645"-15,0 0-163 16,0 0-24-16,0 0 8 16,0 0 44-16,0 0-26 15,-25 92-35-15,25-62 22 16,18-4-41-16,4-4-1 0,5-6 26 0,-1-8-32 16,1-4 15-16,-2-4-16 15,-8 0-32-15,-3-12 16 16,-7-8-53-16,-7 0-4 15,0-2 3-15,-5 4-81 16,-15-2-96-16,1 8-115 16,2 4-392-16</inkml:trace>
  <inkml:trace contextRef="#ctx0" brushRef="#br0" timeOffset="79643.17">4280 10622 1778 0</inkml:trace>
  <inkml:trace contextRef="#ctx0" brushRef="#br0" timeOffset="79721.17">4280 10622 1778 0,'156'-58'627'0,"-146"55"-542"0,11 3-16 0,3 0 9 0,8 0-32 0,3 0 2 16,3 0-48-16,-3 0 0 16,8-1-137-16,-12-4-377 0,-6 1-451 15</inkml:trace>
  <inkml:trace contextRef="#ctx0" brushRef="#br0" timeOffset="79877.45">4629 10411 952 0,'0'0'1354'16,"0"0"-1182"-16,0 0-117 15,0 0 38-15,0 0-72 16,0 0 9-16,-48 160-30 16,38-107-159-16,4-5-837 0</inkml:trace>
  <inkml:trace contextRef="#ctx0" brushRef="#br0" timeOffset="81174.33">7056 9454 1003 0,'0'0'1162'0,"0"0"-876"0,0 0-231 16,0 0 18-16,0 0-5 16,0 0-1-16,0 0 44 15,53-78-95-15,-42 52-1 16,-2-2 2-16,0-4-16 16,-2-2 16-16,-1 0-17 0,1-2 0 15,-2 0 52 1,2 5-18-16,-3 5 47 15,-2 11 10-15,0 5-46 0,-2 6 6 16,0 4-51-16,0 0-8 16,0 14-13-16,0 16 3 15,0 13 18-15,-2 14 0 16,-2 7 6-16,-1 2-13 16,1 28-92-1,-1-19-276-15,1-13-309 0</inkml:trace>
  <inkml:trace contextRef="#ctx0" brushRef="#br0" timeOffset="82330.58">5828 9914 421 0,'0'0'864'0,"0"0"-569"0,0 0-71 0,0 0-22 16,0 0-37-16,0 0 45 16,0 0-78-16,87-22-16 15,-60 13-4-15,4 4-8 16,2-1-13-16,3 2-73 15,-1 0-18-15,2 1 33 0,0 2-32 16,3 1-1 0,2 0 0-16,3 0 2 0,2 0-2 15,0 0 0-15,-1 0 0 16,-1 0 1-16,-5 0 7 16,-2 4-8-16,-2-3 0 15,0 2-1-15,-1-3-8 16,7 1 9-16,1-1 0 15,-1 0-9-15,2 0 10 16,-1 3-1-16,-1-1 0 16,1 0 6-16,-5 0-26 15,1 0 20-15,-3 0 0 16,-1-1-1-16,-1 3 2 0,2-1-1 16,-2-1 0-1,3-2 1-15,1 0-1 0,5 0 0 16,1 0 0-16,0 0-5 15,3 0 19-15,-2 0-15 16,-3 0 1-16,-2 0-22 16,-4 0 22-16,-3 0-18 15,0 0 18-15,-1 4-11 16,2 1 19-16,1-2-9 16,3 1 1-16,4-2 0 15,5 0-6-15,2-2 6 16,4 2 0-16,1-2 3 15,2 0 3-15,-1 0-6 16,1 0 0-16,-2 0 1 16,-3 0 44-16,0 0-45 0,0 0 0 15,1 0-1-15,4 0 8 16,-1 0-7-16,3 0 0 16,-2-2-6-16,-5-2 4 15,-7 2-7-15,-8 0 9 16,-7-1-9-16,-13 3-4 15,-14 0-75-15,-4 0-163 16,-23 0-235-16,-2 0-517 0</inkml:trace>
  <inkml:trace contextRef="#ctx0" brushRef="#br0" timeOffset="84236.83">5982 10836 1450 0,'0'0'400'0,"0"0"-228"0,0 0 35 0,0 0-74 15,0 0-44-15,0 0 17 16,0 0-84-16,143-124 4 15,-110 88-26-15,0 0 1 16,-6-4-7-16,-2 1 4 16,-6 2 2-16,-3 2 14 15,-3 5 12-15,-3 8 152 16,-4 8-66-16,-3 8-60 16,-3 6 5-16,0 0-57 15,0 10 0-15,0 20 15 16,-5 12 7-16,-1 9 13 0,-4 7-11 15,6 2-23-15,-1 0-2 16,5-4 0-16,0 4-140 16,9-16-319-16,9-15-625 0</inkml:trace>
  <inkml:trace contextRef="#ctx0" brushRef="#br0" timeOffset="84576.27">6786 10754 1753 0,'0'0'799'0,"0"0"-463"0,0 0-236 16,0 0-6-16,0 0-10 15,0 0-50-15,0 0 1 16,114-42-35-16,-67 38-11 15,-1 0 10-15,-4 0-114 16,1 0-148-16,-14 2-204 16,-9-2-428-16</inkml:trace>
  <inkml:trace contextRef="#ctx0" brushRef="#br0" timeOffset="84763.8">7045 10547 1672 0,'0'0'833'0,"0"0"-688"16,0 0-13-16,0 0 34 16,0 0-39-16,-76 139-76 15,67-97-39-15,5 0-12 16,4 8-60-16,4-12-454 16,14-8-856-16</inkml:trace>
  <inkml:trace contextRef="#ctx0" brushRef="#br0" timeOffset="85341.9">7775 10780 1905 0,'0'0'721'0,"0"0"-512"0,0 0-101 15,0 0-66-15,0 0 7 16,0 0 26-16,0 0-59 16,116-22 4-16,-80 6-20 15,-7-2-19-15,-5-2 3 16,-8 0-66-16,-11 0 14 15,-5 0 7-15,-5 2-18 16,-21 2 65-16,-8 7 14 0,-4 8 50 16,2 1 38-1,3 10-74-15,6 13 37 0,10 8 26 16,10 3-44-16,7 2 3 16,7 0-18-16,19-2-17 15,14-6 32-15,4-4-33 16,10-6-41-16,2-7-77 15,19-11-239-15,-12 0-257 16,-10-13-1273-16</inkml:trace>
  <inkml:trace contextRef="#ctx0" brushRef="#br0" timeOffset="86170.02">8487 10257 709 0,'0'0'1327'0,"0"0"-816"0,0 0-357 0,0 0-80 16,37-103-22-16,-24 71-52 16,-1-2 0-16,-1 4-27 15,-3 2-48-15,-1 4 56 16,-2 6-2-16,-3 6 21 15,-2 6 16-15,0 2 29 16,0 4 22-16,0 0-50 16,0 0-16-16,0 10-1 15,0 8 5-15,0 10-4 16,0 4 27-16,0 4-28 16,0 2 0-16,0 2-1 15,-4 3-48-15,-1 7-145 0,3-10-296 16,-1-10-534-16</inkml:trace>
  <inkml:trace contextRef="#ctx0" brushRef="#br0" timeOffset="86373.16">8281 10437 1982 0,'0'0'782'0,"0"0"-561"15,0 0-145-15,0 0-39 16,0 0 16-16,125-2-32 16,-73 0 3-16,3 2-24 15,-2 0-54-15,14 0-97 16,-15 0-445-16,-11 0-546 0</inkml:trace>
  <inkml:trace contextRef="#ctx0" brushRef="#br0" timeOffset="86935.87">8568 10529 791 0,'0'0'1168'0,"0"0"-942"16,0 0-155-16,0 0 4 15,0 0 42-15,0 0 84 16,0 0-86-16,36-50-57 15,-34 54-31-15,1 12-9 16,-3 9 46-16,0 2-13 16,0 5 3-16,0-1 22 15,0-3-76-15,0-4 20 16,0-8-20-16,0-4 7 0,0-8 7 16,0-4-14-16,9 0-5 15,4-6-7-15,3-17-76 16,-1-4-105-16,-1-5-45 15,-3-3-96-15,-5 6 8 16,-6 8 326-16,0 9 243 16,-2 12 89-16,-15 0-203 15,-2 11-4-15,9 8 1 16,8 3-36-16,2 0 5 16,19 1-68-16,24-5-18 15,15-4-9-15,13-6-82 16,52-8-373-16,-17 0-241 0,-5-6-398 15</inkml:trace>
  <inkml:trace contextRef="#ctx0" brushRef="#br0" timeOffset="87576.49">9869 9793 1662 0,'0'0'778'0,"0"0"-403"0,0 0-135 0,0 0-144 16,0 0-28-1,0 0-38-15,0 0-24 0,101-26 22 16,-63 26-28-16,6 0-9 15,1 7-9-15,9 2-61 16,-12 0-158-16,-11-4-473 0</inkml:trace>
  <inkml:trace contextRef="#ctx0" brushRef="#br0" timeOffset="87732.74">9943 9994 1918 0,'0'0'620'16,"0"0"-344"-16,0 0-122 16,0 0-118-16,0 0-23 0,142-8-13 15,-103 8-200-15,-8 2-365 16</inkml:trace>
  <inkml:trace contextRef="#ctx0" brushRef="#br0" timeOffset="104295.26">11142 9615 857 0,'0'0'294'0,"0"0"-132"0,0 0-37 0,0 0 11 16,0 0-15-16,-33 0 11 16,23 0-20-16,2 0-41 15,-1 4 2-15,0 2 45 16,0 0-37-16,0 2 8 16,-2 4-18-16,2 0-23 15,-2 2 29-15,0 4-35 16,-1 0 68-16,2 4 30 15,1 0-71-15,-1 2 0 0,4 2-5 16,2 0-33 0,-1 2 29-16,3 3-48 0,2 1-1 15,0 2 55-15,0 2-65 16,13-4 32-16,5 0-13 16,4-4-13-16,5-4 20 15,6-3-27-15,6-6 0 16,3-5 21-16,7-4-6 15,2-6-15-15,0 0 0 16,-1-8 6-16,-6-11-3 16,-6-8-3-1,-7-5 0-15,-9-8-20 0,-9-6 11 16,-7-6 8-16,-6-3-15 0,-12 1 16 16,-17 3-18-1,-11 6 12-15,-10 13-24 0,-12 14 15 16,-40 18-105-16,13 14-245 15,8 10-516-15</inkml:trace>
  <inkml:trace contextRef="#ctx0" brushRef="#br0" timeOffset="108839.01">1963 12440 894 0,'0'0'280'0,"0"0"-74"16,0 0 24-16,0 0 3 15,0 0-29-15,0 0-13 16,0 0 22-16,2-84-76 0,2 72 29 16,-2 2-22-1,0-2-63-15,1 2-3 0,1 2-45 16,-2 2-32-16,0 2 34 16,1 0-35-16,0 4 0 15,-1 0 4-15,-2 0-4 16,2 0 0-16,2 8-13 15,0 14 13-15,1 8 9 16,-1 4-9-16,0 4 0 16,2 1 0-16,-4-2 13 15,-2 0-14-15,0-3 1 16,0-6 0-16,0-2-7 16,0-8 7-16,0-4-56 0,-4-4 6 15,0-6-52-15,2-2-13 16,2-2-24-16,0 0-32 15,0 0 46 1,0-10-145-16,12-8-454 0,1 0-285 0</inkml:trace>
  <inkml:trace contextRef="#ctx0" brushRef="#br0" timeOffset="109120.23">2214 12454 1018 0,'0'0'617'15,"0"0"-401"-15,0 0 44 16,0 0 22-16,0 0-133 15,0 0-57-15,0 0-49 16,-27 14 27-16,-4 15-15 0,-2 0-46 16,-3 2 14-1,-1-5-23-15,0-4-10 0,2-4 4 16,-1-8-85-16,7-6-9 16,2-4 7-16,6 0 1 15,7-20 43-15,5-6-27 16,9-3 38-16,0 2 38 15,2 3 93-15,14 6 61 16,6 8 4-16,5 6-76 16,4 4 5-16,2 0-80 15,5 10 5-15,-2 12-24 16,13 11-98-16,-9-4-207 0,-7-7-830 16</inkml:trace>
  <inkml:trace contextRef="#ctx0" brushRef="#br0" timeOffset="109927.61">3097 12647 1073 0,'0'0'1113'0,"0"0"-811"0,0 0-134 16,0 0-104-16,0 0 5 15,93-121-69-15,-48 71 30 16,4-4-25-16,-1-2 7 15,0-4-24-15,-8 0 0 16,-5 1 12-16,-8 0-12 16,-9 4 19-16,-9 3-7 15,-5 6 36-15,-4 10 33 16,0 8-3-16,0 10-41 16,-6 12 4-16,-3 6 5 0,-3 0-34 15,-1 20-1 1,-1 16 0-16,4 10 1 0,-1 11 28 15,3 2-19-15,4 5 3 16,4 1 39-16,0-7-51 16,2-4 9-16,16-12-1 15,5-8-7-15,6-10 1 16,0-12-2-16,4-9-39 16,1-3 33-16,-3-4-78 15,-2-18-9-15,-2-9-64 16,-8-1 13-16,-1-2 66 15,-7 2 14-15,-2 8 64 16,-4 8 57-16,-3 10 34 16,-2 6-24-16,0 2-61 15,0 20 25-15,-5 6 48 0,-2 4-61 16,1-2-16-16,4-1 13 16,2-8-15-16,0-5-14 15,0-8-108-15,2-8-81 16,11 0-77-16,1-4-304 0</inkml:trace>
  <inkml:trace contextRef="#ctx0" brushRef="#br0" timeOffset="110333.86">3916 12280 1422 0,'0'0'327'0,"0"0"-60"0,0 0-29 0,0 0-26 15,-22 112-25-15,13-88-8 0,3-5-52 16,1-6-96-1,3-7-30-15,2-3 37 0,0-3-37 16,0 0 50-16,4-14-51 16,14-8-32-16,2-5 16 15,7 1-66-15,0 2-9 16,-2 8 64-16,-6 10-8 16,-3 6 35-16,-9 0 8 15,-3 20 7-15,-4 4 38 16,0-2-19-16,0-6-13 15,0-4 22-15,0-6-43 16,0-6 27-16,8 0 1 16,9-6-17-16,5-10-11 0,7-6-20 15,7 2-20-15,-1 0 38 16,3 4-20-16,-7 6 20 16,-4 10-7-16,-7 0-13 15,-7 8 22-15,-6 18-51 16,-7 18-137-16,-7-6-301 15,-10-2-1334-15</inkml:trace>
  <inkml:trace contextRef="#ctx0" brushRef="#br0" timeOffset="111036.97">3320 12944 1298 0,'0'0'593'0,"0"0"-406"0,0 0 5 0,0 0-14 15,0 0-95-15,0 0 23 16,0 0-30-16,91-32-63 16,-82 42 7-16,-5 16-4 15,-4 8-2-15,0 8 90 16,-2 6-29-16,-16 2 0 15,0-1-41-15,0-2-24 16,3-7 26-16,4-5-36 0,4-13 0 16,4-8 5-16,3-12 4 15,0-2-10-15,10-12 1 16,9-23-54-16,8-10 6 16,2-12-176-16,0-1 5 15,-2 6 109-15,-4 10 110 16,-10 12 15-16,-7 14 126 15,-6 10 1-15,0 6-57 16,0 0-84-16,0 14 58 16,-6 8 13-16,4 6-48 15,2 2 7-15,0-2-28 0,8 0 9 16,13-3-24 0,18-2-57-16,-5-6-252 0,-1-7-447 0</inkml:trace>
  <inkml:trace contextRef="#ctx0" brushRef="#br0" timeOffset="111224.45">3621 13030 1829 0,'0'0'752'0,"0"0"-512"0,0 0-141 0,0 0-29 16,0 0-65-16,0 0 5 15,131-22 1-15,-81 20-11 16,2 2-81-16,8 0-155 16,-10 0-287-16,-15 0-168 0</inkml:trace>
  <inkml:trace contextRef="#ctx0" brushRef="#br0" timeOffset="111427.61">3964 12923 1189 0,'0'0'771'15,"0"0"-450"-15,0 0-139 16,0 0-87-16,0 0-74 16,0 0 24-16,0 0-44 15,79 27 7-15,-75 9 16 16,-4 6-12-16,-4 4-12 0,-21 2 55 16,-10 1-31-16,-3-2-24 15,-4 4-5-15,9-13-202 16,13-14-290-16</inkml:trace>
  <inkml:trace contextRef="#ctx0" brushRef="#br0" timeOffset="111771.4">4302 12966 1702 0,'0'0'640'0,"0"0"-400"15,0 0-132-15,0 0-28 16,0 0 51-16,0 0-57 16,0 0 11-16,-45 108-49 15,45-76-23-15,12-2 38 16,12-6-45-16,7-6 8 15,0-7-5-15,2-10-3 16,-4-1-12-16,-4-1-15 16,-5-20-41-16,-11-3 37 15,-7-2-89-15,-2 0-43 16,0 2-59-16,-17 6-66 16,-10 2 9-16,7 4-208 15,-1 6-425-15</inkml:trace>
  <inkml:trace contextRef="#ctx0" brushRef="#br0" timeOffset="112036.95">4473 12773 628 0,'0'0'1974'0,"0"0"-1438"16,0 0-487-16,0 0-7 15,0 0-19-15,0 0-17 16,0 0-12-16,141-24-14 16,-106 30-143-16,-3-2-574 0</inkml:trace>
  <inkml:trace contextRef="#ctx0" brushRef="#br0" timeOffset="113896.68">7098 11967 580 0,'0'0'1225'0,"0"0"-846"0,0 0-163 16,0 0 11-16,0 0-12 15,0 0-103-15,0 0-51 0,31-16 41 0,-19 4-80 16,1-4 13-16,0-4-14 0,3-6-14 16,2-6 7-1,-1-4-14-15,-1-2 0 0,1-7-5 32,-1 1 13-32,0 2-8 15,-3 0 0-15,-2 4 6 16,-1 10 15-16,-4 6-12 15,-1 10 3-15,-5 8 18 16,0 4-30-16,0 0 0 16,0 18-6-16,0 18 6 15,0 12 0-15,0 14 0 0,0 6 0 0,0 7-14 16,0 1 14-16,-9 18-91 0,-3-18-273 31,-1-15-494-31</inkml:trace>
  <inkml:trace contextRef="#ctx0" brushRef="#br0" timeOffset="115095.64">5950 12310 1242 0,'0'0'386'0,"0"0"-127"0,0 0 70 0,0 0-88 16,0 0-100-16,0 0 16 15,0 0-86-15,12-20-12 0,-3 16-30 16,4 0-28-16,3 0 23 16,6 0-24-16,4 2 0 15,9-2-3-15,4 2 11 16,3 0-8-16,4 0 0 15,-2 0 1-15,-2 0 0 16,1 2-1-16,1-2-6 0,3 2-13 16,4-2 11-16,0 0 7 15,3 0-10-15,0 0 8 16,0 0-11-16,0 0 14 16,-2 0 0-16,-4 2-6 15,-1 0 15-15,-5 0-17 16,1 0 8-16,-5 0 0 15,-2 0-7-15,-3 0-8 16,-2 2 15-16,-2-2-2 16,2 0 13-16,0 0-17 15,3 0 6-15,1 0 0 0,4 0 9 16,1 0-9-16,2-2 0 16,3-2-18-16,-1 0-4 15,1 0 8-15,-1 0 5 16,-2 0 9-16,1 2-7 15,-5 2 7-15,-1 0 0 16,-3 0-12-16,-3 0 25 16,0 0-19-16,0 0 6 15,-2 0 0-15,0 0-3 16,2 0 3-16,3 0 0 16,-1 0 36-16,4 0-25 15,-2 0 13-15,1 0-24 16,1 0 1-16,1 0-2 15,3 0 1-15,-4 0-3 16,1 0-11-16,-3 0 22 0,1 0-8 16,0 0 0-1,0 0 1-15,-3 0-13 0,3-2 12 16,-5 0-4-16,-2 2-5 16,-2 0-14-16,-5 0 17 15,0-2-3-15,-4 2 5 16,-1-2-11-16,-3 2-6 15,1-2-55-15,-1 0-55 16,4 0-186-16,-2 0-62 16,-3-2-306-16</inkml:trace>
  <inkml:trace contextRef="#ctx0" brushRef="#br0" timeOffset="116626.89">6243 13225 719 0,'0'0'1197'0,"0"0"-804"0,0 0-121 16,0 0-84-16,0 0-17 16,0 0-73-16,0 0-42 15,62-72 18-15,-45 51-62 16,2-1-12-16,1-2 32 15,-1-2-11-15,4-2-21 16,0-4 0-16,-4 0 1 16,-1 1-1-16,-5 3 0 15,-1 5 0-15,-8 5-2 0,1 8 22 16,-5 3-16-16,2 7-4 16,-2 0 8-16,0 0-26 15,0 4 18 1,0 20 0-16,-5 9 15 0,-3 11-9 15,-6 8 7-15,1 4-7 16,-1 4 6-16,3 0-19 16,3-4 7-16,2-3-72 15,6-7-18-15,0-12-428 16,14-14-475-16</inkml:trace>
  <inkml:trace contextRef="#ctx0" brushRef="#br0" timeOffset="116892.79">6786 13176 1759 0,'0'0'521'0,"0"0"-445"16,0 0-1-16,0 0 26 16,0 0 27-16,136 0-14 15,-80 0-89-15,-1 0-10 16,1 0-15-16,-9-5-140 0,-7-8-147 16,-11 5-283-1,-11-2-471-15</inkml:trace>
  <inkml:trace contextRef="#ctx0" brushRef="#br0" timeOffset="117064.67">7095 12980 1765 0,'0'0'394'0,"0"0"-234"16,0 0-27-16,0 0-42 15,-50 140 7-15,40-92-71 16,4 2-20-16,4 15-7 15,-1-15-296-15,3-14-654 0</inkml:trace>
  <inkml:trace contextRef="#ctx0" brushRef="#br0" timeOffset="117893.29">7617 13343 1137 0,'0'0'676'0,"0"0"-532"0,0 0 69 16,0 0 9-16,0 0-8 0,0 0-33 15,0 0-92 1,143-20-19-16,-112 6-70 0,0-2 0 15,-2-1 13-15,-4-1-6 16,-3 0-14-16,-6-1-10 16,-6 1-45-16,-7-1 44 15,-3 1-30-15,-3 0 37 16,-18 6 4-16,-10 4 14 16,-8 6 8-16,-3 2 15 15,0 2-10-15,-1 18 53 16,6 6-49-16,5 7 4 15,8 0 57-15,11 6-62 16,8 1 28-16,5-2-27 16,5 0-11-16,22-4 55 0,10-6-67 15,12-4 11-15,7-10-12 16,6-6-4-16,2-8-35 16,21-6-90-16,-16-16-251 15,-11-2-444-15</inkml:trace>
  <inkml:trace contextRef="#ctx0" brushRef="#br0" timeOffset="118627.67">8446 12685 1512 0,'0'0'570'0,"0"0"-365"0,0 0-92 16,0 0 44-1,0 0-65-15,0 0-4 0,0 0 42 16,35-92-91-16,-27 68 13 16,0-2 19-16,-3-1-37 15,-1 0 56-15,-4 4-53 16,0 3 2-16,0 6 59 16,0 6-57-16,0 5 27 15,0 0-37-15,0 3-29 16,0 0 5-16,0 0-7 15,0 0-10-15,2 3-10 16,3 12-19-16,-2 11 38 0,1 9-5 16,-2 5-3-1,-2 6-2-15,0 0-57 0,0 2-48 16,0 6-16-16,2-10-395 16,0-14-284-16</inkml:trace>
  <inkml:trace contextRef="#ctx0" brushRef="#br0" timeOffset="118893.29">8212 12905 1060 0,'0'0'1191'0,"0"0"-656"0,0 0-381 0,0 0-26 16,0 0-27-16,127-11-55 15,-73 4-32-15,3 2 17 16,3-1-31-16,-4 2-52 16,2 0-225-16,-16 1-435 15,-13 3-786-15</inkml:trace>
  <inkml:trace contextRef="#ctx0" brushRef="#br0" timeOffset="119441.06">8455 12996 1035 0,'0'0'718'16,"0"0"-451"-1,0 0-122-15,0 0-6 16,0 0 34-16,0 0-79 15,0 0 1-15,53-8-41 16,-48 8-20-16,0 0 41 0,-3 4-33 16,-2 12-29-1,0 4 35-15,0 8-35 0,0 2 49 16,-2 4 0-16,-8-1-35 16,2-8 25-16,3-3-51 15,1-6-1-15,2-6 30 16,2-6-18-16,0-4-3 15,0 0-9 1,6 0-2-16,9-16-14 0,6-8-115 16,-3-8-175-16,-5-4-30 0,-2 2-300 15,-6 2 0 1,-3 12 636-16,-2 10 505 0,0 10-188 16,0 0-92-16,-7 10-45 15,5 10-7-15,2 2-87 16,0 0-3-16,11 0-40 15,29-2-43-15,-2-4-148 16,-1-8-575-16</inkml:trace>
  <inkml:trace contextRef="#ctx0" brushRef="#br0" timeOffset="131293.84">22340 2278 910 0,'0'0'1072'0,"0"0"-736"0,0 0-118 0,0 0 64 15,0 0-128-15,0 0 6 16,0 0-111-16,0 0-11 16,0 0 17-16,0 0-38 15,0 0 44-15,0 0-30 16,0 0-11-16,0 0 71 15,0 0-91-15,0 0 20 0,2 0-2 16,10-12-17 0,5-6-2-16,1 0-32 15,1 0-2-15,-2 0 16 0,-5 1-19 16,-4 3 10-16,-6 0 13 16,-2 2-5-16,0 1 8 15,-2 2 12-15,-16 3 0 16,-7 6 2-16,-4 0-2 15,-4 15 0-15,0 12 10 16,4 8 0-16,5 5 8 16,10 2-18-16,12-5 0 15,2 2 15-15,20-7-15 16,18-4 0-16,13-8 0 0,6-8-64 16,9-6-2-1,-2-6-80-15,7-2-202 0,-12-16-190 16,-20 0-599-16</inkml:trace>
  <inkml:trace contextRef="#ctx0" brushRef="#br0" timeOffset="131543.84">22354 1736 1030 0,'0'0'1458'0,"0"0"-997"0,0 0-317 0,0 0-51 16,0 0-62-16,0 0 14 16,0 0-45-16,131-16 0 15,-91 16-24-15,1 0-75 16,9 6-247-16,-9 4-303 15,-5-4-561-15</inkml:trace>
  <inkml:trace contextRef="#ctx0" brushRef="#br0" timeOffset="131996.96">22897 1600 1761 0,'0'0'393'15,"0"0"-241"-15,0 0 16 0,0 0-84 16,0 0-12-16,0 0 116 16,0 0-119-16,-44 88-1 15,44-43-24-15,0-4-34 16,4-5 19-16,8-8-29 16,-4-7 0-16,1-11 37 15,0-6-25-15,0-4 0 16,0 0 8-16,4-18-19 15,7-10-2-15,5-8-25 16,8-7-63-16,7 1-3 0,7 4-88 16,0 8 87-1,-2 12 53-15,-5 10 40 0,-9 8 46 16,-9 0 17-16,-7 0-32 16,-7 10 45-16,-6 2-50 15,-2-2 33-15,0 2-6 16,-16-2-5-16,-9 0 43 15,-8-2-58-15,-5-2-17 16,-9-2 4-16,1 2-20 16,-6 4-57-16,-10 13-215 15,11-4-262-15,13 2-624 0</inkml:trace>
  <inkml:trace contextRef="#ctx0" brushRef="#br0" timeOffset="132262.56">23412 2199 2590 0,'0'0'575'0,"0"0"-498"15,0 0 5-15,0 0-75 0,0 0-6 16,0 0-1-16,136-8-3 16,-83 8-64-16,-10 0-234 15,-14 0-476-15</inkml:trace>
  <inkml:trace contextRef="#ctx0" brushRef="#br0" timeOffset="132434.46">23561 2334 2070 0,'0'0'631'16,"0"0"-444"-16,0 0-71 16,0 0-43-16,141-36-73 15,-76 16-22-15,-11 6-260 0,-2-1-887 16</inkml:trace>
  <inkml:trace contextRef="#ctx0" brushRef="#br0" timeOffset="132809.44">24619 1927 2170 0,'0'0'313'15,"0"0"-245"-15,0 0 8 16,35-108-49-16,-27 73 73 0,1-1-29 16,-1 2-54-16,0 2 33 15,-2-2-11-15,1 2-7 16,-1 2 47-16,4 6-22 15,-4 4 49-15,-1 8-43 16,-1 6 4-16,-2 3 26 16,0 3-93-16,-2 0-25 15,0 25 23-15,0 15-22 16,0 14 18-16,0 14 6 16,-10 12-68-16,-4 35-45 15,5-19-350-15,0-18-278 0</inkml:trace>
  <inkml:trace contextRef="#ctx0" brushRef="#br0" timeOffset="132965.73">24330 2300 1677 0,'0'0'1145'16,"0"0"-913"-16,0 0-142 15,156-44-55-15,-85 32-34 16,14 2 9-16,4 4-10 16,31 4-135-16,-20 2-432 15,-17 0-720-15</inkml:trace>
  <inkml:trace contextRef="#ctx0" brushRef="#br0" timeOffset="133434.44">24201 2984 1228 0,'0'0'337'0,"0"0"-168"16,0 0 48-16,0 0 9 15,0 0-36-15,116-57-87 16,-90 39 5-16,-1-2-97 16,-3-2 7-16,-7 2 29 15,-5 0-45-15,-10 2 22 16,0 0-24-16,-12 4 9 15,-14 4-20-15,-3 6 11 16,-4 4 0-16,1 2 28 16,1 18 23-16,5 8 55 15,5 4-19-15,11 4-50 16,7 0 51-16,3 0-82 16,11-4 9-16,25-1 20 0,8-8-35 15,12-5-12-15,22-11-153 16,-13-5-319-16,-12-2-593 0</inkml:trace>
  <inkml:trace contextRef="#ctx0" brushRef="#br0" timeOffset="133668.84">24490 2717 1696 0,'0'0'859'0,"0"0"-613"0,0 0-215 0,0 0-14 15,131-18-17-15,-79 10-133 16,-9-1-175-16,-12 0-857 0</inkml:trace>
  <inkml:trace contextRef="#ctx0" brushRef="#br0" timeOffset="133809.44">24702 2582 401 0,'0'0'1633'0,"0"0"-1137"16,0 0-333-1,0 0-34-15,0 0-61 16,0 0 3-16,0 0-71 0,-48 113-71 15,48-85-224-15,6-8-510 0</inkml:trace>
  <inkml:trace contextRef="#ctx0" brushRef="#br0" timeOffset="134168.81">24945 2542 2152 0,'0'0'362'15,"0"0"-262"-15,0 0-24 16,0 0 55-16,0 0-47 16,-42 104-44-16,42-79 23 0,0-7-55 15,2-6 7-15,13-8-15 16,4-4-63-16,2 0-15 16,8-10-154-16,8-12-97 15,2-6 23-15,8 0-4 16,0-1 232-16,-3 7 78 15,-11 8 501-15,-8 6-16 16,-13 6-281-16,-12 2-119 16,0 0 4-16,-8 6-22 15,-15 5 75-15,-6 0-49 16,-10 1-73-16,-1-3-20 16,-26-4-81-16,7-2-202 15,6-3-443-15</inkml:trace>
  <inkml:trace contextRef="#ctx0" brushRef="#br0" timeOffset="134679.59">25716 2121 1906 0,'0'0'821'0,"0"0"-497"0,0 0-143 0,0 0-61 15,0 0-71 1,127-4-49-16,-78 4 0 0,-3 0-19 15,-10 0-140-15,-11 0-344 16,-21 10-562-16</inkml:trace>
  <inkml:trace contextRef="#ctx0" brushRef="#br0" timeOffset="134804.59">25751 2298 1407 0,'0'0'733'0,"0"0"-522"15,0 0-6-15,0 0-87 16,168 14-118-16,-101-19-108 15,-1-6-931-15</inkml:trace>
  <inkml:trace contextRef="#ctx0" brushRef="#br0" timeOffset="135429.59">27414 1953 1378 0,'0'0'1017'0,"0"0"-676"0,0 0-237 16,0 0-72-16,0 0 26 15,74-122-58-15,-55 79 1 16,-1-1 21-16,-5-2-4 15,-1 0-26-15,-3 0 8 16,-3 4 0-16,-2 8 88 16,1 6-26-16,-1 10 7 15,-1 10 33-15,-3 3-93 16,2 5 6-16,-2 5-15 16,0 21-17-16,0 18-16 15,0 14 33-15,-11 16-52 16,-18 44-20-16,5-13-244 15,-1-17-329-15</inkml:trace>
  <inkml:trace contextRef="#ctx0" brushRef="#br0" timeOffset="135632.69">27021 2312 1592 0,'0'0'987'0,"0"0"-684"16,0 0-89-16,0 0-162 16,137 0-16-16,-56 0 29 15,14 0-64-15,24 0 18 16,-9 0-19-16,0 0-70 16,23-5 13-16,-44 0-420 15,-7-3-639-15</inkml:trace>
  <inkml:trace contextRef="#ctx0" brushRef="#br0" timeOffset="138038.97">27071 2797 2009 0,'0'0'522'0,"0"0"-277"0,0 0-60 16,0 0-75-16,0 0-14 15,0 0-66 1,113-28 27-16,-54 20-48 0,3 0 8 16,0 0-20-16,-9 0 3 15,-8 2-74-15,-14-2-28 16,-13 2-255-16,-11 0-126 15,-7 0-350-15</inkml:trace>
  <inkml:trace contextRef="#ctx0" brushRef="#br0" timeOffset="138210.84">27424 2601 1453 0,'0'0'567'0,"0"0"-357"15,0 0-49-15,0 0-70 0,0 0-54 16,0 0 64-1,0 0-37-15,-75 126-58 0,64-80 22 16,7-2-28-16,4-8-150 16,21-8-82-16,13-10-136 15,-1-12-418-15</inkml:trace>
  <inkml:trace contextRef="#ctx0" brushRef="#br0" timeOffset="138601.47">27636 2642 1393 0,'0'0'569'16,"0"0"-427"-16,0 0 66 0,0 0-17 15,0 0-66-15,-33 123 20 16,33-89 4-16,0-2-129 16,0-8-4-16,2-6 19 15,12-6-29-15,1-8 30 16,5-4-36-16,3 0 7 15,1-10-32-15,7-10-2 16,3-6-20-16,4 0-21 16,2 0-56-16,-1 6 100 15,-5 6 9-15,-5 8 15 16,-11 6 64-16,-7 0-64 16,-11 0 8-16,0 8 45 0,-2 4 6 15,-20-2 63-15,-5-4-58 16,-6-2-54-16,-6-4 61 15,-1 0-71-15,1 0-1 16,-4-4 1-16,1-6-99 16,-12 4-144-16,10 2-290 15,6 2-744-15</inkml:trace>
  <inkml:trace contextRef="#ctx0" brushRef="#br0" timeOffset="140440.76">28648 2181 1337 0,'0'0'859'0,"0"0"-572"0,0 0 65 0,0 0-122 15,0 0-59 1,0 0-49-16,0 0-68 0,31-26-12 16,0 26-42-16,10 0 0 15,7 0-13-15,6 0 11 16,0 0-25-16,-6 0-98 15,2 0-149-15,-13 0-356 16,-12 0-636-16</inkml:trace>
  <inkml:trace contextRef="#ctx0" brushRef="#br0" timeOffset="140628.26">28695 2382 2225 0,'0'0'630'16,"0"0"-471"-16,0 0-26 16,0 0-123-16,0 0 20 15,0 0-30-15,156-16-54 16,-96 14-138-16,-11 2-465 16,-6 0-653-16</inkml:trace>
  <inkml:trace contextRef="#ctx0" brushRef="#br0" timeOffset="141159.54">29649 2043 1620 0,'0'0'344'16,"0"0"-108"-16,0 0 84 0,0 0-137 15,0 0-35 1,0 0-42-16,0 0-77 0,-101 2 56 16,79 38-22-1,2 10-45-15,7 3 73 0,5 1-77 16,8-2 10-16,0-6 10 16,10-6-25-16,15-6 13 15,6-10-22-15,7-10 6 16,1-8-9-16,5-6 3 15,-3-6-18-15,-5-20 16 16,-9-10-34-16,-12-8 35 16,-8-6-37-16,-7-2 11 15,0 2 6-15,-5 4-18 16,-12 11-39-16,-21 9-162 16,5 12-363-16,-2 8-641 0</inkml:trace>
  <inkml:trace contextRef="#ctx0" brushRef="#br0" timeOffset="144239.31">9484 12144 2032 0,'0'0'485'0,"0"0"-381"16,0 0 92-16,0 0-81 15,0 0-19-15,0 0-89 0,148 6 1 16,-82-5 17 0,3-1-16-1,-2 0-18-15,7 3-37 16,-18 1-265-16,-16-2-297 0</inkml:trace>
  <inkml:trace contextRef="#ctx0" brushRef="#br0" timeOffset="144411.31">9580 12384 1842 0,'0'0'682'0,"0"0"-534"16,0 0 25-16,133-10-42 16,-67 2-130-16,1-2 11 15,22 4-12-15,-18 2-158 16,-11 2-525-16</inkml:trace>
  <inkml:trace contextRef="#ctx0" brushRef="#br0" timeOffset="145000.6">10970 12132 1061 0,'0'0'266'15,"0"0"-157"-15,0 0 39 16,0 0 11-16,0 0-42 15,48-121 21 1,-38 97-41-16,1 0 18 0,3 0 59 16,1 0-3-16,-1 2 63 15,-1 4-112-15,-1 4-53 16,-4 6 24-16,-3 2-92 16,-3 4 16-16,-2 2-17 15,2 0-3 1,-2 12-9-16,0 14 8 0,0 8 4 15,0 10 9-15,0 5 4 16,0 2-4-16,-6 3-9 16,-3-1 0-16,-1 1-5 15,0-4 5-15,-6-2-36 0,-4-6-67 16,-7-4-146 0,-6-6-25-16,-7-7 3 0,-1-6 63 15,8-6 167-15,6-5 41 16,14-7 92-16,13-1 191 15,0 0 175-15,27 0-191 16,15-12-165-16,10 1-45 16,8-3 4-16,0 3-61 15,0 4-31-15,2 0 11 16,-13 3-333-16,-16 2-617 0</inkml:trace>
  <inkml:trace contextRef="#ctx0" brushRef="#br0" timeOffset="149730.96">12508 9860 1237 0,'0'0'302'0,"0"0"-89"0,0 0 46 0,0 0 16 16,0 0 10-16,0 0-53 15,-5-24-117-15,16 17-19 16,10 2-96-16,1 0 9 16,3 4-4-16,1 1-5 15,3 1-1-15,-2 23 1 16,-5 13 0-16,-1 13-9 15,-8 12 11-15,-7 12-2 16,-4 10 81-16,-2 5-80 16,0 1 30-16,0 0 0 0,-8-6-30 15,-3-5 35-15,1-7-36 16,2-8 0-16,1-8 10 16,5-10-1-16,2-12-9 15,0-8 0-15,0-7-42 16,0-8 32-16,-4-4-88 15,-8-2-24 1,-3 1 121-16,-6 2-59 16,-1 6 36-16,4 12-10 0,5 13 5 15,8 13 17-15,5 14 12 16,0 10 0-16,23 8-23 16,4 2 42-16,0 3-19 15,-6-9 0-15,-5-4 1 16,-11-11 10-16,-5-11-11 15,-3-10 0-15,-21-12 15 16,-8-6-8-16,-3-10-14 16,-3-4 2-16,5-4-92 15,2-8-63-15,10 0-329 16,13-8-492-16</inkml:trace>
  <inkml:trace contextRef="#ctx0" brushRef="#br0" timeOffset="150137.2">13430 11003 1661 0,'0'0'884'0,"0"0"-498"0,0 0-140 15,0 0-135-15,0 0-52 16,0 0-59-16,165-41 14 16,-83 29-2-16,3 2-12 15,0 2-20-15,-9 2 19 16,-14 5-128-16,-6-2-102 16,-18 3-370-16,-18 0-632 0</inkml:trace>
  <inkml:trace contextRef="#ctx0" brushRef="#br0" timeOffset="150340.84">13593 11127 1716 0,'0'0'805'0,"0"0"-444"15,0 0-255-15,0 0-64 16,114-14 34-16,-59 10-57 15,8 0 11-15,-1 2-30 16,-6 2-71-16,0-2-110 0,-16 0-350 16,-13-2-385-16</inkml:trace>
  <inkml:trace contextRef="#ctx0" brushRef="#br0" timeOffset="150512.71">14259 10766 1702 0,'0'0'1076'0,"0"0"-857"16,0 0-167-16,0 0 28 15,0 0-65-15,67 128 49 16,-80-64-16-16,-23 8-46 16,-13 7-2-16,-29 23-57 15,11-20-323-15,7-15-562 0</inkml:trace>
  <inkml:trace contextRef="#ctx0" brushRef="#br0" timeOffset="151497.09">15284 11275 1642 0,'0'0'710'0,"0"0"-544"16,0 0-111-16,154-64-47 0,-94 24 7 16,2-8-15-1,3-8-15-15,2-8 6 16,-2-4-129-16,-3-9-89 16,5-17-5-16,2-24-62 15,-9-25 66-15,-13 9 132 0,-21 30 96 16,-16 35 125-16,-10 31 203 15,0 8 57-15,0 8-96 16,-10 10-130-16,-12 12-54 16,-2 26-35-16,-10 39-3 15,-1 39 84-15,2 32-90 16,4 10 34-16,10-23 2 16,13-35-49-16,6-34 19 0,0-8-67 15,6 2 1 1,19 1 19-16,6-5 1 0,9-14-21 15,5-14 0-15,-1-12-42 16,3-4 31-16,-5-10-74 16,-2-20-24-16,-6-9 53 15,-3-6-167-15,-2-5-11 16,-7-1 76-16,-3 9 102 16,-9 10 56-16,-3 14 134 15,-5 14 88-15,-2 4-50 16,0 18-162-16,0 16 54 15,0 8-14-15,0 0-32 16,-2 0 18-16,2-4-36 16,0-7 0-16,0-9-21 15,0-10-20-15,22-12-201 0,-1-4-114 16,-2-17-661-16</inkml:trace>
  <inkml:trace contextRef="#ctx0" brushRef="#br0" timeOffset="151903.34">16632 10756 1672 0,'0'0'519'0,"0"0"-257"0,0 0-51 15,-11 143 40-15,2-107-93 16,4-9-95-16,1-4 0 16,4-11-63-16,0-8 0 15,0-4 35-15,0 0-23 16,11-11-24-16,7-11-2 15,7-6-56-15,6-4 7 16,2 4-75-16,3 8 65 16,-5 10 72-16,-6 10 2 0,-12 4 48 15,-11 24 7-15,-2 7-13 16,0-2 63-16,-11 0-64 16,0-9-25-16,4-10 25 15,7-10-21-15,0-4-9 16,20-6-12-16,18-23-17 15,11-3 2-15,9-8-54 16,5 2 35-16,-1 0 11 16,-4 8 14-16,-12 8 9 0,-12 14 35 15,-14 8-34 1,-14 6 9-16,-6 26-10 0,-24 38-41 16,-12-6-96-16,-1-6-510 15</inkml:trace>
  <inkml:trace contextRef="#ctx0" brushRef="#br0" timeOffset="152497.12">15603 11721 1096 0,'0'0'788'0,"0"0"-515"15,0 0-152-15,0 0-14 16,0 0 16-16,0 0 26 0,125-49-100 16,-110 70 9-1,-9 8-12-15,-6 11 8 0,0 5 48 16,-2 3-60-16,-13-2-6 15,-3-4 14-15,5-10-44 16,1-10 6-16,6-8-12 16,3-8 6-16,3-6 0 15,0-2-6-15,7-22-67 16,11-14-45-16,0-12-123 16,0-10-18-16,0 0-94 15,-5 6-194-15,-5 14 541 16,-2 15 292-16,-6 21 87 0,0 4-231 15,-12 20-67 1,1 17 43-16,5 3-26 0,6 4 8 16,0-2 15-16,21-4-120 15,16-8-1-15,22-12-112 16,-5-8-356-16,-9-10-650 0</inkml:trace>
  <inkml:trace contextRef="#ctx0" brushRef="#br0" timeOffset="152653.34">15988 11747 1046 0,'0'0'1101'16,"0"0"-859"-16,0 0-156 16,149 0-77-16,-86 1-9 15,22-1-1-15,-16 0-225 16,-11-5-603-16</inkml:trace>
  <inkml:trace contextRef="#ctx0" brushRef="#br0" timeOffset="152888.15">16522 11592 1714 0,'0'0'400'0,"0"0"-332"15,0 0-5-15,0 0 11 16,74 111-12-16,-69-67 63 0,-5 3-85 16,0 4-16-1,-25-1 15-15,-4-4-38 0,-2-8 14 16,2-10-15-16,12-7-152 16,7-12-184-16,10-9-676 0</inkml:trace>
  <inkml:trace contextRef="#ctx0" brushRef="#br0" timeOffset="153169.37">16875 11638 1965 0,'0'0'621'16,"0"0"-531"-16,-40 109 102 15,40-58-27 1,0 0-94-16,22-5 1 0,21-8-54 15,7-14-17 1,6-14 41-16,-2-10-34 0,-8-12-8 16,-15-22 0-16,-12-12-8 15,-19-6-5-15,-3-4-10 16,-28 0-35-16,-13 7 25 16,-34 11-114-16,11 14-86 15,7 12-350-15</inkml:trace>
  <inkml:trace contextRef="#ctx0" brushRef="#br0" timeOffset="154601.75">19881 10088 1015 0,'0'0'959'0,"0"0"-579"0,0 0-182 15,0 0 58-15,0 0-123 16,33-122-72-16,-9 75 35 15,3-4-96-15,2-6 0 16,0-3 10-16,-2 2 2 16,-2 2-12-16,-6 10 0 15,-3 12 2-15,-5 12 5 16,-7 16-7-16,-4 6 0 16,0 18-9-16,0 24 24 15,-2 16 11-15,-9 18 16 16,-4 11-35-16,-1 19 8 15,3-8-15-15,1 2-57 0,-3 17-107 16,6-37-452 0,-2-8-704-16</inkml:trace>
  <inkml:trace contextRef="#ctx0" brushRef="#br0" timeOffset="155164.25">18248 10796 1513 0,'0'0'385'0,"0"0"-256"0,0 0 91 15,0 0 66-15,0 0-43 16,0 0-88-16,0 0-95 16,109-26-41-16,-25 20 75 15,41 2-82-15,56-2 5 16,35-2 1-16,22-4-2 16,14 0-17-16,0-2 1 15,14 4 0-15,9-2 13 16,-8 2-13-16,-11 3 0 15,-19 2 5-15,-19-1 7 0,-21 3-2 16,-22 2-10 0,-23-2 0-16,-34 3-6 0,-33 0 8 15,-29 0-2-15,-17 0 0 16,-1 0-44-16,-5 0-5 16,-8 4-241-16,-14 1-182 15,-11-5-170-15</inkml:trace>
  <inkml:trace contextRef="#ctx0" brushRef="#br0" timeOffset="156096.65">18884 11973 1969 0,'0'0'631'0,"0"0"-506"0,0 0-119 16,0 0-4-16,119-118 45 15,-80 70-41-15,7-5-12 16,-2-3-11-16,-1 0-48 16,-6 2 34-16,-3 4-45 15,-12 8 76-15,-5 8 27 0,-7 14 79 16,-8 10 70-16,-2 10-81 16,0 2-94-16,0 28 39 15,-2 16-9-15,-10 12 3 16,2 10 40-16,0 8-67 15,1 3 22-15,5-5-29 16,4-8-43-16,6-4-37 16,17-20-283-16,4-16-402 0</inkml:trace>
  <inkml:trace contextRef="#ctx0" brushRef="#br0" timeOffset="156299.75">19724 11771 1923 0,'0'0'601'15,"0"0"-431"-15,0 0-73 16,0 0-40-16,159-14-13 16,-88 10 28-16,2-1-72 15,-1 1-1-15,-3-4-208 16,-17 1-286-16,-19-1-390 0</inkml:trace>
  <inkml:trace contextRef="#ctx0" brushRef="#br0" timeOffset="156471.66">20119 11544 2070 0,'0'0'487'16,"0"0"-363"-16,0 0 61 15,-105 136-70-15,85-81-11 16,9 3-98-16,11-4-5 16,15 8-1-16,16-14-212 15,3-16-404-15</inkml:trace>
  <inkml:trace contextRef="#ctx0" brushRef="#br0" timeOffset="156862.28">20716 11905 1416 0,'0'0'747'16,"0"0"-497"-16,0 0-55 15,0 0-165-15,0 0-8 16,142-40-22-16,-90 18-28 15,-3-4-12-15,-7-2-162 16,-8-4 5-16,-14 0 41 16,-16 0 14-16,-4-1 124 0,-8 1 18 15,-27 8 97-15,-4 6 190 16,-8 12-77-16,0 6-64 16,5 12-16-16,3 20-23 15,16 8 13-15,7 7-37 16,16 3-24-16,0 0 38 15,27 0-95-15,15-2-2 16,7-8 0-16,9-8-11 16,25-10-67-16,-14-10-225 15,-9-12-434-15</inkml:trace>
  <inkml:trace contextRef="#ctx0" brushRef="#br0" timeOffset="157362.31">21674 11065 1731 0,'0'0'499'0,"0"0"-337"0,0 0-63 0,0 0-45 15,0 0 2-15,0 0-14 16,0 0-2-16,49-98-40 16,-42 66 0-16,0-3 5 15,1-1-4-15,1-2-1 16,1 4 13-16,0 2-3 16,-1 10 146-16,-2 6-22 15,-2 10-38-15,-3 6-6 16,-2 0-90-16,0 22-2 15,0 14-5-15,0 14 14 0,0 11-19 16,0 4 12 0,-4 4-42-16,-6 15-30 0,1-20-381 15,-1-12-251-15</inkml:trace>
  <inkml:trace contextRef="#ctx0" brushRef="#br0" timeOffset="157534.21">21317 11351 1741 0,'0'0'819'15,"0"0"-489"-15,0 0-212 0,0 0-33 16,172 0 14 0,-90 0-79-16,7 0-19 0,3-4 5 15,17-1-6-15,-26 0-108 16,-16 0-567-16</inkml:trace>
  <inkml:trace contextRef="#ctx0" brushRef="#br0" timeOffset="158128.49">21735 11426 717 0,'0'0'944'16,"0"0"-601"-16,0 0-138 15,0 0 37-15,0 0-71 16,0 0-30-16,0 0 8 15,2 0-95-15,2 8-24 16,0 6 68-16,-1 6-74 16,-3 4 15-16,0 4-10 15,0 4-11-15,-3 0 64 16,-7 2-62-16,-2-4-8 16,1 0 52-16,0-5-63 0,2-7 15 15,2-4-16 1,3-5 0-16,2-5 12 0,2-1-12 15,0-3 0-15,0 0-14 16,13-8 14-16,9-17-19 16,12-8-63-16,3-10-32 15,4-3 9-15,-3-2-164 16,-9 4 74-16,-9 10 195 16,-11 10 16-16,-9 14 272 15,0 10-139-15,-16 0-86 0,0 6 29 16,5 16-92-1,9 6 0-15,2 4 31 0,20 0-17 16,22-2-28-16,9-8-22 16,28-12-145-16,-10-6-333 15,-11-4-888-15</inkml:trace>
  <inkml:trace contextRef="#ctx0" brushRef="#br0" timeOffset="159793.94">23379 10231 1844 0,'0'0'703'0,"0"0"-501"0,0 0-3 15,47-105-60-15,-34 87-93 16,-5 6 34-16,2 8-52 15,-4 4-14-15,3 18 1 16,0 22 10-16,-2 21-17 16,-3 9 59-16,-4 4-57 15,0-2 31-15,0-8-41 16,0-9 0-16,0-14-6 16,0-6 6-16,5-13-1 0,3-8-20 15,4-10-51-15,3-4 48 16,1 0-36-16,2-22-19 15,-2-13 7-15,-1-9-163 16,-1-4 35-16,-6 2 37 16,-3 8 148-16,-5 14 15 15,0 16 178-15,-3 8-149 16,-13 14 53-16,3 16-35 16,9 4 21-16,4 2 12 15,4-5-51-15,30-8 29 16,13-10-58-16,11-12 10 15,7-1-21-15,3-15-19 0,-3-16-86 16,-5-7-61 0,-10-10-18-16,-8-12 52 15,-9-24-3-15,-6 2 54 0,-5-4 80 16,-7 3 24-16,-4 29 126 16,-3 10 140-16,-4 24-47 15,-4 20-122-15,0 4-92 16,0 36-17-16,0 16 126 15,-4 12-100-15,-8 11 31 16,1-2-20-16,0 2-36 16,-3-11 42-16,4-10-43 15,0-11 0-15,8-14 6 16,2-12-5-16,0-11-1 16,16-9 0-16,9-1-39 15,6-10 13-15,4-16-128 0,1-3-98 16,-7-2 46-1,-4 7-5 1,-10 10 140-16,-11 12 58 16,-4 2 13-16,0 12 34 0,0 14 117 0,-7 2-57 15,1 2 22 1,4-5-85-16,0-6 6 0,2-6-2 16,0-8-35-16,0-5 59 15,0 0-17-15,0-5 15 16,10-16-27-16,9-4-30 15,5-4-29-15,10 3-39 16,8 4-25-16,5 6 23 16,1 6-46-1,2 8 94-15,-4 2 21 0,-1 0 2 16,-3 0 44-16,-2 0 4 16,-1 0-11-16,-4-6 0 15,-4-8-38-15,-4-2 0 16,-10-4-16-16,-5-2 15 15,-7 0-19-15,-5 2 8 16,0 8 12-16,0 12 75 16,0 0-75-16,-7 24 0 15,-3 18 74-15,0 14-36 16,-6 8 5-16,0 9 3 16,-2 3-45-16,-1-2 59 15,-2-6-60-15,1-6-78 0,3-14-62 16,-8-9-82-16,5-16-142 15,2-13-519-15</inkml:trace>
  <inkml:trace contextRef="#ctx0" brushRef="#br0" timeOffset="159981.41">24586 10204 2212 0,'0'0'729'0,"0"0"-602"0,139-62-82 16,-73 44 0-16,-1 8-45 16,-5 10-14-16,-6 3 4 15,-17 16-510-15,-16 3-834 0</inkml:trace>
  <inkml:trace contextRef="#ctx0" brushRef="#br0" timeOffset="160325.16">26186 10120 1385 0,'0'0'758'15,"0"0"-551"-15,0 0-170 16,0 0-34-16,0 0 28 16,0 0 21-16,2 137 106 15,-6-59-58-15,-3 0-21 16,-2 0-58-16,2-8-8 15,-2-7-26-15,1-9-13 16,-8-6-176-16,1-14-154 16,1-14-605-16</inkml:trace>
  <inkml:trace contextRef="#ctx0" brushRef="#br0" timeOffset="160840.84">25863 10560 1448 0,'0'0'383'0,"0"0"-117"15,154-31-212-15,-81 26-44 16,1 0 27-16,-7 5 45 16,-11 0 30-16,-14 5-72 15,-15 13 31-15,-17 5 127 16,-10 4-96-16,0-1 31 16,-17-2 4-16,-3-4-93 0,6-6 2 15,7-6-46 1,7-8 1-16,0 0 65 0,5-2-66 15,19-18-7 1,7-6 6-16,5-5-71 0,0 4 33 16,-2 2-28-16,-10 9-10 15,-11 10 53-15,-6 6 0 16,-7 0 24-16,0 15 27 16,0 4 27-16,-11 2 42 15,4-6-77-15,2-2-13 16,5-8 42-16,0-5-25 15,12 0-14-15,12 0-9 16,7-8-7-16,10-6 6 16,1-1-52-16,3 1 24 15,-3 3-5-15,-7 5 34 0,-3 6-1 16,-12 0 0-16,-9 10-13 16,-9 11-4-16,-2 5 18 15,-2-1 0-15,-16 0-18 16,-6-3 18-16,-5-4-129 15,-2-6-105-15,-25-12-270 16,6 0-76-16,0 0-749 0</inkml:trace>
  <inkml:trace contextRef="#ctx0" brushRef="#br0" timeOffset="161137.93">26271 10315 1073 0,'0'0'879'0,"0"0"-374"0,120-61-46 0,-71 47-257 15,-4 9-142-15,-8 3-1 16,-8 2-59-16,-10 0 18 16,-11 0-23-16,-8 0 5 15,0 0-63-15,-13 0-80 16,-14 0-121-16,0-2-41 16,3-17-183-16,13-4-90 15,11-8 229-15,6-3 349 16,32 4 110-16,16 4 390 15,6 6-132-15,7 6 4 16,2 10-134-16,3 4-154 16,-2 0-14-16,4 0-70 0,29 6-125 15,-19 2-250 1,-10-2-752-16</inkml:trace>
  <inkml:trace contextRef="#ctx0" brushRef="#br0" timeOffset="161372.31">27949 9824 1333 0,'0'0'1036'15,"0"0"-663"-15,0 0-231 16,0 0-142-16,0 0 16 15,0 0 34-15,-32 164-17 0,6-52-33 16,-1-4 41 0,2-9-23-16,3-15-18 0,4-24 0 15,-2 4-68-15,-11 8-151 16,6-19-376-16,6-17-585 0</inkml:trace>
  <inkml:trace contextRef="#ctx0" brushRef="#br0" timeOffset="161934.81">27623 10481 1478 0,'0'0'582'0,"0"0"-385"15,160-54-145-15,-79 30-31 0,1 0-21 16,-2 0-41-16,-7 4 40 16,-7 4-17-16,-18 10 18 15,-16 6 160-15,-18 0 26 16,-14 16 25-16,-8 14-57 15,-21 2-81-15,-2 2 25 16,5-4-82-16,6-6 10 16,11-6-26-16,9-5 6 15,2-10 27-15,25-3-33 16,4 0-59-16,7-6 17 16,-3-14-64-16,-1-4-2 15,-5-2-13-15,-7 4 87 16,-9 4 34-16,-6 10 157 0,-7 8-45 15,0 0-72-15,0 10-25 16,0 10 11-16,0 2 7 16,9-2-9-16,11-2 30 15,7-4-54-15,6-8 0 16,0-6 6-16,-2 0-6 16,-4-6-8-16,-6-12-19 15,-4-6-49-15,-1-2 58 16,1-2-39-16,1 2 45 15,3 6 12-15,-6 10 42 16,-3 10 36-16,-6 0-57 16,1 18-6-16,-5 14 13 15,2 4-26-15,0 4-2 0,6-4 48 16,1-2-47 0,2-7 1-16,3-9-2 0,-3-8-36 15,-1-9 35-15,-4-1-120 16,-8-14-248-16,0-10-321 15,-4-3-265-15</inkml:trace>
  <inkml:trace contextRef="#ctx0" brushRef="#br0" timeOffset="162075.43">28876 10090 1053 0,'0'0'889'0,"0"0"-307"0,0 0-125 0,86-110-254 0,-72 92 52 0,-8 8-153 16,-6 6-96-16,0 4-6 15,-11 0-150-15,-53 46-12 16,4 0-419-16,-10 6-601 0</inkml:trace>
  <inkml:trace contextRef="#ctx0" brushRef="#br0" timeOffset="162169.29">28234 10736 1121 0,'0'0'830'15,"0"0"-492"-15,0 0-249 16,0 0-89-16,0 0-116 15,0 0-678-15</inkml:trace>
  <inkml:trace contextRef="#ctx0" brushRef="#br0" timeOffset="167462.34">3121 15075 1597 0,'0'0'561'0,"0"0"-410"0,0 0 18 16,0 0 56-16,0 0-43 16,0 0-19-16,156-26-120 15,-103 54-16-15,-1 14 35 16,-2 12-62-16,0 9 33 0,-8 3-16 16,-6-2-17-16,-2-6 30 15,-7-10-30-15,-8-8 0 16,-1-14 4-16,-3-12 13 15,1-9-16-15,-1-5 14 16,8-5-14-16,2-25 42 16,2-10-43-16,6-14-2 15,5-10-26-15,4-2 31 16,5-2-3-16,7 7 0 16,0 11 0-16,7 14-21 15,3 6 21-15,2 14 0 16,-2 10-21-16,-1 6 32 0,-11 0-20 15,-7 0 9-15,-11 8 0 16,-12 0-12-16,-11 0 12 16,-11 4-15-16,0 8 0 15,-22 4 30-15,-18 12-15 16,-14 8 16-16,-6 5-8 16,2 1 19-16,11-2-27 15,14-12 0-15,15-14-9 16,18-8 9-16,0-10-6 15,35-4-15-15,17-14-35 16,10-20 20-16,7-8-113 16,-4-6-37-16,-9-1 94 15,-13 9 35-15,-20 16 57 0,-11 11 122 16,-12 13-40-16,0 0-4 16,-20 26-18-16,-3 6 10 15,8 4 5-15,6 0-74 16,9-8 27-16,2-6-28 15,25-10 8-15,13-8 2 16,6-4-10-16,2-4-42 16,-4-18 15-16,-8-6-104 15,-12 2 24-15,-8 0-18 16,-7 8 68-16,-9 4 57 16,0 10 61-16,0 4-22 15,-5 9 8-15,-3 18-37 16,3 1 51-16,5 2-50 0,0-4-2 15,22-8 16-15,9-8-25 16,3-10-69-16,-1 0-125 16,-6-14-191-16,-9-8-11 15,-12-6 56-15,-6-2 186 16,0 2 154-16,0 3 52 16,-4 7 181-16,0 13 158 15,2 5-119-15,2 22-165 16,0 22 4-16,0 34-29 15,0 36 27-15,0 25-100 16,-10 9 18-16,-7-28 3 16,1-31-28-16,1-31 12 15,-1-16-14-15,-6 6 0 0,-5-8 9 16,-8 0 6 0,-4-18-15-16,-1-18 27 0,5-4-27 15,10-18 48-15,16-22-30 16,9-14-8-16,29-11 30 15,27-8-40-15,15-2 0 16,12-1-51-16,3 6-166 16,15-11 43-16,-26 22-113 15,-17 5-270-15</inkml:trace>
  <inkml:trace contextRef="#ctx0" brushRef="#br0" timeOffset="167696.71">4407 14989 1901 0,'0'0'925'0,"0"0"-674"0,18-124-86 15,11 74-135-15,11 1-17 16,4 13 2-16,1 8-15 15,5 28-54-15,-9 10-292 16,-14 14-474-16</inkml:trace>
  <inkml:trace contextRef="#ctx0" brushRef="#br0" timeOffset="168009.23">4462 15661 2628 0,'0'0'146'0,"0"0"-146"16,0 0-98-16,0 0-140 15,0 0-741-15</inkml:trace>
  <inkml:trace contextRef="#ctx0" brushRef="#br0" timeOffset="168837.34">6690 15428 2232 0,'0'0'578'0,"0"0"-465"0,0 0-99 0,152-102 19 15,-76 48-33-15,1-6 12 16,-2-7 15-16,-16-3-27 15,-12-2-6-15,-20-2-14 16,-14 6 23-16,-13 9-3 16,0 15 9-16,0 16 3 15,-7 18 108-15,-1 10-120 16,1 20 0-16,5 41 9 16,2 37 2-16,0 32 12 15,2 13-23-15,0-5 0 16,-2-12 18-16,-4-28-18 15,-14-21 0-15,0-15 0 0,-4-8 20 16,-7-2-20 0,-10 2 0-16,-5 0 0 0,-3-18 57 15,5-14-56-15,7-17 31 16,12-5 5-16,14-19-22 16,9-21 9-16,16-18-24 15,26-8-51-15,19-10 44 16,10-4-155-16,7 3-167 15,22-17-52-15,-17 14-276 16,-16 12-519-16</inkml:trace>
  <inkml:trace contextRef="#ctx0" brushRef="#br0" timeOffset="168993.59">7751 14544 920 0,'0'0'1537'0,"0"0"-957"16,0 0-411-16,0 0-120 15,0 0-19-15,0 0-45 16,0 0 15-16,-60 128 0 16,40-46-28-16,9 29-22 15,7-19-215-15,4-22-450 0</inkml:trace>
  <inkml:trace contextRef="#ctx0" brushRef="#br0" timeOffset="169196.84">8221 14614 1137 0,'0'0'1054'0,"0"0"-967"16,0 0 40-16,-145 86 162 15,91-3-122-15,12-1-29 16,7 8-61-16,10 2-68 15,21-26-9-15,4 3-41 16,37-19-260-16,11-16-187 16,2-20-924-16</inkml:trace>
  <inkml:trace contextRef="#ctx0" brushRef="#br0" timeOffset="169431.09">8371 14923 1980 0,'0'0'367'0,"0"0"-215"16,-92 120 144-16,67-74-123 16,17-2-46-16,8-9-58 15,15-9-52-15,23-12 32 16,9-10-49-16,0-4 0 16,-3-8-24-16,-8-20-6 15,-18-7 3-15,-16-5 2 16,-2-4-63-16,-20-22-120 15,-7 12-138-15,5 8-285 0</inkml:trace>
  <inkml:trace contextRef="#ctx0" brushRef="#br0" timeOffset="169603.4">8917 14594 1255 0,'0'0'979'15,"0"0"-598"-15,0 0-123 16,0 0-61-16,121 172-113 15,-121-63-12-15,-26 1-7 16,-14-12-50-16,-11-9-30 16,-1-17-18-16,-32 22-159 15,10-14-339-15,12-18-717 0</inkml:trace>
  <inkml:trace contextRef="#ctx0" brushRef="#br0" timeOffset="171606.83">10139 15079 2070 0,'0'0'752'0,"0"0"-598"0,0 0-82 0,0 0-3 16,0 0-69-16,123-116 0 15,-72 58 19-15,1-4-8 16,-1-2-11-16,-6-3 0 16,-8 1 6-16,-8 4-29 15,-9 6 17-15,-6 12 6 0,-6 14-16 16,-3 12 38-16,-1 18-17 16,-1 0-5-16,-1 26 0 15,-2 24 15-15,2 12-2 16,-2 10-5-16,0 8 59 15,0-4-55-15,0-5 0 16,2-13-12-16,3-12 6 16,6-16-25-16,3-12-11 15,5-16-35-15,3-2 64 16,1-12-117-16,2-24-111 16,-6-10 22-16,-1-14-62 15,-3-2 39-15,-5 3 65 16,-8 11 165-16,-2 20 198 0,0 24 89 15,-22 6-184 1,-3 36-39-16,2 12 25 0,11 7 62 16,12-6-74-16,0-4-30 15,31-13 34-15,18-16-75 16,13-14 31-16,9-4-37 16,8-24-12-16,-4-14-13 15,-4-8-174-15,-13-12-7 16,-10-6 19-16,-13-7-43 15,-8-5 74-15,-10 2 156 16,-7 11 9-16,-4 18 273 16,-6 17-22-16,0 24-41 0,0 4-86 15,-8 32-100 1,-9 16 74-16,1 14-30 16,1 10-46-16,5 4 52 0,2-4-83 15,4-4 0-15,4-11 6 16,0-13 4-16,0-16-20 15,6-10 5-15,10-14-19 16,5-4 0-16,0-6-18 16,6-16-46-16,0-4-41 15,0 0-134-15,-5 8 126 16,-6 12 67-16,-8 6 35 16,-5 11 35-16,-1 24 7 15,-2-1 41-15,3 2 69 0,3-2-44 16,3-8 9-1,5-10-38-15,-1-6-38 0,3-10 73 16,-6 0-79-16,1-6 2 16,-6-14-2-16,0-6-57 15,1-2-12-15,7-4 7 16,8 6-64-16,8 2 56 16,8 12-10-16,8 8 71 15,2 4-4-15,2 6 26 16,4 10 16-16,1 2 21 15,1-6 24-15,-1-6 25 16,-5-6-99-16,-6 0 0 16,-12 0 0-16,-10-10-56 15,-11-2-16-15,-8 2-8 16,-2-2-3-16,0 8 71 0,0 4 1 16,0 4 10-16,-4 26 1 15,2 12 33-15,-1 14 30 16,0 10-57-16,-3 6 8 15,-5 5 8-15,-3-7-22 16,-1-2-1-16,-10 0-115 16,3-16-254-16,2-21-268 0</inkml:trace>
  <inkml:trace contextRef="#ctx0" brushRef="#br0" timeOffset="171763.17">11699 14752 859 0,'0'0'1665'0,"0"0"-1120"0,102-148-387 0,-50 106-119 15,0 14-23-15,2 14 1 16,2 10-17-16,-4 4-39 16,2 30-69-16,-17 6-492 15,-6-4-790-15</inkml:trace>
  <inkml:trace contextRef="#ctx0" brushRef="#br0" timeOffset="172091.17">13316 14321 1795 0,'0'0'579'16,"0"0"-356"-16,0 0-172 16,0 0-32-16,0 0-10 15,0 0 130-15,8 191-8 16,-8-101 20-16,-2 8-136 15,-4 3 9-15,2-21-24 16,2 6 14-16,-3-18-32 16,-1-12-48-16,-8-11-230 15,1-16-88-15,-3-12-607 0</inkml:trace>
  <inkml:trace contextRef="#ctx0" brushRef="#br0" timeOffset="172569.15">13081 14915 1358 0,'0'0'528'0,"0"0"-363"16,166-50-22-16,-89 44-50 16,-6 6 11-16,-9 0 82 15,-13 24-54-15,-15 8 19 16,-15 6-57-16,-11 2-29 16,-8 0 21-16,-3-6-81 15,-10-10 1-15,2-8 19 0,3-8-2 16,8-8-17-16,0 0 25 15,29-20-26 1,14-10-5-16,13-10-93 0,3 0-21 16,5 0 98-16,-11 12-22 15,-13 16 32-15,-16 12 6 16,-16 4 0-16,-8 26 27 16,-12 8-16-16,-17 0 34 15,-2-2 38-15,4-4-59 16,7-14 8-16,14-8-32 15,6-8 9-15,6-2 46 0,28 0-55 16,12-12-27 0,12-6 26-16,4-4-39 0,1-2 40 15,-7 8 0-15,-14 6 8 16,-11 8-26-16,-13 2 18 16,-14 4-12-16,-4 16-5 15,-8 0-7-15,-19 0-3 16,-7-2-119-1,-24-8-157-15,9-6-12 16,1-4-335-16</inkml:trace>
  <inkml:trace contextRef="#ctx0" brushRef="#br0" timeOffset="172834.81">13441 14642 1743 0,'0'0'735'0,"0"0"-372"0,116-68-116 0,-66 48-126 15,-4 12 14-15,-3 4-135 16,-8 4 0-16,-8 0-9 16,-12 2-1-16,-15 6-62 15,0 0-81-15,-17-2-230 16,-14-6 52-16,0 0-269 16,8 0 22-16,19-14 182 15,4-4 396-15,40-4 296 16,22 5 72-16,21 8-34 15,27 5-28-15,52 4-259 0,-27 0-47 16,-10 6-247-16</inkml:trace>
  <inkml:trace contextRef="#ctx0" brushRef="#br0" timeOffset="173069.16">15483 14084 2162 0,'0'0'722'0,"0"0"-495"16,0 0-227-16,0 0 0 0,0 0 36 16,-54 167-24-16,38-81 60 15,1 3-72-15,4 7 12 16,3-4-39-16,6-4 22 15,2-11-98-15,-4-5-180 16,0-24-356-16,-3-18-872 0</inkml:trace>
  <inkml:trace contextRef="#ctx0" brushRef="#br0" timeOffset="173600.43">14901 14770 1650 0,'0'0'747'0,"0"0"-582"15,152-58-106-15,-46 26-47 16,-3 8 8-16,6 2-29 16,-7 8 9-16,-26 12 0 15,-7 2 98-15,-29 6 17 0,-26 20-24 16,-14 14 12-16,-27 4-25 16,-17 6 20-16,-8-1-98 15,7-5 12-15,10-12 13 16,15-10-24-16,18-12-1 15,2-10 0-15,36 0-10 16,16-24 1-16,16-10-95 16,5-8-71-16,-4 2 103 15,-11 5 50-15,-15 8 22 16,-19 14 148-16,-17 13-64 16,-7 0-44-16,0 14-29 0,-16 16-5 15,3 7 96-15,4-1-101 16,9-2 31-16,0-2-32 15,7-10 12-15,15-4-26 16,2-12 10-16,3-4-70 16,-2-2 47-16,-4-6-100 15,-4-14-69-15,-5-6 7 16,2-6 50-16,-3 2 56 16,3 6 83-16,1 6 50 15,-1 14 329-15,-3 4-212 16,2 4-104-16,-4 20-52 15,0 3 4-15,0 8-8 16,-3-3-7-16,-1-2-27 16,-2-6 26-16,-1-8-271 0,-2-16-115 15,0 0-231-15,-8-8-691 0</inkml:trace>
  <inkml:trace contextRef="#ctx0" brushRef="#br0" timeOffset="173741.03">16200 14361 1815 0,'0'0'882'0,"0"0"-403"0,0 0-400 0,0 0-79 0,0 0-1 0,0 0-207 16,0 0-158-16,-110 133-719 0</inkml:trace>
  <inkml:trace contextRef="#ctx0" brushRef="#br0" timeOffset="173834.78">15741 15163 1892 0,'0'0'821'0,"0"0"-585"16,0 0-149-16,0 0-87 16,0 0-452-16,0 0-627 0</inkml:trace>
  <inkml:trace contextRef="#ctx0" brushRef="#br0" timeOffset="186417.98">16538 14660 768 0,'0'0'702'0,"0"0"-510"0,0 0-128 16,0 0-12-16,0 0-51 15,0 0 21-15,0 0-19 16,0 8 7-16,-2-4 46 16,2-4-38-16,0 2 61 15,0-2 26-15,0 2-33 16,0-2 43-16,-2 0-27 16,2 0-33-16,0 0 96 15,0 0-91-15,0 0 10 16,-2 0-5-16,2 0-57 15,0 0 35-15,0 0-43 16,0 0 0-16,0 0-2 0,-2 4 25 16,0 0-23-1,0 2 25-15,2-2-23 0,0-2 45 16,0-2-39-16,0 0 1 16,0 0 84-16,0 0-81 15,0 0 13-15,-10 0-25 16,-7-4-232-16,-10-4-714 0</inkml:trace>
  <inkml:trace contextRef="#ctx0" brushRef="#br0" timeOffset="196864.34">21668 2941 793 0,'0'0'1253'0,"0"0"-910"0,0 0-207 15,0 0 149-15,0 0-124 16,0 0-70-16,-10-86 23 15,8 80-67-15,2 2 16 16,-2 2-16-16,2 2-46 16,0 0 86-16,0 0-78 15,0 0 6-15,0 0-1 16,0 0 8-16,0 0-44 16,0 0 20-16,0 4-19 15,0 12-10-15,14 12 27 16,10 11 4-16,12 11 1 0,6 6 23 15,14 4-33-15,8 6 9 16,10 0 0-16,11 0 3 16,4 3-3-16,6-5 0 15,8 2-1-15,17 2 11 16,29 4-32-16,36 1 22 16,21-13 0-16,2-19-18 15,8-18 19-15,-2-19-1 16,16-4 0-16,11-6-42 15,9-12 41-15,1-4-42 0,15-2 35 16,17-2-23 0,14 0 32-16,21-2-1 15,11 3 7-15,7 5 10 0,3 2-34 16,-3 0 14-16,-8 0 3 16,-9-2-31-16,-12 0 28 15,-10 0-9-15,-4 0 4 16,-5 2 8-16,-11 0-9 15,-13 4 9-15,-19 0-16 16,-21 2 16-16,-31 4-123 16,-43 1 61-16,-25 2-39 15,-44 3-133-15,-33-6-269 0</inkml:trace>
  <inkml:trace contextRef="#ctx0" brushRef="#br1" timeOffset="-171096.99">19782 2835 899 0,'0'0'400'0,"0"0"-346"0,0 0-54 15,0 0 0-15,0 0 222 16,0 0-60-16,8 0-111 15,-6 0-11-15,-2 0-17 16,0 0 2-16,2 0 36 0,-2 0-17 16,0 0-2-16,0 0 6 15,0 0-28-15,0 0 20 16,0 0-12-16,0 0-10 16,0 0 0-16,0 0-18 15,0 0 0-15,0 0 1 16,0 0 5-16,0 0-5 15,0 0 0-15,0 0 7 16,0 0 32-16,0 0-18 16,0 0 23-16,0 0 24 15,0 0-42-15,0 0-3 0,0 0-7 16,0 2 3-16,0 4 9 16,-8 4-5-16,0 2 16 15,-5 4 33 1,1 6-35-16,-1 6 12 0,0 8 14 15,-1 9-7-15,4 7 25 16,0 6-34-16,6 6 2 16,1 4 5-16,3-2-36 15,0-1 8-15,19-5-25 16,12-8-1-16,11-6 0 16,9-8-1-16,5-6-31 15,24-4-36-15,-13-7-177 16,-14-10-371-16</inkml:trace>
  <inkml:trace contextRef="#ctx0" brushRef="#br1" timeOffset="-169862.52">20613 2809 719 0,'0'0'349'0,"0"0"-42"16,0 0-114-16,0 0-44 16,0 0 7-16,0 0-44 15,0 0-7-15,0 2-15 16,0-2-23-16,0 0 12 16,0 0-21-16,0 0-7 0,0 0-2 15,0 0-3 1,0 0 0-16,0 2-6 15,0-2-9-15,0 0 17 16,0 2-48-16,0-2 8 0,0 0-2 16,0 2-5-16,0 0 13 15,2 2-5-15,6 2-3 16,-2 2 37-16,5 4-28 16,5 4 18-16,6 8-2 15,5 6 0-15,6 10 8 16,3 11-28-16,0 7-2 15,-3 10 30-15,-4 6-38 16,-11 8 10-16,-11 3-2 0,-7-1-9 16,0-6-27-1,-18 12-144-15,0-21-159 0,0-19-483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10-09T03:14:01.89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1739 8085 1315 0,'0'0'555'0,"0"0"3"0,0 0-420 16,0 0 14-1,0 0 79-15,0 0-104 0,-6 0-10 16,6 0-33-16,0 0-24 16,0 0 13-1,0 0-37-15,0 0-13 0,4-2 28 16,10-6-50-16,5-6 22 16,8-6-16-16,7-6 5 15,2-4-24-15,4-6 9 16,0-5-33-16,-3 0 29 15,-2-4-38-15,-10 1 9 16,-2 2 4-16,-7 2-7 0,-9 4 32 16,-3 8-4-16,-4 8 11 15,0 5 12-15,0 10-10 16,0 3 14-16,-4 2-16 16,-5 0-6-16,-3 24-6 15,1 14-4-15,-3 16 16 16,2 14-16-16,3 14 28 15,-1 7-12-15,6 3 12 16,0-2-11-16,-3-4 20 16,3-7-21-16,-3-10 0 15,0-10-3-15,-2-9 15 16,-1-12-12-16,-4-8 0 16,-4-10 1-16,-2-6-8 0,-5-10 7 15,3-4 0 1,4-10-14-16,8-20 14 0,10-12-7 15,0-10-21-15,21-4-19 16,20-1 46-16,5 3-85 16,8 6-4-16,-3 4-62 15,7-2-172-15,-15 12-288 16,-14 4-1187-16</inkml:trace>
  <inkml:trace contextRef="#ctx0" brushRef="#br0" timeOffset="203.12">2388 7379 2192 0,'0'0'522'0,"0"0"-387"0,0 0-40 0,0 0-80 16,0 0 44-16,-36 127-21 15,21-65-37-15,4 3-1 16,1 20-82-16,6-19-473 16,2-14-480-16</inkml:trace>
  <inkml:trace contextRef="#ctx0" brushRef="#br0" timeOffset="546.87">2686 7575 1964 0,'0'0'560'15,"0"0"-400"-15,0 0-59 16,0 0-37-16,0 0-41 0,0 0 66 16,-52 155 19-1,38-87-89-15,7 2 3 0,5-2-22 16,2-3-70-16,2-1-74 15,15-14-325-15,2-18-406 0</inkml:trace>
  <inkml:trace contextRef="#ctx0" brushRef="#br0" timeOffset="874.98">2987 7754 1542 0,'0'0'547'0,"0"0"-435"16,0 0 70-16,0 0-47 0,0 0-40 15,-66 116 84 1,66-72-81-16,6 0-32 0,19-3-14 16,6-7-51-16,2-8 22 15,5-12-23-15,-5-8 12 16,-4-6 10-16,-6 0-22 15,-10-20 0-15,-9-6-1 16,-4-6 5-16,0-2-4 16,-19 2 0-16,-4 1-12 15,1 8-3-15,0-2-155 16,6 7-188-16,7 2-432 0</inkml:trace>
  <inkml:trace contextRef="#ctx0" brushRef="#br0" timeOffset="1046.85">3324 7568 175 0,'0'0'1941'0,"0"0"-1417"0,0 0-278 15,0 0-143-15,131 50-52 16,-115 2 15-16,-7 10-41 16,-9 10 7-16,0 6-32 15,-19 1 9-15,-12-1-23 16,-6-6-40-16,-12-2-239 15,6-20-283-15,12-18-1036 0</inkml:trace>
  <inkml:trace contextRef="#ctx0" brushRef="#br0" timeOffset="1606.34">4188 7824 130 0,'0'0'1796'0,"0"0"-1427"0,0 0-106 0,0 0-11 16,0 0-130-16,0 0 22 0,0 0-96 16,105 0-14-1,-60 0-28-15,1 0-6 0,-5 4-25 16,-12 8-167-16,-12-2-274 16,-15 0-236-16</inkml:trace>
  <inkml:trace contextRef="#ctx0" brushRef="#br0" timeOffset="1778.09">4180 7995 1971 0,'0'0'531'0,"0"0"-349"0,0 0 3 15,0 0-96 1,164-5-89-16,-95 1-13 0,-15 4-114 16,-10 0-388-16</inkml:trace>
  <inkml:trace contextRef="#ctx0" brushRef="#br0" timeOffset="2574.96">5077 8117 1031 0,'0'0'1092'0,"0"0"-766"0,0 0-196 16,0 0-7-16,0 0-93 15,0 0-15-15,105-109 78 16,-68 62-68-16,4-7-19 16,-3-7-6-16,2-3-69 15,-5-2 22-15,-4 0-22 16,-6 2 42-16,-5 6 15 0,-9 9 24 15,-7 13 22 1,-4 14 38-16,0 14-5 16,-8 8-44-16,-13 10-23 15,0 22 0-15,-2 16 65 0,3 10-24 16,5 11 19-16,8 1-1 16,7-2-38-16,0-6 16 15,20-10-37-15,13-12 0 16,8-12-8-16,3-11 8 15,3-13-19-15,-3-4-48 16,-4-8-158-16,-3-19 9 16,-11-5-7-16,-8-2 93 15,-7-4 89-15,-4 4 21 16,-5 8 20-16,-2 8 110 16,0 14 129-16,0 4-25 0,0 10-168 15,0 20 59-15,0 8-9 16,0 4-72-16,0-2 8 15,0-1-32-15,0-7-13 16,0-10-57-16,9-8-227 16,-3-12-334-16</inkml:trace>
  <inkml:trace contextRef="#ctx0" brushRef="#br0" timeOffset="2996.87">5888 7800 1328 0,'0'0'479'0,"0"0"-335"0,0 0 108 16,-31 140 1-16,20-101-107 15,-1-7 27-15,6-8-104 16,4-8-51 0,2-10 20-16,0-6-30 0,0 0 16 15,14-18-21-15,5-10-3 16,6-6-27-16,2 0-24 15,2 5-19-15,-5 10 55 16,-4 12-24-16,-8 7 39 16,-8 12 65-16,-4 19-13 15,0 3 32-15,-7 0-14 16,-2-4-21-16,2-12 9 16,7-8-58-16,0-10 0 15,14 0 30-15,22-12-30 16,12-18-24-16,10-4-28 15,5-2 41-15,-3 1 5 0,-9 10 6 16,-11 8 0-16,-13 13-16 16,-16 4-3-16,-11 22-7 15,-17 45-11-15,-19-7-253 16,-5-2-492-16</inkml:trace>
  <inkml:trace contextRef="#ctx0" brushRef="#br0" timeOffset="3767.63">5202 8424 1587 0,'0'0'383'0,"0"0"-178"0,0 0-85 0,0 0-70 16,0 0 30-16,0 0-4 16,114-88 21-16,-90 88-30 15,-6 0-49-15,-12 20 34 16,-6 16-2-16,0 12 42 0,-19 6 27 15,-3 0-69-15,-3-2-18 16,7-10-26-16,5-9 2 16,8-15 16-16,5-12-24 15,0-6 0-15,15-13-1 16,10-19-32-16,4-12-47 16,0-8-67-16,-6-2-50 15,-6 4 62-15,-5 8 55 16,-10 12 80-16,-2 16 160 15,0 14 23-15,0 0-100 16,-12 22-36-16,4 10-18 16,1 2 40-16,7 4-45 15,0-4-10-15,17-2-8 0,10-4-6 16,18-12-173 0,-7-6-286-16,-9-7-542 0</inkml:trace>
  <inkml:trace contextRef="#ctx0" brushRef="#br0" timeOffset="3908.15">5539 8486 1177 0,'0'0'1059'0,"0"0"-828"16,0 0-123-16,0 0-67 16,131-18-40-16,-91 18 14 15,0 0-15-15,18 0-103 16,-11 0-168-16,-10 0-316 0</inkml:trace>
  <inkml:trace contextRef="#ctx0" brushRef="#br0" timeOffset="4142.58">5982 8275 1371 0,'0'0'658'0,"0"0"-539"16,0 0-104-16,0 0 25 15,0 0 50-15,0 0 36 16,114 72 31-16,-110-37-85 16,-4 3-45-16,0 2-2 0,-17-2-18 15,-8-2-14 1,0-8-47-16,3-8-166 0,7-10-170 16,7-10-590-16</inkml:trace>
  <inkml:trace contextRef="#ctx0" brushRef="#br0" timeOffset="4368.51">6193 8448 1650 0,'0'0'572'15,"0"0"-489"-15,0 0-11 16,0 0 26-16,0 106 35 16,7-84 2-16,24-6-27 15,14-10-35-15,11-6-60 16,4-10 22-1,-3-20-34-15,-12-8 10 16,-16-6 31-16,-20-2-41 16,-9 4 33-16,-15 4-34 15,-24 8-26-15,-7 11-22 0,-16 19-26 16,10 0-154 0,12 13-416-16</inkml:trace>
  <inkml:trace contextRef="#ctx0" brushRef="#br0" timeOffset="5774.76">7413 7583 1491 0,'0'0'865'0,"0"0"-404"15,0 0-281-15,0 0-55 16,0 0-80-16,0 0-30 16,0 0 8-16,46-72-16 15,-17 44-7-15,4-2 0 16,-4-2-12-16,-4-2 3 16,-5 0-18-16,-9 2 17 0,-2 4-13 15,-5 6 41 1,-4 4-18-16,2 8 0 0,-2 7 0 15,0 3-9-15,0 13-28 16,0 21 37-16,0 14-6 16,0 10 12-16,0 8 7 15,0 4-4-15,0 1-7 16,0-7 4-16,-11-4-6 16,-4-6 0-16,-7-10 3 15,-1-8 9-15,-4-12-12 0,-2-7 0 16,2-9 0-1,4-8 10-15,5 0-10 0,7-19 0 16,11-9 3-16,2-8-3 16,31-4-9-16,14-4-36 15,15 0-17-15,3 0-25 16,2 2-122-16,-7 2-21 16,-9 2-85-16,-2-19-36 15,-11 11-35-15,-11 4-182 0</inkml:trace>
  <inkml:trace contextRef="#ctx0" brushRef="#br0" timeOffset="5915.39">7982 7200 449 0,'0'0'803'0,"0"0"-409"16,0 0-36-16,0 0-53 15,0 0-130-15,0 0-70 16,0 0-54-16,-60 31 29 0,43 23 50 16,3 6-55-1,5 4-8-15,9-2-33 0,0-4-33 16,3-9-2-16,17-12-156 15,13-12-117-15,-4-13-115 16,-2-12-501-16</inkml:trace>
  <inkml:trace contextRef="#ctx0" brushRef="#br0" timeOffset="6295.46">8094 7341 1568 0,'0'0'393'0,"0"0"-262"15,0 0 9-15,0 0 15 0,0 0-21 16,0 0 16 0,80 106-11-16,-80-65-67 15,0 0-1-15,0-2-70 0,-4-10-1 16,1-8 29-16,3-13-28 16,0-8 11-16,0 0-12 15,14-14-39-15,-3-15-110 16,0-7-63-16,-2-5-39 15,-4-2 31-15,-3 5 38 0,-2 10 182 16,2 12 223-16,0 14 70 16,3 2-156-16,6 18-44 15,2 12 3-15,8 4-10 16,0 0-77-16,8-4 8 16,0-2-17-16,0-7-74 15,-4-9-74-15,-7-12-121 16,-9 0-120-16,-7-11-661 0</inkml:trace>
  <inkml:trace contextRef="#ctx0" brushRef="#br0" timeOffset="6436.13">8595 7253 2094 0,'0'0'475'16,"0"0"-364"-16,0 0 86 15,94 112-129-15,-82-60-21 16,-12 8 33-16,0 1-78 15,0-2-2-15,-12 6-70 16,-3-19-394-16,3-16-279 0</inkml:trace>
  <inkml:trace contextRef="#ctx0" brushRef="#br0" timeOffset="6623.63">9067 7510 1644 0,'0'0'809'15,"0"0"-605"-15,0 0-146 16,0 0-58-16,179-27-85 16,-121 27-114-16,-7 0-488 0</inkml:trace>
  <inkml:trace contextRef="#ctx0" brushRef="#br0" timeOffset="7436.11">9748 7502 1689 0,'0'0'385'0,"0"0"-213"0,0 0-3 0,0 0-92 16,0 0-34-16,0 0-37 15,142-75 33-15,-107 45-39 16,-4-2 7-16,-6-4-14 15,-9-2 7-15,-9 0-24 16,-7 0 23-16,0 1-6 16,0 9 7-16,-9 10 28 15,-3 14-18-15,2 4-1 16,1 26 21-16,4 20-14 16,2 17 77-16,3 7-16 15,0 8 11-15,0 4-34 0,0-1-43 16,0-5 34-1,-13-8-44-15,-5-12-1 0,-5-10 12 16,-4-14-5-16,-5-14 12 16,-1-11-19-16,4-7 0 15,4-10 21-15,9-23-20 16,16-11-1-16,0-6 0 16,32-2-18-16,17 2-4 15,9 2-74-15,9 8-77 16,1 3 16-16,15-5-168 15,-16 12-189-15,-16 2-194 0</inkml:trace>
  <inkml:trace contextRef="#ctx0" brushRef="#br0" timeOffset="7576.72">10371 7142 1433 0,'0'0'763'0,"0"0"-446"15,0 0-226-15,0 0 18 16,0 0-20-16,-85 147 25 15,63-89-50-15,7 0-56 16,13-4-8-16,2-7-77 16,23-15-202-16,16-17-229 15,-1-11-612-15</inkml:trace>
  <inkml:trace contextRef="#ctx0" brushRef="#br0" timeOffset="7811.13">10627 7301 738 0,'0'0'1414'16,"0"0"-1151"-16,0 0-154 0,-80 106-7 16,69-61 91-16,11-8-81 15,0-5-15-15,31-7-45 16,9-10-41-16,9-12 20 16,1-3-31-16,-8-12 0 15,-9-15-14-15,-13-5 14 16,-13 0-15-16,-7-2-21 15,-4 2-80-15,-17 4-40 16,-6-2-9-16,8 10-65 16,7 2-316-16</inkml:trace>
  <inkml:trace contextRef="#ctx0" brushRef="#br0" timeOffset="7998.63">11093 7095 1416 0,'0'0'906'0,"0"0"-655"15,0 0-57-15,89 102-69 16,-75-44-66-16,-12 4 13 16,-2 6-71-16,-12 0 17 15,-38 21-18-15,3-19-311 16,-3-14-510-16</inkml:trace>
  <inkml:trace contextRef="#ctx0" brushRef="#br0" timeOffset="9264.25">7602 7967 1345 0,'0'0'382'0,"0"0"-208"0,0 0 64 16,0 0-36-16,0 0-92 16,0 0 33-16,0 0-54 15,102-17-11-15,-64 14 20 16,5 1-72-16,3-3-4 16,5 4-12-16,5-2-10 15,2-1 16-15,3 0-16 16,3-2 0-16,1 1 11 15,1-2-4-15,1 1-5 16,2 1-2-16,-2-2 0 0,0 3-3 16,-2 1 3-16,-1-1 0 15,-6 0-6-15,-2-1 16 16,-3 3-10-16,-6 2 0 16,-1-2 0-16,2 2-8 15,-2-1 8-15,3-3 0 16,3 1-12-16,-1-1 27 15,-2 2-15-15,-3 2 0 16,-1-2 0-16,-5 2 2 16,0 0-2-16,1 0 0 15,-1 0-3-15,2 0 10 16,3 0-14-16,1 0 7 16,3 0-3-16,3 0-18 0,-2 0 21 15,0-2 0-15,-1 2-5 16,-2 0 14-16,-2 0-9 15,1 0 0-15,-2 0 8 16,3 0-17-16,3 0 9 16,3 0 0-16,-2 0-15 15,3 0 24-15,-1 0-9 16,-2 0 0-16,1 0 0 16,-4 0 3-16,4 0-3 15,-3 0 0-15,2 2-10 16,3 0 19-16,1-2-9 15,1 2 0-15,-3-2 0 16,1 0 13-16,-5 0-11 0,-3 0-2 16,-3 0 25-1,-1 0-19-15,-6 0 12 0,-3 0-18 16,-4-2-8-16,-4-2 0 16,-10 3-101-16,-7 1-104 15,-6-3-65-15,-2 2-513 0</inkml:trace>
  <inkml:trace contextRef="#ctx0" brushRef="#br0" timeOffset="10108">8366 8343 1440 0,'0'0'485'0,"0"0"-234"0,0 0-75 15,0 0-48-15,0 0 41 16,0 0-58-16,0 0-10 16,111-46-74-16,-86 69-9 15,-3 7 55-15,-4 8-49 16,-7 6 24-16,-9 4 13 16,-2 0-52-16,0-2 27 15,-4-6-36-15,-8-8 11 16,2-11 2-16,5-10-5 15,1-8-8-15,4-3 22 16,0-13-22-16,2-17-14 0,15-13-77 16,4-12-105-1,4-3-49-15,-6 2-46 0,-1 8 159 16,-9 16 132-16,-9 15 164 16,0 17 31-1,-5 0-121-15,-15 25 42 0,3 11 44 16,8 4-95-16,9 4-3 15,0 0-14-15,29-4-39 16,13-3-9-16,10-12-46 16,21-13-305-16,-11-8-238 15,-8-4-748-15</inkml:trace>
  <inkml:trace contextRef="#ctx0" brushRef="#br0" timeOffset="10233.01">8990 8500 1969 0,'0'0'566'0,"0"0"-479"0,0 0-30 0,0 0-57 15,131 2-36-15,-57 0-4 16,-7-2-82-16,-7 0-375 0</inkml:trace>
  <inkml:trace contextRef="#ctx0" brushRef="#br0" timeOffset="10842.37">10182 8314 1573 0,'0'0'930'0,"0"0"-581"0,0 0-247 16,0 0-54-16,0 0-35 16,-122 36 44-16,101 6 15 15,10 10-30-15,11 2 28 16,9 0-68-16,29-8 7 16,15-12 13-16,14-13-11 0,8-16-4 15,4-5-7-15,-8-20-3 16,-15-12-9-16,-25-4-22 15,-27 0-14-15,-12 2-3 16,-92 4-232-16,2 10-100 16,-10 10-743-16</inkml:trace>
  <inkml:trace contextRef="#ctx0" brushRef="#br0" timeOffset="12899.67">11913 7863 1438 0,'0'0'585'0,"0"0"-264"0,0 0-7 0,0 0-50 16,0 0-113-16,0 0-61 16,0 0 30-16,-8-25-83 15,8 23 14-15,19-2-41 16,8 4 4-16,10 0-28 16,6 0 11-16,4 0-55 15,0 2-5-15,-5 10-111 16,-11-2-295-16,-15-2-193 0</inkml:trace>
  <inkml:trace contextRef="#ctx0" brushRef="#br0" timeOffset="13040.32">11938 8013 1521 0,'0'0'1022'16,"0"0"-734"-16,0 0-215 0,0 0-17 15,135-8-56-15,-77 0 0 16,20-3-141-16,-13 6-148 15,-14-1-429-15</inkml:trace>
  <inkml:trace contextRef="#ctx0" brushRef="#br0" timeOffset="13571.57">12668 8061 1181 0,'0'0'564'16,"0"0"-424"-16,0 0 105 0,0 0 54 16,0 0-122-1,0 0-52-15,96-103-82 0,-56 58-43 16,2-5-43-16,-2-7-85 16,1-3 19-16,-3-2-13 15,-3-2 87-15,-6 0 25 16,-4 3 10-16,-10 13 153 15,-5 12 85-15,-8 12-53 16,-2 16-68-16,0 8-102 16,-21 4 4-16,-1 26-10 15,-5 14 12-15,-1 19 45 16,3 10-24-16,3 10-16 16,9 1 30-16,11-2-55 0,2-11 12 15,19-13-12 1,16-18-1-16,13-16 3 0,5-16-3 15,2-8-50-15,-1-12-2 16,-7-20-74-16,-11-10-16 16,-7-2 7-16,-12-1 68 15,-3 5 66-15,-5 8 1 16,-7 14 109-16,-2 12 56 16,0 6-126-16,0 12-20 15,0 18 21-15,0 6 1 16,-4 6 17-16,1-2-58 15,1-1-7-15,2-7 7 0,0-10-100 16,0-21-223-16,2-1-384 16,7 0-1235-16</inkml:trace>
  <inkml:trace contextRef="#ctx0" brushRef="#br0" timeOffset="13962.17">13580 7794 1172 0,'0'0'694'0,"0"0"-504"0,0 0-7 0,-23 123 12 0,6-82-13 0,-1-4 19 0,7-9-68 15,3-8-115-15,8-12-17 16,0-8 38-16,10 0-21 16,17-20-18-16,6-10-113 15,7-4-41-15,4-2 81 0,-1 5-34 16,-7 9 21-1,-10 14 29-15,-11 8 5 0,-12 4 52 16,-3 21 91-16,0 4 22 16,-13-3 55-16,2-5-69 15,3-10-41-15,8-8-9 16,0-3-16-16,14-10 60 16,24-20-93-16,16-6-12 15,10-3 4-15,9-1-15 16,6 8 23-16,-8 6-18 15,-11 12 24-15,-13 12-17 16,-20 2 11-16,-16 18-24 16,-11 16 17-16,-40 26-92 0,-9-5-175 15,-5-7-487-15</inkml:trace>
  <inkml:trace contextRef="#ctx0" brushRef="#br0" timeOffset="14395.59">13065 8440 1190 0,'0'0'886'0,"0"0"-575"0,0 0-146 15,0 0 15-15,0 0-29 16,0 0-74-16,29-120 14 15,-2 107-59-15,-3 9-32 16,-6 4 9-16,-5 15-9 16,-10 18 0-16,-3 12 1 15,0 7 0-15,-14 2 27 0,-6-2-24 16,4-6 4-16,1-10 7 0,6-12-15 16,6-12 0-16,3-9-1 15,0-3-13-15,0-12-43 16,10-16-182-16,1-7 38 15,-1-3 21-15,0 6 18 16,-3 6 162-16,-5 10 6 16,-2 10 211-16,0 6 11 15,0 2-134-15,0 18-33 16,0 4 8-16,2 4-60 16,16-2-9-16,6-2 0 15,17-8-191-15,-8-7-379 16,-6-9-1507-16</inkml:trace>
  <inkml:trace contextRef="#ctx0" brushRef="#br0" timeOffset="14551.87">13308 8508 2078 0,'0'0'590'16,"0"0"-509"-16,0 0-81 15,151 0-24-15,-101 0-29 16,-2 0 11-16,8 0 6 15,-14 0-267-15,-11 0-540 0</inkml:trace>
  <inkml:trace contextRef="#ctx0" brushRef="#br0" timeOffset="14770.62">13694 8358 1696 0,'0'0'572'0,"0"0"-470"16,0 0-52-16,0 0-48 15,0 0 13-15,0 0 83 16,129 78-16-16,-112-44 17 16,-8 6-67-16,-6 0-32 15,-3 0 39-15,-5-6-38 16,-17-4-2-16,-1-8-57 16,1-13-128-16,9-9-280 15,6 0-445-15</inkml:trace>
  <inkml:trace contextRef="#ctx0" brushRef="#br0" timeOffset="15004.99">14014 8490 887 0,'0'0'1075'0,"0"0"-805"16,0 0-132-16,-27 120-43 16,27-77-3-16,0-7-32 15,36-14 44-15,15-12 27 16,16-10-80-16,7-18-5 15,-1-21-23-15,-10-8-17 16,-19-4 15-16,-24 1-20 16,-20 4 10-16,-6 10-11 15,-37 12-166-15,-33 24-74 16,10 0-75-16,5 8-407 0</inkml:trace>
  <inkml:trace contextRef="#ctx0" brushRef="#br0" timeOffset="17296.97">15676 6924 757 0,'0'0'616'0,"0"0"-402"0,0 0-67 16,0 0-56-16,0 0 20 16,0 0 63-16,0 0-63 15,0 0-37-15,0 0-27 16,0-4-10-16,2-4 33 16,7 2-65-16,1-2-4 15,-4 2 4-15,3 2 10 0,-5 0-13 16,0 0-2-16,-4 2 0 15,0 0 75-15,0 2-50 16,0 0-10-16,0 0 46 16,-4 0-61-16,-7 0 12 15,-2 0-12-15,-1 4 0 16,1 10 19-16,-1 4-17 16,4 8 23-16,1 6 49 15,4 6-21-15,5 8 18 16,0 2-30-16,0 0-28 15,7-5 53-15,4-5-58 0,-2-8-8 16,-5-6 24-16,-4-6-9 16,0-4 4-1,-4-2-19-15,-18-2 0 0,-7-6 23 16,-2-4-14-16,2 0-9 16,4 0 0-16,9-16-2 15,14-10-10-15,2-6-86 16,20-6-127-16,22 0 51 15,14-1-15-15,4 7 66 16,3 9 76-16,-5 6 11 16,-9 12 36-16,-9 5 24 15,-9 0 69-15,-14 22 47 16,-7 6-84-16,-10 4 2 0,0-1-9 16,0-4-47-16,-6-5 25 15,-2-8-27-15,4-10-48 16,4-4-43-16,0-17-145 15,0-5-643-15</inkml:trace>
  <inkml:trace contextRef="#ctx0" brushRef="#br0" timeOffset="17594.4">16106 6996 1699 0,'0'0'326'0,"0"0"-108"0,0 0-64 0,2 143-25 16,-2-100 63-16,0-4-63 15,-2-9-41-15,0-10-43 0,2-10-44 16,0-10 35 0,0 0-10-1,2-8-15-15,16-20 0 0,6-8-11 16,7-6-43-16,8-1-11 0,1 7 1 16,0 8 53-16,-3 14-18 15,-2 14 18-15,-14 0 17 16,-5 26-10-16,-9 11 1 15,-5 3 1-15,-2 0 0 16,0-4-18-16,0-8-48 16,-4-12-216-16,4-8-240 15,0-8-474-15</inkml:trace>
  <inkml:trace contextRef="#ctx0" brushRef="#br0" timeOffset="17938.16">16626 6974 1633 0,'0'0'387'0,"0"0"-288"16,0 0 16-16,0 0-10 15,0 0 88-15,44 118 13 16,-44-71-48-16,0-1-34 16,-11-6-84-16,0-7-40 15,4-8 36-15,4-15-29 16,3-8 1-16,0-2-8 15,19-16-27-15,3-16-45 16,0-11-89-16,-2-2 13 0,-5 0 94 16,-3 5-17-1,-5 10 71-15,-3 14 116 0,-2 14 88 16,2 2-112-16,2 18-92 16,0 12 0-16,5 6 21 15,3 4-12-15,5-1-18 16,6-3-4-16,13-6-258 15,-9-10-268-15,-7-8-1084 0</inkml:trace>
  <inkml:trace contextRef="#ctx0" brushRef="#br0" timeOffset="18530.3">15512 7610 1620 0,'0'0'552'0,"0"0"-339"0,0 0-119 15,0 0-62-15,0 0 81 0,171-45 40 16,-74 36 2 0,38 0-91-16,29 5-37 0,8 4 36 15,-14 0-63-15,-35 3 1 16,-38 7 12-16,-16-2-13 16,-5 0-1-16,12-1-41 15,8 0-52-15,8-1-69 16,8-6-111-16,-22 0-225 15,-20 0-589-15</inkml:trace>
  <inkml:trace contextRef="#ctx0" brushRef="#br0" timeOffset="19139.78">16242 7776 1038 0,'0'0'677'0,"0"0"-452"0,0 0-15 0,0 0-104 16,0 0-7-16,0 0 113 15,0 0-61-15,93-60-39 16,-81 60-55-16,-3 4-56 15,-7 20 11-15,-2 8 10 16,0 8 11-16,-7 4 51 16,-7 3-66-16,4-9-12 15,3-6 16-15,5-10-13 0,2-10 5 16,0-10-13 0,13-2-1-16,12-8 0 0,2-16-58 15,-3-8-83-15,-4-7-39 16,-6-1-36-16,-8 4 35 15,-4 10 181-15,-2 12 31 16,0 14 178-16,-13 0-143 16,-1 16 22-16,8 12 7 15,6 6-62-15,0-2 24 16,20 0-40-16,22-5-17 16,43-13-106-16,-7-6-275 15,-6-8-599-15</inkml:trace>
  <inkml:trace contextRef="#ctx0" brushRef="#br0" timeOffset="20468.38">17715 7574 1475 0,'0'0'845'0,"0"0"-517"0,0 0-164 16,0 0-116-16,0 0-42 15,162-35 35-15,-92 31-34 16,7-2-6-16,2-2-2 16,-4 2-81-16,6-6-243 15,-21 4-274-15,-18 1-264 0</inkml:trace>
  <inkml:trace contextRef="#ctx0" brushRef="#br0" timeOffset="20999.62">18526 7377 1298 0,'0'0'659'15,"0"0"-371"-15,0 0-156 16,0 0-125-16,0 0 33 16,0 0 94-16,0 0-52 15,0 115 7-15,0-83-41 16,0-4-32-16,0-8 10 15,2-9-19-15,5-6-5 16,2-5 58-16,1 0-35 16,4-20-25-16,1-6-34 15,4-9-47-15,1-2 32 16,7-4-11-16,-1 7 48 16,1 6 12-16,-3 10 54 0,-3 14 73 15,-6 4-63-15,-9 10-42 16,-4 16 49-16,-2 8-25 15,0 0 8-15,0-2 24 16,0-6-59-16,0-8-2 16,0-8-8-16,6-10-2 15,17 0 25-15,9-10-32 16,11-16-45-16,5-6 0 16,6-6-36-16,-5 4 45 15,-9 2 11-15,-11 10 23 0,-16 10-19 16,-8 12 17-16,-5 4-8 15,0 24 12-15,-11 10 12 16,2 6 34-16,9 2-9 16,4-2-36-16,32-3 34 15,22-9-35-15,15-10-23 16,39-12-22-16,-19-8-282 16,-14-2-474-16</inkml:trace>
  <inkml:trace contextRef="#ctx0" brushRef="#br0" timeOffset="22135.5">15050 8256 1347 0,'0'0'381'0,"0"0"-238"0,0 0-48 0,0 0 64 16,0 0-1-16,0 0 18 16,0 0 1-16,20 0-103 15,-2 1-33-15,5 3-12 16,6-2-29-16,10 0 36 15,8-2-36-15,9 0 2 16,8 0 10-16,10 0-12 0,8 0 0 16,9 0-1-16,5-5 12 15,25-6-23-15,26 1 12 16,23-4-32-16,5 2 20 16,-7 0-8-16,-39 4 11 15,-36 4 8-15,-20 2 1 16,-5 2-14-16,7 0 13 15,10 0-7-15,9 0-2 16,-5 0-44-16,0 0 26 16,5-2 13-16,4-2 5 15,18 0 2-15,24 0 9 16,20 2-1-16,7-2 52 16,-9 2-51-16,-6-2 10 0,-14-2-11 15,3-2 1 1,0-2-9-16,-2-2 8 0,-6 2 0 15,-23-2 30-15,-23 6-15 16,-20 0 3-16,-11 2-6 16,4 2-12-16,4 0 6 15,3 0-6-15,-9 2 0 16,-12 0-8-16,-7 0 7 16,-8 2-40-16,-9 6-67 15,-8-2-171-15,-12-4-284 0</inkml:trace>
  <inkml:trace contextRef="#ctx0" brushRef="#br0" timeOffset="23573.1">16906 8596 1084 0,'0'0'967'0,"0"0"-639"0,0 0-212 15,0 0-106-15,138-72-10 16,-91 68 97-16,-1 4 69 16,-3 6-11-16,-5 20-71 15,-9 10-43-15,-11 7 19 16,-11 4-43-16,-7 4-2 16,0-4 31-16,-7-4-34 0,-2-7 14 15,2-8-26-15,5-12 0 16,2-8 18-16,2-8-18 15,21 0-1-15,10-18 0 16,5-16-64-16,-1-12-14 16,2-8-98-16,-8-2-57 15,-11 6 131-15,-14 15 103 16,-6 19 35-16,-13 16 82 16,-20 10-45-16,-3 28 44 15,5 11-39-15,11 3-38 16,15 2 41-16,5-6-79 15,40-6 24-15,39-6-25 16,6-14-75-16,46-10-212 0,-17-8-353 16,-28-4-734-16</inkml:trace>
  <inkml:trace contextRef="#ctx0" brushRef="#br0" timeOffset="25668.05">20289 7961 1018 0,'0'0'324'0,"0"0"-152"0,0 0-36 0,0 0-39 16,0 0 58-16,0 0 62 15,0 0-6-15,-38 0-2 16,38 0-3-16,0 0-47 15,0 0-11-15,0 0-104 16,0 0-26-16,0 0 9 16,0 0-21-16,8 4-1 15,12 8-5-15,7 4 0 0,9-1 12 16,4 0-12 0,0-1-59-16,2-2-123 0,-1-2-134 15,-12-2-176-15,-12-2-390 0</inkml:trace>
  <inkml:trace contextRef="#ctx0" brushRef="#br0" timeOffset="25792.95">20233 8209 1691 0,'0'0'733'16,"0"0"-554"-16,0 0 19 16,0 0-50-16,0 0-118 15,158 0 9-15,-100 0-39 16,0 0-71-16,6 0-159 15,-14 0-367-15,-13 0-709 0</inkml:trace>
  <inkml:trace contextRef="#ctx0" brushRef="#br0" timeOffset="26461.35">20968 8438 1833 0,'0'0'645'15,"0"0"-491"-15,0 0 54 16,0 0-144-16,0 0-54 16,145-102 20-16,-92 54-28 15,5-9 7-15,0-5 13 16,-2-2-22-16,-8-6 0 15,-5-4-9-15,-7-5-15 16,-5 1 24-16,-4 2-13 16,-8 10 13-16,-5 16 52 15,-7 17-11-15,-7 19 15 0,0 14-44 16,-7 13 8-16,-18 29-11 16,-4 30 3-1,-4 32 10-15,4 0 79 16,12-7-73-16,9-15 4 15,8-24-23-15,2 0-8 16,21-4-2-16,8-20-21 0,9-14 13 16,5-17-8-16,1-3-59 15,0-21-50-15,-9-13-183 16,-6-6-20-16,-6-4 53 16,-7 2 144-16,-7 8 132 15,-4 10 160-15,-5 12 144 16,-2 12-33-16,0 2-202 15,-11 24-39-15,-5 8 20 16,3 4-33-16,2 2-16 16,6-4-2-16,5-6-89 15,2-17-157-15,16-9-294 16,0-4-729-16</inkml:trace>
  <inkml:trace contextRef="#ctx0" brushRef="#br0" timeOffset="26867.62">21968 8055 1602 0,'0'0'345'0,"0"0"-147"0,0 0 74 15,-38 136-82-15,23-94-30 16,3-8-25-16,6-8-103 16,6-8-25-16,0-11 37 15,0-7-34-15,20 0-10 16,4-18-19-16,7-8-81 15,4-6-14-15,0-3-68 16,1 7 31-16,-3 8 114 0,-8 10-3 16,-10 10 40-16,-13 8 37 15,-2 18 44-15,0 6 47 16,-9-4-59-16,1-6 10 16,8-9 0-16,0-9-64 15,13-4 35-15,22-11-35 16,12-13-15-16,11-6-38 15,5-2-15-15,3 4 52 16,-5 2-10-16,-6 10 22 16,-15 8-8-16,-13 8-3 15,-16 6-28-15,-11 22 27 16,-31 28-111-16,-13-6-248 0,-4-5-1076 16</inkml:trace>
  <inkml:trace contextRef="#ctx0" brushRef="#br0" timeOffset="27414.53">21257 8823 1672 0,'0'0'529'0,"0"0"-410"0,0 0-39 0,0 0-69 16,0 0 10-16,141-84 91 16,-118 84-16-16,-10 6-27 15,-9 22-60-15,-4 8 61 16,-4 6 54-16,-19 2-45 16,4-4-13-16,-2-4-41 15,7-6-25-15,6-10 27 16,5-6-27-16,3-10 0 0,0-4-2 15,9 0 2-15,9-20-48 16,3-7-106-16,-2-8-93 16,-3-5 64-16,-3 4-35 15,-3 4 147-15,-6 8 71 16,-4 14 189-16,0 10 1 16,0 0-127-16,0 14-29 15,0 8 24-15,0 4-50 16,9 0 8-16,6-2-16 15,19-4-33-15,-6-6-197 16,-3-6-365-16</inkml:trace>
  <inkml:trace contextRef="#ctx0" brushRef="#br0" timeOffset="27602.37">21579 8823 1713 0,'0'0'696'0,"0"0"-519"15,0 0-95-15,0 0-53 16,117-2-23-16,-76 2 29 16,1 2-35-16,11 2-94 15,-6-2-160-15,-11-2-410 0</inkml:trace>
  <inkml:trace contextRef="#ctx0" brushRef="#br0" timeOffset="27821.1">21986 8681 1807 0,'0'0'631'0,"0"0"-533"15,0 0-97-15,0 0 14 16,0 0 21-16,0 0 58 16,0 0 58-16,98 98-112 15,-94-64-16-15,-4 0-12 16,0 2-3-16,-24-2 4 15,-4-2-13-15,-5-4 0 0,5-6-18 16,8-6-157 0,16-14-201-16,4-2-225 0,0 0-664 0</inkml:trace>
  <inkml:trace contextRef="#ctx0" brushRef="#br0" timeOffset="28071.12">22287 8843 1640 0,'0'0'325'16,"0"0"-229"-16,0 0 49 16,-33 116 22-16,33-83-14 15,0-6 11-15,31-7-32 16,13-8-82-16,12-10 20 16,4-2-64-16,-2-11 30 15,-7-18-2-15,-12-3-34 0,-18-4 43 16,-19 0-43-16,-2 4 2 15,-21 4-10-15,-20 10-5 16,-5 8-71-16,-17 10-147 16,12 0-353-16,9 10-844 0</inkml:trace>
  <inkml:trace contextRef="#ctx0" brushRef="#br0" timeOffset="31363.73">23748 7351 1347 0,'0'0'347'0,"0"0"-114"0,0 0 29 16,0 0-114-16,0 0 53 15,0 0-14-15,0 0-30 16,19-48-58-16,-35 50-84 15,-4 20 37-15,0 8-9 16,1 10-16-16,11 6 48 16,6 6-39-16,2 5-7 15,4-3 5-15,14-2-23 0,-3-6 2 16,-1-6-13-16,-7-6 0 16,-7-4 3-16,-2-2 4 15,-27-6-7-15,-7 1 34 16,-7-9-25-16,1-6 3 15,7-8-12-15,8 0 2 16,13-17-25-16,14-15 17 16,5-10-70-16,33-4-9 15,12 0-17-15,8 4 66 16,0 8-45-16,-4 10 23 16,-12 12 40-16,-11 12 36 15,-10 0-15-15,-10 28 45 0,-9 10-29 0,-2 6 65 16,0 4-63-16,-11-2-14 15,0-6 20-15,-1-7-27 16,8-11-1-16,4-12-44 16,0-10-112-16,4-10-77 15,10-16-370-15,-1-9-395 0</inkml:trace>
  <inkml:trace contextRef="#ctx0" brushRef="#br0" timeOffset="31660.62">24018 7553 1360 0,'0'0'649'0,"0"0"-425"0,0 0-69 0,0 0-41 16,36 141-3-16,-36-85 42 16,0-2 32-16,0-6-99 15,0-10-79-15,-2-11 35 16,2-13-42-16,0-13 0 16,0-1 0-16,18-22-28 15,3-14-8-15,11-10-45 16,1-4-108-16,8 2 99 15,-2 4 16-15,1 12 74 16,-4 11 24-16,-9 20 83 16,-11 1 5-16,-8 24-84 0,-8 14-13 15,0 8 72-15,-4 2-71 16,-12 0 5-16,3-6-21 16,0-10-57-16,1-11-168 15,6-13-338-15,2-8-370 0</inkml:trace>
  <inkml:trace contextRef="#ctx0" brushRef="#br0" timeOffset="31973.12">24548 7568 1620 0,'0'0'246'0,"0"0"-46"0,0 0 44 15,-8 138-32-15,-13-88 65 16,2-2-114-16,1-7-74 15,5-9-53-15,7-13-34 16,6-11 4-16,0-8-6 16,16-8-36-16,9-21-42 15,-1-11-129-15,3-9 17 16,-5-5-50-16,1 0-57 16,-6 4 50-16,-3 9 247 15,-8 19 186-15,-3 18 370 16,-3 4-463-16,0 22-27 15,0 17 3-15,0 5-34 16,0 4 21-16,2-2-56 0,43-2-23 16,-5-10-200-1,4-14-467-15</inkml:trace>
  <inkml:trace contextRef="#ctx0" brushRef="#br0" timeOffset="32129.35">25057 7704 2501 0,'0'0'310'15,"0"0"-310"-15,0 0-56 16,115 12-165-16,-47-12 128 16,-14 0 44-16,-2 0-273 0</inkml:trace>
  <inkml:trace contextRef="#ctx0" brushRef="#br0" timeOffset="32660.86">25693 7513 1081 0,'0'0'1045'15,"0"0"-976"-15,0 0-55 16,0 0 34-16,0 0 72 15,-64 129 100-15,49-79-20 16,-1 4-96-16,5-6-15 16,-1-6-80-16,8-10 12 0,4-10-21 15,0-13 1-15,0-9 37 16,9 0-38-16,11-27-25 16,2-9-20-16,5-8-67 15,2-4 30-15,2 2-14 16,-4 8 49-16,-5 8 33 15,-4 12 28-15,-9 14 19 16,-5 4 41-16,-4 10-7 16,0 16 30-16,0 2-37 15,0 0-18-15,-4-4 48 16,2-6-84-16,2-8-5 16,0-10 34-16,0 0-35 15,13-8 0-15,13-16-5 0,7-8-77 16,4-4 71-16,3-2-65 15,2 3 30-15,-6 9 46 16,-2 11 1-16,-13 10 73 16,-2 5-18-16,-11 10-38 15,-6 21 35-15,-2 5-44 16,0 6-9-16,-2-2 0 16,-6-2-3-16,1-8-114 15,5-14-235-15,2-8-334 16,0-8-671-16</inkml:trace>
  <inkml:trace contextRef="#ctx0" brushRef="#br0" timeOffset="33004.71">26300 7479 831 0,'0'0'883'0,"0"0"-674"0,0 0-54 15,0 0 19-15,0 0 89 16,0 0-7-16,39 136-35 15,-54-85-85-15,-3-1-86 16,3-4 2-16,5-6-52 16,6-12 9-16,4-9 6 15,0-14-1-15,16-5-14 16,9-4 0-16,1-22-57 16,1-12 9-16,-3-10-36 15,1-6-96-15,-5-4-30 16,0 6-21-16,-4 10 231 15,-5 17 113-15,-9 20 229 0,-2 5-194 16,0 22-145 0,-4 18 10-16,-3 6 25 0,7 6-16 15,0 2 11-15,22-4-33 16,18-6-33-16,40-8-164 16,-8-14-385-16,-10-9-749 0</inkml:trace>
  <inkml:trace contextRef="#ctx0" brushRef="#br0" timeOffset="34068.11">23644 8265 1298 0,'0'0'349'0,"0"0"-86"0,0 0-34 16,0 0-71-16,0 0-20 16,0 0 4-16,138-30-2 15,-78 26-76-15,9 0-29 16,11 0 7-16,10 1-41 16,5-2 52-16,24 1-9 15,18 2-43-15,21 2 46 16,3 0-47-16,-14 0 0 15,-15 0-5-15,-32 0 20 16,-17 0-15-16,-17 0 0 16,-1 0 8-16,8 0-22 15,10 0 14-15,6-4 0 16,-4-2-1-16,-8 2 11 0,-3-2-10 16,-5 2 0-16,-4 0 1 15,-5 0-22-15,-8 2 21 16,-4 2 0-16,-3 0-18 15,-3 0 29-15,-2-2-11 16,1 2 0-16,-1-2 1 16,-1 0 8-16,3 2-9 15,1-2 0-15,1 0-7 16,1 0 16-16,2 0-8 16,-2 0-1-16,-5 0 0 15,-7 0-27-15,-8 2 27 16,-12-2-45-16,-8 2-18 15,-5 0-95-15,-18-2-95 0,-13 0-123 16,-5-2-795-16</inkml:trace>
  <inkml:trace contextRef="#ctx0" brushRef="#br0" timeOffset="35005.61">24706 8681 879 0,'0'0'700'0,"0"0"-359"0,0 0-96 0,0 0-51 15,0 0 21-15,0 0-93 16,0 0-22-16,96 0-25 16,-71 4-56-16,-1 14 16 15,-1 10-35-15,-10 6 0 16,-9 6 40-16,-4 6-39 16,-4 2 36-16,-19 0-7 15,-6-2-19-15,0-6 17 16,6-8-28-16,4-7 0 15,11-11 4-15,6-10 8 16,2-4-4-16,6 0-8 0,21-25-21 16,8-8-33-16,5-14-140 15,3-7-22-15,-5-6 18 16,-7 0-52-16,-8 10 250 16,-15 11 59-16,-8 20 138 15,0 16-49-15,-18 3-112 16,-4 18 48-16,4 13 77 15,7 5-88-15,11 4 5 16,0-2-11-16,15-2-51 16,21-4 8-16,9-6-24 15,6-8-116-15,18-14-155 16,-10-4-97-16,-13 0-356 0</inkml:trace>
  <inkml:trace contextRef="#ctx0" brushRef="#br0" timeOffset="35834.71">25315 8540 785 0,'0'0'381'0,"0"0"-172"0,0 0 23 0,0 0 21 16,0 0-67-16,0 0-24 16,0 0 32-16,0-18-77 15,2 14-6-15,4-2 10 16,4-2-49-16,1 2-15 0,2 0-38 15,-4 0-13-15,0 2 51 16,-5 4-30 0,-1 0-26-16,-3 0 5 0,0 0 20 15,0 12-26-15,-11 6 44 16,-3 0-27-16,1 2 42 16,2 0-59-16,4-2 0 15,2-4 29-15,3-3-22 16,2-4 2-16,0-3-9 15,0-4 9-15,0 0 12 16,0 0-10-16,0 0-11 16,-2 0 22-16,0 0-20 0,0 0 8 31,2-6-10-31,0-8 0 16,0 0 9-16,0-4-8 0,8 2-1 0,4 2 0 15,-3 0 7-15,1 0-10 16,0 4 3-16,1 0 0 15,0 2-12-15,0 4 13 16,-2 2-1-16,-2 2 0 16,-3 0 11-16,-4 20-26 15,0 8 15-15,0 6 0 16,-17 4 25-16,-4-2-17 16,3-1 1-16,7-7-2 0,7-6 10 15,4-7-20-15,11-2 3 16,24-7-6-16,12-4-3 15,9-2-96-15,29 0-102 16,-16-6-301-16,-4-6-800 0</inkml:trace>
  <inkml:trace contextRef="#ctx0" brushRef="#br0" timeOffset="44264.67">27118 8081 773 0,'0'0'612'0,"0"0"-445"0,0 0-45 16,0 0-33-16,0 0-10 0,0 0 55 16,0-24-7-1,0 20 23-15,0 2-13 0,0 0-35 16,0 2 63-16,0-2-68 16,0 2 29-16,0 0-40 15,0 0-62-15,0 0 45 16,0 0-54-16,0 0-14 15,0 0 47-15,0 0-37 16,0 0-10-16,0 0 2 16,11 2 6-16,6 6 60 15,12 0-69-15,10-2 6 16,2-2 12-16,7-4-18 0,-4 0-42 16,0 2-130-16,-13 0-335 15,-15 2-242-15</inkml:trace>
  <inkml:trace contextRef="#ctx0" brushRef="#br0" timeOffset="44420.89">27093 8328 1573 0,'0'0'611'16,"0"0"-423"-16,0 0 123 15,0 0-119-15,140-18-151 0,-89 8-40 16,-1-1-2-1,3 4-58-15,-10 3-173 16,-14 1-428-16</inkml:trace>
  <inkml:trace contextRef="#ctx0" brushRef="#br0" timeOffset="45296.97">27632 8464 1618 0,'0'0'587'0,"0"0"-410"0,0 0-70 15,0 0-74-15,145-100 41 16,-94 51-62-16,2-6 13 16,-1-6-17-16,-8-3 10 15,-5-4-36-15,-8-4 10 16,-12-1 8-16,-3 0 15 16,-9 0-4-16,-3 11 66 0,-4 10 111 15,0 16-68-15,0 14-15 16,0 15-84-16,-4 7-12 15,-9 15 18-15,-5 27-11 16,-5 32-7-16,-4 34 41 16,8 1-38-16,0-7 43 15,11-14-55-15,6-24 10 16,2 2 1-16,0-6-11 16,20-17-8-16,11-19-1 15,5-16-29-15,1-8 37 16,1-14-66-16,-5-21-46 15,-6-9 52-15,-4-6-75 16,-8 0 52-16,-5 6 77 0,-4 8 7 16,-4 14 124-16,-2 14-14 15,0 8-84-15,0 2 7 16,0 24-21-16,0 8-12 16,-2 6 0-16,0 0 18 15,2 0-41-15,0-8 19 16,0-7-164-16,19-18-98 15,-1-4-216-15,-1-3-222 0</inkml:trace>
  <inkml:trace contextRef="#ctx0" brushRef="#br0" timeOffset="45703.21">28419 8145 1521 0,'0'0'907'0,"0"0"-782"0,0 0-9 0,0 0 27 0,0 0-24 16,-5 115 56-16,-2-86-116 15,1-4-8-15,3-6-44 16,3-9 4-16,0-7 13 16,0-3-24-16,16-6-2 15,6-16-17-15,3-7-17 16,4 0 16-16,-5 0-4 16,-3 11 24-16,-8 10-27 15,-7 8 12-15,-6 10 15 0,0 24 18 16,-6 6-9-1,-10 7 50-15,5-5-44 0,4-8-2 16,7-12 1 0,0-12-14-16,16-10 0 0,13-4-8 15,11-24 4-15,4-10-29 16,4-4-18-16,-4-5 34 16,-2 7-10-16,-9 4 27 15,-6 12 0-15,-11 12 53 16,-9 10-26-16,-7 2-27 15,0 20 0-15,-5 16 0 16,-15 11-23-16,-22 26-99 16,2-10-561-16,1-11-986 0</inkml:trace>
  <inkml:trace contextRef="#ctx0" brushRef="#br0" timeOffset="46187.59">27837 8915 1735 0,'0'0'739'0,"0"0"-395"0,0 0-128 15,0 0-149-15,0 0 9 0,87-122-67 16,-65 108 6 0,-6 11 0-16,-3 3 0 0,-8 17-27 15,-5 17 12 1,0 10 0-16,-7 6 23 0,-13 2-11 16,2-1-8-16,3-11 1 15,5-8 16-15,8-13-24 16,2-8 3-16,0-11-8 15,16 0-29-15,4-16 4 16,-2-12-35-16,-3-8-14 16,-1-7-117-16,-6 3 81 15,-3 4 38-15,-3 10 80 16,-2 12 88-16,0 10 52 16,0 4-65-16,-2 12-33 0,-3 14-24 15,5 4 25 1,0 2-43-16,5-2 0 0,17-4-19 15,5-5-98-15,9-12-163 16,-5-4-328-16,-9-5-1106 0</inkml:trace>
  <inkml:trace contextRef="#ctx0" brushRef="#br0" timeOffset="46338.68">28097 8933 986 0,'0'0'1219'0,"0"0"-916"15,0 0-224 1,0 0 27-16,0 0-52 0,121 16-53 16,-88-8 8-16,-2 0-9 15,6-4-157-15,-11-2-134 16,-8-2-454-16</inkml:trace>
  <inkml:trace contextRef="#ctx0" brushRef="#br0" timeOffset="46573">28432 8817 1739 0,'0'0'513'0,"0"0"-415"15,0 0 39-15,0 0-54 16,0 0 49-16,0 0 19 16,0 0-93-16,100 130-8 15,-95-96-50-15,-5 0 0 16,0 1 1-16,-10-6 10 15,-9-2-22-15,-6-5-72 16,3-8-146-16,4-6-158 16,7-7-496-16</inkml:trace>
  <inkml:trace contextRef="#ctx0" brushRef="#br0" timeOffset="46838.63">28810 8887 1169 0,'0'0'631'0,"0"0"-429"16,0 0 114-16,0 0-52 15,-57 126-75-15,57-96-35 16,13-5-75-16,23-11-55 16,11-10 73-16,9-4-95 15,3-15-2-15,-3-13 24 16,-9-8-1-16,-18-2-20 15,-20 2-3-15,-9 2-48 16,-15 8-14-16,-22 10-178 16,-7 8 80-16,-18 8 13 15,10 12-329-15,12 6-670 0</inkml:trace>
  <inkml:trace contextRef="#ctx0" brushRef="#br0" timeOffset="48599.43">29987 7459 1538 0,'0'0'491'0,"0"0"-270"0,0 0-74 16,0 0-105-16,0 0 60 15,0 0-8-15,-158 40 67 16,111 7-19-16,3 11-58 16,7 6 20-16,12 0-72 15,8-2-26-15,13-10 42 16,4-10-38-16,11-12-10 0,22-12 0 16,10-15-5-1,6-3 4-15,0-12-66 0,-3-16-49 16,-7-3 38-16,-12-1-91 15,-12 6 114-15,-9 8 55 16,-6 10 56-16,0 8 43 16,-17 2-74-16,-3 22 10 15,-1 8 55-15,6 4-90 16,7-1 25-16,8-5-15 16,0-6-2-16,8-6 7 15,15-10-15-15,1-8-26 16,-2 0 16-16,-4-7-57 15,-9-12 2-15,-9-5 7 0,0-1-26 16,-13-1 70-16,-9 6-9 16,-1 2 23-16,8 9 149 15,7 2-68-15,8 5-6 16,0 2-42-16,32 0-24 16,15-4 13-16,13-6-22 15,7-4-33-15,-5-4-14 16,-8-4-149-16,-14-2 85 15,-20 0 75-15,-11 0 36 16,-9 0 8-16,0 4 2 16,-13 6 111-16,-1 4 57 15,5 10-99-15,3 0-35 0,6 14-40 16,0 18 7-16,2 10 13 16,15 4-24-16,-1 4 0 15,-5 2 3-15,-9-3 9 16,-2-5-12-16,-6-4 0 15,-15-8 1-15,0-8-22 16,0-12 10-16,6-8-110 16,15-10-102-16,0-16-447 15,5-8-1298-15</inkml:trace>
  <inkml:trace contextRef="#ctx0" brushRef="#br0" timeOffset="48896.28">30462 7706 954 0,'0'0'1080'0,"0"0"-817"0,0 0-125 0,0 0-3 0,0 0 24 16,0 0 2-16,47 136-8 15,-52-90-77-15,-6-3-49 16,2-7 26-16,3-10-53 16,3-11 0-16,3-10 1 15,0-5 20-15,18-10-42 16,2-18-27-16,0-12-62 15,-2-7 74-15,-5 1-87 16,-4 2 7-16,-7 10 116 16,-2 16 58-16,0 14 93 15,0 4-151-15,0 18 15 16,0 16 16-16,5 2-25 16,17 2-3-16,12-3-3 0,35-10-102 15,-9-8-148-15,-4-12-414 16</inkml:trace>
  <inkml:trace contextRef="#ctx0" brushRef="#br0" timeOffset="50021.52">31155 7895 1493 0,'0'0'873'0,"0"0"-719"0,0 0-67 0,0 0-29 15,133-5-29-15,-83 5 55 16,-2 0-82-16,2 0-2 16,-8 0-75-16,3 0-140 0,-12 0-152 15,-11-12-425-15</inkml:trace>
  <inkml:trace contextRef="#ctx0" brushRef="#br0" timeOffset="50506.42">31676 7704 1498 0,'0'0'580'0,"0"0"-499"16,0 0 69-16,0 0 51 15,0 0-41-15,0 124 4 16,0-84-9-16,0 2-105 15,3-5 5-15,1-7-42 16,0-10-7-16,-2-6 15 16,3-10-21-16,-3-4 0 15,4 0 47-15,4-16-47 0,1-12-12 16,7-4-24-16,1-4-20 16,8-3 56-16,0 7-46 15,-2 8 46-15,-8 12 12 16,-1 12-11-16,-9 0 32 15,-3 16-3-15,-2 12-6 16,0 2 69-16,-2-1-56 16,6-7-20-16,0-8 19 15,7-9-26-15,12-5 11 16,6-5-11-16,13-20-1 0,5-7-18 16,5-6-25-1,0 2 27-15,-6 2-22 0,-8 8 56 16,-13 8-28-16,-9 12 1 15,-9 6 0-15,-9 8-13 16,0 24 7-16,-5 12 6 16,-17 10-9-16,-20 24-57 15,6-11-295-15,3-13-657 0</inkml:trace>
  <inkml:trace contextRef="#ctx0" brushRef="#br0" timeOffset="51272.04">29882 8412 1302 0,'0'0'382'0,"0"0"-106"16,0 0-45-16,0 0-57 15,0 0 11-15,149-14-40 16,-78 14-31-16,35 0-48 16,39 6-38-16,48-2 30 15,24-4-46-15,5 0 11 16,-4 0 68-16,-17 0-69 0,-9 0 35 15,-16-2-45-15,-24-4 0 16,-39 0-9-16,-33 2-3 16,-28 0 0-16,-17 1-19 15,-6 2 4-15,-5 1 7 16,-8 0-62-16,-16 0-180 16,-33 0-21-16,-17 0-36 15,0 0-471-15</inkml:trace>
  <inkml:trace contextRef="#ctx0" brushRef="#br0" timeOffset="51798.57">30754 8841 1706 0,'0'0'504'0,"0"0"-350"0,0 0 29 0,0 0-70 15,0 0 19-15,0 0-40 16,0 0-46-16,131-94 24 16,-98 92-69-16,-6 2 9 15,-12 8-10-15,-15 18 0 16,0 6 0-16,-31 6 11 15,-15 2 27-15,-12 2 61 16,-4-2-82-16,-1-1 16 0,12-10-23 16,11-3 1-16,19-9-7 15,15-9-4-15,6-5 0 16,25-3 35-16,21 0-25 16,14 0 4-16,10 0-14 15,1-10-11-15,0-2 5 16,-7 2-57-16,-5-1-25 15,3-6-143-15,-15 5-418 16,-14 1-305-16</inkml:trace>
  <inkml:trace contextRef="#ctx0" brushRef="#br0" timeOffset="52173.57">31317 8837 1857 0,'0'0'495'0,"0"0"-299"15,0 0-110-15,0 0-23 16,0 0 71-16,0 0-16 16,0 0 5-16,9 116-80 15,-26-77-22-15,1-2 21 16,5-6-31-16,7-8-1 16,4-6-10-16,2-13 6 15,25-4-13-15,8-7 7 16,7-16-107-16,0-12-9 15,-1-7-92-15,-8-4 35 0,-8 0-78 16,-12 4 127-16,-11 10 124 16,-2 12 273-16,-7 14-68 15,-15 6-51-15,2 12-84 16,7 16-10-16,6 2-21 16,7 4 5-16,2-2 33 15,29-2-77-15,16-6-11 16,9-6-2-16,29-10-274 15,-17-5-391-15,-10-3-155 0</inkml:trace>
  <inkml:trace contextRef="#ctx0" brushRef="#br0" timeOffset="108632.58">1472 10345 540 0,'0'0'775'0,"0"0"-740"16,0 0 687-16,0 0-481 0,0 0-147 16,0 0 91-16,0-78 43 15,0 73-110-15,0 4-5 16,0 1-33-16,0 0-53 16,0 0 45-16,0 1-72 15,-4 22 0-15,-6 11 19 16,-2 12-8-16,-5 10 25 15,2 4-27-15,-3 1 1 16,3-3 17-16,3-7-27 16,1-4 0-16,7-5-6 15,0-8-13-15,2-6-25 16,2-4-71-16,-2-8-131 16,-8-6-58-16,-5-6-74 0,-18-4-184 15,1-6 14 1,3-8-350-16</inkml:trace>
  <inkml:trace contextRef="#ctx0" brushRef="#br0" timeOffset="108960.87">1142 10740 1290 0,'0'0'586'0,"0"0"-310"16,0 0 18-16,0 0-50 15,0 0-71-15,0 0-106 16,125-114-40-16,-71 103 15 16,2 6-42-16,-6 0 0 15,-2 5-6-15,-15 0 14 16,-6 0-19-16,-14 13-1 15,-9 2 8-15,-4 7-7 16,-15 1 20-16,-18 3-9 0,-13-4 9 16,-4-2-8-1,-4-8-2-15,0-4-64 16,6-8-101-16,5 0-5 0,10-18-107 16,10-10-62-16,12-4 19 15,11 2 321-15,0 4 138 16,3 4 180-16,13 9-3 15,3 8-71-15,4 5-165 16,1 0-14-16,3 4-33 16,4 14-31-16,5 8-2 15,18 8-102-15,-10-4-242 16,-5-8-759-16</inkml:trace>
  <inkml:trace contextRef="#ctx0" brushRef="#br0" timeOffset="109538.99">1936 10451 2259 0,'0'0'325'0,"0"0"-213"0,0 0 36 15,0 0-147-15,0 0 51 16,0 0 6-16,0 0-20 16,44 118 18-16,-40-83-56 0,2-7 1 15,-2-6 14-15,0-7-6 16,-2-6-6-16,0-9-2 16,1 0 7-16,3-10 37 15,6-21-45-15,3-6-6 16,8-10-8-16,3 4 16 15,3 4-8-15,0 13 6 16,-7 14 0-16,-4 12-9 16,-7 2 4-16,-3 24 5 15,-8 8 36-15,0 2-30 16,0-2 27-16,-10-2-10 16,-1-10-22-16,5-5 14 15,1-9-9-15,2-8-6 0,3 0 54 16,0-15-54-1,0-13-36-15,8-8-21 0,11-4-4 16,8 0 60-16,2 8-33 16,0 8 34-16,-4 14-3 15,-5 10 10-15,-5 0 7 16,-4 22-14-16,-6 10 10 16,-3 5 13-16,-2 0-23 15,11 8-26-15,0-9-183 16,7-13-512-16</inkml:trace>
  <inkml:trace contextRef="#ctx0" brushRef="#br0" timeOffset="109851.49">2807 10489 1480 0,'0'0'1202'0,"0"0"-895"0,0 0-231 15,0 0-16-15,0 0-48 16,0 0-12-16,145-10 0 16,-91 10 11-16,-2 0-25 15,-7 0 1-15,0 8-213 16,-14 4-229-16,-11-4-422 0</inkml:trace>
  <inkml:trace contextRef="#ctx0" brushRef="#br0" timeOffset="110054.63">2802 10605 2039 0,'0'0'743'0,"0"0"-628"15,0 0-58-15,0 0-57 16,132-8 6-16,-79 7-27 15,1 1-39-15,8 0-165 16,-15 0-283-16,-12 0-665 0</inkml:trace>
  <inkml:trace contextRef="#ctx0" brushRef="#br0" timeOffset="110273.37">3135 10251 224 0,'0'0'2457'0,"0"0"-2143"16,0 0-269-16,0 0 20 15,0 0 15-15,-127 154-73 16,96-92-7-16,4 22-10 16,11-16-445-16,9-13-728 0</inkml:trace>
  <inkml:trace contextRef="#ctx0" brushRef="#br0" timeOffset="110742.12">3694 10569 1827 0,'0'0'599'0,"0"0"-514"15,0 0-5-15,0 0 11 16,0 0-69-16,0 0 35 16,135-132-57-16,-108 90-3 15,-4-4-25-15,-5 0-26 16,-5 1 45-16,-2 9 9 15,-4 13 166-15,-5 14 4 16,-2 9-152-16,0 25-6 16,-2 27 16-16,-12 18-28 15,-11 46 0-15,6-16-67 16,1-11-621-16</inkml:trace>
  <inkml:trace contextRef="#ctx0" brushRef="#br0" timeOffset="111908.95">4672 10479 428 0,'0'0'1903'0,"0"0"-1283"0,0 0-455 16,0 0-95-16,0 0-36 15,0 0-34-15,0 0-22 16,4 0-26-16,-4 14-524 15,0 0-96-15</inkml:trace>
  <inkml:trace contextRef="#ctx0" brushRef="#br0" timeOffset="112033.96">4631 10694 1545 0,'0'0'633'0,"0"0"-403"16,0 0-120-16,0 0-110 0,0 0-135 15,0 0-768-15</inkml:trace>
  <inkml:trace contextRef="#ctx0" brushRef="#br0" timeOffset="137507.51">5354 10764 707 0,'0'0'117'0,"0"0"-91"0,137-95-26 16,-87 58-162-16</inkml:trace>
  <inkml:trace contextRef="#ctx0" brushRef="#br0" timeOffset="137804.37">5684 10465 690 0,'0'0'49'16,"0"0"255"-16,0 0 362 15,44-118-360-15,-36 80-113 16,4 0-78-16,-1 6-42 16,-2 4 20-16,0 6-42 15,-2 5 7-15,-3 7 0 16,-4 6-24-16,0 2 23 15,0 2-54-15,0 0 6 16,0 0 0-16,0 0-8 16,0 0-1-16,0 0 14 15,0 8-12-15,0-1 13 0,0-2-15 16,0 1 6-16,-4 1-12 16,-5-3-31-16,2 2-7 15,0-1-39-15,3 3-107 16,-3 1-50-16,0 3 9 15,0-1-134-15,1-1-426 0</inkml:trace>
  <inkml:trace contextRef="#ctx0" brushRef="#br0" timeOffset="138429.66">5306 10722 2194 0,'0'0'505'0,"0"0"-444"0,0 0 109 0,0 0-86 16,0 0-60-16,0 0 19 15,148-136-43-15,-92 89 0 16,-3-1-12-16,-2-4 13 16,-4-2-2-16,-7-2-12 0,-7-2-12 15,-4 4 19-15,-4 5-6 16,-5 12 12-16,-9 8 6 15,-2 13-5-15,-7 10 33 16,-2 6 0-16,0 0-20 16,-11 26 28-16,-9 14-11 15,0 14-11-15,0 13 49 16,2 7-44-16,3 6 54 16,4 2-29-16,1 1-35 15,4-1 26-15,2-6-41 16,-1-4 0-16,1-8-6 0,-6-8 13 15,0-7-7-15,-9-9 0 16,-2-10 1-16,-6-8-15 16,-2-12 14-16,0-10 0 15,6-2-15-15,8-28 15 16,15-13-1-16,0-7-17 16,22-6-25-16,18 0 43 15,11 2-53-15,5 4-12 16,6 4 24-16,-1 4-103 15,13-6-196-15,-17 9-212 16,-10 7-339-16</inkml:trace>
  <inkml:trace contextRef="#ctx0" brushRef="#br0" timeOffset="138601.54">6258 9892 1046 0,'0'0'1576'0,"0"0"-1232"0,0 0-181 0,0 0-90 16,0 0-55-16,0 0 0 15,0 0-18-15,-94 170-21 16,75-96-281-16,3-10-982 0</inkml:trace>
  <inkml:trace contextRef="#ctx0" brushRef="#br0" timeOffset="139007.76">6550 10080 2051 0,'0'0'525'0,"0"0"-406"15,0 0 36-15,0 0-35 16,0 0-25-16,0 0-38 16,0 0-12-16,-136 145 30 15,111-73-57-15,8 2-16 16,6-6-4-16,6-6-37 16,5-6-63-16,7-3-186 15,15-15-275-15,0-14-829 0</inkml:trace>
  <inkml:trace contextRef="#ctx0" brushRef="#br0" timeOffset="139273.37">6655 10337 1487 0,'0'0'1113'16,"0"0"-894"-16,0 0-150 15,0 0 81-15,0 0-80 16,0 0-28-16,-36 122 27 15,63-94-60-15,9-4 10 16,5-7-19-16,2-8 6 16,-3-7-16-16,-6-2-14 15,-10 0 24-15,-9-15-9 16,-7-8 9-16,-8-3-1 16,0 0-13-16,-12 2-20 15,-7 4 16-15,-4 8-87 16,-2 0-216-16,7 6-187 15,7 2-382-15</inkml:trace>
  <inkml:trace contextRef="#ctx0" brushRef="#br0" timeOffset="139460.91">7020 10156 914 0,'0'0'1222'0,"0"0"-685"16,0 0-258-16,141-32-71 15,-113 39-115-15,-8 29-9 16,-13 15-11-16,-7 16-43 0,-7 11-6 15,-24 4-24 1,-9 4-78-16,-22 27-52 0,8-25-387 16,7-14-415-16</inkml:trace>
  <inkml:trace contextRef="#ctx0" brushRef="#br0" timeOffset="139992.22">7744 10495 1679 0,'0'0'1131'0,"0"0"-827"16,0 0-163-16,0 0-59 15,0 0-73-15,122-26 0 16,-64 24 13-16,0 2-22 16,1 0-46-16,-18 10-167 15,-14 4-627-15</inkml:trace>
  <inkml:trace contextRef="#ctx0" brushRef="#br0" timeOffset="140133.9">7795 10750 2143 0,'0'0'664'0,"0"0"-453"16,0 0-95-16,123-34-63 16,-67 16-53-16,6 0-54 15,-12 7-265-15,-17 6-713 0</inkml:trace>
  <inkml:trace contextRef="#ctx0" brushRef="#br0" timeOffset="142003.13">8520 10850 1109 0,'0'0'1371'0,"0"0"-1115"0,0 0-195 16,0 0-18-16,0 0-43 16,125-130 0-16,-52 74-13 15,12-7-20-15,4-5-82 16,-5-2-77-16,-3-6 14 0,-15 0 91 15,-12-4 37 1,-16 5 50-16,-14 5 22 0,-13 12 86 16,-9 12 108-16,-2 14 0 15,-4 18-101-15,-23 14-37 16,-8 2-69-16,-7 38 24 16,-12 32 79-16,8 9-45 15,7 9 10-15,13 4-26 16,19-16-21-16,7-2 21 15,0-14-51-15,20-14 0 16,13-12 1-16,7-14-1 16,5-9 0-16,-1-12-44 15,1-1-34-15,-7-3-15 0,-5-17-82 16,-6-8 9-16,-4-7 53 16,-6-2 2-16,1 0 21 15,-5 3 12-15,-1 10 78 16,-8 12 128-16,-1 10 23 15,-3 2-107-15,0 18 44 16,-5 12 17-16,-7 6-39 16,2 0-50-16,1-4-16 15,4-3-29-15,5-3-202 16,0-10-143-16,0-8-386 0</inkml:trace>
  <inkml:trace contextRef="#ctx0" brushRef="#br0" timeOffset="142393.73">9571 10481 1691 0,'0'0'500'0,"0"0"-283"0,0 0 0 0,-33 106 18 16,17-78-69-16,5-7-102 16,5-9-25-16,4-6-39 15,2-6 1-15,0 0-5 16,13-12 4-16,16-11-78 15,8-6 24-15,11-4-37 16,0 4 22-16,-3 2 39 16,-5 11 30-16,-13 12 17 15,-12 4 10-15,-13 8 58 16,-2 18 49-16,0 2-56 0,-15-3 9 16,2-7-34-1,3-7-43-15,8-8 30 0,2-3-39 16,2-3 30-16,23-16-31 15,11-6-64-15,9 0 52 16,5-2-14-16,2 5 26 16,-6 8-15-16,-7 6 15 15,-12 8-6-15,-14 0 6 16,-11 20-31-16,-2 10 11 16,-34 20-101-16,-3-6-376 15,-4-5-628-15</inkml:trace>
  <inkml:trace contextRef="#ctx0" brushRef="#br0" timeOffset="143065.63">8950 11011 1793 0,'0'0'578'0,"0"0"-390"0,0 0 70 15,0 0-158-15,0 0-61 16,0 0 36-16,125-71-61 16,-108 85 17-16,-11 18 9 0,-6 12 5 15,0 9 39-15,-23 1-46 16,-4-2-8-16,-2-6 23 16,4-8-47-16,7-10-10 15,7-10 4-15,9-12-14 16,2-6 14-16,0-2-46 15,20-25-51-15,4-12 23 16,3-7-107-16,0-4-105 16,-5 8 49-16,-9 8 230 15,-5 16 7-15,-8 14 151 16,0 4-70-16,0 14 77 16,0 14-43-16,0 2-21 15,0 2-45-15,11-4-41 16,15-2-8-16,28-12-117 0,-8-4-354 15,-4-10-621-15</inkml:trace>
  <inkml:trace contextRef="#ctx0" brushRef="#br0" timeOffset="143221.84">9250 11137 2257 0,'0'0'697'16,"0"0"-597"-16,0 0-70 15,0 0-1-15,127-40-20 16,-71 36-8-16,0 4-1 0,-3 0-49 16,-6 0-75-16,-2 0-248 15,-14 8-237-15,-8-2-542 0</inkml:trace>
  <inkml:trace contextRef="#ctx0" brushRef="#br0" timeOffset="143440.63">9719 10975 1502 0,'0'0'990'15,"0"0"-675"-15,0 0-198 16,0 0-104-16,0 0 10 16,0 0 5-16,0 0 5 15,64 86 18-15,-59-50-51 16,-5 4 0-16,0-4-1 0,-16 0-51 15,-6-2-116 1,-5-4-73-16,7-7-93 0,7-9-476 0</inkml:trace>
  <inkml:trace contextRef="#ctx0" brushRef="#br0" timeOffset="143706.23">9943 11065 1692 0,'0'0'873'16,"0"0"-733"-16,0 0-47 16,0 0 1-16,0 0-27 0,7 120 19 15,16-88-54-15,10-4 13 16,7-10-45-16,5-8 2 16,-3-10 11-16,-7 0-12 15,-8-20-1-15,-14-10 0 16,-13-6-5-16,0-6 4 15,-24 2-120-15,-29 0-176 16,1 10-58-16,8 10-310 0</inkml:trace>
  <inkml:trace contextRef="#ctx0" brushRef="#br0" timeOffset="145395.04">11456 9787 1714 0,'0'0'351'0,"0"0"-190"16,0 0 9-16,0 0-75 15,0 0 58-15,-160 24 44 16,104 25-68-16,-4 10-5 16,0 12-69-16,6 1-5 15,10-3 7-15,15-10-44 16,13-10 26-16,11-13-39 0,5-12 2 15,10-8 8-15,23-12-10 16,9-4-19-16,8-6 4 16,3-18-63-16,0-7 10 15,-5 2-39-15,-11 3-30 16,-14 8 99-16,-12 8-1 16,-11 7 39-16,0 3 27 15,-5 10 4-15,-13 15 60 16,5 3-35-16,1-2-31 15,10-2 14-15,2-4-29 16,2-8-5-16,21-4 1 16,2-8-6-16,4 0-12 0,-3-2-29 15,-4-14-18 1,-10-6 51-16,-8-2-64 0,-4-2 22 16,0-1 50-16,-16 1 1 15,-1 6 84-15,-2 7-11 16,7 2-25-16,5 8 20 15,5 3-57-15,2 0 3 16,11 0-15-16,20 0 1 16,11 0-10-16,9-11-35 15,1-3-44-15,-6-2 10 16,-6-2-37-16,-13 0 81 16,-9 2 28-16,-11 0 6 15,-5 4 128-15,-2 6-7 16,0 6-34-16,0 0 3 15,-2 16-89-15,-3 18 35 0,5 10-27 16,0 8-8-16,0-2 11 16,2-1-12-16,7-8-40 15,-4-6 29-15,-2-11-82 16,-3-8-40-16,0-12-110 16,-8-4 30-16,2-12-111 15,6-42-244-15,0 1 45 16,18-1 13-16</inkml:trace>
  <inkml:trace contextRef="#ctx0" brushRef="#br0" timeOffset="145707.53">11833 10022 380 0,'0'0'852'0,"0"0"-221"0,0 0-369 0,0 0-55 15,0 0 26-15,0 0-44 0,0 0 1 16,107 146-57-16,-109-88-64 16,-12-3 1-16,3-9-70 15,5-12 0-15,0-12 6 16,6-14 0-16,0-8-12 15,8-4-7-15,16-24-55 16,0-12 2-16,5-10-89 16,-4-7-23-16,-7 1 72 15,-5 6 19-15,-6 14 87 16,-7 18 145-16,0 16 94 16,-5 2-132-16,-8 32-60 15,2 8-15-15,8 5 20 16,3 0-51-16,19-4-1 0,18-7-22 15,32-8-131 1,-11-12-435-16,-4-8-1027 0</inkml:trace>
  <inkml:trace contextRef="#ctx0" brushRef="#br0" timeOffset="145848.14">12370 10168 1958 0,'0'0'824'15,"0"0"-597"-15,0 0-94 16,0 0-112-16,0 0-19 16,120-12-2-16,-69 12-3 15,25 0-108-15,-13 0-374 16,-11 0-102-16</inkml:trace>
  <inkml:trace contextRef="#ctx0" brushRef="#br0" timeOffset="146395.04">13165 9980 1744 0,'0'0'495'0,"0"0"-447"0,0 0 118 16,0 0 53-16,-11 140 3 16,0-88-44-16,1-2-91 15,2-5-69-15,6-9 20 16,2-10-38-16,0-12 0 16,0-12 6-16,4-2 3 15,12-14-18-15,6-20-24 16,5-12-60-16,6-6 2 15,3-5-133-15,0 5 56 16,-1 8 120-16,-8 18 21 16,-12 18 27-16,-7 8 23 15,-8 20 92-15,0 12 133 16,-10 6-118-16,-3-4-31 0,4-8-17 16,4-7-71-16,5-14 23 15,0-5-34-15,19-4 6 16,10-18-6-16,4-3-29 15,7-6-19-15,-3 1 39 16,2 4 0-16,-4 4-1 16,-5 10 10-16,-6 10-2 15,-7 2-17-15,-8 18 17 16,-9 18-10-16,-9 33-6 16,-20-10-248-16,-4-2-429 0</inkml:trace>
  <inkml:trace contextRef="#ctx0" brushRef="#br0" timeOffset="147040.59">11042 10669 2000 0,'0'0'672'0,"0"0"-490"0,0 0-129 16,0 0-8-16,196-29-7 15,-61 26 10-15,44 3 59 0,26 0-71 16,0 3 17-1,-2 5-31-15,-16-2-2 0,6-2-5 16,6-2-15-16,-3 0 0 16,-5 0 9-16,-10-2 1 15,-18 2-8-15,-19-2-2 16,-34 0-17-16,-32 2-8 16,-31-2-50-16,-20 1-23 15,-8 2-83-15,-17-1-205 16,-2 2-266-16,0-4-812 0</inkml:trace>
  <inkml:trace contextRef="#ctx0" brushRef="#br0" timeOffset="147806.21">12027 11121 1640 0,'0'0'682'0,"0"0"-401"0,0 0-147 16,0 0-85-16,0 0-25 16,123-77-15-16,-77 76-10 15,-6 1 1-15,-11 12 0 16,-15 20 9-16,-14 10 3 15,-10 8 77-15,-28 2 22 16,-12 2-38-16,-6-3 17 0,0-5-46 16,9-10-14-16,13-10 25 15,19-10-55-15,15-10 1 16,11-6 21-16,36-2-22 16,22-20 0-16,12-6-57 15,3-3-58-15,1-1-62 16,4-5-297-16,-20 6-86 15,-20 5-242-15</inkml:trace>
  <inkml:trace contextRef="#ctx0" brushRef="#br0" timeOffset="148103.07">12613 11139 803 0,'0'0'752'0,"0"0"-464"0,0 0-44 16,0 0-42-1,0 0-62-15,0 0 53 0,0 0-83 16,96 0 26-16,-94 28-13 15,-2 8-31-15,0 4-11 16,0 0-36-16,-4 0-21 16,-8-2 18-16,1-7-42 15,5-9 9-15,3-10-9 16,3-8 0-16,0-4-6 16,9-8-3-16,14-20-91 15,-2-6 4-15,0-8-112 16,-9-3 56-16,-4 3-13 15,-8 8 123-15,0 12 42 0,-8 16 171 16,-9 6 2-16,1 10-38 16,10 18-65-16,6 2-19 15,14-2-32 1,67-1-19-16,2-12-91 0,4-7-586 16</inkml:trace>
  <inkml:trace contextRef="#ctx0" brushRef="#br0" timeOffset="148650.31">14406 10688 1888 0,'0'0'721'0,"0"0"-460"0,0 0-120 16,0 0-95-16,138-14-13 0,-68 9-24 15,-3 2-9 1,-5 1 0-16,-18 2-180 0,-17 0-482 15,-23 2-903-15</inkml:trace>
  <inkml:trace contextRef="#ctx0" brushRef="#br0" timeOffset="148775.31">14413 10880 618 0,'0'0'1469'0,"0"0"-918"16,0 0-346-16,0 0-48 15,138 19-92-15,-44-19-65 16,-16-11-98-16,-16 1-668 0</inkml:trace>
  <inkml:trace contextRef="#ctx0" brushRef="#br0" timeOffset="152666.66">15562 10574 1463 0,'0'0'378'0,"0"0"-188"16,0 0 18-16,0 0-31 15,0 0 11-15,-77 122-26 16,59-82-22-16,7-2-35 15,6-2-70-15,5-4 3 16,0-8-36-16,11-8 4 16,16-10 29-16,11-6-35 15,5 0-1-15,1-16-6 0,0-8-34 16,1-6 34-16,-3-4-7 16,-1-2-6-16,1 0 6 15,0 4-1-15,1 6 15 16,-6 9-4-16,-1 12 16 15,-5 5-2-15,-4 0 0 16,-9 14-9-16,-9 6 62 16,-9 2-52-16,0 0 17 15,-12-4 41-15,-14-2-42 16,-13-8 23-16,-9-4-44 16,-8-4 3-16,-4 0-18 15,0-8-9-15,4-10-60 16,5-12-63-16,15 4-356 0,19 2-435 15</inkml:trace>
  <inkml:trace contextRef="#ctx0" brushRef="#br0" timeOffset="153041.66">16636 10700 1564 0,'0'0'1113'0,"0"0"-734"0,0 0-147 0,0 0-45 16,0 0-157-16,0 0-6 15,0 0-22-15,150-58 8 0,-92 52-20 16,0 3-82-1,-8 3-62-15,-9 0-93 0,-16 0-523 16,-16 7-793-16</inkml:trace>
  <inkml:trace contextRef="#ctx0" brushRef="#br0" timeOffset="153213.56">16632 10820 1842 0,'0'0'810'16,"0"0"-556"-16,0 0-72 15,0 0-42-15,162-16-130 16,-97 4-4-16,-3 0-6 16,-4-2-106-16,-6-2-75 15,-15 4-362-15,-14 0-339 0</inkml:trace>
  <inkml:trace contextRef="#ctx0" brushRef="#br0" timeOffset="153369.81">17185 10553 1054 0,'0'0'1035'0,"0"0"-445"0,0 0-298 16,0 0-121-16,0 0-72 16,0 0 35-16,0 0-84 15,47 149-29-15,-88-89-20 16,-13 2-1-16,-17 17-114 16,11-18-358-16,12-14-793 0</inkml:trace>
  <inkml:trace contextRef="#ctx0" brushRef="#br0" timeOffset="154041.96">18386 10836 2203 0,'0'0'638'0,"0"0"-523"0,0 0-108 15,0 0-6-15,158-84 10 16,-98 42-1-16,-6-6-20 15,-13-3 2-15,-14 1-52 16,-14 2 10-16,-13 4-3 0,0 8 53 16,-6 10 118-1,-11 12-31-15,0 14-15 0,2 12-56 16,6 28-1-16,2 20 36 16,7 14-43-16,0 13-8 15,0 3 18-15,0 2-6 16,-8-1-6-16,-8-9 0 15,-10-8-5-15,-9-12 13 16,-2-12-14-16,-3-16 0 16,4-14 21-16,10-16-15 15,12-4 49-15,14-26-16 16,16-16-38-16,33-14 11 16,20-4-12-16,18-4-39 0,9 4-49 15,28-7-165-15,-21 17-236 16,-23 10-83-16</inkml:trace>
  <inkml:trace contextRef="#ctx0" brushRef="#br0" timeOffset="154807.57">19408 10485 1597 0,'0'0'729'15,"0"0"-384"-15,0 0-31 16,0 0-213-16,0 0-81 15,0 0 70-15,0 0-41 16,-73 147 4-16,55-89-10 0,5-2-42 16,4-6 3-16,6-10-4 15,3-10-8-15,0-11-3 16,10-14-27 0,9-5-16-16,3-5 21 0,1-26-85 15,2-11-103-15,-4-8-17 16,-5-6 13-16,-5 1 68 15,-6 14 129-15,-5 13 28 16,0 20 262-16,-13 8-127 16,-1 12 77-16,5 13-66 15,9 4-61-15,0-1-4 16,25-8-66-16,15-6-9 0,9-10-6 16,5-4-58-1,-2-10-35-15,-2-18-156 0,-10-8-3 16,-9-10 99-16,-6-7 51 15,-5-9 50-15,-3-6 52 16,-1 2 0-16,-3 12 196 16,-6 18 107-16,-2 24-28 15,-5 12-118-15,0 30-133 16,-5 22 46-16,-13 12 23 16,0 8-29-16,-1-1 23 15,1-8-75-15,5-6 5 16,5-13-34-16,8-12-10 15,0-12-12-15,10-12 3 16,9-8-26-16,6 0 24 16,4-16-32-16,0-4-17 0,0 2 76 15,-4 2-22-15,-4 7 21 16,2 8 6-16,1 1 2 16,10 0-9-16,6 10 13 15,9 0-20-15,5-4-86 16,2-4-137-16,-4-2 0 15,-6 0 21-15,-13-14 14 16,-11-6 115-16,-9-2 93 16,-10 1 35-16,-3 3 200 15,0 7 29-15,-3 11-47 16,-7 0-40-16,-4 29-44 16,1 16-10-16,-1 9-77 15,3 10-31-15,2 4 26 0,2 0-41 16,0-3-21-1,1-11-114-15,-12-8-228 0,3-16-223 16,-6-14-246-16</inkml:trace>
  <inkml:trace contextRef="#ctx0" brushRef="#br0" timeOffset="154948.21">20262 10407 1906 0,'0'0'1013'0,"0"0"-730"0,0 0-167 16,147-102-107-16,-116 91 1 0,-4 11-20 16,-10 13-13-1,-8 17-142-15,-6 0-756 0</inkml:trace>
  <inkml:trace contextRef="#ctx0" brushRef="#br0" timeOffset="156026.81">21454 10381 2562 0,'0'0'482'0,"0"0"-482"16,0 0-1-16,0 0 1 15,0 0 3-15,15 154 85 16,-15-84-26-16,-4 5-32 16,-7-5 10-16,3-8-25 15,6-12-3-15,2-16-12 16,0-12 1-16,8-14-4 15,13-8 3-15,6-4-30 16,9-26 29-16,-1-14-107 16,2-10 6-16,-4-8-39 15,-6-1-33-15,-8 8 107 0,-7 12 67 16,-12 18 116-16,0 14 66 16,-14 11-152-16,-6 16 3 15,0 15 22-15,12 5-10 16,8 1 18-16,0-2-49 15,21-9-14-15,15-8 29 16,9-12-28-16,6-6-2 16,0-6-16-16,1-22-14 15,-8-10 11-15,-3-11-53 16,-8-9 3-16,-4-10 53 16,-5-8-56-16,-4 2 53 15,-6 7 20-15,-8 22 62 0,-6 21 53 16,0 24-69-16,-22 10-34 15,-7 34 68-15,-2 16-56 16,-1 10 28-16,6 2 8 16,3-2-45-16,8-3 27 15,6-7-42-15,5-10 0 16,4-10-5-16,0-12 5 16,2-10-10-16,13-10-19 15,8-8-5-15,4 0 33 16,2-14-57-16,-2-4 0 15,-4 0 57-15,-2 6-33 16,-10 6 33-16,0 6-15 16,-2 0 4-16,4 2-1 0,7 10 13 15,11-4 0-15,7-4-20 16,11-4 2-16,7 0-70 16,-1-8-81-16,1-10 5 15,-6-2 122-15,-15 0 7 16,-8 2 35-16,-16 2 135 15,-11 4 44-15,0 6 7 16,-25 6-69-16,-10 0-59 16,-7 11 9-16,2 12-55 15,3 1 14-15,16-2 11 16,9-2-28-16,12-4-16 16,0-6 7-16,14-6-27 15,13-4 19-15,2 0-81 16,2-6-10-16,0-10 42 15,-2-2-30-15,0 2 38 0,-3 0 4 16,-3 6 45-16,-1 8 6 16,-7 2 22-1,-5 4-10-15,-4 16 37 16,-4 8-46-16,-2 0 24 0,0-2-33 16,0-4-7-16,0-8-68 15,0-12-276-15,-6-2-273 16,-4 0-673-16</inkml:trace>
  <inkml:trace contextRef="#ctx0" brushRef="#br0" timeOffset="156183.07">22743 10254 1001 0,'0'0'1734'0,"0"0"-1272"0,0 0-372 0,0 0-89 0,0 0 29 15,0 0-30-15,0 0-3 16,21 109-9-16,-61-57-145 16,0-8-785-16</inkml:trace>
  <inkml:trace contextRef="#ctx0" brushRef="#br0" timeOffset="156865.79">23198 10535 1510 0,'0'0'1288'0,"0"0"-946"16,0 0-288-16,0 0-48 0,127 47 20 15,-82-15-16-15,1 2-4 16,1-4-6-16,-7-4-25 15,-4-8 16-15,-9-10-77 16,-7-8-42-16,-7 0 13 16,-7-18-100-16,2-12 58 15,-6-4 56-15,-2-3 39 16,0 8 62-16,0 7 49 16,-10 15 201-16,-11 7-37 0,-6 18-111 0,-2 16 8 15,4 9-50-15,8 1-31 16,12-4 34-16,5-6-63 15,7-10 0-15,24-8-8 16,11-10 4-16,6-6-40 16,2 0-86-16,2-22-82 15,-6-6 8-15,-3-2-25 16,-5 0 54-16,-9 2 140 16,-7 8 35-16,-9 8 191 15,-6 12 53-15,-7 0-127 16,0 16 71-16,0 12-78 15,-5 4-31-15,1 2 6 0,0-2-76 16,1-6-9-16,3-6-9 16,0-12-130-16,0-6-206 15,-2-2-357-15</inkml:trace>
  <inkml:trace contextRef="#ctx0" brushRef="#br0" timeOffset="156975.16">23960 10319 924 0,'0'0'1628'0,"0"0"-1072"0,0 0-493 0,0 0-56 0,0 0-7 15,0 0-188-15,0 0-474 0</inkml:trace>
  <inkml:trace contextRef="#ctx0" brushRef="#br0" timeOffset="157740.76">25028 10222 2032 0,'0'0'901'0,"0"0"-718"15,0 0-117-15,0 0-66 16,0 0 0-16,-54 111 40 16,52-39-38-1,2 8 19-15,0-1-14 0,0-6-7 16,0-4-12-16,0-13-75 16,0-12-56-16,-7-14-104 15,-9-10-226-15,-8-14-93 16,-8-6-25-16,-7-6 72 15,1-24 519-15,5-8 536 16,14-6 19-16,19-2-178 16,5-1-81-16,40 7-26 15,21 7-134-15,19 8-111 16,9 9-11-16,-1 8-14 16,-1 8 0-16,-15 0 21 0,-16 6-8 15,-22 19 65-15,-20 2 19 16,-19 8-39-16,-5-2 11 15,-22 0-43-15,-4-5-26 16,4-6 45-16,7-8-39 16,11-8-6-16,9-6 0 15,2 0-19-15,30-20 1 16,11-10-104-16,9-6-115 16,6 0-15-16,-6 1 72 15,-14 9 127-15,-14 12 53 0,-15 13 83 16,-9 1-9-1,0 11 63-15,-2 18-6 0,-7 0 47 16,7 6-115 0,2-5-20-16,0-2-21 0,19-6-20 15,4-8-1-15,2-8-1 16,-5-6-67-16,-5 0 0 16,-3-12-139-16,-6-12 31 15,-1-6 9-15,3 0 71 16,4-1 95-16,1 8 1 15,0 6 145-15,1 13 197 16,-3 4-225-16,-5 11-79 16,-4 14-33-16,-2 8 3 15,0 1-18-15,0 6-99 16,-6-10-349-16,-3-10-493 0</inkml:trace>
  <inkml:trace contextRef="#ctx0" brushRef="#br0" timeOffset="157881.41">25838 10239 2280 0,'0'0'706'0,"0"0"-513"0,0 0-139 0,0 0-54 16,0 0-141-16,0 0-223 15,-118 152-635-15</inkml:trace>
  <inkml:trace contextRef="#ctx0" brushRef="#br0" timeOffset="158006.37">25502 11071 441 0,'0'0'2099'0,"0"0"-2099"16,0 0-41-16</inkml:trace>
  <inkml:trace contextRef="#ctx0" brushRef="#br0" timeOffset="158397.04">26239 10507 1905 0,'0'0'742'16,"0"0"-531"-16,0 0-174 15,0 0 68-15,0 0-56 0,0 0-40 16,0 0 76-1,110 53-53-15,-110 2 34 0,0 6 6 16,-10-5-43-16,0-2 16 16,1-8-45-16,4-10 0 15,5-8-4-15,0-12 4 16,0-10-21-16,14-6-28 16,1-6-58-16,5-21-63 15,1-14-184-15,-4-11-10 16,-1-6-171-16,-5-7 23 15,0 7 499-15,-4 11 13 16,-3 14 716-16,-2 17-52 0,-2 14-352 16,0 2-210-16,0 15-18 15,3 12-36-15,7 8 13 16,6 1-40-16,9-2-21 16,6 0-22-16,7-8-142 15,8-2-290-15,-5-8 67 16,-12-8-741-16</inkml:trace>
  <inkml:trace contextRef="#ctx0" brushRef="#br0" timeOffset="158568.91">26881 10604 2109 0,'0'0'720'16,"0"0"-440"-16,0 0-115 15,0 0-117-15,114-36-8 16,-72 33-39-16,8 3-2 0,2 0-47 15,0 0-84-15,-6 13-195 16,-11 1-358-16,-18-2-398 0</inkml:trace>
  <inkml:trace contextRef="#ctx0" brushRef="#br0" timeOffset="158725.14">26995 10688 1694 0,'0'0'761'0,"0"0"-296"15,0 0-226-15,0 0-71 16,0 0-147-16,0 0-21 16,0 0 0-16,134 6-43 15,-97 4-95-15,-8 0-419 16,-4-2-367-16</inkml:trace>
  <inkml:trace contextRef="#ctx0" brushRef="#br0" timeOffset="159006.41">27732 10546 1776 0,'0'0'882'16,"0"0"-557"-16,0 0-187 15,0 0-66-15,0 0-39 16,0 0 45-16,0 0-56 16,-100 148-7-16,141-104 9 15,16-4-18-15,17-12-6 0,5-12 0 16,2-16 0-16,-14 0-13 15,-24-24 13-15,-30-14-18 16,-13-8 17-16,-52-2-60 16,-37-4 20-16,-62 13-22 15,19 14-225-15,7 12-541 0</inkml:trace>
  <inkml:trace contextRef="#ctx0" brushRef="#br0" timeOffset="161910.63">1404 12204 1174 0,'0'0'925'0,"0"0"-804"0,0 0-100 15,0 0 84-15,0 0-86 16,0 0 61-16,0 0 104 0,0 132-43 15,0-74-15 1,0 1-64-16,0-5-43 0,0-6 13 16,0-8-26-16,0-10-12 15,0-10-3-15,0-10-136 16,-4-8-52-16,0-2-23 16,2-4-25-16,2-20-135 15,4-26 8-15,31-10-216 0,0 3-261 0,1 7 849 16,-14 28 705-16,-9 8-71 15,0 6-114-15,-1 6-172 16,-4 2-157-16,-8 4-76 16,0 20 65-16,-8 10 6 15,-19 2-31-15,-6-2-85 16,-3 1-44-16,-7-9 14 16,1-6-40-16,0-8 0 15,-3-8-39-15,3-4-61 16,1 0 11-16,10-20-24 15,12-4 113-15,7-6 1 16,12-2 0-16,0 4 72 16,16 6 8-16,11 11-21 0,6 11 9 15,7 0-66 1,5 20 3-16,1 11-12 0,29 15-17 16,-13-9-264-16,-7-8-542 0</inkml:trace>
  <inkml:trace contextRef="#ctx0" brushRef="#br0" timeOffset="162535.74">2256 12388 1572 0,'0'0'849'0,"0"0"-553"0,0 0-99 16,0 0-119-16,0 0-60 15,0 0 65-15,0 0-9 16,50 109-25-16,-50-51 31 15,0-2-67-15,0-10 14 16,-5-12-26-16,3-10-1 16,2-14 19-16,0-10-19 15,0 0 0-15,9-26 0 16,11-10-24-16,6-10 2 16,8-6-14-16,0-1-16 0,3 9 41 15,-3 15-26-15,-3 16 23 16,-6 13-8-16,-10 13 44 15,-6 24-20-15,-9 12 23 16,0 1-11-16,-7 0 38 16,-13-8-42-16,4-10-9 15,1-12 21-15,6-10-10 16,4-10-8-16,5 0-4 16,0-24-6-16,3-10 6 15,17-8-57-15,11-4 2 16,7 0 54-16,3 3-45 0,-4 10 32 15,-3 15 14-15,-8 14 1 16,-6 4 20-16,-4 22-14 16,-10 15-7-16,-1 8 46 15,-5 3-45-15,0-2 15 16,0-4-16-16,0-4-50 16,0-14-221-16,4-8-395 15,6-12-1199-15</inkml:trace>
  <inkml:trace contextRef="#ctx0" brushRef="#br0" timeOffset="162691.87">3083 12494 54 0,'0'0'2516'0,"0"0"-2007"0,0 0-422 0,0 0 21 15,0 0-17-15,0 0-58 16,0 0-3-16,156-58-30 15,-98 58-11-15,4 0 2 16,17 17-128-16,-19-2-143 16,-14 0-558-16</inkml:trace>
  <inkml:trace contextRef="#ctx0" brushRef="#br0" timeOffset="162848.16">3235 12675 2572 0,'0'0'504'16,"0"0"-447"-16,0 0-21 0,0 0-18 16,0 0-18-1,145-16-1-15,-89 14-170 0,-8 0-571 0</inkml:trace>
  <inkml:trace contextRef="#ctx0" brushRef="#br0" timeOffset="163098.16">3964 12480 1386 0,'0'0'667'0,"0"0"-443"15,0-120-97-15,0 74-27 16,0 10 140-16,0 12-43 0,0 12-66 16,0 12-27-1,4 0-94-15,2 20 7 0,1 16 1 16,2 10-17-1,-4 8 22-15,-1 6-23 0,-4 3-19 16,0-5-19-16,0-2-176 16,-14-8-148-16,-24 0-118 15,1-14-46-15,1-8-577 0</inkml:trace>
  <inkml:trace contextRef="#ctx0" brushRef="#br0" timeOffset="163238.87">3787 12805 1134 0,'0'0'859'15,"0"0"-217"-15,0 0-267 16,0 0-154-16,0 0-61 15,0 0-131-15,125-68-28 16,-71 62-1-16,2 4-40 16,10 2-62-16,-13 0-133 15,-8 4-564-15</inkml:trace>
  <inkml:trace contextRef="#ctx0" brushRef="#br0" timeOffset="163535.72">4857 12575 1401 0,'0'0'1446'0,"0"0"-1170"15,0 0-217-15,0 0-59 16,0 0-101-16,0 0-354 15,0 0-106-15</inkml:trace>
  <inkml:trace contextRef="#ctx0" brushRef="#br0" timeOffset="163629.41">4795 12828 1702 0,'0'0'384'16,"0"0"-384"-16,0 0-1052 0</inkml:trace>
  <inkml:trace contextRef="#ctx0" brushRef="#br0" timeOffset="165973.24">5614 12878 1805 0,'0'0'872'0,"0"0"-720"15,0 0-115-15,0 0 18 0,0 0-5 16,0 0-43 0,170-137-7-16,-110 81 24 0,-2-2-12 15,-7-3-12 1,-13 3 0-16,-12 7 0 0,-10 4 14 16,-9 13-14-16,-7 14 0 15,0 12 58-15,0 8-56 16,-7 14 20-16,1 24-22 15,1 19 0-15,5 15 55 16,0 10-54-16,0 6-1 16,7 0 15-16,-3-3 2 15,-4-7-12-15,0-8-5 16,-6-10 0-16,-13-12-7 16,-3-12 7-16,-2-14 0 15,0-14 28-15,1-8-28 0,8-5 31 16,7-26-17-16,8-9-8 15,8-8-12-15,23-2-3 16,9-2-45-16,6 2-3 16,16-7-157-16,-12 14-246 15,-12 6-258-15</inkml:trace>
  <inkml:trace contextRef="#ctx0" brushRef="#br0" timeOffset="166129.5">6468 12154 2039 0,'0'0'771'0,"0"0"-511"0,0 0-197 16,0 0-14-16,-98 110-16 15,67-48-25-15,4 8 13 16,6 0-21-16,17 21-96 16,4-21-229-16,0-18-484 0</inkml:trace>
  <inkml:trace contextRef="#ctx0" brushRef="#br0" timeOffset="166332.59">6759 12318 1793 0,'0'0'658'0,"0"0"-570"15,0 0-48-15,0 0 60 16,-117 132 40-16,92-66-65 15,9 9-47 1,7-1-28-16,9-4-22 0,16-2-197 16,16-20-277-16,5-20-608 0</inkml:trace>
  <inkml:trace contextRef="#ctx0" brushRef="#br0" timeOffset="166567.28">7002 12521 1650 0,'0'0'845'0,"0"0"-637"16,0 0-28-16,0 0-52 15,-113 134 8-15,113-98-98 0,15-2-4 16,23-8 4-16,9-8-32 16,5-12-12-16,-2-6-59 15,-7 0-40-15,-14-20 23 16,-16-6-99-16,-13-6-7 15,0-2 7-15,-31-16-63 16,2 8-141-16,6 6-435 0</inkml:trace>
  <inkml:trace contextRef="#ctx0" brushRef="#br0" timeOffset="166733.99">7372 12314 1721 0,'0'0'623'16,"0"0"-293"-16,0 0-45 0,116 76-130 15,-96-23-17-15,-11 11-53 16,-9 10-4-16,0 4-79 16,-11 4-2-16,-16-4-24 15,-22 11-177-15,5-19-344 16,8-20-560-16</inkml:trace>
  <inkml:trace contextRef="#ctx0" brushRef="#br0" timeOffset="166999.59">7985 12751 1891 0,'0'0'1065'0,"0"0"-866"0,0 0-146 15,0 0-10 1,0 0-34-16,0 0-10 0,153-34 1 16,-97 52-87-1,-14 4-199-15,-15 0-595 0</inkml:trace>
  <inkml:trace contextRef="#ctx0" brushRef="#br0" timeOffset="167140.21">7958 12946 1780 0,'0'0'1035'0,"0"0"-788"16,0 0-96-16,0 0-104 16,0 0-47-16,145 0-36 15,-83 6-308-15,-4 1-963 0</inkml:trace>
  <inkml:trace contextRef="#ctx0" brushRef="#br0" timeOffset="167796.5">8820 13146 2186 0,'0'0'670'0,"0"0"-567"16,0 0-61-16,176-100-41 15,-103 50 11-15,4-5-12 16,-8-3-13-16,-9 0-1 16,-11 0-87-16,-13 0 15 15,-12 0 76-15,-13 4 10 16,-7 5 110-16,-4 9-23 0,0 12 1 15,0 16 25-15,-10 12-103 16,-9 8-8-16,2 31 17 16,-3 15-19-16,2 12 39 15,7 6-29-15,6 0-9 16,5-4 18-16,0-7-19 16,25-13-18-16,6-16-15 15,9-12-17-15,0-14 17 16,3-6-121-16,-3-12-171 15,-7-18-60-15,-6-8-287 16,-7-6 52-16,-7-3 309 16,-2 5 311-16,-3 8 514 15,-2 14-3-15,-6 16-147 0,0 4-224 16,0 22 14 0,0 14 11-16,-4 6-98 0,-6 1-61 15,4-6-6-15,3-6-21 16,3-11-146-16,3-18-89 15,15-2-280-15,-1-2-808 0</inkml:trace>
  <inkml:trace contextRef="#ctx0" brushRef="#br0" timeOffset="168169.94">9805 12807 1773 0,'0'0'675'0,"0"0"-566"0,0 0 70 0,0 0 1 0,-9 102-63 16,1-67-30-16,1-9 10 15,2-8-95-15,5-8 7 16,0-10 4-16,0 0-12 16,3-8 12-16,14-16-13 15,8-6-54-15,6-6 21 0,2 1-48 16,3 2 37 0,-3 6 42-16,-4 9-4 0,-10 12 0 15,-9 6 6-15,-8 0 0 16,-2 18 48-16,0 2-26 15,0 0 2-15,-2-8 20 16,2-5-32-16,0-7 27 16,7 0-11-16,18 0-2 15,4-12-1-15,4-1-25 16,2 1 0-16,1 5 0 16,-5 7-9-16,-2 0 1 15,-11 5-62-15,-18 31-174 16,0-1-337-16,-2-2-555 0</inkml:trace>
  <inkml:trace contextRef="#ctx0" brushRef="#br0" timeOffset="168638.7">8954 13501 1846 0,'0'0'810'0,"0"0"-509"0,0 0-141 0,0 0-73 16,0 0-15-16,-9-112-49 0,33 94 2 16,10 8-25-1,4 10 0-15,0 0-3 0,-7 16 3 16,-6 18 0-16,-14 6-9 15,-9 6 21-15,-2 0-3 16,-2-2-8-16,-11-4-1 16,-3-9 10-16,7-9-10 15,3-8 0-15,6-12-1 16,0-2-5-16,0-2 4 16,8-23-62-16,12-7-36 15,2-8 28-15,1-2-69 16,-3 4 44-16,-7 8 72 15,-9 12 25-15,-4 14 107 0,0 4-71 16,-4 14-35-16,-7 16 49 16,2 2-41-16,9 4-3 15,0-2-1-15,9-5-5 16,31-7-146-16,-4-8-436 16,-3-10-851-16</inkml:trace>
  <inkml:trace contextRef="#ctx0" brushRef="#br0" timeOffset="168763.67">9318 13515 2264 0,'0'0'718'0,"0"0"-604"16,0 0-41-16,0 0-56 0,162-42-16 16,-100 42-2-1,16 0-77-15,-16 8-260 0,-14 4-380 16</inkml:trace>
  <inkml:trace contextRef="#ctx0" brushRef="#br0" timeOffset="168966.8">9752 13333 1075 0,'0'0'1009'0,"0"0"-689"15,0 0-233-15,0 0-43 16,113 1 5-16,-97 30 60 15,-7 5 34-15,-9 8-25 16,0 4-15-16,-25-2-85 0,-8-3-12 16,-5-6-6-16,-11 2-134 15,11-11-172-15,9-9-544 0</inkml:trace>
  <inkml:trace contextRef="#ctx0" brushRef="#br0" timeOffset="169232.87">10104 13355 1156 0,'0'0'1569'16,"0"0"-1354"-16,0 0-143 16,0 0-10-16,0 0 16 0,-112 136 36 15,110-88-73-15,2-5 3 16,18-7-35-16,15-8-9 15,9-12 0-15,1-10-2 16,-5-6-23-16,-7 0 1 16,-15-21-19-16,-14 0 2 15,-2-5-86-15,-33-3-244 16,-6 5-254-16,6 8-672 0</inkml:trace>
  <inkml:trace contextRef="#ctx0" brushRef="#br0" timeOffset="172293.08">10226 13431 778 0,'0'0'214'0,"0"0"-91"0,0 0-5 16,0 0-37-16,0 0 41 15,0 0 2-15,0 0-17 16,0 6 4-16,0-6-38 15,0 0-1-15,0 0-6 16,-2 0-58-16,2 0 5 16,-4 0-13-16,2 0 1 15,-5 0 19-15,2 0-10 16,3 0 11-16,-3 0 13 16,3 0 13-16,2 0 24 15,-2 0-52-15,2 0-12 16,-4 0 32-16,2 2-39 0,-5-2 14 15,-5 4-9-15,2 0 4 16,-1 0-11-16,-3 4 2 16,3-2 0-16,-1 2 63 15,4-2-42-15,-1 2 1 16,3 0 12-16,-2 0-33 16,2 0 20-16,-1 0-21 15,1 0 0-15,1 2 37 16,0 2-37-16,1 0 20 15,2 0 18-15,0 2-9 16,2 0 30-16,0 3-45 16,0-3-5-16,0 1 22 0,0 0-31 15,4-4 0-15,2 0 24 16,4-1-24-16,1-4 33 16,5-4-11-16,3 0-1 15,8-2 35-15,4 0-56 16,0 0 0-16,-2-10 14 15,0-2-7-15,-6-1-3 16,-4 2-4-16,-2-3 0 16,-7-4 31-16,0-3-31 15,-8-1 17-15,-2-6 17 16,0-2-19-16,0-2 27 0,-12 0-15 16,-7 2 7-1,-6 8 29-15,-4 6-62 0,-4 10-2 16,-5 6-16-16,-9 4-176 15,9 14-158-15,7 0-593 0</inkml:trace>
  <inkml:trace contextRef="#ctx0" brushRef="#br0" timeOffset="176139.14">11196 12334 952 0,'0'0'841'0,"0"0"-535"0,0 0-110 15,0 0-7-15,0 0-84 0,0 0 34 16,113-108-2-16,-99 98-53 16,-5 2-6-16,-5 6-44 15,-4 0-13-15,0 2 40 16,-2 0-60-16,-19 8 20 15,-12 16 10-15,-7 10-14 16,-9 10 31-16,0 4-42 16,0 6 0-16,7-4 31 15,6-1-29-15,12-11-8 16,8-6 0-16,11-10 6 16,5-8-18-16,10-8-18 15,21-6-5-15,9 0 25 16,8-8-50-16,6-12 7 0,-2-4-32 15,-8 0-9 1,-7 2 49-16,-12 5 14 0,-11 8 31 16,-10 4 55-16,-4 5-7 15,0 0 4-15,-4 0-32 16,-12 17-12-16,5 1 43 16,3 0-51-16,2-3 0 15,6 0 20-15,0-7-10 16,12-2 4-16,11-4-14 15,5-2 6-15,6 0-18 16,-3-4-21-16,0-8-2 16,-9-4 29-16,-6 2-32 15,-10-2 37-15,-6 0-11 16,0 0 7-16,-10-1 5 16,-9 6 0-16,4 0 0 0,1 5 39 15,8 2-30-15,4 3-2 16,2-2 4-16,0-1-5 15,13-2-12-15,9-4-18 16,7-2 21-16,2-3-27 16,-4-2 21-16,-2 1 9 15,-10 0 0-15,-4 2 1 16,-4 4 21-16,-4 4-3 16,-1 2 7-16,-2 4 14 15,0 0-39-15,0 18-1 0,2 12 7 16,0 10-6-1,2 9 22-15,-2-2-23 0,1 4 0 16,-3-5 9-16,0-4-3 16,0-8-12-16,-9-6 3 15,-2-10-90-15,-3-8-142 16,-1-10-133-16,-1-2-253 16,7-16-574-16</inkml:trace>
  <inkml:trace contextRef="#ctx0" brushRef="#br0" timeOffset="176435.98">11793 12364 871 0,'0'0'922'0,"0"0"-593"0,0 0-124 0,0 0-79 0,0 0 39 16,0 0 47-16,62 133-75 0,-68-87-5 16,-8 0-102-16,-1-6-12 15,5-10-17-15,4-8 13 16,3-10-28-16,3-12 13 15,0 0-41-15,12-8 27 16,3-18-147-16,3-8-68 16,-2-6-45-16,-2-4 3 15,-4 1 111-15,-3 6 68 16,-5 11 93-16,-2 13 306 16,0 13-75-16,-4 2-135 15,-9 24 10-15,1 7-32 16,10 3 28-16,2 2-44 15,0-2-58-15,33 4 0 0,-4-10-271 16,0-12-591-16</inkml:trace>
  <inkml:trace contextRef="#ctx0" brushRef="#br0" timeOffset="176607.87">12243 12539 1273 0,'0'0'1355'0,"0"0"-1007"16,0 0-275-16,0 0-40 15,117-31-33-15,-61 31-51 0,-8 0-119 16,-9 0-533-16</inkml:trace>
  <inkml:trace contextRef="#ctx0" brushRef="#br0" timeOffset="176837.01">12795 12511 1333 0,'0'0'513'0,"0"0"-395"16,0-105-59-16,0 57-57 16,0 2 6-16,0 2 28 15,0 10-14-15,5 8 99 16,-1 12 81-16,1 14 111 15,-3 0-116-15,-2 20-166 0,0 18-1 16,0 14-4-16,0 10-25 16,0 7-2-16,-20 29-107 15,-2-16-254-15,2-14-670 0</inkml:trace>
  <inkml:trace contextRef="#ctx0" brushRef="#br0" timeOffset="177368.26">10899 12937 1901 0,'0'0'477'0,"0"0"-397"0,0 0-25 15,148-11 74-15,-55 11 56 16,36 6-64-16,40 10-49 15,18-2-14-15,5-4-50 16,-11-8 19-16,-21-2-19 16,-10 0-7-16,-33 0 13 15,-26-2-14-15,-30 0-22 0,-16 2-22 16,-3 0-184-16,-9 4-236 16,-15 4-423-16</inkml:trace>
  <inkml:trace contextRef="#ctx0" brushRef="#br0" timeOffset="178400.65">11853 13455 1363 0,'0'0'639'0,"0"0"-409"0,0 0 62 0,0 0-24 16,0 0-137-16,0 0-53 15,0 0-61-15,25-62-16 16,4 56-1-16,2 6 0 16,-5 0-1-16,-6 8-14 15,-6 20 30-15,-14 6-6 16,0 6 22-16,-22 4 8 15,-16 1 63-15,-5-5-42 16,3-4-12-16,7-8 7 0,8-6-34 16,14-8 0-16,11-10-21 15,2-2-2-15,30-2-10 16,14 0-3-16,12-2-31 16,6-12-29-16,-3 0-88 15,1-8-214-15,-17 6-331 16,-16-1-621-16</inkml:trace>
  <inkml:trace contextRef="#ctx0" brushRef="#br0" timeOffset="178727.92">12205 13477 1674 0,'0'0'623'16,"0"0"-381"-16,0 0-13 16,0 0-75-16,0 0-102 0,0 0 30 15,0 0-17 1,109 62-22-16,-109-22 38 0,0 3-63 15,-8-3-18-15,-11-2 32 16,1-6-23-16,3-10-2 16,6-6-7-16,7-12-21 15,2-4 21-15,2-2-67 16,20-22-71-16,3-8-68 16,-1-8-84-16,-1-4 41 15,-8 3 18-15,-6 9 231 16,-9 12 107-16,0 10 245 15,0 10-55-15,-3 0-150 16,-1 17-113-16,4 6 9 16,4-1-42-16,59 6-1 0,-1-7-172 15,12-11-650-15</inkml:trace>
  <inkml:trace contextRef="#ctx0" brushRef="#br0" timeOffset="179196.89">13395 13072 1870 0,'0'0'711'0,"0"0"-420"0,0 0-55 0,0 0-159 15,0 0-35-15,129-42-42 16,-84 42-27-16,-7 0-43 16,-9 6-419-16,-21 8-379 0</inkml:trace>
  <inkml:trace contextRef="#ctx0" brushRef="#br0" timeOffset="179337.51">13368 13218 2054 0,'0'0'786'16,"0"0"-652"-16,0 0-28 15,0 0-64-15,185 0-42 16,-121 0-53-16,-10-4-549 0</inkml:trace>
  <inkml:trace contextRef="#ctx0" brushRef="#br0" timeOffset="181770.31">14126 13239 758 0,'0'0'1844'0,"0"0"-1501"0,0 0-343 15,0 0 6-15,131-91-15 16,-62 39 20-16,9-8-22 15,0-4-1-15,-2-7-106 16,-5-1 21-16,-11-4-31 16,-8 0 64-16,-15 2 48 15,-12 6 16-15,-14 12 46 16,-11 13 90-16,0 19 28 0,-9 18-31 16,-15 6-115-16,-8 29 0 15,-1 25 67-15,0 14-28 16,8 12 13-16,7 6-34 15,11-2-21-15,7-8 24 16,0-7-39-16,9-15 0 0,13-12-9 0,5-12 6 16,5-12-22-16,1-12-40 15,0-6-49-15,-2 0-104 16,-2-22-122-16,3-26-140 16,-8 4-75-16,-1 2-145 0</inkml:trace>
  <inkml:trace contextRef="#ctx0" brushRef="#br0" timeOffset="181879.65">14997 12841 1164 0,'0'0'749'15,"0"0"-476"-15,0 0-147 16,0 0 96-16,0 0-57 16,0 0-29-16,2 133-75 15,-2-101-46-15,0-4-15 16,0-8-98-16,22-12-136 16,-2-8-109-16,2 0-356 0</inkml:trace>
  <inkml:trace contextRef="#ctx0" brushRef="#br0" timeOffset="182270.48">15325 12879 1512 0,'0'0'506'0,"0"0"-257"15,0 0 21-15,-10 111-95 16,-3-77 15 0,1-6-44-16,6-8-87 0,1-10-20 15,5-6-38-15,0-4 0 16,5-2-1-16,17-18-46 15,7-8-120-15,7-2-75 16,1 0 24-16,-1 4 104 0,-2 8 48 16,-10 12 65-1,-8 6 77-15,-9 8 61 0,-7 17 77 16,0 4-26-16,0-3-75 16,-9-6-15-16,5-8-60 15,4-12-20-15,2 0 50 16,25-10-69-16,10-14-13 15,3-6-11-15,5 2-18 16,-5 2 40-16,-7 7-10 16,-6 11-9-16,-12 8 20 15,-7 0-48-15,-8 21 16 16,0 13-22-16,-18 24-201 16,-7-6-98-16,0-6-523 0</inkml:trace>
  <inkml:trace contextRef="#ctx0" brushRef="#br0" timeOffset="182770.48">14631 13543 1676 0,'0'0'525'0,"0"0"-420"0,0 0 17 0,0 0-9 15,0 0-63-15,0 0 57 16,0 0 20-16,98 3-46 15,-86 33 10-15,-12 5-21 16,0 4-26-16,-2-5 28 16,-14-2-53-16,-3-8-8 15,2-6 11-15,3-10-11 16,8-10-22-16,3-4 4 16,3-2-17-16,0-22-38 15,5-8-80-15,11-6-46 0,-3-2-19 16,-1 2 0-1,-8 5 177-15,-2 15 30 16,-2 14 205-16,0 4-35 16,-12 8-50-16,4 17-46 0,3 4 3 15,5 2-50-15,9-4 13 16,20-2-40-16,10-7-25 16,23-8-153-16,-9-6-329 15,-8-4-379-15</inkml:trace>
  <inkml:trace contextRef="#ctx0" brushRef="#br0" timeOffset="182911.08">14849 13604 2085 0,'0'0'730'16,"0"0"-529"-16,0 0-104 0,0 0-55 16,0 0-42-16,148-21 0 15,-92 21-9-15,-4 0-56 16,0 0-174-16,-17 10-374 15,-10-2-375-15</inkml:trace>
  <inkml:trace contextRef="#ctx0" brushRef="#br0" timeOffset="183098.74">15246 13531 1423 0,'0'0'684'16,"0"0"-418"-16,0 0-76 15,0 0-75-15,114-22-70 16,-92 26 52-16,-8 16-11 0,-12 6-41 15,-2 6 30-15,-7 3-69 16,-20-2 3-16,-4-5-18 16,2-3-28-16,0-7-181 15,11-6-116-15,9-10-439 0</inkml:trace>
  <inkml:trace contextRef="#ctx0" brushRef="#br0" timeOffset="183370.72">15591 13569 1639 0,'0'0'905'16,"0"0"-740"-16,0 0-64 15,0 0 40-15,0 0-40 0,-24 107 4 16,27-79-75 0,23-5-22-16,10-6 5 0,4-7-11 31,2-8-4-31,-5-2-11 15,-10-6 10-15,-8-14-18 16,-17-6 18-16,-2-6 3 0,-13-3 4 16,-18 2-4-16,-6 4-12 15,-5 9-78-15,11 11-249 16,8 2-519-16</inkml:trace>
  <inkml:trace contextRef="#ctx0" brushRef="#br0" timeOffset="184058.1">16676 12526 78 0,'0'0'1809'0,"0"0"-1098"0,0 0-450 16,0 0-76-16,0 0-91 15,0 0-74-15,121-23 7 0,-63 18-27 16,6 1 0-1,6 0-11-15,19-1-135 0,-18-1-439 16,-13-2-355-16</inkml:trace>
  <inkml:trace contextRef="#ctx0" brushRef="#br0" timeOffset="184465.57">17425 12262 958 0,'0'0'962'16,"0"0"-632"-16,0 0-156 15,0 0-87-15,0 0 41 16,0 0 26-16,0 0-9 16,-78 118-21-16,92-63-87 15,13-1-13-15,-1 0 28 16,-2-6-51-16,-8-2 6 16,-11-8-7-16,-5-6 0 0,-14-6 16 15,-17-8-16-15,-5-12 0 16,-4-6 3-16,5 0-1 15,6-20-4-15,15-12-7 16,14-10-34-16,3-8-56 16,35-2-233-16,12 2 75 15,6 7 200-15,0 15 57 16,-7 14 8-16,-9 14 91 16,-9 0 17-16,-10 18 29 15,-10 14-20-15,-7 7-44 16,-4 1 18-16,0 0-78 15,0-6 9-15,-4-6-30 0,1-8-30 16,3-14-139-16,0-6-211 16,0 0-236-16</inkml:trace>
  <inkml:trace contextRef="#ctx0" brushRef="#br0" timeOffset="184730.63">17800 12432 1348 0,'0'0'601'15,"0"0"-328"-15,0 0-9 16,-11 127 47-16,1-89-97 16,-1-4-95-16,7-8-35 15,0-10-75-15,4-6 2 0,0-10-2 16,0 0-9 0,13-14 0-16,7-12-36 0,9-4-30 15,7-6 26-15,3 0-39 16,7 6 47-16,-2 5 31 15,-2 11 1-15,-9 13 72 16,-8 1-44-16,-11 15-16 16,-10 14 32-16,-4 7-32 15,0 0-15-15,-14 0 3 16,-10 4-148-16,6-12-464 16,3-8-970-16</inkml:trace>
  <inkml:trace contextRef="#ctx0" brushRef="#br0" timeOffset="185168.45">18398 12443 1719 0,'0'0'716'15,"0"0"-483"-15,0 0-13 16,0 0-81-16,0 0-89 15,0 0-6-15,0 0-13 16,54 43 14-16,-52 0 42 16,-2 3-54-16,0 0 16 15,-10-4-11-15,-4-6-37 16,3-10 23-16,7-10-24 16,4-10 0-16,0-6-19 0,8-6 19 15,17-22-33-15,2-10-28 16,0-10-32-16,-3-8 22 15,-4 0-48-15,-4 5 50 16,-10 11 69-16,-6 19 91 16,0 14 45-16,0 7-94 15,-10 18-30-15,0 16 11 16,8 7-16-16,2 5-7 16,0 2 27-16,20-2-27 15,7-4-34-15,11 8-82 0,-5-14-364 16,-10-8-285-16</inkml:trace>
  <inkml:trace contextRef="#ctx0" brushRef="#br0" timeOffset="185840.31">16979 13092 1661 0,'0'0'674'0,"0"0"-353"0,0 0-62 0,0 0-109 16,0 0-68-16,0 0-61 16,156-18 23-16,-48 18-44 15,39 0 0-15,46 0 42 16,19 0-42-16,2 0 30 16,-16 2 1-16,-26 0-25 15,-14-2 13-15,-35 0-19 0,-34 0-16 16,-33 0 3-16,-23 4-83 15,-9 0-68-15,-24 8-157 16,0 0-291-16,-13-2-151 0</inkml:trace>
  <inkml:trace contextRef="#ctx0" brushRef="#br0" timeOffset="186230.94">17583 13417 2076 0,'0'0'604'0,"0"0"-477"16,0 0-64-16,0 0 8 15,0 0 1-15,0 0-61 16,125-58 21-16,-107 78-24 16,-11 12-7-16,-7 10 77 15,-10 8-44-15,-21 0 14 16,-11 2 27-16,0-6-33 16,-1-3 25-16,8-11-50 15,10-6-16-15,12-10 16 16,9-6-17-16,4-6-3 0,2-4-4 15,25 0 13-15,15 0-17 16,11-14-14-16,14-8-66 16,49-10-22-16,-16 5-421 15,-4 4-277-15</inkml:trace>
  <inkml:trace contextRef="#ctx0" brushRef="#br0" timeOffset="186725.75">19328 13018 1540 0,'0'0'1100'0,"0"0"-769"16,0 0-168-16,0 0-91 16,125-18-40-16,-74 16-20 0,2 2-12 0,-3 0-42 15,-17 4-253-15,-16 6-647 0</inkml:trace>
  <inkml:trace contextRef="#ctx0" brushRef="#br0" timeOffset="186897.95">19241 13303 2002 0,'0'0'698'0,"0"0"-547"0,0 0 87 0,0 0-115 31,132 0-95-31,-79 0-28 16,20-2-9-16,-15-1-205 15,-2-1-597-15</inkml:trace>
  <inkml:trace contextRef="#ctx0" brushRef="#br0" timeOffset="187163.61">20224 12941 2008 0,'0'0'792'0,"0"0"-596"16,0 0-57-16,-152 61-57 15,128-19-14-15,17 8 26 0,7 0-82 16,27-4 0 0,24-7 4-16,13-11-4 0,10-16-24 15,-3-12 9-15,-6-3-31 16,-18-24 32-16,-16-12-31 16,-22-11 33-16,-9-6-9 15,-27-4 26-15,-17 0-25 16,-14 4 8-16,-4 14-71 15,-17 13-76-15,17 14-596 16,15 12-1077-16</inkml:trace>
  <inkml:trace contextRef="#ctx0" brushRef="#br0" timeOffset="187929.23">21137 13221 2198 0,'0'0'743'0,"0"0"-646"0,0 0-96 15,0 0 35-15,0 0-14 16,-73 108 7-16,37-76-7 15,-7 4-22-15,-14 4-97 16,8-8-458-16,9-10-780 0</inkml:trace>
  <inkml:trace contextRef="#ctx0" brushRef="#br0" timeOffset="188804.42">21322 13096 1910 0,'0'0'895'0,"0"0"-776"16,0 0-119-16,0 0 0 15,156-138 59-15,-105 92-39 16,1-1 41-16,-4-3-52 16,-3-2-9-16,-9-2 6 15,-9 0-6-15,-10 0 0 16,-10 4 50-16,-4 7 2 15,-3 15 41-15,0 14-42 0,-12 14-36 16,-5 6 3-16,-4 33-12 16,-1 12-6-16,4 16 57 15,2 5-45-15,8 0 42 16,3 1-42-16,3-10-11 16,2-4 9-16,0-13-10 15,0-10-8-15,0-14-2 16,2-10-41-16,7-12 16 15,5 0 10-15,7-14-8 16,8-18 19-16,9-8-62 16,7-2 12-16,2 4 52 15,-5 10-30-15,-4 16 42 16,-11 12 0-16,-10 1 0 0,-9 25 33 16,-8 9-32-1,0 3 15-15,0 0 64 0,0-6-80 16,-5-8 30-16,5-8-30 15,0-10 6-15,15-6 12 16,17 0-18-16,3-22-30 16,6-8 29-16,-1-8-50 15,-3-8 19-15,-1-8 1 16,-3-13-14-16,-2-5 45 16,-4-8-26-16,-4 2 26 15,-8 6 35-15,-3 13-5 16,-8 18 58-16,-4 18-26 0,0 21-49 15,0 2-1 1,-9 33 7-16,-5 14-19 16,2 16 72-16,-5 9-52 0,2 10 17 15,-1 2-16-15,-1 1-21 16,1-7 16-16,3-10-16 16,7-12-31-16,2-14 31 15,4-16-69-15,0-14 42 16,0-10-14-16,6-2 8 15,9-6 22-15,9-16-18 16,3-4 14-16,0 2-10 16,-3 4 34-16,-6 12-9 15,-7 8 0-15,-4 0 6 16,-4 14-17-16,1 8 11 16,5 0 0-16,1-4 17 15,11-6-8-15,8-4-9 0,8-8 0 16,11 0-47-16,25-8-161 15,-11-10-548-15,-4 2-802 0</inkml:trace>
  <inkml:trace contextRef="#ctx0" brushRef="#br0" timeOffset="189991.92">23512 13016 1945 0,'0'0'650'0,"0"0"-396"0,0 0-48 0,0 0-65 16,0 0-119-16,0 0-8 16,172-20 4-16,-108 14-18 15,-1 2-6-15,-10 2-66 16,-13 0-126-16,-21 2-151 16,-15 0-233-16,-4 2-329 0</inkml:trace>
  <inkml:trace contextRef="#ctx0" brushRef="#br0" timeOffset="190304.64">23561 13066 734 0,'0'0'1221'0,"0"0"-841"16,0 0-95-16,0 0-82 15,0 0-20-15,0 0-80 0,139 42-85 16,-75-42-17 0,-3 0-1-16,-9-12-97 0,-11-4-90 15,-12-2-268-15,-12-4 85 16,-6-4 44-16,-3-4 141 15,2-4 185-15,9-4 148 16,8 4 68-16,6 3 162 16,7 13-7-16,4 8-70 15,-3 10-111-15,-8 6-110 16,-14 27 4-16,-13 13-60 16,-6 14-12-16,-31 6 44 15,-19 8-55-15,-14 0-1 16,-23 24-70-16,16-21-165 0,17-17-507 15</inkml:trace>
  <inkml:trace contextRef="#ctx0" brushRef="#br0" timeOffset="190835.86">24918 13024 1440 0,'0'0'1112'0,"0"0"-865"0,0 0-191 0,125-66-10 16,-74 31-46-16,-4-5 0 16,-4-4-1-16,-12-2-59 15,-12 0 3-15,-13 0 11 16,-6 4 46-16,0 10 17 16,-17 8 60-16,-3 16 38 15,1 8-46-15,-2 26-55 16,1 40 39-16,7 36-14 15,4 31-9-15,2 11 35 0,0-7-58 16,-3-31-7-16,-7-32 3 16,0-18 18-16,-7-14-30 15,-10 2 9-15,-8-4 0 16,-7-8 6-16,2-14-6 16,2-18 0-16,14 0 35 15,18-32-5-15,13-14 14 16,20-14-44-16,36-8 1 15,19-2-19-15,16 3 0 16,48-1-73-16,-21 18-174 16,-18 14-501-16</inkml:trace>
  <inkml:trace contextRef="#ctx0" brushRef="#br0" timeOffset="191862.28">26090 12637 2096 0,'0'0'767'0,"0"0"-616"0,0 0-59 0,0 0-45 16,0 0-40 0,0 0 86-16,-31 148-27 15,18-86-29-15,1 0 13 0,4-7-50 16,3-13 0-16,3-10 11 16,2-12 1-16,0-10-24 15,0-10-2-15,2 0 14 16,11-16-19-16,3-14 1 15,-1-12-37-15,4-6 16 16,-4-5-45-16,-4 6 58 16,-4 8-2-16,-5 19 28 15,-2 18 18-15,0 2-18 16,-4 26 0-16,-5 9 21 16,9 1-20-16,0 0 28 15,20-8-21-15,18-10-7 0,8-9 13 16,6-9-14-16,4-3-19 15,-6-23 18-15,-4-13-27 16,-7-6 28-16,-10-12-23 16,-4-7 10-16,-5-10-2 15,-4-4 3-15,-3 2 12 16,-2 9 39-16,-4 17-18 16,-3 20 34-16,-4 20-29 15,0 10-25-15,0 20 37 16,-16 24-38-16,-3 16 33 15,-4 11 19-15,1 7-31 16,0 0 29-16,-1-4-47 0,3-6 7 16,5-7 4-16,3-14-14 15,8-14 0-15,2-11-1 16,2-14-5 0,0-8 5-16,8 0-5 0,13-18-2 15,3-12-1-15,3-8-37 16,2-1-16-16,0 6 25 15,-2 5-32-15,-10 13 41 16,-3 15 4-16,-5 0 9 16,-3 12-3-16,1 12 16 15,7-2 2-15,7-1 18 16,8-6-12-16,14-4 13 16,8-7-19-16,7-4-35 15,0 0 1-15,-2-12-56 16,-9-6 54-16,-7 0 35 0,-13 0-7 15,-12 1 8-15,-11 6 35 16,-4 2 54-16,-6 9 48 16,-23 0-119-16,-9 12-3 15,-2 17 37-15,2 0-51 0,10 4 32 16,12-8-33-16,13-3 8 0,3-5-22 16,9-7-7-1,18-8-5-15,2-2 2 0,0 0-39 16,-4 0 51-16,-6 0 0 15,-1 0 12-15,-5 0-18 16,1 0 10-16,-3 6-17 16,-1 10-22-16,-2 4-220 15,-1-6-112-15,-3-6-539 0</inkml:trace>
  <inkml:trace contextRef="#ctx0" brushRef="#br0" timeOffset="192018.53">27253 12430 2080 0,'0'0'795'0,"0"0"-574"0,0 0-136 0,0 0-26 0,0 0-59 16,0 0 0-16,0 0-2 15,-22 145-38-15,-36-83-427 16,14-10-1383-16</inkml:trace>
  <inkml:trace contextRef="#ctx0" brushRef="#br0" timeOffset="192331">27987 12771 2134 0,'0'0'829'16,"0"0"-619"-16,0 0-167 15,0 0-30-15,126 10-13 16,-81 23 0-16,4 4 3 15,-5 6-3-15,-1-5-15 16,-10-4-38-16,-6-10-223 0,-5-14-93 16,-8-6-179-16,-6-4-216 15</inkml:trace>
  <inkml:trace contextRef="#ctx0" brushRef="#br0" timeOffset="192674.76">28475 12747 1870 0,'0'0'718'16,"0"0"-418"-16,0 0-150 15,0 0-77-15,-133 94 15 16,104-49-37-16,12-3 20 16,15 0-42-16,2-8-28 15,15-6 10-15,21-8-11 16,7-12-42-16,1-8 12 16,1 0-37-16,-5-12 20 15,-1-14-43-15,-3-6-47 16,-3-4 56-16,-6 4 81 15,-6 6 28-15,-9 12 140 16,-6 14-53-16,-4 0-61 0,-2 18-40 16,0 14-8-16,0 6 39 15,0-2-45-15,2 0 0 16,0-8-1-16,5-6-47 16,-5-8-72-16,-2-14-229 15,0 0-127-15,-13-6-302 0</inkml:trace>
  <inkml:trace contextRef="#ctx0" brushRef="#br0" timeOffset="192768.53">28815 12615 1748 0,'0'0'631'15,"0"0"-251"-15,0 0-79 16,105-104-202-16,-103 101-60 16,-29 21-39-16,-21 22-235 15,-6 7-426-15</inkml:trace>
  <inkml:trace contextRef="#ctx0" brushRef="#br0" timeOffset="192862.28">28417 13455 1237 0,'0'0'1151'0,"0"0"-776"16,0 0-375-16,0 0-94 16,0 0-774-16</inkml:trace>
  <inkml:trace contextRef="#ctx0" brushRef="#br0" timeOffset="195471.65">1579 15352 2087 0,'0'0'767'0,"0"0"-754"0,0 0-13 0,0 0-15 15,0 0 15-15,0 0 14 16,134 32 42-16,-74 32 45 15,-2 10-28-15,-5 5-19 16,-5-3-5-16,-7-14-49 16,-5-12 0-16,-5-14 18 15,-4-20-9-15,0-10-3 16,-5-6 8-16,-2-22-8 16,-2-20-6-16,-7-10 0 15,1-16-2-15,-4-7-25 16,5-1 26-16,10 0 1 15,6 4-12-15,8 12-6 16,13 14 10-16,6 15-7 0,8 13 15 16,5 14-15-1,2 4 16-15,-3 4-1 0,-9 17 0 16,-14 3 1-16,-16 6-11 16,-20 2 5-16,-9 4 5 15,-21 8 38-15,-23 0-19 16,-7 2 25-16,0-6-21 15,6-5-22-15,14-12 11 16,16-10-12-16,15-13-19 16,6 0 17-16,36-32-73 15,14-7-27-15,8-1-11 16,-3 2-61-16,-14 12 130 16,-16 8 44-16,-20 18 56 0,-11 0 35 15,-4 24 4 1,-21 14 9-16,-4 4-41 0,2 2-39 15,10-3 11-15,7-14-35 16,10-9 0-16,8-5 6 16,25-13-6-16,9 0-13 15,5-26-38-15,-3-2-44 16,-6-8-14-16,-13 5-22 16,-11 5 95-16,-10 10 36 15,-4 12 112-15,0 4-9 16,-14 10-55-16,-1 18-18 15,3 7 37-15,10-4-51 16,2 0-15-16,7-13 19 16,19-8-20-16,3-10-8 0,0 0-46 15,-4-14-110-15,-7-14 26 16,-11 2-39-16,-5-1 28 16,-2 5 107-16,0 12 42 15,0 10 84-15,0 0-8 16,0 32-59-16,-2 21 138 15,-3 19-104-15,-1 26-40 16,-2-4 29-16,0 5-33 16,-5-1 16-16,-3-18-6 15,-1 0-16-15,-8-13-2 16,-4-17-2-16,-9-14-2 16,0-18-10-16,0-18 30 15,9-9-9-15,18-28 65 0,11-20-31 16,33-29-9-1,41-26-31-15,4 6 0 0,-5 7-17 16,-8 11-84-16,-16-6-174 16,-9 10-187-16,-15 6-404 0</inkml:trace>
  <inkml:trace contextRef="#ctx0" brushRef="#br0" timeOffset="195596.74">2713 15186 2034 0,'0'0'597'0,"0"0"-349"0,0 0-27 0,27-137-41 16,19 87-104-16,15 4 2 16,1 12-76-16,0 16-2 0,-8 18-60 15,-13 62-127 1,-15 8-465-16,-19 12-1143 0</inkml:trace>
  <inkml:trace contextRef="#ctx0" brushRef="#br0" timeOffset="195706.03">2662 16124 2029 0,'0'0'479'0,"0"0"-416"16,0 0-63-16,0 0-360 0</inkml:trace>
  <inkml:trace contextRef="#ctx0" brushRef="#br0" timeOffset="196331.53">4516 15526 1083 0,'0'0'1175'16,"0"0"-1057"-16,0 0-106 15,0 0 36-15,0 0 5 0,0 0 142 16,0 0 30-16,38 143-80 16,-38-93-70-16,0-6 6 15,0-14-60-15,-2-8-21 16,2-18 51-16,0-4-42 15,0-4 40-15,13-22-49 16,13-10-14-16,8-8 13 16,3 0-38-16,6 2 6 15,-3 16 16-15,-4 9-1 16,-9 17 12-16,-9 21 5 16,-12 21 1-16,-6 14 27 15,-2-2-27-15,-16-6 1 16,1-8 47-16,3-12-39 0,5-16 9 15,7-12-7 1,2 0 6-16,2-26-17 0,21-12-28 16,10-8-33-16,9-4 46 15,7 2-32-15,7 0 40 16,-3 11 6-16,-4 15 1 16,-9 18-1-16,-9 4 1 15,-10 25 0-15,-10 13 35 16,-9 10-34-16,-2 6 18 15,0-6-19-15,0-8-12 16,-7-8 1-16,1-10-162 16,1-10-352-16,5-12-697 0</inkml:trace>
  <inkml:trace contextRef="#ctx0" brushRef="#br0" timeOffset="196488.43">5496 15570 2739 0,'0'0'342'0,"0"0"-263"0,0 0-31 0,128 0-37 15,-80 0-11-15,6 5 0 16,-1 18-60-16,-11-1-301 16,-15 1-783-16</inkml:trace>
  <inkml:trace contextRef="#ctx0" brushRef="#br0" timeOffset="196629.04">5433 15833 2663 0,'0'0'573'15,"0"0"-507"-15,0 0-66 16,0 0-19-16,177-4-41 16,-72 0 3-16,-17-2-281 15,-7 2-998-15</inkml:trace>
  <inkml:trace contextRef="#ctx0" brushRef="#br0" timeOffset="196874.79">6303 15817 2104 0,'0'0'0'0,"0"0"-34"16,65-126-500-16,-41 60 534 15,0-2 574-15,-4 5-220 16,-5 5-77-16,-1 18-82 15,-5 10 52-15,-5 20-49 16,-4 10-111-16,3 4-56 16,-3 28-25-16,3 16-7 0,-1 10 1 15,0 10-96 1,-2 29-90-16,0-19-537 0,0-12-1090 0</inkml:trace>
  <inkml:trace contextRef="#ctx0" brushRef="#br0" timeOffset="197452.93">8152 15859 2479 0,'0'0'516'0,"0"0"-373"16,0 0-143-16,0 0 21 0,0 0-7 15,-62 104-7-15,17-41 5 16,-9 7-12-16,-28 16-149 16,13-16-453-16,11-16-890 0</inkml:trace>
  <inkml:trace contextRef="#ctx0" brushRef="#br0" timeOffset="198031.06">9115 15761 2381 0,'0'0'637'0,"0"0"-637"16,0 0-21-16,0 0 13 15,143-56 8-15,-77 20 0 16,5-14 15-16,-4 1-15 0,-11-5-1 15,-16 4-52 1,-18 2-5-16,-18 8 58 0,-4 8 34 16,-6 12 19-1,-19 20 23-15,1 8-76 0,2 54 22 16,6 42 20-16,9 37-7 16,7 15 2-16,0-13-32 15,0-31-4-15,-6-32 22 16,-4-26-22-16,-5-6-1 15,-5 2 0-15,-9-5 2 16,-5-4 8-16,-1-18-10 16,2-19 0-16,10-10 63 0,14-33-36 15,9-19 10 1,32-14-37-16,26-14-9 0,37-14-20 16,32-5-118-16,29 7-223 15,-21 22-230-15,-33 24-502 0</inkml:trace>
  <inkml:trace contextRef="#ctx0" brushRef="#br0" timeOffset="198999.81">10614 15382 1470 0,'0'0'737'16,"0"0"-231"-16,0 0-204 15,0 0-103-15,0 0-157 16,0 0-10-16,0 0 1 15,-87 72 13-15,58-10 21 0,5 2-47 16,1 1-19-16,8-5 29 16,6-8-30-16,9-12 0 15,0-12-8-15,0-12-31 16,15-10 14-16,8-6-20 16,2-10-18-16,-2-20 56 15,0-10-65-15,-5-14 6 16,-5 0-3-16,-4-4 5 15,-4 14 64-15,-3 9 31 16,-2 21 54-16,0 14-20 16,0 4-52-16,0 22-10 15,0 6 23-15,0-1-16 16,24 1 28-16,15-10-38 0,9-8 0 16,14-6 18-1,10-8-18-15,1-4-1 0,3-22 1 16,-4-6-27-16,-8-13 10 15,-10-5-29-15,-12-12-23 16,-13-6 52-16,-9-6-14 16,-9 3 31-16,-7 12 34 15,-4 9 29-15,0 19 20 16,0 15-46-16,-12 16-16 16,-7 4 18-16,-1 28-39 15,3 16 44-15,1 11-1 16,0 11-23-16,5 6 26 0,-2 0-38 15,-2 4-2 1,-4-9 7-16,3-7-7 16,3-10-6-16,0-14 0 0,6-10 1 15,3-16-1-15,4-10 0 16,0-4 0-16,2 0-16 16,18-18 16-16,5-8-14 15,2-4-19-15,-1 2-24 16,-4 6 36-16,-6 12 2 15,-7 6-2-15,-5 4 13 16,1 6-11-16,1 14 14 16,6 0 4-16,7-2 2 15,10-2 9-15,19-8-10 16,10-6 0-16,10-2-12 16,11 0-8-16,-2-14-21 0,-6-8 3 15,-5-4-5-15,-18 2 32 16,-10-2-2-16,-16 0 13 15,-13 6 10-15,-9 8 28 16,0 2 31-16,-19 10-27 16,-15 0-41-16,-4 14 13 15,2 4-14-15,7 0 0 16,10-4-11-16,11-2 11 16,8-2-21-16,0-6-14 15,16 0-1-15,11-4 34 16,4 0-40-16,1 0 27 15,-6 0 3-15,-6 0 12 16,-8 2-1-16,-6 14-8 0,-4 6-9 16,-2 10 17-16,0-2-7 15,-2 2-22-15,-9-10-150 16,2-4-196-16,2-14-352 0</inkml:trace>
  <inkml:trace contextRef="#ctx0" brushRef="#br0" timeOffset="199157.08">11944 15163 2313 0,'0'0'663'0,"0"0"-508"0,0 0-126 0,0 0-19 0,0 0-20 15,0 0 4 1,87 125-36-16,-118-63-277 0,2-10-932 0</inkml:trace>
  <inkml:trace contextRef="#ctx0" brushRef="#br0" timeOffset="199798.2">12761 15486 2636 0,'0'0'585'16,"0"0"-484"-16,0 0-101 16,0 0 0-16,0 0 11 15,114 84-5-15,-72-57-3 16,6-1 5-16,-2-6-8 0,1-8-15 16,0-8-64-1,-5-4-32-15,-2-4 18 0,-6-14-204 16,-8-8 17-16,-5-6 71 15,-10 1 70-15,-7 5 139 16,-4 6 179-16,-4 12 197 16,-25 8-102-16,-9 8-147 15,-6 24-41-15,-1 13-13 16,7-4-43-16,11 0 17 16,14-3-32-16,13-10-14 15,0-10 1-15,24-6-2 16,17-10-41-16,5-2-39 15,6-6-144-15,-4-16-91 16,-3-4 37-16,-5 0 63 16,-5 2 127-16,-6 6 88 0,-6 4 149 15,-10 11 135-15,-3 3-113 16,-8 13-87-16,0 9 9 16,-2 6-16-16,0 2 9 15,2-4-67-15,0-4-4 16,0-6-15-16,3-12-111 15,-5-4-259-15,0 0-363 0</inkml:trace>
  <inkml:trace contextRef="#ctx0" brushRef="#br0" timeOffset="199939.22">13571 15308 2133 0,'0'0'839'0,"0"0"-541"0,0 0-186 0,0 0-104 0,0 0-8 0,0 0-78 16,0 0-22-16,-35 58-727 0</inkml:trace>
  <inkml:trace contextRef="#ctx0" brushRef="#br0" timeOffset="200267.58">14876 15254 2588 0,'0'0'387'0,"0"0"-263"16,0 0-124-16,0 0-42 16,0 0 42-16,0 0 4 15,0 0 79-15,16 168-35 16,-7-92-35-16,0 1 5 16,-5-7-18-16,-2-6-21 15,-2 2-73-15,-4-16-275 16,-9-18-343-16</inkml:trace>
  <inkml:trace contextRef="#ctx0" brushRef="#br0" timeOffset="200767.61">14496 15691 1637 0,'0'0'875'16,"0"0"-534"-16,0 0-199 16,222-134-49-16,-70 93-45 15,-5 13-39-15,-28 16 12 16,-36 8-9-16,-33 4-6 15,-6 14 30-15,-11 16-36 0,-12 11 0 16,-21 4 28 0,-13 8-7-16,-24-5 24 0,-3-2-31 15,5-12-13-15,8-6 15 16,16-18-16-16,11-6-16 16,9-4 7-16,31-14-55 15,13-18-17-15,10-6-78 16,-3-2-67-16,-6 4 107 15,-17 8 119-15,-14 11 130 16,-17 16 63-16,-6 1-132 16,-2 10-18-16,-14 16-1 15,1 2-15-15,8 2 26 16,7-4-46-16,0-6-1 0,16-4 14 16,10-8-19-1,3-8-2-15,1 0-33 0,-6-4-26 16,-4-16-26-16,-4-4-50 15,-6-10-19-15,4 2 16 16,2 1 54-16,0 8 85 16,-1 10 152-16,-1 12 22 15,-4 1-82-15,-1 18-92 16,-3 10 1-16,-6 6-2 16,0 2-6-16,0 6-135 15,-15-8-344-15,-1-12-614 0</inkml:trace>
  <inkml:trace contextRef="#ctx0" brushRef="#br0" timeOffset="200908.23">15670 15362 2150 0,'0'0'777'0,"0"0"-505"0,0 0-133 0,0 0-139 0,0 0-23 16,0 0-229-16,0 0-400 15,-77 114-684-15</inkml:trace>
  <inkml:trace contextRef="#ctx0" brushRef="#br0" timeOffset="201001.98">15520 16084 2248 0,'0'0'301'0,"0"0"-301"0</inkml:trace>
  <inkml:trace contextRef="#ctx0" brushRef="#br0" timeOffset="201501.98">16708 15543 1998 0,'0'0'914'16,"0"0"-752"-16,0 0-162 15,0 0-1-15,0 0-11 16,115-23 12-16,-101 55 37 16,-9 13-5-16,-5 3 26 15,0 2-37-15,-21-6 12 16,4-6 2-16,-1-8-35 15,7-12 18-15,7-14-18 16,4-4 0-16,0 0-12 16,6-22-24-16,11-14-72 15,6-12-25-15,-3-6-81 16,-2-4 28-16,-5-5 58 16,-6 9 57-16,-5 14 71 15,-2 12 257-15,0 20 79 16,0 8-140-16,0 8-164 15,-9 24 22-15,3 8-42 0,3 6 6 16,3 7 52-16,0-7-70 16,20-4 0-16,9-4-35 15,11-8-54-15,3-8-21 16,5-14-220-16,-7-2-221 16,-12-6-361-16</inkml:trace>
  <inkml:trace contextRef="#ctx0" brushRef="#br0" timeOffset="201626.99">17258 15552 2167 0,'0'0'810'16,"0"0"-599"-16,0 0-94 15,0 0-94-15,0 0 3 0,145-18-26 16,-91 18-21-16,19 18-30 16,-11 0-212-16,-15-4-526 0</inkml:trace>
  <inkml:trace contextRef="#ctx0" brushRef="#br0" timeOffset="201802.89">17229 15709 2659 0,'0'0'549'16,"0"0"-455"-16,0 0-94 0,0 0-1 0,153-18-1 15,-90 14-10-15,13 4-39 16,-18 0-311-16,-9 12-850 0</inkml:trace>
  <inkml:trace contextRef="#ctx0" brushRef="#br0" timeOffset="202037.26">18076 15683 2654 0,'0'0'473'0,"0"0"-473"0,0 0-8 16,0 0 8-16,-27 110 20 15,58-78 25-15,27-6-6 16,18-4-26-16,15-14-4 16,6-8-18-16,-4-2 3 15,-15-22 6-15,-25-14-1 16,-30-4 1-16,-23-2-30 16,-54-10-12-16,-71-3-136 15,5 16-209-15,2 6-681 0</inkml:trace>
  <inkml:trace contextRef="#ctx0" brushRef="#br0" timeOffset="203272.45">4282 14995 1809 0,'0'0'598'0,"0"0"-421"0,0 0-79 0,0 0-70 15,0 0-10-15,0 112 46 16,2-6 74-16,9 37-53 0,-2 13 9 16,-9-3-52-1,0-7-12-15,0-16 24 0,-6-1-54 16,-2-27 16-16,2-20-16 15,4-20 1-15,2-8-10 16,0 3 9-16,0-3 0 16,0-8-3-16,0-12 17 15,0-16-14-15,13-14 7 16,16-4 1-16,18-8 8 16,15-18-16-16,19 2-9 15,34-6 2-15,46-2-31 16,58 0 38-16,34-2-33 15,12 6 31-15,-4-3-16 16,-22 9 18-16,-8 0 0 16,-13 8 6-16,-19 6 6 0,-20 2-24 15,-42 2 9-15,-33 4-93 16,-34 0 46-16,-9 0-234 16,-17 4-193-16,-13 6-371 0</inkml:trace>
  <inkml:trace contextRef="#ctx0" brushRef="#br0" timeOffset="204038.07">4747 15071 1743 0,'0'0'590'0,"0"0"-391"0,0 0 62 0,0 0-109 15,0 0-71-15,0 0-9 16,119-72-54-16,-28 66 12 16,50 2-30-16,52 0 1 15,28 0 13-15,10 4-14 16,-3 0 0-16,-21 4 5 16,-5 4 6-16,-10 2-22 15,-18-2-5-15,-22 6-85 16,-34-4-53-16,-31 2-22 0,-29 2 81 15,-16-2-3-15,-7 2 13 16,-3-6 67-16,-8 2 12 16,-13-8 6-16,-7-2 12 15,-4 0 46-15,0 0 5 16,0-12 8-16,0 0-28 16,0-4 60-16,6 4-21 15,0 0-52-15,1 2 25 16,-1 4-16-16,-4 4 2 15,0-2 33-15,1 4-48 16,-3 0 19-16,0 6-45 16,2 18 7-16,1 16 11 15,-3 14-10-15,0 13-8 16,0 13 46-16,0 24-45 0,-10 20 23 16,-9 25-24-16,-4-3-18 15,-6-11-4-15,9-49-297 16,7-30-594-16</inkml:trace>
  <inkml:trace contextRef="#ctx0" brushRef="#br0" timeOffset="204897.55">4215 15071 1813 0,'0'0'391'0,"0"0"-96"0,0 0 22 0,0 0-106 15,0 0-87-15,0 0-73 16,0 0 1-16,185-68-52 16,-94 68 0-16,9 0-7 15,32 0-50-15,-25 6-260 16,-22 0-988-16</inkml:trace>
  <inkml:trace contextRef="#ctx0" brushRef="#br0" timeOffset="-125625.23">29657 12597 1149 0,'0'0'66'0,"0"0"338"15,0 0-131-15,0 0-99 16,0 0 73-16,0 0-78 15,0-86-3-15,0 73 27 16,0 4-87-16,0-1-18 16,0 2 36-16,0 1-77 15,0 5-11-15,0 1-11 16,0 1-24-16,0 0 35 16,0 0-36-16,0 0 0 0,0 0-22 15,0 7 14 1,0 15-6-16,0 14 13 0,0 9 2 15,0 7 17-15,0 4-18 16,0 0 0-16,0-2-6 16,0-4 13-16,0-3-14 15,0-5-16-15,0-8-74 16,0-4 19-16,5-8-224 16,1-8-206-16,-6-8-155 0</inkml:trace>
  <inkml:trace contextRef="#ctx0" brushRef="#br0" timeOffset="-125062.74">29325 12962 1378 0,'0'0'893'0,"0"0"-568"15,0 0-100-15,0 0-141 16,121-97-74-16,-45 65-8 16,10-2 23-16,5 4-14 15,-4 2-11-15,-8 6 0 16,-19 8-1-16,-18 6-12 15,-19 8 13-15,-17 0-27 16,-6 20 10-16,-11 14 34 16,-20 11 7-16,-8 5 3 15,2 0-15-15,3-5 20 16,10-6-32-16,11-9 0 0,11-8-20 16,2-12 8-16,13-8-66 15,18-2-60-15,4-12-99 16,2-16-12-16,-4-4 23 15,-9 0 175-15,-6 6 51 16,-12 8 207-16,-6 9 87 16,0 9-53-16,0 0-176 15,-6 9-11-15,-3 13-54 16,9 1 0-16,0 2 7 16,5-7 13-16,19-4-21 15,10-6 1-15,3-8-45 16,-1 0-9-16,-3-8-66 15,-6-12 33-15,-7-4 75 0,-2-2 18 16,-4 2-6 0,-6 3 39-16,1 11 55 0,-2 9-22 15,2 1-72 1,4 11-27-16,1 18 12 0,1 3 3 16,1 4 12-16,-1-4-7 15,-1-2-106-15,-1-10-36 16,3-12-144-16,-3-6-242 15,-6-2-390-15</inkml:trace>
  <inkml:trace contextRef="#ctx0" brushRef="#br0" timeOffset="-124937.74">30316 12553 1557 0,'0'0'778'0,"0"0"-277"0,0 0-384 0,0 0-93 0,0 0 4 15,0 0-28-15,0 0-164 16,75 112-298-16,-75-50-496 0</inkml:trace>
  <inkml:trace contextRef="#ctx0" brushRef="#br0" timeOffset="-124828.36">30214 13198 1572 0,'0'0'827'0,"0"0"-634"16,0 0-137-16,0 0-56 15,0 0-218-15,0 0-653 0</inkml:trace>
  <inkml:trace contextRef="#ctx0" brushRef="#br0" timeOffset="-124327.81">30958 12685 1235 0,'0'0'1203'16,"0"0"-940"-16,0 0-97 0,0 0-61 15,0 0-86 1,0 0 53-16,0 0-71 15,131-76-1-15,-108 104 12 16,-9 10-3-16,-14 10 15 0,0 7 4 16,-14 0-8-16,-5-1 67 15,-4-4-81-15,7-7 0 16,7-11-2-16,7-10 8 16,2-10-24-16,0-10-16 15,9-2 10-15,9-14-21 16,5-20 21-16,2-10-47 15,0-12 13-15,-2-1-35 0,-8 5 87 16,-6 12 26 0,-4 14 10-16,-5 14 130 15,0 12-131-15,0 0-34 16,0 20 2-16,-5 12 5 0,5 4-1 16,0 4-7-16,5 2 0 15,15-3-24-15,4-7-24 16,3-6-71-16,4-10-168 15,-4-8-364-15,-7-8-476 0</inkml:trace>
  <inkml:trace contextRef="#ctx0" brushRef="#br0" timeOffset="-124171.56">31359 12796 2152 0,'0'0'677'0,"0"0"-593"0,0 0-32 16,0 0-19-16,114-3-27 15,-76 9 3-15,2 9-9 16,1 0-127-16,7 2-39 16,-7-5-395-16,-12-6-555 0</inkml:trace>
  <inkml:trace contextRef="#ctx0" brushRef="#br0" timeOffset="-123999.38">31491 12897 2029 0,'0'0'664'16,"0"0"-447"-16,0 0-21 16,0 0-177-16,0 0-7 0,0 0-3 15,120 15-9 1,-81-8-13-16,11 4-117 0,-7-4-362 16,-7-3-231-16</inkml:trace>
  <inkml:trace contextRef="#ctx0" brushRef="#br0" timeOffset="-123749.38">32111 12753 1485 0,'0'0'939'0,"0"0"-772"16,0 0 4-16,0 0-75 16,0 0 29-16,0 0-75 15,-65 126-13-15,76-93 27 16,22-9-58-16,15-6 39 15,-2-8-27-15,3-10-12 0,-2 0 50 16,-10-10-55-16,-10-12 19 16,-11-6 40-16,-14 0-48 15,-2-2-5-15,-2 2-7 16,-14 6-86-16,-1 9 32 16,1 13-135-16,7 0-443 15,7 10-244-15</inkml:trace>
  <inkml:trace contextRef="#ctx0" brushRef="#br0" timeOffset="-123595.52">32649 12876 2181 0,'0'0'659'0,"0"0"-460"16,0 0-199-16,0 0-30 0,0 0-460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10-12T03:05:26.887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14664 1159 1137 0,'0'0'357'0,"0"0"-140"15,0 0-55-15,0 0-162 0,0 0-6 0,0 0 6 0,-2 12 104 0,2-10 13 0,0-2-80 0,0 2-18 16,0-2 28-16,-4 2 13 0,0-2 54 15,2 2-19-15,-1 0-11 16,1-2-28-16,2 0-10 16,0 2-20-16,0-2 8 15,0 0-7-15,0 0 4 16,0 0-10-16,0 0 6 16,-7 0-5-16,-4 6 17 15,-7 2 12-15,-8 6-3 16,-11 4-26-16,-7 4 8 0,-5 8-19 15,-2 4-5 1,0 4-5-16,1 7 0 0,8 1 9 16,7 2 0-16,6-1 17 15,11-4-9-15,9-7-18 16,9-10 0-16,0-12-17 16,20-12-34-16,14-2-75 15,5-20-133-15,22-32-220 16,-10 3-103-16,-7 4-116 0</inkml:trace>
  <inkml:trace contextRef="#ctx0" brushRef="#br0" timeOffset="192.42">14548 1301 1300 0,'0'0'581'0,"0"0"-332"16,0 0 35-16,0 0-64 0,0 0-107 16,0 0-56-1,0 0-26-15,12 14 68 0,-12 22-3 16,0 8-31-16,0 5-29 15,0-1-24-15,0-2-3 16,0-4-9-16,0-8-17 16,0-8-55-16,7-14-104 15,-1-8-195-15,4-4-503 0</inkml:trace>
  <inkml:trace contextRef="#ctx0" brushRef="#br0" timeOffset="408.28">14816 1115 2402 0,'0'0'542'0,"0"0"-467"16,0 0 1-16,120 28-16 15,-88 14 11-15,-12 16 11 16,-18 16-15-16,-2 10-20 15,-35 7-47-15,-19 1-42 16,-35 26-123-16,12-24-213 16,11-19-424-16</inkml:trace>
  <inkml:trace contextRef="#ctx0" brushRef="#br0" timeOffset="2842.52">15852 1329 492 0,'0'0'1115'0,"0"0"-858"0,0 0-77 0,0 0 66 15,0 0-18-15,0 0-6 16,0 0-44-16,-4-32-94 15,11 26-26-15,1 2-43 16,3 2 0-16,1 2-14 16,1 0 0-1,1 6 10-15,-4 14-4 16,-1 10 19-16,-5 9 34 0,-4 4-20 16,0 4-7-16,0-1-6 15,-10-4-15-15,-3-4-4 16,-1-6-8-16,5-8 0 15,0-6 8-15,7-10-8 0,2-6-13 16,0-2 2-16,0-16-5 16,15-20-82-16,12-14-32 15,4-10-145-15,3-5 4 16,-1 6 44-16,-6 12 189 16,-9 15 38-16,-9 14 143 15,-9 12 44-15,0 6-2 16,-14 8-82-16,-10 20 26 15,0 10-26-15,1 5-43 16,10 1 9-16,9 2-11 16,4-5-32-16,6-2-20 15,23-5 1-15,9-10-7 16,8-8-42-16,28-12-84 0,-9-4-233 16,-9 0-403-16</inkml:trace>
  <inkml:trace contextRef="#ctx0" brushRef="#br0" timeOffset="3533.55">16522 1444 1086 0,'0'0'977'0,"0"0"-609"0,0 0-96 0,0 0-79 16,0 0-55-16,0 0-47 15,0 0-9-15,-6 0-16 16,24 0-13-16,9 0-36 16,13 0-16-16,7 0 11 15,6 0-5-15,5 0-6 16,0 1-2-16,-2 2-47 15,-5-2-54 1,12-1-109-16,-15 0-336 0,-10 0-403 0</inkml:trace>
  <inkml:trace contextRef="#ctx0" brushRef="#br0" timeOffset="3815.3">16609 1568 1729 0,'0'0'609'0,"0"0"-370"0,0 0 3 15,0 0-102-15,0 0-23 16,0 0-72-16,0 0 0 15,133 0-18-15,-76 0-26 16,3 0-1-16,-2 0 0 16,-4 0-86-16,6-4-179 15,-16 0-357-15,-10 0-843 0</inkml:trace>
  <inkml:trace contextRef="#ctx0" brushRef="#br0" timeOffset="4238.51">16904 1305 2143 0,'0'0'676'16,"0"0"-585"-16,0 0-58 0,0 0-23 0,0 0 76 15,0 0 0-15,-71 130-14 16,51-71-42-16,-1 3-25 16,4 4-5-16,3-2-53 15,8 14-167-15,6-15-250 16,0-19-415-16</inkml:trace>
  <inkml:trace contextRef="#ctx0" brushRef="#br0" timeOffset="5006.52">17515 1291 1513 0,'0'0'526'0,"0"0"-297"0,0 0-25 0,0 0-31 0,0 0-46 16,0 0-2-16,0 0-10 31,-119 114-21-31,109-66-40 16,6 1-19-16,4-3-19 15,12-4 14-15,22-8-30 16,8-12 0-16,11-10-21 15,7-12-4-15,1 0-47 16,-1-24-52-16,-10-10-24 0,-9-4 69 0,-16-6 17 31,-12-4 62-31,-13-1 11 0,0 4 114 0,-11 2 35 16,-14 7-28 0,-1 6-59-16,-3 8-47 15,-3 8-26-15,-10 12-50 16,9 2-197-16,4 0-463 0</inkml:trace>
  <inkml:trace contextRef="#ctx0" brushRef="#br0" timeOffset="5729.51">18533 1297 2046 0,'0'0'801'0,"0"0"-553"0,0 0-107 0,0 0-90 16,0 0-51-16,0 0-6 15,0 0-89-15,0-6-526 16,-12 18-900-16</inkml:trace>
  <inkml:trace contextRef="#ctx0" brushRef="#br0" timeOffset="5870">18475 1622 1562 0,'0'0'1165'0,"0"0"-910"0,0 0-176 16,0 0-79-16,0 0-53 15,0 0-228-15,0 0-185 16,53-74-1202-16</inkml:trace>
  <inkml:trace contextRef="#ctx0" brushRef="#br0" timeOffset="6591.25">19295 1598 1167 0,'0'0'1125'0,"0"0"-794"0,0 0-204 0,0 0-96 0,0 0-21 16,0 0 5-16,156-136 14 16,-112 90-7-16,-4-1-21 15,-7 3-1-15,-8 0 13 16,-9 4-2-16,-10 2 11 16,-6 10 56-16,0 6 16 15,0 8-60-15,0 6 1 16,-4 8-34-16,-4 0 1 0,0 12-2 15,2 22-12-15,-1 14 12 16,5 14 14-16,2 12-8 16,0 6 1-16,0 7 22 15,0 1-7-15,0 0-7 16,0-1-6-16,0-9-3 16,-12-10 0-16,-3-12-6 15,-5-14 6-15,-7-14-3 16,-4-12 3-16,-5-12 1 15,1-4-6-15,6-18 10 16,11-20 8-16,13-10-18 16,5-8-2-16,21-7-3 15,20-1-22-15,13 1-38 0,9 2-50 16,3 5-72-16,21-10-79 16,-16 15-205-16,-13 8-250 0</inkml:trace>
  <inkml:trace contextRef="#ctx0" brushRef="#br0" timeOffset="6828.23">20052 1141 1119 0,'0'0'795'0,"0"0"-409"16,0 0-12-16,0 0-87 0,0 0-144 0,0 0-68 0,0 0-51 16,-44-38-23-16,17 68 0 15,-4 16 16-15,2 12-10 16,4 10-5-16,7 3 8 15,14-3-2-15,4-9-8 16,11-6-33 0,23-15-8-16,8-10-80 0,7-14-132 15,16-14-116-15,-12-2-272 16,-11-16-647-16</inkml:trace>
  <inkml:trace contextRef="#ctx0" brushRef="#br0" timeOffset="7173.35">20177 1343 1795 0,'0'0'588'0,"0"0"-421"16,0 0-62-16,0 0-62 16,0 0-36-16,0 0-6 15,0 0-1-15,114 4 1 16,-106 32 32-16,-8 8 29 16,0 0 31-16,-6 3 0 0,-15-5-13 15,6-6-35-15,1-12-30 16,6-8-9-1,8-12 5-15,0-4 7 0,0-8-18 16,20-20-5-16,4-10-88 16,1-8-22-1,-3-4-21-15,-6 1-28 16,-5 5 79-16,-7 8 85 16,-4 14 48-16,0 14 159 0,0 8-90 15,0 8-96-15,0 20 24 16,5 5-6-16,11 0 7 15,11-1-36-15,4-3-10 16,4-9-45-16,9-16-143 16,-10-4-150-16,-10 0-375 0</inkml:trace>
  <inkml:trace contextRef="#ctx0" brushRef="#br0" timeOffset="7345.55">20667 1135 611 0,'0'0'1570'0,"0"0"-996"15,0 0-433-15,0 0-54 16,127 32 9-16,-111 10-27 16,-10 10 6-16,-6 10-3 15,-4 6-39-15,-27 4-33 16,-12-1-23-16,-8-3-52 16,-15 0-121-16,12-16-434 15,14-19-1289-15</inkml:trace>
  <inkml:trace contextRef="#ctx0" brushRef="#br0" timeOffset="8097.52">21511 1449 1287 0,'0'0'540'0,"0"0"-371"0,0 0 66 0,0 0 46 16,0 0 19-16,0 0-100 15,0 0-58-15,-4 0-14 16,24 0-48-16,9 0-44 15,13 0 2-15,12 0-28 16,6 3 5-16,7-3-7 16,-3 0-8-16,-4 0-12 15,-6 0-68-15,2 0-74 16,-14 0-174-16,-13 0-425 0</inkml:trace>
  <inkml:trace contextRef="#ctx0" brushRef="#br0" timeOffset="8286.59">21545 1682 2063 0,'0'0'801'16,"0"0"-562"-16,0 0-80 15,0 0-54-15,138 0-56 16,-76-6-11-16,3 0-16 0,-1 2-22 15,-6 2-40-15,0 2-101 16,-12 2-236-16,-18 8-550 0</inkml:trace>
  <inkml:trace contextRef="#ctx0" brushRef="#br0" timeOffset="10062.62">22871 1412 1307 0,'0'0'364'0,"0"0"-191"0,0 0-22 0,0 0 63 15,0 0-42 1,0 0 24-16,0 0-17 0,-36-18-44 15,45 11-40-15,6 1-64 16,3 2-29-16,2 4-2 16,-2 0 1-16,-2 0 20 15,-7 22-11-15,-5 13 20 16,-4 7 15-16,0 6 1 16,-13 4-14-16,-5-4-9 15,0-8-23-15,3-8 0 16,6-12 9-16,4-10-1 15,5-10 5-15,0 0-13 16,5-14-8-16,12-20-76 16,8-8-60-16,2-8-32 15,0-4-15-15,-6 3-10 0,-5 9 105 16,-7 12 96-16,-9 12 66 16,0 14 78-16,-4 4-90 15,-14 12 19-15,2 16 36 16,3 4-36-16,11 7-6 15,2-3-19-15,13-2 6 16,23-4-22-16,9-8-32 16,10-6-38-16,25-14-160 15,-15-2-152-15,-9 0-347 0</inkml:trace>
  <inkml:trace contextRef="#ctx0" brushRef="#br0" timeOffset="10534.29">23301 1077 1099 0,'0'0'605'0,"0"0"-424"0,0 0-21 0,0 0 28 15,0 0-1-15,0 0-7 16,0 0 9-16,-12-29-41 16,12 22-49-16,0-1-2 15,0-2-51 1,12-1 16-16,3 5-52 15,1 2-2-15,-5 4-8 0,-5 3-25 16,-6 18 16-16,0 13 9 16,-22 11 16-16,-11-1 14 15,-1 0-19-15,3-8 2 16,12-8 5-16,11-10-18 0,8-8-1 16,12-6 0-16,23-4 1 15,17 0-1-15,8 0-38 16,5-4-48-16,-1-6-32 15,14-4-175-15,-18 6-246 16,-13 0-482-16</inkml:trace>
  <inkml:trace contextRef="#ctx0" brushRef="#br0" timeOffset="11930.12">24067 1157 763 0,'0'0'775'0,"0"0"-499"0,0 0-111 0,0 0-18 0,0 0 11 16,0 0-59-16,0 0-1 15,14-34-38-15,-14 32-35 16,0 2 12-16,0 0-6 16,0 0-14-16,0 0-17 0,0 0 0 15,0 0 0 1,0 0-4-16,0 0 2 0,0 0 2 15,0 0 0 1,0 0-11-16,0 0-8 0,-5 0 15 16,-9 0 4-16,-1 0 11 15,-3 7 4-15,-1 2 23 16,-4 0 20-16,0 6-21 16,1 1 18-16,3 4-1 15,-2 4 10-15,6 2-16 16,3 0 13-16,6 4 4 15,6 2-14-15,0-2-14 16,4 3 4-16,10-5-25 0,1-2-14 16,-4-2 10-1,-4-4-3-15,-7 0 0 0,0-2-8 16,-14 0 12-16,-12-2-3 16,-8-4 5-16,-1-4-15 15,6-6 18-15,4-2-18 16,10 0 15-16,11-12-15 15,4-10-16-15,13-8-51 16,22-2-28-16,14-4 5 16,7 4-10-16,2 5-21 15,-3 5 51-15,-5 8 59 16,-13 6 11-16,-10 6 42 16,-11 2 0-16,-7 0-15 15,-7 10 7-15,0 8 1 16,-2 0 7-16,2 0-23 0,3-5-6 15,-1-5-13-15,6-7-64 16,7-1-99-16,1-13-136 16,-3-8-533-16</inkml:trace>
  <inkml:trace contextRef="#ctx0" brushRef="#br0" timeOffset="12197.45">24332 1287 1776 0,'0'0'573'0,"0"0"-474"0,0 0 9 0,0 0-14 15,25 121 45-15,-25-81-20 0,0-7-32 16,0-6-42 0,0-9-30-16,0-8-9 0,-4-10 7 15,1 0 23-15,3-16-36 16,0-16-36-16,13-7-67 16,19-2-92-16,7 0 28 15,6 9 62-15,0 12 68 16,0 16 15-16,-10 4 22 15,-6 24 29-15,-6 12 68 16,-10 6 34-16,-7 3-3 16,-2-5-55-16,-4-6-53 0,3-8-20 15,0-10-14 1,5-16-190-16,1 0-160 0,2-2-862 16</inkml:trace>
  <inkml:trace contextRef="#ctx0" brushRef="#br0" timeOffset="12494.61">25145 888 1644 0,'0'0'682'0,"0"0"-473"0,0 0 49 15,0 0-128-15,0 0-115 16,0 0 1-16,0 0-16 16,-4 80 77-16,13-24-15 15,0 7-30-15,0 1-13 16,-3 0-19-16,1-2 9 16,-2-4-9-16,-3-8-122 15,-2 0-210-15,0-11-258 16,-14-15-675-16</inkml:trace>
  <inkml:trace contextRef="#ctx0" brushRef="#br0" timeOffset="12666.99">24891 1503 1955 0,'0'0'734'16,"0"0"-561"-16,0 0 27 15,145-25-64-15,-78 10-83 16,4 4-35-16,1 0-17 15,-5 5-1-15,-5 5-26 16,-4 1-118-16,2 0-317 16,-13 0-114-16,-12 0-981 0</inkml:trace>
  <inkml:trace contextRef="#ctx0" brushRef="#br0" timeOffset="13199.34">25261 1720 1472 0,'0'0'741'0,"0"0"-443"16,0 0 6-16,0 0-156 15,0 0-82-15,0 0-20 0,0 0 18 16,87-56-64 0,-76 56 4-16,-6 2 4 0,-3 22-7 15,-2 10 16-15,0 6 16 16,-9 2 12-16,-6 5-5 15,-1-7-13-15,3-4-6 16,4-10-20-16,4-12-1 16,5-8 11-16,0-6-1 15,9-4 19-15,11-22-29 16,7-14-46-16,2-12-25 16,-2-7-34-16,-5 1-27 15,-5 8 56-15,-9 14 76 0,-8 20 58 16,0 16 17-1,-8 4-74-15,-9 28-1 0,1 10 28 16,10 8 8-16,6 2-12 16,13 1 5-16,25-9-25 15,13-8-4-15,23-12-102 16,-12-12-373-16,-10-10-661 0</inkml:trace>
  <inkml:trace contextRef="#ctx0" brushRef="#br0" timeOffset="16129.27">15391 1740 947 0,'0'0'580'0,"0"0"-382"0,0 0-78 0,0 0-49 16,0 0 3-16,0 0 12 0,0 0 35 16,13-32-27-16,-13 30 7 15,0 2-36-15,0 0 16 0,0 0-7 16,-2 0-22 0,-7 0-6-16,1 8-25 0,-4 4-7 15,3 2-7-15,-1 1-7 16,2 0 10-16,2 2 26 15,-1-2-14-15,5-1 22 16,2-2-20-16,0-3 1 16,0-8 0-16,9-1 2 15,13-1-6-15,1-20-1 16,0-3-19-16,-4-2-1 16,-8 0 1-16,-9 6 13 15,-2 4 0-15,0 6-14 16,-38 10-13-16,3 12-115 15,-1 8-473-15</inkml:trace>
  <inkml:trace contextRef="#ctx0" brushRef="#br0" timeOffset="17966.34">15790 3234 1174 0,'0'0'539'0,"0"0"-307"0,0 0 36 15,0 0-8-15,0 0 7 16,0 0-33-16,0 0-65 16,-2 0-35-16,2 0-31 15,0 0-55-15,0 0-8 16,0 0 5-16,0 0-33 0,0 0 9 15,9 0-12 1,13 0-8-16,11 0-1 16,12 0 0-16,4-4-30 15,5 0-24-15,-4 0-48 0,8 0-72 16,-14 0-357-16,-14 2-315 0</inkml:trace>
  <inkml:trace contextRef="#ctx0" brushRef="#br0" timeOffset="18218.34">15805 3320 1639 0,'0'0'923'16,"0"0"-580"-16,0 0-133 15,0 0-75-15,0 0-43 16,0 0-57-16,0 0-28 16,125-18 14-16,-67 10-21 15,6 1-6-15,-1 0-58 16,-7 1-92-16,2-4-207 0,-18 2-379 16,-11 0-945-16</inkml:trace>
  <inkml:trace contextRef="#ctx0" brushRef="#br0" timeOffset="18412.43">16362 2957 687 0,'0'0'1637'16,"0"0"-1095"-16,0 0-473 16,0 0-23-16,0 0-14 15,0 0-10-15,118 60 21 16,-118-3 1-16,-4 9-26 15,-29 8-18-15,-34 25-86 0,5-21-226 16,6-16-327-16</inkml:trace>
  <inkml:trace contextRef="#ctx0" brushRef="#br0" timeOffset="19207.02">17068 3313 1908 0,'0'0'594'0,"0"0"-451"16,0 0-82-16,0 0-51 0,130-75-8 15,-79 37-2-15,-1-2-17 16,-11-2-5-16,-5 2-60 0,-12 0 46 16,-13 1 5-1,-7 3 31-15,-2 7 52 0,0 7 103 16,-2 5 29-16,-7 7-94 16,3 10-67-16,-2 0-23 15,4 10-12-15,0 25-8 16,2 12 20-16,2 15-6 15,0 15 6-15,0 9 19 16,0 8-18-16,0 2 9 16,0-3-8-16,0-5 14 15,-5-10-16-15,-1-9 1 16,-8-15-1-16,-6-12 10 16,-4-12-10-16,-7-16 13 15,-1-12-12-15,3-2 12 16,9-22 5-16,9-14-6 0,11-11 7 15,4-4 8-15,28-6-9 16,12 1-13-16,9 2-5 16,6 2-29-16,1 4-41 15,6-9-213-15,-12 12-341 16,-14 8-909-16</inkml:trace>
  <inkml:trace contextRef="#ctx0" brushRef="#br0" timeOffset="19425.45">17681 2617 1748 0,'0'0'1097'0,"0"0"-882"0,0 0-178 0,0 0-8 0,0 0-22 15,0 0-6-15,0 0 11 16,-66 154-12-16,32-58-11 16,5-14-220-16,2-11-463 0</inkml:trace>
  <inkml:trace contextRef="#ctx0" brushRef="#br0" timeOffset="19755.16">18018 2815 91 0,'0'0'1356'16,"0"0"-1113"-16,0 0-77 16,-152 62 27-1,110-12 20-15,7 11-22 0,12 11-8 16,11 2-59-16,12 0-36 16,4-6-35-16,29-6-26 15,9-13-27-15,36-13-85 16,-13-12-182-16,-7-16-494 0</inkml:trace>
  <inkml:trace contextRef="#ctx0" brushRef="#br0" timeOffset="20162.57">18085 3057 1650 0,'0'0'385'0,"0"0"-278"0,0 0-67 31,0 0-13-31,118 21 39 16,-107 15 42-16,-6 12 35 15,-5 6-39-15,0 6 18 16,-14-4-32-16,-1-3-44 0,1-11-7 0,7-12-14 16,5-10-14-16,2-14 10 15,0-6 7 1,11-2-28-16,7-22-48 15,0-10-174-15,-5-11-9 16,-4-2-26-16,-2-8-34 16,-5 1 21-16,-2 6 270 15,0 10 83-15,0 12 263 16,0 12-20-16,0 12-111 16,0 2-168-16,3 10-27 15,8 18-7-15,6 6 102 16,8 6-40-16,6 2-51 15,2-3-24-15,0-6-20 16,8-8-139-16,-10-11-121 16,-6-10-331-16</inkml:trace>
  <inkml:trace contextRef="#ctx0" brushRef="#br0" timeOffset="20335.54">18550 2931 1652 0,'0'0'940'0,"0"0"-663"16,0 0-184-16,120 40-56 16,-88 1-29-16,-8 13 50 15,-5 8-12-15,-13 8-16 16,-6 6-15-16,-4 5-15 16,-39 15-73-16,1-18-295 15,6-20-443-15</inkml:trace>
  <inkml:trace contextRef="#ctx0" brushRef="#br0" timeOffset="20885.06">19312 3214 947 0,'0'0'1149'0,"0"0"-449"0,0 0-401 0,0 0-75 16,0 0-55-16,0 0-67 16,0 0-51-16,40 0-45 0,-7 0 0 15,10 0-6 1,2 0-43-16,-5 0-59 0,-4 2-79 15,-11 8-359 1,-17-2-607-16</inkml:trace>
  <inkml:trace contextRef="#ctx0" brushRef="#br0" timeOffset="21041.32">19337 3485 2154 0,'0'0'736'0,"0"0"-588"16,0 0-36-16,0 0-77 15,162-2-35-15,-104-6-89 16,-10 4-427-16,-17 0-673 0</inkml:trace>
  <inkml:trace contextRef="#ctx0" brushRef="#br0" timeOffset="23103.25">20185 3140 1318 0,'0'0'485'0,"0"0"-302"0,0 0-21 0,0 0-10 16,0 0-78-16,0 0-31 15,0 0-23-15,29-84-20 16,-2 78-7-16,-2 4-2 15,-2 2 7-15,-4 0-7 16,-7 12-1-16,-8 8 10 16,-4 8 10-16,0 8 35 15,-9 2 26-15,-15 2-2 16,-3 0 4-16,-2-4-5 16,-2-6-17-16,-3-3-26 15,1-5 5-15,0-7-29 16,-1-2 7-16,5-5-8 0,9-2 0 15,9-2-1 1,7-2 1-16,4-2 14 0,2 0 14 16,22 0 5-16,12 0-32 15,8 0 5-15,10-2-6 16,2-2 5-16,-3-1-5 16,-2 4-18-16,7-5-97 15,-16-1-171-15,-8 2-418 0</inkml:trace>
  <inkml:trace contextRef="#ctx0" brushRef="#br0" timeOffset="23573.68">20605 3096 1358 0,'0'0'767'0,"0"0"-630"0,0 0-62 16,0 0 7-16,0 0-33 16,0 0-39-16,0 0 33 15,27 62-3-15,-23-20 30 16,-4 4 9-16,0 0-6 16,0-1 20-16,0-5-29 15,-4-10-50-15,-1-8-8 16,3-10 0-16,2-8 6 0,0-4 10 15,0-4 20-15,13-23-42 16,5-6-55-16,2-14-84 16,2-5-40-16,1-6-47 15,-4 2-23-15,-3 8 100 16,-5 10 149-16,-9 16 139 16,-2 18 151-16,0 4-167 15,-15 18-59-15,-3 16 45 16,5 6 22-16,4 6-47 15,9-2-15-15,0-2-12 0,11-3-20 16,12-8-16-16,3-7-21 16,10-7-57-16,-5-12-201 15,-6-5-494-15</inkml:trace>
  <inkml:trace contextRef="#ctx0" brushRef="#br0" timeOffset="23841">21135 3350 1540 0,'0'0'564'0,"0"0"-433"0,0 0-2 0,0 0-4 16,0 0-47-16,0 0-11 16,0 0-26-16,70-16-10 15,-60 5-13-15,-1-2-8 16,-9 3-10-16,-2 2-98 16,-15 4-216-16,-6 4-901 0</inkml:trace>
  <inkml:trace contextRef="#ctx0" brushRef="#br0" timeOffset="25304.34">21732 2963 770 0,'0'0'312'0,"0"0"-117"0,0 0-47 0,0 0 9 31,0 0 62-31,0 0-7 0,0 0-59 16,5-25-48-16,-5 22-36 16,0-1 34-16,0 3-22 0,0-2-39 15,0 1-23-15,0 2-4 0,0 0 0 16,0 0-13-16,-7 0 9 15,-9 0-11 1,-2 10 12-16,-1 4 30 0,-2 4-9 16,2 3 35-16,0 3 21 31,7 3-39-31,2 8 7 0,10 3 21 0,0 4-23 16,0 2 2-16,16-2-22 15,3-4-16-15,0-3 1 16,-6-3-19-16,-4-6-2 15,-9-5 0-15,0 1 1 16,-7-5 0-16,-17-1 0 31,-5-6 6-31,-2-6-6 0,4-4-1 0,4 0-1 16,10-12-11-16,11-14-4 0,2-6-34 16,11-4-30-16,25 0 10 15,9 1-46-15,7 7-35 16,4 4 56-16,2 8 41 15,-6 4 37-15,-6 8 17 16,-8 4 1-16,-11 0 25 16,-7 20 39-16,-9 6 21 15,-9 2 32-15,-2 3-55 16,0-4 0 0,0-3-20-1,0-7-32-15,0-9-4 16,0-8 7-16,0 0-13 0,0-8 0 15,8-16-126-15,9-9-86 16,3-3 29-16,7-2-72 16,0 6 78-16,2 10 100 15,-3 10 77-15,-6 12 33 16,-4 2 24-16,-9 24 51 16,-5 10 46-16,-2 2 25 15,0-2-39-15,-2-4-32 16,-5-7-66-16,0-14-20 15,3-8-7-15,4-3 48 16,0-12-63-16,0-16-78 16,2-8-144-16,16-9-7 0,7 1-20 15,4 2-40 1,0 8-99-16,-1 12 262 0,-1 12 126 16,-5 10 206-16,-4 10 114 15,-5 20-35-15,0 8-101 16,-1 4-17-16,1 0-87 15,1-3-17-15,1-10-34 16,1-4-18-16,1-14-11 16,-1-8-28-16,7-6-108 15,-8-19-206-15,-2-3-558 0</inkml:trace>
  <inkml:trace contextRef="#ctx0" brushRef="#br0" timeOffset="26261.72">22788 3140 1101 0,'0'0'655'0,"0"0"-406"0,0 0 16 0,0 0-2 0,0 0-62 16,0 0-37-16,0 0-43 15,25-72-48-15,-21 43-46 16,1-3-27-16,-1 0-7 15,-2 1-23-15,2-1 19 16,2 5-12-16,-4 7 21 16,0 8 4-16,0 4 6 15,-2 6 5-15,2 2-5 16,-2 0-8-16,2 0 0 0,3 22-7 16,-3 8 6-16,0 14-3 15,-2 13 4-15,0 4 0 16,0 30-151-1,-4-19-176-15,-3-12-358 0</inkml:trace>
  <inkml:trace contextRef="#ctx0" brushRef="#br0" timeOffset="26465.29">22612 3399 1132 0,'0'0'1256'15,"0"0"-721"-15,0 0-427 0,0 0-62 16,0 0-22-16,156 0 14 16,-89 0-8-16,9 0-30 15,1 0 0-15,0 1-78 16,-4 6-231-16,-20-3-349 16,-19-1-689-16</inkml:trace>
  <inkml:trace contextRef="#ctx0" brushRef="#br0" timeOffset="26903.06">22815 3639 1458 0,'0'0'763'0,"0"0"-561"15,0 0-25-15,0 0-22 16,0 0-72-16,0 0-25 16,0 0-43-16,60 10 17 15,-60 34 4-15,0 6 30 16,-11 5 4-16,-5-3-10 16,3-6-11-16,2-12-28 15,4-10-19-15,7-14 7 16,0-10 4-16,9 0 20 0,16-26-33 15,1-16-27 1,3-10-45-16,-2-8-16 0,-9-3-113 16,-7 5-43-1,-8 12 244-15,-3 18 46 0,0 20 208 16,-19 8-153-16,-1 18-63 16,0 18 10-16,11 4-26 15,9 5 34-15,5-1-16 16,35-2-19-16,16-8-21 15,35-10-115-15,-9-10-371 16,-10-8-478-16</inkml:trace>
  <inkml:trace contextRef="#ctx0" brushRef="#br0" timeOffset="29085.78">23684 3341 1388 0,'0'0'733'0,"0"0"-437"0,0 0 22 0,0 0-61 0,0 0-110 16,0 0-50-16,0 0-44 16,78-39-47-16,-40 31-6 15,4 6 0-15,-4 1 0 16,0 1-29-16,-2 0-101 16,8 0-156-16,-11 0-244 15,-4-3-337-15</inkml:trace>
  <inkml:trace contextRef="#ctx0" brushRef="#br0" timeOffset="29304.89">24004 3074 2022 0,'0'0'774'0,"0"0"-677"0,0 0-97 16,0 0 0-16,0 0 24 15,-55 118 20-15,39-62-4 16,3 9-28-16,-1-1-12 16,10 14-158-16,2-16-331 15,2-16-543-15</inkml:trace>
  <inkml:trace contextRef="#ctx0" brushRef="#br0" timeOffset="30009.08">24562 3146 2210 0,'0'0'665'0,"0"0"-547"0,0 0-36 0,0 0-39 0,0 0-36 15,0 0-6 1,0 0-2-16,102-14-7 0,-75 40-6 15,-5 8 14 1,-8 8-6-16,-10 4 18 0,-4 1-12 16,0-5 6-16,-4-6 8 15,-7-9-8-15,1-6-5 16,4-11-1-16,4-8 13 16,2-2-11-16,0-10-2 15,0-20-32-15,15-10-101 16,3-8-77-16,2-9-45 15,-2 5-92-15,-4 6 124 16,-8 14 223-16,-6 18 54 16,0 14 151-16,-4 8-114 15,-14 28 35-15,0 10-7 0,7 8 2 16,11 0-4 0,0-6-30-16,18-7-9 0,19-11-69 15,15-12-9-15,25-18-233 16,-10 0-339-16,-9-12-497 15</inkml:trace>
  <inkml:trace contextRef="#ctx0" brushRef="#br0" timeOffset="30472.49">24994 2809 606 0,'0'0'874'0,"0"0"-549"0,0 0-57 0,0 0-37 0,0 0-51 16,0 0-18-16,0 0-55 16,45-16-79-16,-21 12 23 15,-4 4 15-15,-9 0-20 16,-6 4-34-16,-5 18-12 15,-9 8 48-15,-18 6 14 16,0 0-21-16,3-4 2 16,9-6-31-16,9-7 3 15,6-3-7-15,8-6 11 16,21-5-19-16,11 0-52 16,33-5-148-16,-6 0-456 15,-7-9-1327-15</inkml:trace>
  <inkml:trace contextRef="#ctx0" brushRef="#br0" timeOffset="36684.01">25609 2970 185 0,'0'0'0'0</inkml:trace>
  <inkml:trace contextRef="#ctx0" brushRef="#br0" timeOffset="36793.83">25609 2970 590 0,'0'11'102'16,"0"-11"-102"-16,0 0-679 0</inkml:trace>
  <inkml:trace contextRef="#ctx0" brushRef="#br0" timeOffset="36844.28">25612 2981 525 0,'0'0'263'0,"0"0"-263"15,0 0-195-15</inkml:trace>
  <inkml:trace contextRef="#ctx0" brushRef="#br0" timeOffset="37530.81">25612 2981 732 0,'21'-46'232'0,"-21"45"-6"16,0-2 14-16,0 2 15 0,0-2-37 15,0 1-51 1,0 2-16-16,0 0-69 0,0 0-26 15,0-2-25 1,0 2-31-16,0 0 0 0,0 0-9 16,0 0 19-16,0 0-10 15,0 0 0-15,0 0-1 16,0 0-5-16,0 0-8 16,0 0-1-16,0 0 14 15,0 0-14-15,0 0 15 16,0 0-17-16,0 0-3 15,0 0-14-15,0 0 22 16,0 0 1-16,0 0 10 16,0 0-7-16,0 0 8 0,0 0 0 15,0 0 19-15,0 0 8 16,0 0-5-16,0 0 16 16,0 0-5-16,0 0-26 15,0 0 13-15,0 0 21 16,-4 8 27-16,-5 6-8 15,-2 8-4-15,-3 5 22 16,2 9 52-16,-2 8-9 16,-2 8-12-16,5 8-34 15,0 2-23-15,7-1-5 16,4 1-40-16,0-6 7 16,0-2 14-16,6-4-28 15,12-8 7-15,4-2-7 0,7-8-3 16,0-8-34-16,4-5-43 15,6-9-37-15,-8-6-229 16,-7-4-352-16</inkml:trace>
  <inkml:trace contextRef="#ctx0" brushRef="#br0" timeOffset="37880.62">25888 3269 2145 0,'0'0'771'0,"0"0"-566"0,0 0-36 16,0 0-54-16,0 0-47 0,0 0-31 16,0 0-37-16,98-35-6 15,-56 21-48-15,16 0-109 16,-14 2-308-16,-6 4-470 15</inkml:trace>
  <inkml:trace contextRef="#ctx0" brushRef="#br0" timeOffset="38599.35">26670 2971 1371 0,'0'0'609'0,"0"0"-394"0,0 0 17 0,0 0-15 16,0 0-47-16,0 0-38 15,0 0-57-15,35-80-59 16,-26 52 2-16,2-4-18 16,-2-2-30-16,2-4-6 15,1 0-22 1,1-1-14-16,-2 6 71 0,0 7 1 16,-2 6 43-1,-5 8 35-15,-2 5-31 0,-2 4-16 16,0 3-30-16,0 0-1 15,0 3-23-15,0 18 11 16,0 6 12-16,0 12 6 0,0 7-5 16,0 8 11-1,0 2-12-15,0 2 0 0,0 1-111 16,0 11-215 0,0-18-331-16,0-10-1117 0</inkml:trace>
  <inkml:trace contextRef="#ctx0" brushRef="#br0" timeOffset="38802.94">26529 3212 1766 0,'0'0'722'0,"0"0"-349"31,0 0-143-31,0 0-103 16,0 0-94-16,0 0-18 15,122-36 3-15,-62 32-17 16,10 2 0-16,1 2-2 16,-2 0-62-16,7 0-111 15,-21 0-378-15,-12 0-353 0</inkml:trace>
  <inkml:trace contextRef="#ctx0" brushRef="#br0" timeOffset="39398.66">26649 3527 1798 0,'0'0'628'0,"0"0"-534"16,0 0-70-16,0 0 14 16,0 0 28-16,0 0 14 15,0 0-55-15,58-22-25 16,-56 50 0-16,-2 10 33 15,0 4 73-15,-4 2 2 16,-9 2-52-16,-3-1 25 16,5-7-66-16,-1-10 3 15,8-6-9-15,2-10-8 16,2-8-1-16,0-4 19 0,2-2-19 16,14-23-3-16,1-7-67 15,6-12-35-15,-3-6-113 16,3-4-30-16,-4 2-10 15,0 10 183-15,-9 10 75 16,-3 14 173-16,-7 10 38 16,0 8-75-16,-2 0-62 15,-13 20 28-15,-1 8-12 16,5 4-14-16,4 4-42 16,7-2 14-16,0-2-34 15,9-5-5-15,16-8-9 16,4-6-52-16,17-12-112 15,-3-1-352-15,-8 0-472 0</inkml:trace>
  <inkml:trace contextRef="#ctx0" brushRef="#br0" timeOffset="39900.49">26942 3429 464 0,'0'0'683'0,"0"0"-484"0,0 0-13 16,0 0 4-16,0 0 22 15,0 0-12-15,0 0-1 16,0 0-3-16,0 0-5 16,0 0-55-16,0-4-50 0,0 2-57 15,0 0-4 1,0 0-11-16,0 2 16 0,0 0-30 15,0 0-2-15,0 2 1 16,0 14-12-16,0 6-4 16,-9 4 17-16,-9 2 12 15,2-2 11-15,3-4-12 16,8-6-10-16,5-6 11 16,11-8 18-16,22-2-30 15,10 0 0-15,4-4-79 16,15-18-156-16,-13 2-125 15,-7 2-301-15</inkml:trace>
  <inkml:trace contextRef="#ctx0" brushRef="#br0" timeOffset="40240.32">27449 2875 2400 0,'0'0'615'0,"0"0"-503"0,0 0-59 0,0 0-8 0,0 0-36 16,0 0 12-16,0 0-21 16,127 127 2-16,-109-45 16 15,-7 8-18-15,-11 6 0 16,0-3 12-16,-11-5-12 16,-11-10-17-16,-3-10-74 15,-3-6-63-15,5-19-319 16,5-15-567-16</inkml:trace>
  <inkml:trace contextRef="#ctx0" brushRef="#br0" timeOffset="42430.28">28189 2833 1217 0,'0'0'546'0,"0"0"-322"0,0 0-32 0,0 0 57 0,0 0-44 16,0 0-26-16,0 0-55 0,-13-54-51 0,-14 54-46 16,-9 20-5-16,-9 14 8 15,-3 10 3-15,-4 13 9 16,6 5-19-16,3-1-1 15,12 2-22-15,14-9 9 16,9-8 8-16,8-12-17 16,8-8-6-16,21-12-14 31,10-10-7-31,8-4-45 0,6-7-127 0,1-15-13 16,-4-7 53-16,-8-1-10 0,-9 2 37 15,-8 6 119-15,-15 6 13 16,-5 6 206-16,-5 8-3 15,0 2-27-15,0 0-105 16,-15 8-54-16,-1 10 13 16,0 4-4-1,5 0-2-15,6-2-3 0,5-4-20 32,0-4 11-32,14-4 8 15,13-6-20-15,4-2-39 16,1 0-60-16,-3-8-6 15,-10-8-14-15,-7-4 13 0,-12-2 17 16,0 2 55-16,-16 0 34 16,-11 2 92-16,-2 6 30 15,4 6 81-15,10 2-101 16,6 2-56-16,9 0 2 16,0 0 6-16,29-2-54 15,18-4-14-15,9-2-17 16,4-4-63-16,0-2-53 0,-9-1 12 15,-13-1 63-15,-11 4 32 16,-14-1 40 0,-9 3 77-16,-4 3 104 0,0 4 25 15,0 5-91-15,0 0-81 16,0 5-34-16,5 26 0 16,6 9 0-16,4 10 27 15,2 6-17-15,-2 0 16 16,-7-6-26-16,-6-8 9 15,-2-6 14-15,-2-9 8 16,-19-9-30-16,-8-6 23 16,-2-9-24-16,-3-3-62 15,7-3-200-15,11-13-571 0</inkml:trace>
  <inkml:trace contextRef="#ctx0" brushRef="#br0" timeOffset="43027.52">29227 2883 1670 0,'0'0'636'0,"0"0"-537"0,0 0-89 0,0 0 26 0,0 0 29 15,0 0-4-15,0 0-25 16,29-102-27-16,-29 72-8 15,0-4 10-15,0-1-11 16,0 2 1-16,2 3 5 16,1 6 23-16,-1 6 60 15,-2 7 20-15,0 9-57 16,0 2-52-16,0 0-46 0,0 20 6 16,0 15 40-16,-7 9 13 15,-1 12 39-15,0 8-20 16,2 4-1-1,1 2-5-15,3-3-20 0,0-5-6 16,2 4-151-16,0-20-225 16,0-12-434-16</inkml:trace>
  <inkml:trace contextRef="#ctx0" brushRef="#br0" timeOffset="43215.54">28786 3202 1579 0,'0'0'775'0,"0"0"-579"16,0 0 57-16,0 0-45 16,174 0-96-16,-92 0-65 15,12 0-26-15,2 0-21 16,-5 0-1-16,-10 0-82 16,-4 0-266-16,-21 2-317 15,-21-2-711-15</inkml:trace>
  <inkml:trace contextRef="#ctx0" brushRef="#br0" timeOffset="43669.56">29221 3414 880 0,'0'0'1209'15,"0"0"-960"-15,0 0-124 16,0 0-20-16,0 0 53 16,0 0-43-16,0 0-46 15,93 23-51-15,-88 7 3 16,-5 4-5-16,0 4 40 16,0-4 11-16,-9-2-12 15,-1-8-20-15,6-5-8 16,2-12-26-16,2-7 25 0,0 0 7 15,18-10 1-15,7-18-34 16,1-12-57-16,1-6-1 16,-7-4-32-16,-5 1-96 15,-7 8 58-15,-4 13 128 16,-4 17 151-16,0 11-60 16,-9 11-83-16,-7 21 41 15,5 10 5-15,9 4-18 16,2 4 0-16,15-4-15 15,23-6-21-15,11-8-8 16,29-14-125-16,-10-10-442 16,-10-5-1053-16</inkml:trace>
  <inkml:trace contextRef="#ctx0" brushRef="#br0" timeOffset="45161.66">19397 4842 1669 0,'0'0'536'0,"0"0"-329"0,0 0-34 0,0 0 52 0,0 0-44 16,0 0-53-16,0 0-42 16,31 0-16-16,1-1-50 15,7-4 27-15,9 1-29 16,0 3-16-16,2-2-2 15,-6 3-49-15,3 0-76 16,-14 0-238-16,-10 4-432 0</inkml:trace>
  <inkml:trace contextRef="#ctx0" brushRef="#br0" timeOffset="45349.68">19468 5041 2257 0,'0'0'783'0,"0"0"-590"16,0 0-125-16,0 0-34 15,0 0-31-15,127-24-2 16,-80 24-2-16,18 0-61 31,-11 6-234-31,-10 2-627 0</inkml:trace>
  <inkml:trace contextRef="#ctx0" brushRef="#br0" timeOffset="46432.82">20777 4716 1692 0,'0'0'547'0,"0"0"-333"0,0 0 2 0,0 0 6 0,0 0-72 15,0 0-39-15,0 0-23 16,4-74-56-16,23 60-32 16,4 2 0-16,2 4-1 15,1 4-10-15,-5 4-1 16,-10 0 0-16,-7 12 0 0,-12 14-1 15,0 8 1 1,-23 6 12-16,-19 6 12 0,-9 2-12 16,-9 1 20-16,-1-5-19 15,5-4 0-15,10-10 0 16,11-6 1-16,12-8-1 16,9-6 13-16,12-6-13 15,2 0-2-15,0-4 2 16,10 2 8-16,17-2 0 15,10 0-8-15,9 0-1 16,10 0-9-16,9-6-81 16,24-10-144-16,-18 0-287 15,-11 2-174-15</inkml:trace>
  <inkml:trace contextRef="#ctx0" brushRef="#br0" timeOffset="46808.34">21135 4780 1197 0,'0'0'852'0,"0"0"-540"16,0 0-150-16,0 0-116 16,0 0-30-16,0 0 93 15,0 0 78-15,31 123-83 16,-31-73-26-16,0 0-39 16,-9-6-17-16,1-8-5 0,0-12-16 15,4-10 6-15,4-12 2 16,0-2 9-16,4-10-18 15,14-20-60-15,3-8-103 16,-4-10-70-16,1-6-46 16,-7 0-19-1,-1 7 80-15,-8 14 218 16,-2 18 224-16,0 15 44 0,0 6-130 16,-8 25 36-16,4 5-11 15,4 2-49-15,0-2 5 16,20-2-57-16,10-6-25 15,7-4-37-15,3-8-13 16,14-6-128-16,-12-4-333 16,-8-4-246-16</inkml:trace>
  <inkml:trace contextRef="#ctx0" brushRef="#br0" timeOffset="47938.88">21910 4694 1495 0,'0'0'623'0,"0"0"-298"0,0 0 32 0,0 0-155 0,0 0-118 15,0 0-39-15,0 0-33 16,-94 12 18-16,73 22-12 16,5 4 15-16,11 7 6 15,5-1 1-15,0-1-10 16,21 0-2-16,3-5-26 15,-2-4 13-15,-2-4-9 16,-7-4-5-16,-8-4-1 16,-5 0-8-16,-2-4 8 15,-20-4 10-15,-7-4-9 16,-2-6-1-16,2-4 1 0,2 0 7 16,4-18-8-16,13-10-26 15,7-8-20-15,3-6-9 16,13 0-44-16,19 0 18 15,10 8-10-15,3 5-1 16,2 10 39-16,-1 6 24 16,-4 9 29-16,-1 4 52 15,-10 0 15-15,-4 17-7 16,-10 5-42-16,-5 4 16 16,-6 2 6-16,-6-2-7 15,0-4-19-15,0-8-5 16,0-4 1-16,0-10-10 15,0 0 11-15,0-8-11 16,3-16-8-16,7-10-88 0,9-8-55 16,2-1-52-16,6 3-21 15,-2 11 118-15,-1 12 90 16,-3 16 16-16,-6 1 50 16,-4 21 14-16,-6 13 21 15,-5 5 71-15,0-1-5 16,0-8-45-16,-2-8-67 15,-3-10-11-15,2-8-1 16,1-4 9-16,2-4 53 16,0-20-77-16,0-7-12 15,0-6-38-15,14-8-34 16,8 0-11-16,7 2-31 0,4 7-6 16,-2 12 103-16,0 16 17 15,-6 8 23-15,-7 12 24 16,-7 18-2-16,-4 4 34 15,-7 5 10-15,0-6-54 16,0-2-14-16,0-8-21 16,0-5-67-16,0-5-236 15,0-9-474-15</inkml:trace>
  <inkml:trace contextRef="#ctx0" brushRef="#br0" timeOffset="48426.08">23019 4592 1677 0,'0'0'649'0,"0"0"-330"0,0 0-104 0,0 0-155 0,0 0-45 16,0 0-2-16,0 0-13 15,29-112-12-15,-26 95-38 16,0 2 6-16,-3 1 23 16,0 1 3-16,2 5 18 15,-2 0 7-15,0 6-6 16,2 2 13-16,-2 0-14 16,2 0-12-16,3 22 12 0,-3 9 0 15,0 11 73-15,-2 6-37 16,0 6-23-16,0 2 4 15,0-2-17-15,0-2-65 16,-2 4-159-16,-7-14-277 16,-1-11-404-16</inkml:trace>
  <inkml:trace contextRef="#ctx0" brushRef="#br0" timeOffset="48582.73">22774 4959 1657 0,'0'0'853'15,"0"0"-598"-15,0 0-56 16,0 0-98-16,152-9-36 16,-87 2-28-16,6-1-15 15,5 4-22-15,-6 2-79 16,5 2-298-16,-21 0-306 16,-17 0-396-16</inkml:trace>
  <inkml:trace contextRef="#ctx0" brushRef="#br0" timeOffset="49036.71">23002 5213 1965 0,'0'0'525'15,"0"0"-463"-15,0 0-50 32,0 0 138-32,0 0 49 0,0 0-103 0,0 0-93 15,56 4 3-15,-56 31 1 16,-2 5 39-16,-14-3 16 16,1 0-8-16,3-9-17 15,3-8-16-15,7-12-9 0,2-8-10 16,0 0 35-16,11-24-37 15,12-12-34-15,3-10-67 16,-1-6-20-16,-5-3-36 16,-4 9 21-16,-10 10 136 15,-6 18 85-15,0 14 122 16,-9 4-133-16,-13 24-21 16,-1 10-13-16,10 6 4 15,7 0-1-15,6 1-10 16,15-7-27-16,23-8-6 15,11-10-90-15,26-14-146 16,-12-2-516-16,-10 0-1129 0</inkml:trace>
  <inkml:trace contextRef="#ctx0" brushRef="#br0" timeOffset="50499.07">23927 4917 1530 0,'0'0'704'0,"0"0"-378"0,0 0 59 0,0 0-152 15,0 0-104-15,0 0-36 16,0 0-74-16,80-18-1 16,-31 18-18-16,11 0 0 15,7 0-43-15,28-8-123 16,-16-5-492-16,-10-1-923 0</inkml:trace>
  <inkml:trace contextRef="#ctx0" brushRef="#br0" timeOffset="51564.44">25143 4636 1679 0,'0'0'675'0,"0"0"-452"0,0 0-53 0,0 0-73 0,0 0-67 16,0 0-11-16,0 0 33 16,-129 6-22-16,83 34 43 15,-4 12 16-15,4 5-25 16,5 2 7-16,12 1-44 15,12-7 0-15,12-9 12 16,5-10-38-16,5-8 7 16,24-12-8-16,11-12-21 15,9-2-13-15,2-8-82 16,2-16-45-16,-3-4-71 16,-6 0-44-16,-11 2-26 0,-8 4 137 15,-12 7 165-15,-9 8 140 16,-4 7 82-16,0 0-93 15,-4 0-58-15,-9 14 10 16,-1 4-29-16,3 2-27 16,5 0-8-16,4-2 11 15,2-4-4-15,0-4 6 16,17-6 18-16,5-4-44 16,7 0-4-16,-2-2-52 15,-2-10-20-15,-10-6 4 16,-5 0 10-16,-10 0 32 15,0 0 26-15,-21 2 17 16,-10 6 35-16,-4 4 36 0,1 6 13 16,5 0-14-1,9 0-42-15,9 0-35 0,11 2 10 16,2 3-13-16,29-2 7 16,9-3 2-16,12 0-16 15,4 0-20-15,-4-14-46 16,-2-4-4-16,-8-3-17 15,-9-1-16-15,-10 0 63 16,-7 0 40-16,-12 0 29 16,-4 4 123-1,0 4-44-15,0 8-23 0,0 6-51 16,-4 0-34-16,4 12-6 16,0 12 5-16,0 8 1 0,6 4 18 15,7 4-18 1,-3-1 0-16,-4-1 17 0,-6-4-8 15,0-4 13 1,-16-6 2-16,-8-2 0 0,-6-8 9 16,5-6-33-16,2-8-16 15,9 0-133-15,10-4-454 0</inkml:trace>
  <inkml:trace contextRef="#ctx0" brushRef="#br0" timeOffset="51974.21">25992 4604 2125 0,'0'0'365'0,"0"0"-258"0,0 0-92 0,9-127-14 15,-9 87 4-15,0 4-5 16,2 6-1-16,-2 10 1 16,0 6 30-16,0 8 125 15,0 6-63-15,0 0-89 31,0 8 5-31,2 14-8 16,0 10 42-16,4 6 13 0,-2 8-29 0,5 2 3 16,-1 5-17-16,2-1-12 15,-2 0 0-15,-3 12-98 16,-5-12-204-16,0-12-461 0</inkml:trace>
  <inkml:trace contextRef="#ctx0" brushRef="#br0" timeOffset="52114.7">25794 4955 1960 0,'0'0'609'15,"0"0"-400"-15,0 0 44 16,149-16-110 0,-77 6-119-16,5-1-18 0,2 3-6 15,14 3-133-15,-20 3-357 16,-17-1-359-16</inkml:trace>
  <inkml:trace contextRef="#ctx0" brushRef="#br0" timeOffset="52631.41">26032 5175 2063 0,'0'0'610'0,"0"0"-543"0,0 0-27 16,0 0 110-16,0 0-54 15,0 0-38-15,0 0-49 16,14 27-2-16,-14 2 5 15,0 6 17-15,0 1 11 16,-4-2 7-16,-4-8-46 16,4-6 12-16,4-10 8 15,0-10-19-15,0 0 43 16,18-8-45-16,5-16-12 16,-2-12-63-16,4-6-35 15,0-9-32-15,-6 1-100 16,-3 6 38-16,-7 10 204 15,-7 16 189-15,-2 16 83 0,-9 2-178 16,-13 22-74 0,2 10 28-16,2 6 37 0,12 3-10 15,6-1 0-15,4-4-26 16,27-6-25-16,13-6-24 16,8-8-37-16,8-12-59 15,27-4-46-15,-16-16-432 16,-4-6-595-16</inkml:trace>
  <inkml:trace contextRef="#ctx0" brushRef="#br0" timeOffset="52725.55">27113 5041 2112 0,'0'0'0'0,"0"0"-600"0</inkml:trace>
  <inkml:trace contextRef="#ctx0" brushRef="#br0" timeOffset="56182.06">15449 6278 810 0,'0'0'644'0,"0"0"-492"0,0 0-56 0,0 0-11 0,0 0-15 16,0 0 17-16,0 0 46 15,24-34 4-15,-22 30-33 16,1 0-17-16,-3 2 23 15,0 0 25-15,0 2-39 16,0 0-19-16,0 0-32 16,0 0-32-16,0 0-13 15,-5 2-23-15,-1 8 17 16,-1 4 6-16,5-2 1 16,0 0 28-16,2-3 0 15,0-6 12-15,0-1-10 0,15-2-17 16,3 0 7-16,0-10-21 15,-3-4 0-15,-4-2-1 16,-9 4 1-16,-2 0-2 16,0 2-35-16,-4 2-43 15,-15 6-46-15,-2 2-180 16,5 0-813-16</inkml:trace>
  <inkml:trace contextRef="#ctx0" brushRef="#br0" timeOffset="57107.82">16398 6016 1107 0,'0'0'777'0,"0"0"-395"0,0 0-51 0,0 0-13 15,0 0-142-15,0 0-87 16,0 0-43-16,-7-77-17 16,17 73-7-16,3 3-13 15,2 1-8-15,1 1 0 0,-1 19 8 16,-1 10 3 0,-5 6-12-16,-7 9 22 0,-2 1-5 15,0 0 16-15,-2-2-15 16,-7-10-8-16,0-8-4 15,4-8-4-15,3-10-1 16,2-5-1-16,0-3-15 16,2-5 15-1,14-19-27-15,7-12-79 0,-2-10-46 16,2-10-118-16,-3-2-21 16,-7 3 79-16,-3 15 198 15,-8 16 14-15,-2 14 214 0,-5 10-78 16,-17 6-25-16,-5 21 34 15,2 6-6-15,5 7-37 16,11 3-48-16,9 1-1 16,0 0-13-16,27-4-30 15,13-4-10-15,12-8-13 16,8-6-72-16,25-10-183 16,-14-6-349-16,-13-6-641 0</inkml:trace>
  <inkml:trace contextRef="#ctx0" brushRef="#br0" timeOffset="57343.8">17010 6100 1746 0,'0'0'656'0,"0"0"-396"0,0 0 28 16,0 0-105-16,0 0-59 16,0 0-42-16,137 0-41 0,-86 0-40 15,2 0-1-15,-1 0-57 16,-8 0-153-16,-13 0-446 16,-13 0-498-16</inkml:trace>
  <inkml:trace contextRef="#ctx0" brushRef="#br0" timeOffset="57500.37">17087 6276 2068 0,'0'0'768'0,"0"0"-636"0,0 0-44 16,0 0-19 0,158-22-47-16,-102 10-22 0,13 0-88 15,-16 2-409-15,-9 4-629 16</inkml:trace>
  <inkml:trace contextRef="#ctx0" brushRef="#br0" timeOffset="58033.47">18005 5999 1669 0,'0'0'676'15,"0"0"-417"-15,0 0 5 0,0 0-160 16,0 0-44-16,0 0 18 16,0 0-2-16,-87 93-8 15,87-41-25-15,0 2-32 16,15-4 8-16,14-6-12 15,9-9-5-15,9-12-2 16,4-13-7-16,2-10-12 16,1-4-64-16,-7-24-67 15,-11-9-20-15,-14-8 34 16,-13-3 66-16,-9-4 48 16,-9 3 22-16,-15 6 164 15,-8 6-15-15,-1 13-77 16,0 10-72-16,-12 14-27 15,9 0-263-15,9 13-430 0</inkml:trace>
  <inkml:trace contextRef="#ctx0" brushRef="#br0" timeOffset="58881.32">18729 6046 2165 0,'0'0'868'15,"0"0"-634"-15,0 0-67 0,0 0-126 0,0 0-41 0,0 0-26 16,0 0-102-1,-13 6-483-15,1 16-243 0</inkml:trace>
  <inkml:trace contextRef="#ctx0" brushRef="#br0" timeOffset="58960.04">18720 6328 1568 0,'0'0'0'0,"0"0"-184"0</inkml:trace>
  <inkml:trace contextRef="#ctx0" brushRef="#br0" timeOffset="64501.28">1635 8015 2032 0,'0'0'501'0,"0"0"-394"0,0 0 88 0,0 0-42 0,0 0-64 15,0 0-50-15,0 0-38 16,85-93-1-16,-48 63-14 16,3-4-40-16,1-2 10 15,-6-2-10-15,-6 0-9 0,-4 0-9 16,-10 2 29 0,-4 6 43-1,-3 3 7-15,-8 8 108 0,0 6-2 0,0 8-54 16,0 2-6-16,0 3-43 15,0 0-10-15,0 15-34 16,0 13 34-16,0 16 16 16,0 14 14-16,0 14 0 15,0 10 3-15,-3 5-6 16,-4-5-20-16,-4-6 22 16,3-8-22-16,-6-13-7 15,-4-9 10-15,-6-10-10 16,-10-10 18-16,-7-8 27 15,2-8-21-15,1-8-3 16,11-2-8-16,19-16 13 0,8-19-22 16,22-11-4-16,29-8-9 15,15 0 8-15,13-2-16 16,1 6-3-16,0 6-35 16,-11 8-60-16,3 0-170 15,-22 10-334-15,-16 6-628 0</inkml:trace>
  <inkml:trace contextRef="#ctx0" brushRef="#br0" timeOffset="65113.81">2357 7291 2155 0,'0'0'568'0,"0"0"-459"0,0 0-100 0,0 0-9 0,0 0 0 0,0 0 47 0,-20 126-15 16,2-36-32-16,3-14-216 15,1-7-394-15</inkml:trace>
  <inkml:trace contextRef="#ctx0" brushRef="#br0" timeOffset="65442.45">2722 7524 1982 0,'0'0'351'15,"0"0"-265"-15,0 0-71 31,0 0 69-31,0 0 44 0,-115 152 96 0,99-86-103 16,5 2-64-16,9 0-33 16,2-6-24-16,13-1-70 15,13-17-259-15,1-18-362 0</inkml:trace>
  <inkml:trace contextRef="#ctx0" brushRef="#br0" timeOffset="65739.32">2836 7802 1676 0,'0'0'520'0,"0"0"-464"16,0 0 36-16,0 0 60 16,0 0 26-16,-50 125-23 15,79-105-59-15,12-4-44 16,1-7-11-16,3-6-20 15,-9-3-11-15,-9 0 3 16,-12-17 4-16,-15-5-4 0,0-4 29 16,-23 1-13-16,-12 0-13 15,-7 7-16-15,-3 6-9 16,3 9-55-16,4 3-238 16,11 0-387-16,16 0-1043 0</inkml:trace>
  <inkml:trace contextRef="#ctx0" brushRef="#br0" timeOffset="65911.33">3270 7570 2329 0,'0'0'597'0,"0"0"-519"0,0 0-43 15,0 0-1-15,0 0 11 16,50 158 4-16,-67-88-13 15,-14 2-36-15,-19 21-111 16,7-21-479-16,9-16-821 0</inkml:trace>
  <inkml:trace contextRef="#ctx0" brushRef="#br0" timeOffset="66379.83">3905 7881 2060 0,'0'0'785'16,"0"0"-552"-16,0 0-78 0,0 0-97 0,0 0-29 0,0 0 14 16,0 0-15-1,96 5-23-15,-54-1-5 0,1-2-87 16,1-2-105-16,-10 0-495 15,-16 0-535-15</inkml:trace>
  <inkml:trace contextRef="#ctx0" brushRef="#br0" timeOffset="66539.25">3856 8043 1431 0,'0'0'1095'0,"0"0"-785"15,0 0-71-15,0 0-97 16,0 0-85-16,0 0-34 15,147 0-23-15,-97 0-83 16,-13 0-491-16,-10 6-954 0</inkml:trace>
  <inkml:trace contextRef="#ctx0" brushRef="#br0" timeOffset="68030.12">4658 8105 719 0,'0'0'1740'0,"0"0"-1232"0,0 0-430 15,0 0-66-15,0 0 60 16,0 0 33-16,0 0-45 16,25-44-36-16,2 12-24 15,8-7-6-15,5-4-18 16,3-5-21-16,1-9 25 16,-1-7-25-16,-5-2 20 15,-7-4 10-15,-9 2-6 16,-9 9 21-16,-6 14 9 15,-7 12 30-15,0 15 7 0,0 8-1 16,-13 10-31-16,-3 0-14 16,-1 10 0-16,-6 20-5 15,0 16 5-15,4 15 27 16,3 9 5-16,5 8 5 16,9 4-7-16,2-5-8 15,0-8-21-15,15-12 16 16,10-13-10-16,6-12-7 15,4-16-10-15,1-12-22 16,-1-4-13-16,0-8-10 0,-7-16-39 16,-3-6-11-16,-9-7-49 15,-3 0-27-15,-7 2 86 16,-1 6 95-16,-3 8 34 16,1 11 175-16,-3 8-77 15,0 2-85 1,0 0-39-16,0 16-7 15,0 4-1-15,0 2-6 0,-3 0-55 16,1-5-489-16,2-9-1148 0</inkml:trace>
  <inkml:trace contextRef="#ctx0" brushRef="#br0" timeOffset="68500.87">5443 7816 1796 0,'0'0'299'0,"0"0"-203"0,0 0 98 0,0 0-10 15,0 0 17-15,-16 123 2 0,9-99-83 16,3-4-78-16,2-8-29 16,2-6-12-16,0-6 0 15,0 0 20-15,4-16-16 16,13-11-5-16,8-6-41 15,0 0-32-15,4 4 6 16,-2 6 14-16,-3 15 29 16,-4 8-8-16,-4 8 32 15,-7 20 16-15,-7 7 32 0,-2 1 33 16,0-3-13-16,0-6-21 16,-5-11-25-16,3-8-10 15,2-8 2-15,0 0 20 16,2-22-34-16,21-8-33 15,6-9-43-15,9-1 37 16,4 2 21-16,1 6-1 16,-6 8 19-16,-6 10 39 15,-4 14-2-15,-4 0-4 16,-8 18-15-16,-4 14-6 0,-6 8-12 16,-5 4 0-16,0 3 0 15,-12 5-141-15,-7-12-527 16,-2-12-1531-16</inkml:trace>
  <inkml:trace contextRef="#ctx0" brushRef="#br0" timeOffset="69111.83">4895 8386 1855 0,'0'0'363'0,"0"0"-233"0,0 0 5 0,0 0-28 0,0 0-1 16,0 0 27-16,0 0-48 15,68-75-67-15,-51 86-12 16,-7 18 12-16,-5 10 6 15,-5 7 15-15,0 4-2 16,0 4-4-16,-9-6-32 16,-2-5 11-16,4-11-3 15,2-13-9-15,5-11 1 16,0-8 2-16,0-5 5 16,9-26-8-16,5-9-39 15,1-12-79-15,-3-4-35 16,-3 2-11-16,-5 8 96 15,-2 12 68-15,-2 13 110 0,0 17 48 16,0 4-114 0,-4 7-43-16,-7 19 19 0,4 6 53 15,2 6 2-15,5 2-53 16,0-2 19-16,10-2-41 16,13-10-12-16,25-10-112 15,-6-8-263-15,-2-8-690 0</inkml:trace>
  <inkml:trace contextRef="#ctx0" brushRef="#br0" timeOffset="69299.78">5140 8446 1075 0,'0'0'1369'0,"0"0"-1009"0,0 0-193 15,0 0-88-15,0 0-40 16,0 0-28-16,0 0-4 15,147-18-7-15,-96 18-18 16,-4 0-179 0,3 0-156-16,-13 0-146 0,-8 0-319 0</inkml:trace>
  <inkml:trace contextRef="#ctx0" brushRef="#br0" timeOffset="69566.42">5487 8310 1993 0,'0'0'604'0,"0"0"-462"16,0 0-105-16,0 0-37 15,0 0 12-15,0 0-2 16,0 0-8-16,100 64-2 16,-88-34-7-16,-10 6-5 15,-2 4-1-15,-12 4 12 16,-16 0 1-16,-3-2 59 15,2-7-26-15,4-8-25 16,7-10-8-16,16-17-108 0,2 0-133 16,0-11-746-16</inkml:trace>
  <inkml:trace contextRef="#ctx0" brushRef="#br0" timeOffset="69802.28">5842 8380 1662 0,'0'0'329'0,"0"0"-232"16,0 0 61-16,-72 112 31 15,65-78 19-15,7 0 44 16,5-6-121-16,26-8-81 0,10-11-23 16,5-9-27-1,3-9 0-15,-2-23-15 0,-10-8-1 16,-10-4 16-16,-19-2 6 15,-8 4 9-15,-16 3-15 16,-22 12-27-16,-33 17 5 16,11 7-121-16,4 3-371 0</inkml:trace>
  <inkml:trace contextRef="#ctx0" brushRef="#br0" timeOffset="92770.81">6403 7564 1152 0,'0'0'658'0,"0"0"-538"0,0 0 97 0,0 0 60 0,0 0-42 15,0 0 6-15,2 0-64 16,5 0-75-16,1-4-14 0,4-4-4 16,1-5-41-1,7-1 7-15,7-5-31 0,7-10-19 16,8-3-1-16,3-6-23 16,1-4-2-16,-1 0-8 15,-7-2-8-15,-9 0-1 16,-7 2 19-16,-9 3 19 31,-6 5 5-31,-5 9 9 16,-2 7 38-16,0 7 0 0,0 5-21 0,-4 6-17 15,-5 0-9-15,-3 17-9 16,4 15 0-16,3 16 6 16,3 12 3-16,2 14 0 0,0 8 1 15,0 6 19-15,0 4-20 16,0-1 18-16,0-9-17 15,-2-8 5-15,-9-11-5 16,-5-13 2-16,-4-14-1 16,-6-14-4-16,-3-12-6 15,0-10 7-15,6-6-7 16,9-24 7-16,14-8-1 16,6-9-5-16,27-3-5 15,9 0 12-15,7 0-33 16,16-6-51-16,-11 12-176 15,-10 8-481-15</inkml:trace>
  <inkml:trace contextRef="#ctx0" brushRef="#br0" timeOffset="93335.38">7205 6954 725 0,'0'0'1593'0,"0"0"-1368"0,0 0-158 0,0 0 33 15,-149 66 63-15,113-4 3 16,7 15-42 0,9 9-33-16,9 0-19 0,9-4-17 15,2-7-41-15,8-13-14 16,21-12-27-16,9-17-58 16,22-18-106-16,-10-9-339 15,-8-6-282-15</inkml:trace>
  <inkml:trace contextRef="#ctx0" brushRef="#br0" timeOffset="93696.67">7205 7327 1517 0,'0'0'572'16,"0"0"-465"-16,0 0 10 0,0 0-10 15,0 0 38-15,89 116 36 16,-84-74-47-16,-5 2-70 15,0-3-26-15,0-9-13 16,-3-8-13-16,-3-12-3 16,4-12 2-16,0 0-11 15,2-28-2-15,0-12-167 16,0-9-10-16,4-5-40 16,2 4-18-16,-1 10 205 15,-3 16 32-15,-2 16 220 16,0 8-28-16,0 16 41 15,-2 18-23-15,-5 6-105 0,7 0-63 16,0-2-22-16,7-8-5 16,22-8-15-16,8-9-47 15,17-13-161-15,-10-3-308 16,-7-15-393-16</inkml:trace>
  <inkml:trace contextRef="#ctx0" brushRef="#br0" timeOffset="93868.41">7588 7054 2228 0,'0'0'657'0,"0"0"-563"0,0 0 15 15,85 128-34-15,-63-59-7 16,-7 3 14-16,-7 6-19 16,-8 4-47-1,0-1-16-15,-43 19-68 0,1-22-233 16,2-20-487-16</inkml:trace>
  <inkml:trace contextRef="#ctx0" brushRef="#br0" timeOffset="94172.59">8049 7493 2725 0,'0'0'615'0,"0"0"-543"15,0 0-52-15,0 0-19 16,0 0-1-16,137 4 0 16,-75-4-74-16,-14 0-167 15,-7 0-756-15</inkml:trace>
  <inkml:trace contextRef="#ctx0" brushRef="#br0" timeOffset="94965.71">8631 7383 1744 0,'0'0'271'15,"0"0"-214"-15,0 0-57 0,0 0-44 0,0 0-123 16,132-143-49-16,-94 100-9 0,-7-1 80 16,-12 1 55-16,-13 10 90 15,-6 6 196-15,-4 11 284 16,-15 10-164-16,-6 6-57 15,3 6-132-15,4 26-54 16,7 12 23-16,11 10 22 16,0 11-15-16,2 5-39 15,14 4 15-15,-3 0-32 16,-6 0-19-16,-7-3-14 16,0-7-13-16,0-8 5 15,-20-12-6-15,-7-10 1 0,-6-12-2 16,-5-14-10-1,5-8 0-15,6-6 10 16,11-26 1-16,16-12 0 16,0-4-1-16,27-6-3 0,16 4 2 15,5 6-17-15,6 5-13 16,17 1-146-16,-15 12-187 16,-9 4-268-16</inkml:trace>
  <inkml:trace contextRef="#ctx0" brushRef="#br0" timeOffset="95154.85">9175 7131 975 0,'0'0'1317'16,"0"0"-1004"-16,0 0-150 0,0 0 14 15,-141 142-30 1,108-80-71-16,6 2-32 15,12-4-44-15,15-8-33 0,10-11-238 16,24-18-322-16,1-15-851 0</inkml:trace>
  <inkml:trace contextRef="#ctx0" brushRef="#br0" timeOffset="95469.38">9270 7255 2111 0,'0'0'706'0,"0"0"-619"16,0 0-74-16,0 0 37 15,0 0 25-15,-75 124-10 16,75-74 13-16,11 0-54 16,18-4-3-16,11-6-7 15,9-12-14-15,2-9-25 16,3-17-29-16,-3-2-74 0,-7-17-150 15,-13-12 93-15,-15-10 32 16,-16-5 67-16,0-4 86 16,-26 4 105-1,-12 6 232-15,-9 8-79 0,-5 12-155 16,-10 12-103-16,13 4-127 16,12 2-571-16</inkml:trace>
  <inkml:trace contextRef="#ctx0" brushRef="#br0" timeOffset="95705.18">9861 6958 2284 0,'0'0'700'15,"0"0"-540"-15,0 0-59 16,0 0-53-16,0 0-27 16,0 0-12-16,105 132-8 15,-86-44-2-15,-12 11-4 16,-29 17-74-16,-18-12-251 16,-7-15-671-16</inkml:trace>
  <inkml:trace contextRef="#ctx0" brushRef="#br0" timeOffset="96771.56">6846 8003 1945 0,'0'0'770'0,"0"0"-554"0,0 0-92 0,0 0-73 15,0 0 2-15,0 0-13 16,0 0 26-16,141-20-12 15,-87 20-27-15,0 0-11 16,5 0-14 0,1 3 11-16,0 6-4 15,4-5-8-15,8-4 2 0,8 0-3 0,7 0 0 16,9-14 3-16,4 0 4 16,1 0-6-16,-3 4-1 15,-9 2 0-15,-5 4 0 16,-10 1-1-16,-10 3-10 15,-5 0 2-15,-6 0 7 16,-4 3-11-16,-2 2-1 16,-1 2 13-16,2-4 1 15,2 0-6-15,4-2-1 16,-3 2 7-16,3-2 5 0,-3 4-4 16,-4-1-2-1,1 0 7-15,-2 0-14 0,0-2 8 16,3 0-13-16,3-2 13 15,1 0 0-15,2 0-9 16,1 0-3-16,0 0 12 31,-1 0 11-31,-1 0-11 0,-7-4 0 0,-5-3 0 32,-6 4 8-32,-10-1-7 0,-3 1-1 0,-6 3-1 31,-5 0 0-31,-3 0-10 15,-5 0-57-15,-4 0-82 0,-2 0-226 0,-13 0-395 0</inkml:trace>
  <inkml:trace contextRef="#ctx0" brushRef="#br0" timeOffset="97679.98">7504 8428 869 0,'0'0'997'0,"0"0"-744"0,0 0-129 0,0 0-28 0,0 0 5 15,135-40 27-15,-108 40 1 16,-6 18-42-16,-10 18-9 16,-7 10 34-16,-4 10 10 15,-7 4-45-15,-13-1-14 0,-5-7-36 16,2-9 0-1,4-12-9-15,6-13-18 16,8-16 7-16,5-2 7 0,0-22-14 16,14-22-62-16,9-13-10 15,0-7-12-15,0-2-47 16,-7 8-93-16,-3 12 121 16,-9 22 103-16,-4 18 183 15,0 6-101-15,-8 30-1 16,-11 16 28-16,6 8-43 15,5 0-34-15,6-2 14 16,2-6-8-16,15-10-38 16,18-9-12-16,29-19-123 15,-6-8-436-15,-4 0-819 0</inkml:trace>
  <inkml:trace contextRef="#ctx0" brushRef="#br0" timeOffset="97836.44">7943 8617 1318 0,'0'0'1341'16,"0"0"-1017"-16,0 0-197 15,0 0-79-15,114-17-43 16,-60 13-5-16,25 4-69 16,-12 0-230-16,-11 0-614 0</inkml:trace>
  <inkml:trace contextRef="#ctx0" brushRef="#br0" timeOffset="98206.43">8888 8466 2408 0,'0'0'629'16,"0"0"-585"-16,0 0-43 15,0 0-1-15,0 0 18 0,-103 151 38 16,98-87 4 0,5 2-6-16,9-4-38 0,24-10 4 15,12-14-14-15,11-14-6 16,4-16 0-16,3-8-42 15,-11-10-11-15,-6-24-7 16,-20-10 5-16,-19-8 16 16,-7-4-4-16,-31-3-61 15,-21 7-114-15,-30 8-110 16,10 14-138-16,8 16-895 0</inkml:trace>
  <inkml:trace contextRef="#ctx0" brushRef="#br0" timeOffset="100065.95">10376 7867 912 0,'0'0'625'0,"0"0"-312"0,0 0-59 0,0 0-15 0,0 0-35 16,0 0-38-16,0 0-6 15,-2 0-75-15,2 0-8 16,-3 0-6-16,3 0 1 0,-2 0-19 16,2 0 22-1,-2 0 7-15,2 0-42 0,0 0 4 16,0 0-19-16,0 1-5 16,0 1-6-16,4 6-13 15,21 2-1-15,8 5 12 16,12-1-10-16,6-3-2 15,2 0-3-15,3-7-75 16,8-4-90-16,-12 0-388 16,-14-8-695-16</inkml:trace>
  <inkml:trace contextRef="#ctx0" brushRef="#br0" timeOffset="100253.83">10403 8157 1832 0,'0'0'1140'0,"0"0"-828"15,0 0-154-15,0 0-98 16,0 0-39-16,149-28 5 16,-96 20-26-16,-2 2-27 15,1 2-60-15,-4 4-108 16,-12 0-485-1,-11 0-726-15</inkml:trace>
  <inkml:trace contextRef="#ctx0" brushRef="#br0" timeOffset="101100.04">11151 8285 1932 0,'0'0'649'0,"0"0"-473"0,0 0-28 0,0 0-37 15,0 0-74-15,129-120-24 16,-57 52-13-16,3-8-2 31,4-6-18-31,-11-1-3 0,-5-1-53 0,-17 2-12 16,-13 4 55-16,-14 12 33 15,-13 13 96-15,-6 17 59 16,0 18-23-16,-13 18-64 0,-11 0-56 16,-8 35-3-16,-1 15-9 31,0 30 24-31,4 28 2 15,8-2-11-15,13-11 0 0,8-15-13 0,0-22 11 32,13 0-13-32,13-2-18 15,10-18 3-15,7-18-14 16,5-18-45-16,4-2-68 0,2-24-180 0,-6-14-14 16,-1-30-237-16,-13-4-200 15,-12 10-247-15,-11 11 1020 16,-11 36 641-16,0 10 189 15,0 5-223-15,-2 0-272 0,-7 10-86 32,-3 18-75-32,2 7-51 15,-1 5-62-15,1-2-25 16,6-4-36-16,0-6-4 16,4-12-152-16,0-8-397 15,0-8-590-15</inkml:trace>
  <inkml:trace contextRef="#ctx0" brushRef="#br0" timeOffset="101538.06">12142 7989 1696 0,'0'0'323'0,"0"0"-194"0,0 0 53 0,-53 132 0 0,40-106-49 16,2-8 56-16,6-10-98 15,5-8-64-15,0 0 17 16,7-20-44-16,18-14-73 16,6-6 15-16,4-4 5 15,5 4 19-15,-2 6 13 16,-3 16 21-16,-8 14 24 16,-9 4 49-16,-11 24 9 15,-7 14 26-15,0 2-6 0,-11-2-2 16,-3-6-26-1,3-14-42-15,7-10-23 0,4-8 6 16,0-8 12 0,23-22-27-16,10-8-72 0,11-2-2 15,3-2 38 1,4 6 4-16,-4 10 2 0,-7 12 6 16,-7 14 23-16,-8 0-23 15,-14 29 15-15,-11 14 9 16,0 7-1-16,-17 16-67 15,-10-10-204-15,2-14-335 0</inkml:trace>
  <inkml:trace contextRef="#ctx0" brushRef="#br0" timeOffset="102496.15">11483 8556 1629 0,'0'0'565'0,"0"0"-463"0,0 0-72 0,0 0 16 0,0 0-30 15,0 0 45-15,0 0 49 16,71-6-10-16,-55 34-27 16,-7 12-37-16,-7 9-5 15,-2 2 63-15,-7 2-4 16,-13-5-35-16,3-10-24 16,1-10-19-16,5-12 1 15,9-14-12-15,2-2 17 16,0-10-18-16,6-22-39 15,9-12-50-15,6-6-67 16,-3-6 9-16,-5 5-32 16,-4 11 31-16,-7 16 148 15,-2 18 103-15,0 6 25 0,-20 32 70 16,-2 13-42-16,1 6-84 16,8 2-19-16,11-5-6 15,2-10-10-15,7-10-37 16,40-16-27-16,-3-8-225 15,-2-4-400-15</inkml:trace>
  <inkml:trace contextRef="#ctx0" brushRef="#br0" timeOffset="102686.28">11701 8733 927 0,'0'0'1425'16,"0"0"-1050"-16,0 0-268 15,0 0-60-15,0 0-14 16,114-11-33-16,-61 2-7 16,3 0-129-1,13 4-34-15,-18 1-217 16,-11 2-762-16</inkml:trace>
  <inkml:trace contextRef="#ctx0" brushRef="#br0" timeOffset="102937.46">12027 8588 818 0,'0'0'1505'0,"0"0"-997"15,0 0-447-15,0 0-49 16,0 0-6-16,0 0 0 16,0 0 18-16,117 38-15 15,-85-11 3-15,-6 2-12 16,-7 6 8-16,-15 1-4 0,-4 0-4 15,-9-2 12 1,-20-6 20-16,-4-2-32 0,-4-8-5 16,9-4-164-16,10-14-59 15,12 0-78-15,6-6-501 0</inkml:trace>
  <inkml:trace contextRef="#ctx0" brushRef="#br0" timeOffset="103282.08">12539 8582 2000 0,'0'0'904'0,"0"0"-723"15,0 0-144-15,0 0-20 16,0 0 23-16,-107 103 41 16,103-59-27-16,4-2-5 15,11-4-23-15,18-8-16 16,6-10-10-16,7-14-9 16,1-6 8-16,-5-8-14 15,-7-20-22-15,-10-10 13 0,-17-4 5 16,-4-3-16-1,-14 4-22-15,-34-2-96 0,0 13-198 16,6 10-382-16</inkml:trace>
  <inkml:trace contextRef="#ctx0" brushRef="#br0" timeOffset="106157.2">13624 7461 1075 0,'0'0'678'0,"0"0"-495"0,0 0-51 0,0 0 46 0,0 0-9 16,0 0-40-16,0 0-1 15,89-50-38-15,-73 50 16 16,-3 22-26-16,-3 10-11 15,-8 9 28-15,-2 6-32 16,0 6-4-16,-6-3-19 16,-9-2-41-16,-1-6 22 15,3-8-5-15,3-10-18 16,2-6 16-16,4-12-16 0,2-6 1 16,2 0-1-1,0-16-22-15,4-18-62 0,14-10-21 16,3-10-66-16,0-4-68 15,4 0-8-15,-5 5 68 16,-5 16 179-16,-5 12 46 16,-10 17 156-16,0 8-62 15,-3 12-93-15,-14 20 109 16,-2 11-43-16,6 4-13 16,7 4-40-16,6-7-33 15,0-6-7-15,19-12-19 16,20-10-1-16,7-12-42 15,25-8-184 1,-11-18-400-16,-8-2-636 0</inkml:trace>
  <inkml:trace contextRef="#ctx0" brushRef="#br0" timeOffset="106597.25">14049 7104 1418 0,'0'0'498'0,"0"0"-359"0,0 0 63 0,0 0-16 16,0 0-24-16,0 0 51 16,0 0-55-16,-6-14-31 15,6 12-53-15,0 0-7 16,2-2-28-16,11 4-25 16,1 0-14-16,-5 6 0 0,-5 20-31 15,-4 13 31-15,-2 8 0 16,-20 4 9-16,-7-1 20 15,2-8-20-15,5-8 11 16,9-14-9-16,11-8-5 16,2-8 0-16,8-4-5 15,24 0-1-15,5-8-1 16,7-10-60-16,4 0-35 16,10-2-160-16,-12 4-122 15,-10 6-371-15</inkml:trace>
  <inkml:trace contextRef="#ctx0" brushRef="#br0" timeOffset="107835.18">14506 7283 540 0,'0'0'1319'0,"0"0"-755"0,0 0-317 16,0 0 8-16,0 0-89 0,0 0-51 31,0 0-25-31,19-93-38 16,-35 93-34-16,-13 9-9 0,-3 17-9 0,-3 7 12 31,4 6 8-31,8 7 22 0,12 2-6 0,11 4-11 31,0 2 19-31,11 1-25 0,12-3-2 0,-3-6-11 31,-1-4 6-31,-7-6-12 0,-10-6-2 16,-2-4 2 0,-11-4-1-16,-18-8-5 15,-5-6 5-15,-1-8-7 16,4-1 1-16,11-28 5 0,11-13-52 15,9-8-48 1,18-4 1-16,24 2-15 0,12 8 58 16,4 9 41-16,-3 17 16 15,-6 12-5-15,-6 6 6 16,-10 6 12-16,-9 20 1 16,-6 6 11-16,-9 7 8 15,-5-1 16-15,-4-2-3 16,0-4-30-16,0-8-9 15,0-8 5-15,-4-10-5 16,4-6 0-16,0 0-6 16,0-20-3-16,0-10-41 0,16-10-25 0,9-2-24 0,4-3-40 15,4 9-20-15,0 12 113 32,-4 15 39-32,-5 9 1 15,-6 5 0-15,-5 23 18 16,-7 5 24-16,-6-1 31 15,0 0-9-15,-3-6-15 16,-8-8-2-16,-2-10-29 16,1-8 7-16,5 0 4 15,5-14-29-15,2-14 0 16,9-8-42-16,20-2-51 16,12-2 9-16,3 7-22 15,1 11 48-15,-5 15 58 16,-7 7 25-16,-8 13 23 15,-10 25 39-15,-9 6-38 0,-4 6 11 16,-2-3-42-16,0-7 4 16,0-10-22-16,0-16-48 15,21-14-158-15,-3-8-281 16,2-16-1714-16</inkml:trace>
  <inkml:trace contextRef="#ctx0" brushRef="#br0" timeOffset="108085.89">15622 6898 1750 0,'0'0'909'0,"0"0"-577"0,0 0-187 0,0 0-87 16,0 0-58-16,0 0 2 15,0 0 1-15,-21 96 21 16,21-18 25-16,0 10-17 16,2 1-13-16,0-5-19 15,3-6 11-15,-3-12-11 16,2-11-61-16,0-12-129 16,-2-14-316-16,-2-15-302 0</inkml:trace>
  <inkml:trace contextRef="#ctx0" brushRef="#br0" timeOffset="108242.76">15379 7528 1923 0,'0'0'754'0,"0"0"-520"16,0 0-7-16,121-11-63 16,-63 4-109-16,4-1-49 15,3 1-6-15,-3 4-52 16,3 3-136-16,-18 0-486 15,-16 0-1351-15</inkml:trace>
  <inkml:trace contextRef="#ctx0" brushRef="#br0" timeOffset="108701.79">15658 7706 1595 0,'0'0'653'0,"0"0"-477"16,0 0-68-16,0 0-51 16,0 0 16-16,0 0 55 15,0 0 2 1,29 92-34-16,-31-50-13 0,-13-1-24 15,-1-5-7-15,3-6-23 16,1-12 7-16,8-8-26 16,4-10 7-16,0 0-17 15,11-26-18-15,11-9-80 16,5-11-63-16,-2-4-53 16,-7 0-17-16,-5 8-103 15,-7 10 247-15,-6 16 87 16,0 16 303-16,-6 0 35 0,-7 28-60 15,1 6-126 1,10 2-95-16,2-2-15 0,6-4-13 16,29-7-29-16,29-8-34 15,-6-7-156-15,-5-8-630 0</inkml:trace>
  <inkml:trace contextRef="#ctx0" brushRef="#br0" timeOffset="109609.52">16283 7640 1672 0,'0'0'756'0,"0"0"-392"0,0 0-53 0,0 0-138 15,0 0-105-15,0 0-51 16,146-30-7-16,-76 24-10 16,7 4-30-16,31-3-67 15,-21 1-415-15,-14 1-600 0</inkml:trace>
  <inkml:trace contextRef="#ctx0" brushRef="#br0" timeOffset="110235.09">17494 7349 1207 0,'0'0'964'0,"0"0"-576"0,0 0-44 0,0 0-149 0,0 0-137 16,0 0-40-16,0 0 57 16,-91 68 15-16,82-22-36 15,9 1-18-15,2-7-11 16,27-12-5-16,16-13-10 15,6-12 14-15,5-3-16 16,-3-18 4-16,-8-13-12 16,-16-5-23-16,-16-1-7 15,-13-4 23-15,-4 3-37 16,-28 4 8-16,-10 8-52 0,-18 18-15 16,11 6-274-16,7 2-544 0</inkml:trace>
  <inkml:trace contextRef="#ctx0" brushRef="#br0" timeOffset="111927.02">13680 8242 1534 0,'0'0'572'0,"0"0"-365"16,0 0-6-16,0 0-12 0,0 0 2 0,0 0-44 15,0 0-35-15,8 0-46 16,11-4-18-16,5-5-24 16,5 3-9-16,9 0-6 15,2 0-9-15,5 2 0 16,1 2 0-1,1 0-6-15,-3 2 6 0,2 0-15 16,-2 0 14-16,-1 6-15 16,-4 0-20-16,-1 2 18 0,-2-4 6 15,-1 0-17 1,4-2 10-16,-2-2 1 0,3 0 18 16,3 0 0-16,-1 0-16 15,0 0 16-15,1 0 14 16,-3-4-13-16,2 0 0 15,-1 0 0-15,-4 3 0 16,1-2-1-16,0 3-7 16,-5 0 7-16,3 0 0 15,0 0 0-15,1 0 0 16,-1 0 1 0,2 3 8-16,0-3-6 15,2 0-2-15,0 0-1 0,0 0 0 0,-2 0 0 16,0 0-9-1,-5 0 8-15,-1 0 1 0,-3 0-5 16,0 0 14-16,-3 1-6 16,3 1-3-16,0-2-1 15,0 2-9-15,1-2 10 16,-2 0 0-16,3 0 0 16,0 0 6-16,1 0-6 15,1 0 0-15,1 0 0 16,-1 0 2-16,0 0-2 15,1 0 0-15,-3 0 2 16,0 0-2-16,-2 0 0 16,0 0-12-16,-4 0 6 15,2 0 5-15,-1 0-15 0,0 0 16 16,4 0 0 0,-1 0 1-16,2 0-2 15,0 0 2-15,2 0 9 16,3 0-10-16,5 0 0 0,-2 0-1 15,3 0 0-15,3-2 1 16,0-1-1-16,0-4 1 16,1 1 9-16,-3 0-8 15,1-2 10-15,0 2-5 16,-1 0-6-16,1 0 1 16,-1 0-1-16,1 0 1 15,1 2 5-15,-1-2-6 16,4 0 6-16,-2 2 6 0,1-2 2 15,-3 2-13-15,-4 0 6 16,1 2-7-16,-3 0 2 16,-3 0-2-16,3 2-4 15,-3 0 4-15,2 0 5 16,-2 0-5-16,-1-2 0 16,-3 2 0-16,2-2 0 15,-2-2 0-15,3 0-1 16,-1-2 1-16,0 0 5 15,-2 0-5-15,-1 0 0 16,-4 0 9-16,3 0-9 16,0 0-11-16,0 0 11 15,0-2 13-15,0 0-13 0,1 0 0 16,-7 2-5-16,0 2 5 16,-3 0 1-16,-5 4-1 15,1 0 0-15,-5 0 0 16,1 0 3-16,-6-2-2 15,-3 2 0-15,-3 0 24 16,0-2-25-16,-3 2-18 16,-28-2-83-16,0 0-254 15,0-2-642-15</inkml:trace>
  <inkml:trace contextRef="#ctx0" brushRef="#br0" timeOffset="113997.77">15591 8721 1007 0,'0'0'319'0,"0"0"-153"0,0 0-34 0,0 0 13 0,0 0-15 15,0 0-50-15,0 0-30 16,5 0-13-16,-5 0-6 15,0 0-2 1,0 0-28-16,0 0 12 0,0 0 2 16,0 0 14-16,0 0 15 15,0 0 26-15,0 0 13 16,0-3 15-16,0 2 15 0,0-3 7 16,0-2-44-16,5-1 22 15,-1 0-28-15,3 0-6 16,1-1-56-16,4 2 10 15,1 2-4-15,5 4-8 16,2 0-6-16,2 0-10 16,-1 13 10-16,-2 14 12 15,-3 10-11-15,-5 7 24 16,-5 4 9-16,-4 0-2 16,-2-2-11-16,0-6-11 15,-4-4 11-15,-7-5 9 0,3-9-19 16,-2-7 10-1,4-4-20-15,-3-7 21 0,0-4-7 16,0 0 2-16,0-7-6 16,3-15-11-1,4-10-6-15,2-8-34 0,6-6-29 16,17-4-1-16,2 0 25 16,4 2 19-16,1 8 13 15,-8 6 12-15,-2 8 1 16,-9 7 6-16,-4 10 18 15,-7 5 11-15,0 4-3 16,0 0-31-16,-18 18 13 16,-4 14 10-16,-3 10-16 0,3 6 26 15,9 2-20-15,6 0 17 16,7-6-1-16,5-6-21 16,24-8 3-16,10-7-12 15,11-14-2-15,23-9-93 16,-13 0-279-16,-8-9-453 0</inkml:trace>
  <inkml:trace contextRef="#ctx0" brushRef="#br0" timeOffset="116482.59">18464 7935 1920 0,'0'0'640'0,"0"0"-477"0,0 0 38 0,0 0-15 16,0 0-42-16,0 0-64 16,0 0 1-16,71-7-54 15,-23 1-4-15,10 2-16 16,-2-1-7 0,-4 0-10-16,-10 1-47 0,-9 4-63 15,-17 0-108-15,-9 0-478 16,-7 6-513-16</inkml:trace>
  <inkml:trace contextRef="#ctx0" brushRef="#br0" timeOffset="116638.93">18421 8167 1582 0,'0'0'871'0,"0"0"-603"16,0 0-75-16,0 0-70 15,133-14-55-15,-75 0-59 0,-2 4-9 16,2 2-92-16,-16 4-462 15,-11 4-708-15</inkml:trace>
  <inkml:trace contextRef="#ctx0" brushRef="#br0" timeOffset="117391.95">19270 8225 1746 0,'0'0'644'0,"0"0"-372"0,0 0-44 0,0 0-153 16,0 0-55-16,167-112-4 16,-107 62-8-16,-4-8-7 15,-2-2-2-15,-12-4-4 16,-7-5-31-16,-12-1 0 16,-8-2 9-16,-8 4 27 0,-7 4 39 15,0 14 27-15,0 14 55 16,-2 17-47-16,-12 17-19 15,-3 2-55 1,-8 30-8-16,-1 20 8 0,-4 18 34 16,4 13-10-16,7 7 24 15,9 2-29-15,7-6 1 16,3-7-8-16,11-17-12 16,18-14 0-16,10-16-7 15,3-14-35-15,0-14-22 16,1-2-46-16,-8-14-45 15,-6-12-83-15,-11-6 46 16,-7-2 46-16,-6 2 125 16,-5 6 21-16,0 8 214 15,0 8 67-15,0 10-118 0,0 0-69 16,-5 11-61 0,-4 18 21-16,2 3-9 15,-1 4-37-15,1-6-5 0,5-4-3 16,0-6-69-16,2-16-95 15,0-4-366-15,4 0-309 0</inkml:trace>
  <inkml:trace contextRef="#ctx0" brushRef="#br0" timeOffset="117830.35">20006 7947 1820 0,'0'0'337'0,"0"0"-233"0,0 0 17 0,-21 134 90 0,7-96 32 16,4-8-96-16,1-6-76 16,3-8-47-16,6-8-16 15,0-8 14-15,0 0-7 16,6-18-15-16,17-12-7 16,2-8-50-16,7-4-22 15,4-1-35-15,0 7 38 16,-7 13 76-16,-6 14 3 15,-7 9 37-15,-11 19-23 0,-5 17 71 16,0 6 31 0,-11 0-59-16,-3-6-3 0,3-10-36 15,7-12-19 1,4-12 8-16,0-2 10 0,6-12-16 16,19-16-4-16,6-8-52 15,7-2-20 1,2-2 30-16,5 4 6 0,-3 5 21 15,-1 9 15-15,-10 11 17 16,-5 11 38-16,-8 0-36 16,-12 22-17-16,-6 7 10 15,0 6-12-15,-4 1-30 16,-23 4-128-16,5-8-367 16,0-8-801-16</inkml:trace>
  <inkml:trace contextRef="#ctx0" brushRef="#br0" timeOffset="118472.33">19317 8548 1728 0,'0'0'600'0,"0"0"-487"0,0 0 14 0,0 0 107 16,0 0-57-16,0 0-58 16,0 0-42-16,22-6-38 15,-4 6-23-15,2 12-7 16,0 14-3-16,-5 11 0 16,-5 4 0-16,-10 8-5 15,0 1 20-15,-2-4 16 16,-14-4-22-16,-3-6-14 0,7-12 17 15,1-8-18-15,6-10 0 16,5-6 1-16,0-4-1 16,0-24-22-16,7-10-53 15,8-14 15-15,3-4-21 16,-1 2-49-16,-3 9 70 16,-7 17 60-16,-7 16 71 15,0 12-43-15,-2 16-14 16,-19 21 2-16,2 7 42 15,1 2-1-15,7 0 5 16,9-6-26-16,2-6-11 0,11-10-25 16,18-8-34-16,20-16-118 15,-5 0-359-15,-8 0-544 16</inkml:trace>
  <inkml:trace contextRef="#ctx0" brushRef="#br0" timeOffset="118628.71">19466 8740 87 0,'0'0'2194'0,"0"0"-1558"16,0 0-473-1,0 0-74-15,0 0-50 0,0 0-39 16,165-41 0-16,-105 32-9 0,0 5-75 16,-11 4-227-16,-11 0-28 15,-18 18-54-15,-11 0-207 16,-9-1 51-16</inkml:trace>
  <inkml:trace contextRef="#ctx0" brushRef="#br0" timeOffset="118847.82">19840 8578 1465 0,'0'0'866'0,"0"0"-403"15,0 0-246-15,0 0-124 16,0 0-81-16,0 0 6 15,0 0-17-15,67 35 5 0,-47 1-6 16,-4 4 0 0,-7 4-5-16,-9-2-15 0,0-2-40 15,-4-6 17-15,-17-6-5 16,1-10-53-16,5-8-46 16,10-10-74-1,5-6-55-15,0-12-564 0</inkml:trace>
  <inkml:trace contextRef="#ctx0" brushRef="#br0" timeOffset="119113.48">20121 8598 1659 0,'0'0'731'16,"0"0"-522"-16,0 0 7 0,0 0-66 16,0 0-95-1,0 131 17-15,0-89 4 0,12 0-24 16,9-8-51-16,8-8 16 15,5-10-5-15,0-12-5 16,-1-4-7-16,-7-6-1 16,-6-22-1-16,-11-10-8 15,-9-7 10-15,0-2 0 16,-15 0 9-16,-14 10-9 16,-4 9-39-16,-15 15-139 15,9 11-387-15,5 2-893 0</inkml:trace>
  <inkml:trace contextRef="#ctx0" brushRef="#br0" timeOffset="120336.2">21045 7373 892 0,'0'0'1217'0,"0"0"-1121"0,0 0-53 0,0 0-32 0,-83 122 207 15,42-2 104-15,-1 43-68 16,8 8-127-16,16-29-37 15,14-40-40-15,4-44-24 16,9-12-24-16,20-3-2 16,9-5-45-16,37-16-45 15,-8-14-212-15,-7-8-531 0</inkml:trace>
  <inkml:trace contextRef="#ctx0" brushRef="#br0" timeOffset="120965.22">21382 7768 1936 0,'0'0'624'0,"0"0"-484"0,0 0-4 0,0 0-18 0,0 0-61 16,0 0-12-16,0 0 37 15,49 81-20-15,-49-22 20 16,0 8-24-16,-6-3-11 0,-10-6-13 15,-1-12-28-15,3-14 3 16,5-12-9-16,5-14 2 16,4-6-4-16,0-10 2 15,4-24-48-15,19-14 2 16,0-14-39-16,8-8-14 16,-1 1-111-16,-1 10-8 15,-9 16 185-15,-5 21 33 16,-10 22 157-16,-5 6-85 0,0 31 71 15,-9 10-39 1,0 6-47-16,5-1-18 0,4-5 16 16,4-6-22-16,25-11-33 15,29-12-70-15,-4-12-179 16,-6-6-579-16</inkml:trace>
  <inkml:trace contextRef="#ctx0" brushRef="#br0" timeOffset="122006.68">22038 7660 1702 0,'0'0'624'0,"0"0"-462"0,0 0-28 0,0 0-7 0,0 0 20 15,0 0-66-15,0 0-48 16,-31-14-12-16,10 36 36 16,1 4 9-16,5-2-27 15,5 0-20-15,8-4 11 16,2-4-24-16,0-6 6 0,5-2 9 15,6-6-21-15,0-2 3 16,1 0-4-16,-4 0 1 16,-1 0-9-16,-3-2-18 15,-2-4 26-15,0-2 1 16,0 0 0-16,2 0 0 16,0-4-6-16,0 0 6 15,3 0 6-15,-3 0-5 16,-4 2 7-16,0 4 5 15,0 0-13-15,-4 6 6 16,-19 0-6-16,-1 0 0 16,-5 20-1-16,5 8 3 0,3 8-2 15,15 6 12-15,6 4-11 16,0 3 23-16,22-1-4 16,7-2-8-16,3-2 6 15,-7-8-8-15,-4-4-10 16,-13-6 0-16,-8-8 0 15,0-4-4-15,-15-8 4 16,-14-4 0-16,-6-2-20 16,2-2-23-16,8-20-12 15,12-8-31-15,13-6-132 16,11-2-67-16,28-2-182 0,13 2 208 16,6 8 98-1,0 8 110-15,-9 5 51 16,-6 10 176-16,-12 7 131 0,-12 0-2 15,-7 11-76-15,-8 16-71 16,-4 7-23-16,0 6-42 16,-4 0-5-16,-8-4-68 15,3-8-1-15,3-6-19 16,4-12 5-16,2-10-5 16,0 0 0-16,0-10 0 15,8-20-66-15,13-6-69 16,3-8-74-16,5-1 55 15,2 4 7-15,2 10-6 16,-4 16 87 0,-4 12 66-16,-7 3 39 0,-9 31 50 0,-9 9 37 15,0 6 28-15,-5-4 5 16,-11-4-9-16,-1-8-84 16,3-12-27-16,3-12-18 15,9-6-5-15,2-8 11 16,0-22-27-16,25-8-87 15,8-8-53-15,11-2-41 16,8 2 14-16,0 6 20 16,-2 15 65-16,-9 15 82 15,-8 10 135-15,-15 18-7 0,-10 22 41 16,-8 7-63-16,0 1-33 16,0-4-39-1,0-10-34-15,0-20-130 0,0-10-195 16,16-4-650-16</inkml:trace>
  <inkml:trace contextRef="#ctx0" brushRef="#br0" timeOffset="137830.42">23325 7622 1200 0,'0'0'322'0,"0"0"-135"0,0 0-62 16,0 0-114-16,0 0 18 16,0 0 180-16,0 28 113 0,0-28-102 15,0 0 33 1,0 0-77-16,0 0-35 0,2 0-36 16,-2 0-43-16,0 0-5 15,0 0-16-15,0 0-23 16,0 0 7-16,0 0 14 15,5-2 5-15,2-14-11 16,6-10-33-16,5-6 0 16,4-10-29-16,0-9-20 15,3-1-2-15,-3-2-42 16,1 2 31-16,-6 6 46 0,-1 9-8 16,-7 14 24-1,-5 9 43-15,-4 8-4 0,0 6 24 16,0 0-11-16,0 0-23 15,0 18-21-15,0 10-7 16,0 12 25-16,0 10-20 16,-2 4 12-1,2 2-18-15,0 0-37 0,0 10-89 16,4-16-130-16,3-13-727 0</inkml:trace>
  <inkml:trace contextRef="#ctx0" brushRef="#br0" timeOffset="138316.18">23120 7922 2342 0,'0'0'684'0,"0"0"-552"0,0 0-29 0,0 0-21 0,0 0-61 15,123 0 14-15,-46-1-11 16,15-3-14-16,-1-3-10 16,-2 4-10-16,-10-1-22 15,-6 4-86-15,-21 0-180 16,-21 0-449-16</inkml:trace>
  <inkml:trace contextRef="#ctx0" brushRef="#br0" timeOffset="138894.69">23241 8303 2152 0,'0'0'728'0,"0"0"-571"15,0 0-68-15,0 0-44 16,0 0-9-16,0 0-13 0,133-104 14 15,-104 104-4 1,-8 0-32-16,-8 24 11 0,-13 14-3 16,0 11 32-16,-19 9 16 15,-12 2 0-15,-4 2-6 16,-1-4-10-16,5-10-26 16,8-12-9-16,10-14-6 15,11-16 0-15,2-6-11 16,5-24-32-16,22-17-44 15,4-16 13-15,4-9-45 16,-1 0-33-16,-8 3-112 16,-5 13 168-16,-10 17 96 15,-11 16 211-15,0 17-59 16,-9 0-66-16,-14 24-17 0,3 9 10 16,7 3-36-16,11 0 1 15,2-2-7-15,19-4-25 16,24-8-12-16,9-8-42 15,23-14-158-15,-13 0-392 16,-6-12-507-16</inkml:trace>
  <inkml:trace contextRef="#ctx0" brushRef="#br0" timeOffset="139601.2">24343 7452 1829 0,'0'0'823'0,"0"0"-485"0,0 0-106 0,0 0-74 0,0 0-54 16,0 0-34-16,0 0-14 15,16-33-35-15,7 61-20 16,6 17 20-16,4 31-2 15,-2 36 22-15,-16 28-13 16,-15 8 8-16,0-21-6 16,-19-35-28-16,1-34-4 0,-1-10-19 15,0 5-37-15,5-1-64 16,14 0-104-16,0-18-518 16,7-16-727-16</inkml:trace>
  <inkml:trace contextRef="#ctx0" brushRef="#br0" timeOffset="140243.46">25041 7895 1842 0,'0'0'845'0,"0"0"-524"0,0 0-63 0,0 0-41 0,0 0-72 15,0 0-29-15,0 0-49 16,66-13-20-16,-16 3-14 16,8 2-32-16,8-2 4 15,1 5-5-15,-4 1-72 16,3 4-72-16,-16 0-96 15,-15 0-551-15</inkml:trace>
  <inkml:trace contextRef="#ctx0" brushRef="#br0" timeOffset="140572.9">25103 8113 2009 0,'0'0'996'0,"0"0"-740"16,0 0-52-16,0 0-33 15,0 0-90-15,0 0-27 16,0 0-18-16,91-16-29 16,-30 4-7-16,5-2-49 15,3 0-47-15,-1 4-71 16,1 8-63-16,-18 2-408 16,-13 0-786-16</inkml:trace>
  <inkml:trace contextRef="#ctx0" brushRef="#br0" timeOffset="141167.07">26258 7644 2114 0,'0'0'679'0,"0"0"-510"0,0 0-47 0,0 0-71 0,-130 8 12 15,101 22 33-15,5 12-20 16,6 10-22-16,9 4 0 16,9 2 3-16,0-5-31 15,25-10-7-15,15-10-8 16,13-11-11-16,10-14-21 16,1-8-50-16,-4-4-19 15,-7-20 5-15,-12-8-14 16,-16-7 54-16,-19-3-1 15,-6-3 13-15,-16 0 32 16,-22 5-18-16,-30 12-17 0,5 12-214 16,5 8-419-16</inkml:trace>
  <inkml:trace contextRef="#ctx0" brushRef="#br0" timeOffset="144759.51">1826 10453 1739 0,'0'0'623'0,"0"0"-425"0,0 0 117 0,0 0-69 16,0 0-96-16,0 0-23 15,0 0-23-15,-13 0-55 16,13-4-29-16,2 0 5 16,11 4-17-16,3 0-7 0,9 0 8 15,6 6 3 1,9 16-7-16,2 4-4 0,8 6-1 16,1 5 0-16,0-1-2 15,2-4 1-15,-1-8-61 16,13-15-99-16,-17-4-210 15,-7-5-713-15</inkml:trace>
  <inkml:trace contextRef="#ctx0" brushRef="#br0" timeOffset="144962.51">2566 10106 2078 0,'0'0'1144'0,"0"0"-935"16,0 0-159-16,0 0-23 16,0 0 1-16,-75 159 13 15,56-89 16-15,4 8-57 16,-3 24-9-16,5-20-138 16,3-17-523-16</inkml:trace>
  <inkml:trace contextRef="#ctx0" brushRef="#br0" timeOffset="146000.03">3035 10451 1684 0,'0'0'516'0,"0"0"-352"0,0 0 20 0,0 0-13 16,0 0 16-16,-148 48-35 16,99-5-42-16,5 2-44 15,3 4-45-15,12-5-5 16,12-10-14-16,12-12-2 15,5-10 0-15,15-12-13 0,21 0-22 16,7-18-49 0,5-12-85-16,0-8-55 0,-6-2 11 15,-9 1 13-15,-11 7 79 16,-9 6 121 0,-13 14 103-16,0 12 130 0,-4 0-56 15,-17 22 43-15,-2 14-72 16,0 3-72-16,6-1-37 15,10-4-30-15,7-8 9 16,0-10-18-16,29-10 0 16,9-6-9-16,9-4-57 15,2-20-62 1,0-6-64-16,-7-2 43 0,-8 0 25 16,-13 6 53-16,-9 8 71 0,-10 9 82 15,-2 9 107 1,-8 0-1-16,-15 24-35 0,-2 8-72 15,5 3-35-15,7-3-35 16,13-8 4-16,0-8-8 16,18-12-7-16,16-4-33 15,5-10-9-15,3-18-125 16,-6-5-113-16,-9 0 46 16,-9-2 34-16,-9 5 66 15,-5 8 98-15,-2 10 36 0,-2 12 212 16,0 6-70-1,0 37 83-15,0 17-24 0,3 18-51 16,2 8-51-16,-1 7-53 16,-2-3-5-16,0-8-7 15,-2-12-22-15,0-12-10 16,0-16-2-16,-2-16-12 16,-16-12-36-16,-11-14-96 15,2-22-166-15,5-8-341 0</inkml:trace>
  <inkml:trace contextRef="#ctx0" brushRef="#br0" timeOffset="146220.1">2869 10301 1969 0,'0'0'992'0,"0"0"-778"0,0 0-115 0,87-139-63 0,-37 108-35 0,0 8 0 16,2 17 13-16,-8 6-14 15,-8 20-15-15,-12 14-29 16,-12 4-32-16,-12-3-174 16,0-11-317-16,0-16-502 0</inkml:trace>
  <inkml:trace contextRef="#ctx0" brushRef="#br0" timeOffset="159756.24">2838 10971 1134 0,'0'0'614'0,"0"0"-423"0,0 0 167 0,0 0-67 0,0 0-39 32,0 0-85-32,-4-7-65 15,-1 7-56-15,1 0-11 16,0 0 5-16,-2 0-11 15,2 0-2-15,-2 3 13 16,1 5 3-16,-1 3 2 0,-2 2-10 16,4 3-2-16,-2-2-12 15,3 1-20-15,1-2 9 16,2-3-4-16,0-6-6 16,0-4-13-16,9 0-22 15,3-2 8-15,-4-16-3 16,-1-4-48-16,-7-6-44 15,0 6-347-15,-15 5-650 0</inkml:trace>
  <inkml:trace contextRef="#ctx0" brushRef="#br0" timeOffset="160666.37">4821 10968 421 0,'0'0'2341'0,"0"0"-2052"0,0 0-197 0,0 0 20 16,0 0-43-16,0 0-50 15,109-140-19-15,-47 76 0 16,1-4-9-16,-7 4-4 16,-14 6 7-16,-18 8 6 15,-13 11 0-15,-11 13 1 16,-6 10 26-16,-19 14 21 16,-1 2-14-16,-3 16-10 15,7 20-18-15,9 13 3 16,7 13-9-16,6 14 1 15,6 22 7-15,15 23 5 0,2-12-5 16,-5-10-3-16,-7-19-5 16,-9-20-9-16,-2 0-9 15,0 2-15-15,-16-15 25 16,-15-13-2-16,-7-16-14 16,-2-16 6-16,7-2-2 15,8-34 20-15,19-19 13 16,6-11-12-16,19-10 13 15,24-2-14-15,11-2-44 16,8 6-47-16,24-15-199 16,-16 23-356-16,-12 12-1335 0</inkml:trace>
  <inkml:trace contextRef="#ctx0" brushRef="#br0" timeOffset="160887.21">5699 9970 2535 0,'0'0'639'0,"0"0"-476"0,0 0-46 0,0 0-76 0,0 0-29 15,0 0-6-15,-163 197-6 16,99-59 0-16,-4 2-85 15,20-35-246-15,17-40-1180 16</inkml:trace>
  <inkml:trace contextRef="#ctx0" brushRef="#br0" timeOffset="161325.51">5913 10381 2162 0,'0'0'296'0,"0"0"-210"0,-102 126 85 0,73-58-14 0,15 5-27 16,14-3 0-16,2-4-56 15,31-14-50-15,14-12-24 16,41-28-105-16,-11-10-351 16,-7-2-331-16</inkml:trace>
  <inkml:trace contextRef="#ctx0" brushRef="#br0" timeOffset="161700.64">6104 10571 1655 0,'0'0'1103'0,"0"0"-921"16,0 0-134-16,0 0-31 16,0 0-8-16,0 0 46 15,129 139 33-15,-113-93-35 16,-9 2-35-16,-7 0-9 15,0-1-8-15,-21-10 12 16,-2-11-8-16,0-13-5 16,5-13-7-16,7-4-4 15,9-32-31-15,2-17-63 0,4-11-86 16,21-6-8 0,4 6 31-16,-2 12 168 0,-6 21 31 15,-7 26 224-15,-5 5-140 16,-7 32 5-16,-2 12-24 15,2 4-45-15,8-2 0 16,5-4-18-16,10-12-33 16,10-12-14-16,25-18-163 15,-4-8-465-15,-9-18-701 0</inkml:trace>
  <inkml:trace contextRef="#ctx0" brushRef="#br0" timeOffset="161857.1">6570 10258 2728 0,'0'0'535'0,"0"0"-463"16,0 0-21-16,149 111-11 15,-111-51-13-15,-11 8 29 16,-13 9-20-16,-14 3-36 16,-29 32-24-16,-14-20-137 15,-4-15-532-15</inkml:trace>
  <inkml:trace contextRef="#ctx0" brushRef="#br0" timeOffset="162421.9">7444 10802 1832 0,'0'0'869'0,"0"0"-567"0,0 0-136 0,0 0-52 16,0 0-16-16,0 0-5 0,0 0-33 15,149-18-37-15,-100 10-23 16,-2 0-15-16,-12 2-113 16,-15 4-117-16,-11 2-434 15,-9 0-642-15</inkml:trace>
  <inkml:trace contextRef="#ctx0" brushRef="#br0" timeOffset="162562.78">7397 10943 2083 0,'0'0'843'0,"0"0"-635"15,0 0-9-15,0 0-47 16,174 15-115-16,-106-23-37 16,17-12-78-16,-20 4-122 15,-19 2-586-15</inkml:trace>
  <inkml:trace contextRef="#ctx0" brushRef="#br0" timeOffset="163458.07">8914 9960 1807 0,'0'0'615'0,"0"0"-405"0,0 0 44 0,0 0-75 16,0 0-62-16,0 0-59 0,0 0-34 15,-57-4 0 1,30 30 12-16,2 6 9 0,5 6-8 16,11 4-8-16,9 6-10 15,2 6-2-15,29 1 7 16,9 1 0-16,7-4-23 16,-3 0 11-16,-8-2-6 15,-16 2-6-15,-18 4 0 16,-4 4 2-1,-35 7-2-15,-19 1 0 0,-9-4 0 16,-4-6-6-16,9-12-33 16,11-11 12-16,22-16 4 15,23-8-32-15,4-7-36 16,43-2-47-16,11 3 30 0,11 12 68 16,-5 13 17-16,-13 16 23 15,-20 16 0-15,-25 28 18 16,-12 26 29-16,-27-3 37 31,-3-15 17-31,7-14-4 0,20-23-27 0,6-3-38 16,7-4-32-16,22-18-15 15,28-20-74-15,48-16-126 16,-11-24-315-16,-10-6-286 0</inkml:trace>
  <inkml:trace contextRef="#ctx0" brushRef="#br0" timeOffset="165390.22">9476 10167 1365 0,'0'0'684'0,"0"0"-431"0,0 0 30 0,0 0 36 16,0 0-130-16,0 0-93 0,8-109-5 15,19 89-37 1,2 6-29-16,2 8-25 0,-1 6 2 16,-9 12-11-1,-7 22 12-15,-10 16-4 0,-4 12 1 16,-13 6 0-16,-25 7 9 15,-9-5-8-15,-4-10 0 16,5-14 11-16,7-13 11 16,15-15 2-16,12-13 7 15,12-5 40-15,12-5 3 16,28-17-57-16,18-7-8 16,9 1-10-16,6 2-9 15,-1 4-21-15,-10 8-59 16,-2 8-62-16,-15 6-318 0,-16 0-680 15</inkml:trace>
  <inkml:trace contextRef="#ctx0" brushRef="#br0" timeOffset="166111.16">9914 10080 1393 0,'0'0'576'0,"0"0"-368"0,0 0 69 0,0 0-5 0,0 0-13 15,0 0-86-15,0 0-113 16,-4-12-30-16,31 12-21 15,2 8 8-15,-5 22-17 16,-6 14 16-16,-9 6 1 16,-9 7 9-16,0-5-17 0,-7-6 0 15,-6-10 6-15,1-14-7 16,4-14-8-16,6-8 0 16,2-4-1-16,0-30-46 15,8-12-52-15,13-12-57 16,1-6-118-16,4-1 33 31,-3 13 67-31,-5 18 174 0,-9 22 68 0,-9 12 59 16,0 20 56-16,-7 20 38 15,-9 8-118-15,7 0-28 16,9-3-9 0,0-9-12-16,19-10-43 0,41-20-11 15,-5-6-189-15,1 0-682 0</inkml:trace>
  <inkml:trace contextRef="#ctx0" brushRef="#br0" timeOffset="167148.38">10650 9850 1770 0,'0'0'552'0,"0"0"-463"0,0 0-52 0,0 0-31 0,0 0-4 15,0 0-2-15,0 0 16 16,-18 22-14-16,15-12 8 15,3-2-9-15,0-2 15 16,0-4 2-16,0 0 5 16,3-2-1-1,1 0-3-15,3 0-7 0,-4 0 33 16,1 0 29-16,-4-2 56 16,0 0-31-16,0 0-35 0,0 2-21 15,-18 0-17-15,-9 14-26 16,-4 12 9-16,-3 10 28 15,5 6-5-15,8 2 1 16,11 4-3-16,10-2 19 16,0 0-29-16,20-3-13 15,9-7 10-15,-2-2-11 16,-5-4-6-16,-10-2 1 16,-12-4-1-16,0-4 0 15,-23-4-1-15,-8-8 1 16,2-8-12-16,6-4 11 0,13-24-33 15,10-12-49 1,13-6-55 0,27 0-65-16,9 11 133 0,2 16 70 0,-1 17 11 15,-10 2-11-15,-9 32 0 16,-11 10 30-16,-9 6 18 31,-7-2-3-31,-4-4 3 0,0-8-30 0,0-12-9 31,-2-10 1-31,0-12 4 0,2 0-10 16,0-28-4-16,0-12-81 16,18-10-28-16,6-4 15 15,7 2-20 1,-2 9 18-16,0 16 58 0,-4 14 28 16,-7 13 10-16,-7 17 53 15,-9 19 34-15,-2 6-10 16,0 0 38-16,-13-6-20 15,-3-8-44-15,1-14-28 16,3-12-11-16,6-2-12 16,6-22-8-16,0-14-170 15,16-8 50-15,15 0 72 16,7 2 42-16,1 9 14 16,3 15 23-16,-1 14 144 0,-8 4-34 15,-4 21-51 1,-13 13 3-16,-9 8-38 0,-7 2-47 15,0 2-5-15,-7-10-295 16,-4-16-463-16</inkml:trace>
  <inkml:trace contextRef="#ctx0" brushRef="#br0" timeOffset="167541.71">11737 9635 2087 0,'0'0'462'0,"0"0"-400"0,0 0-61 0,0 0 29 16,0 0 40-16,-23 128 67 15,23-58-10-15,12 11-59 16,-3-1-43-16,-1-4-25 16,2 10-169-16,-4-21-159 15,-3-19-397-15</inkml:trace>
  <inkml:trace contextRef="#ctx0" brushRef="#br0" timeOffset="167730.29">11358 10253 1709 0,'0'0'1247'0,"0"0"-968"15,0 0-139-15,158-9-65 16,-70-2-57-16,12-1 3 16,-3-1-21-16,-3 5-30 15,2 7-87-15,-27 1-352 16,-20 0-382-16</inkml:trace>
  <inkml:trace contextRef="#ctx0" brushRef="#br0" timeOffset="168200.71">11779 10451 1714 0,'0'0'771'15,"0"0"-569"-15,0 0-75 16,0 0 30-16,0 0-18 0,0 0-60 16,0 0-26-16,5-2-23 15,-5 28 18-15,0 9 8 16,0 5-12-16,-16 3-5 15,1-3-8-15,-1-5-30 16,5-9-1-16,7-12 10 16,4-10-8-16,0-4 5 15,17-18-7-15,10-21-21 16,6-12-43-16,3-10-2 16,-3-3 6-16,-6 2 17 0,-9 12 11 15,-11 20 32-15,-7 26 38 16,-9 8 5-16,-22 40 17 15,0 10-11-15,4 8-23 16,15-2 4-16,12-6-5 16,25-10-5-16,33-13-20 15,58-27-107-15,-12-4-404 16,-8-6-798-16</inkml:trace>
  <inkml:trace contextRef="#ctx0" brushRef="#br0" timeOffset="169706.59">12572 10167 2266 0,'0'0'732'16,"0"0"-608"-16,0 0-80 0,0 0 16 0,0 0 62 16,0 0-35-1,170 18-45-15,-103-18-42 16,28-21-24-16,-16 1-145 0,-10 0-552 0</inkml:trace>
  <inkml:trace contextRef="#ctx0" brushRef="#br0" timeOffset="170727.08">13854 9876 2011 0,'0'0'912'0,"0"0"-681"0,0 0-86 0,0 0-42 0,0 0-47 16,0 0-49-16,-121 46 7 16,79 8 16-16,2 12 3 15,6 9-8-15,12-3-17 16,9-4-2-16,11-14 4 15,2-12-10-15,20-16-12 16,16-16-33-16,12-10-30 16,8-4-25-16,0-24-47 15,0-6-97-15,-12 0-29 16,-13 7 22-16,-13 12 133 16,-18 11 118-16,0 4 17 15,-18 15 159-15,-11 16 51 0,0 3-48 16,5 0-88-1,8-4-51-15,12-6-10 0,4-8-13 16,4-10-13-16,21-6-4 16,6 0-112-16,0-6-106 15,-2-14 36-15,-12-2 72 16,-7-2 55-16,-10 0 12 16,-2 2 43-16,-23 1 39 15,-2 10 106-15,-2 4 77 16,5 7-18-16,4 0-101 15,8 0-54-15,12 0-26 16,0 0-10-16,21 0 0 16,16-3-13-16,15-13-17 15,4-5-40-15,-1-3-70 16,-4 1-22-16,-11-4 13 0,-9 1 35 16,-10 2 54-16,-13 0 47 15,-5 4 61-15,-3 6 150 16,0 4 13-16,0 8-74 15,0 2-101-15,2 6-37 16,12 20 0-16,5 10 0 16,4 8-10-16,1 6 4 15,-5 3-6-15,-11-1-1 16,-8-4 1-16,-11-6 8 16,-25-6-6-16,-13-8-2 0,-27-16-6 15,12-6-155 1,13-6-534-16</inkml:trace>
  <inkml:trace contextRef="#ctx0" brushRef="#br0" timeOffset="171261.45">14883 10000 2083 0,'0'0'503'0,"0"0"-439"0,0 0-47 0,0 0-17 16,0 0 6-16,12-122 11 15,-6 76-16-15,0-3 14 16,-1 1-15-16,-3 4 66 16,-2 8 69-16,0 8 33 15,0 12-9-15,0 12-38 16,0 4-90-16,0 14-31 16,-4 20-1-16,4 12-1 15,0 9 2-15,0 4 0 16,0 4 0-16,2-3-58 15,6 12-60-15,0-18-261 16,-4-12-450-16</inkml:trace>
  <inkml:trace contextRef="#ctx0" brushRef="#br0" timeOffset="171449.2">14649 10218 1950 0,'0'0'952'15,"0"0"-731"-15,0 0-63 16,0 0-37-16,142 0-79 16,-70-6-17-16,6-6-25 0,9-3-18 15,17-3-110 1,-21 4-415-16,-21 3-655 0</inkml:trace>
  <inkml:trace contextRef="#ctx0" brushRef="#br0" timeOffset="172028.4">15050 10379 1341 0,'0'0'483'16,"0"0"-359"-16,0 0 98 16,0 0 20-16,0 0-90 15,0 0-51-15,0 0 57 16,-22 42 1-16,4-12-52 16,-4 2-66-16,-1-2-26 15,3-1 0-15,5-7-15 16,9-8 1-16,2-6 5 15,4-7-6-15,0 2-1 16,0-3 1-16,0 2-1 16,0-1 0-16,0 6-1 15,0-2 2-15,0 0 0 16,0-4 15-16,0-1-14 0,0 0 16 16,4-3-11-16,15-18-6 15,8-6-38-15,4-8-49 16,2-5-71-16,-1 0-20 15,-8 2 75-15,-3 6 103 16,-13 12 51-16,-8 14 170 16,-2 6-92-16,-25 18-17 15,-8 16-31-15,1 8-41 16,5 2-8-16,13 0 6 16,16-4 3-16,2-3-13 0,35-9-1 15,11-10-27-15,10-8-51 16,29-10-92-16,-16-10-377 15,-10-8-407-15</inkml:trace>
  <inkml:trace contextRef="#ctx0" brushRef="#br0" timeOffset="172985.01">15043 10399 1579 0,'0'0'322'16,"0"0"-234"-16,0 0-24 0,0 0 14 0,0 0-17 0,-9 136-29 15,-4-92-32-15,-1-9-251 0</inkml:trace>
  <inkml:trace contextRef="#ctx0" brushRef="#br0" timeOffset="173692.39">14868 10407 1239 0,'0'0'677'0,"0"0"-378"0,0 0-8 0,0 0-51 0,0 0-74 16,0 0-52-16,0 0-11 15,71-64-43-15,-45 64-3 16,-1 0-32-16,-5 22-16 15,-11 12-7-15,-9 10-1 16,0 4-1-16,-29 4-3 16,-22 13-102-16,4-15-221 15,7-12-502 1</inkml:trace>
  <inkml:trace contextRef="#ctx0" brushRef="#br0" timeOffset="174336.04">16160 10104 2087 0,'0'0'754'0,"0"0"-582"0,0 0-114 0,0 0-26 16,0 0-8-16,0 0 13 16,94 121 31-16,-97-70-20 15,-24 8-17-15,-10-3-31 16,-2-8-40-16,-1-4-115 16,11-16-316-16,12-11-323 0</inkml:trace>
  <inkml:trace contextRef="#ctx0" brushRef="#br0" timeOffset="174838.6">16819 10024 1465 0,'0'0'995'0,"0"0"-643"16,0 0-125-16,0 0-86 16,0 0-60-16,0 0-36 15,0 0 40-15,56-46-31 16,-38 46-27-16,-1 12 6 16,-6 18-3-16,-3 12 7 15,-8 13-11-15,0 3-5 0,-12 2 6 16,-5-4 0-1,-2-12-18-15,9-14-5 0,5-12-4 16,5-12 0-16,0-6-6 16,2-12-12-16,14-22-28 15,6-12-4-15,-1-11-4 16,-2-7 2-16,-1-2-13 16,-5 6-5-16,-1 12 49 15,-8 18 21-15,-4 22 90 16,0 8-47-16,-12 28-35 15,-9 16-8-15,-4 10 9 16,5 0 13-16,7-2 19 0,13-5-2 16,0-11-8-16,17-8-31 15,14-10-5-15,8-10-89 16,19-8-138-16,-10-6-506 16,-6-8-976-16</inkml:trace>
  <inkml:trace contextRef="#ctx0" brushRef="#br0" timeOffset="175118.71">17311 10108 1572 0,'0'0'1034'0,"0"0"-530"0,0 0-315 0,0 0-70 16,0 0-68-16,0 0 3 15,0 0 2-15,143-22-31 16,-96 14-14-16,-2 2-11 16,-5 2-21-16,-7 2-59 15,-8 2-28-15,-8 0-77 16,-5 0-296-16,-8 0-224 0</inkml:trace>
  <inkml:trace contextRef="#ctx0" brushRef="#br0" timeOffset="175338.38">17296 10273 1846 0,'0'0'625'0,"0"0"-402"15,0 0 55-15,0 0-54 16,0 0-88-16,0 0-46 15,152 20-57-15,-101-20-33 16,2 0 0-16,-3 0-2 16,-4-2-44-16,-6 0-35 15,-5 0-99-15,-4-2-348 16,-8 0-162-16,-5 0-358 0</inkml:trace>
  <inkml:trace contextRef="#ctx0" brushRef="#br0" timeOffset="175589.03">17623 9970 1490 0,'0'0'805'0,"0"0"-320"0,0 0-196 16,0 0-136-1,0 0-111-15,0 0 1 0,0 0 23 16,-85 136 10-16,48-71-14 16,-12 8-44-16,-4 4-18 15,-1-3-29-15,0-10-80 16,12-6-44-16,11-20-231 16,20-14-344-16</inkml:trace>
  <inkml:trace contextRef="#ctx0" brushRef="#br0" timeOffset="176030.73">18338 9918 2314 0,'0'0'721'16,"0"0"-620"-16,0 0-71 15,-131 36-19-15,96 10 44 16,6 12 38-16,18 6 0 15,11 3-9-15,4-5-21 16,32-8-44-16,15-16-7 16,12-14-4-16,8-18 0 15,-1-6-8-15,-2-22-35 16,-15-18 7-16,-14-9 4 16,-24-6 6-16,-15-3 3 15,-13-3-24-15,-28 5 16 16,-12 8-38-16,-5 12-36 0,-18 22-32 15,11 8-374-15,17 6-334 16</inkml:trace>
  <inkml:trace contextRef="#ctx0" brushRef="#br0" timeOffset="177494.31">9574 11360 2191 0,'0'0'373'16,"0"0"-277"-16,0 0-26 0,0 0 60 0,-116 36-35 0,93-10 26 16,6 10-31-16,3 6-24 15,5 10 12-15,9 2-12 16,0 2-21-16,4-1-20 16,21-7-13-16,9-8-10 15,5-14-2-15,9-12-14 16,3-14-22-16,2 0-9 15,-4-26-25-15,-5-14-15 16,-10-6-11-16,-12-7 39 16,-10-3 24-16,-12 4 18 15,0 2 15-15,-9 8 64 16,-7 10 64-16,-2 12-5 16,1 10-72-16,1 10-51 0,-2 0-91 15,3 19-255-15,6 2-575 0</inkml:trace>
  <inkml:trace contextRef="#ctx0" brushRef="#br0" timeOffset="177682.53">10146 11933 1053 0,'0'0'1801'16,"0"0"-1301"-16,0 0-328 0,0 0-89 15,0 0-70 1,0 0 2-16,0 0 8 0,-78 110-23 16,47-64-12-16,-11 19-102 15,8-9-180-15,10-12-824 0</inkml:trace>
  <inkml:trace contextRef="#ctx0" brushRef="#br0" timeOffset="179442.74">16946 11560 1113 0,'0'0'1246'0,"0"0"-935"0,0 0-220 0,0 0 74 0,0 0-6 16,0 0-63 0,-38-20 7-16,45 12-64 0,7 4-30 15,-1 0 9-15,1 4-18 16,-6 0 0-16,-1 0-9 16,-3 0 9-16,-2 4 0 15,0 2-1-15,0 0 1 16,1-2 4-16,-3 0-4 15,3 0-1-15,-3-2 0 16,0 2-1-16,0-2 1 16,0-2-1-16,0 0 2 15,0 0 1-15,0 0 10 16,0 0 7-16,0 0-5 16,0 4-5-16,0 2-8 15,0 10-2-15,0 8 2 0,0 10 24 16,-8 11-9-1,-3 5 12-15,-1 2 9 0,-2 0-24 16,1-8 6-16,3-6-10 16,1-10-7-16,3-8 6 15,4-10-7-15,0-4-1 16,2-6-9-16,0 0-4 16,0 0 8-16,0 0-9 15,0 0-4-15,0 0-4 16,0-16-7-16,2-10-27 15,13-12 1 1,7-8 2-16,7-10-11 16,3-3-35-16,3 1 16 0,-4 8 65 0,-4 10 19 15,-11 10 26 1,-7 12 27-16,-9 12 24 0,0 6-13 16,-9 2-40-16,-13 22 12 15,-3 12 12-15,2 9-6 16,8 6-15-16,9 3 1 15,6-1-13-15,0-5-1 16,26-10 0-16,12-8-14 16,9-12-53-16,29-18-92 15,-14 0-435-15,-7-4-528 0</inkml:trace>
  <inkml:trace contextRef="#ctx0" brushRef="#br0" timeOffset="179677.12">17445 11700 2280 0,'0'0'821'0,"0"0"-683"0,0 0-72 16,0 0-34-16,0 0-6 15,0 0 8-15,136 0-34 16,-80 0-12-16,9-2-83 0,-17-3-245 16,-15 2-434-16</inkml:trace>
  <inkml:trace contextRef="#ctx0" brushRef="#br0" timeOffset="179834.03">17470 11871 1288 0,'0'0'1190'0,"0"0"-685"16,0 0-333-16,0 0-36 16,0 0-82-16,151-12-54 15,-99 6-9 1,17 2-111-16,-11 2-423 0,-12 0-618 0</inkml:trace>
  <inkml:trace contextRef="#ctx0" brushRef="#br0" timeOffset="180131.37">18310 11468 2218 0,'0'0'792'0,"0"0"-639"16,0 0-120-16,0 0 24 15,-132 84-8-15,130-34-10 16,2 4 13-16,29-2-7 16,16-6-28-16,8-9-4 15,5-16-13-15,-2-12-15 0,-7-9 3 16,-11-10-21-16,-14-21 17 16,-17-6 1-16,-7-10-33 15,-20-1-43-15,-47-8-207 16,5 12-269-16,-1 14-275 0</inkml:trace>
  <inkml:trace contextRef="#ctx0" brushRef="#br0" timeOffset="185929.41">1526 12489 1200 0,'0'0'679'0,"0"0"-497"0,0 0 61 0,0 0 44 15,0 0-17-15,0 0-113 16,20-45-30-16,-18 37-34 16,0 2-27-16,-2 2-7 0,0 2-30 15,0 0 8 1,0 2-16-16,0 0-6 0,0 0-8 15,0 0-7-15,0 8-20 16,0 16 2-16,0 12 18 16,0 18 11-16,0 13 4 15,2 9 8-15,0 6-2 16,1 0-21-16,-3-3 9 16,3-11-3-16,-3-8-5 15,2-14-1-15,2-14 0 16,-2-12-6-16,0-10-19 15,0-8-10-15,3-2 30 16,-1-6 4-16,0-16 1 16,4-10-6-16,-2-8 5 0,3-2-7 15,5-2 7 1,3 3-1-16,4 9-4 0,1 13 0 16,0 8-7-16,0 11 5 15,3 0 8-15,-6 21 0 16,0 9 8-16,-11 10 2 15,-8 4-2-15,0 4 4 16,-19 2-6-16,-15 0-6 16,-6-5-5-16,0-8-82 15,0-15-170-15,11-12-449 16,13-10-660-16</inkml:trace>
  <inkml:trace contextRef="#ctx0" brushRef="#br0" timeOffset="186117.52">1990 12703 2687 0,'0'0'473'0,"0"0"-407"0,0 0 32 16,66 106 14-16,-39-42-34 16,-10 15-9-16,-12 7-48 15,-5 8-21-15,-20 0-14 16,-54 21-103-16,7-25-152 15,3-22-533-15</inkml:trace>
  <inkml:trace contextRef="#ctx0" brushRef="#br1" timeOffset="200366.8">26188 13607 1380 0,'0'0'0'0,"0"0"661"0,0 0-286 15,0 0-109-15,0 0 51 16,0 0-106-16,-36 2-78 0,34-6-15 16,2 3 1-16,0-2-43 15,0 2-7-15,0 1-22 16,0-3-17-16,0 2 18 16,0-2-23-16,0-4-2 15,18-10-14-15,9-9-9 16,11-12-2-16,13-14-28 15,9-12-15-15,7-10-13 16,-2-7-22-16,-5-5 10 16,-9-2-4-1,-16 0 23-15,-10 3 26 0,-13 16 17 0,-12 10 8 16,0 21 34-16,-8 18-5 16,-13 16 4-1,-8 4-26-15,-2 30-7 16,-8 36 6-16,1 38 2 0,3 33-8 31,10-7 24-31,14-22-16 16,11-33-3-16,0-29-5 15,15 0-1-15,14-4-10 0,10-6-32 0,1-18-10 16,2-16 2 0,1-2-37-16,-3-24-30 15,-7-18 4 1,-4-8-45-16,-9-6 13 0,-5 0 73 15,-3 9 73-15,-8 15 85 16,-1 18 102-16,-3 14-86 16,0 14-69-16,0 27 23 15,-5 11 23-15,-4 4-35 16,4 2-19-16,1-8-13 16,4-10-11-16,0-14-82 15,7-15-116-15,9-11-445 16,-3 0-370-16</inkml:trace>
  <inkml:trace contextRef="#ctx0" brushRef="#br1" timeOffset="200759.56">26957 13331 1560 0,'0'0'517'0,"0"0"-245"0,0 0 61 0,-45 138-83 0,23-102-120 15,5-8-52-15,1-8-46 16,9-9-20-16,7-11-5 16,0 0 17-16,0-23-24 15,23-13-13-15,8-8-28 16,7 0-11-16,3 8-27 0,2 18 22 16,-7 18 18-16,-11 8 39 15,-12 30 54-15,-11 8 25 16,-2 2 1-16,0-5-7 15,-11-14-32-15,1-8-4 16,4-13-20-16,6-8 15 16,0-11 33-16,4-21-65 15,23-14-8-15,13-6-5 16,11 0-1-16,7 6 13 16,-2 14 0-16,-7 15-5 15,-8 17 6-15,-12 11 1 0,-14 25 18 16,-11 12-8-16,-4 6-11 15,0 14-12-15,-9-14-135 16,1-14-640-16</inkml:trace>
  <inkml:trace contextRef="#ctx0" brushRef="#br1" timeOffset="201434.3">27683 13389 2492 0,'0'0'506'0,"0"0"-442"0,0 0 26 0,0 0-67 15,125-98-14-15,-71 46 0 16,-6-5-8-16,-7-1-2 16,-15 0-8-16,-14 0 9 15,-12 4 6-15,0 5 15 16,-12 12 52-16,-5 12 21 16,-2 18-47-16,6 7-34 15,2 22-13-15,9 25-5 16,2 22 4-16,0 27-6 15,16 34 7-15,-6 23 6 0,-7 3-5 16,-3-29 9-16,-5-37-9 16,-10-34 0-16,-3-6 7 15,-5 2-7-15,-10 0 5 16,-7-2 0-16,-7-15-6 16,1-19 0-16,4-16 0 15,15-11 0-15,23-29-1 16,4-18-5-16,39-6 4 15,22-8-11-15,10 6-29 16,7 2-12-16,-3 7-78 16,17-11-215-16,-23 14-297 15,-16 8-545-15</inkml:trace>
  <inkml:trace contextRef="#ctx0" brushRef="#br1" timeOffset="201653.37">28396 12232 2693 0,'0'0'537'0,"0"0"-460"0,0 0-59 0,0 0 26 16,-83 148-24-16,46-39-10 15,-1-3-10-15,-2 20-63 16,9-36-393-16,15-32-836 0</inkml:trace>
  <inkml:trace contextRef="#ctx0" brushRef="#br1" timeOffset="201921.3">28446 12759 2367 0,'0'0'549'16,"0"0"-468"-16,0 0 4 15,-110 167 1-15,87-93-37 16,11 6 20-16,12-4-17 15,0-3-32-15,33-11-20 16,11-12-20-16,37-14-90 16,-13-14-261-16,-7-14-482 0</inkml:trace>
  <inkml:trace contextRef="#ctx0" brushRef="#br1" timeOffset="202267.84">28625 13128 2205 0,'0'0'673'15,"0"0"-535"-15,0 0-103 16,0 0-24-16,0 0-5 16,0 0 0-16,0 0-5 15,79 90 6-15,-79-37 8 16,-9 1 21-16,-16-2-10 16,3-10-5-16,5-10 0 15,5-14-9-15,12-16-6 0,0-2 9 16,9-28-15-16,15-20-78 15,3-13-58-15,-2-2-45 16,-5 0 27 0,-7 15 129-16,-9 18 25 0,-4 24 255 15,0 6-113-15,-8 29-36 16,-3 12-19-16,6 8-21 16,5-3-11-16,9-4-40 15,20-10-15-15,13-10-18 16,5-12-122-16,11-10-339 0,-13-12-237 15,-14-10-770-15</inkml:trace>
  <inkml:trace contextRef="#ctx0" brushRef="#br1" timeOffset="202439.89">29040 12876 697 0,'0'0'1434'0,"0"0"-736"16,0 0-429-16,134-67-107 15,-101 69-84-15,-11 34-21 16,-11 18 19-16,-11 31-4 15,-35 29-37-15,-38 26-35 16,-8-9-30-16,-8-9-132 16,24-44-290-16,25-34-317 0</inkml:trace>
  <inkml:trace contextRef="#ctx0" brushRef="#br1" timeOffset="203274.28">26351 14083 1620 0,'0'0'641'0,"0"0"-282"0,0 0-14 0,0 0-141 16,0 0-113-16,0 0-34 16,0 0-23-16,47-39-33 15,-27 64 0-15,-5 13 13 16,-8 10-8-16,-7 6 33 16,0 4-17-16,-7-4-5 15,-8-7-1-15,1-14-14 16,3-11 7-16,7-9-5 0,4-13-4 15,0 0 0-15,0-27-21 16,13-9-42-16,5-12 16 16,-1-2-15-16,-3 2-7 15,-3 12 25-15,-7 18 44 16,-4 18 6-16,0 4 0 16,0 26 27-16,-4 12 11 15,2 0-25-15,2 0-4 16,0-7-4-16,20-12-11 15,11-9-61-15,23-14-146 16,-8-1-531-16,-8-17-1105 0</inkml:trace>
  <inkml:trace contextRef="#ctx0" brushRef="#br1" timeOffset="203431.23">26543 14163 2078 0,'0'0'964'0,"0"0"-748"16,0 0-107-16,0 0-58 15,0 0-29-15,0 0-4 16,164-2-18-16,-99 6 0 16,-1 2-94-16,10 2-198 15,-20-2-388-15,-16-4-368 0</inkml:trace>
  <inkml:trace contextRef="#ctx0" brushRef="#br1" timeOffset="203619.12">27046 13979 2027 0,'0'0'575'0,"0"0"-491"16,0 0-49-16,0 0-23 15,0 0 49-15,72 110 48 16,-72-54-52-16,-18 8-30 16,-14 2-15-16,-1-9-12 15,0-6 0-15,8-15-33 0,23-23-76 16,2-9-168-1,6-4-390-15</inkml:trace>
  <inkml:trace contextRef="#ctx0" brushRef="#br1" timeOffset="203838.56">27249 14111 332 0,'0'0'2127'16,"0"0"-1659"-16,0 0-346 15,-45 122 12-15,45-90-32 16,12-12-34-16,27-8 0 15,11-12-32-15,3-4-21 16,-4-22-15-16,-13-8-17 0,-18-4 5 16,-18-2-3-16,-6 0-30 15,-29 2 3-15,-9 8-103 16,-12 17-239-16,12 9 9 16,13 4-264-16</inkml:trace>
  <inkml:trace contextRef="#ctx0" brushRef="#br1" timeOffset="204403.68">30045 13082 1815 0,'0'0'969'0,"0"0"-691"0,0 0-38 0,0 0-38 0,0 0-87 15,0 0-58-15,0 0-24 16,169 0-33-16,-98 0-61 15,1 0-124-15,-21 4-279 16,-22 6-540-16</inkml:trace>
  <inkml:trace contextRef="#ctx0" brushRef="#br1" timeOffset="204513.04">29929 13327 1958 0,'0'0'918'15,"0"0"-727"-15,0 0 22 0,134-16-110 16,-47-2-103-16,44-13 0 15,-19 8-199-15,-33 5-632 0</inkml:trace>
  <inkml:trace contextRef="#ctx0" brushRef="#br1" timeOffset="204966.3">30818 13190 2234 0,'0'0'228'0,"0"0"-132"16,0 0 118-16,0 0 5 0,0 0-138 15,67-122-52 1,-38 88-29-16,-4 0-10 0,-10 0 8 16,-9-2-7-1,-6 0 9-15,0 1 20 0,0 5 53 16,-2 10 56-16,-2 12-8 15,2 8-86-15,2 13-35 16,0 28-24-16,6 18 23 16,8 15 1-16,-1 12 1 15,-6 6-1-15,-5 3 0 16,-2-1 0-16,-7-6 1 16,-15-8 7-16,-6-10-7 0,-9-16 3 15,2-14-3 1,-3-11-1-16,7-18 0 0,6-11 12 15,17-1 15-15,8-34-13 16,15-6-8-16,28-12-6 16,13-3-47-16,6 0-37 15,20-12-53-15,-14 16-190 16,-12 6-401-16</inkml:trace>
  <inkml:trace contextRef="#ctx0" brushRef="#br1" timeOffset="205122.73">31371 12403 2798 0,'0'0'516'0,"0"0"-471"0,0 0-6 0,0 0-9 0,-128 163-29 15,86-80-1-15,-2 37-130 16,9-17-483-16,16-29-980 0</inkml:trace>
  <inkml:trace contextRef="#ctx0" brushRef="#br1" timeOffset="205388.49">31533 12719 2597 0,'0'0'565'16,"0"0"-528"-16,0 0-22 16,0 0 29-16,-122 142-7 15,91-66-10-15,6 5-12 16,14-1-15-16,9-7-40 15,13 0-58-15,20-19-174 16,5-19-432-16</inkml:trace>
  <inkml:trace contextRef="#ctx0" brushRef="#br1" timeOffset="205624.48">31702 12956 2728 0,'0'0'332'16,"0"0"-244"-16,0 0 14 15,-133 102-40 1,118-50-21-16,15 0 6 16,8 0-22-16,32-5-16 15,18-11-9-15,7-12-46 0,4-16-30 16,-7-8-25-16,-13-4-32 0,-17-27 19 16,-19-6 66-16,-13-6 26 15,-13 0-11-15,-25 0-27 16,-24-1-59-16,10 10-252 15,10 8-1172-15</inkml:trace>
  <inkml:trace contextRef="#ctx0" brushRef="#br1" timeOffset="205812.72">32273 12639 1746 0,'0'0'1216'0,"0"0"-867"16,0 0-222-1,0 0-96-15,0 0-17 0,96 176 1 16,-146-59 2 0,-4-3-17-16,-9-10-101 0,-28 15-141 15,23-43-560-15,6-8-831 16</inkml:trace>
  <inkml:trace contextRef="#ctx0" brushRef="#br1" timeOffset="207008.31">29736 14079 1879 0,'0'0'623'0,"0"0"-444"0,0 0 98 0,0 0-88 15,-16-117-83 1,16 94-53-16,13 2-31 15,11 7-1-15,3 6-14 16,7 8-6-16,1 0 0 16,-2 26-1-16,-6 10 0 15,-9 14 0-15,-11 11 6 16,-7 1 9-16,0 0-15 16,-13 2 0-16,-12-12-1 0,-2-2-9 15,-12 5-83 1,5-19-254-16,3-10-476 0</inkml:trace>
  <inkml:trace contextRef="#ctx0" brushRef="#br1" timeOffset="207195.68">29633 14752 1382 0,'0'0'394'0,"0"0"-134"0,0 0-16 16,0 0-43-16,0 0-6 16,0 0-46-16,0 0-73 15,97 5-76-15,-97-19-4 16,0 3-241-16,-10 5-761 0</inkml:trace>
  <inkml:trace contextRef="#ctx0" brushRef="#br1" timeOffset="-212653.68">5692 5518 548 0,'0'0'49'0,"0"0"518"0,0 0 155 0,0 0-473 0,0 0-77 16,0 0-85-16,11-24-45 15,-11 18 54-15,-4 2-35 16,2-2-37-16,2 0-20 16,0 0-4-16,0 0-87 15,0 2-148-15,0 2-80 16,0 2-204-16,0 0 4 16,0-2 206-16,0-4 156 0,0-4-1 15</inkml:trace>
  <inkml:trace contextRef="#ctx0" brushRef="#br1" timeOffset="-210506.91">5842 5526 527 0,'0'0'89'0,"0"0"-79"0,0 0 970 0,0 0-750 16,0 0-159-16,0 0-20 15,0 0 22-15,-27-14 127 16,20 12-6-16,0 0-39 15,1 0 13-15,-3 0-11 16,2 0-69-16,-4 0-31 16,0 2-8-16,-3 0-20 15,-1 0-28-15,-1 0 1 16,-1 0 5-16,-2 0-5 16,4 0-2-16,-3 0 6 15,3 0 15-15,-3 0 1 16,0 0-8-16,-2 2 2 15,-3-2-2-15,-1 0-13 0,-2 4-1 16,-3 0 0 0,-2 2 1-16,-1 2 0 0,1 0-1 15,0 2 0-15,0 0 0 16,4-2 1-16,0 0 0 16,2-3-1-16,1 0 0 15,1-1 0 1,2 2 0-16,-4-2 0 0,2 3 0 15,2-2 1-15,-4 4-1 16,0-4 0 0,-1 4 1-16,1-4-2 15,0 2-3-15,1-4 4 0,0 4 6 0,1 1-6 16,1-2 0-16,2-1-5 16,2 2 5-16,1-1 0 15,-2 2 0-15,-1 0-1 16,1-1 1-16,-4 2 0 15,0 1 0-15,2-2 0 16,1 0 0-16,-1 0-6 16,6-2 7-16,1-2-1 15,1 2 0-15,2-2-4 16,0 0 3-16,0 2-4 16,-3-2 5-16,1 2 3 0,-3 0-3 15,1 4 0-15,-3 0-1 16,-2-2 1-16,2 2 0 15,3-2 0-15,-3-2 7 16,2 0-7-16,3-2-6 16,0 0 6-16,-4 2-1 15,5 2 1-15,-5 0 0 16,2 2 0-16,1 2-2 16,-1 1 2-16,-1-2 0 15,1 1 0-15,1 1-1 16,1 1 1-16,3-1 1 15,-2 1 5-15,3 4 0 16,3 0-6-16,-2 3 0 0,6 1 0 16,0 2 1-16,2 2-1 15,0 4 10-15,0 2-8 16,0 2-2-16,0 0 15 16,0 0-14-16,0 0 17 15,0-2-8-15,6-2 4 16,4-2-4-16,1-2 1 15,5 1-10-15,-1-3 14 16,3 2-14-16,2 0 1 16,2-2-1-16,1 2 7 15,1-2-8-15,2-2 2 16,6-2 7-16,0 0-3 16,1 0-6-16,2-2 7 0,-1 0-6 15,-1-2-1-15,-2 1 2 16,0-3-2-16,3 0 0 15,-1-4 2 1,7-1-1-16,1-2 7 0,3-3-7 16,1-2 6-16,-3-2-7 15,-2 0-5-15,-5 0 5 16,-4 1 1-16,2 2 1 16,-2 1-1-16,0 0-1 15,2 0-1-15,1 2 1 16,3-2 0-16,1 0 1 15,2 0-1-15,-2-2 0 16,2-2 0 0,-2 0 0-16,-1 0 6 0,2 0-6 0,-1 0-5 15,-3 0 5-15,-1-8 8 16,-1-1 4-16,-2 2-12 16,0-4 1-16,-4 4 0 31,0-4 5-31,-2 1 5 0,2-2 1 15,2-2-3-15,2-4-8 0,2-1 10 16,1-4-10-16,1 3-1 16,-4-2 1-16,-4 4 0 15,-2 0 1-15,-6 4-2 16,-1 2 1-16,-3 0-1 0,2 0 0 16,-4 0 1-16,0-2 6 31,3-2-6-31,0 0-1 0,-1-2 0 0,1-2 0 15,-5 4 1-15,-1-1 7 16,0 2-8-16,-4 1-6 16,-1 2 6-16,-1-2 0 15,-2 0 1-15,4-3-1 16,-4 1 10-16,0-2-10 16,0-2 1-16,0-3-1 15,0 0 1-15,0-1 6 0,-2 0-6 16,0 2 0-16,3 0 4 15,-3 4-5-15,0 2 0 16,2 2 0-16,-2 4 0 16,0 0 6-1,0 2-5-15,0-2 20 0,2-1-3 16,0 0-18-16,-2-5 13 16,2-1-7-16,3-2-6 15,-2 0 1 1,-1-1 0-16,-2 2 5 0,0 2-5 15,0 2 0-15,0 2 17 16,0 0-8-16,0 0-10 0,0-2 17 16,-8-2-5-16,2 0-5 15,-1-4 2-15,-1-2-9 16,-2-2-1-16,2-2 1 16,-3-2 1-16,-7-2 5 15,-3-3-6-15,-3 1 1 16,-5 2 12-16,-2 2-11 15,-2 2-1-15,-4 6 0 16,4 4-1-16,-5 4 0 16,3 6 0-16,-5 4-8 15,-1 2 8-15,-3 0-24 16,-3 16-13 0,3 8-17-16,-14 25-69 0,14-7-145 0,5-6-522 15</inkml:trace>
  <inkml:trace contextRef="#ctx0" brushRef="#br1" timeOffset="-209736.74">4018 6852 1077 0,'0'0'525'0,"0"0"-381"0,0 0-91 0,0 0-39 0,0 0-13 16,0 0 5-16,0 0 0 15,0-23-6-15,0 16 0 16,0-1-25-16,6 1-29 15,-2 3-57-15,-2 4-18 16,-2 0-216-16</inkml:trace>
  <inkml:trace contextRef="#ctx0" brushRef="#br1" timeOffset="-208763.69">4018 6852 674 0,'61'-74'676'0,"-50"60"-359"16,4-3-42-16,-3-1 10 15,-3 6-2-15,-7 0 52 16,-2 6-94-16,-6 4-67 15,-21 2-88-15,-17 0-62 16,-12 27-23-16,-11 9 7 16,-3 10-2-16,6 4 1 15,13-4-1-15,17-6-6 16,17-14 0-16,17-10-7 16,0-12-15-16,29-4 13 15,19-12 9-15,10-18-17 0,7-10-35 16,-3-2-15-16,-8 0-7 15,-15 8 29-15,-14 10 20 16,-11 7 25-16,-12 12 0 16,-2 5 30-16,0 0-1 15,0 15-29-15,-4 17 9 16,-1 8 15-16,0 11 5 16,5 5-10-16,0 4 4 15,0 0-14-15,0-6 4 16,0-5-1-16,0-9-4 15,-10-12 2-15,-7-10 7 16,-2-8-2-16,-4-10 10 16,3 0 0-16,5-24 8 0,6-17-13 15,9-7-20 1,0-8-3-16,24 2-41 0,15 4-4 16,7 4-11-16,6 6-25 15,6 2-21-15,-2 5-58 16,-6 1-16-16,-5 3 52 15,-11-1 72-15,-11 1 31 16,-7 5 24-16,-11 4 43 16,-5 8 170-16,0 8 21 15,-15 4-97-15,-10 10-71 16,-4 22-42-16,0 15-1 16,6 8 16-16,10 3-19 0,11 1 0 15,2-9-20-15,20-10-5 16,13-12-32-16,10-10-2 15,1-10-27-15,1-8-84 16,-5 0-171-16,-11-12-45 16,-9-12-193-16,-15-6-115 15,-5-6-6-15,0-2 680 16,-7 0 640-16,0 2-28 16,2 7-88-16,5 11-192 15,0 8-75-15,3 10-123 16,13 0-101-16,1 9-25 0,3 17 7 15,-4 7 6 1,-5 8-2-16,-4 3-7 0,-7-2-6 16,0-4-5-1,0-8-1-15,0-13 6 0,0-12-3 16,0-5 29-16,0-14 11 16,0-22-43-16,4-12-76 15,6-4-12-15,-4 3-10 16,-2 12 97-16,-2 15 1 15,-2 18 136-15,0 4-136 16,0 22 1-16,3 14 24 16,5 2 15-16,13-2-4 15,6-8-21-15,8-10-15 0,7-12-46 16,16-10-175 0,-9-20-264-16,-11-6-584 0</inkml:trace>
  <inkml:trace contextRef="#ctx0" brushRef="#br1" timeOffset="-208638.71">4968 6631 2628 0,'0'0'608'0,"0"0"-518"0,0 0-77 15,0 0-5-15,118 162-8 16,-116-41-2-16,-10 19-63 16,-24-17-406-16,-7-33-959 0</inkml:trace>
  <inkml:trace contextRef="#ctx0" brushRef="#br0" timeOffset="-199783.92">2767 13194 1472 0,'0'0'120'0,"0"0"22"15,0 0 511-15,0 0-464 0,0 0-18 16,0 0 20-16,6 2-67 0,-3-2-47 15,-3 0 5-15,0 0-4 16,2 0 10-16,-2 0-13 16,0 0-18-16,0 0-24 15,0 0-1-15,0 0-13 16,0 0-10-16,0 0-8 16,0 0-1-16,0 0-12 15,0 0-5-15,0 0-4 16,2 0 9-16,2 2 12 15,6 0 0-15,-2-2-19 16,5 0 18-16,3-2-17 16,-3-10-10-16,-3-2-4 0,-6 0 14 15,-4 4 18-15,0 4-9 16,-8 4-23-16,-11 2-50 16,5 18-143-16,4 0-489 0</inkml:trace>
  <inkml:trace contextRef="#ctx0" brushRef="#br0" timeOffset="-199061.91">3259 13291 2419 0,'0'0'296'0,"0"0"-184"0,0 0 121 15,0 0-101-15,0 0-84 16,0 0-38-16,132-129-10 16,-81 79-12-16,-2-2-27 15,-9 0 7-15,-6-2 7 16,-13 1 2-16,-7 6 23 16,-10 4 0-16,-1 10 22 15,-3 8 21-15,0 11-8 0,0 10-16 16,0 4-19-16,0 12-7 15,0 22-7-15,0 14 14 16,0 14-4-16,8 11 4 16,2 7 7-16,-2 4 7 15,-5 0-8-15,-3 1 1 16,0-7 5-16,0-10-11 16,-9-14 0-16,-7-12 5 15,-1-12-5-15,-4-13 18 16,1-12 30-16,5-5-5 15,6-4 13-15,9-24-29 16,0-10-11-16,11-6-17 0,22-6-15 16,7 4-21-16,22-8-45 15,-8 14-144-15,-9 6-623 16</inkml:trace>
  <inkml:trace contextRef="#ctx0" brushRef="#br0" timeOffset="-198858.1">3947 12468 22 0,'0'0'2790'0,"0"0"-2408"0,0 0-265 0,0 0-67 16,0 0-29-16,-50 107 33 15,29-31-10-15,-1 12-44 16,-5 32-45-16,8-23-220 15,5-21-752-15</inkml:trace>
  <inkml:trace contextRef="#ctx0" brushRef="#br0" timeOffset="-198341.9">4217 12651 2390 0,'0'0'613'0,"0"0"-444"0,0 0-35 0,0 0-28 15,0 0-43-15,0 0-60 16,0 0 15-16,-35 58-15 16,12 4 40-16,1 10 8 15,0 3-25-15,6-3-19 0,7-4 0 16,9-10-7-1,0-6-48-15,38-8-75 0,4-13-88 16,1-16-495-16</inkml:trace>
  <inkml:trace contextRef="#ctx0" brushRef="#br0" timeOffset="-198028.4">4545 12894 2342 0,'0'0'677'0,"0"0"-559"16,0 0-43-16,0 0-7 16,0 0-32-16,0 0 8 0,-116 90 9 15,116-38-13-15,0 0-8 16,27-8-22-16,6-8 4 16,9-11-5-16,3-15-9 15,-3-10-10-15,-4 0-16 16,-11-23-16-16,-11-9 15 15,-12-4 6-15,-4-2 11 16,-7 2-8-16,-15 8-54 16,-5 12-12-16,0 8-16 15,3 8-187-15,9 0-351 16,8 0-704-16</inkml:trace>
  <inkml:trace contextRef="#ctx0" brushRef="#br0" timeOffset="-197871.29">4795 12689 1405 0,'0'0'1452'0,"0"0"-1111"16,0 0-231-16,115 2-72 15,-81 38 13-15,-8 20 2 16,-10 31 16-16,-16 29-38 16,-11-6-29-16,-18-9-4 15,-9-15-70-15,4-10-80 16,5-12-115-16,10-12-515 0</inkml:trace>
  <inkml:trace contextRef="#ctx0" brushRef="#br0" timeOffset="-197448.34">5543 12940 1681 0,'0'0'1176'0,"0"0"-809"0,0 0-147 0,0 0-88 0,0 0-63 15,0 0-35-15,0 0-16 16,100 0-3-16,-33 0-4 15,7 0-11-15,-1 0 0 16,-9 0-78-16,-3 0-114 16,-18 4-288-16,-22 2-771 0</inkml:trace>
  <inkml:trace contextRef="#ctx0" brushRef="#br0" timeOffset="-197275.81">5578 13104 2424 0,'0'0'694'0,"0"0"-551"15,0 0-42-15,0 0-44 0,0 0-31 0,132-22-26 16,-67 22-3-16,6 0-42 16,25 0-124-16,-21 0-475 15,-9 0-1150-15</inkml:trace>
  <inkml:trace contextRef="#ctx0" brushRef="#br0" timeOffset="-196923.91">6397 12723 2417 0,'0'0'722'0,"0"0"-585"16,0 0-136-16,0 0 5 15,0 0 14-15,-117 118 41 16,111-55-9-16,6 3-38 16,25-8-4-16,23-8 7 15,21-14 8-15,18-18-3 16,7-16-22-16,1-2-26 0,-10-26-16 15,-16-10-7 1,-24-10 29-16,-32-2 11 16,-13 0 8-16,-44 1-93 0,-70 15-77 15,8 13-180-15,5 12-543 16</inkml:trace>
  <inkml:trace contextRef="#ctx0" brushRef="#br0" timeOffset="-195356.84">2665 14825 1906 0,'0'0'239'0,"0"0"-186"0,0 0 85 0,0 0 0 16,0 0-31-16,0 0 36 0,0 0-9 15,-6 26-55-15,43-52-49 16,-2-6-12-16,-3 5-4 16,-15 1 51-16,-8 8 40 15,-9 8-37-15,-3 10-33 16,-18 0-35-16,-17 20-65 15,7 9-294 1,4-7-976-16</inkml:trace>
  <inkml:trace contextRef="#ctx0" brushRef="#br0" timeOffset="-194589.08">3299 14989 2116 0,'0'0'272'16,"0"0"-203"-16,0 0-30 0,98-138-3 0,-51 70-8 0,5-11 0 15,-2-5-13-15,0-2-7 16,-6-8 18-16,-11 1 40 16,-10 7 82-16,-15 8-24 15,-5 14-69-15,-3 18-7 16,0 20 24-16,-13 18 10 15,-8 8-47-15,-6 36-35 16,-6 36 0-16,2 34 9 16,4 0 15-16,10-6-5 15,10-13 3-15,7-23-5 16,0 2-16-16,11-2 7 16,16-14-7-16,8-15-1 15,5-19-9-15,3-16-15 0,1 0-19 16,-4-30-41-16,-1-11-54 15,-10-11-105-15,-8-2 77 16,-5 4 99-16,-9 6 67 16,-5 18 9-16,-2 22 157 15,0 4-146-15,0 30-5 16,-9 14 62-16,1 6 5 16,3 0-37-16,2-3-21 15,3-14-24-15,0-8-8 16,10-25-189-16,3 0-137 15,3-8-638-15</inkml:trace>
  <inkml:trace contextRef="#ctx0" brushRef="#br0" timeOffset="-194228.84">4139 14610 1510 0,'0'0'529'0,"0"0"-244"0,-9 120-15 0,-6-74-3 16,-3-10-123-16,5-9-32 15,1-14-46-15,6-10-23 16,4-3-1-16,2-14-4 16,0-20-38-16,18-11-37 15,13-5-8-15,9-2-15 0,4 10-36 16,1 16-81-16,-7 16 101 16,-9 10 76-1,-16 28 20-15,-11 14 69 0,-2 6 0 16,-9-4 17-16,-8-8-28 15,1-14-32-15,7-13-25 16,7-9 14-16,2-18-5 16,9-17-30-16,20-3-36 15,4-2 15-15,5 6 10 16,-3 14 11-16,-4 12 0 16,-6 8-17-16,-5 14 16 15,-4 22 1-15,-7 4-1 16,2 14-5-16,-5-9-174 0,6-15-647 15</inkml:trace>
  <inkml:trace contextRef="#ctx0" brushRef="#br0" timeOffset="-193691.96">4739 14650 217 0,'0'0'2409'0,"0"0"-1885"0,0 0-426 0,0 0-64 0,0 0-33 16,0 0 11-16,158-132-6 15,-111 90-6-15,-7-7-21 16,-7 4-17-16,-12 0 10 16,-11 5 17-16,-10 4 2 15,0 14 8-15,-10 10 1 16,-9 12 8-16,-1 16-8 16,3 28-3-16,7 16 3 15,8 12 10-15,2 11-8 16,7 19 13-16,13 24-3 15,0-15 9-15,-7-11-9 16,-9-20-11-16,-4-22 6 0,0-1-5 31,-4-3-1-31,-15-17 6 16,-6-12-5-16,-6-19-2 0,0-6 0 0,6-18 6 16,14-22 10-16,11-19-2 15,7-7-14-15,32-6-1 16,13 2-62-16,10 6-53 15,28-7-120-15,-15 21-220 16,-11 4-335-16</inkml:trace>
  <inkml:trace contextRef="#ctx0" brushRef="#br0" timeOffset="-193540.3">5394 14177 2067 0,'0'0'773'16,"0"0"-513"-16,0 0-167 15,0 0-75-15,-132 112 15 16,103-37 27-16,7 6-23 16,15 0-19-16,7-5-18 15,13-10-36-15,47-12-45 16,-4-15-220-16,-4-17-501 0</inkml:trace>
  <inkml:trace contextRef="#ctx0" brushRef="#br0" timeOffset="-193336.82">5572 14454 2343 0,'0'0'314'0,"0"0"-246"16,0 0-21-16,0 0 100 16,0 0-34-16,-94 120-24 15,94-84-53-15,7 4-22 16,18-8-5-16,4 0-9 15,6-3-61-15,15-6-220 16,-8-9-300-16,-7-5-630 0</inkml:trace>
  <inkml:trace contextRef="#ctx0" brushRef="#br0" timeOffset="-192832.64">5697 14400 2131 0,'0'0'804'0,"0"0"-611"16,0 0-101-16,0 0-32 15,0 0-47-15,0 0-13 16,0 0-6 0,15 41 6-1,-10-10-1-15,-3 1-11 16,-2-2 12-16,0-4 6 16,0-6-5-16,0-2 6 15,-2-6-7-15,0-6-1 16,2-2 1-16,-3-2 0 15,3 0 5-15,-2 0-4 16,-1 0-1-16,-1 2 23 16,2 0 21-16,-2 2-12 0,-1 2-8 15,1-2-6-15,2 6-18 16,0-4 3-16,-1 6-3 16,3 0 0-16,-3 2 1 15,3 0 2-15,-2 0-3 16,0-6-1-16,2-2 0 15,0-8-42-15,0 0-62 16,0 0-163-16,4-12-468 0</inkml:trace>
  <inkml:trace contextRef="#ctx0" brushRef="#br0" timeOffset="-192206.17">5418 14490 1886 0,'0'0'732'0,"0"0"-398"0,0 0-75 0,0 0-148 0,0 0-62 16,0 0-10-16,0 0-31 0,131-64-8 16,-97 92-2-16,-5 12 1 15,-9 10 1-15,-9 6 0 16,-7 2 7-16,-4 0 6 16,0-4-5-16,0-13-7 15,0-13 8-15,0-10-8 16,-2-14 0-16,2-4 0 15,0-14-1-15,0-22-25 16,12-14-28-16,3-13-30 16,3-7-34-16,-1-2-76 15,2 10 15-15,-6 9 178 16,-6 26 121-16,-7 21 57 16,0 6-114-16,-10 29-40 15,-5 16 8-15,6 7 28 16,9-4 13-16,0-2-30 15,31-6-20-15,12-12-23 0,5-8-21 16,26-16-84-16,-13-4-135 16,-13 0-558-16</inkml:trace>
  <inkml:trace contextRef="#ctx0" brushRef="#br0" timeOffset="-192034.26">6233 14239 2335 0,'0'0'540'16,"0"0"-482"-16,0 0-25 16,0 0-5-16,63 138-1 15,-63-56-7-15,-5 5-20 16,-53 39-33-16,3-26-454 16,-1-21-674-16</inkml:trace>
  <inkml:trace contextRef="#ctx0" brushRef="#br0" timeOffset="-191452.45">5296 13776 1805 0,'0'0'1047'0,"0"0"-733"0,0 0-156 0,0 0-60 0,0 0-36 15,0 0-32-15,0 0-30 16,-9 14-20-16,-16 68 11 16,-12 43-108-16,3-15-182 15,5-14-670-15</inkml:trace>
  <inkml:trace contextRef="#ctx0" brushRef="#br0" timeOffset="-190605.59">3245 15240 2250 0,'0'0'605'0,"0"0"-458"0,0 0-38 0,0 0-40 15,0 0-39-15,0 0-5 16,0 0-17 0,106-31-1-16,-84 72 8 15,-7 11 23-15,-8 6 11 0,-7 0-3 16,0-4-25-16,0-6-6 16,-7-16-13-16,1-5 6 15,2-19-8-15,1-8-23 16,3 0 11-16,0-22-24 15,0-17-77-15,0-7 17 0,9-10-18 16,0 0-88-16,-1 8 51 16,-2 12 151-16,-4 14 99 15,-2 22 94-15,0 0-141 16,-8 28 14-16,-7 10 15 16,7 2-29-16,5-4-5 15,3-4-22-15,9-10-10 16,24-8-15-16,9-10-21 15,28-4-135-15,-10-4-319 16,-11-10-282-16</inkml:trace>
  <inkml:trace contextRef="#ctx0" brushRef="#br0" timeOffset="-190433.73">3578 15328 2206 0,'0'0'761'15,"0"0"-553"-15,0 0-35 0,0 0-81 16,0 0-70-16,0 0-13 15,0 0-9-15,162-4-71 16,-106 4-54-16,16 0-226 16,-17 0-338-16,-12 0-583 0</inkml:trace>
  <inkml:trace contextRef="#ctx0" brushRef="#br0" timeOffset="-190230.59">3999 15165 1694 0,'0'0'932'0,"0"0"-593"16,0 0-245-16,0 0-88 0,0 0-6 16,0 0-1-1,0 0 1-15,58 147 10 0,-58-89 4 16,0 2-5-16,-10-4-3 16,-7-4-5-16,-1-11-1 15,5-22-116-15,7-6-244 16,6-13-518-16</inkml:trace>
  <inkml:trace contextRef="#ctx0" brushRef="#br0" timeOffset="-190027.46">4203 15306 2371 0,'0'0'258'0,"0"0"-199"0,0 0 82 15,0 112 10-15,10-82-45 16,15-2-47-16,10-10-32 15,9-12-14-15,6-6-10 16,3-6-3-16,-4-24-1 16,-9-8 0-16,-18-6 1 15,-20 0 1-15,-2 0-1 16,-24 8-52-16,-16 4-61 16,-20 24-67-16,11 3-88 15,4 5-367-15</inkml:trace>
  <inkml:trace contextRef="#ctx0" brushRef="#br0" timeOffset="-189339.57">6737 14490 1998 0,'0'0'1054'0,"0"0"-808"0,0 0-175 0,0 0-50 0,0 0-12 16,152-35-9-1,-94 28 0-15,-3 3-76 0,-10 4-165 16,-18 0-489-16,-18 6-598 16</inkml:trace>
  <inkml:trace contextRef="#ctx0" brushRef="#br0" timeOffset="-189198.94">6788 14614 1295 0,'0'0'1506'15,"0"0"-1192"-15,0 0-176 16,0 0-53-16,141-14-58 15,-63 6-27-15,42-8-40 16,-17 4-274-16,-16 2-1058 0</inkml:trace>
  <inkml:trace contextRef="#ctx0" brushRef="#br0" timeOffset="-188588.88">7390 14905 2292 0,'0'0'849'0,"0"0"-672"0,0 0-134 16,0 0-31-16,131-135-11 15,-75 73-1-15,4-10-10 16,1-6-41-16,-3-4-10 16,-5-3 5-16,-9-3-5 15,-10 4 26-15,-14 8 23 16,-11 13 12-16,-9 22 68 15,0 23 34-15,-7 18-39 16,-17 31-63-16,-8 48 0 16,-5 37 26-16,1 32 0 15,7-13 1-15,15-29-3 0,12-38-17 16,2-28-7-16,9-5-6 16,18-3-17-1,8-14 2 1,10-18-12-16,7 0-31 0,-4-36-47 0,2-13-133 15,-8-11-47-15,-7-2 58 16,-8 2 122-16,-9 10 111 16,-9 15 6-16,-9 22 216 15,0 13-36-15,-4 18-142 16,-15 26 57-16,0 10-19 0,1 4-37 16,3-2-16-1,5-10-29-15,10-11-45 16,0-21-167-16,18-14-153 0,3 0-491 15</inkml:trace>
  <inkml:trace contextRef="#ctx0" brushRef="#br0" timeOffset="-188226.75">8319 14495 403 0,'0'0'1554'0,"0"0"-1216"0,0 0-166 0,-36 145-1 0,16-91 89 0,3-5-78 16,3-12-80-16,5-10-69 15,7-18-18-15,2-9 8 16,0 0 4-16,18-27-27 16,10-14-39-16,11-9-42 15,1 2 0-15,4-2-63 16,-1 10 4-16,-8 16 53 16,-6 22 68-16,-13 2 19 15,-13 36 101-15,-3 8 47 16,-10 6-13-16,-7-6-33 31,3-12-29-31,7-15-41 0,7-17-16 0,7 0 21 16,24-27-37-16,16-11-10 0,9-4-41 15,3 2 23 1,5 4 26-16,-5 6-4 0,-7 14-22 16,-13 16-20-16,-23 26-23 15,-13 18-81-15,-3 8-435 0</inkml:trace>
  <inkml:trace contextRef="#ctx0" brushRef="#br0" timeOffset="-187756.07">7481 15364 2328 0,'0'0'697'0,"0"0"-524"0,0 0-72 0,0 0-54 0,90-116-26 15,-51 95 6-15,3 16-6 16,-5 5-21-16,-8 8-1 15,-14 28-11-15,-13 14 12 16,-2 8 19-16,-8 4 8 0,-13 0-8 16,2-8-4-16,5-13-7 15,5-14-8 1,7-10 0-16,2-17-1 0,2 0-8 16,21-32 3-16,3-12-23 15,0-13-26-15,-1-7-14 16,-4 6-12-16,-8 4 0 15,-9 20 81-15,-4 20 18 16,0 14 15-16,-11 12-33 16,-9 24 6-16,7 10 6 31,6-6 12-31,7 0-3 16,0-6-12-16,27-10-9 15,26-16-64-15,-4-8-200 0,-7 0-469 16</inkml:trace>
  <inkml:trace contextRef="#ctx0" brushRef="#br0" timeOffset="-187615.37">7822 15304 2119 0,'0'0'947'0,"0"0"-715"16,0 0-157-16,0 0-63 15,127-28-11-15,-60 24-1 16,5 4-20-16,-1 0-90 15,0 4-235-15,-18 4-335 16,-17 2-453-16</inkml:trace>
  <inkml:trace contextRef="#ctx0" brushRef="#br0" timeOffset="-187412.15">8302 15151 1793 0,'0'0'852'0,"0"0"-571"16,0 0-191-16,0 0-69 15,0 0-21-15,122 4 0 16,-117 32 20-16,-5 13 21 16,-5 5-1-16,-24 4-16 15,-4-2-9-15,-1-6-6 16,5-10-9-16,18-18-175 16,6-13-302-16,5-9-668 0</inkml:trace>
  <inkml:trace contextRef="#ctx0" brushRef="#br0" timeOffset="-187162.13">8753 15083 222 0,'0'0'2314'0,"0"0"-1858"16,0 0-420-16,0 0-3 15,0 0 60-15,-124 129-29 16,124-83-13-16,2-2-19 15,33-8-19-15,19-14-13 16,8-18-6-16,3-4-45 16,-7-16-21-16,-13-16 22 15,-21-4 37-15,-24-8 12 0,-11 3-13 16,-64-3-177-16,1 12-263 16,3 10-163-16</inkml:trace>
  <inkml:trace contextRef="#ctx0" brushRef="#br0" timeOffset="-183692.21">9630 13932 1450 0,'0'0'593'0,"0"0"-304"0,0 0-105 0,0 0-19 0,0 0 75 16,0 0-102-16,0 0-33 15,-25-40-53-15,0 78-44 16,-13 43 55-16,-9 49-2 16,1 48-7-16,5 19 28 15,22-17-58-15,19-25 27 16,4-57-43-16,27-22 4 15,5-28-24-15,13-12 0 0,13 0-81 16,41-8-40-16,-12-1-347 16,-13-18-459-16</inkml:trace>
  <inkml:trace contextRef="#ctx0" brushRef="#br0" timeOffset="-182893.34">10137 14285 1657 0,'0'0'501'0,"0"0"-219"0,0 0 45 0,0 0-71 0,0 0-44 16,0 0-106-16,0 0-35 16,-114-68-1-16,114 58-58 15,3 2 2-15,21 0-14 16,9 6-17-16,6 2 17 0,-1 6-18 16,-7 20 14-16,-11 12-10 15,-13 10-2-15,-7 10 16 16,-27 7 0-1,-18 0 13-15,-6-4-17 0,2-7 4 16,9-20 0-16,13-10 3 16,21-20 13-16,6-4-7 15,17 0-9-15,28-28-27 16,17-2-16-16,7-6-57 16,2 4-77-16,8 2-158 15,-21 8-233-15,-21 4-254 0</inkml:trace>
  <inkml:trace contextRef="#ctx0" brushRef="#br0" timeOffset="-182564.63">10355 14333 1245 0,'0'0'671'15,"0"0"-374"-15,0 0 8 16,0 0-145-16,0 0-63 16,114 6 28-16,-101 37-31 15,-5 7 8-15,-8 8-53 16,0-2-10-16,-14-6 0 15,-1-8-39-15,1-12 0 16,5-18 5-16,9-12 2 16,0 0-14-16,7-34-22 15,17-14-213-15,7-12-3 16,-2-6-38-16,-2 8-7 0,-12 9 286 16,-5 23 4-1,-10 24 547-15,0 4-429 0,-7 32 36 16,-4 12-6-16,2 3-112 15,9-5 24-15,7-8-36 16,30-10-14-16,44-12-10 16,-6-10-181-16,-6-4-567 0</inkml:trace>
  <inkml:trace contextRef="#ctx0" brushRef="#br0" timeOffset="-166260.67">11138 14167 1075 0,'0'0'260'0,"0"0"-228"0,0 0-32 0,0 0-22 0,0 0 22 16,0 0 73-16,-4 52 177 15,0-48-125-15,0-2-57 16,2 0 9-16,2-2 71 16,-2 2-6-1,2-2-34-15,0 0-28 16,0 0 6-16,0 0 20 0,0 0-1 15,0 0-46-15,0 0 21 16,0 0 7-16,0 0-35 16,0 0-25-16,0 0-26 15,0 0 14-15,0 0 25 16,0 0-22-16,0-6-1 16,8-4-16-16,2-4-1 0,-3 0 0 15,-1 0 7-15,-6 2-1 16,0 4 41-16,0 2-1 15,-17 6 2-15,-10 0-31 16,-6 16-16-16,-4 12 21 16,4 10-10-16,7 4 16 15,10 6-7-15,9 0-6 16,7 1 2-16,3-1-16 16,17-4 5-16,4-4-6 15,0-4 8-15,-5-4-9 16,-13-6 1-16,-6 2 0 15,0-10-1-15,-25 0-1 16,-8-8 2-16,0-8-1 0,1-2 1 16,10-12-17-16,13-16-44 15,9-6-111-15,2-2-209 16,27 4 20-16,7 4 67 16,6 8 98-16,1 10-8 15,-3 6 204-15,-3 4 72 16,-5 0 244-16,-8 8-33 15,-6 16-55-15,-7 6-58 16,-9 6-32-16,-2 4-71 16,0-6-37-16,-6-2-9 15,-5-9-6-15,6-10-15 16,3-11-43-16,2-2-5 16,0-11-90-16,9-20-197 0,13-9-19 15,9 0 13-15,2 0 35 16,4 6 88-1,-4 14 218-15,-6 16 83 0,-10 4 199 16,-8 20-47-16,-9 18-7 16,0-2-42-16,-2 4-39 15,-11-8 6-15,-3-6-14 16,1-9-42-16,4-17-30 16,3 0-1-16,8-23-66 15,0-17-60-15,17-8-68 0,18-8 13 16,14-2 21-16,4 4-10 15,3 9 53-15,-2 13 51 16,-12 18 94-16,-9 14 125 16,-15 6-40-16,-13 29-65 15,-5 9-38-15,-2 4-18 16,-17 0-58-16,-7 0-12 16,6-12-279-1,4-14-806-15</inkml:trace>
  <inkml:trace contextRef="#ctx0" brushRef="#br0" timeOffset="-165820.98">12252 13848 1862 0,'0'0'347'0,"0"0"-234"0,0 0-41 0,0 0 73 0,0 0 59 0,-69 156-7 15,67-76-35 1,2 13-77-16,0-5-28 0,0 2-48 15,0-9-9-15,0-13-54 16,6-2-169-16,1-22-425 16,-1-20-1392-16</inkml:trace>
  <inkml:trace contextRef="#ctx0" brushRef="#br0" timeOffset="-165664.55">11882 14620 1943 0,'0'0'976'16,"0"0"-765"-16,0 0-130 16,0 0-37-16,152 0-13 15,-75-6-25 1,10-2-6-16,23 2-63 0,-24 4-206 16,-16 0-601-16</inkml:trace>
  <inkml:trace contextRef="#ctx0" brushRef="#br0" timeOffset="-165226.73">12094 14927 2369 0,'0'0'631'0,"0"0"-561"15,0 0-52-15,0 0-12 16,0 0 6-16,0 0 3 16,118-38 9-16,-118 78 3 15,0 10 10-15,-25 2 53 16,-4 0-5-16,0-10-19 16,7-12-18-16,7-9-33 15,12-15-13-15,3-6 17 16,9-10-19-16,22-25-10 15,5-13-79-15,4-10-4 16,-2-4-47-16,-12 10-35 16,-10 16 152-16,-16 24 23 15,0 12 78-15,-20 20-2 16,-9 22-10-16,5 2-15 16,8 2-9-1,16-6-33-15,6-12 3 0,73-16-12 0,-6-8-144 16,1-4-559-16</inkml:trace>
  <inkml:trace contextRef="#ctx0" brushRef="#br0" timeOffset="-164772.11">12933 14524 1547 0,'0'0'1075'0,"0"0"-558"0,0 0-344 0,0 0-34 0,0 0-36 0,0 0 2 32,0 0-37-32,59 0 14 15,-18 0-13-15,7-6-67 16,0 0-1-16,2-4-1 16,-6 2-21-16,3 2-135 0,-16 6-127 0,-8 0-851 0</inkml:trace>
  <inkml:trace contextRef="#ctx0" brushRef="#br0" timeOffset="-162400.65">13947 14123 1570 0,'0'0'570'0,"0"0"-369"0,0 0 111 0,0 0-35 0,0 0-82 15,0 0-47-15,0 0-70 16,-29-39-49-16,-8 60-28 16,-8 15-1-16,-2 14 13 15,2 8-12-15,8 8 15 16,10-4-10 0,12-7 5-16,12-5-11 0,3-14 1 15,20-12-2-15,21-14 1 16,11-10-58-16,11-8-35 0,-1-20-46 15,-2-4-102-15,-10 2 5 16,-13 2 61-16,-14 6 77 16,-12 9 98-16,-9 12 65 15,-2 1 79-15,-4 10 25 16,-17 16-22-16,2 6-55 16,0 4-43-16,9-8-9 15,5-2-8-15,5-10-31 16,3-6 5-16,23-10-6 15,8 0-17-15,1-16-74 16,-1-6-123-16,-10-2 79 16,-9-2 41-16,-12 4 18 15,-3 2 25-15,-13 6 51 0,-14 6 66 16,-4 5 69 0,-1 3 79-16,8 0-71 0,6 4-41 15,9 3-72-15,9-1-17 16,2-6-11-16,27 0-2 15,12-6 0-15,7-10-38 16,2-8-60-16,-6-2-22 16,-3-1-10-16,-12-1 41 15,-8 0 30-15,-9 4 59 16,-6 6 63-16,-6 4 159 0,0 12-36 16,0 2-120-1,0 8-51-15,0 18-2 0,0 10 1 16,13 4 10-16,10 4-13 15,4 2-10-15,-5-1 9 16,-7-1-10-16,-8-8 0 16,-7-2 20-16,-2-6-5 15,-27-2 15-15,-9-8-1 16,-2-4-29-16,3-14-130 16,10-12-434-1,15-12-1151-15</inkml:trace>
  <inkml:trace contextRef="#ctx0" brushRef="#br0" timeOffset="-161993.61">14897 14051 2538 0,'0'0'512'0,"0"0"-477"0,0 0-34 0,0 0 1 16,39-127-2-16,-26 85-5 15,-1 0 5-15,-5-2 0 16,-7 2 12-16,0 4-9 15,0 6 47-15,0 7 64 16,0 13 11-16,-3 11-48 16,3 1-53-16,0 13-24 15,0 22-12-15,0 11 12 16,0 14 8-16,0 8-8 16,3 4-6-16,-3 4-24 15,0 21-71-15,0-21-107 16,0-18-543-16</inkml:trace>
  <inkml:trace contextRef="#ctx0" brushRef="#br0" timeOffset="-161837.34">14727 14350 1930 0,'0'0'1096'15,"0"0"-799"-15,0 0-175 16,0 0-77-16,141-33-28 15,-70 21-16-15,11-2-2 16,23 8-80-16,-23 2-130 16,-17 2-616-16</inkml:trace>
  <inkml:trace contextRef="#ctx0" brushRef="#br0" timeOffset="-161366.6">14955 14504 1605 0,'0'0'574'0,"0"0"-420"0,0 0 58 16,0 0 1-16,127-50-62 15,-108 50-94-15,-12 18-15 16,-7 12 31-16,-3 12 2 16,-20 6-5-16,-9 2-23 15,3-2-1-15,5-8 20 16,5-13-56-16,9-12 8 16,10-11-18-16,0-4-19 15,13-19-42-15,21-20-120 16,8-7-193-16,-2-6-231 15,-5 6-198-15,-10 8 513 16,-19 18 290 0,-6 20 811-16,-13 2-186 0,-20 28-112 0,0 10-322 15,4 4-102-15,13-4-49 16,16-8 5-16,14-10-30 16,34-8-15-16,57-14-55 15,-11-4-207-15,-3-16-644 0</inkml:trace>
  <inkml:trace contextRef="#ctx0" brushRef="#br0" timeOffset="-160958.11">15843 13908 2668 0,'0'0'592'0,"0"0"-512"0,0 0-60 0,116 82-2 16,-71-3 30-16,-7 35 13 16,-28 35-14-16,-10 17-27 15,-52-4-20-15,-25-11-8 16,6-39-50-16,11-28-56 15,4-4-85-15,21-30-437 16,8-11-1189-16</inkml:trace>
  <inkml:trace contextRef="#ctx0" brushRef="#br0" timeOffset="-160310.31">16536 14357 1974 0,'0'0'958'0,"0"0"-669"0,0 0-181 0,0 0-92 16,0 0-16-16,0 0-114 15,0 0-423-15,-29 12-583 0</inkml:trace>
  <inkml:trace contextRef="#ctx0" brushRef="#br0" timeOffset="-160203.89">16541 14718 2179 0,'0'0'678'0,"0"0"-576"16,0 0-102-16,0 0-336 16,0 0-1338-16</inkml:trace>
  <inkml:trace contextRef="#ctx0" brushRef="#br0" timeOffset="-154474.61">17405 14225 1461 0,'0'0'370'0,"0"0"-90"0,0 0-18 0,0 0-66 0,12 126-25 15,-12-91-42-15,0-3-58 16,0 0-21-16,0-5-41 15,-3 2-2-15,-6-7 25 16,3-2-31-16,-1 2 14 16,1-8 2-16,-2 4-1 15,4 0 1-15,-3 0-5 16,3 0 18-16,2 2-9 0,-2-6-12 16,0-2-7-16,4-2-2 15,0-10 0-15,0 0 0 16,0 0-12-16,0 0-10 15,10-12-35-15,19-24-211 16,0 4-264-16,0-4-533 0</inkml:trace>
  <inkml:trace contextRef="#ctx0" brushRef="#br0" timeOffset="-154192.89">17826 14243 895 0,'0'0'1231'16,"0"0"-758"-16,0 0-336 15,0 0-22-15,-138 10 9 16,75 20-32-16,3 4-32 16,5 4-31-16,12-7-18 15,17-3-10-15,19-5 24 16,7-1-24-16,25-1 0 16,19-3 5-16,10 2-6 15,6-2-11-15,0 0-13 16,-2 2-27-16,-10-8-34 15,-2-2-78-15,-11-6-13 16,-6-4-1-16,-2-2 11 16,2-44-82-16,-6 6-146 0,-4-13-390 15</inkml:trace>
  <inkml:trace contextRef="#ctx0" brushRef="#br0" timeOffset="-153567">18031 14052 1612 0,'0'0'726'0,"0"0"-391"16,0 0-49-16,0 0-177 15,0 0-61-15,0 0-13 16,0 0 14-16,-2 133 7 16,-1-61-19-16,1 3-10 15,-2-2-22-15,2-6 5 16,-2-5-20-16,1-18 8 16,3-8 2-16,0-16-8 15,0-12-50-15,5-8-1 16,13-4-2-16,3-20-95 15,4-10-60-15,2 2 41 0,-2 8 43 16,-8 12 92-16,-3 12 40 16,-5 4 7-16,-7 24 105 15,-2 8-36-15,0 2 16 16,0-4-16-16,2-4-34 16,2-8-20-16,6-8-22 15,1-6-27-15,-1-8-52 16,4 0-11-16,-5-18 38 15,-5-8 5-15,1-6 21 16,0-8 19-16,1 0-20 16,3 6 27-16,2 10 77 0,3 14 57 15,-4 10-84 1,4 2-49-16,1 20 8 0,6 4 31 16,0-2-2-16,6-4-19 15,7-6-1-15,2-10 10 16,6-4-28-16,-2 0-3 15,1-20-20-15,-6-4 22 16,-8-4-14-16,-3-2 15 16,-8-6 1-16,-3-3 11 15,-1 6 40-15,-4 2 35 16,-1 15 28-16,-3 14-13 16,-2 2-92-16,-2 22-10 15,0 24-6-15,0 13 6 16,0 11 4-16,-2 6-4 0,-7 4-18 15,1-4-17-15,-4-3-191 16,1-3-154-16,3-24-268 16,-2-16-410-16</inkml:trace>
  <inkml:trace contextRef="#ctx0" brushRef="#br0" timeOffset="-153424.81">18363 14159 2670 0,'0'0'611'0,"0"0"-527"0,0 0-42 15,0 0-42-15,143-66 0 0,-83 66-40 16,-11 14-140-16,-4 6-630 0</inkml:trace>
  <inkml:trace contextRef="#ctx0" brushRef="#br0" timeOffset="-153049.08">19749 14065 2521 0,'0'0'555'15,"0"0"-542"-15,0 0-12 0,-22 140 22 16,19-66 15-16,3 8-10 16,0 1-11-16,0-5-17 15,0-6-12-15,0-10-65 16,0-6-180-16,0-20-257 16,0-14-369-16</inkml:trace>
  <inkml:trace contextRef="#ctx0" brushRef="#br0" timeOffset="-152562.4">19562 14512 1243 0,'0'0'1221'0,"0"0"-938"15,0 0-209 1,158-46-65-16,-96 44-9 16,-2 2 0-16,-6 8-16 15,-10 26 16-15,-13 12 0 0,-17 6 14 16,-14 6 40-16,0-4-29 15,-20-4-6-15,-5-15-4 16,6-11-6-16,5-20-9 16,14-4-6-16,0-18-42 15,25-23-123-15,12-11 56 16,8-2 15-16,-1 4 34 0,-5 10 43 16,-13 18 23-1,-12 12 100-15,-12 10-48 0,-2 18 54 16,-4 14 74-16,-14 8-41 15,-2-4-31-15,4-2-50 16,5-10-11-16,7-10-40 16,4-10-7-16,0-4 14 15,9-4-14-15,17-20-35 16,6-6-29-16,7-2-48 16,3-2-38-16,1 8 41 15,-1 8 69-15,-4 12 34 16,-9 6-11-16,-9 12 17 15,-9 20 54-15,-9 6 1 16,-2 2-22-16,-8 0-33 16,-13-6-94-16,-16-6-111 15,5-10-305-15,3-10-483 0</inkml:trace>
  <inkml:trace contextRef="#ctx0" brushRef="#br0" timeOffset="-152406.18">19763 14287 2629 0,'0'0'643'0,"0"0"-495"0,0 0-94 0,0 0-22 0,137-30-14 16,-94 34 1-16,-3 16-19 16,9 16-90-16,-13-6-131 0,-7-4-571 15</inkml:trace>
  <inkml:trace contextRef="#ctx0" brushRef="#br0" timeOffset="-152093.1">20110 14015 2700 0,'0'0'645'0,"0"0"-534"15,0 0-71-15,0 0-40 16,145-21-15-16,-43 17-31 15,-12 3-150-15,-13 1-844 0</inkml:trace>
  <inkml:trace contextRef="#ctx0" brushRef="#br0" timeOffset="-151795.09">21276 14002 2096 0,'0'0'756'0,"0"0"-597"16,0 0-80-16,0 0-67 15,10 123 69-15,-10-17-9 0,-4 0-26 16,-7-7-29-16,-1-11-11 16,6-20-6-16,-1 2-17 15,-1 2-70-15,-4-5-136 16,3-21-247-16,1-18-314 0</inkml:trace>
  <inkml:trace contextRef="#ctx0" brushRef="#br0" timeOffset="-151294.55">21022 14656 1407 0,'0'0'894'16,"0"0"-515"-16,0 0-130 16,113-130-170-16,-43 106-52 15,3 10-21-15,2 10-12 0,-5 4 0 16,-15 10 6 0,-22 22 0-16,-21 12 0 15,-12 6 65-15,-29 4 11 0,-21-2-11 16,0-3-40-1,-2-13-17-15,15-10-8 0,16-12 0 16,19-14 0-16,6-8-12 16,39-24-119-16,12-13-65 15,13-5-44-15,-2-2-34 16,-7 6 83-16,-20 12 191 16,-14 16 245-16,-23 18 251 15,-2 0-371-15,-20 26-41 16,-11 6-30-16,2 6-24 0,8-4 23 15,13-4-5-15,8-8-47 16,11-12 10-16,25-7-11 16,10-3-27-1,6-9-37-15,-6-17-43 0,-5-4-10 16,-8-4-53-16,-10 0 10 16,-8 0 107-16,-4 6 53 15,-4 8 34-15,-7 16 241 16,0 4-127-16,0 14-99 15,0 18 8-15,0 6-39 16,0-2-12-16,9 0-4 16,4-8-2-16,3-2-42 15,1-20-132-15,-5-2-302 0,-6-4-223 16</inkml:trace>
  <inkml:trace contextRef="#ctx0" brushRef="#br0" timeOffset="-151165.02">21944 14016 2695 0,'0'0'648'0,"0"0"-565"0,0 0-83 0,0 0-38 0,0 0-185 16,-65 125-696-16</inkml:trace>
  <inkml:trace contextRef="#ctx0" brushRef="#br0" timeOffset="-151027.77">21631 14985 2445 0,'0'0'668'16,"0"0"-551"-16,0 0-117 15,0 0-87-15,0 0-389 16,0 0-382-16</inkml:trace>
  <inkml:trace contextRef="#ctx0" brushRef="#br0" timeOffset="-150589.39">22354 14592 1916 0,'0'0'0'0,"0"0"-1779"0</inkml:trace>
  <inkml:trace contextRef="#ctx0" brushRef="#br0" timeOffset="-110525.85">3148 17022 639 0,'0'0'2008'0,"0"0"-1769"15,0 0-164-15,0 0-27 16,0 0 22-16,0 0-9 15,-36-104-20-15,36 92 11 16,0-2-10-16,0 6 12 16,0 2 10-16,0 6-11 15,0-4-2-15,0 4 10 16,0 0-41-16,0 0 1 16,0 0-20-16,16 0-2 15,8 8 1-15,17 10-12 0,9 10 12 16,10 4 4-16,7 6-3 15,3 2-2-15,-3 6 2 16,-3-6 1-16,-8 1-2 16,-8-5-9-16,-5-6 9 15,-9-8 1-15,-7-8-1 16,-8-10 0-16,-3-4-30 16,-5 0 29-16,-5-22-1 15,2-14-25-15,-6-4 3 16,0-9 0-16,-2-1 8 15,4 6 16-15,3 8-7 16,5 10 5-16,1 16-5 16,5 6-4-16,6 4 1 0,11 0 1 15,14 10 8-15,14-2 1 16,6-8-8-16,5 0 8 16,-3 0 9-16,-13 0-9 15,-16-4-11-15,-20 4 1 16,-22 0 2-16,0 14-7 15,-35 20 4-15,-17 16 11 16,-10 8 30-16,0 9-30 16,8-9 21-16,14-8-19 15,20-16-2-15,20-20-8 16,5-14-52-16,37-22 11 16,18-26-15-16,11-10-80 0,1-10-21 15,-10 5-24-15,-15 13 75 16,-18 16 114-16,-21 20 2 15,-8 14 150 1,-13 14 20-16,-18 26-32 0,0 9-38 16,4-4-51-16,9 4-16 15,16-9-17-15,2-14-9 16,27-12-9-16,16-14 0 16,9 0-50-1,6-26-55-15,-6-10-107 16,-10 0-46-16,-15-4 110 0,-19 8 120 0,-8 5 28 15,-2 15 171-15,-25 12 59 16,-4 12-78-16,0 20-53 16,7 13-49-16,8 3-32 15,16-6-5-15,2-2-13 16,32-18 0-16,15-10-81 16,5-12-46-16,1-4-134 15,-6-22-3-15,-15-6-75 16,-14-4 41-16,-14 0 298 15,-6-4 32-15,0 5 104 16,-2 7 75-16,-4 16 5 16,4 12-40-16,2 17-134 15,0 33 1-15,0 34 34 0,15 32-35 16,-1 22-16 0,-6-7 9-16,-3-33-21 0,-5-32 29 15,0-22-4-15,0-2-31 16,-13-2 38-16,-12-1-36 15,-6-19 10-15,-5-12 23 16,5-8-26-16,9-28 19 16,17-29 25-16,5-15-61 15,31-16-12-15,22-10-18 16,7 3-39-16,19-9-202 16,-15 20-85-16,-20 26-532 0</inkml:trace>
  <inkml:trace contextRef="#ctx0" brushRef="#br0" timeOffset="-110353.54">4117 16645 1802 0,'0'0'925'0,"0"0"-670"0,80-106-89 15,-31 70-100-15,5 14-35 16,-3 18-31-16,-4 48-19 15,-14 18-287-15,-16 24-614 0</inkml:trace>
  <inkml:trace contextRef="#ctx0" brushRef="#br0" timeOffset="-110228.43">4209 17700 1277 0,'0'0'1620'0,"0"0"-1307"16,0 0-214-16,0 0-99 15,0 0-9-15,131-26-361 16,-75-18-1219-16</inkml:trace>
  <inkml:trace contextRef="#ctx0" brushRef="#br0" timeOffset="-109602.2">5832 17415 2609 0,'0'0'506'15,"0"0"-475"-15,0 0-31 16,0 0 0-16,0 0-4 15,143-112 4-15,-72 50-18 16,1-6-45-16,-7 1-61 16,-19 5 9-16,-15 4 33 15,-19 12 82-15,-12 16 21 16,0 12 149-16,-23 14-31 16,-1 8-55-16,-1 36-68 15,5 22 11-15,9 28 24 16,11 35-22-16,0 23 16 0,4-10-25 15,6-23 10-15,-8-39-4 16,-2-22-26-16,0 0 10 16,-18 4-1-16,-7-4-3 15,-3-13 11-15,-1-23 5 16,2-18 13-16,9-10 5 16,13-53-40-16,10-39-6 15,53-36-13-15,8 3-58 16,5 23-87-16,12 6-101 15,-27 38-302-15,-7 6-317 0</inkml:trace>
  <inkml:trace contextRef="#ctx0" brushRef="#br0" timeOffset="-109460.33">6661 16445 2212 0,'0'0'818'31,"0"0"-568"-31,0 0-122 0,0 0-120 0,0 0 7 15,-111 206-15-15,58-73-29 16,11-21-141-16,13-32-805 0</inkml:trace>
  <inkml:trace contextRef="#ctx0" brushRef="#br0" timeOffset="-107860.89">7818 16812 2271 0,'0'0'819'0,"0"0"-618"0,0 0-152 0,0 0-10 16,0 0-19-16,0 0-19 15,0 0 33-15,-23 134 38 16,10-54-9-16,0 5-22 16,0 1-31-16,-1-2 7 15,3-18-16-15,7-12 0 16,4-18-1-16,0-18-27 0,6-18-15 16,19-14-12-16,4-30-48 15,6-32-31-15,-4 0-28 16,-4-14-51-16,-6 5-25 15,-13 27 70-15,-1 10 167 16,-7 30 273-16,0 18-82 16,-18 26-136-16,-8 28 35 15,1 13-23-15,9 1 32 16,12-6-54-16,4-10 6 16,22-16-36-16,22-14 7 15,12-12-22-15,11-10-36 0,-1-26-55 16,2-14-11-16,-8-14-74 15,-9-13-87-15,-8-19 7 16,-17-2 27-16,-10-2 23 16,-10 6 206-16,-6 30 16 15,0 13 325-15,-10 27-6 16,-9 14-200-16,-2 32-44 16,0 21 43-16,5 11-48 15,8 6-59-15,8-2 1 16,0-2 9-16,0-3-36 15,10-9-2-15,6-14-2 16,5-8-9-16,-2-20-25 16,4-8-32-16,4-4-12 0,0-26-51 15,2-14-75-15,-3-4 12 16,-6 3 70-16,-4 14 80 16,-10 14 45-16,-6 13 9 15,0 13 27-15,0 23 80 16,-8 0-45-16,0 0 68 15,8-4-63-15,0-6-40 16,2-8 1-16,21-10-4 16,4-8-2-16,2 0-31 15,2-22-4-15,-2-4-62 16,-8-6-10-16,-13-4 3 16,-6 1 4-16,-2 3 19 0,0 10 50 15,-2 12 83-15,-2 10 92 16,4 0-88-16,0 6-75 15,8 12 7-15,19 0-4 16,9-1-15-16,4-12-27 16,5-5-57-16,-1 0-22 15,-3 0-48-15,-6-9 20 16,-6-9 47-16,-5-5 66 16,-6-9 17-16,-5 2 4 15,-1-6 75-15,-6 4 10 16,-1 10 73-16,-5 10 57 15,0 12-90-15,0 12-87 16,0 28-20-16,0 14 27 0,0 14-23 16,0 13-8-16,-5 3-6 15,3 4-7-15,0-2-2 16,-2-10 1-16,2-5-93 16,-3-13-38-16,-11-22-227 15,3-14-148-15,-3-18-426 0</inkml:trace>
  <inkml:trace contextRef="#ctx0" brushRef="#br0" timeOffset="-107733.29">8798 16611 641 0,'0'0'2249'0,"0"0"-1724"0,132-108-447 0,-76 74-51 15,-10 14-11-15,-9 16-16 16,-10 18-80-16,-8 18-195 15,-9 4-995-15</inkml:trace>
  <inkml:trace contextRef="#ctx0" brushRef="#br0" timeOffset="-107203.45">10184 17369 2528 0,'0'0'601'0,"0"0"-490"16,0 0-78-16,123-110-33 15,-50 38-14-15,5-13-14 16,2-5 27-16,-9-8-41 15,-15 0-63-15,-15 4-10 16,-20 1 62-16,-13 17 53 16,-8 18 57-16,-6 30 105 15,-17 28-42-15,-4 18-57 16,-2 40-46-16,2 22 19 16,9 6 21-16,11 7-28 15,7-3-17-15,2-10-2 16,23-8 1-16,8-18-11 15,5-9-16-15,9-15-12 0,0-16-2 16,2-14-76-16,16-22-49 16,-14-14-349-16,-9-9-421 0</inkml:trace>
  <inkml:trace contextRef="#ctx0" brushRef="#br0" timeOffset="-106498.73">11109 16423 2133 0,'0'0'769'16,"0"0"-547"-16,0 0-35 0,0 0-109 16,0 0-72-1,0 0 28-15,-39 104-4 16,35-30 30-16,0 6-39 0,4 2-13 16,0 3 3-1,0-9-11-15,0-2-33 0,0-10-28 16,0-11-65-16,0-7-51 15,-11-16-191-15,-10-16-98 16,-8-10-33-16,-4-8-27 16,4-28 447-16,7-17 79 15,17-9 123-15,5-4 227 16,27 8 130-16,20 14-144 16,11 12 34-16,3 16-185 15,-4 12-111-15,-4 0 1 16,-10 12-30-16,-11 16-3 15,-17 8 4-15,-13 4-9 16,-2 4-10-16,-2 0-26 0,-13-7 0 16,5-10-1-16,8-10-8 15,2-17 2-15,12 0-24 16,21-26-23-16,9-15-61 16,2-13-132-16,1 0-3 15,-9 2 140-15,-14 16 109 16,-13 18 17-16,-9 18 154 15,-13 8-61-15,-16 28 47 16,-5 4-61-16,8 0-31 16,12-4 1-16,11-4-48 15,3-10-5-15,32-12-13 0,15-10-9 16,13-1-43-16,5-30-148 16,-3-9-162-16,-8-4 67 15,-17-2 30-15,-12-2 148 16,-18 8 117-16,-7 12 117 15,-17 20 346-15,-18 8-107 16,-9 26-152-16,-3 20-111 16,9 10-48-16,15 2-5 15,21-4 2-15,4-9-17 16,39-5-22-16,16-12-3 16,30-20-98-16,-10-4-284 15,-17-4-527-15</inkml:trace>
  <inkml:trace contextRef="#ctx0" brushRef="#br0" timeOffset="-106401.1">11390 17355 1714 0,'0'0'912'0,"0"0"-912"0,0 0-100 0,124-26-1217 0</inkml:trace>
  <inkml:trace contextRef="#ctx0" brushRef="#br0" timeOffset="-106058.99">13160 16411 2638 0,'0'0'324'0,"0"0"-268"16,0 0-56-16,0 0 36 15,-42 204 6-15,29-65 34 16,2-5-44-16,2-28-5 15,0-30-27-15,2-26-23 16,-2 3-62-16,-4 1-201 16,-25 0-64-16,4-20-132 15,-3-20-332-15</inkml:trace>
  <inkml:trace contextRef="#ctx0" brushRef="#br0" timeOffset="-105605.45">12635 17155 1294 0,'0'0'983'0,"0"0"-417"16,33-121-301-16,23 77-127 15,40 4-72-15,40 0-46 0,29 8 6 16,-10 10-17 0,-32 14-12-16,-47 8 9 0,-36 8 12 15,-9 18-3 1,-16 10-14-16,-15 10-1 0,-8 10 9 16,-39-2-8-16,-15-4-1 15,-6-5 8-15,6-9 1 16,14-18 0-16,21-14-9 15,22-4-8 1,12-22 2-16,39-18-75 16,20-10-11-16,9 1 27 0,-2 9 44 15,-13 14 20-15,-14 20 1 0,-22 6 0 16,-13 14 37 0,-11 16-8-16,0 2 22 0,-2 4 8 15,-5 1-30-15,7-11-14 16,0-4-15-16,32-16-12 15,10-6-6-15,9-2-72 16,2-24-33-16,-4-6-162 16,-9-7-17-16,-9-3 78 15,-10 2 12-15,-11 4 212 16,-4 10 57-16,-6 14 315 16,0 12 88-16,0 4-375 15,-3 22-16-15,-2 6-27 16,3 4-12-16,2-2 0 0,0-2-30 15,4-9-73-15,8-9-228 16,-7-6-426-16</inkml:trace>
  <inkml:trace contextRef="#ctx0" brushRef="#br0" timeOffset="-105354.58">13891 16445 2909 0,'0'0'632'0,"0"0"-547"0,0 0-85 0,0 0-75 0,-18 130-54 16,-8-64-57-1,-5 15-154-15,0 5-211 0,-2 6-11 16,0 2 202 0,2-9 360-16,3-13 129 0,4-10 624 15,5-18-172 1,9-12-357-16,10-10-189 0,0-8-35 15,2-10-674-15</inkml:trace>
  <inkml:trace contextRef="#ctx0" brushRef="#br0" timeOffset="-104665.12">14943 16842 611 0,'0'0'1601'0,"0"0"-1134"0,0 0-348 0,0 0-44 0,0 0-17 15,0 0-33 1,0 0 35-16,123 28 4 16,-107 16-26-16,-16 14 10 15,0 4-17-15,-25 6 10 0,-11-1 11 16,-1-5-46-16,6-12 12 15,8-14-10-15,9-20-2 16,14-16-5-16,0-12-1 16,23-32-26-16,10-20-19 15,10-20-46-15,3-7-22 16,-2 3-67-16,-3 12 180 16,-14 18 25-16,-12 28 207 15,-15 28-73-15,0 12-101 16,-15 30-21-16,-8 14 26 0,1 4 9 15,11 4 2 1,11-8-34-16,0-5-40 0,29-9-62 16,40-14-81-16,-7-12-386 15,-4-14-814-15</inkml:trace>
  <inkml:trace contextRef="#ctx0" brushRef="#br0" timeOffset="-104508.77">15812 16896 2460 0,'0'0'885'0,"0"0"-715"15,0 0-125-15,0 0-33 0,0 0-3 16,0 0 40-16,0 0-49 16,107-18-36-16,-34 18-115 15,-10 0-233-15,-14 0-663 16</inkml:trace>
  <inkml:trace contextRef="#ctx0" brushRef="#br0" timeOffset="-104336">15627 17120 2721 0,'0'0'762'16,"0"0"-595"-16,0 0-137 15,0 0-30-15,170-23-14 16,-90 5-11-16,29 1-35 15,-18 3-140-15,-10 4-621 0</inkml:trace>
  <inkml:trace contextRef="#ctx0" brushRef="#br0" timeOffset="-104069.5">16478 16776 2562 0,'0'0'756'16,"0"0"-676"-16,-122 46-80 15,75-2 5-15,16 4-5 0,17 10 49 16,14-4 14 0,21 0-27-16,29-5-36 15,22-13-10-15,10-18-26 16,7-18-18-16,-4-4-6 16,-9-28-6-16,-23-17 26 0,-22-5 39 15,-24-4 1-15,-7-4 3 16,-33 4 14-16,-14 18-17 15,-9 16-12-15,-8 24-144 16,10 10-538-16,19 20-963 16</inkml:trace>
  <inkml:trace contextRef="#ctx0" brushRef="#br0" timeOffset="-103848.43">17232 17048 2053 0,'0'0'1095'16,"0"0"-797"-16,0 0-199 0,0 0-84 15,0 0 11-15,0 0-26 16,0 0-144-16,-27 26-549 0</inkml:trace>
  <inkml:trace contextRef="#ctx0" brushRef="#br0" timeOffset="-103267.08">13435 17522 1922 0,'0'0'0'0</inkml:trace>
  <inkml:trace contextRef="#ctx0" brushRef="#br1" timeOffset="62898.06">26538 15504 722 0,'0'0'725'15,"0"0"-535"-15,0 0-104 16,0 0-48-16,0 0-32 16,0 0 108-16,84-38 261 15,-78 38-142-15,-4-2-1 16,-2 2-29-16,0 0-72 15,0 0 4-15,0 0-55 0,0 0 15 16,0 0-56-16,-10 0-6 16,-14 0-10-16,-16 16-23 31,-16 16-2-31,-4 8-14 0,0 6 22 0,11 1-12 16,16-9 1-16,14-4-7 15,19-16-40-15,2-10-66 16,35-8 7-16,36-30-76 15,-6-14-378-15,-5-5-114 0</inkml:trace>
  <inkml:trace contextRef="#ctx0" brushRef="#br1" timeOffset="63071.01">26678 15209 1217 0,'0'0'901'0,"0"0"-534"0,0 0-14 0,0 0-114 0,0 0-157 0,0 0-81 0,0 0 18 0,-21 71 25 0,13-1-32 0,4 6 16 0,4 0-28 0,0-8-20 0,0-5-62 0,0-19-210 0,0-4-94 0,-11-20-258 0,-12-8-324 0</inkml:trace>
  <inkml:trace contextRef="#ctx0" brushRef="#br1" timeOffset="63697.89">26231 15529 1326 0,'0'0'1074'0,"0"0"-594"15,0 0-374-15,200-67-30 16,-104 59-33-16,9 8-35 16,1 0-1-16,-21 0-7 15,0 18 9-15,-20 4-24 32,-26 6 11-32,-25 2 4 0,-14 2 0 0,-26-1 15 15,-28-3 54-15,-6-2-17 16,-3-12-32-16,12-6-1 15,19-8-19-15,24-14-1 16,12-22-15-16,43-8-119 0,20-5-118 16,11 9-9-16,-2 12 105 15,-18 14 123-15,-18 14 31 16,-24 6 3-16,-16 20 121 16,-3 5 4-16,-21 6 6 15,1-2-34-15,7 1-49 16,12-12-15-16,4-6-32 15,29-6-1 1,20-12-11 0,14 0-159-16,6-22-64 15,-5-18-69-15,-4-9 24 16,-15-6 100-16,-13-6 179 0,-13 3 85 16,-12 12 210-1,-7 10 40-15,0 20 0 0,0 16-148 16,-11 2-135-1,2 30-17-15,5 12-17 0,4 10 4 16,0 4 10-16,0 1-32 16,6-5 0-16,5-10-9 15,-7-4-16-15,-4-16-25 16,0-8-71-16,-8-12 28 16,-17-4 52-16,-2-12-43 15,6-20 45-15,7-4 21 16,14-4 18-16,4 5 64 15,29 8 13-15,10 8 39 0,9 11-34 16,1 8-73-16,-2 0 8 16,-5 4-17-16,-9 9-19 15,-18 6-171-15,-9-2-178 16,-10-7-395-16</inkml:trace>
  <inkml:trace contextRef="#ctx0" brushRef="#br1" timeOffset="63886.32">27137 15013 2176 0,'0'0'641'0,"0"0"-515"0,-135 52-23 0,97-16 5 0,22 8-68 15,16 2-5-15,25 3 17 16,48-5-50-16,39-4-2 15,21-8-33-15,-17-10-141 16,-33-14-494-16</inkml:trace>
  <inkml:trace contextRef="#ctx0" brushRef="#br1" timeOffset="64042.59">27060 15811 2074 0,'0'0'684'0,"0"0"-544"15,0 0-59 1,0 0-81-16,0 0-45 0,0 0-292 16,0 0-1372-16</inkml:trace>
  <inkml:trace contextRef="#ctx0" brushRef="#br1" timeOffset="64968.93">28991 15462 1497 0,'0'0'646'0,"0"0"-277"0,0 0-49 0,-115-12-75 0,21 20-119 15,-3 20-1-15,-5 12-70 16,4 9-16-16,32-5-2 16,10-2-37-16,27-4-12 15,29-10 5-15,16-12-29 16,41-10-5-16,24-6-18 16,12-10-24-16,1-16-32 15,-9-10-133 1,-19-3 79-16,-18 2 109 0,-25 2 60 15,-15 9 41-15,-8 15 103 16,-10 11 31-16,-15 5-114 16,-1 36-26-16,4 17 1 0,6 10 6 15,9 16-26-15,7 4-10 16,0 2 2-16,0-1-7 16,0-9-1-16,-6-12 3 15,-12-10-3-15,-6-18 8 16,-7-18-8-16,2-22 13 15,4 0 4-15,11-36-16 16,14-22-1-16,23-30-28 16,24 2-25-16,17-11-75 15,12 3-180-15,-5 16 126 16,3-2 100-16,-10 14 82 16,-17 16 20-16,-15 15 88 0,-17 13 101 15,-11 12 32 1,-4 6-114-16,0 4-52 15,-19 9-60-15,-8 23-8 0,-2 8-7 16,6 8-7-16,7 6 7 16,16 0-1-16,6-10-12 15,31-6-23-15,15-12-74 16,5-14-199-16,15-12-56 16,-19-18-316-16,-13-8-492 0</inkml:trace>
  <inkml:trace contextRef="#ctx0" brushRef="#br1" timeOffset="65266.93">29339 15561 1756 0,'0'0'589'0,"0"0"-513"0,0 0 71 0,0 0 27 0,15 112-36 0,3-76-49 16,0-4-14-16,-4 2-62 16,-6-12 10-16,-3-2-23 15,-3-8 0-15,-2-12 7 16,0 0-6-16,0-4-1 15,-5-24-7-15,1-6-38 16,4-8-75-16,0 0-98 16,4 1 34-16,10 18 96 15,-1 13 88-15,-6 10 60 16,-7 24 21-16,0 16 61 16,0 8-53-16,0-6-38 0,0-4-18 15,14-10-12 1,9-14-21-16,18-14-85 0,-8-4-158 15,-6-16-444-15</inkml:trace>
  <inkml:trace contextRef="#ctx0" brushRef="#br1" timeOffset="65407.73">29894 15390 2205 0,'0'0'607'15,"0"0"-429"-15,0 0-80 16,89 104-11-16,-89-54-46 15,-18 11-32-15,-34 3-9 16,-41 20-71-16,11-18-483 16,10-12-883-16</inkml:trace>
  <inkml:trace contextRef="#ctx0" brushRef="#br1" timeOffset="65861.9">30339 15695 423 0,'0'0'1809'0,"0"0"-1333"0,0 0-138 0,0 0-88 0,0 0-140 16,0 0-74-16,0 0-14 16,96 4-22-16,-45 2-69 15,-1 6-101-15,-17-2-519 16,-18-2-670-16</inkml:trace>
  <inkml:trace contextRef="#ctx0" brushRef="#br1" timeOffset="65971.87">30250 15869 1790 0,'0'0'670'0,"0"0"-540"16,0 0 60-16,196 10-190 0,-93-10-2 16,-10-6-504-16</inkml:trace>
  <inkml:trace contextRef="#ctx0" brushRef="#br1" timeOffset="66129.23">30709 15817 1033 0,'0'0'1213'0,"0"0"-1022"16,0 0-108-16,0 0-51 0,0 0-32 15,176-100-136 1,-122 62-358-16,-10 6-704 0</inkml:trace>
  <inkml:trace contextRef="#ctx0" brushRef="#br1" timeOffset="66333.17">30987 15520 1699 0,'0'0'644'0,"0"0"-484"16,0 0 12-16,0 0-35 0,-27 135 14 16,27-71-66-1,0 6-25-15,0 6-8 0,0-1-19 16,-4-2-31-16,-11-6 29 0,-5-11-31 15,-3-10 9 1,-2-20-8-16,4-8 0 0,3-18 31 16,11 0-25-16,7-26-7 15,2-14-22-15,54-44-65 16,0 8-220-16,2 3-525 16</inkml:trace>
  <inkml:trace contextRef="#ctx0" brushRef="#br1" timeOffset="66499.19">31326 15245 1930 0,'0'0'825'15,"0"0"-374"-15,0 0-290 0,0 0-161 16,0 0 11 0,0 0-11-16,-87 129 0 0,41-35-36 15,8-10-268-15,13-16-784 16</inkml:trace>
  <inkml:trace contextRef="#ctx0" brushRef="#br1" timeOffset="66693.53">31594 15424 2215 0,'0'0'176'0,"0"0"-51"15,-132 18 95-15,79 20-50 0,5 12-35 16,17 13-74 0,23 5-25-16,8-2-36 15,56 14-5-15,6-22-159 0,2-14-461 0</inkml:trace>
  <inkml:trace contextRef="#ctx0" brushRef="#br1" timeOffset="66929.15">31667 15709 1124 0,'0'0'1314'0,"0"0"-1159"15,0 0-117 1,0 0-8-16,0 0 3 0,0 0-14 16,0 0 7-1,95 116-26-15,-95-82 18 0,-15 2 14 16,-14-8-23-16,0-6 12 15,5-9-13-15,9-8-8 16,10-5-11-16,12-36-53 16,22-4-311-16,2-4-273 0</inkml:trace>
  <inkml:trace contextRef="#ctx0" brushRef="#br1" timeOffset="67038.4">31834 15695 2082 0,'0'0'325'0,"0"0"-63"0,0 0-79 16,-4 124-80-16,4-86-65 15,44-12-38-15,6-12-292 16,-4-10-721-16</inkml:trace>
  <inkml:trace contextRef="#ctx0" brushRef="#br1" timeOffset="67164.01">32202 15482 1204 0,'0'0'1782'0,"0"0"-1312"16,0 0-377-16,0 0-57 0,0 0-15 15,0 0-5 1,78 239-16-16,-134-113-138 16,-22-10-401-16</inkml:trace>
  <inkml:trace contextRef="#ctx0" brushRef="#br1" timeOffset="72839.46">26418 17191 550 0,'0'0'1163'0,"0"0"-890"0,0 0-20 0,0 0 121 16,0 0 7-16,0 0-197 16,-23 0-60-16,23 0-39 15,0 0-26-15,0 0 2 16,0 0-32-16,0 0 16 16,11-14-8-16,12-8-36 15,10-13 11-15,12-6-12 0,8-16-45 16,7-1 1-16,2-4-43 15,1-2 12-15,-5-6-23 16,-9 6 18-16,-11 1 7 16,-11 9 41-16,-14 14 29 15,-10 18-13-15,-3 10 26 16,-16 12-10-16,-20 12 1 16,-11 24 8-16,-6 18 37 15,0 14-5-15,3 12-10 16,12 5 20-16,14-9-36 15,15-6 18-15,9-12-27 16,11-12 7-16,24-7 10 16,15-15-23-16,8-16-23 0,4-8-12 15,-2 0-73 1,-4-26-105-16,-12-2-100 0,-10-8 21 16,-12 1 56-16,-9 3 6 15,-7 6 184-15,-6 8 46 16,0 10 288-16,0 8-30 15,-12 8-140-15,-3 22-20 16,-1 10-38-16,5 1-32 16,4-5-12-16,7-4-16 15,5-14-143-15,14-6-344 16,6-12-867-16</inkml:trace>
  <inkml:trace contextRef="#ctx0" brushRef="#br1" timeOffset="73230.69">27274 17008 1768 0,'0'0'375'0,"0"0"-60"0,-8 129-96 15,-7-75 18-15,-3-14-84 16,5-8-66-16,1-10-15 16,8-12-60-16,4-10-2 15,0 0 35-15,0-14-31 16,16-18-14-16,13-16-80 15,11-6 20-15,5-5-12 16,-1 15-55-16,-4 12 52 0,-11 18 38 16,-7 14-23-16,-13 18 60 15,-9 22 46-15,0 6 35 16,-2 3 19-16,-15-5-43 16,-4-8 12-16,5-14-36 15,5-8-8-15,7-14-16 16,4 0-3-16,0-8 11 15,7-24-17-15,22-4-89 16,13-8 25-16,7 3-24 16,3 9 28-16,-8 14 42 15,-9 18 18-15,-10 0-3 16,-17 24-4-16,-8 16 14 16,0 17-14-16,-15-3-129 15,1-18-511-15</inkml:trace>
  <inkml:trace contextRef="#ctx0" brushRef="#br1" timeOffset="73808.82">28342 16842 2549 0,'0'0'368'0,"0"0"-301"0,0 0-67 0,-175 14 43 0,88 22 35 16,-2 12 13-16,6 6-8 15,16-4-76-15,21-1 5 16,21-9-12-16,25-18-19 16,5-8-8-16,37-14-14 0,16-4-16 15,11-28-101-15,3-4-77 16,-6-13 85-16,-10 5 42 16,-16 0 45-16,-13 16 63 15,-19 20 65-15,-8 8 3 16,0 30-47-16,-13 20 85 15,-7 20-2-15,5 11-21 16,-1-1-31-16,7 2 15 16,-2-6-35-16,-2-6-3 15,-4-11-3-15,-6-15-25 16,-6-18 10-16,-2-20 24 16,2-6 16-16,6-26 46 15,12-24-83-15,11-17-14 16,17-9-69-16,33-10-93 15,14-2-125-15,17-2 43 0,3 5 58 16,-1 9-58-16,-10 10 61 16,-17 12 183-16,-19 10 186 15,-18 17 128-15,-17 18 56 16,-2 9-139-16,-31 0-157 16,-11 22-32-16,-8 18-7 15,6 10-5-15,8 2-12 16,18 6-2-16,18-8-10 15,0-2-6-15,40-7-12 16,16-13-7-16,9-10-94 16,19-18-169-16,-17 0-221 15,-15-10-367-15</inkml:trace>
  <inkml:trace contextRef="#ctx0" brushRef="#br1" timeOffset="74106.48">28552 16910 1397 0,'0'0'849'0,"0"0"-531"0,0 0-234 0,0 0-62 0,0 0 83 16,0 0-19-16,73 110-22 16,-55-74-31-16,-9 1-6 15,-7-1-21-15,-2-4 2 16,0-6-5-16,-6-12-3 16,-3-10-9-16,5-4 1 15,2-4-1-15,2-24-200 16,0-8-35-16,19-8-107 15,6-1-325-15,4 9-124 0,-7 14 800 16,-4 18 885-16,-9 4-602 16,-7 30-64-16,-2 6-46 15,0 5-19-15,0-1-56 16,7-12-46-16,11-12-52 16,26-16-33-16,-4-12-316 15,1-15-1586-15</inkml:trace>
  <inkml:trace contextRef="#ctx0" brushRef="#br1" timeOffset="74231.74">29285 16749 2218 0,'0'0'384'0,"0"0"-278"16,0 0-12-16,38 165-37 16,-63-85-30-16,-61 37-27 15,1-23-123-15,3-10-610 0</inkml:trace>
  <inkml:trace contextRef="#ctx0" brushRef="#br1" timeOffset="75034.07">26443 17700 1386 0,'0'0'844'0,"0"0"-559"16,0 0-19-16,0 0-79 0,0 0-109 0,0 0-41 16,0 0-20-16,57-84-17 15,-43 96 0-15,-10 24-7 16,-4 10 7-16,0 6 15 0,-4-2 7 16,-10-6 11-16,1-12-24 15,4-9-9-15,5-15 14 16,4-8-14-16,0-4-1 15,6-28-46-15,14-13-185 16,7-9 4-16,-3-4-34 16,1 10 49-16,-10 8 213 15,-5 22 62-15,-10 18 174 16,0 4-168-16,0 32 49 16,-12 8 14-16,8 2-36 15,4-2-56-15,2-8 3 16,22-5-42-16,12-18-15 15,13-13-273-15,-9 0-280 0,-11-9-553 16</inkml:trace>
  <inkml:trace contextRef="#ctx0" brushRef="#br1" timeOffset="75144.56">26688 17668 2074 0,'0'0'594'15,"0"0"-475"-15,0 0-93 0,0 0-26 16,140-8 0-16,-64 12-28 0,-14 10-216 15,-13 0-451-15</inkml:trace>
  <inkml:trace contextRef="#ctx0" brushRef="#br1" timeOffset="75347.81">27251 17445 1903 0,'0'0'293'15,"0"0"-210"-15,0 0-25 16,23 143 53-16,-35-75 5 16,-15 6-45-16,-6-2-5 15,-3-8-53-15,1-7-13 16,8-15-58-16,14-26-168 16,9-12-260-16,4-4-384 0</inkml:trace>
  <inkml:trace contextRef="#ctx0" brushRef="#br1" timeOffset="75536.59">27303 17744 1551 0,'0'0'384'15,"0"0"-169"-15,-21 112 30 16,21-80-116-16,15-15-19 16,24-16 5-16,7-1-86 15,4-27-29-15,-13-10-164 16,-12-7 25-16,-23-4 117 15,-2 8 12-15,-35 4-5 16,-30 8-117-16,9 10-171 0,11 10-290 16</inkml:trace>
  <inkml:trace contextRef="#ctx0" brushRef="#br1" timeOffset="76068.52">29613 17119 2206 0,'0'0'487'0,"0"0"-288"0,0 0-75 0,163-63-51 16,-95 51-55-1,1 2-18-15,3 10-28 16,-17 0-438-16,-24 4-356 0</inkml:trace>
  <inkml:trace contextRef="#ctx0" brushRef="#br1" timeOffset="76195.22">29668 17259 2143 0,'0'0'373'0,"0"0"-263"16,0 0 17-16,179-6-127 15,-70-12-36-15,-15 2-226 16,-17-2-771-16</inkml:trace>
  <inkml:trace contextRef="#ctx0" brushRef="#br1" timeOffset="76836.23">31137 16906 948 0,'0'0'1787'0,"0"0"-1594"15,0 0-163-15,-172-10-3 16,88 34 46-16,-8 16-30 15,3 8 17-15,9 2-34 16,17 3-25-16,23-3 19 16,24-14-14-16,16-6-12 15,19-12 6-15,30-10-57 16,18-8-64-16,8-16-213 16,1-16-43-16,-7-12-89 15,-13-6 60-15,-12 1 214 16,-15 3 192-16,-13 2 176 15,-9 14 219-15,-7 12 150 0,0 18-313 16,0 0-145-16,-5 22-43 16,-2 22 53-16,7 10-36 15,0 13-26-15,0 1-8 16,0 2-27-16,7 2 11 16,-2-6-2-16,-5-4-8 15,0-3-1-15,0-13 11 16,-19-12-10-16,0-10 0 15,-8-12 10-15,-2-12-11 0,0 0 4 16,4-12 2 0,7-16-6-16,14-8 0 15,4-8-9-15,22-5-40 0,20-1-117 16,41-12-81-16,-12 12-306 16,-3 6-408-16</inkml:trace>
  <inkml:trace contextRef="#ctx0" brushRef="#br1" timeOffset="77039.35">31484 16808 1984 0,'0'0'594'0,"0"0"-284"0,0 0-244 0,0 0 4 0,-135 66 42 15,87-4-37-15,11 6-22 16,14 2-47-16,19-7-1 15,4-5-5-15,62-12-78 16,0-16-169-16,-1-16-460 0</inkml:trace>
  <inkml:trace contextRef="#ctx0" brushRef="#br1" timeOffset="77337.56">31654 16964 1807 0,'0'0'240'16,"0"0"-139"-16,0 0 87 16,-96 102 0-16,80-53-5 0,10-3-47 15,6-6-52-15,6-4-54 16,27-6-18-16,13-16-12 16,9-10-69-16,6-4-170 15,-6-22-39-15,-10-10 21 16,-16-4 144-16,-23-8 113 31,-6 4 78-31,-18 3 274 0,-20 3-9 16,-6 10-192-1,-3 12-100-15,5 12-51 16,4 0-75-16,11 18-272 16,16 0-504-16</inkml:trace>
  <inkml:trace contextRef="#ctx0" brushRef="#br1" timeOffset="77509.84">32088 16722 1205 0,'0'0'1499'0,"0"0"-1360"16,0 0-119-16,114 72-19 15,-101-10-1-15,-13 36 8 16,-18-8-8-16,-64 39-218 15,6-21-370-15,3-32-1104 0</inkml:trace>
  <inkml:trace contextRef="#ctx0" brushRef="#br1" timeOffset="78106.47">29651 17620 1679 0,'0'0'1175'0,"0"0"-944"0,0 0-99 0,0 0-39 15,0 0-32-15,-45-112-59 16,57 71-2-16,21 5-5 15,9 6-56-15,5 16 40 16,-1 10-34-16,-10 4 16 0,-11 26 24 16,-17 24-15-16,-8 8 22 15,-11 17 7-15,-24 3-13 16,-25 20-28-16,6-18-284 16,8-17-374-16</inkml:trace>
  <inkml:trace contextRef="#ctx0" brushRef="#br1" timeOffset="78199.66">29470 18155 2438 0,'0'0'520'15,"0"0"-458"-15,0 0-62 16,0 0-140-16,0 0-431 0</inkml:trace>
  <inkml:trace contextRef="#ctx0" brushRef="#br1" timeOffset="88004.27">32080 12280 1060 0,'0'0'101'0,"0"0"798"16,0 0-723-16,0 0-138 0,0 0 11 16,0 0 18-16,4-26 10 15,-2 22 0-15,2 0-7 16,3 0-15-16,-1 2-21 0,2-2 77 16,-4 0 10-16,0 2-49 15,-1 0-11-15,-3 0-16 16,0 2-29-16,0 0-13 15,0 0-2-15,0 0-1 16,0 0 5-16,0 0-4 16,0 0-2-16,0 0 2 15,0-2 14-15,0 0 7 16,-3-4 5-16,-3-2 12 16,-6-4-13-16,-1 2-19 15,-3-3-5-15,-3 0-1 16,-6 0-1-16,-4 2 0 15,-4 1-10-15,-7-1 10 0,-3 1-11 16,1 2 17 0,-3-2-7-16,3 2 2 0,0-2-1 15,-1 1 0-15,-3-4 0 16,-4 3 0-16,0-2 1 16,-4 2 0-16,0 0-2 15,3 2 0-15,4 0 1 16,8 2 8-16,4 0-8 15,7-2 0-15,1 2 1 16,3-2 7-16,1 2-8 16,-2 0 6-16,-4 2-6 15,-4 0 0-15,-3 0-9 16,-8 0 9-16,-3 0-1 0,-3 0 4 16,-4 0-4-16,-2 0 1 15,2 0 0-15,4 0 1 16,0 2-1-16,8 0 0 15,1 2-6-15,2 0 3 16,3 0 2-16,3 0-22 16,2 0 11-16,2 0 12 15,2 0-29-15,2 0 28 16,-4 0 1-16,-2 0-33 16,-5 0 32-16,-4 0-11 15,-5 4 8-15,-3 2-10 16,-2 0-25-16,-1 2 15 0,0-2-25 15,2 2-6-15,0-4 19 16,2 0-6-16,1 0 42 16,1-2-12-16,1 0 12 15,1-2 0-15,5 2 0 16,5-2 16-16,4 0-10 16,4 0-6-16,6 0 0 15,-2 0-6-15,1 0 7 16,-2 0-1-16,-5 2 11 15,-4 2-5-15,-4 0-1 16,-4 0-5-16,-3 0 0 16,0 2 0-16,-3 0 0 0,-1-2 0 15,1 0 7-15,-4-2-7 16,-2 2 0-16,-5-2 0 16,-2 2 0-16,-2 1 0 15,1-4-5-15,7 3 4 16,4 0 2-16,11-2-1 15,6-2 1-15,8 0-1 16,6 0 0-16,3 0 18 16,3 0-8-16,-1 0-19 15,4 0 18-15,-1 0-1 16,0 0-4-16,2 0-4 16,1-2 0-16,-1 0-9 0,1 0 9 15,-2-2 0 1,-3-2 6-16,-2-2 0 0,-3 0-6 15,-3 0 0-15,-4-2 0 16,1 2 0-16,-1-2-4 16,4 2 4-16,-2 0 0 15,3 0 0-15,3 2 0 16,-5 0 8-16,0 0-8 16,-4 0 0-16,-3 2 6 15,-4 0-12-15,-5 0-3 0,1 2 9 16,-6 0 3-16,1 2-3 15,-2-2 0-15,-3 2 7 16,1 0-6-16,-1 0-2 16,-4 0-7-16,0 0 8 15,0 0-9-15,0 0 19 16,2 0-10-16,3 0 6 16,4 0-6-16,1 0 0 15,1 0-9-15,3 0 9 16,-1 0-2-16,1 2 13 15,-3-2-17-15,0 2 6 16,-2 0 0-16,-2 2-2 16,-3 2-8-16,1 0 10 0,-1 4-9 15,0-2 19-15,3 2-10 16,0 2 0-16,-3-2 0 16,2 2-1-16,-3 2-11 15,-1 2 12-15,-1 2-8 16,-4 0 5-16,-2 2 3 15,1 1 10-15,0-2-9 16,-1 2-2-16,5-2-5 16,2 2 6-16,7-1-1 15,2 4 13-15,5 2-27 16,3 4 15-16,1 2 0 16,6 6-1-16,2 0-2 15,1 0 3-15,5 2-11 16,-1 1 23-16,3-4-25 15,-1 3 23-15,-1 1-10 0,-1-1 17 16,-2 2-17-16,2 0 0 16,-1 0 8-16,1 3-8 15,1-4 0-15,-3 5-2 16,5-1 4-16,-1-1 2 16,5-2-2-16,5 0 13 15,4 0 15-15,0 0-29 16,0 0-2-16,0-2 1 15,0 0 0-15,0 3 8 16,0-1-8-16,0 4 0 16,0 2-1-16,0 0 8 15,0-2-14-15,0 2 5 16,0-2 2-16,-7 1-6 0,0-3 20 16,-4 0-14-16,3 0 0 15,1-2 10-15,0 0-16 16,2 0 6-16,3-1 0 15,2-1-3-15,-2 2 18 16,0 2-15-16,-2-4 0 16,-7 4 8-16,-5 2 2 15,-3-2 8-15,0 4-6 16,-1 1 13-16,-1 2-25 16,4 3 0-16,-1 5 8 15,3 1-8-15,1-2 7 16,3 0-7-16,4 1 0 0,1-7-13 15,-1 2 31-15,2 0-19 16,-1 0 1-16,-3-4 0 16,0 4-1-16,-2 2-4 15,-2-1 5-15,-3-3 0 16,3-2-3-16,3-2 3 16,4-2 8-16,6-6-2 15,0 0-3-15,0 0-3 16,0 1 0-16,0-5 0 15,0-2 1-15,4 2-1 16,-2 0 12-16,3 4-10 16,0 0-4-16,-1 0-5 15,5 0 7-15,-3 2 14 0,4 2-5 16,1-3-18-16,-5-1 10 16,-2 4-1-16,-1-4 0 15,-3 4-5-15,0-6 5 16,0 2 12-16,-9 0-4 15,-2-1-9-15,1-7 1 16,4 4 0-16,0-6 2 16,-1-2-2-16,3-2 0 15,-1 6-1-15,-2-2-13 16,1 2 14-16,-3 4 0 16,0-2 0-16,0-2 7 0,2 0-7 15,5-5 0-15,2-1-6 16,0-4 11-16,0-4-14 15,11-4 6-15,7 0 3 16,-1-2 0-16,2-2 7 16,-3 4-7-16,-3-2 5 15,-3 2 1 1,-2 0-12-16,-4-2 0 16,-4 2 6-16,0-6 1 0,0-2 10 15,0 2-12-15,0-4 1 16,0 2 0-16,2-2 1 15,-2 8-1-15,2-2 0 0,-2 4-2 16,0 2 3 0,0-2-1-16,0 4 2 0,0-4-1 15,-2-1 7-15,0-4-8 16,0 0 1-16,2-4 8 16,0 4 3-16,-2-5-24 15,2 5 13-15,0 0-1 16,0-4 15-16,0 8-15 15,0-3 0-15,0 2 1 16,0 2 10-16,2-4-13 16,2 6 2-16,1-2 0 15,-1 0-6-15,0 4 1 16,3 0 5-16,0-2 11 0,2 2-11 31,-3 0 0-31,3 0 5 0,0 0-3 0,-4 0-4 16,1 0-5-16,-1 4 7 15,-3 0-2-15,0 5 3 16,-2-4-1-16,0 4 0 16,0-5 0-16,0 4 4 15,0-2-4-15,0-2 0 16,0 0-9-16,-2-4 15 16,-3 0-6-16,3-2 0 15,0-6 2-15,2 4-2 16,-2-2 0-16,2-6 0 15,0 2-1-15,0 0 6 0,0-2-14 16,0 2 5 0,0-2 4-16,0 6 0 0,6 6 5 15,3-4-5-15,3 8 0 16,-1 5 10-16,0 0-20 16,0 8 10-16,0-3 0 15,1 0 12-15,-4 2-6 16,1-6-6-16</inkml:trace>
  <inkml:trace contextRef="#ctx0" brushRef="#br1" timeOffset="90473.19">32130 12260 1129 0,'0'0'364'0,"0"0"-187"0,0 0-4 0,0 0-91 0,0 0 30 16,0 0-32-16,0 0 23 16,0-44-31-16,0 42-52 15,0 0 21-15,0 2 73 16,0 0-48-16,0-2-14 16,0 2-12-16,0 0 33 15,0 0 12-15,0 0-31 0,0 0 20 16,16 0-35-1,9 0-25-15,8 12-14 0,9 10-16 16,12 8 16 0,4 8 27-16,4 6-21 0,1 6 21 15,-3 5-13-15,-14 0-5 16,-10 8-9-16,-22 21-110 16,-10-14-224-16,-4-12-569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10:14:08.16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27133 2029 477 0,'0'0'199'16,"0"0"-132"-16,0 0-67 15,0 0-15-15,0 0 15 16,0 0 48-16,-127-24 0 16,111 21 83-16,3-2-60 15,-3 1-54-15,3-1-17 16,-3 5-24-16,-13 0-50 16,4 0-21-16,2 0-89 0</inkml:trace>
  <inkml:trace contextRef="#ctx0" brushRef="#br0" timeOffset="650.9">26635 1941 1277 0,'0'0'562'16,"0"0"-343"-16,0 0-5 16,0 0-55-16,0 0-2 15,0 0 6-15,0 0-104 16,-6-23-17-16,12 18-15 0,6 1-25 16,1-2-1-16,-1 6-1 15,-1 0-3-15,-1 10-7 16,-2 18 20-16,-2 12-5 15,-1 10 21-15,-1 6-26 16,0-4 16-16,6-3-16 16,3-11 0-16,7-10-16 15,9-11 16-15,9-10-34 16,6-7-13-16,7-19-84 16,-1-23-54-16,-4-18-5 15,-8-14-9-15,-7-4 117 16,-11 0-32-16,-9 11 70 15,-5 17 44-15,-6 22 104 16,0 21 94-16,-3 7-157 16,-13 31-17-16,-6 42 32 0,-5 36 42 15,3 36 6-15,4 10-15 16,9-29-23-16,3-36-2 16,4-38-64-16,2-7 13 15,0 0 8-15,-2 1-12 16,-3 0-9-16,-7-13 0 15,-3-8 1-15,-8-12 12 16,-2-7-13-16,-4-6 2 16,2 0 53-16,7-16-37 15,9-12 39-15,10-5-11 16,3-2-38-16,22-8-8 16,21 4-9-16,15-1-50 15,7 1-30-15,28-7-194 0,-18 8-192 16,-11 4-384-16</inkml:trace>
  <inkml:trace contextRef="#ctx0" brushRef="#br0" timeOffset="838.98">27409 2023 1603 0,'0'0'728'0,"0"0"-556"16,0 0-117-16,0 0 21 15,0 0 48-15,125-12-102 16,-76 12-16-16,-2 6-12 16,-4 14-134-16,-14 12-120 0,-10-6-301 15,-19-2-206-15</inkml:trace>
  <inkml:trace contextRef="#ctx0" brushRef="#br0" timeOffset="971.53">27343 2296 1950 0,'0'0'389'15,"0"0"-371"-15,0 0-4 16,0 0 114-16,0 0-97 16,153 4-31-16,-86-4-79 15,24 0-218-15,-14-15-293 16,-18 0-158-16</inkml:trace>
  <inkml:trace contextRef="#ctx0" brushRef="#br0" timeOffset="1618.16">28031 1956 1684 0,'0'0'521'0,"0"0"-324"16,0 0-39-16,0 0-7 16,0 0-99-16,0 0-49 15,0 0-3-15,14 39 0 16,-14 3 12-16,0 4-10 15,8-2-2-15,8-5 21 16,2-9-21-16,4-9-1 16,3-11-39-16,0-7 5 15,-2-3 22-15,0-15-29 0,-1-16-25 16,-4-12-12-16,-2-6-25 16,-5-4 1-16,-2 2 49 15,-2 10 54-15,-5 8 14 16,0 15 36-16,-2 8 11 15,0 7-3-15,0 3-29 16,0 0 1-16,0 0-30 16,0 0-2-16,0 0-14 15,0 0 16-15,0 0-1 16,0 0 1-16,0 0 0 16,0 0 12-16,0 0-12 15,0 0 1-15,0 0 82 16,0 0-25-16,0 0 9 0,0 0 11 15,0 0-65 1,0 0 25-16,0 0-37 0,0 0 11 16,0 0 12-16,0 0-16 15,0 0-9-15,0 0 1 16,0 0 0-16,0 0 5 16,0 0-5-16,0 0 0 15,0 0 3-15,0 0-3 16,0 0 0-16,0 0 0 15,0 0-4-15,0 0-4 16,0 0 8-16,0 0 0 16,0 0 5-16,0 0 2 0,0 0-14 15,0 0-7 1,0 0-144-16,-15 8-174 0,-8 10-274 16,-1 3 43-16</inkml:trace>
  <inkml:trace contextRef="#ctx0" brushRef="#br0" timeOffset="2075.37">28018 2057 838 0,'0'0'1028'16,"0"0"-744"-16,0 0-99 15,0 0 58-15,0 0-46 16,0 0-67-16,0 0-94 16,56-92-35-16,-27 68 11 15,-2 6-11-15,2 8-2 0,0 7-13 16,-4 3 14-1,-2 13-14-15,-5 23 10 0,-7 12 4 16,-7 12 18-16,-4 6-12 16,0 4 31-16,-2-3-20 15,-11-9-5-15,4-10 16 16,0-10-28-16,0-10-6 16,5-8 5-16,2-10 1 15,0-3 0-15,2-7-18 16,0 0 18-16,0-23-15 15,24-39 15-15,5-8-255 16,2-19-108-16,2-1 101 16,-15 26 160-16,-2 12 102 15,-11 22 90-15,-5 22 110 16,0 8-141-16,-14 18-43 0,-3 19 173 16,0 14-57-16,11 5-29 15,6 4-43-15,0-2-36 16,29-1 21-16,9-11-45 15,11-11-17-15,5-9 1 16,6-11-71-16,15-15-48 16,-12-6-167-16,-16-17-288 0</inkml:trace>
  <inkml:trace contextRef="#ctx0" brushRef="#br0" timeOffset="2399.75">28616 1441 1847 0,'0'0'366'0,"0"0"-239"15,0 0-58-15,0 0 101 16,0 0-82-16,0 0-70 15,0 0-18-15,91-6-16 16,-78 43 16-16,-13 11 0 16,0 6 0-16,-11 4 87 15,-7-8-38-15,5-6-9 0,9-10-11 16,4-7-23-16,0-5 18 16,23-7-24-16,11-1-47 15,31-14 38-15,-7 0-242 16,1 0-423-16</inkml:trace>
  <inkml:trace contextRef="#ctx0" brushRef="#br0" timeOffset="2557.64">29056 2034 1918 0,'0'0'556'16,"0"0"-498"-16,0 0-58 0,0 0-1 15,0 0-26-15,0 0-198 16,0 0-291-16</inkml:trace>
  <inkml:trace contextRef="#ctx0" brushRef="#br0" timeOffset="2638.97">29012 2296 1035 0,'0'0'705'15,"0"0"-705"-15,0 0-343 0</inkml:trace>
  <inkml:trace contextRef="#ctx0" brushRef="#br0" timeOffset="3388.69">29897 1666 1136 0,'0'0'486'0,"0"0"-283"16,0 0 81-16,0 0-37 16,0 0 41-16,0 0-100 15,0 0-122-15,-2-86 16 16,2 86-73-16,0 0-2 15,0 12-7-15,0 23-20 16,0 23 20-16,0 15 17 16,0 14-16-16,0 5 25 15,0-4-26-15,0-7 0 0,0-10-1 16,0-9-48-16,4-5-31 16,3-9-137-16,-7-12-243 15,0-12-199-15,0-19-346 0</inkml:trace>
  <inkml:trace contextRef="#ctx0" brushRef="#br0" timeOffset="3870.11">29554 2198 1568 0,'0'0'398'16,"0"0"-234"-16,0 0-78 16,0 0 14-16,0 0-29 0,0 0-60 15,160-72-11-15,-79 61-23 16,3 5-12-16,-1 4 35 15,-10 2 10-15,-15 2 9 16,-17 15-10-16,-15 5 33 16,-13-1-35-16,-6 4 26 15,-3-4-15-15,-2-5-2 16,0-3 2-16,4-5-18 16,0-4-28-16,5-4-2 15,7 0-16-15,5 0 3 16,3-9-47-16,1-4-9 15,-3-1 85-15,-3 4-31 16,-6 8 45-16,1 2 19 16,-3 12 0-16,3 17 30 15,-1 15-18-15,1 7 9 0,1 7 38 16,2 0-32-16,-1 0 7 16,-5-3 28-16,-5-6-31 15,-8-3 22-15,0-8-41 16,-2-6-1-16,-15-7 30 15,-6-9-59-15,-3-6 38 16,-1-6 13-16,2-4-35 16,3 0 17-16,6-18-12 15,8-12-21-15,8-10-1 16,0-10-79-16,31-36-91 16,-2 11-193-16,-2 5-633 0</inkml:trace>
  <inkml:trace contextRef="#ctx0" brushRef="#br0" timeOffset="4043.69">30350 1951 910 0,'0'0'1099'0,"0"0"-983"16,0 0-115-16,0 0 56 16,0 0 11-16,0 0-6 15,-29 130-59-15,6-92-3 16,-6-5-32-16,-19-14-159 15,5-9-83-15,5-10-448 0</inkml:trace>
  <inkml:trace contextRef="#ctx0" brushRef="#br0" timeOffset="4184.96">30155 1909 1855 0,'0'0'252'15,"0"0"-218"-15,-15 122 59 16,-10-61-84-16,-4 6 12 15,-2-4-21-15,0 4-43 16,11-16-194-16,9-17-410 0</inkml:trace>
  <inkml:trace contextRef="#ctx0" brushRef="#br0" timeOffset="4623.85">30167 1731 874 0,'0'0'1666'16,"0"0"-1413"-16,0 0-200 15,0 0-52-15,0 0 11 16,0 0-8-16,191-25-4 16,-108 31-237-16,-10 6-338 0</inkml:trace>
  <inkml:trace contextRef="#ctx0" brushRef="#br0" timeOffset="5288.95">30811 1939 1840 0,'0'0'201'16,"0"0"-201"-16,0 0 32 15,0 110 146-15,0-72-7 16,0-2-32-16,0-2-30 15,-2-6-85-15,2-5-15 16,0-9 6-16,0-6-6 16,0-8-10-16,0 0 1 15,0-3 0-15,0-21 0 0,18-10-70 16,6-9-64 0,9 0 96-16,-2 9 21 0,-2 12 16 15,-6 16 0-15,-9 6 1 16,-8 8 19-16,-6 20 17 15,0 4 43 1,0 0 0-16,-6 0-39 0,-6-4 6 16,3-10-46-16,5-5 8 15,0-8-23-15,4-2 15 16,0-3-27-16,0 0 10 16,0-8-18-16,6-19-12 15,15-5-210-15,-2 0 95 16,1 6 161-16,-7 8 1 0,-6 14 24 15,-4 4-11 1,-3 4-4-16,0 16 90 0,4 6-37 16,5-1-44-16,7-2 49 15,10-6-58-15,15-7 34 16,15-10-3-16,8 0-40 16,7-22-10-16,-2-15-54 15,-7-10-28-15,-8-11 26 16,-11-3-55-16,-15-2 30 15,-8 8 91-15,-11 10 0 16,-7 17 205-16,-2 16-18 16,0 12-151-16,0 10-36 15,-6 29 1-15,-7 16 44 16,1 12 12-16,1 3-40 16,5 0 6-16,-1-6-23 0,-2-10-15 15,-4-11 14-15,-8-9-102 16,-31-17-40-16,2-8-215 15,-4-9-482-15</inkml:trace>
  <inkml:trace contextRef="#ctx0" brushRef="#br0" timeOffset="5410.63">30853 1773 2340 0,'0'0'342'0,"0"0"-271"15,201-29-29-15,-52 29-42 16,43 19-42-16,-29 5-205 15,-27-5-328-15</inkml:trace>
  <inkml:trace contextRef="#ctx0" brushRef="#br0" timeOffset="5502.66">32169 1881 2228 0,'0'0'85'16,"0"0"-85"-16,0 0-713 0</inkml:trace>
  <inkml:trace contextRef="#ctx0" brushRef="#br0" timeOffset="6385.65">31164 1816 1068 0,'0'0'678'0,"0"0"-589"15,0 0 37-15,0 0 25 16,0 0 3-16,0 0-71 15,0 0-83-15,-43-15-34 16,67 23-3-16,7-1 37 16,1-2-2-16,-5-5 27 15,-9 0-17-15,-14-16 140 16,-4-9 32-16,-12 1-28 16,-19 2-152-16,-29 22-13 15,7 0-129-15,4 17-528 0</inkml:trace>
  <inkml:trace contextRef="#ctx0" brushRef="#br0" timeOffset="13427.71">26683 3650 1250 0,'0'0'343'15,"0"0"-273"-15,0 0-46 16,0 0 60-16,0 0-49 16,0 0 36-16,0 0-16 15,55-93-47-15,-42 77 81 0,3 2-42 16,-3 1-2-16,1 4 61 16,-1 3-106-16,-4 4 0 15,0 2 0-15,-2 2 24 16,-3 22-6-16,-2 13-5 15,-2 15 5-15,0 7 108 16,0 8-125-16,0-5 26 16,0-8-27-16,7-10 31 15,9-12-43-15,7-7 12 16,6-13-83-16,2-12 71 16,2 0-152-16,-2-29-13 15,-2-13 13-15,-7-11 4 0,-2-8 117 16,-2-1-5-16,-5 1 48 15,-2 11 29-15,-3 14 50 16,-6 14 157-16,0 12-10 16,-2 10-207-16,0 0 39 15,0 14-58-15,0 20 0 16,0 18 54-16,0 16-31 16,-2 12 36-16,-5 9-49 15,2 0 26-15,1-4 32 16,-1-6-68-16,1-11 0 15,0-14-7-15,-1-11 13 16,-2-14-6-16,-4-5 0 16,-4-6 10-16,-3-4-14 0,-3-6 4 15,4-6 0-15,-1-2 2 16,5 0-1-16,6-12 35 16,2-8 39-16,5-4-74 15,0-4 85-15,25-2-86 16,10-2-87-16,17 0 0 15,29-21-172-15,-10 10-229 16,-9 0-548-16</inkml:trace>
  <inkml:trace contextRef="#ctx0" brushRef="#br0" timeOffset="13600.92">27630 3670 1699 0,'0'0'540'16,"0"0"-540"-16,0 0-1 16,0 0-51-16,145-11 52 15,-76 11-10-15,-13 0-155 16,-9 4-218-16</inkml:trace>
  <inkml:trace contextRef="#ctx0" brushRef="#br0" timeOffset="13730.03">27688 3828 1974 0,'0'0'458'16,"0"0"-458"-16,0 0-55 15,0 0 49-15,205 12-26 16,-118-12-224-16,-5 0-481 0</inkml:trace>
  <inkml:trace contextRef="#ctx0" brushRef="#br0" timeOffset="14064.93">28263 3703 1162 0,'0'0'603'0,"0"0"-517"15,0 0 30-15,0 0-4 16,0 0-88-16,0 0 48 0,0 0-72 15,91-82 0-15,-75 74 40 16,-5 7 4-16,-7 1 13 16,-1 0-54-1,-3 17 39-15,0 13 30 0,0 7-43 16,0 5-27-16,0-5 28 16,4 0-30-16,8-9 0 15,3-5-9-15,7-8-83 16,5-11 80-16,4-4-163 15,1-7-113-15,-1-20-62 16,4-29 54-16,-6-5-249 16</inkml:trace>
  <inkml:trace contextRef="#ctx0" brushRef="#br0" timeOffset="14305.03">28662 3624 801 0,'0'0'614'0,"0"0"-288"16,0 0-137-16,0 0-153 16,0 0 27-16,0 0 108 15,-23 151-66-15,15-70 93 16,-1 7-135-16,0 2-12 15,2-2 17-15,0-10-62 16,-1-8 45-16,-4-17-51 16,-1-11 18-16,0-14 16 15,-3-8-34-15,1-12 0 16,1-6 34-16,-1-2-28 16,5-3 45-16,8-26-51 15,2-11-13-15,18-15-20 16,24-8-87-16,12-11-30 15,8-7-40-15,23-35-159 16,-18 20-235-16,-9 10-529 0</inkml:trace>
  <inkml:trace contextRef="#ctx0" brushRef="#br0" timeOffset="14473.18">28996 3400 1859 0,'0'0'491'0,"0"0"-427"15,0 0 21-15,0 0-60 16,-83 102-25-16,55-33 91 15,6 8-81-15,10 2 36 16,12-4-46-16,0-7-40 16,16-10 7-16,15-10-89 15,23-22-57-15,-10-12-173 16,-6-14-449-16</inkml:trace>
  <inkml:trace contextRef="#ctx0" brushRef="#br0" timeOffset="14839.81">29123 3657 1056 0,'0'0'973'0,"0"0"-775"16,0 0-188-16,0 0 42 15,0 0 95-15,0 0-48 16,29 141 74-16,-29-99-104 16,0-2-55-16,-4-6 97 15,-3-6-110-15,1-8 8 16,4-8-9-16,2-4 27 15,0-8-83-15,0 0 48 0,4-10-90 16,15-21 97-16,10-18-297 16,-2-5-33-1,-6 0 100-15,-8 9 231 16,-10 19 279-16,-3 14 34 0,0 12-149 16,0 0-23-16,-3 20-109 15,-6 13 41-15,5 5-63 16,4 7 34-16,0-2-25 15,18-2-19-15,11-7-52 16,6-9 50-16,5-12-80 16,-4-10-110-16,-1-29-31 15,-8-16-153-15,-11-12-294 0</inkml:trace>
  <inkml:trace contextRef="#ctx0" brushRef="#br0" timeOffset="14974.53">29758 3435 937 0,'0'0'1463'0,"0"0"-1258"15,0 0-132-15,0 0 11 16,81 140-75-16,-81-72 44 16,-11 10-53-16,-30 8-97 15,-38 16-58-15,3-21-481 16,7-25-875-16</inkml:trace>
  <inkml:trace contextRef="#ctx0" brushRef="#br0" timeOffset="15559.04">26730 4471 2116 0,'0'0'251'15,"189"0"-236"-15,7-10 7 0,53-3-21 16,33-3 220-16,5 1-99 16,-17 1-34-16,-9 0-1 15,-30 2-86-15,-30 3 56 16,-34 4-46-16,-41 5 35 15,-35 0-92-15,-11-4 35 16,-33 2-295-16,-12-4-444 0</inkml:trace>
  <inkml:trace contextRef="#ctx0" brushRef="#br0" timeOffset="17819.12">27469 5119 1579 0,'0'0'208'0,"0"0"-195"15,0 0 9-15,0 0 32 16,0 0 165-16,0 0-84 16,0-6 48-16,0 29-182 15,5 16 15-15,1 17 143 16,-1 15-101-16,-2 7 15 16,-3 2-73-16,0-3 25 0,0-11-14 15,0-12-11-15,0-11 0 16,0-8-24-16,6-7 0 15,1-9-64-15,-1-2-107 16,-2-17-145-16,-4 0 69 16,0-6-117-16</inkml:trace>
  <inkml:trace contextRef="#ctx0" brushRef="#br0" timeOffset="17992.64">27385 5145 1309 0,'0'0'684'0,"0"0"-644"16,0 0-9-16,172-60-19 16,-106 56-12-16,3 4 0 15,-7 0-9-15,-6 11 15 16,-13 16-12-16,-19 25-170 0,-14-6-148 16,-10-4-35-16</inkml:trace>
  <inkml:trace contextRef="#ctx0" brushRef="#br0" timeOffset="18143.92">27202 5538 2096 0,'0'0'569'15,"0"0"-569"-15,0 0 0 16,0 0-15-16,138 0 15 16,-58 0 57-16,11 0-57 15,39 0-169-15,-25 0-163 16,-18-10-388-16</inkml:trace>
  <inkml:trace contextRef="#ctx0" brushRef="#br0" timeOffset="18362.58">28225 5101 2097 0,'0'0'386'0,"0"0"-377"16,0 0 62-16,0 0-50 15,-132 108 24-15,99-50 62 16,9 7-86-16,17 3 13 16,7 4-34-16,9-3 26 0,27-6-81 15,12-10-47-15,47-18-165 16,-14-15-268-16,-6-17-544 0</inkml:trace>
  <inkml:trace contextRef="#ctx0" brushRef="#br0" timeOffset="18750">28402 5351 1964 0,'0'0'363'16,"0"0"-342"-16,0 0 3 16,0 0-24-16,131-26 9 15,-96 30-2-15,-6 21 130 0,-8 9-136 16,-13 10 50-1,-8 8 49-15,0 6-36 0,-18 0 67 16,-1-4-131-16,3-11 8 16,5-11-19-16,4-14 11 15,7-12-46-15,0-6 45 16,0-3-25-16,13-28 1 16,12-20-253-16,0-13-276 15,-4-3 357-15,0 2 197 16,-11 14 4-16,-4 22 393 15,-4 12-43-15,-2 14-95 16,0 3-239-16,0 3 9 16,0 24 19-16,0 13-40 15,0 12 5-15,9 6-13 16,11 0-75-16,11-7-90 0,29-20-199 16,-9-14-206-1,-2-17-1072-15</inkml:trace>
  <inkml:trace contextRef="#ctx0" brushRef="#br0" timeOffset="18917.9">29043 5513 1145 0,'0'0'1502'0,"0"0"-1392"16,0 0-105-16,0 0-5 16,-20 144 0-16,18-101 10 0,2-5-10 15,6-3-54 1,23-12-108-16,32-23-135 0,-8 0 89 15,-5-19-455-15</inkml:trace>
  <inkml:trace contextRef="#ctx0" brushRef="#br0" timeOffset="19305.66">29318 5386 1879 0,'0'0'749'0,"0"0"-749"15,0 0-11-15,0 0 10 16,0 0 2-16,24 113 37 15,-2-78-38-15,11-5-82 16,4-11 21-16,2-14-41 16,-3-5-3-16,-7-14-87 15,-11-18-104-15,-7-4 183 0,-11-3-12 16,0 4 68 0,0 9 57-16,0 12 191 0,0 12 109 15,-6 2-181-15,-3 28-109 16,-3 21 218-16,1 21-135 15,-3 11 7-15,4 8 22 16,-3 0-37-16,1-6 30 16,-1-11-115-16,1-12 22 15,1-14 38-15,3-16-60 16,0-13 0-16,4-10 46 16,4-5-34-16,0-2 99 15,0-2-111-15,0-22 13 16,20-20-41-16,12-14-43 0,7-20-77 15,29-59-129 1,-11 17-372-16,-5 8-439 0</inkml:trace>
  <inkml:trace contextRef="#ctx0" brushRef="#br0" timeOffset="19472.79">29928 5066 2116 0,'0'0'484'15,"0"0"-483"-15,0 0 71 16,0 0-52-16,89 151 1 15,-89-39 66-15,0-3-78 16,-13-6 43-16,-9-20-52 16,4-25-66-16,-3-2 34 15,8 2-156-15,5-21-107 16,8-19-507-16</inkml:trace>
  <inkml:trace contextRef="#ctx0" brushRef="#br0" timeOffset="19667.91">30336 5434 523 0,'0'0'2037'16,"0"0"-1840"-16,0 0-157 16,0 0-40-16,147-13 0 15,-82 8 52-15,7-2-52 16,-6 4-45-16,-6 3-261 15,-18 0-380-15,-26 0-962 0</inkml:trace>
  <inkml:trace contextRef="#ctx0" brushRef="#br0" timeOffset="19798.04">30309 5591 1517 0,'0'0'1066'16,"0"0"-1023"-16,0 0-31 15,0 0-12-15,0 0 65 16,184 68-65-16,-57-68-98 15,-15-2-151-15,-11-19-850 0</inkml:trace>
  <inkml:trace contextRef="#ctx0" brushRef="#br0" timeOffset="20015.62">31054 5348 2039 0,'0'0'638'0,"0"0"-558"0,0 0-78 16,0 0 13-16,-2 122 159 15,39-81-150-15,38 0 3 16,4-10 14-16,15-15-27 16,1-15-11-16,-23-5-3 15,-7-23-28-15,-23-10-20 16,-24-7 14-16,-18 0-125 16,-25 0-48-16,-60 2-285 15,4 12-29-15,0 9-93 0</inkml:trace>
  <inkml:trace contextRef="#ctx0" brushRef="#br0" timeOffset="21505.01">29438 5750 1061 0,'0'0'611'16,"0"0"-475"-16,0 0 27 15,0 0 86-15,0 0-38 16,0 0 39-16,0 0-173 16,11-12-23-16,-11 12-38 0,0 0 19 15,0 0-13-15,0 11-22 16,0 24-1-16,-9 40 1 15,-22 37 16-15,-18 33 29 16,-5 7-32-16,8-28 26 16,10-35 12-16,11-39-51 15,5-10 0-15,-3-2-6 16,2 2 16-16,-6-4-10 16,2-8 0-16,1-8 18 15,-1-6 2-15,3-4-20 0,2-6 0 16,-1-4-3-16,4 0 12 15,-3 0-9-15,3-16 0 16,-2-4 1-16,1-2 13 16,3 1-14-16,-1-2 0 15,5 5-12-15,0 1 31 16,2 2-19-16,4 1 0 16,1 0 1-16,0 2-1 15,4-2 0-15,0-2 0 16,0-3-9-16,0-1 30 15,0-4-42-15,0-3 20 16,6-6-49-16,1-4-5 16,0-6 16-16,-3 2-38 15,-1-2 53-15,-3 3 24 16,0 6 16-16,0 4-16 16,0 4 0-16,0 5 22 0,0 4-22 15,0 3 0-15,0 4 47 16,-3 2-46-16,3 6 61 15,0 0-62-15,0 2 0 16,0 0-9-16,0 0 9 16,0 0 0-16,0 0-6 15,0 0 33-15,0 0 1 16,0 0-28-16,0-2 0 16,0-3 18-16,0-2-18 15,0-3 0-15,-2 0-9 16,-3 2 24-16,-6 4 30 15,-11 4-45-15,-12 0 0 0,-16 14-40 16,-16 18 40-16,-3 7 0 16,3 10-9-1,10-5 6-15,14-7-27 16,15-8-1-16,15-14-122 0,12-6-44 16,23-13-174-16,18-20 41 15,-2-8-493-15</inkml:trace>
  <inkml:trace contextRef="#ctx0" brushRef="#br0" timeOffset="21617.18">28803 5949 1840 0,'0'0'659'16,"0"0"-482"-16,0 0-134 15,149 25 49-15,-105 17-92 0,8 24-116 16,-15-6-124-16,-8-16-949 16</inkml:trace>
  <inkml:trace contextRef="#ctx0" brushRef="#br0" timeOffset="24744.99">28526 5639 2076 0,'0'0'617'0,"0"0"-490"16,0 0-103-1,0 0 9-15,0 0-66 16,0 0 9-16,0 0-284 16,47 6-183-16,-21-6-1080 0</inkml:trace>
  <inkml:trace contextRef="#ctx0" brushRef="#br0" timeOffset="25631.98">29650 5566 1798 0,'0'0'868'15,"0"0"-740"-15,0 0-77 16,0 0-21-16,0 0-28 16,0 0 164-16,0 0-166 15,0-7 0-15,0 7 29 16,0 0-28-16,2 0 39 16,-2 0-40-16,0 0 14 15,2 0-4-15,-2 0-10 16,0 0-1-16,0 0-19 15,2 0 40-15,-2 0-13 0,0 0-7 16,0 0 0-16,0 0-13 16,2 0 13-16,-2 0 0 15,0 0-20-15,0 0 47 16,0 0-24-16,0 0-3 16,0 0 0-16,3 0-1 15,-3 0 1-15,2 0 0 16,-2 0-14-16,0 0 43 15,0 0-20-15,0 0-9 16,0 0 0-16,0 0-15 0,2 0 15 16,-2 0 0-16,0 0-12 15,0 0 40 1,0 0-25-16,0 0-3 16,0 0 0-16,0 0-9 0,0 0 9 15,0 0 0-15,0 0-1 16,0 0 22-16,0 0-17 15,0 0-4-15,0 0 0 16,0 0-13-16,0 0 13 16,0 0 0-16,0 0-2 15,0 0-5-15,0 0-28 16,0 0-20-16,0 0-125 16,0 0-69-16,0-2-476 15,-2-5-813-15</inkml:trace>
  <inkml:trace contextRef="#ctx0" brushRef="#br0" timeOffset="31152.8">31426 5177 1536 0,'0'0'258'16,"0"0"-214"-16,0 0-23 0,0 0 58 15,0 0-1-15,0 0 5 16,0 0 11-16,-15-44-86 16,1 30-7-16,-1-1-1 15,-3 3 22-15,-2-1 27 16,-7 1-49-16,-4 2 0 15,-8-1-21-15,-3 4 23 16,-7-1-2-16,-6 0 0 16,-5 0 10-16,-2 1-19 15,-4 2 9-15,2 1 0 16,-1 0-20-16,5-3 27 16,4 4-7-16,3-3 0 15,4 0 2-15,2-2 2 16,2 0-4-16,-2-2 0 0,3-2-19 15,-5 2 34-15,-2-2-15 16,-5 2 0-16,-2-1 7 16,-2 3-13-16,-5 3 6 15,-4-2 0-15,-2 2-12 16,-7-4 27-16,-3 4-12 16,1-6-3-16,0 2 0 15,6-1-4-15,7-3 4 16,3 1 0-16,4 1-6 15,2-1 22-15,0 0-13 16,0-1-3-16,-3 5 0 16,1 0-9-16,-6 3 9 15,-1 0 0-15,-3 1-13 16,-1 4 33-16,2 0-17 16,-5 0-3-16,3 0 0 15,0 2-16-15,-1 8 16 0,5 1 0 16,1 2-15-16,3-1 37 15,3 2-23-15,2 2 1 16,-2 0 0-16,2 3-19 16,2 1 19-16,0 1 0 15,3 5-9-15,4 4 28 16,3-1-29-16,3 5 10 16,5 2 0-16,3 2-28 15,1 2 28-15,5 0 0 16,2 2-14-16,3 2 34 0,1 1-25 15,4 1 5-15,0 0 0 16,6 0-25-16,0 2 25 16,2 1-28-16,1-2 19 15,4 1-28-15,1-2 14 16,5-1 4-16,0-3 5 16,0-2-34-16,14-2 46 15,4 2-19-15,6-2 20 16,5 2-31-16,7-3 2 15,6-4 23-15,5 1 4 16,7-3-32-16,4-4 35 16,4 2-12-16,5-1 5 15,6-2-50-15,8 0 23 16,4 0 31-16,6-2 3 16,2 0-20-16,5-2 29 0,0 0-9 15,18 5 0-15,25-3 16 16,28 2-21-16,11-6 5 15,-5-6 0-15,-8-6-16 16,-18-6 22-16,8-2-6 16,1 0 0-16,0 0 13 15,0-12-14-15,0-5 1 16,-1-1-3-16,-3-1-15 16,-7-4 24-16,-7-2-6 15,-26 1 0-15,-23-1 6 16,-20 2 4-16,-9-2-9 15,8-8-1-15,5-13 46 16,6-5-14-16,-12-9 47 0,-11-8 64 16,-14-5-56-16,-17-7 133 15,-15-4-64-15,-12-4-29 16,-16-3 13-16,-29 8-110 16,-33 6-30-16,-45 15-5 15,-46 26-196-15,-16 16 34 16,35 20-422-16,46 0-741 0</inkml:trace>
  <inkml:trace contextRef="#ctx0" brushRef="#br0" timeOffset="39873.97">1808 2456 940 0,'0'0'292'0,"0"0"-119"15,0 0-45-15,0 0-19 16,0 0-38-16,0 0 49 16,4-21-45-16,-4 18-23 0,0 1 4 15,0 0 7-15,0 0 3 16,0 2-1-16,0 0-18 16,0 0 10-16,0 0-19 15,0 0 21-15,0 0-7 16,0 0-25-16,0 0-8 15,0 0 45-15,-7-2-49 16,-8 2 2-16,-8 0-17 16,-4 0 0-16,-6 4 3 15,-5 16-3-15,-2 6 0 16,0 10 22-16,2 5-22 16,5 0 24-16,8 6-14 15,12-4 11-15,11 0 12 16,2-4-33-16,11-4 0 15,20-7 3-15,6-6 7 0,8-8-10 16,9-8 0-16,3-6-9 16,3-4 9-16,6-22-108 15,-4-12-20-15,1-6-67 16,-5-7-100-16,2-28-83 16,-16 12-120-16,-11 5-522 0</inkml:trace>
  <inkml:trace contextRef="#ctx0" brushRef="#br0" timeOffset="40434.78">2199 2264 681 0,'0'0'608'0,"0"0"-312"16,0 0-55-16,0 0-93 16,-15-116-30-16,11 109-29 15,-1 7-44-15,1 0-45 16,-3 23-42-16,-4 21 42 0,0 19 21 16,-3 17 66-1,1 11 11-15,2-1-12 0,0-5-36 16,4-11-5-16,5-13-29 15,2-10 10-15,0-12-26 16,0-13-9-16,11-11 7 16,5-9-48-16,3-6-5 15,6-1 28-15,4-28-25 16,2-9-101-16,3-6-44 16,-8 0 56-16,-5 10 87 15,-10 15 54-15,-5 7 88 16,-6 12-63-16,0 3-12 0,0 18 60 15,0 8 48-15,0 2-19 16,0 1-9-16,0-3-59 16,0-5 8-16,10-6-23 15,7-5-8-15,8-8-11 16,2-3-2-16,2-2-44 16,2 0 27-16,-4-13-45 15,-4-2 28-15,-4 1 26 16,-9 6 10-16,-4 4 9 15,-4 4 1-15,2 0-8 16,0 12 50-16,5 6 1 16,9-1-10-16,2-2-6 15,2-5-17-15,5-8 3 0,-4-2-14 16,-4-4 3 0,-3-19 31-16,-7-6-32 0,-9-7 5 15,0 0-15-15,-4 0-1 16,-14 4-8-16,-2 10-22 15,-3 12-50-15,-6 10-49 16,7 15-364-16,5 6-484 0</inkml:trace>
  <inkml:trace contextRef="#ctx0" brushRef="#br0" timeOffset="42110.97">2871 2831 1573 0,'0'0'307'16,"0"0"-181"-16,0 0-50 16,0 0 12-16,0 0 8 15,0 0-8-15,127-50-7 16,-69 16-42-16,2-7-39 15,3-6-23-15,-3-3-33 16,-10-4-36-16,-9 0 23 16,-12 1-14-16,-14 3 21 15,-8 3 25-15,-7 6 37 16,0 7 37-16,-5 10 22 0,-10 7 6 16,-1 12 13-16,-1 5-61 15,-1 8-16-15,-3 27 8 16,4 16 17-16,3 13 36 15,3 8-8-15,3 2-26 16,6-2 33-16,-1-7-30 16,3-11-2-16,0-15-11 15,0-7-17-15,0-13 9 16,0-11-10-16,0-4-34 16,5-4 20-16,3 0 11 15,5-22 2-15,8-12-81 16,1-4-23-16,3-3-12 0,-6 9-12 15,-5 13 69-15,-7 10 58 16,-5 9-8 0,-2 9 10-16,0 21 44 0,0 5 53 15,0 6 11-15,0-1-38 16,0-4-48-16,2-8 27 16,21-6-48-16,6-10 6 15,8-9-7-15,7-3-31 16,8-11-18-16,2-15-83 15,-5-10-52-15,-3-8-1 16,-6-1 7-16,-11 4 58 16,-10 4 120-16,-13 13 11 15,-6 14 213-15,-6 10-43 16,-23 0-144-16,-7 27 37 0,-4 7 87 16,-1 6-48-1,6 0-26-15,8 1-14 16,10-10-36-16,9-4-14 0,8-10-23 15,0-7-1-15,12-6-67 16,13-4 27-16,6-4-14 16,7-20-57-16,-1-10-123 15,-1-5-10-15,-7 2 20 16,-9 5 52-16,-7 9 173 16,-9 13 121-16,-4 10-37 15,0 0-59-15,0 15 98 16,0 9 104-16,-4 5-31 0,4 0-60 15,0-3-90 1,0-6-18-16,7-8-16 0,9-4-12 16,4-6 2-16,4-2-2 15,-2 0-24-15,3-17-1 16,-2-6-67-16,-2 0 6 16,-3-2 37-16,-1 6 49 15,-7 8 5-15,-1 7 20 16,-5 4 21-16,-4 0-15 15,2 18 24-15,-2 3 17 16,0 6-21-16,4-3-2 16,-4-6 4-16,2-6-53 15,-2-8 0-15,2-4 11 16,2 0-11-16,1 0-9 16,5-12-17-16,6-10-53 0,2-2 16 15,4-3 16-15,-1 6 37 16,-4 7 10-16,-3 10 10 15,-3 4 21-15,0 1 8 16,-4 20 22-16,-1 5 34 16,1 2-30-16,-5-4-22 15,2-4-10-15,-1-8-22 16,0-6 15-16,5-6-26 16,3 0-15-16,11-4 6 15,12-16-55-15,6-6-55 16,3-3 62-16,-1 6 38 15,-5 5 19-15,-5 10-10 0,-8 8 10 16,-6 3 3-16,-5 22-2 16,-3 8-1-16,-6 6 0 15,-4 5-45-15,-6 7-100 16,-17-11-212-16,1-13-398 0</inkml:trace>
  <inkml:trace contextRef="#ctx0" brushRef="#br0" timeOffset="42335.98">3662 2360 2008 0,'0'0'721'16,"0"0"-588"-16,0 0-105 15,0 0-19-15,0 0 0 16,0 0-9-16,0 0 0 16,174-9-63-16,-100 16-438 15,-10-5-1236-15</inkml:trace>
  <inkml:trace contextRef="#ctx0" brushRef="#br0" timeOffset="43587.82">28243 7084 179 0,'0'0'1943'15,"0"0"-1661"1,0 0-246-16,0 0-10 0,0 0 3 15,0 0 3-15,34 0 8 16,-3 6-32-16,7 8-8 16,-1 10 1-16,-1 9 14 15,-11 6-12-15,-13 8 24 16,-12 8 4-16,0 3 50 16,-10-3-42-16,-13 0-8 15,4-12-9-15,0-10-8 0,9-14-1 16,2-6-13-16,8-12 1 15,0-1-8-15,12-9 7 16,17-22-44-16,13-16-213 16,7-13 6-16,0-9-36 15,-8 2-101-15,-12 14 388 16,-16 14 56-16,-13 25 279 16,-7 14-146-16,-26 13-110 15,-3 22 6-15,1 9 40 16,10 2-13-16,13 3-36 15,12-3 0-15,10-4-58 16,28-8-18-16,13-8-35 16,12-12-142-16,20-14-145 15,-11-14-353-15,-18-9-839 0</inkml:trace>
  <inkml:trace contextRef="#ctx0" brushRef="#br0" timeOffset="43830.84">28827 6936 1420 0,'0'0'547'0,"0"0"-512"15,0 0-21-15,0 0 104 16,0 0-34-16,125 17 24 16,-116 24 48-16,-9 10-49 15,0 4 8-15,-13 4-24 16,-8-9-28-16,7-9-17 15,6-10-46-15,8-9 12 16,4-6-12-16,27-7-70 16,43-9-30-16,-7 0-378 0,-2-9-855 0</inkml:trace>
  <inkml:trace contextRef="#ctx0" brushRef="#br0" timeOffset="44012.64">29195 7381 1884 0,'0'0'310'0,"0"0"-275"16,0 0 32-16,0 0 11 15,0 0 5-15,129 34-66 0,-77-34-17 16,-2 0-155 0,0 0-55-16,-6-20-1 15,-10 0-346-15,-12-4-381 0</inkml:trace>
  <inkml:trace contextRef="#ctx0" brushRef="#br0" timeOffset="44544.43">29500 7217 1073 0,'0'0'633'0,"0"0"-548"15,0 0-15-15,-49 114 26 16,36-59-15-16,9 3-25 16,4-9 14-16,2-3-44 15,25-10-26-15,6-12-11 16,9-13-45-16,3-11-8 15,-3 0-38-15,-2-27-139 16,-7-4-119-16,-8-10-211 0,-7 1 2 16,-7 4 569-16,-7 8 730 15,-2 7-72-15,-2 14-259 16,0 7-200-16,0 0-125 16,0 10-21-16,0 12 12 15,0 2 14-15,12 2-41 16,10-2-38-16,7-6-25 15,7-10 1-15,2-8 24 16,-5 0-92-16,-4-12-77 16,-6-12-64-16,-12-4-50 15,-5 1 125-15,-4 2 158 16,-2 9 35-16,0 12 226 16,0 4-81-16,0 11-117 0,-11 30 94 15,1 17-22-15,-2 14 22 16,1 16-17-16,-3 2-56 15,3 2 35-15,-2-8-70 16,-5-12-17-16,0-14-13 16,-6-14-4-16,0-14-3 15,-5-9 11-15,0-14-16 16,2-7 44-16,4-2-38 16,12-26 10-16,11-14-23 15,5-16-17-15,32-12-53 16,17-8-109-16,31-41-209 15,-12 23-164-15,-8 7-1144 0</inkml:trace>
  <inkml:trace contextRef="#ctx0" brushRef="#br0" timeOffset="44762.49">30182 6930 2036 0,'0'0'506'16,"0"0"-460"-16,0 0 28 15,0 0-20-15,0 0 16 16,85 104 21-16,-79-52-54 16,-6 3 1-16,0-6-35 15,0-4 4-15,0-10 3 16,0-10-10-16,0-4 0 16,14-4-62-16,37-8-129 15,0-4-174-15,3-5-825 0</inkml:trace>
  <inkml:trace contextRef="#ctx0" brushRef="#br0" timeOffset="44930.21">30566 7381 2244 0,'0'0'298'0,"0"0"-268"16,0 0 114-16,0 0-35 15,0 0-68-15,0 0-12 16,125 54-29-16,-84-37-23 15,-9-2-218-15,-14-4-305 16,-18-4-403-16</inkml:trace>
  <inkml:trace contextRef="#ctx0" brushRef="#br0" timeOffset="45045.52">30510 7556 1343 0,'0'0'1019'16,"0"0"-775"-1,0 0-201-15,116 26-37 0,-43-21-6 16,10 2-74-16,37-7-155 15,-20 0-308-15,-13 0-1014 0</inkml:trace>
  <inkml:trace contextRef="#ctx0" brushRef="#br0" timeOffset="45361.21">31361 7227 1743 0,'0'0'493'16,"0"0"-336"-16,0 0 34 15,0 0-91-15,0 0-52 0,0 0-36 16,0 0-6-16,-6 101 35 16,-3-34 0-16,-2 8-32 15,-2 3 3-15,-4-1-12 16,-2 1-21-16,-6-11-30 16,-6-9-129-16,-4-12-105 15,-6-13-48-15,-1-15-38 16,4-11 119-16,9-7 252 15,13 0 342-15,16 0 177 16,2-9-253-16,37-3-7 0,36 0-103 16,44 3-78-1,36 7-54-15,15 2-24 0,-14 0-157 16,-52 0-209-16,-39 0-767 0</inkml:trace>
  <inkml:trace contextRef="#ctx0" brushRef="#br0" timeOffset="49266.04">29409 8923 1064 0,'0'0'898'16,"0"0"-814"-16,0 0-59 0,0 0-25 15,0 0 106 1,0 0-100-16,0 0 17 0,25 46 30 16,-25-4 14-16,0 7-14 15,0-3-23-15,6-7-29 16,9-4-1-16,10-12-22 16,10-11-78-16,21-12-100 15,-6-19-342-15,-8-11-226 0</inkml:trace>
  <inkml:trace contextRef="#ctx0" brushRef="#br0" timeOffset="49415.04">29781 8860 1290 0,'0'0'537'0,"0"0"-346"15,0 0-137-15,0 0-41 16,0 0 41-16,0 0 147 16,-27 150-85-16,14-77-36 0,4 6-43 15,6-1-28 1,3-4-9-16,6 6-98 0,11-19-120 15,3-19-453-15</inkml:trace>
  <inkml:trace contextRef="#ctx0" brushRef="#br0" timeOffset="49642.64">30095 9002 411 0,'0'0'1893'0,"0"0"-1648"15,0 0-221-15,0 0 16 16,0 0 27-16,154 0-42 16,-91 0-25-16,8 0-171 15,-15 4-373-15,-23 1-631 0</inkml:trace>
  <inkml:trace contextRef="#ctx0" brushRef="#br0" timeOffset="49760.75">30057 9210 2038 0,'0'0'197'0,"0"0"-166"16,0 0-31-16,172 2 0 15,-89-2-74-15,-8-4-562 0</inkml:trace>
  <inkml:trace contextRef="#ctx0" brushRef="#br0" timeOffset="50301.68">30773 9027 2266 0,'0'0'464'0,"0"0"-431"16,0 0-6-16,0 0 67 15,0 0-82-15,138-21-12 16,-78 14-36-16,0 3-144 15,7-3-79-15,-15-2-325 16,-17 1-1032-16</inkml:trace>
  <inkml:trace contextRef="#ctx0" brushRef="#br0" timeOffset="50483.68">31063 8857 1177 0,'0'0'959'0,"0"0"-830"15,0 0-129-15,0 0 12 16,0 0 12-16,0 0-12 16,-20 119 16-16,8-57-28 15,2-1-27-15,-7 16-98 16,7-18-162-16,1-18-409 0</inkml:trace>
  <inkml:trace contextRef="#ctx0" brushRef="#br0" timeOffset="50626.75">30751 9307 927 0,'0'0'1348'0,"0"0"-1131"16,0 0-174-16,0 0 109 15,0 0-48-15,0 0-104 16,147 0-28-16,-56 17-145 16,-13-2-300-16,-8-6-373 0</inkml:trace>
  <inkml:trace contextRef="#ctx0" brushRef="#br0" timeOffset="51087.99">31493 9041 912 0,'0'0'722'15,"0"0"-662"-15,0 0 106 16,0 0 38-16,-13 131-16 16,13-93-65-16,0-1-69 15,4-6-8-15,10-7-6 16,1-7-36-16,-1-6-2 0,1-7-4 15,1-4-8 1,-1-4-2-16,-1-24-84 0,-3-10-84 16,-2-12-69-16,-3-14-60 15,-1-6-8-15,0-4-34 16,1 0 351-16,3 7 486 16,2 9 17-16,5 7-141 15,6 12-29-15,9 7-133 16,13 6-103-16,10 3-64 15,13 9-32-15,11 5-1 16,5 4-6-16,3 5-27 16,1 0 10-16,12 2-104 0,-26 10-160 15,-15-3-371-15</inkml:trace>
  <inkml:trace contextRef="#ctx0" brushRef="#br0" timeOffset="52593.06">31716 9249 977 0,'0'0'970'0,"0"0"-778"0,0 0-69 16,0 0 68 0,0 0-145-16,0 0-46 0,0 0-56 15,131-113-20-15,-97 81-10 16,-7-1 14-16,-5 3 70 16,-5 6 2-1,-5 6 13-15,-5 9 165 0,-7 4-65 16,0 5-71-16,0 0-42 15,0 10-2-15,-7 19 2 16,-7 8 27-16,3 8-27 16,5 5-23-16,6 4-79 15,0-15-128-15,11-10-446 0</inkml:trace>
  <inkml:trace contextRef="#ctx0" brushRef="#br0" timeOffset="52733.98">32092 9128 2020 0,'0'0'161'16,"0"0"-161"-16,0 0-13 15,0 0 7-15,143 14-29 16,-101-6-273-16,-6-4-809 0</inkml:trace>
  <inkml:trace contextRef="#ctx0" brushRef="#br0" timeOffset="52946.63">32460 9053 191 0,'0'0'1559'15,"0"0"-1399"-15,0 0-74 16,0 0 111-16,-13 104-9 0,-3-65-28 16,1-3-77-16,1-7-42 15,5-8-7-15,5-7-34 16,2-5-1-16,2-7-63 15,0-2-54-15,6-2-20 16,28-42-107-16,-1 3-513 16,-2-3-246-16</inkml:trace>
  <inkml:trace contextRef="#ctx0" brushRef="#br0" timeOffset="53070.51">32460 9053 1505 0,'50'41'584'0,"-69"-20"-410"15,2 6-22-15,1 0-45 16,12 4-28-16,4-5-31 15,0-3-48-15,6-6-33 16,19-9-67-16,15-8-54 0,-4-13-156 16,-9-13-636-16</inkml:trace>
  <inkml:trace contextRef="#ctx0" brushRef="#br0" timeOffset="53230.91">32676 8925 970 0,'0'0'1361'0,"0"0"-1217"15,0 0-126-15,0 0 42 16,0 0 17-16,0 0-19 16,6 116-42-16,11-93-16 15,10-5-49-15,18-13-92 0,-5-2-220 16,-7-3-597-16</inkml:trace>
  <inkml:trace contextRef="#ctx0" brushRef="#br0" timeOffset="54094.28">29492 9726 1592 0,'0'0'397'0,"0"0"-318"16,0 0-60-1,0 0 127-15,206 19-14 16,0-19-64-16,47 0-4 15,31-5-42-15,-5-12-1 0,-26 3-20 16,-4 2-1-16,-18 4 0 16,-19-1-46-16,-32-3-65 15,-53 1-236-15,-40-1-911 0</inkml:trace>
  <inkml:trace contextRef="#ctx0" brushRef="#br0" timeOffset="55766.31">31272 6852 1132 0,'0'0'158'16,"0"0"-82"-16,0 0 21 16,-167-91 9-16,112 63 2 15,-6 0-69-15,3 0 9 0,0 0 6 16,2 0-13-16,-2 2 15 15,-2-4 4-15,-4 2-13 16,-3 2 11-16,-8 0-30 16,-4 3-13-16,-4 6 6 15,-4-1-20-15,-2 2-1 16,-4 1 0-16,-5 0 0 16,0-1 5-16,0 0-5 15,1 0 0-15,4-3 5 16,1 3 5-16,-1 0-17 15,1 2 7-15,-3 2 0 16,-5 2 24-16,-3 6-23 16,0 2 6-16,1 2-6 0,1 0-1 15,1 0 0 1,2 12 0-16,-2 6 0 0,-1 4 3 16,-1 7-3-16,-1 3 0 15,-3 4 0-15,0 7 6 16,2 4-8-16,4 6 2 15,11 7 0-15,8 11 7 16,14 27-6-16,25 43-1 16,35 41 25-16,11 21-24 15,52-7 40-15,18-19-22 16,4-30-17-16,7-11 22 16,-9-26-24-16,-9-24 11 15,-7-20 1-15,23 4-4 16,39 15 6-16,59 15-6 15,37 0-7-15,13-25 35 16,6-24-30-16,-7-20-6 0,9-17-6 16,6-12-37-16,4-2-19 15,3-9-10-15,-3-15-17 16,-4-5 88-16,-10-6-36 16,-17-7 37-16,-13-7 1 15,-18-8 8-15,-19-7 69 16,-26-9 27-16,-30 1-4 15,-32 4 62-15,-7-26-2 16,-19-29-10-16,-14-18-38 16,-22-18-34-16,-26 17-31 15,-46 39-45-15,-54 1 5 0,-36 20-16 16,-34 21-50-16,-52 20-17 16,-15 41-68-16,-21 14-190 15,59 16-208-15,36-4-365 16</inkml:trace>
  <inkml:trace contextRef="#ctx0" brushRef="#br0" timeOffset="67192.58">5183 2619 825 0,'0'0'287'0,"0"0"-154"15,0 0 46-15,0 0-36 0,0 0-44 16,0 0 17-16,4-27-53 15,-2 22-6-15,0 1 1 16,-2-1 7-16,2 1 36 16,-2 3-7-16,0 1-9 15,0 0-7-15,0 0 5 16,0 0-29-16,-6 0-27 16,-10 0 1-16,-13 0-24 15,-7 12-3-15,-8 8-1 16,-3 7 16-16,1 4 15 15,5 0 2-15,7-2-21 16,13-5-4-16,7-8 9 16,10-4-16-16,4-3-1 0,2-4-17 15,20-1-34-15,7-4 19 16,9 0-31-16,4-9-54 16,1-14-9-16,-1-5-72 15,-4-4 9-15,-7-1 46 16,-9 10-22-16,-6 2 165 15,-9 10 45-15,-5 7 104 16,-2 4-19-16,0 0-81 16,0 0-13-16,0 15 49 15,-9 7 74-15,0 5-31 16,4-1-51-16,5-2-61 16,0-4 18-16,0-4-26 15,17-4-7-15,2-4-1 0,8-6-12 16,0-2-26-1,4 0-42-15,0-14-64 0,2-8-45 16,-1-4-8-16,-8 1 90 16,-3 8 87-16,-13 8 20 15,-3 9 69-15,-5 0-15 16,0 12 16-16,0 13 147 16,-5-1-76-16,1-1-29 15,0-2-26-15,2-10-49 16,2-2-10-16,0-6-27 15,0-3-10-15,2 0-8 16,15 0-37-16,10-9 3 16,6-15-113-16,8-4-79 15,-1-6 66-15,0 6 76 16,-2 6 102-16,-9 10 25 0,-5 12 44 16,-6 0 43-16,-5 6 7 15,1 13 13-15,-5 2-15 16,-1 0-70-16,0-1-23 15,-4 3-24-15,-4-3-34 16,0-2-154-16,-12-4-141 16,-7-10-976-16</inkml:trace>
  <inkml:trace contextRef="#ctx0" brushRef="#br0" timeOffset="67403.92">5031 2406 1497 0,'0'0'780'0,"0"0"-643"16,0 0-110-16,0 0-5 16,0 0-21-16,0 0 13 15,120-38-14-15,-82 38-119 16,-9 0-403-16,-6 2-410 0</inkml:trace>
  <inkml:trace contextRef="#ctx0" brushRef="#br0" timeOffset="67568.5">5492 2222 1652 0,'0'0'229'0,"0"0"-74"16,0 0-40-16,0 0-72 15,0 0-27-15,0 0-16 16,42 144-13-16,-75-92-152 16,-3-10-624-16</inkml:trace>
  <inkml:trace contextRef="#ctx0" brushRef="#br0" timeOffset="68524.68">6395 2605 1030 0,'0'0'328'0,"0"0"-251"16,0 0-49-16,0 0 52 15,0 0 39-15,0 0 23 16,0 0-12-16,67 34 49 15,-67 7-46-15,0 2-70 16,0-2 13-16,-2-6-42 16,2-9-15-16,0-6 5 15,8-8-24-15,11-4-21 16,2-8 21-16,4 0-27 0,2-14-37 16,0-16-85-1,0-10-69-15,-5-3 13 0,-5 2-18 16,-3 7 223-16,-7 14 0 15,-5 13 166 1,-2 7-93-16,0 28-71 0,-4 23 166 16,-6 18 57-16,1 16-65 15,5 9-2-15,4 5-36 16,0-2-58-16,0-8-1 16,0-6-42-16,0-16-6 15,0-10 6-15,0-13-21 16,-6-16 1-16,-6-9 10 15,-5-12-5-15,-6-7 15 16,-6 0-20-16,2-12 0 0,6-16 29 16,7-10-30-16,11-7 0 15,3-3 0-15,9 0-9 16,18 2 9-16,8 2-41 16,6 5-38-16,1 0-82 15,23-11-53-15,-14 10-279 16,-4 2-916-16</inkml:trace>
  <inkml:trace contextRef="#ctx0" brushRef="#br0" timeOffset="68696.52">7028 2682 1884 0,'0'0'350'0,"0"0"-210"0,0 0-68 16,0 0-10-16,0 0 27 15,138-15-49-15,-91 15-40 16,6 0-76-16,-12 6-201 16,-14 3-309-16</inkml:trace>
  <inkml:trace contextRef="#ctx0" brushRef="#br0" timeOffset="68824.36">7057 2817 1689 0,'0'0'604'0,"0"0"-556"15,0 0-48-15,0 0 0 16,118 8-6-16,-33-8-30 16,-9 0-89-16,-9-12-385 0</inkml:trace>
  <inkml:trace contextRef="#ctx0" brushRef="#br0" timeOffset="69295.05">7619 2643 1264 0,'0'0'879'16,"0"0"-753"-16,0 0-126 16,0 0 13-16,0 0 24 15,0 0 131-15,0 0-43 16,24 68-60-16,-8-44-23 16,2-4-27-16,2-6 11 15,0-6-26-15,2-6-11 16,3-2 2-16,2-6-83 0,-4-18-82 15,0-6-65 1,-3-4-81-16,-9 2 34 0,-4 6 286 16,-4 9 33-16,-3 13 274 15,0 4-115-15,0 15-134 16,-14 24 80-16,3 20 11 16,-3 27-3-16,6 2-53 15,3 8-20-15,-1 2-6 16,0-17-40-16,2 5 1 15,-4-9-4-15,-3-13-22 16,-5-14 19-16,-5-10-21 16,-5-12 8-16,2-14 17 0,-3-10-24 15,4-4 0 1,10-18 16-16,6-24-17 0,7-15-15 16,12-10-14-16,23-12-10 15,12-1 2-15,10-4-93 16,7 1-140-16,18-26-50 15,-16 18-353-15,-8 10-631 0</inkml:trace>
  <inkml:trace contextRef="#ctx0" brushRef="#br0" timeOffset="69477.95">8232 2368 823 0,'0'0'1038'16,"0"0"-827"-16,0 0-175 15,0 0 6-15,0 0 12 0,-111 128 69 16,93-64 52-1,9 5-75-15,9-1-39 0,0-4-49 16,9-8-12-16,15-10-6 16,5-9-112-16,7-14-44 15,8-23-38-15,-5 0-93 16,-10-6-492-16</inkml:trace>
  <inkml:trace contextRef="#ctx0" brushRef="#br0" timeOffset="69812.45">8287 2668 1502 0,'0'0'820'16,"0"0"-679"-16,0 0-124 16,0 0 8-16,0 0-18 15,0 0 81-15,30 113-9 16,-26-75 3-16,-2 0-51 0,-2-6-20 16,0-5 26-16,0-9-36 15,0-6 13-15,0-9-14 16,0-3-36-16,0 0-36 15,9-18-60-15,7-18-96 16,2-10-424-16,-1-4-13 16,-1 6 407-16,-7 10 258 15,-5 16 824-15,-4 14-313 16,0 4-323-16,0 10-110 16,2 16 125-16,3 8-63 15,4 2-48-15,2-2-41 16,7-4-50-16,6-8-1 0,5-10-45 15,2-10-3 1,6-16-93-16,-8-18-149 0,-10-8-449 16</inkml:trace>
  <inkml:trace contextRef="#ctx0" brushRef="#br0" timeOffset="69944.53">8747 2446 2338 0,'0'0'511'0,"0"0"-453"16,0 0-18-16,74 109-40 15,-59-40 0-15,-13 30-1 16,-4 32-20-16,-23-22-135 16,-2-17-421-16</inkml:trace>
  <inkml:trace contextRef="#ctx0" brushRef="#br0" timeOffset="70685.77">9272 2862 1692 0,'0'0'653'16,"0"0"-533"-16,0 0-96 16,0 0-24-16,0 0-12 15,0 0 12-15,0 0 26 16,-31 96-6-16,10-58-20 15,0-2-25-15,6-2-75 16,5-10-169-16,10-13-427 0</inkml:trace>
  <inkml:trace contextRef="#ctx0" brushRef="#br0" timeOffset="71396.38">9955 2590 1620 0,'0'0'551'15,"0"0"-372"-15,0 0-68 16,0 0-78-16,0 0-2 15,0 0-3-15,-133 24 33 16,100 5-37-16,10 1-24 16,9-2 38-16,9-3-38 15,5-6 0-15,0-5-9 0,14-4-18 16,10-8 9-16,3-2-25 16,4 0-43-16,3-21-32 15,6-30-124-15,-9 5-75 16,-6-5-357-16</inkml:trace>
  <inkml:trace contextRef="#ctx0" brushRef="#br0" timeOffset="71595.53">10024 2166 1026 0,'0'0'1037'16,"0"0"-756"-16,0 0-154 16,0 0-58-16,0 0-56 15,0 0 11-15,0 0 12 16,-11 132 28-16,7-60-24 0,2 2-13 15,-1-2-27-15,3-5 0 16,0-9 0-16,0-7-54 16,0-5-68-16,0-5-116 15,0-11-330-15,0-16-422 0</inkml:trace>
  <inkml:trace contextRef="#ctx0" brushRef="#br0" timeOffset="72409.87">9513 2552 1684 0,'0'0'675'0,"0"0"-564"16,0 0-54-16,0 0 11 16,0 0-67-16,0 0 2 15,159-18-3-15,-84 18 0 16,10 0 3-16,2 7-3 15,-7 11 0-15,-10 4-2 16,-14 6 4-16,-14 6 2 16,-11 0-3-16,-11 2 17 15,-5-2 10-15,-6-6-17 16,-1-4 1-16,-4-6 3 16,2-5-15-16,3-8 0 15,5-5-33-15,3 0-5 0,8-5 16 16,4-22-92-16,4-7-73 15,-2-4-73-15,-4 4 149 16,-6 5 111-16,-11 14 207 16,-3 7 26-16,-7 8-106 15,0 0-84-15,0 3-17 16,0 17 52-16,2 3-13 16,5 1-11-16,4-1-37 15,5-2-9-15,6-9-9 16,7-4 1-16,6-8-7 15,4 0-61-15,1-12-116 16,-5-10-33-16,-3-2-13 16,-10-3 63-16,-7 8 136 15,-5 3 31-15,-8 8 208 16,-2 5 23-16,0 3-101 0,0 0-63 16,0 7-49-16,4 11 53 15,3 1 30-15,5 6-66 16,3-4-14-16,7-4-21 15,0-5-17-15,2-6 7 16,-5-6-62-16,-11 0-39 16,-8-4 44-16,0-16-129 15,-6-4-8-15,-12-2 163 16,5 0 41-16,8-1 122 16,5 3-32-16,7 4-29 15,26 3-18-15,7 3-40 16,7 6-3-16,3 8 0 0,-4 0 1 15,-8 1 20 1,-9 16 0-16,-11 4 28 16,-12 6 68-16,-6 1-24 0,0 4-8 15,0 2-39-15,0-5-22 16,0-2 4-16,0-7-27 16,19-4-1-16,12-4-6 15,11-9-56-15,5-3-66 16,9-20-142-16,-14-6-327 15,-13-11-689-15</inkml:trace>
  <inkml:trace contextRef="#ctx0" brushRef="#br0" timeOffset="72609.92">11116 2292 1465 0,'0'0'517'16,"0"0"-305"-16,0 0-54 15,0 0-112-15,0 0 114 16,0 0-63-16,-31 146-58 16,18-100-33-16,-1-4-6 15,-3-8-101-15,-14-11-101 16,2-9-350-16,0-14-649 0</inkml:trace>
  <inkml:trace contextRef="#ctx0" brushRef="#br0" timeOffset="72741.73">10697 2242 2136 0,'0'0'445'0,"0"0"-445"15,0 0-61-15,7 126-80 16,-7-6-131-16,0-11-71 16,-5-5-267-16</inkml:trace>
  <inkml:trace contextRef="#ctx0" brushRef="#br0" timeOffset="72817.75">10634 3057 801 0,'0'0'501'15,"0"0"-113"-15,0 0-137 16,0 0-251-16,0 0-35 16,0 0-953-16</inkml:trace>
  <inkml:trace contextRef="#ctx0" brushRef="#br0" timeOffset="73320">12541 2210 2116 0,'0'0'451'0,"0"0"-451"15,0 0-61-15,0 0-9 16,0 0 70-16,-109 136 80 0,60-61 27 16,-1 8-53-1,4 1-2-15,3-8-51 0,7-7 12 16,5-11-13-16,9-14-15 15,4-10-24-15,2-12-104 16,-1-18-139-16,1-4-94 16,5-4-157-16</inkml:trace>
  <inkml:trace contextRef="#ctx0" brushRef="#br0" timeOffset="73934.81">12106 2458 1689 0,'0'0'704'0,"0"0"-604"15,0 0-88-15,0 0-11 0,54 118 4 16,-28-67 25 0,8 2 31-16,6-7 3 0,12-3-43 15,5-9-14-15,8-10-3 16,4-14-4-16,-2-10-80 16,-1 0 25-16,-5-16-34 15,-10-12-55-15,-9-4-97 16,-13-3 83-16,-13 8 133 15,-12 5 25-15,-4 13 272 16,-10 9-40-16,-21 0-136 16,-8 19-18-16,-3 11 4 15,2 3-2-15,7 4-1 16,12-3-43-16,10-4-15 16,11-8-21-16,0-6-7 0,11-5-18 15,16-11-19-15,9 0-15 16,4-9-53-16,0-19-99 15,-4-8-42-15,-7-2 41 16,-10 1 81-16,-5 11 131 16,-10 11 266-16,-4 9-18 15,0 6-107-15,-4 0-110 16,-8 14-5-16,4 5 30 16,3 4 1-16,5-3-21 15,0 0-36-15,23-6-5 16,10-6-16-16,7-8-58 15,5 0-40-15,-3-8-121 16,-6-14-86-16,-9-4 107 16,-9-3 95-16,-7 6 124 15,-9 2 137-15,-2 9 229 0,0 5-15 16,0 7-160-16,0 0-123 16,0 7-32-16,0 14 15 15,11 7 1-15,9 0-4 16,13 0-43-16,12-6-5 15,10-10-42-15,19-12-40 16,-11-18-186-16,-14-10-361 0</inkml:trace>
  <inkml:trace contextRef="#ctx0" brushRef="#br0" timeOffset="74064.92">13396 2046 1532 0,'0'0'973'0,"0"0"-903"15,-175 107-70 1,41 10-34-16,18-11-189 16,13-15-587-16</inkml:trace>
  <inkml:trace contextRef="#ctx0" brushRef="#br0" timeOffset="74812.95">14268 2680 1230 0,'0'0'516'0,"0"0"-274"16,0 0-12-16,0 0-76 15,0 0-41-15,0 0-47 16,0 0-47-16,-87 25-19 16,50 8 6-16,3 2 9 15,10 2-15-15,11-2 1 16,9-5-1-16,4-5-15 15,14-11-37-15,20-9 3 16,24-10-85-16,-5-18-187 16,-6-9-357-16</inkml:trace>
  <inkml:trace contextRef="#ctx0" brushRef="#br0" timeOffset="75032.59">14431 2213 1888 0,'0'0'491'15,"0"0"-430"-15,0 0-46 16,0 0-15-16,0 0 0 16,0 0 18-16,-51 129 73 15,39-59-17-15,4 11-23 0,-1-3-32 16,-1-3-17-16,6-4-2 16,0-9-11-16,2-10-47 15,2-8-55-15,-5-10-97 16,3-9-176-16,-2-15-342 0</inkml:trace>
  <inkml:trace contextRef="#ctx0" brushRef="#br0" timeOffset="75363.73">13905 2585 1083 0,'0'0'392'0,"0"0"-287"15,0 0-42 1,0 0 21-16,139-9 30 0,-75 9 56 16,9 0-26-16,8 7-42 15,2 5 15-15,-8 6-56 16,-8 0-29-16,-14 2-20 16,-13 2 8-16,-13-4-3 15,-9 0-16-15,-9-6 14 16,-9-2-15-16,0-3 0 15,0-5 3-15,0 3-3 16,0-3 2-16,-4-2-2 16,1 0-17-16,3 0-9 15,0 0-9-15,0 0-30 16,0 0-36-16,11 0-105 16,1-7-390-16</inkml:trace>
  <inkml:trace contextRef="#ctx0" brushRef="#br0" timeOffset="75792.42">14714 2617 1491 0,'0'0'372'0,"0"0"-328"15,0 0-43-15,0 0-1 16,0 0 51-16,0 0 78 16,0 0 8-16,-33 98-35 15,28-70-21-15,5 0-27 16,0-3-7-16,0-6-27 0,0-1-10 16,0-6-5-1,12-3-5-15,0-6-27 0,5-3 0 16,5-10-115-16,-5-12-176 15,-3-7-741-15</inkml:trace>
  <inkml:trace contextRef="#ctx0" brushRef="#br0" timeOffset="76044.53">14788 2360 1553 0,'0'0'681'16,"0"0"-575"-16,0 0-35 15,0 0-19-15,0 0-29 16,0 0 13-16,0 0-36 16,26 8-21-16,-13-4-7 0,1-4-61 15,-3 0-7 1,-7 0 19-16,0-18-7 0,-4-2 13 16,0 0 71-16,-6 2 12 15,-5 6 34-15,-1 8-6 16,-2 4-40-16,5 22-139 15,3 12-129-15,3 2-333 0</inkml:trace>
  <inkml:trace contextRef="#ctx0" brushRef="#br0" timeOffset="76441.65">14977 2689 1371 0,'0'0'578'16,"0"0"-517"-16,0 0-35 16,0 0 60-16,-11 104 72 15,2-74-7-15,0-6-71 16,2-6 2-16,5-8-57 16,2-4-7-16,0-4 7 15,0-2-25-15,0 0 0 16,7-8-13-16,15-13-18 15,9-14-103-15,9-5-41 16,5-1 34-16,2 8 104 16,-7 8 37-16,-8 16 17 15,-10 9 31-15,-9 0 1 0,-4 20 47 16,-5 10-28-16,-2 8 27 16,-2-1-26-16,0 4-29 15,0-9-18-15,0-6-22 16,0-7 0-16,0-12-16 15,5-7-35-15,4 0-12 16,9-28-29-16,-3-8-172 16,1-6-566-16</inkml:trace>
  <inkml:trace contextRef="#ctx0" brushRef="#br0" timeOffset="76774.1">15481 2119 2099 0,'0'0'416'0,"0"0"-416"15,0 0-98-15,0 0 98 16,4 169 27-16,-4-85 109 16,0 4-28-16,-4-2-23 15,-5-5-27-15,2-14-22 16,5-11-11-16,2-13-24 16,0-15-1-16,0-12 0 15,0-8-7-15,0-8-54 16,9 0-3-16,9-6 32 15,8-18-42-15,10-4-191 16,3 0 11-16,-4 4 224 16,-4 12 30-16,-4 12 142 15,-5 0-16-15,-2 12-40 16,-2 14-12-16,-5 4-50 0,-4 4-14 16,-7 4-10-16,-2 2-59 15,-13 5-104-15,-14-12-183 16,-2-10-725-16</inkml:trace>
  <inkml:trace contextRef="#ctx0" brushRef="#br0" timeOffset="76926.62">14783 3174 1958 0,'0'0'816'15,"0"0"-799"-15,0 0-17 0,0 0-135 16,0 0-60-16,0 0 82 15,0 0-45-15,114-10-1146 0</inkml:trace>
  <inkml:trace contextRef="#ctx0" brushRef="#br0" timeOffset="78415.92">16339 1961 1528 0,'0'0'532'16,"0"0"-438"-16,0 0-73 0,0 0-11 15,0 0 17-15,0 0 70 16,0 0-27-16,-11 32-63 15,3 67 51-15,-4 36 89 16,3 1-62-16,1-25-13 16,0-37-29-16,2-25-24 15,-1 0 4-15,3-1-14 16,0-2-2-16,-1-13 22 16,2-13-28-16,3-10-1 15,0-8 0-15,0-2 0 16,0 0 11-16,0-16-11 15,20-14 0-15,12-14-128 16,11-3-30-16,5 8 118 16,-1 11 40-16,-5 15 0 15,-8 13 4-15,-8 9-4 0,-12 16 0 16,-9 8 27-16,-5 4 8 16,-14 2 16-16,-15-1 12 15,-9-4-11-15,-2-2-7 16,-3-8-38-16,6-8-5 15,8-6 8-15,6-7-9 16,14-3-1-16,9 0-32 16,7-20-23-16,28-13-147 15,19-6-173-15,6 2 164 16,3 3 91-16,-12 12 120 16,-13 11 11-16,-15 10 135 15,-15 1-6-15,-6 6 1 0,-2 14 1 16,0 1-39-16,0 4-38 15,2-4-43-15,10-6 10 16,8-4-23-16,6-8 4 16,8-3 18-16,-1 0-31 15,2-17-4-15,-12-8 4 16,-9-3 0-16,-12 0 18 16,-2 0-12-16,-2 4 25 15,-16 6-10-15,-7 7-21 16,1 8-67-16,-5 3-115 15,5 8-143-15,10 1-400 0</inkml:trace>
  <inkml:trace contextRef="#ctx0" brushRef="#br0" timeOffset="78608.39">16883 2270 2102 0,'0'0'257'16,"0"0"-257"-16,0 0-22 16,0 0-6-16,-9 134 26 15,5-80 1-15,4 8-168 16,0-13-323-16,4-16-768 0</inkml:trace>
  <inkml:trace contextRef="#ctx0" brushRef="#br0" timeOffset="78783.92">17107 2659 1510 0,'0'0'211'0,"0"0"-90"16,0 0-7-16,-19 137-20 16,13-100 39-16,6-5-60 15,0-4-27-15,0-4-46 16,0-10-68-16,2-6-245 15,7-8-656-15</inkml:trace>
  <inkml:trace contextRef="#ctx0" brushRef="#br0" timeOffset="79058.8">17148 1909 413 0,'0'0'1017'0,"0"0"-882"16,0 0-93-16,40 102-42 0,-40-50-39 15,-46 20-5-15,-3-11-143 16,-3-15-990-16</inkml:trace>
  <inkml:trace contextRef="#ctx0" brushRef="#br0" timeOffset="80999.75">1377 4514 1534 0,'0'0'822'0,"0"0"-784"16,0 0-38-16,0 0-98 15,136-87 24-15,-69 37 9 16,9-6 52-16,6-6-6 16,3-5-161-16,-5-3-75 15,-11 0-47-15,-17 0-31 16,-19 9 107-16,-18 10 226 15,-13 11 339-15,-2 15-23 16,-2 9-73-16,-13 15-110 16,-5 1-116-16,-3 17-1 15,-4 26 56-15,4 15 118 0,-2 15-3 16,7 5-74-16,3 2-24 16,3-4 3-16,5-10-50 15,3-10-15-15,4-14-21 16,0-10 12-16,0-14-15 15,11-8-3-15,7-10-17 16,5 0 5-16,6-7-47 16,2-18-38-16,2-9-13 15,-2 0-41-15,-4 0 34 16,-9 10 107-16,-7 9 10 0,-6 15 66 16,-5 0-64-1,0 11 35-15,0 13 89 0,0 7-27 16,8-4-8-16,8 2-48 15,11-8-27-15,9-8 5 16,8-10-21-16,10-3-8 16,1-6-50-16,-1-18-32 15,-8-8-34-15,-8-4-132 16,-13-2-9-16,-14 1-142 16,-11 5 143-16,0 11 264 15,-13 11 271-15,-12 10-96 16,-2 2-22-16,0 22 55 15,8 8-11-15,7 4-36 16,12 0-50-16,0 2-11 16,20-5-41-16,16-5-42 0,11-9-17 15,5-6-6-15,3-10-82 16,-2-3-46-16,-1-5-67 16,-17-16-191-16,-16 3-559 0</inkml:trace>
  <inkml:trace contextRef="#ctx0" brushRef="#br0" timeOffset="81159.89">2402 3967 1156 0,'0'0'830'16,"0"0"-582"-16,0 0 9 16,0 0-68-16,106-107-130 15,-73 107-59-15,0 3 0 16,-4 84-145-16,-7 0-202 0,-10 3-460 15</inkml:trace>
  <inkml:trace contextRef="#ctx0" brushRef="#br0" timeOffset="81714.95">3914 3882 2284 0,'0'0'328'16,"0"0"-328"-16,0 0-33 15,0 0-62-15,-7 124 95 16,-2-49 28-16,2 4 31 15,3 4-41-15,0-7-18 16,2-7-10-16,-3-11-41 16,-2-15-60-16,-10-8-127 15,-2-13-85-15,-2-11-258 0</inkml:trace>
  <inkml:trace contextRef="#ctx0" brushRef="#br0" timeOffset="82463.72">3528 4309 1894 0,'0'0'374'0,"0"0"-274"16,116-32-70-16,-40 18-15 16,10-2-15-16,6-5 0 15,1 0-2-15,0-7 2 16,-11-7-22-16,-14-2-3 16,-14-4-36-16,-21 2 23 15,-14-2-1-15,-19 5-45 16,0 9 50-16,-9 8 34 0,-16 13 17 15,-2 6 24 1,-4 25-10-16,0 21 66 0,2 17 4 16,4 12-16-16,8 0 29 15,5-5-62-15,8-3-10 16,4-10 1-16,0-11-43 16,0-13 13-16,4-8-13 15,10-10 3-15,6-11-12 16,2-4 8-16,12-1 0 15,3-24-26-15,8-9-98 16,-1-5-27-16,-3 2 20 16,-12 11 94-16,-9 10 38 15,-14 14 6-15,-3 2 0 16,-3 16 42-16,0 14 44 0,0 5 14 16,0 1-41-16,0-7-32 15,0-3 3-15,15-8-30 16,8-8 3-16,8-7-9 15,7-3-2-15,4-6-31 16,-1-16-96-16,-2-9-48 16,-5-3-26-16,-7-2-7 15,-9 6-12-15,-7 8 222 16,-9 11 231-16,-2 11-17 16,0 0-109-16,0 7-61 15,-5 15 76-15,1 2-24 16,4-2-18-16,0 0-28 15,0-6-33-15,13-4-8 0,5-7-9 16,5-5-6 0,3 0-14-16,3-17-105 15,5-8-94-15,-3-5-33 0,-5-7-296 16,-3 5 212-16,-9 4 86 16,-4 9 250-16,-7 8 596 15,-3 11-122-15,0 0-309 16,0 16-104-16,0 14 91 15,0 7 8-15,-5 2-84 16,1 1-47-16,2-2-29 16,2-9-14-16,0-8-112 15,0-9-141-15,0-9-368 0</inkml:trace>
  <inkml:trace contextRef="#ctx0" brushRef="#br0" timeOffset="82646.05">5060 4106 1356 0,'0'0'1029'0,"0"0"-936"0,0 0-93 15,0 0-90-15,0 0 11 16,22 115 13-16,-13-77-11 16,8-4-77-16,10-8-21 15,21-14-44-15,-6-6-39 16,-7-6-45-16</inkml:trace>
  <inkml:trace contextRef="#ctx0" brushRef="#br0" timeOffset="82808.28">5307 4211 553 0,'0'0'833'0,"0"0"-535"0,0 0-26 16,0 0-37-16,0 0-78 16,-93 131-20-16,93-96-9 15,0-3-58-15,19-4-32 16,10-7 2-16,8-8-40 15,2-10-27-15,17-7-74 16,-9-20-195-16,-12-5-527 0</inkml:trace>
  <inkml:trace contextRef="#ctx0" brushRef="#br0" timeOffset="82959.88">5494 3592 2268 0,'0'0'183'16,"0"0"-183"-16,-109 132-14 16,27-22-108-16,10-14-43 15,3-12-178-15</inkml:trace>
  <inkml:trace contextRef="#ctx0" brushRef="#br0" timeOffset="83442.75">2465 4668 2016 0,'0'0'705'16,"0"0"-629"-16,0 0-71 15,0 0-5-15,0 0-69 16,0 0 22-16,0 0-101 16,43 0-625-16</inkml:trace>
  <inkml:trace contextRef="#ctx0" brushRef="#br0" timeOffset="84418.67">6745 4055 1625 0,'0'0'544'0,"0"0"-327"15,0 0-45-15,0 0-78 16,0 0-28-16,0 0 4 15,0 0-54-15,2 19-16 16,-2 17 0-16,0 11 29 16,0 5-1-16,0 3 2 15,0-2-29-15,0-5 5 16,0-6 1-16,0-10-7 16,0-4-1-16,2-7-15 15,2-5-52-15,-1-6-85 16,2-3-42-16,-5-7-78 0,0-1-35 15,0-15-47-15</inkml:trace>
  <inkml:trace contextRef="#ctx0" brushRef="#br0" timeOffset="84658.78">6655 3988 1458 0,'0'0'647'16,"0"0"-398"-16,0 0-110 16,0 0-36-16,0 0-41 15,127-21-14-15,-63 21 24 16,2 0-44-16,5 0-21 0,-6 13-7 16,-9 3-44-16,-12 1-94 15,-12 2-85-15,-23 4-140 16,-9-4-207-16,0-5-503 0</inkml:trace>
  <inkml:trace contextRef="#ctx0" brushRef="#br0" timeOffset="84825.46">6682 4197 1810 0,'0'0'330'0,"0"0"-236"15,0 0 11-15,0 0-19 16,0 0 54-16,0 0-43 15,129 56-76-15,-73-38-21 0,2-2-163 16,23-7-71-16,-19-9-320 16,-4 0-556-16</inkml:trace>
  <inkml:trace contextRef="#ctx0" brushRef="#br0" timeOffset="85073.84">7575 3895 1631 0,'0'0'541'0,"0"0"-460"15,0 0-64-15,0 0 15 16,-124 79 65-16,86-23 67 0,3 13 0 16,8 0-61-1,12 1-50-15,11-5-16 0,4-5-30 16,4-3-1-16,23-10-6 15,8-7-37-15,5-11-72 16,20-19-152-16,-10-8-294 16,-10-2-446-16</inkml:trace>
  <inkml:trace contextRef="#ctx0" brushRef="#br0" timeOffset="85492.27">7612 4218 1075 0,'0'0'997'16,"0"0"-826"-16,0 0-132 16,0 0-39-16,0 0-14 0,0 0 14 15,0 0 33-15,113-38 11 16,-90 58 4-16,-7 9-5 16,-7 6 37-16,-9 6 37 15,0 3-15-15,0-2-35 16,-13-1-34-16,1-7-9 15,1-11-7-15,7-6-17 16,2-12-1-16,2-2 1 16,0-3-21-16,2 0-10 15,13-15-10-15,5-14-63 16,3-14-34-16,-2-7-91 16,0-2 39-16,-5 8 162 0,-5 10 28 15,-7 13 260-15,-4 13-8 16,0 7-106-16,0 1-43 15,0 4-82-15,0 20-13 16,0 8 41-16,-4 7-24 16,4 4-6-16,0 1-19 15,0-4-51-15,6-5-72 16,23-14-170-16,-2-9-328 16,0-12-862-16</inkml:trace>
  <inkml:trace contextRef="#ctx0" brushRef="#br0" timeOffset="85657.69">8138 4367 1892 0,'0'0'828'0,"0"0"-752"16,0 0-76-16,0 0-6 0,-15 116 5 16,13-83 1-16,2-6 0 15,2-4-83-15,36-17-225 16,-5-6-203-16,2 0-584 0</inkml:trace>
  <inkml:trace contextRef="#ctx0" brushRef="#br0" timeOffset="85856.8">8428 4211 2058 0,'0'0'662'15,"0"0"-662"-15,0 0-9 16,0 0 9-16,0 0 0 0,0 0 43 15,0 0 14-15,22 100-32 16,3-81-25-16,6-7-9 16,4-12-18-1,6 0-59-15,-1-5-123 0,2-36-60 16,-11 2-85-16,-8-1-386 0</inkml:trace>
  <inkml:trace contextRef="#ctx0" brushRef="#br0" timeOffset="86075.57">8709 4173 1151 0,'0'0'540'0,"0"0"-295"16,-31 146-86-16,17-67-55 16,5 6 10-16,1-1 22 0,-1 1 21 15,-1-8-32-15,2-8-55 16,-1-12-25-16,-1-16-11 16,4-12-33-16,2-13 1 15,-3-12 24-15,3-4-17 16,-4-3 15-16,4-18-24 15,4-14-8-15,0-9 0 16,10-10-7-16,45-34-104 16,-4 10-209-16,1 4-659 0</inkml:trace>
  <inkml:trace contextRef="#ctx0" brushRef="#br0" timeOffset="86263.81">8943 3984 2169 0,'0'0'475'0,"0"0"-475"16,0 0 7-16,0 0-7 16,44 119 64-16,-37-59 39 15,-7 8-50-15,0 6-24 16,-4 2-4-16,-19-4-25 16,-3-5-58-16,-3-3-80 15,4-16-72-15,9-21-349 0</inkml:trace>
  <inkml:trace contextRef="#ctx0" brushRef="#br0" timeOffset="86522.32">9404 4255 2198 0,'0'0'697'0,"0"0"-584"15,0 0-112-15,0 0 24 16,136-22-24-16,-84 15 0 16,1 4-1-16,-6 3-91 15,-12 0-237-15,-12 0-331 16,-17 6-997-16</inkml:trace>
  <inkml:trace contextRef="#ctx0" brushRef="#br0" timeOffset="86677.23">9270 4412 1217 0,'0'0'1035'0,"0"0"-812"15,0 0-162-15,0 0-17 16,123 1 1-16,-56-1-45 15,42 0-49-15,-15-6-187 16,-10-8-688-16</inkml:trace>
  <inkml:trace contextRef="#ctx0" brushRef="#br0" timeOffset="86959.86">10133 4131 1694 0,'0'0'533'0,"0"0"-493"16,-97 114 16-16,62-56 28 16,14 2 34-16,16-3 43 15,5-6-42-15,26-5-46 16,22-8-39-16,12-11-13 16,9-16-21-16,3-11-12 15,-1-11-67-15,-7-23-33 16,-12-8-13-16,-17-11 9 0,-15-2-127 15,-20-4 85 1,0 4 158-16,-16 6 38 0,-15 9 4 16,-18 13-42-16,5 12-91 15,8 11-491-15</inkml:trace>
  <inkml:trace contextRef="#ctx0" brushRef="#br0" timeOffset="87848.01">11923 3982 1468 0,'0'0'521'0,"0"0"-340"16,0 0-51-16,0 0-95 16,0 0-18-16,-126 26 61 15,76 26 48-15,3 15 6 16,9 5-59-16,9-1 4 15,10-6-29-15,14-7-20 16,5-3-2-16,9-10-26 16,22-4-1-16,13-13-52 15,37-15-173-15,-12-8-110 16,-9-5-338-16</inkml:trace>
  <inkml:trace contextRef="#ctx0" brushRef="#br0" timeOffset="88147.18">11997 4421 2147 0,'0'0'509'16,"0"0"-476"-16,0 0-25 15,0 0-8-15,0 0 1 16,134-5 43-16,-90-11-44 16,3-7-24-16,-3-5-125 15,-6-2-3-15,-9-5-80 16,-4 0-54-16,-7 1 42 15,-5 4 244-15,-4 8 73 16,-4 9 151-16,-5 12 46 0,0 1-128 16,0 11-109-1,0 21 44-15,-2 11 46 16,-8 6-32-16,4 4-34 0,6-2-48 16,0-7-9-16,2-9-53 15,29-13-98-15,-4-9-168 16,-2-13-475-16</inkml:trace>
  <inkml:trace contextRef="#ctx0" brushRef="#br0" timeOffset="88324.72">12978 3992 1119 0,'0'0'1378'0,"0"0"-1209"16,0 0-149-16,65 158-20 0,-65-87-23 15,-27 4 4-15,-29 0 18 16,-60 21-8-16,14-17-226 16,4-19-657-16</inkml:trace>
  <inkml:trace contextRef="#ctx0" brushRef="#br0" timeOffset="89079.76">13506 4632 1560 0,'0'0'1068'16,"0"0"-1068"-16,0 0-106 15,0 0-830-15</inkml:trace>
  <inkml:trace contextRef="#ctx0" brushRef="#br0" timeOffset="92405.82">1464 5370 1196 0,'0'0'530'0,"0"0"-414"16,0 0-31-16,0 0 71 15,0 0-17-15,0 0 3 0,0 0-28 16,0 30-77-16,-2 8 59 16,-5 12-1-1,-4 8-35-15,2 4 23 16,-2-2-74-16,0-2 3 16,2-7-7-16,2-5-5 0,3-6-32 15,4-8-132-15,0-7-123 16,0-11-264-16,2-13-482 0</inkml:trace>
  <inkml:trace contextRef="#ctx0" brushRef="#br0" timeOffset="92638.77">1640 5366 1945 0,'0'0'315'16,"0"0"-257"-16,0 0 19 15,0 0-27-15,125 72 70 16,-105-24 13-16,-5 7-54 16,-5 4-52-16,-10 4 22 15,0-2-48-15,-27-1-1 16,-12-2-4-16,-7-7-49 16,-8-3-84-16,-23-6-139 15,9-14-321-15,6-11-704 0</inkml:trace>
  <inkml:trace contextRef="#ctx0" brushRef="#br0" timeOffset="92775.77">1225 5796 2270 0,'0'0'378'0,"0"0"-281"0,0 0-71 16,134-19-26-16,-78 19-11 15,28 0 10-15,-14 7-186 16,-8 5-423-16</inkml:trace>
  <inkml:trace contextRef="#ctx0" brushRef="#br0" timeOffset="93124.63">1933 5837 1478 0,'0'0'334'0,"0"0"-233"15,0 0-19-15,0 0 57 16,0 0-1-16,0 0-44 16,129-16-79-16,-92-4-15 15,-3-4-108-15,-8-3 0 16,-12 3-44-16,-12 2-64 16,-2 5 8-16,-18 5 173 15,-11 5 35-15,-4 7 140 16,0 0 12-16,4 19 44 15,4 9 16-15,10 4-61 16,7 3-53-16,8 4 14 16,8-1-36-16,23-6-38 15,11-3-27-15,16-12-6 16,6-10-5-16,11-7-90 16,20-9-59-16,-22-13-225 0,-12-5-414 0</inkml:trace>
  <inkml:trace contextRef="#ctx0" brushRef="#br0" timeOffset="93513.85">2162 5199 1994 0,'0'0'283'16,"0"0"-264"-16,0 0 22 15,-67 113 93-15,40-74-9 16,2 0-5-16,8-8-60 16,3-8-48-16,5-7-3 15,7-9-9-15,2-7-54 16,0 0 26-16,0-7-42 15,19-17-11-15,2-12-289 16,6-4-25-16,0 0 201 16,0 6 194-16,-3 12 101 15,-6 15 112-15,0 7-102 0,-5 9 1 16,1 18-26 0,-6 8-55-16,1 0-31 0,-5 0-93 15,0-12-214-15,-2-10-575 0</inkml:trace>
  <inkml:trace contextRef="#ctx0" brushRef="#br0" timeOffset="93665.59">2471 5081 1600 0,'0'0'752'0,"0"0"-681"15,0 0-48-15,0 0-21 0,-6 128-2 16,-45-41-78-16,4-15-223 15,3-14-1368-15</inkml:trace>
  <inkml:trace contextRef="#ctx0" brushRef="#br0" timeOffset="94216.64">3569 5342 1549 0,'0'0'904'16,"0"0"-880"-16,0 0-24 0,0 0-116 16,0 0 116-16,-8 122 76 15,-5-56 89-15,3 8-77 16,-4 2-51-16,1 1 13 15,1-9-49-15,6-7-2 16,-1-10-4-16,7-10-69 16,0-10-54-16,0-15-151 15,0-7-298-15,0-9-497 0</inkml:trace>
  <inkml:trace contextRef="#ctx0" brushRef="#br0" timeOffset="94471.95">3104 5819 1595 0,'0'0'640'16,"0"0"-640"-16,0 0-91 15,135-23 67-15,-64 16-47 16,12 0 71-16,6 7 111 16,2 0 38-16,-9 2-15 15,-12 17-17-15,-18 6-63 16,-13 1 74-16,-14-1-72 15,-12-1-11-15,-7-2-18 16,-6-1-27-16,0-6-7 0,0-2-37 16,-6-8-80-16,-17-5-41 15,4-13-218-15,3-12-587 0</inkml:trace>
  <inkml:trace contextRef="#ctx0" brushRef="#br0" timeOffset="94906.23">4010 5761 952 0,'0'0'998'0,"0"0"-764"16,4 125-138-16,-4-74-8 15,0-5-19-15,-2-13 63 16,-5-15 2-16,3-9-59 16,2-6-20-16,2-3-37 0,0 0-12 15,0-10-6-15,13-15-12 16,12-7-185-16,6-8 27 15,6 1 47-15,8 8 85 16,-3 11 1-16,-2 13 37 16,-9 7 62-16,-6 3 13 15,-11 17 69-15,-10 4-35 16,-4 3-37-16,0-6 4 16,0 0-54-16,0-9-22 15,0-7 2-15,0-2-2 16,0-3 0-16,5-4-9 15,24-17-82-15,13-7-249 16,11-2 157-16,8 2 71 16,-3 8 56-16,-9 10 56 15,-9 8 164-15,-7 2-26 16,-10 7-58-16,-10 14-24 16,-11 2-56-16,-2 3-19 0,-7-4 18 15,-17-5-81-15,-23-10-64 16,4-6-198-16,1-1-604 0</inkml:trace>
  <inkml:trace contextRef="#ctx0" brushRef="#br0" timeOffset="95056.92">3956 5432 2402 0,'0'0'235'0,"0"0"-235"16,136-6-101-16,-62 6-160 15,39 4 39-15,-15 8-85 16,-8-4-1304-16</inkml:trace>
  <inkml:trace contextRef="#ctx0" brushRef="#br0" timeOffset="95558.75">5787 5711 1250 0,'0'0'605'0,"0"0"-457"16,0 0-105-16,0 0 7 15,0 0-50-15,-130 1 7 16,90 34 36-16,0 7 10 16,7 6 35-16,8 1-40 15,11-6-32-15,12-9 20 16,2-9-36-16,2-14-2 15,25-11-5-15,27-14-20 16,-5-18-138-16,-5-8-527 0</inkml:trace>
  <inkml:trace contextRef="#ctx0" brushRef="#br0" timeOffset="95756.06">5856 5233 1870 0,'0'0'734'0,"0"0"-690"15,0 0-44-15,0 0-89 16,0 0 83-16,0 157 6 16,-7-80 94-16,0 10-64 15,2 0-30-15,3-6-15 16,2-10-87-16,-2-10-45 16,0-12-157-16,-2-17-279 15,-1-14-433-15</inkml:trace>
  <inkml:trace contextRef="#ctx0" brushRef="#br0" timeOffset="96488.76">5227 5677 466 0,'0'0'1688'16,"0"0"-1607"-16,0 0-81 15,124-16-70-15,-32 12-49 0,36 1 83 16,30 3-5-16,-9 0 41 16,-28 0 46-16,-42 0-17 15,-27 0 31-15,-3 0-26 16,-7 0 6-16,-9 3 49 15,-20 4-49-15,-13 7-17 16,-4 7 20-16,-27 9 51 16,-7 6 10-16,-2 2-64 15,5 1-21-15,8-10 11 16,9-7-30-16,11-8-13 16,7-5-44-16,7-8-4 15,24-1 60-15,9-1-29 16,5-20-102-16,1-9-40 0,-3-2-1 15,-7 0 97-15,-14 8 76 16,-9 8 146-16,-9 8 94 16,-4 8-151-16,0 0-89 15,-8 17 36-15,-7 12 20 16,3 3 62-16,6 2-47 16,6-4-42-16,2-4 3 15,25-8-32-15,12-6 0 16,9-10 0-16,5-2 0 15,-4-2-75-15,-6-14-22 16,-12 1 5-16,-14-2 58 16,-5 5 28-16,-10 7 6 0,-2 2 158 15,0 3-78 1,0 0-52-16,0 6-27 16,7 12 16-16,5 4 45 15,11 0-24-15,8-3-37 0,11-6 35 16,3-11-36-16,2-2 0 15,-4-6 0-15,-12-15-22 16,-11-8 21-16,-16-5-32 16,-4 0 32-16,-7 1-16 15,-22 1 28-15,-9 6-12 16,-33 21 1-16,9 5-231 16,2 0-545-16</inkml:trace>
  <inkml:trace contextRef="#ctx0" brushRef="#br0" timeOffset="96604.79">6103 6324 1446 0,'0'0'1346'15,"0"0"-1316"-15,0 0-30 0,0 0-558 16,0 0-268-16</inkml:trace>
  <inkml:trace contextRef="#ctx0" brushRef="#br0" timeOffset="97938.7">7679 5334 1835 0,'0'0'610'0,"0"0"-455"16,0 0-135-16,0 0-20 15,0 0-44-15,0 0 44 16,0 0 61-16,0 158 31 16,-11-72-10-16,-5 7-20 15,3-7-6-15,-3-8-44 16,1-13 0-16,3-14 9 15,6-17-21-15,1-15 0 16,5-9-1-16,0-10 1 16,0 0 0-16,0-3-12 15,18-23-18-15,9-13-44 16,6-14-135-16,8-5 51 16,-4 4 41-16,-3 11 117 15,-10 14 10-15,-11 15 81 16,-7 14-63-16,-6 0-3 0,0 24-25 15,0 10 91-15,0 4-14 16,-4-1-31-16,4 0-10 16,8-9-14-16,21-5-8 15,13-12 32-15,12-6-45 16,8-5-1-16,3-9-6 16,-1-14-42-16,-6-8-2 15,-6-3-35-15,-13 0 3 16,-9 3 81-16,-18 4-20 15,-12 10 21-15,0 13 108 16,-19 4-68-16,-20 7-12 16,-3 22-11-16,-2 9 3 15,4-1 64-15,10 1-76 16,11-6 1-16,9-8-9 16,10-7 0-16,0-8-6 0,10-7-29 15,15-2 14-15,6 0 8 16,0-18-99-16,0-10-110 15,-5-6-28-15,-1 1 61 16,-7-2 81-16,-3 10 108 16,-7 10 16-16,-6 11 178 15,-2 4-110-15,0 7-59 16,0 19 86-16,-4 3 5 16,-2 0 28-16,6 3-72 15,0-9-41-15,10-5 27 0,19-6-58 16,13-10 23-16,12-2-23 15,8-4-74-15,5-17-121 16,-3-9-128-16,-4 3 35 16,-10 1 158-16,-15 4 124 15,-12 10 6-15,-15 9 104 16,-8 3 14-16,0 11 14 16,-4 15 81-16,-12 4-66 15,-1 2 6-15,1-4-74 16,5-7 12-16,4-7-61 15,5-9-15-15,2-2 24 16,0-3-39-16,5 0-5 16,18-11 4-16,14-10-139 0,7-8-59 15,3 1-69 1,-1-2 82-16,-8 6 120 0,-7 10 66 16,-12 12 67-16,-11 2 50 15,-8 10-36-15,0 18 26 16,-6 2-40-16,-9-2-24 15,1-6 42-15,7-8-62 16,7-6-14-16,0-8 26 16,31 0-26-16,21-1-18 15,17-16-84-15,14 0-69 16,-2-4 42-16,0 1 27 16,-12 6 93-16,-11 6 34 15,-15 8 16-15,-12 0-5 0,-16 2-45 16,-11 16-44-1,-4 4 10-15,-2-1-57 0,-33-1-90 16,4-6-215-16,2-7-633 16</inkml:trace>
  <inkml:trace contextRef="#ctx0" brushRef="#br0" timeOffset="98150.04">8327 5494 2564 0,'0'0'516'16,"0"0"-495"-16,0 0-21 0,0 0-30 16,0 0 30-1,132-2-11-15,-32 2-21 0,-10 0-270 16,-13-2-461-16</inkml:trace>
  <inkml:trace contextRef="#ctx0" brushRef="#br0" timeOffset="99340.46">10796 5424 1114 0,'0'0'541'16,"0"0"-434"-16,0 0 83 0,0 0 60 16,0 0-79-16,0 0-24 15,0 0-50-15,-133-49-33 16,78 83 14-16,-6 17-31 16,6 14-6-16,4 9 33 15,11 0-74-15,13-6 16 16,13-13-15-16,14-9 0 15,0-11 19-15,21-12-20 16,12-6 0-16,7-11-18 16,7-6 12-16,5-3-12 0,-2-22-45 15,2-11-65 1,-5-4 32-16,-9 0-29 16,-9 4 39-16,-14 10 86 15,-9 12 12-15,-6 10 19 0,0 4-31 16,-4 5 0-16,-9 17 17 15,-1 7 14-15,6 0 27 16,5 3 22-16,3-6-59 16,0-1 13-16,3-9-26 15,8-4-8-15,4-7 11 16,2-5-11-16,0 0-9 16,3-7 8-16,3-15-32 15,-2-4-16-15,4-6-2 16,-2 0 41-16,-1 1 1 15,-2 5 12-15,4 6-3 0,3 3 6 16,6 5-6 0,9 1-1-16,8 6-18 0,1 5 19 15,-2 0-4-15,-6 0 5 16,-8 0-1-16,-8 7 26 16,-12 9-26-16,-13 5 31 15,-2 2-6-15,-13 9 16 16,-18 3 20-16,-4 0-45 15,1-2 8-15,8-8 4 16,7-11-28-16,11-7 3 16,6-2-3-16,2-5-18 15,0 0 17-15,10 0-51 16,15-9 23-16,4-8-14 16,4 0-37-16,-4-1 55 15,-4 4 16-15,-10 8 9 0,-3 6 104 16,-6 0-97-16,1 4 5 15,-5 12-12-15,-2 2-16 16,0-1 0-16,0-3-42 16,0-2-34-16,-22-12-66 15,0 0-218-15,-1-9-452 0</inkml:trace>
  <inkml:trace contextRef="#ctx0" brushRef="#br0" timeOffset="99494.52">11321 5177 2063 0,'0'0'639'0,"0"0"-519"16,0 0-62-16,0 0-58 15,0 0-10-15,0 0-16 16,61 151-34-16,-90-67-104 16,0-8-373-16</inkml:trace>
  <inkml:trace contextRef="#ctx0" brushRef="#br0" timeOffset="100941.5">11939 5833 1795 0,'0'0'650'16,"0"0"-521"0,0 0-87-16,0 0-40 0,120-70 5 15,-62 24-8-15,4-8 1 16,1-6 0-16,-7-5-12 15,-9 1-42-15,-12 2 19 16,-12 8 35-16,-12 10 0 16,-9 14 105-16,-2 13 9 15,0 17-67-15,-11 4-47 16,-11 35-23-16,-3 21 23 16,0 18 49-16,4 12-16 15,2 4 26-15,3-4-44 16,5-13-6-16,1-15 5 0,2-14-14 15,4-18 0-15,2-11-11 16,2-10-1-16,0-9 3 16,0 0-25-16,12-4-14 15,17-22 17-15,8-11-194 16,5-12 29-16,3-1-22 16,-7 7 92-16,-11 11 126 15,-14 18 150-15,-6 14-78 16,-7 0-27-16,0 26-22 15,-3 9 81-15,-1 3-16 16,4 2 22-16,0-5-28 16,16-1-51-16,19-10-11 0,19-10 26 15,11-9-46-15,10-5-15 16,8-8-29-16,-1-18-71 16,-4-6 35-16,-6-8-50 15,-14 0-34-15,-18-2 33 16,-20 5-28-16,-18 11 159 15,-4 11 206-15,-34 13-106 16,-15 2-4-16,-7 24-2 16,-2 12-6-16,4 5 35 15,14 0-65-15,13-4 3 16,13-8-20-16,16-5-22 16,0-7-4-16,22-8-15 15,20-9-34-15,12 0 22 16,6-9-137-16,3-18-66 15,-8-4 8-15,-8-6-103 0,-13 4 60 16,-12 4 119-16,-11 9 131 16,-11 10 335-16,0 8-50 15,0 2-161-15,-9 3-48 16,0 16-17-16,1-3 27 16,8 2 2-16,0-1-25 15,4-3 13-15,21-5-75 16,8-6 25-16,11-3-26 15,8 0-25-15,-1-19-116 16,-2-5-19-16,-4-3 20 16,-8 4 98-16,-10 5 42 15,-10 4 15-15,-9 9 90 16,-6 5-43-16,-2 5-26 16,0 19 24-16,-14 7 66 15,-1 6-5-15,-3-1-67 0,3-7 5 16,5-10-33-16,4-7-14 15,6-8-6-15,0-4-5 16,4 0 1-16,21-5-2 16,12-16-57-16,8-5-80 15,5-1-4-15,-8-2 83 16,-9 9 57-16,-10 8 1 16,-13 10 45-16,-7 2 7 15,-3 2-52-15,0 16 48 16,-7 2-3-16,-4 0-4 0,4-8 36 15,3-4-62-15,4-4-8 16,0-4 15-16,16 0-22 16,19-4-13-16,17-10-36 15,12-3-72-15,3 0 2 16,-5 2 40-16,-10 3 79 16,-12 9 4-16,-11 3 60 15,-7 0-9-15,-11 12-55 16,-7 8-9-16,-4 2 3 15,0-3-62-15,-13 2-15 16,-27-10-79-16,2-6-309 16,-2-5-434-16</inkml:trace>
  <inkml:trace contextRef="#ctx0" brushRef="#br0" timeOffset="101101.93">12904 5329 2438 0,'0'0'506'16,"0"0"-444"-16,0 0-62 16,187-40-60-16,-55 40-13 15,35 13-2-15,-22 7-192 16,-22-2-689-16</inkml:trace>
  <inkml:trace contextRef="#ctx0" brushRef="#br0" timeOffset="101728.6">14881 5678 538 0,'0'0'1656'0,"0"0"-1334"16,0 0-254-16,0 0-68 16,0 0-28-16,0 0 16 15,0 0 12-15,12 25 173 16,-26 15-93-16,5-1-35 0,7-2-10 15,2-9-28-15,0-10 2 16,20-9-9-16,11-9-13 16,10-5-1-16,1-22-153 15,-2-8-159-15,-6-7-12 16,-11-2 122-16,-7-2 128 16,-5 7 88-16,-6 11 86 15,-2 11 226-15,-3 12-97 16,0 5-153-16,0 17-62 15,0 22 1-15,-8 19 17 16,-5 12 31-16,-1 14-25 0,-1 9 75 16,-3 3-54-16,-1-1-14 15,-4-7-1-15,-2-10-24 16,1-12-2-16,-3-15-3 16,1-18 0-16,-3-13 56 15,-4-13-14-15,0-7 11 16,5-7-38-16,6-18 0 15,15-10 8-15,7-9-9 16,18-5-14-16,29-11 16 16,20 2-11-16,33-15-12 15,32-4-32-15,26-6-130 16,-25 13-295-16,-30 15-996 0</inkml:trace>
  <inkml:trace contextRef="#ctx0" brushRef="#br0" timeOffset="101843.54">15764 5842 2522 0,'0'0'388'0,"0"0"-388"15,0 0-503-15,0 0-352 0</inkml:trace>
  <inkml:trace contextRef="#ctx0" brushRef="#br0" timeOffset="103421.01">1890 6890 1362 0,'0'0'318'0,"0"0"-113"16,0 0 26-16,0 0-33 15,0 0-59-15,0 0-49 0,0 0-50 16,-7 16-40-16,3 24 0 16,-5 18 107-16,-3 12-40 15,-3 10 0 1,-5 2-38-16,-1-3-28 0,0-11 15 16,1-10-16-16,3-14-41 15,4-9 5-15,5-12-114 16,-2-6-21-16,-9-16-128 15,3-1-203-15,-4 0-429 0</inkml:trace>
  <inkml:trace contextRef="#ctx0" brushRef="#br0" timeOffset="103829.87">1408 6886 2367 0,'0'0'304'16,"0"0"-304"-16,0 0-5 15,126-11-37-15,-64 11 42 16,26 5 9-16,36 7 61 16,-7-2-59-16,-7-5 7 15,-19 0-9-15,-24-5-9 16,-3 0 14-16,-4 0-14 16,-21 0 1-16,-22 0 17 15,-14 0-7-15,-3 6 12 16,-25 22-14-16,-15 12 27 0,-6 12 26 15,-4 2-39 1,10-1-17-16,9-9 17 0,13-14-22 16,9-13-2-16,9-8-6 15,0-9-47-15,20 0-1 16,14-7 34-16,6-19-54 16,2-9-141-16,1-8-32 15,-10 1 102-15,-8 10 146 16,-8 10 183-16,-8 12 76 15,-7 10-188-15,-2 6-71 16,0 26-16-16,0 17-35 16,0 25-13-16,0-7-132 15,0-16-648-15</inkml:trace>
  <inkml:trace contextRef="#ctx0" brushRef="#br0" timeOffset="104238.63">3860 6609 2290 0,'0'0'126'15,"0"0"-126"-15,0 0 0 16,-24 143 12-16,0-67 71 15,-1 3 66-15,3 0-64 16,3-3-45-16,6-6-40 16,3-10-16-16,0-14-83 15,3-11-60-15,1-15-102 16,-14-20-24-16,0 0-41 0,-2-2-157 16</inkml:trace>
  <inkml:trace contextRef="#ctx0" brushRef="#br0" timeOffset="104860.7">3453 6865 1410 0,'0'0'641'0,"0"0"-481"16,131-53-109-16,-55 34-51 15,12-3-22-15,5 0 15 16,-2-2 7-16,-5-4 26 16,-12-2-6-16,-11 2-19 15,-19 2 31-15,-17 0-30 16,-15 5 27-16,-12 4 22 15,0 5-17-15,-23 9 0 0,-6 3-30 16,-4 23 8 0,-3 21 46-16,0 20 33 0,2 11-11 15,7 5-7 1,8-2-35-16,5-6 8 0,8-14-38 16,3-12-7-16,3-12 20 15,0-14-21-15,3-9-18 16,15-11 6-16,3 0-15 15,11-8-9-15,4-20-90 16,6-9-109-16,3-5 1 16,-3 2 66-16,-9 9 168 15,-10 14 123-15,-10 15 53 16,-7 2-113-16,-6 22-7 16,0 16-1-16,0 6 30 15,0 2-33-15,0-3 9 16,0-9-18-16,14-8 0 0,7-10 8 15,5-8-27-15,10-8-12 16,6 0-12-16,5-24-4 16,2-9-71-16,-4-6-65 15,-5-4 6-15,-9 3 43 16,-9 7 36-16,-9 8 55 16,-6 11 146-16,-7 12-38 15,0 2-76-15,0 9-20 16,0 18 13-16,-2 4 63 15,2 4-39-15,0-3-16 16,4-4-14-16,16-7-19 16,9-9-1-16,5-8-18 15,3-4-32-15,4-11-52 16,8-32-156-16,-14 2-244 16,-3-1-182-16</inkml:trace>
  <inkml:trace contextRef="#ctx0" brushRef="#br0" timeOffset="105012.79">5025 6912 1592 0,'0'0'696'15,"0"0"-518"-15,0 0-117 16,0 0 23-16,0 0 18 16,-4 119-29-16,0-81-31 15,2-7-18-15,2-3-24 16,0-10-37-16,0-5-27 16,0-8-106-16,-7-5 8 0,-1-7-69 15,-4-11-99-15</inkml:trace>
  <inkml:trace contextRef="#ctx0" brushRef="#br0" timeOffset="105252.73">5042 6868 1475 0,'0'0'531'0,"0"0"-346"15,116-21-115-15,-60 20-54 16,-4 1 15 0,-2 0-6-16,-10 0 11 0,-11 6-17 15,-15 0-7-15,-14 6 3 16,0 1-2-16,-27 10 2 15,-9 7 62-15,1 6 19 16,6 3 17-16,8 2-39 16,15 3-6-16,6-1-3 15,11-1-51-15,24-6-1 0,15-8-13 16,8-6-10-16,8-12-116 16,-12-6-249-16,-21-4-602 0</inkml:trace>
  <inkml:trace contextRef="#ctx0" brushRef="#br0" timeOffset="105372.79">4844 7458 2286 0,'0'0'343'16,"0"0"-343"-16,0 0-87 16,0 0-294-16,0 0-418 0</inkml:trace>
  <inkml:trace contextRef="#ctx0" brushRef="#br0" timeOffset="105905.72">5309 6557 1490 0,'0'0'290'0,"0"0"-175"16,0 0 0-16,0 0-57 16,0 0-12-16,0 0 36 15,-129 122-40-15,65-22-42 16,10-14-102-16,3-10-463 0</inkml:trace>
  <inkml:trace contextRef="#ctx0" brushRef="#br0" timeOffset="107426.8">6304 7253 1230 0,'0'0'1267'0,"0"0"-987"15,0 0-210-15,0 0-70 16,0 0-85-16,0 0-7 16,171-136 51-16,-107 73 41 15,4-3-7-15,-1-2 7 16,-5-3 0-16,-8 6 0 0,-14 1 1 15,-16 3 12-15,-11 6-13 16,-11 8 9-16,-2 7 49 16,0 11-7-16,-8 13 3 15,-10 13-8-15,-6 3-46 16,-9 24-5-16,-10 40 5 16,-4 38 0-16,4 35 69 15,12-9-60-15,18-24 6 16,9-37-14-16,4-30 5 15,0-1-4-15,0-5-2 0,6-6-2 16,3-13-19 0,7-8-7-16,6-4 13 0,9-2 9 15,7-21-119-15,4-11-69 16,0-6 1-16,-7 3 103 16,-12 10 90-16,-6 10 121 15,-13 16-23-15,-4 1-74 16,0 19-15-16,0 18 62 15,0 5-8-15,-2 1-35 16,2-5 5-16,0-6-21 16,0-11-2-16,17-10-10 15,10-8-13-15,6-3 13 16,6-9-75-16,1-17-85 0,-1-9-48 16,-5-11-173-16,-5-4-13 15,-7 1 129-15,-3 9 265 16,-11 14 226-16,-6 13 307 15,-2 10-274-15,0 3-99 16,0 16-131-16,-6 14 20 16,-5 8 36-16,1 2-15 15,4-4-25-15,6-4-45 16,0-8-92-16,0-8-2 16,0-9-70-16,0-5 19 15,2-2 58-15,7 0 31 16,0-6-19-16,0-4 75 15,-3 4 39-15,3 0 154 16,5 2 10-16,3 2-15 16,12-1-117-16,12 2-38 0,10-7-17 15,9-5-16-15,2-4-34 16,-2-6-70-16,-8-5-18 16,-9 1 7-16,-17-4-56 15,-16 1 35-15,-10 2-7 16,-5 6 76-16,-22 3 67 15,-2 12 162-15,-2 7-16 16,4 0 3-16,5 21-38 16,4 11-16-16,9 5 37 15,9 1-74-15,0 0-19 16,4-3 2-16,19-5-31 16,6-10-1-16,6-8-9 15,8-11-1-15,1-1 1 16,6-7-52-16,0-18-12 15,-2-2-33-15,-4-4 24 0,-6 5 36 16,-9 6 37-16,-14 8 0 16,-6 12 81-16,-9 0-65 15,0 16-10-15,0 16 58 16,-9 5-22-16,-1-1-1 16,0-9-31-16,6-6-9 15,4-11 22-15,0-6-15 16,20-4 2-16,18 0 12 15,13-12-22-15,10-9-67 16,5-4-30-16,1-3 56 0,-3 3 32 16,-6 3 18-16,-4 11 12 15,-7 6-1-15,-9 5-18 16,-9 2 14 0,-8 20-16-16,-11 5-4 0,-8 3-11 15,-2-2-6-15,0 0-16 16,-22-6-26-16,-7-7-72 15,-31-8-123-15,4-5-266 16,-1-2-332-16</inkml:trace>
  <inkml:trace contextRef="#ctx0" brushRef="#br0" timeOffset="107589.71">7438 6846 2096 0,'0'0'480'0,"0"0"-366"0,0 0-47 15,133-75-67-15,-79 75 0 16,-2 3-9-16,-8 35-41 16,-11 56-192-16,-14-4-301 15,-15 0-527-15</inkml:trace>
  <inkml:trace contextRef="#ctx0" brushRef="#br0" timeOffset="107661.87">7610 7548 876 0,'0'0'144'0,"0"0"-144"0</inkml:trace>
  <inkml:trace contextRef="#ctx0" brushRef="#br0" timeOffset="109042.86">9199 7099 2145 0,'0'0'544'0,"0"0"-544"15,0 0-47-15,0 0 9 16,0 0 38-16,25 116 17 16,-25-74 52-16,0-4-53 15,0-5-1-15,-7-12-7 16,2-9-1-16,3-6 8 16,2-6-14-16,0 0 15 15,10-7-1-15,21-22-15 16,15-11-167-16,14-11 96 15,10-2-62-15,1 5-1 0,-4 9 70 16,-9 19 64-16,-14 18 77 16,-13 2-39-16,-11 25-2 15,-8 6-17-15,-10 1 26 16,-2-3-11-16,0-9-34 16,0-11 6-16,0-6 9 15,3-3 13-15,5-5 27 16,3-22-55-16,3-15-155 15,3-12-142-15,1-14 89 16,3-10-69-16,0-21 61 16,4-22-7-16,0 13 99 15,-7 20 124-15,-7 27 158 0,-7 39 403 16,-4 13-54-16,0 9-435 16,0 17-72-16,-18 38 0 15,-4 17 109-15,-5 12 58 16,3 9-34-16,1 1-33 15,6-6-54-15,3-5-34 16,8-14 18-16,1-16-29 16,5-17-1-16,0-16 0 15,2-12-25-15,19-8 25 16,8 0-6-16,11-10 5 16,6-19-38-16,1-3-125 15,-5 3 18-15,-9 7 70 16,-12 13 36-16,-13 9 31 15,-4 18 9-15,-4 20 16 16,0 9 35-16,0-5-11 0,0-3-4 16,13-10 19-16,9-9-11 15,11-11 1-15,9-4-18 16,12-5-27-16,6-8-13 16,1-18-165-16,-3-8-46 15,-10-9-96-15,-9-1 43 16,-10 0 76-16,-14 6 136 15,-7 14 65-15,-8 14 379 16,0 10-162-16,0 4-151 16,-15 22 54-16,2 9 1 15,2 2-5-15,4-1-18 16,7-1-37-16,0-9-21 16,0-6-39-16,9-6 5 15,7-7-6-15,3-6-12 16,2-1-30-16,3-4-65 0,-1-18-55 15,1-8-69-15,-2-5-9 16,1 0 16-16,-3 4 73 16,-5 12 151-16,-8 9 299 15,-3 10-43-15,-4 3-151 16,0 23-23-16,0 9-18 16,0 1-5-16,-2 0-41 15,-5-7-10-15,3-6-8 16,2-7-73-16,-2-16-169 15,-1 0-155-15,-2-10-296 0</inkml:trace>
  <inkml:trace contextRef="#ctx0" brushRef="#br0" timeOffset="109194.68">10764 6764 1781 0,'0'0'624'16,"0"0"-580"-16,0 0-43 15,-22 106-1-15,-1-48-34 16,-10 18-72-16,6-16-175 16,10-16-559-16</inkml:trace>
  <inkml:trace contextRef="#ctx0" brushRef="#br0" timeOffset="110371.52">11780 6770 824 0,'0'0'296'16,"0"0"-108"-16,0 0-17 16,0 0-46-16,0 0-50 15,0 0-5-15,0 0-22 16,65-32-19-16,-55 15 21 15,-6 4-12-15,-4-1 16 0,0 4 38 16,0 1 19-16,-14 5-55 16,-9 4-37-16,-5 0-7 15,-8 16 68-15,0 21-5 16,3 10-2-16,6 14 15 16,10 9-21-16,12 2 1 15,5 0-14-15,5-3-6 16,17-9 21-16,2-13-52 15,-3-8-2-15,-8-13 8 16,-7-11-17-16,-6-6 1 0,0-4-7 16,-24 2 0-16,-16-2 18 15,-5-2-18-15,-2-3-21 16,10 0 20-16,12-10-17 16,14-16 6-16,11-8-76 15,25-8-139-15,25 0 25 16,18 1 26-16,7 11 76 15,4 12 85-15,-2 10 15 16,-7 8 1-16,-13 0 49 16,-16 2 89-16,-14 11 38 15,-19 2-82-15,-8 6-16 16,0 5-12-16,-20 4-21 16,-5-2-1-16,2-5-45 15,4-5-8-15,11-11-18 16,8-7-36-16,0 0-48 0,21-10-40 15,16-19-362-15,13-24-36 16,-5 4-89-16,-11 11 246 16,-12 14 391-16,-22 24 767 15,-2 0-204-15,-16 18-375 16,-7 14 26-16,-4 11-31 16,2 3-44-16,10 0-33 15,7-9 2-15,10-6-44 16,0-9-5-16,25-8-18 15,14-9-21-15,9-5 4 16,10-3-24-16,0-23-111 16,-2-12-56-16,-10-9-49 15,-5-4-65-15,-10-6-20 0,-11 5-79 16,-6 10-2-16,-12 18 382 16,-2 16 663-16,-2 8-398 15,-16 22-103-15,0 19 32 16,2 7-51-16,10 1 1 15,6 2-27-15,0-10-53 16,11-4-43-16,15-13 17 16,8-8-38-16,7-12-6 15,-2-4-58-15,-3-8-135 16,-3-20-62-16,-4-30-98 16,-8 3-304-16,-6 1 87 0</inkml:trace>
  <inkml:trace contextRef="#ctx0" brushRef="#br0" timeOffset="110477.64">12771 6965 861 0,'0'0'1040'0,"0"0"-553"0,0 0-436 16,0 0-34-16,0 0-15 16,0 134 16-16,-3-74-18 15,3 16-14-15,0-16-192 16,0-18-516-16</inkml:trace>
  <inkml:trace contextRef="#ctx0" brushRef="#br0" timeOffset="111460.1">13328 7011 2290 0,'0'0'22'0,"0"0"-22"15,0 0-986-15</inkml:trace>
  <inkml:trace contextRef="#ctx0" brushRef="#br0" timeOffset="111572.72">13158 7328 2076 0,'0'0'0'0,"0"0"-870"0</inkml:trace>
  <inkml:trace contextRef="#ctx0" brushRef="#br0" timeOffset="112805.67">1330 8631 1465 0,'0'0'690'0,"0"0"-428"15,0 0 14-15,0 0-84 0,0 0-67 16,0 0-16-16,0 0-58 16,25-7-31-16,9 7-14 15,14 0-5-15,10 0 4 16,14 7-5-16,3 0-78 15,35 2-34-15,-21-6-245 16,-11-3-378-16</inkml:trace>
  <inkml:trace contextRef="#ctx0" brushRef="#br0" timeOffset="113793.86">2716 8003 939 0,'0'0'149'15,"0"0"137"-15,-2 112-7 16,-9-48-48-16,-2 6-18 16,-3 3-42-16,3-3-57 15,-1-4-53-15,2-8-2 16,0-8-16-16,3-12-30 15,5-11-12-15,0-11 16 16,-1-9-16-16,5-4 11 0,0-3-3 16,0 0 25-16,0 0 20 15,0 0-8-15,15-7-9 16,8-5-7-16,6 1-30 16,9 2 0-16,5 6-1 15,7 3 1-15,2 2-9 16,4 13-61-16,19 7-85 15,-13-3-100-15,-6-10-409 0</inkml:trace>
  <inkml:trace contextRef="#ctx0" brushRef="#br0" timeOffset="114568.7">3448 8376 162 0,'0'0'1611'15,"0"0"-1290"-15,0 0-252 16,0 0-38-16,-161 65 121 16,99-16 53-16,4 7-58 15,9 1-54-15,14-6-33 16,12-5-42-16,15-11 7 16,8-12-20-16,6-8-4 15,25-13-2-15,11-2-15 16,8-14-46-16,3-16-127 15,-2-12-27-15,-8-2-40 16,-12 2 69-16,-11 5 102 0,-9 11 85 16,-8 12 256-16,-3 12-24 15,0 2-119-15,-7 8-70 16,-7 15 63-16,3 2-36 16,5 3-22-16,6-4 35 15,0-4-75-15,4-6-2 16,13-4-6-16,6-10-18 15,2 0 7-15,-6 0-35 16,-1-8-11-16,-7-3 25 16,-1 1-21-16,-8 3 53 15,-2 3 90-15,0 4-17 16,0 0-12-16,4 0-61 0,3 0-24 16,7 4 11-16,7 8 13 15,10-1-2 1,10-6-14-16,3-5-30 0,1 0-24 15,-7-9-118-15,-7-14-11 16,-14 0 78-16,-9-4-20 16,-6-1 19-16,-2 4 78 15,0 6 44-15,0 6 122 16,0 10 113-16,0 2-173 16,0 18-51-16,0 26 42 15,0 20 79-15,0 15-5 16,-6 11-43-16,-6 4 4 15,-3-2-16-15,-4-2-21 16,-1-7 30-16,-1-11-60 16,-6-10-2-16,-2-12-3 0,-5-13-16 15,-4-14 26-15,0-7-13 16,3-11-12-16,5-5 25 16,10 0-25-16,14-21 18 15,6-14-19-15,18-11-36 16,22-9 18-16,13-6-30 15,5 3-16-15,3 3-75 16,1-13-83-16,-16 13-40 16,-12 9-456-16</inkml:trace>
  <inkml:trace contextRef="#ctx0" brushRef="#br0" timeOffset="114780.19">3258 8249 1235 0,'0'0'792'0,"0"0"-406"15,0 0-136-15,0 0-112 16,0 0-90-16,94-102-47 16,-58 96-2-16,0 4-38 15,-1 2-42-15,3-3-152 16,-9-2-302-16,-9-2-323 0</inkml:trace>
  <inkml:trace contextRef="#ctx0" brushRef="#br0" timeOffset="114890.24">3644 7932 1713 0,'0'0'187'0,"0"0"-187"15,-11 165-40-15,-9-87-222 0,2-8-763 16</inkml:trace>
  <inkml:trace contextRef="#ctx0" brushRef="#br0" timeOffset="129626.67">4641 8516 639 0,'0'0'366'0,"0"0"-171"16,0 0-115-16,0 0-20 15,0 0-41-15,0 0 36 16,6-28 24-16,-4 26 55 16,-2 2 13-16,0 0 32 15,0 0-11-15,0 0-41 16,0 0 8-16,0 0-82 15,0 0-16-15,0 0 6 16,0 0 18-16,0 0 8 16,0 0-22-16,0 0-9 15,0 0 12-15,0 0-50 16,0 0 0-16,0 0 1 0,0 0 13 16,0 0-16-16,0 0 2 15,0 0 0-15,-6 0-16 16,-17 11 1-16,-10 12 6 15,-3 7 0-15,-1 4 18 16,4 4-8-16,8-1-1 16,9-7 0-16,11-4-6 15,5-6-38-15,3-12-76 16,21-8 8-16,12 0 23 16,20-45-128-16,-7-1-258 15,-9 0-83-15</inkml:trace>
  <inkml:trace contextRef="#ctx0" brushRef="#br0" timeOffset="129824.83">4712 8131 1222 0,'0'0'407'0,"0"0"-48"15,0 0-56-15,0 0-196 16,0 0-107-16,0 0-25 16,0 0 25-16,-27 111 21 15,27-35 44-15,0 8-36 16,0-1-10-16,0-4-19 15,0-7-33-15,7-10-19 16,-2-11-56-16,-5-7-108 16,0-14-45-16,0-14-304 0</inkml:trace>
  <inkml:trace contextRef="#ctx0" brushRef="#br0" timeOffset="130500.45">4240 8465 901 0,'0'0'904'0,"0"0"-804"16,0 0-99-16,124-1-1 15,-50 1 1-15,8 4 9 16,8 4 65-16,-3 1 7 16,-6-4-16-16,-9 4-15 15,-18-4-31-15,-16 2 33 16,-16 0-43-16,-17 3 11 15,-5 8 17-15,-12 8 17 0,-17 10 34 16,-7 8-25-16,1 0-49 16,4-4 3-16,6-6-18 15,10-15-10-15,7-7-14 16,8-12-77-16,8 0 5 16,23-10 39-16,11-20-19 15,7-10-111-15,-2-6-49 16,-7 3-39-16,-14 12 275 15,-10 14 128-15,-13 17 100 16,-3 5-130-16,0 26-28 16,-13 12 90-16,1 2-4 15,8 3-72-15,4-10-5 16,0-4-52-16,16-15 5 16,13-6 10-16,6-13-26 15,7 0 10-15,3-15-26 0,-1-15-14 16,-4-8 13-16,-9-4-48 15,-8 2 20-15,-9 4 15 16,-8 9 14-16,-6 12 35 16,0 8 31-16,0 7-66 15,0 3-6-15,-8 22-25 16,2 8 31-16,6 7 11 16,0-2 19-16,8-2 3 15,13-10-23-15,4-9-10 16,2-6 32-16,0-11-19 15,0 0 16-15,0-8-6 16,-6-16-6-16,-5-6 11 16,-7-8-20-16,-9-1-2 0,0 0-12 15,-9 2 1-15,-11 9-37 16,-9 12-78-16,-29 16-133 16,7 16-306-16,-3 12-248 0</inkml:trace>
  <inkml:trace contextRef="#ctx0" brushRef="#br0" timeOffset="130615.83">4948 9064 1407 0,'0'0'577'16,"0"0"-392"-16,0 0-62 15,0 0-85-15,0 0-38 16,0 0-43-16,0 0-173 0,40 96-448 16</inkml:trace>
  <inkml:trace contextRef="#ctx0" brushRef="#br0" timeOffset="131933.84">6460 7983 1807 0,'0'0'272'16,"0"0"-197"-16,0 0-75 15,0 0 0-15,-7 196 87 16,-13-61 126-16,0-3-52 16,2-26-49-16,9-34-35 0,2-25-39 15,3-1-14-15,0-5-24 16,1-5 0-16,1-15 9 15,2-11-9-15,0-7-1 16,0-3 1-16,0-12 0 16,15-25-7-16,10-20-93 15,8-13-131-15,1 0 125 16,-1 8-42-16,-8 22 148 16,-7 22 43-16,-9 18-43 15,-7 20 1-15,-2 24 39 16,0 14 30-16,-5 5 36 15,-5-2-11-15,4-6-34 16,6-13-30-16,0-10-14 16,23-12-1-16,12-12-16 15,15-8 6-15,8-5-15 0,4-27-19 16,1-9-65-16,-7-11 0 16,-12-7-37-16,-13 5-53 15,-13 8 0-15,-14 16 183 16,-4 16 212-16,-13 14-81 15,-23 16-100-15,-6 22 0 16,-2 12 2-16,1 3 32 16,10-6-2-16,10-6-8 15,10-11-14-15,13-12-41 16,0-10-7-16,7-6-50 16,19-2 35-16,10-14 15 15,5-20-66-15,-1-10-40 16,-5-9-21-16,-8-1-61 15,-7 7 28-15,-11 8 148 16,-9 17 19-16,0 18 220 0,0 4-187 16,-18 24-24-16,3 14 75 15,3 7-9-15,5-3 22 16,7-3-23-16,0-7-41 16,9-9 4-16,14-13-27 15,8-8-10-15,4-2 18 16,8-18-18-16,1-12-67 15,-3-6-43-15,-3 0 35 16,-11 4 69-16,-8 9 4 16,-7 9 2-16,-8 14 24 15,-4 0-23-15,0 28 19 0,-2 13 69 16,-10 3-7 0,1 2-15-16,5-8-28 0,2-11-10 15,4-10-9-15,0-9-11 16,0-8 13-16,0 0-8 15,13-2 5-15,13-21-19 16,10-14-49-16,7-7-108 16,1-3 55-16,-4 1 32 15,-4 12 57-15,-10 14 7 16,-8 16 6-16,-9 4 16 16,-9 24-4-16,0 15 26 15,-2 5-6-15,-13-4 23 0,-1-6 4 16,5-10-35-16,7-12-18 15,4-9 9-15,0-3-14 16,4 0 10-16,21-20-11 16,14-9-156-16,9-5 102 15,4 0 11-15,0 3 19 16,-6 12 23-16,-9 8 2 16,-8 11 4-16,-10 0 4 15,-7 18 0-15,-6 8 7 16,-3 2-16-16,-3 0-45 15,0-5-12-15,-21-12-146 16,2-4-125-16,-4-7-422 0</inkml:trace>
  <inkml:trace contextRef="#ctx0" brushRef="#br0" timeOffset="132092.47">6722 8208 2074 0,'0'0'573'16,"0"0"-573"-16,0 0-4 16,176 0-112-16,-51 15-80 15,-17-3-51-15,-8-5-315 0</inkml:trace>
  <inkml:trace contextRef="#ctx0" brushRef="#br0" timeOffset="133726.37">8537 7954 846 0,'0'0'989'16,"0"0"-741"-16,0 0-161 15,0 0-87-15,0 0-30 16,0 0 30-16,0 0 99 16,-31 214 181-16,18-67-137 15,-1-4-16-15,5-31-48 16,3-40-40-16,4-28-18 0,-1-4-21 16,1-3 0-1,2-7 5-15,0-14-4 0,0-10-1 16,0-6 15-16,0 0-15 15,0-10 0-15,13-25 0 16,10-24-86-16,6-12-50 16,4-3-12-16,-2 7 26 15,-6 24 122-15,-8 23 18 16,-7 20-18-16,-6 17-27 16,-4 29 27-16,0 5 49 15,2 3 4-15,7-4-14 16,9-8 2-16,9-12-23 15,13-12 20-15,12-13-38 16,8-5-2-16,2-20-11 16,-2-19-71-16,-7-9 22 0,-12-5 5 15,-17 0 2-15,-13 7-8 16,-11 12 9-16,-11 17 54 16,-25 17 37-16,-10 5-23 15,-8 31 69-15,0 15-11 16,8 2-14-16,11 1-5 15,12-7-22-15,17-10-25 16,6-8-3-16,15-15-3 16,22-9-9-16,15-5-12 15,2-14-83-15,1-20-18 16,-8-6-35-16,-12-2 2 16,-10 0 63-16,-9 8-54 15,-10 13 146-15,-6 12 155 0,0 9-45 16,0 4-75-1,-8 22 8-15,0 6 40 0,8 4 3 16,0-4-36-16,0-3 15 16,16-7-26-16,9-8-33 15,4-12-6-15,2-2-21 16,3-7-55-16,-5-17-36 16,-2-3-61-16,-6-4 7 15,-3 4 72-15,-5 4 93 16,-1 11 1-16,-5 12 75 15,-3 0-6-15,-2 30 8 16,0 10 7-16,0 8-36 16,1 1-47-16,-1-5-2 15,5-12-44-15,6-18-127 0,-2-11-213 16,-1-3-282-16</inkml:trace>
  <inkml:trace contextRef="#ctx0" brushRef="#br0" timeOffset="133841.12">9411 8310 163 0,'0'0'1328'16,"0"0"-1114"-16,0 0-214 15,0 0-134-15,0 0-380 0</inkml:trace>
  <inkml:trace contextRef="#ctx0" brushRef="#br0" timeOffset="134561.54">10178 8453 2060 0,'0'0'285'0,"0"0"-285"15,0 0-68-15,-13 107 68 16,4-47 81-16,4 1-1 16,5-3-19-16,0-10-3 15,9-10-28-15,13-12-2 16,7-12 15-16,7-10-43 16,4-4 0-16,2-14-30 15,1-20-68-15,-5-10 5 0,-9-9-22 16,-12 0-22-16,-7 4 15 15,-10 11 122-15,0 16 50 16,-12 18 66-16,-10 4-95 16,2 20 7-16,2 17 27 15,11 2 25-15,7 5-22 16,4-2-26-16,28-5 12 16,13-9-13-16,11-8-16 15,6-14-5-15,5-6-10 16,-5-3-53-16,-6-20 8 15,-12-12-55-15,-17-2-6 16,-15-6-61-16,-12 3-47 16,-8 5 72-16,-23 10 130 15,-9 15 12-15,0 10 92 16,2 6 37-16,9 23-17 0,12 6-8 16,12 5-25-16,5 3-13 15,13-6-29-15,21-5-22 16,11-6-15-16,5-9-4 15,4-7-119-15,2-10-157 16,-12-2-257-16,-17-14-610 0</inkml:trace>
  <inkml:trace contextRef="#ctx0" brushRef="#br0" timeOffset="134742.54">10563 8346 1707 0,'0'0'633'0,"0"0"-385"16,0 0-159-16,0 0-60 16,0 0-29-16,141-9 0 0,-92 9-12 15,0 0-1-15,-5 0-130 16,4-12-73-16,-13-10-118 16,-10-6-461-16</inkml:trace>
  <inkml:trace contextRef="#ctx0" brushRef="#br0" timeOffset="134854.47">11027 7997 1783 0,'0'0'255'0,"0"0"-255"15,0 0-31-15,-42 186-13 0,17-97-143 16,10-12-369-16</inkml:trace>
  <inkml:trace contextRef="#ctx0" brushRef="#br0" timeOffset="135177.07">11855 8265 1969 0,'0'0'344'0,"0"0"-344"15,-19 116-3-15,9-51 3 16,0 3 64-16,6 2-5 16,-1-5 12-16,5-6-29 15,0-6-30-15,0-9-12 16,0-10-81-16,0-13-93 15,-8-9-102-15,-11-10-125 16,-7-2-9-16</inkml:trace>
  <inkml:trace contextRef="#ctx0" brushRef="#br0" timeOffset="135971.73">11408 8569 1702 0,'0'0'557'15,"0"0"-505"-15,143-49-52 16,-54 26-90-16,10-6 28 15,1-3 9-15,-5-6 52 16,-10 0 0-16,-14-4 0 16,-19-1 1-16,-19 6-25 15,-17 2-18-15,-16 7 43 16,0 10 83-16,-16 14 14 16,-11 4-41-16,-2 26-3 15,-2 21 35-15,6 15 17 16,4 11-23-16,2 6 25 15,7-1-66-15,0-2-19 16,3-9-10-16,5-13-6 16,0-13-12-16,-1-16 2 15,5-13-22-15,0-8 25 0,0-4-21 16,11-6 21-16,16-20-17 16,6-15-163-16,7-5 17 15,-2 3-32-15,-9 4 144 16,-9 15 52-16,-11 14 155 15,-4 10-90-15,-5 0-53 16,0 22-9-16,4 2 68 16,7 3-29-16,12-8 35 15,8-2 27-15,13-12-43 16,10-5-11-16,6 0-50 0,0-19-5 16,-6-10-49-1,-12-5-94-15,-15-3 66 0,-19 0-15 16,-8 2 3-16,-4 6 70 15,-23 9 24 1,-6 11 44-16,-3 9 42 0,3 13-31 16,4 17-12-16,9 11 69 15,9 3-48-15,9 2-12 16,2-2-10-16,10-7-1 16,19-2 9-16,9-9-44 15,7-13 6-15,7-6 3 16,-2-7-15-16,0-7 0 15,-8-13-29-15,-11-4-19 0,-11 5 25 16,-7 4-7 0,-7 5 30-16,-6 8 63 0,0 2-32 15,4 0-31 1,4 10-19-16,11 9 19 0,7 1 63 16,14-4-39-16,11-8 16 15,7-8-13-15,-4 0-27 16,-5-24 12-16,-16-6-12 15,-17-6-2-15,-16-3 1 16,-3-1 1-16,-32 2-26 16,-13 8-119-16,-11 10-63 15,-25 20 32-15,17 3-189 16,11 11-376-16</inkml:trace>
  <inkml:trace contextRef="#ctx0" brushRef="#br0" timeOffset="136738.51">13637 8468 1423 0,'0'0'398'0,"0"0"-127"16,0 0-142-16,0 0-77 16,0 0-3-16,0 0-9 15,0 0 18-15,0-12-17 16,2 12-40-16,-2 0 0 16,0 0 0-16,3 0-1 15,-3 0 43-15,2-3-42 16,1 3 26-16,-1-7-3 0,4 0 9 15,3-5-21 1,0 1-12-16,0 1 0 0,0 2 29 16,0 5-14-16,-2 3 18 15,0 0-28-15,-1 7-4 16,3 17-1-16,-7 12 2 16,-2 10 27-16,0 10 40 15,-7 4-38-15,-8-2 8 16,-3-5-18-16,5-11-15 15,1-12 0-15,8-12-6 16,0-10 0-16,4-6 10 16,0-2 2-16,0 0 2 15,8-20-14-15,15-18-26 0,4-17-190 16,2-10 2 0,0-6-144-16,-10 9 139 0,-7 16 219 15,-12 21 145-15,0 25 65 16,-12 0-153-16,-12 32 23 15,2 9 14-15,6 7 1 16,9 0 33-16,7-2-45 16,16-3-36-16,20-10-22 15,14-7-25-15,11-11-21 16,35-15-97-16,-16 0-89 16,-10-18-383-16</inkml:trace>
  <inkml:trace contextRef="#ctx0" brushRef="#br0" timeOffset="136898.84">14306 8446 2194 0,'0'0'508'0,"0"0"-508"16,0 0-139-16,0 0 75 15,0 0-65-15,0 0-105 16,-17 128-542-16</inkml:trace>
  <inkml:trace contextRef="#ctx0" brushRef="#br0" timeOffset="136992.37">14152 8903 1054 0,'0'0'1181'0,"0"0"-1181"0,0 0-304 16,0 0-363-16</inkml:trace>
  <inkml:trace contextRef="#ctx0" brushRef="#br0" timeOffset="138368.79">15321 8275 780 0,'0'0'360'0,"0"0"-68"16,0 0-111-16,0 0-50 16,0 0 2-16,0 0 20 0,0 0 20 15,11-90 10-15,-11 82-33 16,0 4-19-16,0 2-37 16,0 2-45-16,-7 0-49 15,-15 11-34-15,-12 18 28 16,-10 17 12-16,-3 12 9 15,0 8 24-15,7-1-3 16,6-3 10-16,12-6-9 16,9-7-35-16,13-10 55 15,0-5-57-15,20-8 18 16,20-7-17-16,12-10-1 0,8-9-9 16,4 0-28-16,1-25-10 15,-7-8 47-15,-10-4-56 16,-12-2 11-16,-16 5 16 15,-13 5 29-15,-7 4 37 16,-7 11 8-16,-17 9-20 16,-8 5 27-16,-1 3-51 15,4 21 14-15,8 7-10 16,9 1-4-16,12-1 13 16,0-1-14-16,22-4 1 15,14-7 11-15,6-9-12 16,3-8 0-16,-3-2-5 15,-9-4-10-15,-8-17 6 16,-13-2 6-16,-10-5-12 16,-2-2 9-16,-12-1-26 0,-13 7 4 15,-1 6-29-15,0 14-135 16,-1 4-89-16,8 10-435 16,7 6-675-16</inkml:trace>
  <inkml:trace contextRef="#ctx0" brushRef="#br0" timeOffset="138623.37">15762 8486 656 0,'0'0'1455'0,"0"0"-1345"0,0 0-59 16,0 0-51-16,-38 108 80 16,27-62 12-16,2 0-40 15,4-1-52-15,5-6-2 16,0-8-117-16,0-16-147 16,0-6-219-16,2-9-109 0</inkml:trace>
  <inkml:trace contextRef="#ctx0" brushRef="#br0" timeOffset="138742.96">15693 8289 1793 0,'0'0'540'0,"0"0"-298"15,0 0-107 1,0 0-135-16,0 0-184 0,0 0-136 16,116 48-306-16</inkml:trace>
  <inkml:trace contextRef="#ctx0" brushRef="#br0" timeOffset="139170.74">16272 8427 1847 0,'0'0'555'15,"0"0"-423"1,0 0-80-16,0 0-31 0,0 0-15 16,0 0 31-16,0 0 33 15,87 119-6-15,-87-69-19 16,0 1 2-16,-2-2-35 16,-14-5 22-16,5-9-34 15,1-11 0-15,4-9 0 16,4-10-26-16,2-5 1 15,0 0 6-15,0-14-25 16,14-21-39-16,1-11-218 16,-1-12-12-16,-1 2 78 15,-7 6 235-15,0 16 183 0,-6 16 206 16,0 14-281-16,0 4-108 16,0 12-37-16,0 15 37 15,8 8 54-15,13 5-29 16,14 3-25-16,55-1-58 15,-7-12-102-15,2-12-393 16</inkml:trace>
  <inkml:trace contextRef="#ctx0" brushRef="#br0" timeOffset="139931.63">17396 7774 1719 0,'0'0'370'0,"0"0"-370"16,0 0 24-16,-47 139 14 15,23-32 120-15,-1 0 42 16,7-8-22-16,7-14-85 16,7-15-18-16,2 5-38 15,2 7-11-15,0-10 13 16,0-11-33-16,2-11 0 16,9-15-6-16,2-12 0 15,5-11-1-15,4-9-20 0,5-3 18 16,9-12-3-1,3-21-28-15,7-13-63 16,-7-8-72-16,-3-1 21 16,-7 7 115-16,-11 13 33 0,-9 16 28 15,-9 12 48-15,0 7-76 16,-18 3-10-16,-11 23 10 16,-7 8 24-16,0 7 38 15,5-6-36-15,9-2-25 16,7-9 11-16,10-10-12 15,5-6-21-15,0-8-23 16,9 0 27-16,16-5 10 16,8-12-17-16,0-3-55 15,-4-3 49-15,-6 7 30 16,-8 9 20-16,-8 7 1 0,-2 0-13 16,-5 13-8-16,0 13-8 15,0 9 3-15,0-2 5 16,0-2 0-16,0-7-52 15,0-12-179 1,0-7-149-16,0-5-257 0</inkml:trace>
  <inkml:trace contextRef="#ctx0" brushRef="#br0" timeOffset="140072.81">17512 8249 2046 0,'0'0'329'0,"0"0"-329"15,0 0-31-15,149-6-87 16,-64 15-136-16,-12 4-106 16,-6-1-657-16</inkml:trace>
  <inkml:trace contextRef="#ctx0" brushRef="#br0" timeOffset="141116.97">18324 7599 1532 0,'0'0'385'0,"0"0"-230"16,0 0-111-16,0 0-44 15,0 0 8 1,-29 116 28-16,10-3 195 0,1 30-62 15,-1 10-18 1,3-28-66-16,3-30-27 0,4-37-10 16,-1-7-33-16,4 2-8 15,-1-2 1-15,3-5-7 16,2-14 6-16,2-17-7 16,0-6 0-16,0-7-9 15,0-2 17-15,0 0-8 16,0-11 19-16,0-17-19 15,19-14-34-15,13-7-96 0,3 0 57 16,4 11 64 0,-4 16-21-16,-4 18 14 0,-10 4-51 15,-10 23 16-15,-11 14 51 16,0 5 10-16,-17 4 15 16,-14 1 51-16,-6-6-22 15,-5-2-11-15,4-10-13 16,2-8-18-16,6-8 9 15,11-8-11-15,5-5-8 16,10 0 29-16,4-21-31 16,2-14-16-16,29-18-157 15,16-7-33-15,9 0-3 16,2 8 99-16,-7 16 65 16,-6 19 45-16,-14 17 8 15,-13 3 21-15,-9 25 11 0,-9 8 58 16,0 2 11-1,0 2-23-15,-7-4-26 0,0-6-10 16,3-5-38-16,4-12-12 16,0-4-27-16,0-9-68 15,0 0 17-15,13-7-31 16,16-36-140-16,-4 0-83 16,-1-1-191-16</inkml:trace>
  <inkml:trace contextRef="#ctx0" brushRef="#br0" timeOffset="141665.44">18629 8395 1031 0,'0'0'767'15,"0"0"-387"-15,0 0-228 16,0 0-143-16,0 0 25 16,0 0-23-16,0 0-2 15,60 73 23-15,-36-65-20 16,5-6-3-16,0-2 0 0,-2-6-9 16,-9-13-10-16,-9-8-42 15,-9-1-28-15,0-1 40 16,-18 6-52-16,-6 9 46 15,-5 12 46-15,2 2 39 16,2 24 37-16,5 14 33 16,5 10-6-16,10 4 16 15,5-1-38-15,0-5-50 16,17-7-1-16,10-8-24 16,7-9-6-16,6-10 0 0,2-10-1 15,0-2-5 1,1-6-64-16,-3-20-31 0,-4-2-27 15,-3-4-75 1,-6 3 23-16,-7 7 91 0,-9 8 89 16,-7 12 166-16,-4 2-134 15,0 9-19-15,-2 15 60 16,-11 3 7-16,5 1 0 16,0-5-45-16,4-9-23 15,4-7 5-15,0-4-16 16,16-3-1-16,17 0 0 15,15-19-3-15,6-5-93 16,11-8-70-16,0 0 40 16,-4 2 84-16,-11 7 42 15,-7 9 11-15,-14 9 24 0,-12 5 0 16,-8 5-4 0,-9 16-31-16,0 7 15 0,-4 2-15 15,-13-2 0-15,-6-1-50 16,-10-6-51-16,6-9-170 15,0-5-296-15</inkml:trace>
  <inkml:trace contextRef="#ctx0" brushRef="#br0" timeOffset="141867.87">18621 8195 2000 0,'0'0'567'0,"0"0"-510"16,0 0-36-16,133-8-21 16,-94 8-2-16,-5 0-10 15,-5 0-23-15,-7 0-84 16,3-12-49-16,-10 0-103 16,-1-6-402-16</inkml:trace>
  <inkml:trace contextRef="#ctx0" brushRef="#br0" timeOffset="142016.63">19163 7764 2002 0,'0'0'259'0,"0"0"-259"16,0 0-48-16,-37 114 48 0,12-47-2 16,5 8 2-16,15 32-21 15,5-19-227-15,0-17-407 0</inkml:trace>
  <inkml:trace contextRef="#ctx0" brushRef="#br0" timeOffset="142251.62">19647 8462 2278 0,'0'0'597'0,"0"0"-597"16,0 0-171-16,0 0-176 16,0 0 70-16,0 0-258 0</inkml:trace>
  <inkml:trace contextRef="#ctx0" brushRef="#br0" timeOffset="142369.34">19661 8770 1906 0,'0'0'651'0,"0"0"-547"15,0 0-77-15,-112 109-27 16,63-67-7-16,-20 15-124 0,11-13-88 16,7-9-399-16</inkml:trace>
  <inkml:trace contextRef="#ctx0" brushRef="#br0" timeOffset="143181.72">20592 8261 905 0,'0'0'1131'0,"0"0"-782"16,0 0-226-16,0 0-116 16,0 0-7-16,0 0-28 15,0 0 28-15,-15 59 114 16,3-11-38-16,1 0-41 16,5-2-9-16,6-11-13 15,0-10 17-15,6-7-23 16,17-10-6-16,8-8-1 15,3 0-26-15,1-17-128 16,-4-15-18-16,-4-9 1 16,-7-5-9-16,-4-1 32 15,-5 5 148-15,-6 10 21 0,-3 16 190 16,-2 16-14-16,0 2-197 16,0 41 21-16,-16 32-17 15,-4 38 63-15,-4 26 0 16,3-9 32-16,4-30-63 15,3-33-3-15,1-26 7 16,-3 1-32-16,-3-1 19 16,-6-5-26-16,-2-16 21 15,-2-11 74-15,-2-9-19 16,4 0-35-16,7-19-18 16,9-15-15-16,11-12 1 15,13-10-10-15,30-9-7 16,19-3-4-16,15-2-67 0,11 6-146 15,36-12-100 1,-18 17-158-16,-22 11-304 0</inkml:trace>
  <inkml:trace contextRef="#ctx0" brushRef="#br0" timeOffset="143674.81">21460 7677 1270 0,'0'0'974'0,"0"0"-848"0,0 0-126 15,0 0 0-15,-38 127 1 16,11-32 103-16,-2-1 94 16,2 6-71-16,-2 1-46 15,5-20-25-15,1 5-47 16,6-8 7-16,6-15-16 15,3-10 0-15,8-16 10 16,0-9-10-16,8-10-24 16,13-9 8-16,11-9-16 15,8 0 22-15,7-25-92 16,0-11-76-16,-3-7 47 16,-8-1-56-16,-12 9 93 15,-8 11 94-15,-11 11 113 0,-5 13-42 16,-2 0-48-16,-21 17-9 15,-6 15 96-15,-4 8-3 16,-1 4-48-16,5 0-14 16,7-6-27-16,9-7 0 15,3-6-8-15,8-8-10 16,2-3-13-16,0-8-93 16,0-2 4-16,14-4 61 15,3 0 26-15,1 0-7 16,3-6-27-16,-4-6-34 15,1-1-59-15,-5 5-99 16,-3 1-295-16</inkml:trace>
  <inkml:trace contextRef="#ctx0" brushRef="#br0" timeOffset="143826.44">21387 8242 354 0,'0'0'1625'15,"0"0"-1316"-15,0 0-294 16,124-43-15-16,-40 39-148 16,-8 3-151-16,-9-2-766 0</inkml:trace>
  <inkml:trace contextRef="#ctx0" brushRef="#br0" timeOffset="145164.09">22801 7620 1302 0,'0'0'82'16,"0"0"-41"-16,0 0-41 0,-35 136 301 15,-3-18 27-15,-7 31-11 16,1 5-91-16,9-28-83 15,10-34-55-15,11-37-38 16,1-8 2-16,-1 2-40 16,3-1-5-16,3-4-5 15,1-16 4-15,5-12-11 16,2-9 6-16,0-7-1 16,0 0 25-16,0-8-24 15,0-23-2-15,9-15-41 16,15-12-94-16,12-8 23 15,4 4-21-15,3 12 37 16,-6 18 41-16,-6 19 8 0,-11 13 18 16,-8 9 30-16,-10 20 34 15,-2 10 65-15,0 7 16 16,-14 2-11-16,-1-2-7 16,-1-6-76-16,7-7-14 15,5-11 2-15,4-10-7 16,2-7-2-16,23-5 12 15,14 0-12-15,11-7 0 16,8-21-64-16,2-11-65 16,-2-8-1-16,-9-4-16 15,-12 4 60-15,-14 14 86 16,-19 15 119-16,-4 14 44 16,-27 4-138-16,-17 17 1 0,-8 15 53 15,0 9-2-15,2 2-5 16,13-2-42-16,12-7-6 15,9-7 11-15,12-9-35 16,4-11 0-16,0-3-11 16,9-4-20-16,13 0 30 15,11-10-20-15,8-16-75 16,1-11 23-16,5-8-62 16,-7-3 28-16,-5 8 49 15,-10 10 58-15,-10 14 75 16,-13 16-49-16,-2 0-16 15,0 20 17-15,-6 11 83 0,-7 10-16 16,-1-1-35 0,8-2-26-16,6-6-6 0,0-6-22 15,11-8 7-15,15-7 6 16,9-8-18-16,4-3-6 16,3-1-27-16,3-20-42 15,-5-3 18-15,-4-2 11 16,-5 3 31-16,-11 4 14 15,-7 9 2-15,-8 8 36 16,-5 2-14-16,0 2-22 16,-9 20 0-16,-10 6 48 15,-2 4-30-15,1-2 50 16,5-4-45-16,5-9-5 0,6-8-13 16,4-6-5-16,0-3 22 15,0 0-23-15,22-7-18 16,12-15 16-16,8-7-98 15,9-8-34-15,1 1-22 16,-6 5 86-16,-10 6 66 16,-14 13 4-16,-12 12 43 15,-10 0-6-15,0 17 3 16,-14 8 34-16,-9 3-15 16,-1-2 9-16,6-6-17 15,7-8-42-15,7-6-9 16,4-6 1-16,2 0-1 15,24 0-28-15,19-8-32 16,9-8-130-16,8-4-43 16,1 0 30-16,-3 1 137 0,-10 6 45 15,-7 5 21-15,-9 8 55 16,-7 0 28-16,-7 12 20 16,-7 10-71-16,-7 2-32 15,-1-2-14-15,-5 1-43 16,-2-5-50-16,-13-6-106 15,-6-8-348-15</inkml:trace>
  <inkml:trace contextRef="#ctx0" brushRef="#br0" timeOffset="145342.47">22980 8058 2349 0,'0'0'493'15,"0"0"-407"-15,125-19-63 16,-57 19-23-16,13 0-2 16,6 0-35-16,36 14-93 15,-23-2-333-15,-13-4-1513 0</inkml:trace>
  <inkml:trace contextRef="#ctx0" brushRef="#br0" timeOffset="145502.78">24469 8538 2471 0,'0'0'543'0,"0"0"-543"16,0 0-604-16,0 0-315 0</inkml:trace>
  <inkml:trace contextRef="#ctx0" brushRef="#br0" timeOffset="149684.41">16567 8436 990 0,'0'0'366'0,"0"0"-198"16,0 0-83-16,0 0 28 16,0 0 32-16,0 0-48 15,0 0 46-15,6-20 29 16,-6 18-2-16,0 2 4 16,0 0-49-16,0 0-64 15,0 0-14-15,-6 0-47 16,-17 13-38-16,-8 22 37 15,-9 14-58-15,-9 26-84 16,9-7-323-16,9-17-619 0</inkml:trace>
  <inkml:trace contextRef="#ctx0" brushRef="#br0" timeOffset="153472.9">1254 10444 1051 0,'0'0'929'0,"0"0"-662"0,0 0-81 16,0 0 24-16,0 0-69 15,0 0 7-15,0 0-59 16,29-12-31-16,2 5-6 15,12-3-31-15,6 2 3 16,4 4-24-16,6 2 2 16,1 2-8-16,2 0-72 15,19 10-139-15,-19 2-412 16,-11-3-902-16</inkml:trace>
  <inkml:trace contextRef="#ctx0" brushRef="#br0" timeOffset="154580.51">2693 9946 643 0,'0'0'544'0,"0"0"-306"15,0 0-7-15,0 0-16 16,0 0-59-16,0 0-4 15,0 0-71-15,-56-39 13 16,29 36-47-16,-6 3-23 16,-5 0-3-16,-7 6-21 15,-2 23 0-15,-2 17 23 16,5 12 29-16,3 12 45 16,10 6 1-16,16-2-34 0,15-6-10 15,0-10-33-15,31-12 3 16,15-14-24-16,15-14-1 15,11-13-44-15,3-5-82 16,3-9-68-16,18-42-81 16,-21 4-75-16,-17-3-296 0</inkml:trace>
  <inkml:trace contextRef="#ctx0" brushRef="#br0" timeOffset="155853.79">3021 9590 1768 0,'0'0'293'0,"0"0"-162"16,0 0-79-16,0 0-52 16,0 0-3-16,0 0 3 15,0 0 74-15,-46 197 95 16,13-48-22-16,2-11-35 16,6-26-45-16,10-37-7 0,5-25-38 15,2-1-6-15,-1-2 3 16,5-7-18-16,4-14-2 15,0-14-17-15,0-8-33 16,2-4 23-16,13 0 6 16,8-25 21-16,8-9-42 15,2-11-121-15,1 3 27 16,-8 10 70-16,-5 14 45 16,-13 18 13-16,-5 4 18 15,-3 30 10-15,0 7 42 0,0 5 9 16,0 0-2-16,0-8-31 15,0-6-23-15,18-9 1 16,11-7-14-16,6-9-2 16,7-7-6-16,6 0-43 15,0-23-16-15,-3-7-20 16,-5-7-25-16,-11 0 0 16,-9 2 21-16,-9 6 90 15,-7 12 81-15,-4 8 86 16,0 9-106-16,-4 0-49 15,-9 18-8-15,-1 4 56 0,6 0-30 16,5-3-1 0,3 1-15-16,0-8 5 0,20-5 5 15,9-5-24-15,7-2-30 16,6-2 6-16,2-20-61 16,-1-4-20-16,-3-6-20 15,-6-4-19-15,-10 2 25 16,-8 6 91-16,-7 8 28 15,-5 8 107-15,-4 9-92 16,0 3-15-16,0 0-33 16,5 3 23-16,1 9 10 15,6-3 0-15,5-1-30 16,4-8 30-16,1 0 1 16,-3-1-1-16,0-13-1 15,-8 0 1-15,-4 4 24 0,-5 8 106 16,-2 2-49-1,0 20-78-15,0 22 25 0,-9 20 127 16,-4 14-18-16,-4 9-40 16,0 0 9-16,1-2-13 15,-1-11-50-15,-4-10 44 16,1-13-74-16,3-14 5 16,1-10-16-16,3-11 8 15,6-6 9-15,2-8-13 16,5 0 3-16,0-21-7 15,5-19-2-15,27-14-45 16,14-12-49-16,12-8-124 16,11-5-26-16,5 3-87 15,-8 4-148-15,-7 5 286 16,-20 9 152-16,-16 11 41 16,-17 15 322-16,-6 12-44 0,-4 17-63 15,-23 3-171-15,-4 23-10 16,-2 17 82-16,4 6-22 15,8 2 28-15,8-2-39 16,11-4-37-16,2-7 4 16,2-10-49-16,21-4 9 15,10-11 16-15,9-10-25 16,8 0-1-16,5-14-20 16,0-14-69-16,1-11 6 0,-6-3-85 15,-8 3-17 1,-9 4 35-16,-10 11 118 0,-15 13 32 15,-5 11 71-15,-3 0-30 16,0 15 70-16,-3 7 14 16,-3-1-48-1,4-2 4-15,2-6-63 0,0-6 1 16,11-7-12-16,18 0 22 16,13 0-29-16,12-12-6 15,6-6-67-15,5-2 0 16,-3 0-6-16,-4 8 60 15,-9 6 1-15,-11 6 18 16,-9 0 6-16,-9 10-6 16,-9 6-7-16,-11 2-42 15,0-1-98-15,-22 0-39 0,-9-7-177 16,-5-5-411-16</inkml:trace>
  <inkml:trace contextRef="#ctx0" brushRef="#br0" timeOffset="156019.51">4039 9958 1952 0,'0'0'508'0,"0"0"-362"16,0 0-110-16,0 0-27 16,156-84-9-16,-111 79-27 15,5 5-114-15,-9 0-201 16,-10 0-519-16</inkml:trace>
  <inkml:trace contextRef="#ctx0" brushRef="#br0" timeOffset="156152.51">4665 9613 1716 0,'0'0'363'0,"0"0"-266"16,0 0-97-16,0 0-19 15,51 108-69-15,-102-26 22 16,-2-9-132-16,-1-10-1019 0</inkml:trace>
  <inkml:trace contextRef="#ctx0" brushRef="#br0" timeOffset="157759.11">5876 10142 1068 0,'0'0'381'0,"0"0"-236"16,0 0-90-16,0 0 23 15,0 0 33-15,0 0 16 16,0 0 30-16,35-106-61 16,-35 90-4-16,0 2 11 15,-11 0-39-15,-4 7-21 16,-10 7-43-16,-4 0-12 15,-7 9-5-15,-6 23 30 16,-1 11-13-16,4 12 49 16,3 7 0-16,7 1 30 15,9-3-19-15,11-6-35 16,9-8 38-16,0-8-51 16,22-6 10-16,18-8-1 0,9-10-10 15,13-7-11-15,8-7-41 16,1 0-86-16,2-21 49 15,-5-6-11-15,-8-5-9 16,-14-3 3-16,-10 0 5 16,-11 4 79-16,-17 9 11 15,-8 6 62-15,0 12 118 16,-17 4-141-16,-14 4-25 16,-12 19 19-16,-1 9 13 0,0 3 17 15,5 0-54 1,10-8 1-16,12-3 7 0,10-6-17 15,7-7-38-15,0-4-38 16,13-5 6-16,14-2 29 16,6 0-44-16,1-16-87 15,-3-6 22-15,-4 2 42 16,-12 3 108-16,-8 8 43 16,-5 6 66-16,-2 3-38 15,0 0-55-15,0 17 51 16,0 1 56-16,0 4-56 15,9-1-5-15,16-6-23 16,10-3-18-16,7-7-20 16,8-5-1-16,1 0-104 0,-2-17-21 15,-4-6-63-15,-8-3 47 16,-8-6-47-16,-8-1-138 16,-13 3 80-16,-8 2 246 15,0 10 119-15,-8 11 175 16,-15 7-225-16,-1 11 52 15,1 17 40-15,8 6 34 16,11 2-29-16,4 0-55 16,6-2-13-16,25-4-32 15,9-6-44-15,5-5-22 16,4-9-6-16,0-8-101 16,-2-2 4-16,-7-23-197 15,-13-4-276-15,-12-5-865 0</inkml:trace>
  <inkml:trace contextRef="#ctx0" brushRef="#br0" timeOffset="157898.5">6722 9701 1986 0,'0'0'287'16,"0"0"-273"-16,0 0-14 15,-187 153-19-15,120-71-105 16,12-4-193-16</inkml:trace>
  <inkml:trace contextRef="#ctx0" brushRef="#br0" timeOffset="159282.77">7434 9777 993 0,'0'0'649'0,"0"0"-434"16,0 0-113-16,0 0-78 15,0 0-24-15,0 0 76 0,0 0-64 16,-27 87 213-16,11 27 16 16,-1 35-107-16,-2-13-17 15,9-27-64-15,1-42-52 16,5-30 35-16,1 2-27 15,0-4-9-15,1-10 0 16,2-10 1-16,0-9-7 16,0-6 3-16,0 0 3 15,2-16-17-15,19-21 17 16,10-16-230-16,7-7 27 16,2 2-140-16,-2 7 193 15,-7 21 150-15,-8 20 64 16,-10 10 10-16,-7 18 3 15,-4 16 61-15,-2 5 9 16,0 2-31-16,0-1-24 0,0-4-50 16,0-6-32-16,8-6-10 15,7-7-8-15,10-8-48 16,6-7-14-16,9-2-19 16,7-6-58-16,1-17-142 15,24-30-188-15,-5-6 91 16,-13 1-197-16,-15 7 583 15,-30 31 23-15,-7 10 565 16,-2 6-37-16,0 4-275 16,-17 0-168-16,-14 18-27 15,-10 14-7-15,-1 5 68 16,-2 2-16-16,3-1-41 16,10-4-31-16,9-6-45 15,8-6-8-15,12-9-1 0,2-6-68 16,0-7 13-16,16 0 31 15,8-4 5-15,1-16-17 16,2-8-78-16,-5-4-36 16,-4 0 47-16,-7 6 73 15,-6 8 30-15,-3 8 95 16,-2 8-44-16,0 2-45 16,0 0 11-16,0 16 6 15,0 3 79-15,2 4-48 16,7 0-17-16,4-6-37 15,3-5 0-15,2-6-9 0,4-3 9 16,2-3-25 0,5 0-30-16,0-14-44 15,2-9-27-15,0-1-11 16,-1-2 77-16,-10 6 38 0,-7 6-6 16,-8 7 23-16,-5 7-1 15,0 5 12-15,-7 19 130 16,-6 5 32-16,4 3-56 15,4-3-7-15,5-3-54 16,0-3-18-16,5-8 2 16,15-4-34-16,11-6 25 15,7-5-25-15,4 0-1 16,5-9-2-16,-2-16-69 0,-3-3 23 16,-4-7-17-16,-7-2-46 15,-7-1 1-15,-6 0 56 16,-9 6 54-16,-5 8 82 15,-4 10 12-15,0 12-1 16,0 2-93-16,-8 20 10 16,-7 20-8-16,-4 10 60 15,4 8-14-15,-3 7 53 16,2 1-55-16,1 1-9 16,-1 4 4-16,1-1-41 15,-4-3-14-15,2-6-98 16,-24-2-139-16,8-19-306 15,-7-18-1090-15</inkml:trace>
  <inkml:trace contextRef="#ctx0" brushRef="#br0" timeOffset="159399.11">7843 10894 1352 0,'0'0'1133'0,"0"0"-1133"15,0 0-109-15,0 0-148 16,0 0-403-16</inkml:trace>
  <inkml:trace contextRef="#ctx0" brushRef="#br0" timeOffset="159849.31">9554 9956 1829 0,'0'0'384'16,"0"0"-384"-16,0 0 49 16,0 0-43-16,-39 161 90 0,24-82 39 15,2 4 24-15,1-2-80 16,8-6-28-16,0-11-29 15,4-8-21-15,0-12-1 16,0-10-13-16,0-7-65 16,0-7-47-16,0-8-111 15,-4-12-78-15,-8 0 37 16,-5-15-87-16</inkml:trace>
  <inkml:trace contextRef="#ctx0" brushRef="#br0" timeOffset="160207.31">9307 10430 1307 0,'0'0'312'0,"0"0"-165"0,0 0-106 16,148-35-31-16,-90 35 37 16,-2 4 40-16,-4 15 155 15,-8 7-51-15,-11-1-44 16,-10 1-16-16,-9 3-78 16,-10-5-17-16,0-1 6 15,-2-7-42-15,0-4 3 16,7-7-3-16,5-5-10 15,5 0-11-15,10-7 14 16,4-15-102-16,0-11-62 16,-4-7-112-16,-5-1-31 0,-8 5 106 15,-5 8 208-15,-7 14 275 16,-4 12-41-16,0 2-175 16,0 12-49-16,0 16 129 15,0 6 1-15,0 1-66 16,-2 0-25-16,0-3-32 15,2-6-17-15,0-5-32 16,0-7-54-16,-3-8-77 16,-10-6-124-16,-3 0-229 15,-1-5 129-15</inkml:trace>
  <inkml:trace contextRef="#ctx0" brushRef="#br0" timeOffset="160374.81">10051 10150 1739 0,'0'0'226'0,"0"0"-134"16,0 0-10-16,0 0-45 15,27 111 33-15,-38-83-54 16,-16-1 6-16,-23-4-22 16,6-9-198-16,1-10-387 0</inkml:trace>
  <inkml:trace contextRef="#ctx0" brushRef="#br0" timeOffset="160485.37">9973 9895 1043 0,'0'0'376'0,"125"0"-376"16,-65 0-243-16</inkml:trace>
  <inkml:trace contextRef="#ctx0" brushRef="#br0" timeOffset="161815.64">10115 9818 85 0,'0'0'227'16,"0"0"178"-16,0 0-75 16,0 0-35-16,0 0-70 15,0 0-68-15,0 0 20 0,0-11-65 16,0 11-8-16,0-1 12 15,0 1-17-15,0-3 5 16,0 1-24-16,0-1-40 16,0-4 14-16,0 2-54 15,0-4 35-15,2 1-8 16,10-1-27-16,3 1 22 16,6-1-22-16,1 6 0 15,-2 3 1-15,-2 0-1 16,-12 12 0-16,-6 13-1 15,-2 9-6-15,-29 11-5 16,-38 21-52-16,5-10-189 16,6-14-551-16</inkml:trace>
  <inkml:trace contextRef="#ctx0" brushRef="#br0" timeOffset="162804.93">11056 10011 1407 0,'0'0'377'0,"0"0"-181"15,0 0-158-15,0 0-37 16,0 0 11-16,-145-61 37 0,85 99 70 16,-14 34 19-1,12 8 0-15,6 9 12 16,14 1-71-16,26-18-31 16,12 1-8-16,4-15-13 0,20-15 21 15,22-12-23-15,14-16-6 16,13-11 16-16,7-4-35 15,2-23-18-15,0-19-30 16,-7-13-51-16,-9-10-14 16,-4-30-24-16,-15 7 1 15,-11-3 57-15,-15 7-85 16,-17 28 164-16,0 5 92 16,-9 27 94-16,-20 22-40 15,-6 4-119-15,-6 39 7 16,1 20 63-16,5 13-30 0,6 7 6 15,10 3-9-15,11-6-38 16,8-11 4-16,0-15-23 16,20-12-7-1,11-13 33-15,7-12-32 0,4-12-1 16,7-3 0-16,3-16-6 16,-1-17-33-16,-4-6-21 15,-12-2-55-15,-8 7 54 16,-13 7 61-16,-12 16 17 15,-2 8-17-15,0 3-6 16,-7 14-8-16,-6 13 14 16,6 2 31-16,3-2 40 15,4-1-50-15,0-6-1 0,17-4 1 16,8-6-21-16,11-5 0 16,6-5-8-16,5 0-62 15,0-19 13-15,-1-6-105 16,-6-1 34-16,-9-6 43 15,-6 7-8-15,-7 4 93 16,-9 9 34-16,-7 10 40 16,-2 2-46-16,0 7-2 15,0 17-8-15,0 3 60 16,0 2-17-16,6 0-20 16,6-7-38-16,1-7-3 15,3-5-1-15,7-6-60 0,-2-4-21 16,4-2-50-1,0-20-137-15,2-24-134 0,-10 7-144 16,-1-5-110-16</inkml:trace>
  <inkml:trace contextRef="#ctx0" brushRef="#br0" timeOffset="162949.4">12048 10285 950 0,'0'0'664'0,"0"0"-332"16,0 0-142-16,0 0-145 16,0 0 24-16,0 0 122 15,4 112-65-15,-4-70-41 16,-2-5-47-16,-2 0-38 15,2-7-12-15,0-5-85 16,2-10-71-16,-2-11-92 16,-1-4-240-16,-2 0-56 0</inkml:trace>
  <inkml:trace contextRef="#ctx0" brushRef="#br0" timeOffset="163300.68">12117 10256 1498 0,'0'0'211'15,"0"0"-167"-15,120 2-26 16,-64 10 115-16,-4 3 0 16,-8 2-10-16,-13 2-37 15,-15 3-31-15,-16 2 0 16,0 0 4-16,-29 3 70 16,-12 2 7-16,-1 0-56 15,5-3-37-15,8-6-34 16,11-7 0-16,9-5-18 15,9-3-47-15,0-5-55 0,9 0 46 16,17 0 4 0,8-17 4-16,1-3-183 0,2 2 5 15,-8 1 235-15,-12 10 51 16,-3 7 132-16,-5 0-68 16,-5 7-60-16,2 16 3 15,-3 2-28-15,-1-1-8 16,0-3-22-16,-2-5-73 15,5-14-133-15,-1-2-139 16,-1 0-590-16</inkml:trace>
  <inkml:trace contextRef="#ctx0" brushRef="#br0" timeOffset="163467.37">12465 9597 2201 0,'0'0'274'16,"0"0"-274"-16,-80 117-13 16,19-25-3-16,-5 41-13 15,10-24-160-15,14-13-206 0</inkml:trace>
  <inkml:trace contextRef="#ctx0" brushRef="#br0" timeOffset="164279.57">13103 10340 1655 0,'0'0'382'0,"0"0"-282"16,0 0-99-16,0 0 76 0,0 0 17 15,-8 136 1 1,8-97 3-16,0-3-45 16,3-7-20-16,13-10 37 0,2-7-25 15,6-8-9-15,5-4-12 16,4-4-24-16,1-17-63 15,-3-14-84-15,-5-5 4 16,-3-4 2-16,-7 0-11 16,-5 3 117-16,-7 15 35 15,-4 17 230-15,0 9-225 16,0 23 8-16,-11 26-13 16,-3 18 95-16,4 14-28 15,-1 8 29-15,-1 3 1 0,-1-2-43 16,-3-4-15-16,-3-11-11 15,-2-14-16-15,-1-15 16 16,4-17-19-16,0-15-9 16,1-10 20-16,1-4 24 15,3-9 4-15,5-20-36 16,8-14-1-16,6-10-11 16,25-8-8-16,11-2-26 15,7 0-68-15,24-19-151 16,-12 17-63-16,-10 9-369 0</inkml:trace>
  <inkml:trace contextRef="#ctx0" brushRef="#br0" timeOffset="164434.71">13718 9719 2114 0,'0'0'186'0,"0"0"-186"15,0 0-13-15,-176 181 3 16,109-96-107-16,9-6-436 0</inkml:trace>
  <inkml:trace contextRef="#ctx0" brushRef="#br0" timeOffset="165898.78">13798 10754 1209 0,'0'0'834'16,"0"0"-606"-16,0 0-105 15,0 0 90-15,0 0-96 0,0 0-117 16,163-148-8 0,-94 90 7-16,3-7-84 0,-4-5 52 15,-7-4 20-15,-15 0 10 16,-13 5 3-16,-12 13 25 15,-15 20 35-15,-6 16 60 16,0 16-102-16,-2 4-18 16,-9 26-18-16,-1 22 18 15,4 19 33-15,8 9 11 16,0 6-10-16,0-4 30 16,0-6-63-16,0-11 20 15,0-11-20-15,-13-10 0 16,-12-6 19-16,-2-10-13 0,-2-8-6 15,0-6-1-15,7-7 12 16,4-3-22-16,14-6 10 16,4-20-9-16,15-13-33 15,30-9-184-15,18-3-89 16,10 4-52-16,3 8 13 16,-3 13 68-16,-4 10 286 15,-9 11 35-15,-6 5 183 16,-7 0 66-16,-13 0-19 15,-8 3-88-15,-13 6-112 16,-8 5-21-16,-5 3-6 16,-7 1 0-16,-17 3 29 0,-5-2-37 15,-5-1-12 1,5-5-18-16,2-5-2 16,10-2-20-16,7-6-21 15,10 0-2-15,0 0 4 0,21-11-56 16,14-8-290-16,10 0 40 15,-3 6 50-15,-6 7 263 16,-11 6 34-16,-11 0 145 16,-8 18 34-16,-6 4 12 15,0-3-46-15,0 2-36 16,4-5-54-16,9-6 1 16,14-4-12-16,11-6 11 15,11 0-33-15,9-14-22 16,-2-11-69-16,-2-3-107 15,-12-2-41-15,-9 2 30 0,-8 4 6 16,-14 7 181 0,-7 8 47-16,-4 9 92 0,0 2-118 15,-7 28 26-15,-5 14 136 16,0 16 19-16,1 11-60 16,2 7-30-16,0 4 29 15,0 0-68-15,1-6-30 16,-6-5 9-16,-2-13-34 15,-4-11 5-15,-7-16-22 16,-4-11-1-16,-2-13 60 16,-1-7-49-16,5 0 5 15,12-23 12-15,10-12-10 0,7-9 9 16,22-7-27-16,28-5-12 16,12-2-15-16,11 4-172 15,41-12-74-15,-18 17-261 16,-9 8-393-16</inkml:trace>
  <inkml:trace contextRef="#ctx0" brushRef="#br0" timeOffset="166349.62">15886 10760 1957 0,'0'0'313'16,"0"0"-305"-16,125-94-8 15,-69 43-120-15,-4-4 74 16,-8-6 46-16,-8-1 34 16,-12 4 3-16,-6 10 27 15,-9 11 69-15,-5 16 94 16,-4 15-53-16,0 6-174 0,-6 24-29 15,-14 22 21-15,-2 14 16 16,3 12 5-16,4 2-13 16,6-2-42-16,9-7-117 15,11-5-130-15,21-20-200 16,5-18-596-16</inkml:trace>
  <inkml:trace contextRef="#ctx0" brushRef="#br0" timeOffset="167177.41">16821 10415 1883 0,'0'0'509'15,"0"0"-509"-15,0 0 25 16,0 0 20-16,0 0 51 15,0 145 28-15,0-101-57 0,0-5-21 16,4-8 8 0,12-9-42-16,3-10 12 0,6-6 7 15,0-6-29-15,2 0-4 16,-3-18-19-16,-4-12-38 16,-4-7-16-16,-7 0-65 15,-5 0 76-15,-4 9 64 16,0 8 66-16,0 12 49 15,0 6-99-15,5 2-15 16,6 0-2-16,6 18 2 16,14 4 24-16,12 5 20 15,15-6-37-15,9-7 17 16,4-7-24-16,3-7-1 16,-3 0 0-16,-11-19-18 15,-10-4-36-15,-15-6-16 16,-14 1-15-16,-17-3 43 0,-4 4 20 15,-14 5 22-15,-17 8 21 16,-9 8-21-16,0 6 0 16,2 6 37-16,6 18 6 15,11 8 30-15,7 4-19 16,14 2 7-16,0 2 15 16,18-1-65-16,20-4 7 15,11-3-2-15,11-6-16 16,9-6-15-16,7-6-71 15,22-14-181-15,-18 0-312 16,-13 0-1339-16</inkml:trace>
  <inkml:trace contextRef="#ctx0" brushRef="#br0" timeOffset="167397.49">17491 10233 590 0,'0'0'1596'0,"0"0"-1038"16,0 0-386-16,0 0-67 15,0 0-93-15,94-106-2 16,-51 96 9-16,1 6-19 16,3 4-7-16,0 0-71 15,6 0-143-15,-13 5-133 16,-9-5-527-16</inkml:trace>
  <inkml:trace contextRef="#ctx0" brushRef="#br0" timeOffset="167550.51">18207 9760 1513 0,'0'0'854'0,"0"0"-854"15,0 0-11-15,0 0 5 16,-105 158 12-16,67-91-12 15,-3 37-2-15,7-20-306 16,12-14-790-16</inkml:trace>
  <inkml:trace contextRef="#ctx0" brushRef="#br0" timeOffset="167688.53">18596 10550 1684 0,'0'0'0'0,"0"0"-843"0</inkml:trace>
  <inkml:trace contextRef="#ctx0" brushRef="#br0" timeOffset="169886.4">1042 12371 1886 0,'0'0'544'16,"0"0"-321"-16,0 0-58 16,0 0-65-16,0 0-7 15,0 0-48-15,116-8-26 16,-60 5-19-16,7 3-3 16,-1 0-26-16,14 6-163 15,-15 6-294-15,-15-2-448 0</inkml:trace>
  <inkml:trace contextRef="#ctx0" brushRef="#br0" timeOffset="171318.66">2506 11883 1154 0,'0'0'498'0,"0"0"-252"16,0 0 90-16,0 0-115 15,0 0-53-15,0 0-59 16,0 0-54-16,15-94-37 16,-15 96-18-16,0 26-23 15,-5 18 23-15,-9 16 65 16,-3 12 14-16,-3 5-52 16,0-4-26-16,4-6 20 15,3-11-21-15,2-6 0 16,2-8 0-16,5-10-38 0,4-7-39 15,0-9-92-15,0-7-66 16,0-11-63-16,0 0-260 16,0-18-96-16</inkml:trace>
  <inkml:trace contextRef="#ctx0" brushRef="#br0" timeOffset="172235.15">2639 11758 1350 0,'0'0'311'0,"0"0"-120"0,0 0 38 16,0 0-33-16,0 0-11 15,54 143 19-15,-66-80-105 16,-22 0-47 0,-12 2 9-16,-10-10-45 0,-6-2-5 15,-5-11-11-15,5-11-15 16,2-6-4-16,12-11-41 15,13-10-6-15,12-4 56 16,21-8 4-16,2-16-18 16,27-8-100-16,17 1-4 15,12 4 88-15,4 13 3 16,-2 14 37-16,-2 0 6 16,-6 20 27-16,-8 8 28 0,-5 6 31 15,-3-3-12 1,-1 4-26-16,0-5-32 0,4-5-20 15,-2-8-4-15,3-8 1 16,2-9-33-16,-2 0-25 16,-2-14-6-16,-3-15-12 15,-2-3 7-15,-4-6 4 16,-4 2 65-16,-8 4 2 16,-6 10 59-16,-4 7 47 15,-3 11-29-15,-2 4-41 16,0 0-37-16,0 21 0 15,0 6 76-15,0 5-43 16,2 1-6-16,11-5-20 16,5-5 0-16,2-10-7 0,4-9-10 15,5-4-23-15,-2 0 16 16,0-17-50-16,-4-6 14 16,-8-7-14-16,-6-2-30 15,-6 4 82-15,-3 4 15 16,0 11 66-16,0 8 50 15,0 5-116-15,0 2-33 16,0 16 33-16,0 8 39 16,0 2 29-16,10 0-22 15,11-4-17-15,5-6 3 16,10-7-18-16,6-6 16 16,10-5-15-16,6-2-14 15,0-20-2-15,-1-8-46 16,-3-8-24-16,-7-4-22 15,-7-8-21-15,-9-5-47 0,-9-1-16 16,-6-2 74-16,-5 6 103 16,-9 8 102-16,1 12 84 15,-3 14-15-15,0 12-58 16,0 6-107-16,0 14-6 16,-5 25 0-16,-6 12 110 15,2 9-44-15,0 8-2 16,5 0-9-16,2-1-44 15,2-6 5-15,0-8-15 16,0-5 5-16,0-10-6 16,0-8-20-16,2-7-56 15,-2-11-49-15,0-8-84 16,-16-4-76-16,-15-12-8 16,-7-10-674-16</inkml:trace>
  <inkml:trace contextRef="#ctx0" brushRef="#br0" timeOffset="172365.13">3660 12140 1386 0,'0'0'784'0,"0"0"-557"16,0 0-88-16,163-32-64 15,-112 25-75-15,-7 3 0 16,4-1-67-16,-15 0-155 16,-14-2-176-16</inkml:trace>
  <inkml:trace contextRef="#ctx0" brushRef="#br0" timeOffset="172536.43">3615 11419 1813 0,'0'0'592'0,"0"0"-510"16,-129 71-67-16,60 5 3 15,-9 38-5-15,7 29-13 16,17-1-14-16,23-36-225 15,22-41-459-15</inkml:trace>
  <inkml:trace contextRef="#ctx0" brushRef="#br0" timeOffset="173278.8">5064 12279 827 0,'0'0'780'16,"0"0"-585"-16,0 0-7 15,0 0 38-15,0 0-69 16,0 0-62-16,0 0-42 16,-22-49-53-16,22 59-32 0,2 14 32 15,14 5 28 1,3 3 13-16,8-6-5 0,2-3-2 16,0-11-34-1,0-10 21-15,0-2-17 0,-4-8 5 16,0-16-18-16,-10-6-32 15,-3-6-16-15,-8 2 18 16,-4 6-10-16,0 6 49 16,0 12 26-16,0 10-24 15,-4 4-2-15,-6 36 1 16,-1 36 25-16,-1 32 72 16,2 29-25-16,1-9 23 15,0-28-39-15,0-34-48 16,0-21 24-16,-2 3-26 15,-5-4-4-15,-4-2 4 0,1-14-6 16,-6-15 14-16,-4-8-8 16,-2-5-7-16,2-8 50 15,4-24-50-15,12-12 16 16,13-15-16-16,2-6-12 16,31-6 4-16,14-1-22 15,11 2-92-15,22-18-39 16,-13 18-225-16,-11 10-334 0</inkml:trace>
  <inkml:trace contextRef="#ctx0" brushRef="#br0" timeOffset="173437.08">5588 11548 2045 0,'0'0'590'0,"0"0"-590"16,0 0-63-16,-94 108 43 15,38-16-7-15,-12 43-7 16,14-17-150-16,10-19-472 0</inkml:trace>
  <inkml:trace contextRef="#ctx0" brushRef="#br0" timeOffset="174748.83">6834 11586 1392 0,'0'0'670'16,"0"0"-582"-16,0 0-88 0,0 0 1 16,0 0-1-1,0 0 0-15,-25 117 89 0,-10 23 102 16,-3 14-28-16,9-20-44 16,11-39-50-16,14-37-15 15,4-12-42-15,0 2 1 16,6-2 27-16,17-3-40 15,8-18 8-15,6-9-19 16,11-16-9-16,5 0-36 16,1-23-63-16,-3-21-40 15,0-14-3-15,-9-7-97 16,-6 3-22-16,-12 12 85 16,-14 17 196-16,-10 22 250 0,-7 11-101 15,-29 15-92 1,-10 26 84-16,-6 5 16 0,1 2-64 15,9 0-26-15,8-10-27 16,12-7-19-16,11-14-21 16,11-6-30-16,0-10-26 15,0-1-14-15,22 0 39 16,7-22-12-16,4-10-150 16,3-9-59-16,0-8-73 15,-5 5-233-15,-8 9 537 16,-10 16 21-16,-9 19 250 15,-4 2-169-15,0 27 248 16,-13 12-41-16,1 1-85 16,8-1-79-16,4-10-2 0,0-7-75 15,12-7-5-15,14-12-8 16,10-5-3-16,8-2-31 16,3-22-27-16,2-8-87 15,0-7-2-15,-5 0 11 16,-3 3 43-16,-10 7 46 15,-11 12 7-15,-6 13-3 16,-14 4 24-16,0 16 13 16,0 15 148-16,-16 8-78 15,3 0-18-15,-1-10-22 16,7-9-8-16,5-10-22 16,2-6-9-16,0-4-14 15,2 0 32-15,19-4-34 16,8-14-31-16,6-3-90 15,3-6 8-15,-1 3 78 0,-5 6 14 16,-5 9 15-16,-9 9 5 16,-7 0 2-16,-9 21 31 15,-2 5 20-15,0 0-46 16,0-4 30-16,0-8-22 16,0-6-5-16,0-6 15 15,0-2-12-15,18 0-6 16,17-14-6-16,15-6-138 15,8-2 64-15,4 3 28 16,-2 2 35-16,-9 11 10 16,-10 6 2-16,-8 0 9 0,-13 18-6 15,-6 6-4 1,-10 5-25-16,-4-2-74 0,-13-5-137 16,-14-6-269-1,0-9-882-15</inkml:trace>
  <inkml:trace contextRef="#ctx0" brushRef="#br0" timeOffset="174916.63">7070 11780 2061 0,'0'0'325'0,"0"0"-291"15,117-24-34 1,-40 24-87-16,68 11-104 0,-20 9-193 15,-5 0-634-15</inkml:trace>
  <inkml:trace contextRef="#ctx0" brushRef="#br0" timeOffset="175389.52">9745 12001 1590 0,'0'0'480'0,"0"0"-219"15,0 0 2-15,0 0-166 16,0 0-97-16,0 0 40 0,0 0-23 16,-22 153 60-16,9-75-56 15,-3 0-13-15,7-3-8 16,3-10-8-16,1-12-53 16,5-11-81-16,0-6-79 15,0-12-163-15,0-14-482 0</inkml:trace>
  <inkml:trace contextRef="#ctx0" brushRef="#br0" timeOffset="178477.39">9177 12273 1739 0,'0'0'386'0,"0"0"-246"16,0 0 51-16,0 0-53 15,161-35-28-15,-75 18-25 16,15-3-65-16,3 6-20 16,2 3-29-16,-2 1-136 15,21-13-56-15,-24 3-323 16,-22-2-379-16</inkml:trace>
  <inkml:trace contextRef="#ctx0" brushRef="#br0" timeOffset="179165.3">10236 11622 590 0,'0'0'918'0,"0"0"-707"15,0 0-159-15,0 0 40 16,-94 111 91-16,48-7 78 16,1 0-24-16,5-4-97 15,7-13-65-15,10-24-14 16,3 2-55-16,2-3-5 15,9-20 8-15,7-16-8 16,2-14-2-16,0-10-37 16,16-2 20-16,17-3 15 15,11-22-30-15,12-10-160 0,4-9-3 16,-4-2-72 0,-7 8 95-16,-13 15 144 15,-13 14 29-15,-13 9 53 16,-8 12 49-16,-2 23 59 15,0 5 19-15,0 1-85 0,0-4-25 16,0-8-42-16,7-10 26 16,18-7-11-16,8-10 2 15,7-2-21-15,5-7-24 16,1-19-11-16,-5-8-45 16,-8-5-11-16,-4-1 3 15,-11 6 28-15,-7 10 21 16,-6 10 15-16,-5 10 51 15,0 4-51-15,0 9 0 16,0 18 0-16,0 7 87 16,0 2-6-16,0 1-44 0,8-4-22 15,11-6 0-15,3-10-6 16,2-5-18-16,5-10-12 16,-2-2-15-16,2-6-37 15,-2-18-62-15,-3-11-33 16,-3-2-31-16,-2-4 42 15,-3 3 26-15,-5 9 131 16,-5 7 13-16,-1 14 176 16,-5 8-114-16,0 1-73 15,0 26 29-15,0 9 115 16,0 8-42-16,0 2-51 16,0-2-36-16,0-8-17 0,0-5-21 15,0-10-74 1,12-11-52-16,5-10-61 0,-3 0-18 15,-6-17-481-15</inkml:trace>
  <inkml:trace contextRef="#ctx0" brushRef="#br0" timeOffset="179513.42">11027 12163 1367 0,'0'0'270'16,"0"0"-177"-16,0 0-74 15,134-8-1-15,-81 8 46 16,3 0 85-16,-7 5-48 15,-9 1-76-15,-15 1 12 16,-17 4 12-16,-8 3-31 16,-13 6 56-16,-24 9 118 15,-13 6-80-15,1 3-27 0,5-2-60 16,8-4-24-16,14-10 12 16,11-6-13-16,9-6-40 15,2-7-49-15,11-3 4 16,18 0 70-16,6-9-132 15,3-9-152-15,-3-6 79 16,-4 4 54-16,-8 3 166 16,-9 8 35-16,-5 9 82 15,-5 0-63-15,-2 6 7 16,0 14-12-16,-2 7-18 16,0-1-31-16,0-1-69 15,0-7-153-15,0-6-295 0</inkml:trace>
  <inkml:trace contextRef="#ctx0" brushRef="#br0" timeOffset="179751.7">11054 11953 1128 0,'0'0'358'16,"0"0"-95"-16,0 0-24 0,6 125-97 15,-12-91-62 1,-12-3-20-16,-6-4-60 0,-12-3-10 16,5-6-188-1,2-12-417-15</inkml:trace>
  <inkml:trace contextRef="#ctx0" brushRef="#br0" timeOffset="179886.99">10952 11780 1770 0,'0'0'238'0,"0"0"-163"16,151 0-41-16,-49 0-34 15,-17 11-59-15,-12-4-435 0</inkml:trace>
  <inkml:trace contextRef="#ctx0" brushRef="#br0" timeOffset="181432.5">12108 12533 1465 0,'0'0'593'16,"0"0"-469"-16,0 0-114 15,0 0-4-15,136-117 1 16,-82 69 4-16,4-6-3 16,-2-2-2-16,-5-1-12 15,-9 3 4-15,-9 7 2 16,-12 6 1-16,-13 13 10 15,-5 8-11-15,-3 10 78 16,0 6-53-16,0 4 4 16,0 0-28-16,0 0 4 0,0 20 3 15,0 11 10-15,0 14 45 16,0 5 22-16,0 3-36 16,0-2-13-16,-7-5-23 15,-9-7 11-15,-5-3 27 16,-9-4-45-16,1-6 1 15,-2-6 1-15,9-8-7 16,6-6-2-16,13-6-7 16,3 0 8-16,25-21-9 15,22-16-258-15,18-6 10 16,6-6 120-16,5 5-93 16,-5 9 90-16,-15 8 140 15,-18 13 106-15,-18 11 82 16,-16 3-62-16,-4 21-19 15,0 11 68-15,-13 4-52 0,2 2-30 16,9-5-61-16,2-6-6 16,4-7 9-16,21-6-23 15,8-8-3-15,5-6 23 16,0 0-31-16,-4-6-2 16,-8-14-8-16,-13-4-5 15,-10-2 13-15,-3-2-66 16,-16 2-15-16,-15 2 6 15,-7 4-65-15,-15 2-58 16,6 6-160-16,9 2-358 0</inkml:trace>
  <inkml:trace contextRef="#ctx0" brushRef="#br0" timeOffset="181598.62">12775 11930 1491 0,'0'0'488'16,"0"0"-265"-16,0 0-23 15,143-45-98-15,-95 41-60 16,0 4-14-16,-6 0-22 16,-5 0-6-16,-8 6-87 15,2-6-151-15,-8 0-238 16,-5-10-526-16</inkml:trace>
  <inkml:trace contextRef="#ctx0" brushRef="#br0" timeOffset="181718.57">13383 11613 1283 0,'0'0'169'16,"0"0"-97"-16,-68 201-72 15,29-102-24-15,6-15-198 0</inkml:trace>
  <inkml:trace contextRef="#ctx0" brushRef="#br0" timeOffset="199676.7">14244 11930 484 0,'0'0'258'0,"0"0"-87"15,0 0 4-15,0 0 55 16,0 0-11-16,0 0-17 0,-3 0-35 16,6 0 16-1,1-7-40-15,1-5-95 0,0-1-11 16,-3 2 8-16,-2 1-43 16,0 0 91-16,0 0-54 15,0 2-3-15,-10-1 26 16,-9 8-56-16,-15 1-3 15,-15 12-3-15,-9 26 0 16,-11 17 14-16,0 18-7 16,7 6 44-16,10 1-1 15,19-2 8-15,19-7 8 16,14-11-45-16,4-9-7 16,35-7 24-16,14-11-30 15,16-13-16-15,9-12-10 16,9-8-95-16,-2-4-96 0,6-44-98 15,-20 0-200-15,-19-3-186 16</inkml:trace>
  <inkml:trace contextRef="#ctx0" brushRef="#br0" timeOffset="200752.48">14542 11671 1309 0,'0'0'316'15,"0"0"-120"-15,0 0-64 16,0 0-40-16,0 0-78 15,0 0 0-15,0 126 189 16,-15-19-31-16,1-6-8 16,-1-10-50-16,4-24-39 15,0 8 6-15,-1 1-64 0,8-12 1 16,4-13-3-16,0-13-15 16,0-13-9-16,11-13-24 15,9-12-49-15,7 0 54 16,4-24-11-16,4-15-95 15,0-10 57-15,-4-1-82 16,-12 8 103-16,-5 12 56 16,-7 16 7-16,-5 14 25 15,-2 0-32-15,0 28 0 16,0 10 122-16,0 6-39 16,0 2-21-16,6-3-17 15,6-9-44-15,5-10 29 0,4-7-30 16,3-9 0-16,6-8-22 15,3 0 22 1,0-17-33-16,1-15-7 16,-3-11-67-16,-9-5 37 0,-7 1 14 15,-8 6 56-15,-5 11 13 16,-2 10 64-16,0 14 17 16,0 6-61-16,-4 0 1 15,-3 19-31-15,3 8 1 16,4 3 7-16,0 3 19 15,6-8-30-15,13-4 0 16,2-8 2-16,4-5-2 16,0-6 14-16,4-2-14 0,0 0 0 15,0-20-27 1,2-6 27-16,-2-9-37 0,0 2-55 16,-4 1 17-16,-8 6 58 15,-3 13 17-15,-6 10 0 16,-3 3 45-16,-1 12-44 15,-2 18 51-15,-2 9 51 16,0 4-55-16,0-1 5 16,0-4-53-16,0-10 18 15,0-7-10-15,0-10-8 16,0-4 0-16,0-7 13 16,0 0 0-16,0-4 0 15,0-18-13-15,14-14-64 16,7-8 22-16,0-2-90 15,2 3 19-15,-3 11 68 0,-9 14 34 16,-5 14 11-16,-4 4 0 16,-2 1 1-16,0 25 70 15,0 1-13-15,5 7-7 16,4-2 20-16,9-2-50 16,13-5 19-16,14-9 5 15,15-11-27-15,9-5 40 16,9-2-58-16,0-19-11 15,-4-12 10-15,-12-7-80 16,-11-4 51-16,-15-6-24 16,-16 0 1-16,-14 1 53 15,-6 12 6-15,0 11 68 16,-13 16 16-16,-9 10-83 16,-5 8-6-16,1 27-1 0,1 18 3 15,7 11 93-15,7 10-59 16,7 8 5-16,4 1 19 15,0-1-46-15,0-8 10 16,0-6-25-16,-2-7 11 16,-6-13-13-16,-2-6 3 15,-7-11-1-15,-2-4 0 16,-3-9-37-16,-5-4 0 16,-2-14-138-16,6-6-295 15,10-22-467-15</inkml:trace>
  <inkml:trace contextRef="#ctx0" brushRef="#br0" timeOffset="200877.6">16540 12404 1876 0,'0'0'0'0,"0"0"-740"0</inkml:trace>
  <inkml:trace contextRef="#ctx0" brushRef="#br0" timeOffset="201948.56">984 14575 1463 0,'0'0'506'0,"0"0"-178"16,0 0-49-16,0 0-103 15,0 0-118-15,0 0-44 16,155-63 60-16,-80 59-73 15,8 4-1-15,4 0 0 16,-3 0-62-16,37 0-175 0,-26 0-290 16,-8 0-660-16</inkml:trace>
  <inkml:trace contextRef="#ctx0" brushRef="#br0" timeOffset="203035.89">3054 13784 914 0,'0'0'851'16,"0"0"-627"-16,0 0-132 15,0 0-27-15,-132-28-37 16,81 38 10-16,-3 20 42 16,5 14-33-16,9 11-8 15,15 8 80-15,17 5 1 16,8 2-2-16,13 0-32 15,18-3-48-15,2-7-7 16,1-8-31-16,-5-9 10 16,-11-8-5-16,-14-4-4 15,-4-5-1-15,-11-4 15 0,-24-2-14 16,-8-6 11 0,-3-9-12-16,5-5 0 0,10-3-13 15,11-23 13-15,18-15-33 16,2-8-86-16,29-4-106 15,17 3 58-15,12 10 22 16,5 12 73-16,-1 16 57 16,-6 12 30-16,-4 0 37 15,-13 19 60-15,-7 7-14 16,-8 11 6-16,-9 1-21 16,2 0-38-16,-5 1 29 15,5-9-60-15,-2-2 4 16,5-14 7-16,3-6-25 15,3-8 15-15,8 0-15 16,1-19-14-16,3-12 1 16,0-10-47-16,-9-2-44 0,-7 4 52 15,-9 12 52-15,-5 8 36 16,-8 11 41-16,0 8-62 16,0 0 1-16,0 12-7 15,-3 10-9-15,-2 6 41 16,5 3-28-16,0-5 26 15,0-4-39-15,12-8 9 16,3-4 3-16,3-9-11 16,5-1-1-16,4-1 0 15,1-17-16-15,1-13-4 0,-5 3-32 16,-3-2 5-16,-10 11 47 16,-7 7 1-16,-2 12 35 15,1 0-36-15,-1 0-29 16,3 7 15-16,3 9 8 15,3 2 6-15,7 2 28 16,1-7-27-16,4-6 13 16,4-7-6-16,0 0-8 15,0-2-8-15,-2-19-38 16,-3-8-58-16,-2 0 24 16,-7 2 17-16,-2 8 48 15,-2 7 15-15,1 12 14 16,-2 12-14-16,1 27 16 15,0 17 72-15,-4 15 78 0,-5 1-76 16,0 2-5-16,-10-6-10 16,-16-6-14-16,-10-8 12 15,-11-9-34-15,-8-10-33 16,-8-4 56-16,1-9-62 16,2-8-6-16,4-11-21 15,12-3-35-15,7 0-9 16,20-28-142-16,10-3-129 15,7-1-239-15</inkml:trace>
  <inkml:trace contextRef="#ctx0" brushRef="#br0" timeOffset="203691.45">4601 14258 1822 0,'0'0'507'0,"0"0"-455"16,0 0-52-16,0 0-9 15,0 0 9-15,6 104 76 16,-6-57-17-16,3-1 54 15,-1-7-84-15,0-13-8 0,-2-10-12 16,0-9-8 0,2-7 24-16,0 0 8 0,5-2 15 15,4-22 48-15,9-11-96 16,9-8-21-16,12-5 10 16,7 4-126-16,10 6 52 15,4 8 3-15,3 9 6 16,-3 12 70-16,-4 3 12 15,-8 4 37-15,-13 2 3 16,-12 0-26-16,-9 0 24 16,-9 0-9-16,-7 0 11 15,0 0 52-15,-14 0-65 16,-13 8-15-16,-9 13-1 16,-3 6 3-16,3 4-17 0,5 3-3 15,11-5 11-15,9 0-2 16,9-5-9-16,2-6-1 15,4-4-5 1,19-10-15-16,5-4 6 0,3 0-34 16,1-9-87-16,-4-14 20 15,-3-2-10-15,-5 6 69 16,-5 3 57-16,-5 7 45 16,-2 7 114-16,-1 2-84 15,2 6-74-15,2 20 46 16,4 6-25-16,6 9-11 15,3 3-11-15,5 0-29 16,25-4-118-16,-8-10-230 16,-3-16-786-16</inkml:trace>
  <inkml:trace contextRef="#ctx0" brushRef="#br0" timeOffset="203810.9">5985 14516 1935 0,'0'0'450'0,"0"0"-450"16,0 0-836-16,0 0-526 0</inkml:trace>
  <inkml:trace contextRef="#ctx0" brushRef="#br0" timeOffset="204975.55">6263 14307 2163 0,'0'0'503'0,"0"0"-363"15,0 0-84-15,0 0-50 16,0 0-3-16,0 0-3 16,0 0 0-16,0 84 24 0,0-45-23 15,0-5 11 1,14-4-12-16,3-8 1 0,6-12-17 15,2-7 16-15,1-3-18 16,-1-7 11-16,-3-21-17 16,0-11 1-16,-4-3-36 15,-2-6 24-15,-2 6 23 16,-4 8 24-16,-3 12 12 16,-5 13 84-16,-2 9-87 15,0 0-21-15,0 21-17 16,0 23 17-16,0 19 30 15,-4 9-30-15,-9 10 21 16,1 0 15-16,-1 4-21 16,-1-6 23-16,1-3-38 15,2-9 16-15,-3-7-13 0,4-15-3 16,1-13 0 0,-3-11 0-16,1-8-22 0,-3-10 16 15,-3-4-15-15,-1 0 3 16,3-8 6-16,5-22 12 15,10-11-26-15,0-5 13 16,14-9 11-16,13-1-5 16,9 4-59-16,3-1-117 15,13-15-68-15,-10 14-271 16,-9 2-663-16</inkml:trace>
  <inkml:trace contextRef="#ctx0" brushRef="#br0" timeOffset="205141.28">6919 13597 2263 0,'0'0'533'0,"0"0"-415"16,0 0-118-16,0 0-83 16,-69 133 82-16,11-5-40 15,4-11-264-15,14-16-573 0</inkml:trace>
  <inkml:trace contextRef="#ctx0" brushRef="#br0" timeOffset="205259.8">7115 14512 2221 0,'0'0'0'15,"0"0"-382"-15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10:18:15.586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12852 981 690 0,'0'0'194'0,"0"0"-57"16,0 0-55-16,0 0 17 15,0 0 59-15,0 0-4 16,0-25-38-16,0 21-42 16,0 0-2-16,0 3-9 15,0-4 3-15,0-2 4 0,0 4-18 16,0-1-25-16,0 0 11 16,0 3-11-16,0-1 8 15,0-1 14-15,0 3 11 16,0-2 8-16,0 2-29 15,0-2-15-15,0 2 0 16,0-2-24-16,0 2-1 16,0 0 1-16,0 0 5 15,0 0 22-15,0 0-11 16,0 0-7-16,0 0 27 16,0 0-9-16,0 0 16 15,0 0 4-15,0 0-26 16,0 0-3-16,0 0-18 15,0 0-89-15,0 0-79 16,0-2-570-16</inkml:trace>
  <inkml:trace contextRef="#ctx0" brushRef="#br1" timeOffset="12162.44">11036 1143 816 0,'0'0'539'15,"0"0"-408"-15,0 0 4 0,0 0-24 16,0 0-66-16,0 0 48 16,0-53 0-16,0 41-17 15,0 3 2-15,0-1-50 16,5 2 10-16,-1-2 58 16,0-1-68-16,1 1 12 15,1 3-31-15,0 0-9 16,-2 2 11-16,-2 0-11 15,-2 3 0-15,0 2 48 16,0 0-17-16,0 0 42 0,-18 0-6 16,-22 21-45-1,-39 20 2-15,-5 8-24 0,-16 9 0 16,-5 5 1-16,18-12 8 16,-2 2-6-16,18-12-2 15,17-9 0-15,19-12 12 16,16-9-13-16,19-11-12 15,7 0 5-15,57-32-85 16,48-28 40-16,4-7-67 16,-2 5-99-16,-16 9 70 15,-38 17 22-15,-6 4 126 16,-10 4 9-16,-21 15 72 16,-21 8 86-16,-2 5 14 15,-27 13-99-15,-25 18-15 16,-14 18-46-16,-12 6 41 0,0 3 47 15,7 0-90-15,13-9 5 16,19-10-24-16,22-14-1 16,17-10-79-16,15-14-60 15,57-1 50-15,51-48 32 16,39-26-242-16,-8-5-269 16,-34 5 39-16,-48 27 530 15,-44 22 8-15,-7 9 225 16,-15 6 163-16,-6 10-25 15,-22 0-171-15,-33 36-107 16,-24 17 46-16,-17 13-16 16,-6 12 21-16,-3 6-62 0,9-4-38 15,13-9 38-15,23-17-82 16,23-15 5-16,26-22-5 16,11-13-60-16,58-6 6 15,53-43 26-15,52-38-32 16,22-21-93-16,-9-12-140 15,-45 19 16-15,-53 32 41 16,-35 28 118-16,-26 19 118 16,-7 6 186-16,-10 9 37 15,-7 3 37-15,-36 15-170 16,-21 25-20-16,-21 12 49 16,-13 10-5-16,-4 6 0 15,1 0-55-15,9-4-38 0,15-10 39 16,19-11-60-1,25-15 0-15,23-16-12 0,10-12-60 16,62-8-1-16,50-45 43 16,44-27-92-16,14-16-52 15,-27 8-154-15,-45 24-38 16,-50 27 109-16,-23 18 257 16,-11 5 80-16,-14 7 182 15,0 7-34-15,-45 4-17 16,-24 31-174-16,-23 11 33 15,-8 8 44-15,-3 4-31 16,10-2 23-16,20-8-65 16,21-11-35-16,27-16-6 15,25-12 0-15,19-9-87 16,60-14 52-16,53-41-2 0,41-27-104 16,-7-3-113-16,-35 7 4 15,-50 24 132 1,-44 26 112-16,-5 5 6 15,-16 7 265-15,-14 7-16 0,-14 9-98 16,-57 30-91-16,-47 31-43 16,1 1 129-16,3-2-74 15,19-5-7-15,28-18-5 16,3 1-60-16,8-4 21 16,25-11-21-16,23-14-48 0,10-9-10 15,60-8-60 1,55-42 88-16,45-28-32 0,-3-2-173 15,-29 10 1-15,-55 22-12 16,-40 24 145-16,-14 6 101 16,-9 6 168-16,-14 12 56 15,-14 0-45-15,-55 39-103 16,-11 7 38-16,-16 12-5 16,-4 7-36-16,20-14 41 15,2 4-84-15,22-13-24 16,23-14-3-16,24-14-3 15,11-14-76-15,61 0-16 16,59-46 59-16,49-30-4 16,17-18-170-16,-30 6-21 15,-49 17-7-15,-51 31-22 0,-25 14 206 16,-8 6 51-16,-16 11 215 16,-9 9-3-16,-22 7-133 15,-38 34 79-15,-21 15 16 16,-14 9-39-16,-5 6-22 15,4-1-26-15,11-8-57 16,18-8 22-16,20-13-52 16,20-11-8-16,25-14 7 15,6-12-119-15,59-4 69 16,46-38 38-16,39-35-101 16,-4-2-30-16,-28 0-130 15,-42 23-28-15,-38 20 114 16,-7 5 188-16,-14 9 98 15,-15 9 178-15,-11 9-102 16,-43 20-72-16,-21 22-37 0,-19 14 35 16,-9 6 69-16,1 5-81 15,8-8-9-15,20-11-61 16,24-11-16-16,21-16-4 16,27-12-7-16,4-9-92 15,60-9 58-15,47-38 10 16,42-34-37-16,1-2-116 15,-30 2-31-15,-41 23 13 16,-41 23 45-16,-7 6 159 16,-15 7 132-16,-11 9 124 0,-11 13-74 15,-46 18-108 1,-23 26-38-16,-18 11 102 16,-9 11-61-16,-1 1-15 0,15-6 29 15,16-9-91-15,21-13 16 16,25-16-16-1,24-14-31-15,4-9 11 0,60-14-57 16,46-36 45-16,40-29-33 16,-1-1-139-16,-26 8-3 15,-42 19-32-15,-33 22 17 16,-9 4 156-16,-10 5 66 16,-13 11 148-16,-16 11 46 15,-22 8-114-15,-32 28 29 16,-17 11 58-16,-12 12-60 15,1 0 29-15,9-4-81 0,17-13-34 16,18-12 19-16,24-12-40 16,14-13-12-16,25-5-46 15,60-23 12-15,51-35 35 16,39-30-185-16,-5-4-34 16,-41 12 13-16,-50 25 13 15,-46 25 118-15,-10 9 86 16,-19 10 217-16,-4 11-5 15,-58 20-117-15,-50 45 1 16,-39 23 52-16,7 0-27 16,22-12-22-16,40-25-33 15,34-18-26-15,2-1 15 16,7-6-55-16,12-3-8 0,23-16-4 16,8-7-59-16,61-7 41 15,51-39 28-15,41-27-93 16,-8-2-47-16,-29 12-121 15,-51 21 20-15,-40 22 152 16,-10 5 91-16,-14 10 104 16,-9 5 68-16,-25 10-63 15,-35 28 28-15,-22 16-20 16,-13 9-32-16,-2 0 36 16,7 2-81-16,15-12-4 15,17-9-33-15,20-11 4 16,20-15-14-16,18-9-40 15,16-9-60-15,53-14 98 16,47-39-7-16,2-5-111 16,-7-1-64-16,-17 5-88 0,-36 19 71 15,-11 2 176-15,-12 8 32 16,-28 18 216-16,-7 7-96 16,-40 14-45-16,-22 25 28 15,-17 12 15-15,-8 5 6 16,5 4-34-16,8-7-63 15,18-9 46-15,21-12-73 16,18-11-2-16,17-16-11 16,6-5-115-16,40-2 77 15,22-26 32-15,14-9-72 0,7-5-22 16,-8-2-105 0,-17 8 118-16,-24 12 100 0,-24 14 61 15,-16 10 73-15,-14 15-60 16,-28 22 4-1,-11 16 92-15,-3 1-74 16,7 0-32-16,12-8-14 0,12-10-50 16,11-12 0-16,14-12-27 15,4-12-63-15,33 0 89 16,21-20-14-16,15-15-85 16,10-11-111-16,-8-3-22 15,-15 5 66-15,-22 12 167 16,-22 16 75-16,-16 16 88 15,-14 8-143-15,-26 28 7 16,-14 14 51-16,-4 8-56 0,3 3 1 16,-9 14-23-1,15-16-189-15,11-22-169 0</inkml:trace>
  <inkml:trace contextRef="#ctx0" brushRef="#br1" timeOffset="12913.71">10838 993 1122 0,'0'0'530'0,"0"0"-381"16,0 0 19-16,0 0 32 16,0 0-7-16,0 0-112 15,0 0-74-15,-119 13 12 16,61 22-10-16,-2 7 19 16,4 2-11-16,8-4-17 15,7-4 22-15,10-10-22 0,11-6-25 16,11-8 25-1,9-6-88-15,0-6-61 0,32 0-21 16,16-24 54-16,15-14-67 16,1-8-442-16,-6-4 329 15,-13 5 296-15,-18 13 181 16,-16 13 197-16,-11 11-40 16,-6 8-167-16,-28 1-100 15,-15 25-35-15,-14 11 31 16,-3 11 77-16,-1 3-88 15,7 7 8-15,11-7-30 16,15-3-27-16,16-8-7 16,18-3-49-16,20-8-123 15,18-9-69-15,9-11-371 0</inkml:trace>
  <inkml:trace contextRef="#ctx0" brushRef="#br1" timeOffset="13359.25">10846 1376 1753 0,'0'0'291'0,"0"0"-273"16,0 0-11-16,-129 112 43 15,80-68-3-15,7 0 74 16,11-7-27-16,10 0-73 16,17-5-19-16,4-6-2 15,10-8-52-15,25-10 51 16,18-8-83-16,21-12-63 15,11-22-135-15,6-6-349 0,-4-2 391 16,-11 5 49-16,-18 11 191 16,-25 11 175-16,-17 8 0 15,-16 7 68-15,0 0 5 16,-16 14-46-16,-11 8-13 16,2 2-85-16,4 1-51 15,7-4 19-15,10-4-72 16,4-5-7-16,6-4-27 15,27-6-13-15,19-2-6 16,15-2-148-16,13-16-18 16,5-6 18-16,-3 3 93 15,-10 0 108-15,-16 7 52 0,-16 5 32 16,-18 7-11-16,-11 2-56 16,-7 0-8-16,-4 5 67 15,0 9-76-15,0 8 0 16,5-5-130-16,2-3-700 0</inkml:trace>
  <inkml:trace contextRef="#ctx0" brushRef="#br1" timeOffset="30041.6">13423 1973 1046 0,'0'0'262'0,"0"0"-208"16,0 0 55-16,0 0 59 15,0 0 32-15,0 0-16 16,25-43-5-16,-23 34-33 15,-2 1-63-15,0 4-4 16,0 0 62-16,0 0-92 0,0 4 7 16,0 0-9-16,0 0-27 15,0 0 10-15,-8 0-30 16,-15 9 0-16,-10 22-7 16,-11 11 7-16,-6 14 0 15,1 11 0-15,9 3 12 16,13-4-7-16,12-6-5 15,15-8 0-15,0-10-32 16,26-6 23-16,19-8-62 16,13-12-59-16,31-13-160 15,-14-3-258-15,-12-5-437 0</inkml:trace>
  <inkml:trace contextRef="#ctx0" brushRef="#br1" timeOffset="30370.08">13616 2338 995 0,'0'0'814'15,"0"0"-633"-15,0 0-140 16,0 0 102-16,0 0-93 16,0 0-13-16,0 0 19 15,142-125-54-15,-105 85-2 16,-2-2-17-16,-6-2-18 15,-6 0 26-15,-4 6-27 16,-6 9 36-16,-8 8 21 16,-3 13 55-16,-2 8 20 15,0 2-96-15,0 30 30 16,-14 16-1-16,-1 12 34 0,-1 6-8 16,3 1-12-16,5-7-43 15,8-8 0-15,0-10-67 16,0-9-49-16,21-10-105 15,-3-11-310-15,-3-12-326 0</inkml:trace>
  <inkml:trace contextRef="#ctx0" brushRef="#br1" timeOffset="30561.44">14177 1874 1758 0,'0'0'301'0,"0"0"-212"15,0 0-24-15,51 102-11 16,-51-39 41-16,-4 13 0 16,-23 7-51-16,-11 3-33 15,0-2-11-15,-8 6-107 16,9-22-196-16,14-21-411 0</inkml:trace>
  <inkml:trace contextRef="#ctx0" brushRef="#br1" timeOffset="30815.53">14440 2432 1698 0,'0'0'267'0,"0"0"-204"15,0 0-29-15,0 0 61 16,0 0-19-16,0 0-8 15,0 0 1-15,24 0-63 16,1-4 3-16,-1-6-7 16,-7 1 17-16,-9-2 64 15,-8 5-7-15,0 6-69 16,-35 0-7-16,-1 2-478 16,2 6-729-16</inkml:trace>
  <inkml:trace contextRef="#ctx0" brushRef="#br0" timeOffset="40960.89">2066 3108 867 0,'0'0'382'16,"0"0"-103"-16,0 0-90 16,0 0-56-16,0 0 15 15,0 0-28-15,-129 16 20 16,100-8-40-16,-7 4-37 15,0 3 49-15,-4 10-69 16,0 11-36-16,0 10 45 16,4 14-37-16,9 10 15 15,12 2-30-15,8 1 0 16,7-9-16-16,7-10-83 16,24-14-42-16,31-18-20 15,-3-12-177-15,-8-10-453 0</inkml:trace>
  <inkml:trace contextRef="#ctx0" brushRef="#br0" timeOffset="41722.21">1696 3355 1333 0,'0'0'678'0,"0"0"-646"15,0 0-32-15,0 0-9 16,116-32 9-16,-67 19 33 16,4 8 43-16,3 5-37 0,0 0-22 15,-5 9 63 1,-6 18-46-16,-10 3-21 0,-10 6 75 16,-12-1-78-16,-9 2 36 15,-4-3-15-15,0-1-1 16,-17-8 42-16,-6-4-71 15,-1-6 7-15,-3-5 27 16,-1-9-34-16,3-1-2 16,7 0-13-16,11-19-19 15,7-11 12-15,23-8-127 16,23-5-46-16,19 4 127 16,9 0-37-16,1 10 53 15,-6 8 33-15,-13 10 18 0,-13 7 64 16,-18 4 7-1,-13 0-9-15,-9 18 66 0,-3 10-76 16,-11 11 28-16,-18 6 29 16,-7 1-41-16,0-4 9 15,3-6-77-15,6-10 0 16,9-10-19-16,14-9 19 16,4-7-82-16,9-7-21 15,22-21-62-15,11-10-179 16,5-3-169-16,-5 0 187 15,-11 13 326-15,-13 12 60 16,-11 14 168-16,-7 2-86 16,0 12-6-16,-4 14 127 15,-7 3-66-15,1 0-86 16,6-5 24-16,4-6-134 16,0-6 13-16,12-8-4 0,11-4-8 15,9 0-4-15,4-9-49 16,-3-14-111-16,-1-3 43 15,-3 0-10-15,-10 4 104 16,-3 3 25-16,-9 11 61 16,-3 8 66-16,-4 0-40 15,0 20-65-15,0 12 132 16,0 8-102-16,0 7-9 16,0-4-25-16,0 0-18 15,0-6-75-15,6-11-213 16,2-15-466-16</inkml:trace>
  <inkml:trace contextRef="#ctx0" brushRef="#br0" timeOffset="42095.58">2712 3067 1840 0,'0'0'577'0,"0"0"-422"16,0 0-2-16,0 0-127 16,0 0-4-16,0 0 48 15,0 0-70-15,83-86 0 16,-69 86 3-16,-4 8-3 16,-5 19 0-16,-5 12-30 15,-5 31-76-15,-15-7-7 16,-2-9-518-16</inkml:trace>
  <inkml:trace contextRef="#ctx0" brushRef="#br0" timeOffset="42255.63">3056 3618 1822 0,'0'0'0'0,"0"0"-164"16,0 0-164-16</inkml:trace>
  <inkml:trace contextRef="#ctx0" brushRef="#br0" timeOffset="42651.17">1669 3976 2198 0,'0'0'372'0,"0"0"-201"16,0 0-4-16,0 0-146 15,0 0-4-15,163-67 99 16,-83 56-87-16,14 5 5 15,22 6-34-15,-10 0-12 16,6 17 11-16,37 6-110 16,-41-5-202-16,-2-4-367 0</inkml:trace>
  <inkml:trace contextRef="#ctx0" brushRef="#br0" timeOffset="47342.47">1571 5003 1564 0,'0'0'478'0,"0"0"-477"0,0 0 76 16,0 0-77-16,102-111 0 15,-68 72 60-15,3-5-4 16,2 1-23-16,-3-1-33 16,-1 4 15-16,-4 3-4 15,-6 2 0-15,-8 7-11 16,-5 6 100-16,-3 5-82 15,-7 10 46-15,-2 3 46 16,0 4-80-16,0 0 86 16,0 0-116-16,0 20 0 15,-11 14 5-15,-3 18-4 16,-1 13 22-16,1 4-23 16,8 0-42-16,6-10 25 15,0-12-270-15,9-19-305 0,6-15-641 0</inkml:trace>
  <inkml:trace contextRef="#ctx0" brushRef="#br0" timeOffset="47578.49">2329 4536 1265 0,'0'0'255'0,"0"0"-17"16,0 126-93 0,0-68-29-16,-18 2 60 0,-7-4-93 15,-8 0-3 1,-5-3-80-16,-6-3 0 0,-23 4-21 16,11-16-257-16,7-12-435 0</inkml:trace>
  <inkml:trace contextRef="#ctx0" brushRef="#br0" timeOffset="47763.35">1507 4562 1822 0,'0'0'212'15,"0"0"-84"-15,-108 148-81 0,77-76 40 16,18 2-26-1,13-3-49-15,24-7-24 0,70-4-13 16,-7-16-248-16,0-20-448 0</inkml:trace>
  <inkml:trace contextRef="#ctx0" brushRef="#br0" timeOffset="48239.47">2753 4754 1687 0,'0'0'527'0,"0"0"-250"0,0 0-62 15,0 0-85-15,0 0 87 16,0 0-154-16,0 0-23 16,0 0-20-16,0 2 5 15,4-2-5-15,21 2-20 16,12 1 0-16,15-3 6 16,5 0-6-16,11 0-24 15,-4 0-12-15,-1 0-83 16,5 0-12-16,-16 2-409 15,-14 3-540-15</inkml:trace>
  <inkml:trace contextRef="#ctx0" brushRef="#br0" timeOffset="48597.55">2599 4995 1352 0,'0'0'1005'0,"0"0"-851"16,0 0-21-16,0 0-26 15,0 0-90-15,0 0 135 16,0 0-125-16,162 0-21 16,-93 0-2-16,3-2-4 15,22 0-33-15,-21 2-287 16,-13 0-471-16</inkml:trace>
  <inkml:trace contextRef="#ctx0" brushRef="#br0" timeOffset="49460.64">3198 4646 1609 0,'0'0'347'15,"0"0"-67"-15,0 0-37 16,0 0-48-16,0 0-52 16,0 0-91-16,0 0 108 15,0-14-160-15,0 14 0 16,0 0 49-16,0 0-40 16,0 0 15-16,0 0-24 15,0 0 21-15,0 0-4 0,0 0-17 16,2-2 0-16,3 0-23 15,2 2 40-15,-3-3-17 16,-2 3 0-16,-2 0 12 16,0 0 7-16,0 0-19 15,0 0 0-15,0 0 2 16,0-1 16-16,0 1-18 16,0 0 0-16,0 0 24 15,0 0-11-15,-2 0-13 16,2 0 0-16,-2 0 9 0,2-2 8 15,0 2-11-15,-2 0-6 16,2 0 24-16,0 0 40 16,0 0-64-16,0 0 0 15,0 0 10-15,0 0-2 16,0 0-8-16,0 0 0 16,0 0-6-16,9 2-66 15,9 10 72-15,3 4 0 16,11 6-28-16,2 0 40 15,3 2-12-15,-3-4 0 16,-5-2 18-16,-9-4-14 16,-7 1-4-16,-13 3-21 15,0 3-9-15,-25 16 36 0,-28 13-6 16,-20 10 0 0,-21 10-126-16,-35 26 32 0,22-18-417 15,19-13-386-15</inkml:trace>
  <inkml:trace contextRef="#ctx0" brushRef="#br0" timeOffset="60151.49">4313 4542 370 0,'0'0'656'0,"0"0"-430"15,0 0-68-15,0 0-32 16,0 0-9-16,0 0-33 16,4-22-8-16,-4 19-48 15,0 2-7-15,0 1 48 16,0 0 17-16,0 0 18 15,0 0-14-15,0 0-4 16,0 0 4-16,0 0-22 0,-2 0-14 16,-7 0 11-16,-5 1-57 15,-3 16-7-15,-5 6 46 16,-3 13-5-16,0 11 22 16,4 5 12-16,2 5-38 15,4-8 18-15,6-2-56 16,9-10 0-16,0-5 8 15,14-5-8-15,19-6-15 16,11-4-70-16,30-13-142 16,-11-4-257-16,-10 0-680 0</inkml:trace>
  <inkml:trace contextRef="#ctx0" brushRef="#br0" timeOffset="61372.51">4745 4703 1557 0,'0'0'583'0,"0"0"-425"15,0 0-4-15,0 0-34 16,0 0-24-16,0 0 5 15,0 0-64-15,0-69-37 16,2 48-9-16,16-6-46 16,7 1-9-16,2 4-26 15,0 4 34-15,-3 7 54 0,-4 9-25 16,-9 2 10 0,-9 14 6-16,-2 22 7 0,-17 13 4 15,-26 9 18-15,-12 4 1 16,-10-1 20-16,-2-10-39 15,4-10 0-15,7-13 24 16,12-12-23-16,7-9 10 16,10-7-11-16,9 0 0 15,11-16 0-15,7-9 0 16,4-4-11-16,28 0 1 16,3 5-9-16,8 8 14 15,-1 12 4-15,3 4 2 16,-5 4-2-16,-5 15-4 15,15 12-90-15,-13-7-205 16,-3-8-456-16</inkml:trace>
  <inkml:trace contextRef="#ctx0" brushRef="#br0" timeOffset="62207.52">5002 4676 960 0,'0'0'923'0,"0"0"-755"16,0 0-44-16,0 0-11 0,0 0-58 15,0 0 24-15,0 0 52 16,87 24-66-16,-65 5 24 16,-6 0-20-16,-6 5-17 15,-5-2 17-15,-5 0-60 16,0-4-2-16,0-5 5 15,0-3-6-15,-5-8-12 16,3-6-6-16,0-6-37 16,2 0 42-16,0-8-52 15,0-22-82-15,4-10-353 16,15-6 193-16,0 0 161 16,-3 11 140-16,-7 12 177 15,-5 16 109-15,-4 7-113 16,0 0-81-16,0 22 8 15,-6 10 53-15,-1 6-37 0,7 1-48 16,0-3-37-16,4-4-7 16,19-9-24-16,6-5-27 15,7-7 26-15,1-10-33 16,2-1-35 0,-1-3-68-16,-3-21-10 0,-6-4 13 15,-6-5-20-15,-6 5 57 16,-9 6 97-16,-4 8 71 15,-4 9 93-15,0 5-54 16,0 0-52-16,0 0-6 16,0 9-15-16,4 8 8 15,2-2 1-15,5 2-46 16,3-3-1-16,1-7-41 0,1-5 6 16,-1-2-32-16,-1 0-73 15,-3-9-62-15,0-15-59 16,-2-6-236-16,2-5 155 15,1 3-150-15,1 8 473 16,0 9 20-16,-1 15 251 16,-6 7-3-16,-4 32 76 15,-2 19-16-15,0 12-29 16,-6 10-41-16,-6 4-80 16,-1-1 15-16,0-5-109 15,-1-10-39-15,1-8 23 16,-1-12-42-16,1-10 13 15,-5-12-19-15,3-8 9 16,-5-10 16-16,1-8-25 0,7 0 0 16,3-26 29-16,9-14-29 15,4-13-20-15,27-3-2 16,11-4-14-16,10 2 2 16,21-7-121-16,-7 14-146 15,-12 7-274-15</inkml:trace>
  <inkml:trace contextRef="#ctx0" brushRef="#br0" timeOffset="62457.44">5987 4456 1894 0,'0'0'546'0,"0"0"-509"16,0 0-12-16,0 0 74 16,107 126 0-16,-94-63-9 15,-11 6-56-15,-2 5-10 16,-15 3-24-16,-20-3-31 16,-25 7-203-16,8-18-347 15,7-21-1180-15</inkml:trace>
  <inkml:trace contextRef="#ctx0" brushRef="#br0" timeOffset="62928.52">6386 4087 2422 0,'0'0'555'16,"0"0"-495"-16,0 0-32 0,0 0-28 16,0 0-49-16,0 0-15 15,-44 138-3-15,12-50-45 16,1-6-459-16</inkml:trace>
  <inkml:trace contextRef="#ctx0" brushRef="#br0" timeOffset="64010.02">6368 5039 504 0,'0'0'1516'0,"0"0"-1012"15,0 0-325-15,0 0-18 16,0 0-91-16,0 0-46 15,0 0-24-15,13-5-9 16,3-6-261-16,2-4-706 0</inkml:trace>
  <inkml:trace contextRef="#ctx0" brushRef="#br0" timeOffset="64391.55">6660 4953 1620 0,'0'0'389'16,"0"0"-202"-16,0 0-125 15,0 0 30-15,0 0 8 16,154-104-64-16,-107 67-35 16,-3 0-1-16,-1 0-23 15,-10 2-6-15,-6-2 15 16,-14 5-15-16,-9 2 21 15,-4 6-39-15,-4 6 32 0,-23 6 12 16,-6 5-6-16,-9 7 9 16,-3 3 28-16,-2 21 21 15,6 10 34-15,6 8 9 16,11 6 20-16,8 1 9 16,16 4-60-16,0-4 11 15,16-3-50-15,22-7 2 16,8-8-1-16,8-4-23 15,6-12-17-15,3-10-20 16,22-5-135-16,-17-1-114 16,-10-15-289-16</inkml:trace>
  <inkml:trace contextRef="#ctx0" brushRef="#br0" timeOffset="80735.22">7151 4137 538 0,'0'0'397'0,"0"0"-194"0,0 0 18 16,0 0-13-16,0 0 2 15,0 0 47-15,0-28-65 16,0 25-63-16,0 3-20 16,0 0-11-16,-3 0 5 15,3 0-21-15,-2-1-21 16,2 1 13-16,-2 0-60 16,-1-2-13-16,1-1 19 15,-2-1-11-15,0 0-17 16,-1 3 8-16,1-3 0 15,2 0-10-15,-1-1 10 16,3 3-18-16,0-3 18 16,0-6-26-16,12-1 6 15,7-4-51-15,8 2 0 16,-3 4 71-16,1 4-18 0,-7 6 0 16,-7 2 18-16,-9 22 0 15,-2 10 0-15,-4 7 21 16,-27 6 3-16,-12 6 46 15,-8-1-69-15,-7-4 7 16,5-6 10-16,6-10-17 16,16-9 13-16,11-10-14 15,13-6 0-15,7-7-15 16,0 0 15-16,27 0-12 16,13-7 1-16,8-6-62 15,10-4-61-15,0 1-35 16,9 0-62-16,-15 4-42 15,-15 3-424-15</inkml:trace>
  <inkml:trace contextRef="#ctx0" brushRef="#br0" timeOffset="81544.45">7374 4211 1303 0,'0'0'317'15,"0"0"-231"-15,0 0 25 16,0 0-13-16,0 0 38 16,0 0-6-16,0 0-48 15,73 20 87-15,-73 12-72 0,0 6 29 16,-9 0-12-16,-4-3-88 16,1-9 6-16,6-5-32 15,2-8 10-15,4-8-25 16,0-5 15-16,0 0-30 15,0 0 20-15,10-18-53 16,7-12-109-16,0-10 7 16,-1-2-185-16,-3 3 202 15,-4 7 148-15,-4 9 82 16,-5 15 161-16,0 8-107 16,0 0-61-16,0 16-41 15,-8 11 94-15,2 7 42 16,6 3-101-16,0-1-17 15,0-4-19-15,20-4-27 16,7-8 1-16,2-6-7 0,4-9-10 16,1-5-14-16,3 0-22 15,-1-21-60-15,-5-5-22 16,-4-4-27-16,-9-2 70 16,-7 4 1-16,-7 8 84 15,-2 5 65-15,-2 10 45 16,0 5-16-16,0 0-53 15,0 12-10-15,-2 8 68 16,2 2-47-16,0 2-40 16,0-2 36-16,16-6-47 15,9-4-1-15,6-10 0 16,5-2-6-16,4-2-5 16,-2-19-123-16,-4-10-19 0,-5-3-2 15,-8-3-130-15,0 2 140 16,-6 4 60-1,-6 10 85-15,-2 11 35 16,-5 10 134-16,-2 4-85 0,0 28 80 16,-4 18 11-16,-13 10-12 15,2 10-15-15,-1 1-82 16,1-2 11-16,-3-6-77 16,3-10 6-16,-3-7 24 15,-2-15-19-15,4-11-10 16,3-6 16-16,4-9-16 15,9-5 51-15,0-9-35 0,16-23 4 16,28-14-21-16,18-12-74 16,19-5-7-16,37-15-196 15,-18 16-289-15,-15 14-858 0</inkml:trace>
  <inkml:trace contextRef="#ctx0" brushRef="#br0" timeOffset="82724.13">8486 4856 1197 0,'0'0'856'16,"0"0"-613"-16,0 0-29 15,0 0-37-15,0 0-62 16,0 0 33-16,0 0-70 16,32-11-23-16,-1 2-37 15,4 1-6-15,9 3-7 0,4 3-5 16,-2 0-7-16,-1 2-14 16,-1 0-25-16,-3-3-49 15,3 1-127-15,-13-2-160 16,-6-4-409-16</inkml:trace>
  <inkml:trace contextRef="#ctx0" brushRef="#br0" timeOffset="82897.7">8815 4622 713 0,'0'0'1613'15,"0"0"-1438"-15,0 0-162 0,0 0 23 16,-71 132 7-1,51-84-26-15,5 3 21 16,-1 0-38-16,1 18-82 0,1-15-167 16,5-12-369-16</inkml:trace>
  <inkml:trace contextRef="#ctx0" brushRef="#br0" timeOffset="92101.49">9513 4772 973 0,'0'0'547'16,"0"0"-353"-16,0 0-38 15,0 0 6-15,0 0 24 16,0 0-35-16,0 0-26 16,0 0-20-16,0 0-66 15,0 0 23-15,0 0-27 16,0 0 2-16,0 0 9 16,0 0-26-16,0 0 22 0,0 0-17 15,0 0-19 1,0 0 28-16,0 0-22 0,0 0-10 15,0 0 19-15,8-4-12 16,7-14-18-16,1-6 7 16,3-4-10-16,4-4 12 15,-1-2-30-15,1 2-13 16,-2-2 13-16,2 2-18 16,-3-3 35-16,-2 2-4 15,0 1 16-15,-3 1-21 16,-1 5 17-16,-5 4 5 15,-3 6-4-15,-2 5 5 16,-2 2-1-16,2 6 6 16,-4 0-6-16,2 3 27 15,-2 0-27-15,0 0 0 0,0 0 7 16,0 0-7-16,0 0 18 16,0 0-17-16,0 0 6 15,0 0 8-15,0 0-15 16,0 0-1-16,0 0-14 15,0 17 30-15,0 10-15 16,0 11 28-16,-8 8 8 16,2 2 7-16,-1-1-43 15,1-3 0-15,-1-4 15 16,2-1-14-16,1-4 11 16,2-3-12-16,2 0-21 15,0-3-13-15,0 0-151 0,2-9-137 16,10-6-418-16</inkml:trace>
  <inkml:trace contextRef="#ctx0" brushRef="#br0" timeOffset="92740.97">10071 4732 942 0,'0'0'382'16,"0"0"-122"-16,0 0-78 0,0 0 23 15,0 0-21 1,0 0-66-16,0 0-21 15,0 2-76-15,0-2-15 0,0 0 33 16,0 0-39-16,4 0 2 16,-1 2 4-16,-1-2 4 15,0 2-11-15,0 0 1 16,0 1 0-16,0 0 9 16,-2 0-9-16,2-2-1 15,-2-1 1-15,0 2 0 16,0 2 3-16,0 3-3 15,0 0 0-15,0 1-4 16,6 1 4-16,-2-1 0 16,0-5 4-16,3-1-2 15,1 0 10-15,0-2-12 0,-2 0 1 16,-1 0 33-16,-1 0-33 16,-4-7 16-16,0-1-13 15,0-1-4-15,0-1-21 16,-4-2-71-16,-5 2-249 15,2 0-594-15</inkml:trace>
  <inkml:trace contextRef="#ctx0" brushRef="#br0" timeOffset="95110.48">23720 1838 690 0,'0'0'822'0,"0"0"-521"16,0 0-94-16,0 0 30 16,0 0-16-16,0 0-76 15,0 0-34-15,0-32-62 16,0 32-37-16,0 0 9 15,0 3-21-15,0 21-32 16,0 15 32-16,0 16 41 16,0 9 14-16,-3 5-27 15,3-6-27-15,0-6 23 16,5-15-24-16,11-12 0 16,6-11 15-16,5-6 2 15,9-13-20-15,6 0 3 16,7-16-26-16,-3-22 1 15,2-12-62-15,-6-12-31 0,-4-5-20 16,-10-1 74-16,-5 8 49 16,-7 11 15-16,-7 17 48 15,-5 13 108-15,-2 10-38 16,-2 8-67-16,0 1-47 16,0 3-4-16,0 21-21 15,0 15 6-15,0 12 0 16,0 26-83-16,4-13-206 15,2-14-556-15</inkml:trace>
  <inkml:trace contextRef="#ctx0" brushRef="#br0" timeOffset="95418.67">24442 1824 1918 0,'0'0'547'16,"0"0"-478"-16,0 0-69 16,0 0-5-16,0 0 5 15,0 0 122-15,0 0-1 16,38 145-39-16,-22-100-45 16,2-2-16-16,-1-8-21 15,-1-12 15-15,-1-7 6 16,-3-8-15-16,-1-8 18 0,2 0 17 15,5-16-40-15,3-18 13 16,0-14-14 0,4-5-83-16,-3-5-5 15,7-5-134-15,-4 15-93 0,-5 9-508 0</inkml:trace>
  <inkml:trace contextRef="#ctx0" brushRef="#br0" timeOffset="95650.48">25102 1601 1783 0,'0'0'395'0,"0"0"-299"0,0 0-65 16,0 0 77 0,33 118 52-16,-33-53-51 0,0 11 22 15,-22 6-99-15,-7 1-14 16,-9-2-18-16,-8-7-8 15,-8-7-20-15,-8-4-99 16,-34 1-98-16,16-17-238 16,5-16-403-16</inkml:trace>
  <inkml:trace contextRef="#ctx0" brushRef="#br0" timeOffset="95881.27">23564 1598 1079 0,'0'0'291'16,"0"0"-144"-16,0 0 60 16,-82 204 101-16,79-59-109 15,3 9-64-15,18-24-79 16,11-33-42-16,2-41-14 15,40 6-72-15,-3-12-116 16,3-9-146-16</inkml:trace>
  <inkml:trace contextRef="#ctx0" brushRef="#br0" timeOffset="96168.54">25490 1398 1365 0,'0'0'669'15,"0"0"-669"-15,0 0 16 16,0 0-16-16,-78 111 102 16,44-44-52-16,-3 42-50 15,8-14-63-15,8-12-453 0</inkml:trace>
  <inkml:trace contextRef="#ctx0" brushRef="#br0" timeOffset="96389.61">25682 2046 1689 0,'0'0'949'15,"0"0"-834"-15,0 0-113 0,0 0 5 16,0 0-1-16,129 0 6 15,-80 0-12-15,3 3-168 16,-17 8-300 0,-18 0-391-16</inkml:trace>
  <inkml:trace contextRef="#ctx0" brushRef="#br0" timeOffset="96507.39">25619 2217 1128 0,'0'0'1116'0,"0"0"-991"16,0 0-124-16,0 0 44 15,148 32-37-15,-42-32-8 16,-9 0-203-16,-11 0-691 0</inkml:trace>
  <inkml:trace contextRef="#ctx0" brushRef="#br0" timeOffset="96899.4">26549 1879 2163 0,'0'0'377'0,"0"0"-261"16,0 0-92-16,0 0 16 15,0 0-7-15,0 0 70 16,13 109-5-16,-2-63-69 16,5 5-23-16,7-6 18 15,0-8-14-15,4-6-10 16,4-12 3-16,-2-9-3 0,2-10-1 15,-4 0-32-15,0-21-25 16,0-19 9-16,-4-15-75 16,-2-5-2-16,0 4 62 15,-5 8 64-15,-6 18 70 16,-5 14 72-16,-3 16-78 16,-2 0 8-16,0 17-62 15,0 21 22-15,0 8 25 16,0 9-51-16,0 1 3 15,0-5-9-15,4-7-53 16,8-10 20-16,10-19-188 16,-4-6-82-16,0-9-630 0</inkml:trace>
  <inkml:trace contextRef="#ctx0" brushRef="#br0" timeOffset="97068.05">27302 1416 2569 0,'0'0'489'16,"0"0"-489"-16,0 0-16 16,0 0-1-16,0 0 14 15,-51 158-3-15,13-47 6 16,6 14-118-16,9-18-222 16,11-36-558-16</inkml:trace>
  <inkml:trace contextRef="#ctx0" brushRef="#br0" timeOffset="97686.96">27345 1840 1513 0,'0'0'1187'0,"0"0"-1007"16,0 0-133-16,0 0-33 0,0 0 22 16,0 0-35-16,0 0 7 15,13 23-9-15,-11 5 1 16,2 4 0-16,-1 0 26 15,-3-4-20-15,2-6 6 16,-2-6-11-16,0-3 5 16,3-8-1-16,-3-3-5 15,0 0 0-15,0-2-5 16,0 0 14-16,0 0-1 16,0 0-8-16,0 0 0 15,0 0 23-15,0 0-23 16,0 3 0-16,0 2-18 0,0 4 28 15,0 6-10-15,0 2 0 16,0 4 1-16,0 1 10 16,-5 2-11-16,2-3 0 15,1-3-3-15,2-3 10 16,0-6-8-16,0-4 1 16,0-2 0-16,0-3 35 15,0 0-34-15,0 0 22 16,0 0 43-16,7-4-21 15,11-16 40-15,9-10-70 16,10-11-9-16,8-9-3 16,4-4-3-16,7-4-31 15,0-1-18-15,-3 5-71 16,10 3-39-16,-17 12-338 0,-12 15-588 16</inkml:trace>
  <inkml:trace contextRef="#ctx0" brushRef="#br0" timeOffset="97989.03">28080 2053 2290 0,'0'0'557'15,"0"0"-502"-15,0 0-9 0,0 0 16 16,0 0-34-16,0 0 18 16,0 0-46-16,160 12 0 15,-104-6-1-15,0-2-31 16,4-2-92-16,-12-2-244 15,-17 0-530-15</inkml:trace>
  <inkml:trace contextRef="#ctx0" brushRef="#br0" timeOffset="98159.89">28381 1860 2036 0,'0'0'382'0,"0"0"-342"16,0 0-16-16,-49 103 88 15,34-53 26-15,1 6-93 16,5 2-45-16,7 0-6 16,6 3-180-16,17-18-76 15,8-15-311-15</inkml:trace>
  <inkml:trace contextRef="#ctx0" brushRef="#br0" timeOffset="98505.14">28811 1917 816 0,'0'0'1617'16,"0"0"-1597"-16,0 0-2 15,0 0-18-15,0 0 165 16,-17 132-45-16,14-89-44 16,3-2-22-16,9-5-41 15,18-4 32-15,11-9-18 16,6-9-27-16,10-13 9 15,0-1-9-15,-3-15-48 16,-5-24-103-16,-6-8-99 16,-5-11-2-16,-10-5-9 15,-4 5 230-15,-7 9 31 16,-6 18 492-16,-5 12-137 16,-3 15-171-16,0 4-150 0,0 11-34 15,-11 25-26-15,-7 12 16 16,-1 12 1-16,8 4-80 15,11 6-151-15,0-17-140 16,19-21-494-16</inkml:trace>
  <inkml:trace contextRef="#ctx0" brushRef="#br0" timeOffset="98767.14">29482 1981 1551 0,'0'0'875'0,"0"0"-792"15,0 0-67-15,0 0 4 0,0 0 57 16,0 0 21 0,76 132-35-16,-56-88-27 15,5-3 40-15,1-8-33 16,3-8 2-16,-2-10-19 0,2-8-19 16,-2-7 10-16,0-7-17 15,-3-20-36-15,3-14 19 16,-3-7-52-16,3-6 22 15,-2-1 14-15,4-3-21 16,19-13-67-16,-3 13-163 16,0 5-601-16</inkml:trace>
  <inkml:trace contextRef="#ctx0" brushRef="#br0" timeOffset="98935.17">30632 1431 1465 0,'0'0'1159'0,"0"0"-989"16,0 0-156-16,0 0 2 16,0 0 72-16,-108 138-65 15,29-29-23-15,-6 9-52 16,14-16-312-16,20-33-1357 0</inkml:trace>
  <inkml:trace contextRef="#ctx0" brushRef="#br0" timeOffset="100945.79">10381 4542 1530 0,'0'0'362'0,"0"0"-204"15,0 0-27-15,0 0-70 0,0 0-1 16,0 0 31 0,0 0-48-16,33-18 3 0,-19 23-9 15,-5 16 16-15,-3 9 65 16,-2 3-64-16,1 4-8 15,-1-3-4-15,6-6-41 16,0-4 13-16,6-10-14 16,6-6-7-16,5-8 5 15,6 0-47-15,1-12-60 16,0-14-34-16,-3-8-25 16,-9-6-19-16,-4 0-23 15,-7 1 81-15,-9 11 129 16,-2 9 36-16,0 13 144 15,0 6-77-15,-7 10-94 16,-3 23 43-16,-6 16 59 0,0 11 7 16,0 14 28-1,-1 5-48-15,1 5-39 0,-1-2 2 16,-2-4-30-16,3-10-7 16,-1-8-24-16,-1-11 0 15,-7-11 14-15,-1-11-14 16,-8-10 0-16,1-10-3 15,1-7 21-15,9-4-18 16,7-23 5-16,16-14-4 16,0-8-2-16,29-9-9 15,20-5-21-15,11 1 16 16,11-1-88-16,23-17-78 16,-16 17-308-16,-13 7-425 0</inkml:trace>
  <inkml:trace contextRef="#ctx0" brushRef="#br0" timeOffset="101382.5">10920 4146 1305 0,'0'0'733'0,"0"0"-483"0,0 0-79 16,0 0 34-16,0 0-111 15,0 0-4-15,0 0-37 16,18-15-53-16,0 15-14 15,4 0-16-15,-2 10 6 16,-4 13 23-16,-10 10 2 16,-6 8-1-16,-10 5 57 15,-22 1-15-15,-6-1 21 16,0-3-35-16,5-10-28 16,12-8 28-16,13-11-28 15,8-4-7-15,6-6-5 0,28-3-35 16,15-1 46-1,9 0-80-15,33-3-218 0,-15-12-181 16,-13 4-496-16</inkml:trace>
  <inkml:trace contextRef="#ctx0" brushRef="#br0" timeOffset="101669.06">11369 4659 1386 0,'0'0'1038'16,"0"0"-724"-16,0 0-185 15,0 0-88-15,0 0-8 16,0 0-16-16,137-31-17 15,-72 21 29-15,2 2-29 16,2 2-41-16,-4 0-90 16,-9 1-69-16,-8-4-72 15,-17 0-221-15,-15 0-313 0</inkml:trace>
  <inkml:trace contextRef="#ctx0" brushRef="#br0" timeOffset="101810.47">11645 4439 1763 0,'0'0'575'16,"0"0"-541"-16,0 0-32 16,-54 151 10-16,38-91-12 15,1 0 0-15,3 21-12 16,4-17-164-16,3-15-473 0</inkml:trace>
  <inkml:trace contextRef="#ctx0" brushRef="#br0" timeOffset="103804.52">12191 4516 1326 0,'0'0'511'0,"0"0"-435"0,0 0-26 15,0 0 15-15,0 0 84 16,0 0 5-16,0 0 11 16,24-75-66-16,-6 61-54 15,5 4-44-15,4 6 22 16,-2 4 1-16,2 0-11 16,-4 14-4-16,-7 15 40 15,-12 7-4-15,-4 4 18 16,0 6 2-16,-14-2-50 15,-3-7 33-15,3-5-48 16,3-11 0-16,7-11-9 16,4-3 9-16,0-7-24 15,0 0-14-15,9-12-20 16,9-21-45-16,3-9-226 0,-2-8-135 16,-3 0 256-16,-5 7 208 15,-7 15 114-15,-4 15 228 16,0 13-146-16,0 0-119 15,0 20-64-15,-7 13 117 16,5 11 9-16,2 1-89 16,2 1-29-16,21-1-21 15,10-10-97-15,28-7-102 16,-9-14-357-16,-2-10-226 0</inkml:trace>
  <inkml:trace contextRef="#ctx0" brushRef="#br0" timeOffset="104018.14">12823 4638 2140 0,'0'0'389'15,"0"0"-349"-15,0 0-39 16,0 0-1-16,0 0 38 16,0 0-19-16,0 0 20 15,14 70-20-15,13-70-1 16,0 0-18-16,-8-5 0 15,-9-10-27-15,-10-2 17 16,-20 2-72-16,-16 4-212 16,-5 2-910-16</inkml:trace>
  <inkml:trace contextRef="#ctx0" brushRef="#br0" timeOffset="105974.54">26089 3217 1020 0,'0'0'834'0,"0"0"-504"15,0 0-89-15,0 0 18 16,0 0-78-16,0 0-69 16,0 0-21-16,0-46-91 15,0 46-15-15,0 13 3 16,0 17 5-16,-6 16 7 15,3 10 7-15,3 5 2 16,0-6 4-16,17-4-13 0,14-13 0 16,11-10-4-1,11-11 10-15,8-14-12 0,3-3-18 16,1-9-55-16,-7-14-3 16,-11-12-62-16,-9-5-2 15,-14-9 59-15,-6-4-4 16,-12 3 44-16,-4 6 47 15,-2 10 38-15,0 12 82 16,0 14 31-16,0 8-122 16,-6 8-29-16,-3 28 11 15,1 14 29-15,-2 13-10 16,6 5-8-16,1 2-4 16,3-4-18-16,0-11-74 0,0-7-63 15,17-18-117 1,-5-14-287-16,-1-15-600 0</inkml:trace>
  <inkml:trace contextRef="#ctx0" brushRef="#br0" timeOffset="106314.26">27002 2889 1625 0,'0'0'196'0,"0"0"-25"16,0 0 100 0,-43 150-58-16,16-97-13 15,-2-3-90-15,-4-1-77 16,-1-6 21-16,-3-7-54 0,-4-8-1 16,-1-10-9-16,0-10-46 15,-3-8-8-15,7-1-64 16,7-24-7-16,15-9 9 15,14-1-65-15,2-2 163 16,22 9 28-16,16 12 50 16,7 14 37-16,9 2-17 15,3 13-63-15,6 16-7 16,21 9-24-16,-16-8-212 16,-11-8-384-16</inkml:trace>
  <inkml:trace contextRef="#ctx0" brushRef="#br0" timeOffset="106502.51">27376 2989 1177 0,'0'0'1052'16,"0"0"-953"-16,0 0-62 16,19 111 36-16,-19-40 20 15,-4 12-39-15,-25 10-47 16,-11 2 7-16,-11 2-14 15,-33 14-112-15,12-26-82 16,5-24-359-16</inkml:trace>
  <inkml:trace contextRef="#ctx0" brushRef="#br0" timeOffset="106714.33">25559 3064 1340 0,'-47'110'189'15,"11"18"-124"-15,17 12 93 16,19-13 71-16,17-37-79 16,14-15-57-16,32 5-93 15,-12-28-93-15,3-9-251 0</inkml:trace>
  <inkml:trace contextRef="#ctx0" brushRef="#br0" timeOffset="107683.38">27853 2659 2234 0,'0'0'460'15,"0"0"-460"-15,0 0-39 16,0 0-40-16,0 0 36 16,-45 104 43-16,12-32 3 15,-5 10-3-15,0 26-211 16,9-20-258-16,11-23-221 0</inkml:trace>
  <inkml:trace contextRef="#ctx0" brushRef="#br0" timeOffset="107869.09">27875 3369 2177 0,'0'0'551'0,"0"0"-472"16,0 0-71-16,0 0-7 15,0 0 26-15,138 18-27 16,-91-9-98-16,-16 4-133 15,-13-4-395-15,-18 0-439 0</inkml:trace>
  <inkml:trace contextRef="#ctx0" brushRef="#br0" timeOffset="107981.55">27788 3511 1908 0,'0'0'547'0,"0"0"-518"16,0 0-22-16,0 0 45 15,0 0-52-15,199 56-40 16,-119-43-233-16,-7-6-1028 0</inkml:trace>
  <inkml:trace contextRef="#ctx0" brushRef="#br0" timeOffset="109242.66">29243 3194 1891 0,'0'0'564'15,"0"0"-482"1,0 0-67-16,0 0-15 0,0 0 0 16,-73 122 149-16,17-54-64 15,-8 4-50-15,-7-3 10 16,1-11-24-16,3-12 10 15,7-13-13-15,6-14-17 16,6-9-2-16,7-10-2 16,10 0-16-16,14-21 7 15,15-14-10-15,2-5-8 16,35-2 9-16,15 6 21 16,7 10 6-16,3 11-6 15,0 15 0-15,-4 0-8 16,-7 31 4-16,9 17-136 15,-16-4-171-15,-8-10-713 0</inkml:trace>
  <inkml:trace contextRef="#ctx0" brushRef="#br0" timeOffset="109384.71">29342 3541 2326 0,'0'0'351'0,"0"0"-351"15,0 0-128-15,0 0 49 16,0 0-167-16,0 0-779 0</inkml:trace>
  <inkml:trace contextRef="#ctx0" brushRef="#br0" timeOffset="109759.17">29735 3282 1620 0,'0'0'1008'16,"0"0"-1008"-16,0 0-66 15,0 0 66-15,0 0 123 16,-52 139 15-16,50-93-91 16,2 0-31-16,0-6 16 15,17-10-31-15,12-6 13 16,5-13-14-16,9-11-12 0,3 0 12 15,1-21-153-15,-7-17-65 16,-5-12-107-16,-3-8-23 16,-8 2 17-1,-6 6 283-15,-5 14 48 0,-6 15 587 16,-7 17-205-16,0 4-217 16,0 17-113-16,0 19 11 15,-4 11 26-15,-5 10-54 16,0 2-29-16,5-4-6 15,4-6-80-15,2-14-146 16,15-15-253-16,2-16-396 0</inkml:trace>
  <inkml:trace contextRef="#ctx0" brushRef="#br0" timeOffset="109934.27">30456 2771 1463 0,'0'0'1358'16,"0"0"-1310"-16,0 0-48 16,0 0-17-16,-56 129 17 15,23-55-1-15,-11 39-38 16,8-20-250-16,12-17-507 0</inkml:trace>
  <inkml:trace contextRef="#ctx0" brushRef="#br0" timeOffset="110084.81">30414 3497 633 0,'0'0'2009'16,"0"0"-2009"-16,0 0-109 16,0 0 4-16,0 0-88 15,0 0-363-15</inkml:trace>
  <inkml:trace contextRef="#ctx0" brushRef="#br0" timeOffset="110347.08">30755 3174 2136 0,'0'0'253'16,"0"0"-223"-16,0 0-30 15,-23 101 99-15,15-50 62 16,4 4-52-16,4-4-70 16,0-2 13-16,20-10-46 15,7-10 13-15,8-9-8 16,5-12-11-16,7-8-30 16,-3-6-113-16,2-28-104 15,6-41-126-15,-11 4-334 16,-5 3 127-16</inkml:trace>
  <inkml:trace contextRef="#ctx0" brushRef="#br0" timeOffset="110467.24">31176 3171 1151 0,'0'0'999'0,"0"0"-614"16,0 0-233-16,0 0-150 0,0 0 81 15,-10 113 17 1,-4-56-66-16,3 5-1 0,2-3-33 16,6-8-66-16,3-5-18 15,5-13-190-15,11-20-369 0</inkml:trace>
  <inkml:trace contextRef="#ctx0" brushRef="#br0" timeOffset="110802.9">31600 2703 2097 0,'0'0'158'0,"0"0"-133"16,0 0 126-16,-69 139 50 16,28-81-30-16,-3 1-75 15,-3-2-66-15,1-11-2 16,1-8-28-16,1-13 1 16,4-11-5-16,3-9 4 15,8-5-35-15,10-6-5 16,9-19-9-16,10-10-32 15,8-1-2-15,21 3 23 16,4 9 60-16,3 13 42 0,1 11-20 16,-1 0-22-16,0 14-13 15,8 16-100-15,-6-2-274 16,-5-10-1370-16</inkml:trace>
  <inkml:trace contextRef="#ctx0" brushRef="#br0" timeOffset="110966.4">31691 2996 1879 0,'0'0'720'0,"0"0"-643"15,0 0-34-15,119-2 10 16,-70 2-30-16,6 0-23 16,3 8-94-16,16-6-234 15,-16 0-307-15,-9-2-302 0</inkml:trace>
  <inkml:trace contextRef="#ctx0" brushRef="#br0" timeOffset="111115.43">32313 2752 1894 0,'0'0'630'0,"0"0"-417"16,0 0-52-16,0 0-129 16,0 0-31-16,0 0 12 15,-22 137-13-15,2-63 0 16,-3 39-39-16,4-21-144 15,5-18-316-15</inkml:trace>
  <inkml:trace contextRef="#ctx0" brushRef="#br0" timeOffset="113244.33">13363 4520 1221 0,'0'0'354'0,"0"0"-201"16,0 0 14-16,0 0 22 16,0 0-28-16,0 0 30 15,0 0-74-15,-11-45-4 16,9 40-10-16,0-4-16 15,-2-1-19-15,2-2-27 16,2-4-26-16,0-2 55 16,0-4-69-16,0 0-1 15,6-2 0-15,11 0-13 16,8 4 12-16,2 2-21 16,2 7 19-16,-2 6-30 15,0 5 33-15,-6 0-5 16,-3 18-2-16,-11 12-18 0,-7 10 25 15,-2 8 9-15,-30 5-9 16,-9 1 62-16,-7-6-61 16,6-8 7-16,7-10 33 15,12-12-41-15,12-8 21 16,11-4-21-16,0-4 0 16,9 1 12-16,24 4-11 15,17-2-2-15,17 2 1 16,10-3-37-16,30-2-69 15,-22-2-385-15,-16 0-264 0</inkml:trace>
  <inkml:trace contextRef="#ctx0" brushRef="#br0" timeOffset="114761.35">13992 4671 1345 0,'0'0'390'16,"0"0"-222"-16,0 0-21 15,0 0-42-15,0 0 4 16,0 0-24-16,0 0-38 0,0 0-4 15,4 0-43 1,5 0 1-16,1 0 45 0,0 0-45 16,-1 0 19-16,-2 0-20 15,-4 0 0-15,-3 0 32 16,0 0-31-16,0 0 9 16,-3 0 38-16,-2 0-7 15,3 0-2-15,2 0-38 16,0 0-1-16,0 9-70 15,0 7 3-15,2 5-95 16,6-4-339-16,-2-5-893 0</inkml:trace>
  <inkml:trace contextRef="#ctx0" brushRef="#br0" timeOffset="116149.37">14364 4504 939 0,'0'0'765'0,"0"0"-501"16,0 0-20-16,0 0-134 15,0 0-31-15,0 0-9 16,0 0-33-16,0-37 5 15,0 37-42-15,0 0-11 16,0 11 10-16,-6 10 2 0,-1 14 90 16,-3 5-4-1,2 4-38-15,3-3-6 0,5-2-43 16,0-7 0-16,7-8 22 16,16-3-22-16,3-9-6 15,8-8-26-15,-1-4-41 16,0 0-18-16,-1-16-13 15,-8-9 2-15,-1-8 31 16,-4-8-77-16,-1-3 15 16,1-2-3-16,-6 2 29 15,-3 8 107-15,0 11 31 16,-6 10 76-16,-4 10 33 16,0 5-94-16,0 9-33 15,0 25 30-15,-11 17 65 16,-2 16 24-16,-6 16-24 0,2 7-18 15,-3 1 47-15,-3 2-79 16,4-6-28-16,-4-12-6 16,3-8-8-16,0-11-14 15,2-13-2-15,1-13 1 16,-3-7 23-16,1-11-22 16,2-10 13-16,1-2 1 15,7-11-8-15,9-20 7 16,0-15-15-16,25-11-29 15,17-5 23-15,12-1-24 16,10 2-44-16,32-17-138 0,-18 16-367 16,-9 8-917-16</inkml:trace>
  <inkml:trace contextRef="#ctx0" brushRef="#br0" timeOffset="116465.9">15086 3734 2419 0,'0'0'490'15,"0"0"-441"-15,0 0-49 16,0 0-104-16,-78 126 60 16,13 2 34-16,-3 21 8 15,7-23-350-15,24-40-1051 0</inkml:trace>
  <inkml:trace contextRef="#ctx0" brushRef="#br0" timeOffset="117555.58">15136 4698 808 0,'0'0'231'0,"0"0"-82"0,0 0-9 16,0 0 52-16,0 0-1 16,0 0-47-16,0 0-23 15,-5 0-63-15,5 0-33 16,0 0-10-16,3-4-15 15,1 1 0-15,0-4 30 16,-2 1-28-16,1-1 8 16,-3 2-1-16,0 1 3 15,0 1 69-15,-5 3-20 16,-9 0-38-16,-1 0 17 16,-3 7 6-16,5 9 21 15,5 5-30-15,4-2-18 16,4-1 1-16,4 0-20 15,13-6-15-15,3-7 15 16,0 0-15-16,-7-5-15 0,-2 0-39 16,-6-2 30-16,-5-10-59 15,0-5-209-15,0 2-70 16,-9 5-234-16</inkml:trace>
  <inkml:trace contextRef="#ctx0" brushRef="#br0" timeOffset="121299.42">15452 4532 1230 0,'0'0'405'16,"0"0"-180"-16,0 0 32 15,0 0-33-15,0 0-7 16,0 0-58-16,0 0-38 16,2-28-10-16,-2 28-66 15,0 0-15-15,0 0-30 16,0 0-6-16,0 7-3 16,0 16-15-16,0 9 24 15,0 8 12-15,0 2-6 16,0-4-11-16,11-7 5 0,7-8 0 15,5-11-12-15,4-8 6 16,4-4-19-16,2-2 7 16,0-18-37-16,-4-8 5 15,-2-4-29-15,-7-6-24 16,-2-2 53-16,-7 1 8 16,-2 7 42-16,-2 11 19 15,-5 6 30-15,-2 11 4 16,0 4-53-16,0 0-50 15,0 26 12-15,0 18 38 16,-4 33 9-16,-17 31 61 16,-6 29-21-16,-4-7 13 15,4-24-3-15,6-30-19 0,3-22 24 16,-3 7-51 0,-3-2-12-16,-5-1 5 0,-2-15-5 15,-3-15 9-15,1-16 5 16,-1-12 5-16,10-5 38 15,11-34-36-15,13-19-15 16,16-16-7-16,34-12-27 16,27-6 2-16,29-7-46 15,41-10-154-15,-22 25-298 16,-17 17-1197-16</inkml:trace>
  <inkml:trace contextRef="#ctx0" brushRef="#br0" timeOffset="124047.61">16288 4628 59 0,'0'0'1022'0,"0"0"-685"16,0 0-129-16,0 0-37 16,0 0 44-16,0 0-33 15,0 0-41-15,0-6-31 16,0 6-67-16,0-2 70 15,0 2-11-15,0 0-5 16,0 0 11-16,0 0-66 0,0 0 16 16,0 0-12-16,0 0-46 15,0 0 33-15,0 0-32 16,0 0 0-16,0 0 23 16,0 0-23-16,0 0 16 15,7 0-16-15,18 0-1 16,12 0 22-16,9 0-22 15,10 0 0-15,2 0-15 16,0 0 15-16,-2 0-33 16,-2 4-38-16,-3 6-69 15,9 8-124-15,-15-2-226 0,-10-4-282 16</inkml:trace>
  <inkml:trace contextRef="#ctx0" brushRef="#br0" timeOffset="124266.56">16411 4860 1515 0,'0'0'1022'0,"0"0"-751"15,0 0-216-15,0 0-18 16,0 0-10-16,0 0-21 15,162-11-3-15,-77 7-3 0,33 0-118 16,-18 1-386-16,-19-1-946 16</inkml:trace>
  <inkml:trace contextRef="#ctx0" brushRef="#br0" timeOffset="133904.93">18029 4114 1152 0,'0'0'213'0,"0"0"-174"15,0 0 40-15,0 0 117 16,0 0 60-16,0 0 13 15,0-98-95-15,0 88-74 0,0 0 34 16,0 2-48-16,0 0-17 16,0 2 4-16,0 4-52 15,0 0 14-15,0 2-26 16,0 0-7-16,0 0 10 16,6 0-12-16,5 0 0 15,3 0 0-15,1 12 2 16,1 12-1-16,-1 8-1 15,-3 4 0-15,-5 7 21 16,-3 0-21-16,-4 2 6 16,0-5 20-16,0-1-25 15,-2-7 14-15,-5-9-15 16,3-7 0-16,2-6 0 16,2-7 0-16,0-3-12 0,0 0-3 15,0 0-24-15,2-7-1 16,11-17-11-1,7-14-202-15,3-8 26 0,-4-7 15 16,0 3 121-16,-6 6 78 16,-6 12 13-16,-5 10 92 15,-2 12 69-15,0 9-30 16,0 1-18-16,-5 5-84 16,-6 20 3-16,0 7 38 15,5 4-26-15,3 2-5 16,3-4-39-16,3-2 1 15,21-4-10-15,5-6 2 16,6-4-48-16,6-6-44 0,9-7-101 16,-7-5-149-16,-11 0-478 0</inkml:trace>
  <inkml:trace contextRef="#ctx0" brushRef="#br0" timeOffset="147863.44">18664 4215 578 0,'0'0'884'0,"0"0"-599"0,0 0-212 15,0 0-5-15,0 0 50 16,0 0 7-16,3 2 51 15,-1-2-81-15,-2 0-61 16,0 0 67-16,2 0-6 16,-2 0 2-16,4 0-33 15,6 0-40-15,5 0 28 16,14 0-52-16,6 0 0 16,10 0 5-16,4 0-5 15,3 0-1-15,-3 0-41 16,11 0-180-16,-14 0-127 15,-8 0-660-15</inkml:trace>
  <inkml:trace contextRef="#ctx0" brushRef="#br0" timeOffset="148896.21">19690 4016 1521 0,'0'0'559'0,"0"0"-471"16,0 0 59-16,0 0-26 16,0 0-14-16,0 0 26 0,0 0-81 15,2-86-51-15,18 65 28 16,0 7-29-16,0 3 0 16,-5 9 1-16,-6 2 8 15,-1 13-18-15,-8 20-2 16,0 13 11-16,-25 10 58 15,-13 5-44-15,-9-3 8 16,-7-8 5-16,1-11-26 16,8-10 27-16,10-9-28 15,10-11 0-15,12-4-1 16,11-3 1-16,2-2-1 16,0 0-15-16,27 0-26 15,8 0 36-15,12 0-20 0,4 0-45 16,3-7 48-1,-3 4-112-15,-2-6 0 16,-5 0-80-16,-1-3-61 0,-7-4-28 16,-7-2 3-16,-5-4 92 15,-9 2 209-15,-3 1 74 16,-5 5 239-16,-5 6 27 16,-2 7-39-16,0 1-109 15,0 0-161-15,-9 15-17 16,0 7 54-16,4 5-67 15,5-1-1-15,0-2 0 16,0-6-1-16,21-4-5 0,1-6-18 16,4-6-22-16,1-2-12 15,-2 0-103-15,-3-17 26 16,-5 0 15-16,-3-1 38 16,-5 0 82-16,-3 2 0 15,-2 4 81-15,-2 4 117 16,0 8-86-16,-2 0-78 15,0 16-33-15,0 18-1 16,0 10 75-16,0 12-21 16,-8 2-26-16,-4 0 40 15,-5-3-66-15,-2-7 4 16,-4-11 4-16,-1-4-9 16,-3-11 19-16,1-10-20 0,1-9 0 15,9-3-6-15,10-5 6 16,6-23 0-16,4-9-21 15,25-4-40-15,11-5 33 16,34-17-134-16,-12 12-173 16,-4 6-347-16</inkml:trace>
  <inkml:trace contextRef="#ctx0" brushRef="#br0" timeOffset="149121.26">20671 3820 1750 0,'0'0'369'0,"0"0"-263"16,0 0-1-16,73 140-34 16,-71-68-10-16,-2 9 47 15,-24 1-79-15,-25-2-29 16,-18 0-21-16,-47 14-131 15,14-19-180-15,4-19-517 0</inkml:trace>
  <inkml:trace contextRef="#ctx0" brushRef="#br0" timeOffset="149647.93">17809 3537 1538 0,'0'0'393'0,"0"0"-143"16,0 0-134-16,0 0-31 16,0 0-69-16,-117 60 32 15,99 55 72-15,12 43-41 0,6 9-12 16,2-24-66-1,20-42 17-15,5-43-36 0,11-8-56 16,56 24-33-16,-7-9-68 16,8-13-422-16</inkml:trace>
  <inkml:trace contextRef="#ctx0" brushRef="#br0" timeOffset="150098.01">21288 3166 2083 0,'0'0'507'0,"0"0"-388"16,0 0-16-16,0 0-70 15,0 0-3-15,0 0-30 16,0 0 0-16,-36 198 13 16,1-57-13-16,-7 13 0 15,1-11-104-15,12-45-190 16,7-42-396-16</inkml:trace>
  <inkml:trace contextRef="#ctx0" brushRef="#br0" timeOffset="151049.29">17545 4899 823 0,'0'0'782'16,"0"0"-605"-16,0 0-142 16,0 0 34-16,0 0-3 15,0 0 90-15,0 0 24 16,150 26-92-16,-59-16-20 15,45-3 12-15,48-2-29 16,24-5 93-16,6 0-105 16,-9 0 10-16,-13-2-1 15,9-4-37-15,6 2-11 16,3-1 0-16,-10 0 6 16,-12-2 22-16,-21 5-27 15,-20 0-1-15,-31 2 36 0,-31 0-35 16,-23 0 13-16,-11 0-14 15,2 0 1 1,1 0-13-16,0 2 12 0,-16 0-27 16,-7 3-4-16,-12-3-104 15,-14-2-108-15,-5 0-300 16,0-9-643-16</inkml:trace>
  <inkml:trace contextRef="#ctx0" brushRef="#br0" timeOffset="151726.34">17940 5334 1640 0,'0'0'387'16,"0"0"-312"-16,0 0-29 16,0 0 18-16,0 0-13 15,0 0 57-15,0 0-56 16,124-20-50-16,-94 50 79 15,-8 9-49-15,-7 10 9 16,-11 7 59-16,-4 2-67 16,0-4 0-16,0-5-20 15,-2-13-2-15,-4-12 23 0,4-11-34 16,0-6 0-16,2-7 18 16,0 0-18-16,0-12 21 15,0-25-21-15,8-14-188 16,6-14 81-16,3 1-19 15,-3 8 75-15,-3 18 51 16,-7 15 67-16,-1 20-2 16,-3 3-65-16,0 18 14 15,0 18 42-15,0 6-1 16,0 7-19-16,0-1 7 0,16-6-42 16,10-7-1-1,8-7-91-15,30-17-80 16,-6-8-126-16,-2-3-437 0</inkml:trace>
  <inkml:trace contextRef="#ctx0" brushRef="#br0" timeOffset="151869.84">18642 5496 719 0,'0'0'1640'16,"0"0"-1332"-16,0 0-301 15,0 0-7-15,147 8-12 16,-87-4-41-16,40-4-28 15,-10 0-183-15,-10 0-603 0</inkml:trace>
  <inkml:trace contextRef="#ctx0" brushRef="#br0" timeOffset="152674.01">19659 5317 1287 0,'0'0'780'0,"0"0"-518"16,0 0-156-16,0 0-11 16,0 0-49-16,0 0-33 15,0 0 23-15,129 19-35 0,-98 8 6 16,-11 12 10-1,-20 9-8-15,0 6-9 0,-38 4 18 16,-13 0-8-16,-3-10 44 16,3-7-48-16,9-12 6 15,13-12 4-15,13-7-4 16,14-5-24-16,2-2 11 16,16-1-8-16,21-2 7 15,19 0 2-15,11 0-52 16,14-5-73-16,0-12-45 15,0-3-1-15,-5-4-15 16,-11-3 57-16,-15-1 73 16,-13 3 36-16,-13 0 20 15,-11 7 222-15,-6 6 7 16,-7 7-60-16,0 2-27 0,0 3-80 16,0 0 5-1,0 0-67-15,0 18-12 0,0 8 12 16,0 5 0-16,9 1 18 15,7-2-18-15,3-7 0 16,6-6 5-16,4-7-5 16,0-8 0-16,2-2-11 15,0-2-40-15,-2-22-65 16,0-8-72-16,-4-6-112 16,-3-4 48-16,-9 3 147 15,-2 7 105-15,-5 11 169 16,-4 14 44-16,-2 7-110 15,0 10-94-15,0 26-9 16,-2 15 116-16,-8 12-27 16,-1 12-8-16,-2 3 37 0,-5 4-66 15,-7-2 20-15,-4-1-38 16,-8-6-33-16,-5-15 45 16,-6-7-45-16,1-14 14 15,5-14 41-15,9-11-47 16,10-12 17-16,19 0-4 15,4-22 1-15,20-18-23 16,27-12-15-16,22-8-8 16,13-5 14-16,14 3-89 15,36-16-87-15,-23 17-170 0,-18 12-608 16</inkml:trace>
  <inkml:trace contextRef="#ctx0" brushRef="#br0" timeOffset="164263.25">3914 7749 651 0,'0'0'264'0,"0"0"-93"16,0 0-28-16,0 0 61 15,0 0-45-15,0 0-46 16,-9 0 25-16,7 0-74 16,-1 0-5-16,1 0 24 15,0-5-27-15,2 1 29 16,-2 2-57-16,-1-1-22 15,1-3 15-15,0 3-21 0,0-3 0 16,0 1-10-16,2 0 23 16,-2 1-10-16,2-2-2 15,0-3 1-15,0 1 26 16,0-4-28-16,4 1-19 16,7-4 13-16,3 2-35 15,1-1 32-15,1 0-5 16,1 4 14-16,1-1 3 15,1 6-3-15,-7-1 0 16,-3 4-4-16,1 2 17 16,-8 0-13-16,-2 13 1 15,0 14 50-15,0 8 43 0,-21 3-68 16,-3 5 2-16,-10 1 41 16,-5-4-54-16,-4-1 40 15,-4-6 1-15,2-4-44 16,3-9 13-16,7-8-25 15,4-6 0-15,2-6 12 16,4 0 6-16,2-10-18 16,8-15 0-16,1-3-29 15,8-4 17-15,6 0-38 16,0 6 10-16,6 11 26 16,17 8-12-16,8 7 20 15,7 10-9-15,7 20 15 16,3 10 34-16,6 5-34 0,0-1 0 15,-1-2-15 1,16-2 3-16,-15-12-169 16,-10-12-340-16</inkml:trace>
  <inkml:trace contextRef="#ctx0" brushRef="#br0" timeOffset="165466.22">4197 7703 947 0,'0'0'367'16,"0"0"-120"-16,0 0 24 0,0 0-48 15,0 0-23-15,0 0-47 16,0 0-68-16,-2-3-36 16,-7 21-48-16,2 6 15 15,0 8 81-15,7 4-87 16,0-2 7-16,0-1 11 15,12-7-27-15,7-4 10 16,6-8-11-16,6-6 0 16,2-8-35-16,4 0-16 15,-2-7-52-15,-3-15 18 16,-6-4-76-16,-6-3 55 16,-6-4 16-16,-8-1-26 15,-4 2 101-15,-2 4-1 0,0 6 16 16,0 8 68-16,0 5 14 15,0 8 9-15,-4 1-91 16,0 10 24 0,-3 22-10-16,0 14 26 0,0 16 33 15,3 11 20-15,2 4-32 16,0 4 34-16,-3-5-22 16,1-4-72-16,-3-8 66 15,-2-7-58-15,0-11 0 16,-7-12 17-16,-1-6-19 15,-5-11 20-15,-3-6-11 16,0-7-8-16,4-4 47 0,2-8-54 16,11-20 19-16,8-10-20 15,0-12-9-15,23-5 9 16,18-1-27-16,5 5-65 16,8 0-44-16,15-5-126 15,-11 12-223-15,-11 8-746 0</inkml:trace>
  <inkml:trace contextRef="#ctx0" brushRef="#br0" timeOffset="165931.11">4745 7878 842 0,'0'0'921'0,"0"0"-648"15,0 0-162-15,0 0-26 16,0 0-49-16,0 0 21 15,0 0 64-15,91-6-113 16,-57 6 1-16,0 0 3 16,-1 0-11-16,-1 0-2 15,-6 0-95-15,-2 0-149 16,-6 0-231-16,-7 0-527 0</inkml:trace>
  <inkml:trace contextRef="#ctx0" brushRef="#br0" timeOffset="166125.23">4940 7732 1016 0,'0'0'819'16,"0"0"-770"-16,0 0-27 16,0 0 0-16,0 0 8 15,-32 136 45-15,30-83-43 16,2 3-32-16,0-2-15 15,0 8-138-15,9-14-149 16,-3-12-360-16</inkml:trace>
  <inkml:trace contextRef="#ctx0" brushRef="#br0" timeOffset="168017.64">5548 7690 829 0,'0'0'388'16,"0"0"-226"-16,0 0-107 16,0 0 72-16,0 0-2 15,0 0 6-15,0 0 22 0,-16-24-23 16,16 18-24-16,0-2-36 15,0-4-69-15,10 0 25 16,3-1-26-16,7 4 0 16,-1-1 0-16,4 4 4 15,-3 3-4-15,0 3 0 16,-2 0 1-16,-7 12 46 16,-2 11-46-16,-9 9-1 15,0 3 71-15,-11 4-52 16,-16 1 11-16,-7-1-30 15,-5-2 1-15,-7-3 28 16,2-5-29-16,2-5 0 0,6-8-8 16,12-6 9-1,8-5-8-15,10-2 7 0,6-3 0 16,0 0 34-16,8 0-27 16,21 0 21-16,14 0 32 15,8 0-32-15,7 0 2 16,2 0-30-16,-4 2 1 15,-2 5-16-15,-8 4-36 16,8-2-118-16,-12-3-191 16,-11 0-486-16</inkml:trace>
  <inkml:trace contextRef="#ctx0" brushRef="#br0" timeOffset="168607.29">5999 7642 1220 0,'0'0'366'16,"0"0"-172"-16,0 0-146 15,0 0 33-15,0 0 46 16,0 0-51-16,0 0-3 16,100 3 70-16,-85 34-62 0,-4 7 50 15,-4 5-21-15,-7 4-28 16,0-4 3-16,0-8-65 15,0-6-20-15,0-9 31 16,-2-6-22-16,-3-8-6 16,3-3-3-16,2-9 0 15,0 0-24-15,0 0 24 16,0-13-30-16,0-20 24 16,2-13-284-16,11-12-42 15,1 0-7-15,-1 4 190 16,-4 11 149-16,-4 18 41 15,-3 9 89-15,-2 12 100 16,0 4-49-16,0 0-9 0,0 16-129 16,0 13 57-1,0 5 22-15,5 7-98 0,8-3-24 16,5-1 45-16,7-7-36 16,4-7-18-16,2-5-24 15,6-5-114-15,12-9-32 16,-6-4-211-16,-8 0-300 0</inkml:trace>
  <inkml:trace contextRef="#ctx0" brushRef="#br0" timeOffset="169084.03">6571 7728 1422 0,'0'0'687'16,"0"0"-554"-16,0 0-115 15,0 0 37-15,0 0-14 16,0 0 30-16,-40 118 63 15,40-87-100-15,0-4-1 16,20-3-15-16,3-5-11 16,0-9 33-16,6-6-40 15,5-4 0-15,2-7-16 16,0-16-67-16,-1-11-17 16,-6-9-35-16,-4-3-159 15,-8-1-93-15,-7 8 45 16,-4 8 309-16,-6 11 33 15,0 13 248-15,0 7-89 0,0 4-121 16,-8 26 96-16,-2 14 62 16,4 14-13-16,-1 9-43 15,3 6-8-15,2 2-62 16,-1-1 15-16,-2-4-27 16,1-6-51-16,-3-8 14 15,-1-10-21-15,0-7 0 16,0-13 6-16,-3-6-6 15,-1-10 0-15,-1-6-2 16,-3-4 15-16,1 0-11 16,2-14-2-16,4-13-19 15,4-7-13-15,5-4 7 16,0-3 16-16,9-3-25 16,13 1-71-16,14-16-51 15,-7 13-170-15,-2-1-390 0</inkml:trace>
  <inkml:trace contextRef="#ctx0" brushRef="#br0" timeOffset="169259.53">7187 7080 1793 0,'0'0'678'16,"0"0"-655"-16,0 0-22 0,-94 127-2 15,24-18-32-15,10-12-189 16,9-15-724-16</inkml:trace>
  <inkml:trace contextRef="#ctx0" brushRef="#br0" timeOffset="170295.51">7351 7415 1850 0,'0'0'509'16,"0"0"-283"-16,0 0-91 16,0 0-69-16,0 0 83 15,0 0-149-15,0 0 0 0,98 24 45 16,-59 32-44-1,-4 13 70-15,-10 7-71 0,-10 4 0 16,-15 4 8-16,-11 15-8 16,-27-8-24-16,-58 34-6 15,7-21-227-15,5-34-385 16</inkml:trace>
  <inkml:trace contextRef="#ctx0" brushRef="#br0" timeOffset="171024.67">3194 7383 1698 0,'0'0'286'0,"0"0"-211"16,0 0 37-16,-109 141 13 15,102-34 25-15,16 28 21 16,37-4-135-16,15-25 105 0,-1-31-141 15,0-22-19-15,12 7 19 16,61 23-162-16,-12-11-49 16,-13-23-356-16</inkml:trace>
  <inkml:trace contextRef="#ctx0" brushRef="#br0" timeOffset="172064.02">7699 7770 1420 0,'0'0'662'0,"0"0"-583"15,0 0-56-15,0 0 76 16,0 0-82-16,0 0 63 15,154-52 6-15,-101 24-86 16,3-5 27-16,-5 0-27 16,-9-1-109-16,-11 0 108 15,-10 2-129-15,-15 1 48 16,-6 5 49-16,-6 3-21 16,-23 6 54-16,-11 7 0 0,-9 10 0 15,-5 0 115-15,-1 18-84 16,8 17 51-16,9 6 51 15,13 9-81 1,21 4 74-16,4 2-111 0,29-3 9 16,19-5 33-16,15-8-56 15,9-8-1-15,5-9 0 16,24-13-132-16,-19-9-47 16,-14-1-518-16</inkml:trace>
  <inkml:trace contextRef="#ctx0" brushRef="#br0" timeOffset="172590.36">8026 6900 1332 0,'0'0'274'16,"0"0"-33"-16,0 0-135 16,0 0-68-16,0 0 38 15,0 0 15-15,0 0 39 16,121-98-47-16,-97 98-68 16,-5 0 83-16,-4 10-86 15,-6 18 2-15,-9 12 104 16,0 14-29-16,-20 4 11 15,-13 7-25-15,-3-7-63 16,5-7 87-16,6-13-99 16,9-9 0-16,14-12-12 0,2-4 12 15,10-6 0 1,23 0-9-16,9-5 4 0,12-2-50 16,4 0-44-16,15-23-132 15,-13-6-70-15,-15 1-472 0</inkml:trace>
  <inkml:trace contextRef="#ctx0" brushRef="#br0" timeOffset="173364.15">8435 7016 469 0,'0'0'1013'0,"0"0"-770"16,0 0-199-16,0 0 70 15,0 0 57-15,0 0-13 0,0 0-19 16,71-16-33-16,-69 48-70 15,-2 10 184-15,0 2-136 16,-7 2-41-16,-8-3 51 16,1-7-85-16,6-12-9 15,3-6 0-15,5-8 23 16,0-6-73-16,0-4 50 16,0 0-104-16,11-4 104 15,7-21-98-15,4-10-69 16,1-10-140-16,-3-3-167 15,-5 5 402-15,-3 10 72 16,-6 17 187-16,-6 12 108 16,0 4-193-16,0 13-10 0,0 14 88 15,0 7-96-15,9 5 51 16,7-6-135-16,3-3 17 16,8-7 22-16,5-10-37 15,1-6-2-15,2-7 0 16,0 0-63-16,-2-9 27 15,-6-16-144-15,-6-6-7 16,-4-1 70-16,-7 3-60 16,-5 5 164-16,-3 9 13 15,-2 10 172-15,0 5 25 16,0 4-170-16,0 19 9 16,0 5 118-16,9 0-118 15,4 1 1-15,6-5-14 0,5-8-4 16,0-6 11-16,5-6-30 15,2-4-30-15,-2 0 0 16,-2-23-119-16,-4-6-29 16,-8-7-53-16,-1-3-53 15,-4 1 60-15,0 8 215 16,-3 12 9-16,-1 12 322 16,-2 6-199-16,1 24-82 15,-3 20 126-15,0 19-41 16,-2 7 76-16,0 3-79 15,0 4-79-15,-4-6 98 16,-11-7-134-16,-4-10 1 16,-8-11 10-16,-2-8 5 15,-2-13 19-15,2-10-43 16,5-12 0-16,11 0 37 16,10-17-36-16,3-24-1 0,27-13 0 15,25-12-12-15,17-3-14 16,47-18-75-16,-16 16-272 15,-13 15-247-15</inkml:trace>
  <inkml:trace contextRef="#ctx0" brushRef="#br0" timeOffset="175129.15">4454 5053 535 0,'0'0'342'0,"0"0"-202"16,0 0-82-16,0 0 78 16,0 0 195-16,0 0-126 15,0 0 13-15,0 0 16 16,0 0-106-16,0 0 46 16,0 0-86-16,0 0-78 15,0 0 118-15,0 0-126 16,0 0 31-16,0 0 55 0,0 0-58 15,0 0 73-15,0 0-103 16,0 0 18-16,0 0 32 16,6 0-50-16,19 4 0 15,6 0 3-15,11 2 17 16,5 0-13-16,2-1-7 16,4-4 0-16,5-1-12 15,3 0 12-15,3 0-4 16,3-10-8-16,3-6 0 15,-6-3-9-15,-4 5 6 0,-11-1 15 16,-8 3-30 0,-16 4 30-16,-8 2 0 0,-11 3 12 15,-4 3-3 1,0-1 35-16,-2 1-44 16,0 0 0-16,0 0-5 0,0 0 5 15,0 0 0-15,0 0-15 16,0 0 6-16,0 0 8 15,-4 0-169-15,-11 0-496 16,-5 6-551-16</inkml:trace>
  <inkml:trace contextRef="#ctx0" brushRef="#br0" timeOffset="175679.36">4481 5378 637 0,'0'0'1452'0,"0"0"-1120"15,0 0-254-15,0 0 2 16,0 0-80-16,0 0 34 15,0 0 47-15,0 0-80 16,4 22 31-16,4 2 47 16,9 0-78-16,4-2 17 15,6-8-18-15,6-8 30 16,3-6-38-16,2 0 8 16,-2-16-139-16,-5-10 37 15,-8-4-37-15,-10 2-27 0,-5 1 27 16,-6 10 139-1,-2 5 76-15,0 7 91 0,0 5-97 16,-2 3-8-16,-6 19-43 16,-1 12-19-16,-1 10 0 15,10 14-93-15,0-7-149 16,0-16-850-16</inkml:trace>
  <inkml:trace contextRef="#ctx0" brushRef="#br0" timeOffset="176313.26">5507 5104 1422 0,'0'0'837'0,"0"0"-628"16,0 0-170-16,0 0 34 15,0 0-73-15,0 0 0 0,0 0 198 16,23 90-136 0,6-63-23-16,9-3 36 0,9-3-56 15,7-9 63-15,4-11-82 16,2-1 0-16,0 0 0 15,-5-13 0-15,-8-6-28 16,-9 5 21-16,-13 1-25 16,-9 4 5-16,-10 4 18 15,-6 2-51-15,0 3 46 16,-12 0-188-16,-7 6-186 16,-2 6-508-16</inkml:trace>
  <inkml:trace contextRef="#ctx0" brushRef="#br0" timeOffset="176674.1">5677 5645 1422 0,'0'0'718'16,"0"0"-507"-16,0 0-168 15,0 0 83-15,0 0-111 16,0 0 61-16,0 0 51 16,89 54-69-16,-68-31-13 15,0 0-45-15,0-5 24 0,-1-6 38 16,0-6-60-16,0-6-2 15,0 0 85-15,2-4-74 16,0-16 20-16,-1-11-31 16,-2-4-49-16,2-6 28 15,6-13-212-15,-5 10-307 16,0 10-629-16</inkml:trace>
  <inkml:trace contextRef="#ctx0" brushRef="#br0" timeOffset="188611.65">9687 7985 768 0,'0'0'328'16,"0"0"-157"-16,0 0-133 15,0 0 43-15,0 0 39 16,0 0-53-16,0-6 31 16,0 4-35-16,0 2-9 15,0 0 58-15,0-3-16 16,0 3 16-16,0 0 39 0,0 0-86 16,0 0 0-16,0-2-28 15,0 2-1-15,0 0 31 16,0 0-38-16,0 0-3 15,0 0 39-15,0 0-30 16,0 0 11-16,0 0-15 16,0 0-14-16,0 0 32 15,0 0-49-15,0 0 0 16,0 0 3-16,0 0 4 16,0 0-6-16,0 0-1 15,0 0 0-15,5 0 3 16,6 0-3-16,7 0 0 15,2 0 1-15,5 0 11 0,2 0-12 16,2 0 0-16,2 0 0 16,0 0 3-16,0 0-3 15,-2 0-26-15,0 0 25 16,-5 0-59-16,-2 0-2 16,1 0-45-16,-6 2 10 15,-1 3 34-15,-1-1-145 16,2-2-96-16,-7-2-223 15,0 0-549-15</inkml:trace>
  <inkml:trace contextRef="#ctx0" brushRef="#br0" timeOffset="188839.37">9973 7732 1886 0,'0'0'397'0,"0"0"-330"16,0 0-67-16,0 0 0 15,0 0 23-15,-38 122 11 16,27-62 1-16,2 5-35 16,-3-1-27-16,-1 12-83 15,0-18-233-15,4-14-561 0</inkml:trace>
  <inkml:trace contextRef="#ctx0" brushRef="#br0" timeOffset="190106.07">10735 7804 1213 0,'0'0'366'16,"0"0"-62"-16,0 0 13 0,0 0-143 15,0 0-61-15,0 0-62 16,0 0-19-16,24-98 59 16,-12 95-85-16,-1 3-6 15,-3 11 0-15,0 21 2 16,-2 10 14-16,-1 9 18 15,-3 2-20-15,0-2 59 16,4-8-73-16,6-9 0 16,3-7 4-16,6-10 8 15,1-12 2-15,7-5-14 16,0 0-12-16,0-14-14 16,0-14 0-16,-5-9-24 15,-4-3 3-15,-7-2-68 16,-3 4 90-16,-6 8 24 15,-4 12 1-15,0 12 71 0,0 6-71 16,0 12-43-16,0 28 43 16,0 19 31-16,-6 13 56 15,2 14-37-15,-4 4-30 16,2 0 71-16,-1-4-66 16,-2-4 6-16,2-9-8 15,1-13-10-15,-1-13-13 16,-4-11 0-16,-5-10 2 15,-6-8 31-15,-10-8-33 16,-3-6 12-16,-3-4 4 16,5-9-7-16,6-18-6 15,9-13-3-15,14-9 0 0,4-5-27 16,16 0 27 0,23 0-18-16,11 2 0 15,3 4-103-15,5 3-59 0,8-11-76 16,-14 12-308-16,-14 5-236 0</inkml:trace>
  <inkml:trace contextRef="#ctx0" brushRef="#br0" timeOffset="190705.11">11295 7325 656 0,'0'0'914'15,"0"0"-697"-15,0 0-95 16,0 0 11-16,0 0 38 15,0 0 21-15,0 0-75 16,8-20-32-16,6 6-36 16,11 0-41-16,4 2 21 15,4 3-29-15,3 3 0 16,-3 6 20-16,-8 0-11 16,-10 23-1-16,-15 9-1 15,0 10 34-15,-29 8 78 16,-11 2-61-16,-4-4-17 15,5-7-11-15,12-14-30 0,14-10 8 16,11-7-8-16,2-6-18 16,11-1 17-16,22 2-23 15,8-1-5-15,8-4-34 16,2 0-86-16,-4 0-97 16,0 6-268-16,-16 0 18 15,-6 5-73-15</inkml:trace>
  <inkml:trace contextRef="#ctx0" brushRef="#br0" timeOffset="191209.34">11886 7888 983 0,'0'0'634'0,"0"0"-386"16,0 0-8-16,0 0 19 15,0 0-82-15,0 0-43 16,0 0-11-16,0 0-90 15,0 0 3-15,0 0-6 0,0 0-14 16,0 0 32 0,0 0-48-16,0 0 0 0,0 0 14 15,0 0-2-15,0 0-12 16,0 0 0-16,0 0 1 16,0 0 12-1,0 0-13-15,0 0 0 0,0 0 15 16,2 0-15-16,9 0 14 15,7 0-14-15,4 0 1 16,4 0 2-16,8-2-3 16,-1 2 0-16,4-1-18 15,-2 1 18-15,-2 0-1 0,1 0-35 16,-3 0-36 0,-2 0-13-16,6 0-166 0,-6 0-115 15,-6 0-215-15</inkml:trace>
  <inkml:trace contextRef="#ctx0" brushRef="#br0" timeOffset="191473.36">12077 7718 1850 0,'0'0'519'0,"0"0"-428"15,0 0-91-15,0 0 11 16,0 0 50-16,-62 112-27 16,46-54-19-16,3 7-15 15,-3 21-73-15,7-18-232 16,0-14-460-16</inkml:trace>
  <inkml:trace contextRef="#ctx0" brushRef="#br0" timeOffset="192503.34">13027 7718 886 0,'0'0'786'0,"0"0"-515"16,0 0-48-16,0 0-32 15,0 0-98-15,0 0-5 16,0 0-54-16,-11-38 0 15,9 36-19-15,2 1 6 16,0-2 15-16,0-1-24 16,13-4 1-16,9-2-13 15,7 0-36-15,7 1 23 16,3 7 11-16,2 2 2 16,-3 0 0-16,-5 14-2 15,-8 9 2-15,-14 7 0 16,-11 4 0-16,-9 8 72 15,-31 4-27-15,-13 2 23 0,-10-2-24 16,3-6-33-16,11-11 16 16,11-12-19-16,18-6-1 15,11-7 28-15,9-2-28 16,0-2 11-16,22 0 3 16,18 0-21-16,18 0 11 15,11 0-11-15,5-4-51 16,-1-2-9-16,-4-2-97 15,5-5-98-15,-21 4-268 16,-10-1-360-16</inkml:trace>
  <inkml:trace contextRef="#ctx0" brushRef="#br0" timeOffset="192960.33">13622 7654 1476 0,'0'0'338'16,"0"0"-231"-16,0 0-72 16,0 0 37-16,0 0 86 15,0 0-21-15,127 49 13 16,-118-8-10-16,-5 8-45 16,-4 0-9-16,0 1-35 15,-9-6-50-15,-4-8 50 16,4-8-51-16,2-8 0 0,3-13 0 15,4-3-30-15,0-4 8 16,0 0-16-16,4-18-11 16,15-14-52-16,2-13-223 15,4-6-154-15,0-6 1 16,-5 10 477-16,-5 12 99 16,-9 13 210-16,-2 13-3 15,-4 9-98-15,0 3-159 16,-6 19-8-16,-4 8 97 15,-1 4-40-15,1 2 7 16,8 1-61-16,2-3-43 16,0-5 59-16,25-4-58 15,8-5 7-15,10-6-9 0,5-7-18 16,6-7-33 0,4 0-113-16,20-41-66 0,-13 3-146 15,-10-3-397-15</inkml:trace>
  <inkml:trace contextRef="#ctx0" brushRef="#br0" timeOffset="193358.92">14333 7758 651 0,'0'0'1183'16,"0"0"-850"-16,0 0-228 15,0 0 1-15,0 0-75 16,0 0 12-16,-89 123-1 16,89-101-42-16,6-2 52 15,19-7-45-15,4-4 0 16,6-9-7-16,6 0-22 15,1-13-43-15,-2-12-144 0,-6-10-94 16,-8-4-64-16,-8 4 0 16,-9 1 240-16,-7 8 127 15,-2 12 352-15,0 12 22 16,0 2-211-16,-13 22-129 16,-5 20 146-16,3 16-14 15,-1 12-46-15,3 9 27 16,-1 6-60-16,1 0 7 15,-3-1-37-15,1-6-35 16,-6-8 44-16,0-12-66 16,-10-12 8-16,-6-13 17 15,-7-13-11-15,-3-14 22 16,3-6-36-16,4-1 8 0,9-28-18 16,12-9 10-1,17-11-54-15,2-4-55 16,46-24-206-16,6 15-322 0,0 10-571 15</inkml:trace>
  <inkml:trace contextRef="#ctx0" brushRef="#br0" timeOffset="193808.15">14972 7682 1655 0,'0'0'587'0,"0"0"-461"16,0 0-107 0,0 0-11-16,0 0 24 0,0 0 115 15,-6 137-36-15,6-91-65 16,0-7 26-16,20-7-71 16,4-7 7-16,8-14 20 15,2-9-22-15,1-2-6 16,1-13-33-16,-5-21-102 15,-6-8-20-15,-6-10-173 16,-7 3 7-16,-6 5 132 16,-2 12 189-16,-4 14 287 15,0 18-61-15,0 0-201 16,0 34 39-16,0 16 46 16,0 9 40-16,-2 15-10 15,-2 0-32-15,0 2-22 0,-1-4-30 16,-6-6-33-16,-2-9 35 15,-6-11-58-15,-2-11 13 16,-4-10 14-16,-2-11-27 16,-2-8 38-16,0-6-38 15,0 0-66-15,5-58-2 16,8 1-239-16,9-9-616 0</inkml:trace>
  <inkml:trace contextRef="#ctx0" brushRef="#br0" timeOffset="193981.25">15633 6944 2359 0,'0'0'117'0,"0"0"-117"16,-56 138-44-16,7-59 43 15,-9 9-18-15,-16 28-51 16,14-23-128-16,16-15-540 0</inkml:trace>
  <inkml:trace contextRef="#ctx0" brushRef="#br0" timeOffset="194939.05">16014 7868 1506 0,'0'0'603'15,"0"0"-389"-15,0 0 19 0,0 0-47 16,0 0-1-1,0 0-66-15,0 0-57 0,156 6-6 16,-85-2-56-16,8 0 0 16,-2 0-12-16,-3 0 3 15,-11 1-45-15,-24 11-106 16,-14-2-210-16,-25 0-563 0</inkml:trace>
  <inkml:trace contextRef="#ctx0" brushRef="#br0" timeOffset="195071.79">16009 8136 1390 0,'0'0'1089'0,"0"0"-840"16,0 0-173-16,0 0-51 15,147 13 25-15,-44-13-50 0,0 0-9 16,42 0-81-16,-25-8-430 16,-35 0-609-16</inkml:trace>
  <inkml:trace contextRef="#ctx0" brushRef="#br0" timeOffset="204663.41">18307 7561 163 0,'0'0'1588'15,"0"0"-1213"-15,0 0-266 16,0 0 41-16,0 0-8 16,0 0-45-16,5-36 3 15,7 14-11-15,-2-3-26 16,5-6-57-16,6-5-6 0,-1-1 0 15,3-4-42-15,-4-1-15 16,2 1 57-16,-1 2-68 16,-7 5 48-16,0 3 10 15,-6 9 20-15,0 8-2 16,-5 7 13-16,-2 3 9 16,0 4 28-16,0 0-58 15,0 5-1-15,0 23-29 16,0 18 16-16,0 16 8 15,0 13 6-15,-2 5 0 16,-10 3-8-16,-1-4 8 16,-2-3-110-16,-1 9-60 15,3-21-216-15,1-19-577 0</inkml:trace>
  <inkml:trace contextRef="#ctx0" brushRef="#br0" timeOffset="205017">17570 7997 1866 0,'0'0'476'16,"0"0"-421"-16,0 0-39 16,133 0 9-16,-10 3 43 15,57 5 44-15,28 4-8 16,10 3 35-16,-6-3-94 16,-27-6-2-16,-9-2 4 15,-18-3-47-15,-33-1 6 16,-30 0-6-16,-31 0-28 15,-13 0 27-15,0 0-58 16,-4 3-68-16,-9 2-150 16,-23 0-496-16</inkml:trace>
  <inkml:trace contextRef="#ctx0" brushRef="#br0" timeOffset="206018.03">17626 8736 378 0,'0'0'1117'0,"0"0"-877"15,0 0-170-15,0 0-4 16,0 0-21-16,0 0 68 16,0 0-6-16,-10-31-67 15,10 31-39-15,0-2 29 16,0 2-21-16,0 0-2 15,0 0-1-15,0 0 0 16,0 0 23-16,-2 0-4 0,0 0-23 16,2 0 44-16,0 0-6 15,0 0 27-15,0-3 35 16,0-2 5-16,2-5-16 16,16-4-91-16,5 2-1 15,6 2-7-15,-1 6 8 16,4 4 0-16,-6 12 0 15,-6 20 1-15,-11 14 22 16,-9 10 22-16,-2 8 6 16,-27 2 26-16,-5-2-35 15,1-8-12-15,4-10-18 16,10-11-3-16,7-13-18 16,5-12 8-16,7-4-7 15,0-6-5-15,0 0-1 0,5-8-10 16,15-20-15-1,7-18-219-15,2-10-128 16,-3-11-293-16,-4 5 333 0,-5 9 346 16,-9 18 215-16,-8 15 167 15,0 16-61-15,0 4-163 16,-11 12-41-16,0 14-3 16,2 8-2-16,9 6 13 15,0-1-83-15,4 5-13 16,21-5-26-16,8-4-3 15,7-7-48-15,7-7-104 16,18-16-43-16,-11-5-282 16,-12 0-716-16</inkml:trace>
  <inkml:trace contextRef="#ctx0" brushRef="#br0" timeOffset="206158.8">18096 8913 456 0,'0'0'1778'16,"0"0"-1299"-16,0 0-443 15,0 0-36-15,131-24 9 16,-75 24 3-16,8 0-12 16,28 0-39-16,-14 4-264 15,-11 2-466-15</inkml:trace>
  <inkml:trace contextRef="#ctx0" brushRef="#br0" timeOffset="206908.12">18800 8700 1795 0,'0'0'525'0,"0"0"-425"15,0 0-53-15,0 0-46 16,0 0 8-16,0 0 2 15,143 43-2-15,-116-5 69 16,-17 6-63-16,-10 5 22 16,-8 2 45-16,-32 2-25 0,-9-6 3 15,-1-4-27-15,8-10-32 16,13-10 36-16,14-9-36 16,15-8-2-16,0-5-6 15,24-1 5-15,21 0-7 16,11-7-20-16,11-13-162 15,4-8 31-15,-3-9-32 16,-4 1-23-16,-16-2 10 16,-10 3 80-16,-16 4 125 15,-13 7 100-15,-4 9 212 16,-5 10-10-16,0 5-146 16,0 0-99-16,-9 5-14 15,-2 14-32-15,4 7 27 16,7 4-15-16,0-1-22 15,0-1 28-15,13-7-23 16,10-5 6-16,2-6-5 0,4-6-7 16,0-4 0-16,0 0-48 15,-6-11-40-15,0-16-49 16,-5-7-163-16,2-2-324 16,-4 2-1-16,-3 8 488 15,-2 11 137-15,-6 15 327 16,-5 0-202-16,0 33 254 15,0 13-99-15,-12 14-14 16,-1 12-97-16,-5 11-14 16,-2 5-17-16,-2-2-47 15,-5-2-52-15,2-11 9 0,-2-17-38 16,-4-12 5-16,2-14 12 16,-2-12-7-16,5-12 23 15,8-6-37-15,7-4 10 16,11-26-13-16,0-14-3 15,27-13-16-15,15-6-2 16,16-2-7-16,9 1-7 16,37-8-111-16,-17 18-137 15,-9 8-400-15</inkml:trace>
  <inkml:trace contextRef="#ctx0" brushRef="#br0" timeOffset="207683.4">20114 8145 1635 0,'0'0'712'0,"0"0"-501"15,0 0 15-15,0 0-39 16,0 0-96-16,0 0-4 15,0 0-63-15,95-16-18 16,-35 11 3-16,16-4-7 16,7 1-4-16,4 0-23 15,-2 2-64-15,10-4-71 16,-19 2-387-16,-21-1-703 0</inkml:trace>
  <inkml:trace contextRef="#ctx0" brushRef="#br0" timeOffset="208503.13">22365 7406 1528 0,'0'0'238'16,"0"0"-178"-16,0 0-53 16,0 0 12-16,0 0 42 15,0 0-33-15,0 0 24 16,147-103-32-16,-98 102 12 16,-4 1 40-16,-8 5 18 0,-10 19 23 15,-18 8-45 1,-9 8-25-16,-27 10 83 0,-27 4-56 15,-15 3 6-15,-10-6-37 16,-2-4-23-16,12-13 18 16,13-8 4-16,21-10-20 15,15-8 13-15,17-2-25 16,3-2 7-16,27 1 22 16,24-2-29-16,21-1 31 15,17 0-37-15,9-2-31 16,6 0-5-16,-1 0-124 15,18-14-94-15,-30-2-249 16,-20 2-443-16</inkml:trace>
  <inkml:trace contextRef="#ctx0" brushRef="#br0" timeOffset="208968.75">23198 7377 1637 0,'0'0'576'15,"0"0"-456"-15,0 0-120 16,0 0 9-16,0 0 86 16,0 0 6-16,-13 113 10 15,13-75-69-15,0-2-8 16,15-8-23-16,6-9 2 16,3-8 5-16,1-9 1 15,4-2-19-15,-1-16 0 0,-1-14-103 16,0-9-25-16,-5-7-52 15,-3-2-55-15,-6 3 55 16,-3 12 180-16,-4 8 68 16,-4 16 213-16,-2 9-175 15,0 4-82-15,0 28 4 16,-5 16 60-16,-4 16 31 16,0 12-31-16,1 7-21 15,-2 1 30-15,-1-1-89 16,-3-9 17-16,-5-8-14 15,-4-14-10-15,-3-12 15 16,-3-13-16-16,2-10 0 16,3-11 5-16,8-6-4 0,9-2 24 15,7-24-19 1,15-12-6-16,31-13-26 0,18-3-26 16,17-1-48-16,36-6-57 15,-16 17-201-15,-19 10-542 0</inkml:trace>
  <inkml:trace contextRef="#ctx0" brushRef="#br0" timeOffset="209313.34">24059 6699 1921 0,'0'0'0'0,"0"0"-148"15,0 0 42-15,-72 137 86 0,14-23 4 16,10-14-114-16,3-9-559 0</inkml:trace>
  <inkml:trace contextRef="#ctx0" brushRef="#br0" timeOffset="209889.42">21513 8173 2032 0,'0'0'624'0,"0"0"-530"16,0 0-75-16,0 0 51 15,0 0-18-15,246 0 5 16,-44 0-3-16,36-2-30 16,21-4 28-16,-7-2-8 15,-15-2-37-15,1 2 62 16,-1 0-58-16,-13 1 4 16,-20 2-11-16,-33-1 7 15,-41 0-17-15,-39 2 6 16,-34 2-32-16,-16 2 32 15,-8 0-74-15,-6 0-24 16,-23 0-124-16,-4 0-407 16,-14 0-346-16</inkml:trace>
  <inkml:trace contextRef="#ctx0" brushRef="#br0" timeOffset="210936.23">21990 8847 1061 0,'0'0'514'0,"0"0"-352"16,0 0 15-16,0 0 41 15,0 0-83-15,0 0 4 16,0 0 15-16,18-65-66 15,-12 60-27-15,6 1-44 16,1 4-16-16,5 0 9 0,4 14-10 16,3 15 0-1,-5 12 32-15,-7 11-25 0,-9 6 59 16,-4 4-16-16,-6 1-30 16,-17-5 32-16,2-8-44 15,0-10 5-15,6-12-8 16,6-10 4-16,4-11-10 15,3-4 1-15,2-3 0 16,0 0 23-16,0-24-23 16,18-16-51-16,8-15-158 15,9-4-13-15,-2-3-5 16,-6 12 181-16,-10 15 46 16,-8 17 235-16,-9 14-78 15,0 4-72-15,-9 8-72 0,-8 16 50 16,3 6 4-1,7 5-12-15,7 1-55 16,3 0 44-16,23-6-43 0,10-4-2 16,9-9-4-16,6-5-58 15,4-12-82-15,12 0-101 16,-13-21-235-16,-16-5-368 0</inkml:trace>
  <inkml:trace contextRef="#ctx0" brushRef="#br0" timeOffset="212022.17">23424 8889 963 0,'0'0'861'16,"0"0"-524"-16,0 0-135 16,0 0-1-16,0 0-70 0,0 0-89 15,0 0-6-15,91-20-36 16,-55 25 0-16,-3 14 20 16,-8 1 6-16,-12 4 13 15,-13 6-14-15,-2 5-7 16,-36 6 69-16,-12 6-45 15,0-6-10-15,5-4-18 16,16-14-8-16,14-6-12 16,15-7 0-16,4-2-3 15,29-2 9-15,16 0 0 16,16-6 0-16,8 0-37 16,6-8-77-16,-6-16-2 15,-6-8-20-15,-9-4 16 0,-9-5 16 16,-11 0-3-1,-9 2 107-15,-9 7 21 16,-9 8 170-16,-7 10 65 16,-4 6-112-16,0 8-102 0,0 0-11 15,0 0-31-15,0 16-6 16,-8 12 5-16,1 4 2 16,5 6 7-16,2-1-8 15,0-5 0-15,17-6 17 16,10-6-16-16,4-8 12 15,3-6-13-15,-3-6-6 16,2 0-9-16,-2-24-36 16,-2-10-68-16,0-9-4 15,-2-1-47-15,-4 2 91 16,-8 10 79-16,-3 9 70 0,-8 14 37 16,-4 9-107-1,0 0-8-15,0 24 8 0,0 16 20 16,0 17 56-1,-12 11 3-15,1 11-27 0,-1 4 29 16,-7 3-27-16,-3 0-33 16,0-7 47-16,-5-13-66 15,0-12 7-15,-4-14-8 16,2-14 8-16,2-11 37 16,5-10-8-16,9-5-28 15,9-1 50-15,4-27-37 16,17-18-23-16,32-12-24 0,20-9-38 15,20-5 5 1,11 3-77-16,45-9-216 0,-26 18-260 16,-19 11-556-16</inkml:trace>
  <inkml:trace contextRef="#ctx0" brushRef="#br0" timeOffset="212278.46">25354 8057 2043 0,'0'0'0'0,"0"0"-1147"0</inkml:trace>
  <inkml:trace contextRef="#ctx0" brushRef="#br0" timeOffset="-199846.57">2799 10747 1107 0,'0'0'280'16,"0"0"-122"-16,0 0 30 15,0 0-49-15,0 0 11 16,-2-7-14-16,2-3-47 16,4-5-36-16,12 0-35 15,4-3-10-15,2 4-3 16,3 0-5-16,2 5-3 16,-5 7-6-16,-2 2 2 15,-4 0 6-15,-5 14 1 0,-5 11 0 16,-6 7 12-16,0 3-5 15,-2 6 13-15,-20 5 39 16,-7 0-3-16,-4 2-14 16,-8 1 7-16,-1-5-16 15,-3-3 2-15,-1-6-23 16,-1-3-11-16,3-6 29 16,3-6-18-16,10-4 7 15,7-6-19-15,10-4 12 16,10-4-7-16,4-2 17 15,0 0-11-15,16 0 42 0,13 0-53 16,11 0 9 0,8 0-9-16,8 0 0 0,6 0 10 15,1 0-9-15,6 0 7 16,-2 0 71-16,0 0-67 16,-5 0 31-16,-10 0-17 15,-10-2-25-15,-11 0 12 16,-11 2-13-16,-11 0-3 15,-7 0-20-15,-2 0 10 16,0 0-74-16,-2 7-190 16,-11 2-54-16,1-6-815 0</inkml:trace>
  <inkml:trace contextRef="#ctx0" brushRef="#br0" timeOffset="-198515.55">3270 10948 378 0,'0'0'1032'15,"0"0"-728"-15,0 0-54 16,0 0 21-16,0 0-54 16,0 0-68-16,11-116-40 15,3 96-36-15,-4 1-31 16,3 6 9-16,-1 3-32 15,3 4 11-15,1 6-30 0,6 0 6 16,5 3-8 0,2 14 2-16,0 9 0 15,-4 6 17-15,-3 6-11 0,-7 4 12 16,-3 3 0-16,-8 3 16 16,-4 1 11-16,0 0-33 15,-4-5-11-15,-14-1 30 16,-1-10-31-16,0-3 11 15,3-8-10-15,1-6 0 16,6-6 3-16,2-6-4 16,7-1 0-16,0-3 5 15,0 0 1-15,4-18-12 16,19-19-30-16,10-9-105 16,6-12 32-16,0-4-92 15,-1 4 22-15,-7 8 129 0,-8 7-8 16,-10 15 58-16,-6 10 112 15,-5 8 89-15,-2 10-67 16,0 0-111-16,0 9-13 16,-7 17 16-16,-4 7 27 15,5 8-2-15,4-1-22 16,2-4-11-16,2-4 0 16,17-4-18-16,4-4-28 15,6-3-1-15,8 6-84 16,-3-8-138-16,-10-6-400 0</inkml:trace>
  <inkml:trace contextRef="#ctx0" brushRef="#br0" timeOffset="-184493.51">4172 11145 977 0,'0'0'701'15,"0"0"-552"-15,0 0-47 16,0 0 78-16,0 0-99 15,0 0 55-15,0 0-17 16,5 0-25-16,-3 0 23 0,-2 0-42 16,0 0-16-1,0 0 58-15,0 0-108 0,0 0 12 16,0 0-5 0,0 0-15-16,0 0 19 0,0 0-20 15,0 0 0-15,0 0 16 16,9 0-7-16,6 0-9 15,10-3 0-15,10-14 14 16,11-5-38-16,5-5 21 16,0-1-44-16,-2-3 28 15,-9 3-45-15,-7 1 11 16,-10 5 28-16,-9 3-8 16,-8 2 18-16,-6-1 8 15,0-3 7-15,-9 2-46 16,-11 1 46-16,-9 2-15 0,-4 4-2 15,-3 5 17-15,-2 4 3 16,0 3-3-16,3 8 0 16,1 18 2-16,5 14 8 15,4 10-10-15,7 7 43 16,10 1-25-16,8-2 26 16,0-5-27-16,22-7-15 15,16-7 64-15,16-14-66 16,12-10-1-16,13-13-8 15,31-6-124-15,-18-15-142 16,-18-5-420-16</inkml:trace>
  <inkml:trace contextRef="#ctx0" brushRef="#br0" timeOffset="-183669.67">4645 10256 1005 0,'0'0'167'0,"0"0"-136"15,0 0 95-15,0 0 65 0,0 0-16 16,0 0-30-16,0 0-50 15,-15 0-28-15,15 0 49 16,0-2-61-16,0 2-27 16,0 0 23-16,0 0-25 15,0 0 40-15,0 0-5 16,0-1-15-16,0 1 67 16,0-2-52-16,0 0-28 15,0 0 13-15,0-1-45 16,0 2 36-16,0-3-25 0,0-2-6 15,13-3 31-15,5 0-37 16,6-3 0-16,3 3-9 16,0 4 17-16,-5 5-17 15,-5 0 9-15,-5 7 0 16,-10 18-9-16,-2 8 12 16,-16 10-3-16,-19 7 49 15,-7 4-38-15,-6-6 23 16,7-7-23-16,7-7-4 15,12-15 31-15,11-7-38 16,9-3 0-16,2-5 6 16,13-3 3-16,24-1 3 15,15 0-12-15,12 0-18 16,7-4 4-16,1-11-132 0,10-10-121 16,-19 3-196-16,-16 4-388 0</inkml:trace>
  <inkml:trace contextRef="#ctx0" brushRef="#br0" timeOffset="-182915.84">5025 10193 1365 0,'0'0'295'15,"0"0"-137"-15,0 0 26 16,0 0-90-16,0 0 40 15,0 0-63-15,0 0 34 16,52 108 50-16,-52-56-66 0,-4-4 1 16,-7-2-25-16,-1-10-47 15,4-6 5-15,1-9-23 16,5-7-6-16,2-9-11 16,0-5-23-16,0 0 0 15,2-10-33-15,16-18-93 16,2-11-63-16,2-7-332 15,-1 1 166-15,-6 7 385 16,-4 10 10-16,-9 18 348 16,-2 10-139-16,0 5-95 15,-4 21 92-15,-9 11-5 16,4-1-89-16,4-5 12 16,5-2-91-16,0-9 12 15,12-6-32-15,12-6 7 16,7-8 5-16,5 0-25 0,2-8-82 15,-3-16-36-15,-2-8-60 16,-8-4-77-16,-7 0 79 16,-9 4 31-16,-7 8 145 15,-2 12 131-15,0 12 17 16,-13 0-22-16,-1 17-35 16,3 8 4-16,9 3-12 15,2-2-7-15,0-3 12 16,15-4-75-16,10-4-11 15,2-10 44-15,2-3-39 0,0-2-14 16,-2-2-9 0,-2-18-60-16,-6-6-6 0,-1-6-33 15,-7-6-39-15,-1 1 64 16,-6 6-10-16,-2 9 100 16,0 15 130-16,-2 7-77 15,0 26-38-15,0 23 46 16,0 15 38-16,-2 8 60 15,-12 7-53-15,-3-6-6 16,-3-3-58-16,-5-10-6 16,-4-9 20-16,-5-11-44 15,-10-9-11-15,-5-12 32 16,-5-7-32-16,4-10-2 0,-8-2-42 16,15-16-143-1,14-8-321-15</inkml:trace>
  <inkml:trace contextRef="#ctx0" brushRef="#br0" timeOffset="-181632.65">6030 10832 1525 0,'0'0'535'0,"0"0"-375"15,0 0-96-15,0 0-24 16,0 0 43-16,0 0-75 16,0 0-7-16,4 67 66 0,-16-16 19 15,4 5 1 1,3 2-46-16,5-9-27 16,0-7 16-16,7-12-30 0,15-8-1 15,7-10 0-15,7-8-19 16,2-4 11-16,4-12-92 15,-2-17-44-15,-4-10 13 16,-7-8-7-16,-4-5-60 16,-7 9 29-16,-7 6 170 15,-9 17 26-15,-2 19 170 16,0 1-156-16,-13 29-6 16,-5 24 50-16,-1 11 50 15,2 15-9-15,1 4-21 16,1 3 3-16,-1-1-46 15,-1-5-20-15,-2-10 29 0,1-9-63 16,-1-14-1-16,-4-13 31 16,3-9-31-16,5-13 30 15,1-12-18-15,7 0 35 16,7-22 44-16,0-23-97 16,18-15-21-16,20-14 12 15,11-5-61-15,7-4 2 16,20-26-188-16,-14 23-113 15,-13 10-472-15</inkml:trace>
  <inkml:trace contextRef="#ctx0" brushRef="#br0" timeOffset="-181449.64">6840 10060 2162 0,'0'0'177'16,"0"0"-177"-16,-77 136-26 16,28-51 20-16,-14 39-45 15,12-24-265-15,17-30-856 0</inkml:trace>
  <inkml:trace contextRef="#ctx0" brushRef="#br0" timeOffset="-180047.23">7206 11013 2041 0,'0'0'518'0,"0"0"-336"16,0 0-9-16,0 0-95 15,0 0 1-15,0 0-64 16,0 0 7-16,107-12-11 16,-51 5-11-16,5 2-8 15,-1 1-8-15,-2-2-83 16,-8 2-31-16,4-9-155 16,-16 1-267-16,-11 1-267 0</inkml:trace>
  <inkml:trace contextRef="#ctx0" brushRef="#br0" timeOffset="-179881.5">7540 10780 1741 0,'0'0'372'0,"0"0"-287"16,0 0 32-16,-66 146-44 16,41-83 35-16,6 0-75 15,0 4-33-15,6-6-33 16,6 12-105-16,5-16-165 15,2-17-423-15</inkml:trace>
  <inkml:trace contextRef="#ctx0" brushRef="#br0" timeOffset="-178272.62">8493 10856 998 0,'0'0'519'0,"0"0"-418"15,0 0-15-15,0 0 49 16,0 0 73-16,0 0-63 15,0 0-10-15,-10-42-37 16,10 33 10-16,0-3 8 0,21-5-59 16,8-3-57-16,10 2 22 15,9 4-21-15,-4 4-2 16,-6 10 1-16,-9 0 0 16,-18 14-7-16,-11 16 5 15,-8 17 2-15,-35 8 95 16,-18 7-72-16,-10 5 19 15,-5-8-5-15,7-8-36 16,16-14 32-16,17-12-33 16,17-11 9-16,13-9 6 15,6-5 8-15,21 0-23 16,26 0 0-16,20-7 0 16,12-9-6-16,8-2-21 15,3 1-76-15,9-8-89 16,-24 6-297-16,-19 5-319 0</inkml:trace>
  <inkml:trace contextRef="#ctx0" brushRef="#br0" timeOffset="-177549.48">9010 10774 925 0,'0'0'973'0,"0"0"-775"16,0 0-132-16,0 0 33 15,0 0 28-15,0 0 2 16,0 0-5-16,80 118-54 0,-89-71 27 16,-10-1-67-1,-4-6 1-15,5-6-7 0,5-10-12 16,3-10-24-16,8-6 0 16,2-8-49-16,2 0 47 15,19-20-27-15,10-17-77 16,2-10-98-16,0-10-260 15,-6 5 242-15,-6 8 234 16,-13 18 168-16,-8 16 219 16,0 10-263-16,0 12-90 15,-10 20 60-15,1 9 11 16,6 2 3-16,3 3-56 16,5-5-37-16,17-7 30 15,9-8-45-15,10-10 0 0,3-9 0 16,5-7-29-16,-3-9-44 15,-5-17-108-15,-7-10-86 16,-13-6-62-16,-9 0-64 16,-8 5 278-16,-4 13 115 15,0 10 294-15,-8 14-32 16,-6 0-111-16,5 17-43 16,3 8 88-16,6 3-98 15,0 1-34-15,12-5-9 16,13-4-48-16,6-8-5 15,5-6-2-15,4-6-58 16,0 0 41-16,-2-20-125 16,-9-7-51-16,-4-3 10 0,-12 1-12 15,-1 3 85 1,-8 7 110-16,0 9 139 0,-4 10 137 16,0 8-209-16,0 29-11 15,0 14 122-15,-4 16-36 16,-12 5 14-16,-6 2-50 15,-5-3-70-15,-11-8 66 16,-9-5-74-16,-8-12 5 16,-10-5-15-16,-2-12-7 15,-2-12-20-15,6-8 9 16,13-9-111-16,11-17 41 16,15-17-275-16,19-6-616 0</inkml:trace>
  <inkml:trace contextRef="#ctx0" brushRef="#br0" timeOffset="-177099.62">10140 10882 1744 0,'0'0'285'15,"0"0"-157"-15,0 0-52 16,0 0 63-16,0 0-17 0,0 0-18 16,-25 111-19-1,43-91-62-15,5-6-12 0,6-11 28 16,-1-3-39-16,6-1 0 16,-2-24-19-16,-7-7-112 15,-4-4 10-15,-5-3-24 16,-7 5 86-16,-3 7 59 15,-6 10 100-15,0 16 34 16,0 1-119-16,0 22 20 16,0 23-21-16,-4 14 100 15,-5 14-67-15,-1 6 54 16,0-2-62-16,-3-3 9 16,-3-7 13-16,-2-9-43 15,-2-12 30-15,-5-10-44 16,-2-8 5-16,-2-10 30 0,0-8-39 15,0-10-12 1,2 0-7-16,10-54-80 0,9-4-196 16,8-10-1046-16</inkml:trace>
  <inkml:trace contextRef="#ctx0" brushRef="#br0" timeOffset="-176931.63">10869 10108 573 0,'0'0'1523'0,"0"0"-1414"15,-75 116-59-15,19-41-50 0,-29 39-15 16,14-20-125-16,13-16-459 16</inkml:trace>
  <inkml:trace contextRef="#ctx0" brushRef="#br0" timeOffset="-173812.44">11000 11133 735 0,'0'0'717'16,"0"0"-530"-16,0 0-80 16,0 0 99-16,0 0-1 15,0 0 11-15,0 0-9 16,0 0-67-16,0 0 34 16,0 0-84-16,0 0-9 15,2 0-23-15,12 0-49 16,11-4 27-16,12-3-36 15,13-5 1-15,10 5 5 0,5 1-6 16,-3 2 0 0,-6 1-1-16,-6 3-40 15,-4 0-10-15,-9 0-73 16,3 6-145-16,-13-1-86 16,-9-3-485-16</inkml:trace>
  <inkml:trace contextRef="#ctx0" brushRef="#br0" timeOffset="-173622.55">11390 10824 1220 0,'0'0'971'0,"0"0"-863"0,0 0-45 16,-87 120 70-1,58-65-71-15,5-2-31 0,6 5-31 16,5-3-63-16,11 6-70 15,2-15-345-15,0-13-567 0</inkml:trace>
  <inkml:trace contextRef="#ctx0" brushRef="#br0" timeOffset="-172415.83">13153 10503 1416 0,'0'0'934'15,"0"0"-647"-15,0 0-114 16,0 0-90-16,0 0-59 16,0 0 36-16,-116-22-59 15,103 17 0-15,7 0 31 16,6-5-31-16,0-2 8 15,11-7-9-15,13 2-31 16,5 3 16-16,0 6-8 16,-8 8-13-16,-10 6 36 15,-11 24-50-15,-16 14 44 16,-37 10 6-16,-21 6 12 16,-13-2 19-16,-3-5-31 15,9-14 0-15,18-16 8 16,16-13 10-16,18-10-19 15,16 0 2-15,13-16 9 0,9-14-10 16,30-3-14-16,17-2-36 16,11 9 39-16,9 9-23 15,0 16 1-15,-2 1-28 16,-5 9-35-16,-7 14-20 16,12 3-115-16,-19-5-141 15,-6-10-346-15</inkml:trace>
  <inkml:trace contextRef="#ctx0" brushRef="#br0" timeOffset="-172026.59">13471 10557 696 0,'0'0'1113'15,"0"0"-759"-15,0 0-311 16,0 0-37-16,0 0 92 0,0 0 34 16,0 0-48-1,64 76 13-15,-28-55-81 0,6-7 7 16,3-8-23-16,-1-6-34 15,-3 0-14-15,-4-17-77 16,-8-9-69-16,-4-6-31 16,-8-3-107-16,-3 2 108 15,-5 5 224-15,-3 8 87 16,-4 13 269-16,-2 7-249 16,0 19-106-16,0 21 157 15,-8 12-16-15,-5 11 24 16,-1 5-56-16,-1 0-37 0,-1-3 22 15,-2-7-95-15,2-9 0 16,-2-13 20-16,5-12-3 16,5-12-13-16,0-7 5 15,8-5 3-15,0-6 69 16,10-22-54 0,21-11-26-16,13-9-2 0,12-8-86 15,40-28-93-15,-12 13-291 16,-7 6-1015-16</inkml:trace>
  <inkml:trace contextRef="#ctx0" brushRef="#br0" timeOffset="-171858.6">14754 9821 763 0,'0'0'1297'0,"0"0"-1166"16,-89 118-44-16,14-23-13 15,-26 35-55-15,-14 17-19 16,16-23-211-16,26-34-706 0</inkml:trace>
  <inkml:trace contextRef="#ctx0" brushRef="#br0" timeOffset="-171250.79">12131 11037 1585 0,'0'0'556'0,"0"0"-338"15,0 0 71-15,0 0-89 16,0 0-94-16,0 0-40 15,173-5-57-15,-19 5-9 0,74 0 8 16,39 0 11-16,20 0 38 16,-1-15-53-16,-19-1-2 15,7 1 44-15,-6 4-45 16,-11 3-1-16,-28 3 1 16,-32 5 0-1,-53 0-1-15,-43 0 0 0,-37 5-69 16,-22 4 2-16,-8 5-170 15,-12 0-311-15,-10-7-796 0</inkml:trace>
  <inkml:trace contextRef="#ctx0" brushRef="#br0" timeOffset="-169862.66">12372 11662 1275 0,'0'0'179'15,"0"0"-136"-15,0 0 139 16,0 0 15-16,0 0-36 15,135 6 57-15,-110 29-81 16,-8 6-36-16,-7 9 19 16,-6 3-60-16,-4-3 17 15,0-4-38-15,-16-8-21 16,1-8 51-16,-1-10-68 16,5-5 15-16,5-10-16 15,1-2-1-15,5-3 1 16,0-7-19-16,0-23-3 15,11-20-193-15,12-13-51 0,6-12 0 16,-2 7 71-16,-6 12 195 16,-7 22 297-16,-7 15 66 15,-7 17-204-15,0 2-117 16,-3 14-40-16,-5 16-2 16,2 9 50-16,6 1-18 15,3-1-2-15,26-2-30 16,16-7 8-16,8-5-37 15,10-8-27-15,35-17-203 16,-16 0-387-16,-6 0-1015 0</inkml:trace>
  <inkml:trace contextRef="#ctx0" brushRef="#br0" timeOffset="-168639.91">14083 11548 1852 0,'0'0'500'0,"0"0"-331"15,0 0-88-15,0 0-69 16,0 0 47-16,0 0-58 16,148-72 11-16,-117 81 9 15,-9 20-8-15,-13 12 44 16,-9 10-24-16,-14 10-9 16,-26 2 47-16,-6 0-62 15,-3-7 5-15,7-12-7 16,13-16 1-16,8-10-11 15,15-10 3-15,6-4-20 0,0-4 7 16,15 0-30 0,20 0-10-16,13-4-5 0,7-10-104 15,6-4 35-15,-1-2 40 16,2 0 56-16,-4-2 31 16,-9 2 1-16,-14 1 54 15,-10 6 54-15,-11 3 6 16,-10 4 46-16,-4 4-68 15,0 2-61-15,0 0-14 16,0 4-18-16,-2 14-22 16,-2 10 14-16,4 4 16 15,0 4-8-15,17-4 0 16,12-3 0-16,12-10-8 0,3-9 8 16,5-10-32-1,0 0-71-15,-4-10-122 0,1-41-41 16,-10 2-308-16,-10 1-324 15</inkml:trace>
  <inkml:trace contextRef="#ctx0" brushRef="#br0" timeOffset="-168383.53">14993 11714 409 0,'0'0'1081'0,"0"0"-901"15,0 0-120-15,0 0 155 16,0 155 23-16,-2-80-50 16,-12 10-8-16,-3 5-15 15,-8 3-59-15,-4-3-12 16,-5-2-55-16,-1-10-17 15,-8-9 14-15,-3-13-34 16,-8-15-2-16,-6-12 27 16,-3-12-20-16,12-17 15 15,13 0-11-15,23-29 46 0,15-19-54 16,22-17-3-16,34-11-18 16,39-15 16-16,32-7-16 15,28 9-34-15,-15 15-80 16,-8 15-138-16,-46 23-119 15,-30 14-522-15</inkml:trace>
  <inkml:trace contextRef="#ctx0" brushRef="#br0" timeOffset="-167663.65">16071 10926 1064 0,'0'0'603'0,"0"0"-323"15,0 0 55-15,0 0-81 16,0 0-1-16,0 0-50 15,0 0-76-15,-23-17-8 16,29 17-44-16,17 0-47 16,14 0-3-16,19 0-25 0,9 0-6 15,6 0-1-15,-3 8-48 16,-10 1-23-16,-10 8-62 16,-31 8-99-16,-14 0-264 15,-3-5-357-15</inkml:trace>
  <inkml:trace contextRef="#ctx0" brushRef="#br0" timeOffset="-167548.01">16158 11081 1491 0,'0'0'692'16,"0"0"-521"-16,0 0 44 15,0 0 54-15,0 0-213 16,164 0-56-16,-51 0-34 16,-14 0-310-16,-12 0-717 0</inkml:trace>
  <inkml:trace contextRef="#ctx0" brushRef="#br0" timeOffset="-166184.22">18112 10490 469 0,'0'0'1096'16,"0"0"-823"-16,0 0-160 15,0 0 91-15,0 0 19 16,0 0-36-16,0 0-22 15,11 0-15-15,5-9-73 0,9-13-33 16,10-7-44-16,2-8-2 16,1-7-28-16,-2-4-13 15,-7 0-6-15,-5 0 34 16,-9 7-6-16,-3 8 21 16,-7 6 77-16,-3 13-60 15,-2 8 10-15,0 6-27 16,0 0 0-16,0 6-20 15,0 22-23-15,-7 18 38 16,-5 19-5-16,-3 8 12 16,1 6-14-16,1-3 10 15,3-6-76-15,0-3-50 16,1 3-110-16,5-16-137 16,0-14-451-16</inkml:trace>
  <inkml:trace contextRef="#ctx0" brushRef="#br0" timeOffset="-165892.48">17630 10798 2022 0,'0'0'566'16,"0"0"-456"-16,0 0-45 15,0 0 6-15,121 24-4 16,-17-10 2-16,54 1-15 16,59-10-30-16,28-5-6 0,0 0 49 15,-22-2-67-15,-36-8 24 16,-24 2-24-16,-36 2-14 16,-35 4 13-16,-32 2-54 15,-18 0-69-15,1 0-152 16,-12 0-427-16,-14 2-1174 0</inkml:trace>
  <inkml:trace contextRef="#ctx0" brushRef="#br0" timeOffset="-165208.43">17815 11482 1520 0,'0'0'391'0,"0"0"-145"16,0 0-49-16,0 0-80 15,0 0 5-15,0 0-29 16,120-82-74-16,-97 98 48 16,-6 19-65-16,-1 14 45 15,-11 9 23-15,-5 6-41 16,0 4 14-16,-21-2-38 16,-1-8 4-16,2-7 25 15,6-18-33-15,6-10-1 16,6-14 0-16,2-6-8 0,0-3 2 15,0-6 6 1,15-26-32-16,7-16 1 0,7-12-172 16,-2-6 23-16,-2 4 16 15,-10 16 164-15,-5 17 91 16,-8 13 98-16,-2 12-79 16,0 4-20-16,0 0-90 15,0 8 0-15,0 14 1 16,0 8 16-16,0 2 29 15,8 2-46-15,15-2 10 16,10-3-28-16,9-9-29 16,5-6-74-16,16-14-104 15,-15 0-257-15,-5-5-405 0</inkml:trace>
  <inkml:trace contextRef="#ctx0" brushRef="#br0" timeOffset="-165064.18">18410 11640 1674 0,'0'0'864'15,"0"0"-673"-15,0 0-90 16,0 0-71-16,0 0-7 16,0 0-22-16,136 0-1 15,-82 4-63-15,31 0-142 16,-14-2-312-16,-7-2-319 0</inkml:trace>
  <inkml:trace contextRef="#ctx0" brushRef="#br0" timeOffset="-164239.68">19177 11480 1807 0,'0'0'522'15,"0"0"-452"-15,0 0-27 16,0 0 71-16,0 0-88 16,0 0 10-16,0 0-13 15,22 8-15-15,-13 10 39 16,-2 5-5-16,-5 3-36 15,-2 3 51-15,0 5-45 16,-15 0 7-16,-10 3 31 16,-2-4-49-16,3-1 17 15,1-3-18-15,6-3 0 16,5-6 0-16,6-2 1 0,3-2-1 16,3-2 4-1,0 0 5-15,19-1-4 0,4-4-5 16,10-4 0-16,6-5 12 15,8 0-12-15,2 0-13 16,3-5-20-16,-4-10-49 16,-3 2 19-16,-3-3 27 15,-6 0 5-15,-7 0 21 16,-2-2 5-16,-5 0-2 16,-5-3 7-16,4 2-19 15,-5-3 13-15,-1 1-13 16,-3 3 19-16,-4 4 26 15,-1 1 27-15,-5 7 36 16,-2 1 26-16,0 3-58 0,0 2-12 16,0 0-45-16,0 0 0 15,0 0-10-15,0 8-1 16,-7 17-13-16,-1 7 24 16,-4 6 1-1,8 0 25-15,4-2-26 0,0-4 0 16,0-8 24-16,8-6-24 15,4-6 0-15,1-5-1 16,1-7 0-16,1 0-10 16,1-12-23-16,1-13-90 15,4-11-79-15,1-5-67 0,-4 4-33 16,0 6 231-16,-7 12 72 16,-5 12 153-16,-1 7-124 15,0 13-20-15,-1 23 124 16,-4 14-31-16,0 14-32 15,0 6 28-15,-9 4-8 16,-11 2 14-16,-11-4-28 16,-2-5-28-16,-8-6 7 15,-1-12-53-15,2-13 16 16,4-14 12-16,12-12-2 16,8-10 32-16,14 0-9 15,2-24-3-15,16-20-48 16,23-12-29-16,19-10 20 15,13-6-48-15,43-27-140 16,-18 21-353-16,-15 10-1206 0</inkml:trace>
  <inkml:trace contextRef="#ctx0" brushRef="#br0" timeOffset="-163749.56">19186 11606 1684 0,'0'0'629'0,"0"0"-419"16,0 0 2-16,0 0-57 16,27-106-40-16,-27 82-115 15,-2 6-19-15,-27 8-25 16,-13 10-251-16,-37 17 1 15,10 15-178-15,7 1-581 0</inkml:trace>
  <inkml:trace contextRef="#ctx0" brushRef="#br0" timeOffset="-157278.75">20499 10925 1071 0,'0'0'558'0,"0"0"-418"16,0 0-30-16,0 0 65 15,0 0 91-15,0 0-76 16,-11 0-11-16,11 0 6 15,2-3-106-15,2 3-1 16,3 0 20-16,9 0-57 16,6 0-6-16,14 0-35 0,8 0 0 15,8 0 0 1,6 10-2-16,0 2-16 0,0 1-10 16,2-2-55-16,17 2-53 15,-14-5-250 1,-12-4-422-16</inkml:trace>
  <inkml:trace contextRef="#ctx0" brushRef="#br0" timeOffset="-156678.55">21832 10712 1480 0,'0'0'314'16,"0"0"-191"-16,0 0-12 15,0 0-96-15,0 0 41 16,0 0 35-16,0 0-63 0,140-76 35 16,-106 71 9-1,-7 3 10-15,-3 2 16 0,-6 0-98 16,-4 4 0-16,-6 15 56 15,-8 6-49-15,0 12 38 16,-4 3 16-16,-23 6-21 16,-8 0 47-16,-11-2-62 15,-4-4-4-15,-6-6 39 16,4-5-60-16,3-7 21 16,9-7-21-16,13-6 0 15,10-4 16-15,10-2-16 16,7-3 0-16,0 0 21 15,9 0-19-15,22 0 13 16,11 1-15-16,14 3 0 0,7 1-4 16,3-1 4-16,-1-1-60 15,-5 2-63-15,-6-1-161 16,4-4-69-16,-16 0-219 16,-11 0-211-16</inkml:trace>
  <inkml:trace contextRef="#ctx0" brushRef="#br0" timeOffset="-156282.59">22322 10800 1388 0,'0'0'672'15,"0"0"-562"-15,0 0-73 16,0 0 15-16,0 0 87 16,-29 117-13-16,29-77 2 0,0-4-74 15,7-4-24-15,13-10 29 16,2-5-57-1,3-12 8-15,2-5-10 16,0-2-37-16,-4-22-67 0,0-8-91 16,-5-7-23-16,-5-1 3 15,-4 5 55-15,-4 3 160 16,-3 15 198-16,0 11 72 16,-2 6-135-16,0 4-135 15,0 30 15-15,0 16 73 16,-4 17-11-16,-10 9 8 15,-1 4 14-15,-10-4-49 16,-4-5 4-16,-14-10-31 16,-9-8-2-16,-13-13 55 0,-11-9-61 15,-2-14 1-15,0-11-16 16,9-6-6-16,11 0-6 16,13-20-74-16,16-18-231 15,12 2-140-15,15 1-831 16</inkml:trace>
  <inkml:trace contextRef="#ctx0" brushRef="#br0" timeOffset="-154836.41">22824 11044 1169 0,'0'0'714'0,"0"0"-517"16,0 0-124-16,0 0 120 16,0 0-52-16,0 0-64 15,0 0-65-15,162-68-12 16,-110 36-13-16,-6-2-60 15,-5-2-3-15,-12 1-16 16,-14-2-46-16,-11 3 86 0,-4 4 52 16,-15 4 0-1,-20 10 99-15,-10 12-53 0,-4 4-12 16,-2 11 52-16,3 21-23 16,15 9 19-16,14 5 25 15,19 4-5-15,2 0 22 16,35-4-78-16,19-6-12 15,13-9 8-15,10-9-41 16,0-12-1-16,2-8-61 16,8-4-150-16,-18-17-177 15,-17-3-624-15</inkml:trace>
  <inkml:trace contextRef="#ctx0" brushRef="#br0" timeOffset="-154194.72">23312 10078 1467 0,'0'0'311'15,"0"0"-204"-15,0 0-7 16,0 0 17-16,0 0 47 16,0 0-62-16,0 0-10 15,0-2 15-15,0 0-27 16,0-3 4-16,4 2-47 0,3-6-24 16,0 4 1-1,2-1-14-15,0 3 0 0,-1 3 7 16,4 0 8-16,-1 0-23 15,1 5 8-15,-6 13-6 16,-4 5-12-16,-2 3 10 16,0 1 8-16,-8 4 7 15,-15-6 2-15,0 1 36 16,-3-1-20-16,-1-4 12 16,5-2-8-16,4-1-29 15,7-2 0-15,9 0 3 16,2-2 12-16,0 2-14 15,21 0 17-15,11-2-1 16,3-4 13-16,8-4-30 16,-3-3-11-16,-2-3 1 0,-4 0-65 15,-8-5-104-15,-6-9-134 16,-11-6-250-16</inkml:trace>
  <inkml:trace contextRef="#ctx0" brushRef="#br0" timeOffset="-153465.32">23601 10113 430 0,'0'0'1110'0,"0"0"-814"15,0 0-159-15,0 0 24 16,0 0-83-16,0 0 43 16,0 0-20-16,52 102-9 0,-52-54 57 15,-2-2-121 1,-9-8 17-16,1-6-16 15,6-12-22-15,2-8 8 16,2-8-15-16,0-1-48 0,6-3 42 16,10-3-22-16,5-21-6 15,-2-12-103-15,2-8-27 16,-6-2 4-16,-1 5 160 16,-10 15 30-16,0 13 274 15,-4 10-183-15,0 3-62 16,0 3-59-16,0 19 14 15,0 6 29-15,10 5 2 16,3 1-36-16,5-3 31 16,6-9-39-16,0-8-1 15,1-11 0-15,2-3-11 0,-2-3-3 16,-1-19-55-16,0-9-57 16,-3 0 68-16,-6 0-84 15,-4 8 114-15,-6 7 28 16,-1 9 104-16,-2 7-38 15,3 0-66-15,6 2 0 16,2 14 6-16,6 2-5 16,2 1-2-16,2-5-7 15,1-6-25-15,-3-8 10 16,-6 0-68-16,-1-12-41 16,-8-18-62-16,-1-6 30 15,-1-7 100-15,0 3 49 16,1 6 15-16,0 13 137 0,1 14 130 15,-4 7-182-15,1 27-51 16,-3 24 40-16,0 21 93 16,-3 13-66-16,-17 4-17 15,-5 1 2-15,-4-11-48 16,-2-8-38-16,-2-15 58 16,-1-10-57-16,1-14 5 15,4-12 3-15,0-10 6 16,4-10-16-16,12 0 1 15,11-16 0-15,2-16 15 16,34-12-15-16,37-12-31 16,55-15-68-16,-9 13-180 0,-6 9-476 15</inkml:trace>
  <inkml:trace contextRef="#ctx0" brushRef="#br0" timeOffset="-150019.86">25298 10946 810 0,'0'0'653'0,"0"0"-389"0,0 0-81 15,0 0 91-15,0 0-18 16,0 0-80-16,0 0-27 15,-7-6-45-15,7 6-16 16,0 0 6-16,0 0-38 16,5-1-11-16,11-2 13 15,11-1-57-15,12-2 35 16,15-2-36-16,11 2 1 16,1 0-15-16,3 2-19 15,-1 4-70-15,21 0-41 16,-20 0-331-16,-9-2-310 0</inkml:trace>
  <inkml:trace contextRef="#ctx0" brushRef="#br0" timeOffset="-149501.63">26219 10672 1817 0,'0'0'349'16,"0"0"-243"-16,0 0-87 15,0 0 7-15,0 0 70 16,0 0-44-16,-51 118 44 16,51-76 0-16,0-3-68 15,18-8 9-15,11-7-29 16,6-7 5-16,3-12-13 16,2-5-6-16,-5 0-52 0,0-23 15 15,-10-8-66 1,-4-7 17-16,-7-4 5 15,-8-2 30-15,-1 6 57 16,-5 6 39-16,0 12 53 0,0 9-12 16,0 11-73-16,0 0-7 15,0 23-26-15,-7 20 26 16,-9 18 86-16,-1 14-19 16,-6 7 15-16,-2 2 33 15,1-2-27-15,2-1-27 16,0-9-31-16,-1-9-22 15,1-10 20-15,2-14-28 0,0-10 0 16,-3-9 15-16,-2-11-3 16,-4-9-12-16,1 0 0 15,-1-11 0-15,11-17 10 16,14-6-10-16,4-10 0 16,31-5-3-16,21-1 3 15,16 2-25-15,13 2-35 16,5 2-61-16,32-12-83 15,-20 11-122-15,-15 5-298 0</inkml:trace>
  <inkml:trace contextRef="#ctx0" brushRef="#br0" timeOffset="-148584.59">26905 10221 978 0,'0'0'413'16,"0"0"-203"-16,0 0-23 0,0 0 65 15,0 0-62 1,0 0-94-16,0 0 12 0,-15-18-65 16,15 18 24-16,0 0 15 15,0 0-58-15,0 0 26 16,0 0-32-16,0 0-12 15,0 0 45-15,0 0-51 16,0 0 16-16,0 0 10 16,0 0-16-16,0 0 1 15,0 0-11-15,0 0 0 16,0 0 20-16,0 0-14 16,0 0 12-16,0-3-14 15,0-1 6-15,0 2-20 0,0 1 10 16,0-2 0-1,0 3 6-15,0 0 0 16,0 0-6-16,0 0 10 16,0 0-10-16,0 0 22 0,0 0-22 15,2 0 1-15,0 0 13 16,-2 0-14-16,5 0-2 16,-1 0-7-16,2 0-1 15,4 4-1-15,-1 5 11 16,-3-4 0-16,-2-1-3 15,-4-1 4-15,0-1-1 16,0-2 0-16,0 0-14 0,0 0 13 16,-2 2-27-1,-9 0 4-15,-5-1 14 0,1 3 10 16,-3-4 0-16,3 0-1 16,3 0 7-16,4 0 5 15,5 0-11-15,3 0 0 16,0 0 54-16,0 0-39 15,19 0-5-15,8 0-10 16,4 3-24-16,2 12 24 16,-2 9-22-16,-11 9 22 15,-13 5 4-15,-7 6 9 16,-27 3-13-16,-29-1 45 16,-18 5-33-16,-8-7 36 15,6-4-48-15,18-9 12 16,23-11-24-16,28-8 12 0,9-2-31 15,63-2-14 1,51-2 15-16,46-6 6 0,21 0-215 16,-9 0-121-16,-51-4-37 15,-47-1-561-15</inkml:trace>
  <inkml:trace contextRef="#ctx0" brushRef="#br0" timeOffset="-121950.22">22741 9068 765 0,'0'0'300'0,"0"0"-168"16,0 0-125-16,0 0 66 15,0 0 44-15,0 0-46 16,0 0 28-16,-2 0-1 15,2 0-49-15,-2 0 77 0,0-3-82 16,2 3-12-16,-2 0-17 16,2 0-15-16,-3 0 58 15,3 0-14-15,0 0 9 16,0 0 94-16,0 0-54 16,0 0 20-16,0 0-9 15,0 0-15-15,0 0 52 16,0 0-64-16,16 0-39 15,6 0 67-15,14-1-104 16,11-2 20-16,7 2-21 16,0-3 12-16,2 1-33 15,7 3-75-15,-16 0-284 16,-16-2-644-16</inkml:trace>
  <inkml:trace contextRef="#ctx0" brushRef="#br0" timeOffset="-120534.74">13267 11923 1205 0,'0'0'573'16,"0"0"-408"-16,0 0 32 15,0 0 8-15,0 0-62 16,0 0 14-16,0 0-66 15,0 0-55-15,3-5 60 16,5-2-56-16,10-3-15 16,5-2 19-16,8 0-43 15,7 0 30-15,9 2-31 16,4 2 0-16,5 4-40 0,4 1-13 16,25 0-191-1,-14 0-322-15,-7-5-821 0</inkml:trace>
  <inkml:trace contextRef="#ctx0" brushRef="#br0" timeOffset="-115489.9">1620 14872 1500 0,'0'0'221'0,"0"0"-54"15,0 0-39-15,0 0 21 16,0 0-35-16,0 0-13 16,-29-42-20-16,29 41 16 15,-2 1 3-15,-1 0 50 16,3 0-88-16,-2 0-6 15,2 0-14-15,0 0-27 16,0 0 28-16,0 0-43 16,0 0 0-16,0 0 6 15,0 0 3-15,0 0 0 16,0 0 9-16,16 0-5 0,13 0-5 16,13 0 4-16,14-4-11 15,11 0-1 1,7-1 0-16,-1 1-21 0,-2 3-44 15,12 1-146-15,-19 0-144 16,-14 0-476-16</inkml:trace>
  <inkml:trace contextRef="#ctx0" brushRef="#br0" timeOffset="-115225.54">1736 14955 2134 0,'0'0'518'16,"0"0"-336"-16,0 0-59 16,0 0-45-16,0 0-7 15,0 0-62-15,0 0 12 16,167-14-21-16,-89 12-19 15,5 2-14-15,-3 0-102 16,14 6-206-16,-23-1-195 16,-15-5-453-16</inkml:trace>
  <inkml:trace contextRef="#ctx0" brushRef="#br0" timeOffset="-115038.83">2577 14682 1239 0,'0'0'1436'0,"0"0"-1408"16,0 0-28-16,0 0 0 16,0 0 39-16,70 106 4 15,-67-41-6-15,-3 12-19 16,-9 8-18-16,-22 1-60 16,-32 25-14-16,8-21-175 15,1-22-394-15</inkml:trace>
  <inkml:trace contextRef="#ctx0" brushRef="#br0" timeOffset="-114352.68">3600 14945 887 0,'0'0'723'0,"0"0"-513"16,0 0-2-16,0 0-31 16,0 0-53-16,0 0-106 0,0 0-6 15,113-32 35 1,-109 90 8-16,-4 14 44 16,0 0 10-16,0-1-79 15,0-7 6-15,0-12-35 0,14-12-1 16,13-8 0-16,9-16-83 15,8-11-1-15,3-5-48 16,15-38-162-16,-10-8-244 16,-14-3-364-16</inkml:trace>
  <inkml:trace contextRef="#ctx0" brushRef="#br0" timeOffset="-114083.61">4090 15008 1175 0,'0'0'271'0,"0"0"-86"16,-22 139 46-16,13-42-13 15,2 25 11-15,-4 32-62 16,-2 17-5-16,-3-11-13 0,-5-13-62 16,0-25-47-16,0-19 15 15,-1-28-54-15,2-22 4 16,-2-12-2-16,-5 3 11 16,-2-7-6-16,2-7-8 15,8-20 0-15,9-10 39 16,10-46-17-16,29-56-22 15,47-49-71-15,27-19 30 16,17 7 29-16,0 27-89 16,-24 42-25-16,0-5-97 15,-31 31-278-15,-18 16-390 0</inkml:trace>
  <inkml:trace contextRef="#ctx0" brushRef="#br0" timeOffset="-113864.82">4817 14137 2440 0,'0'0'38'0,"-62"142"-38"16,-21 6-56-16,-8 39 56 15,6 6-22-15,27-33-67 16,29-61-295-16,20-41-1105 0</inkml:trace>
  <inkml:trace contextRef="#ctx0" brushRef="#br0" timeOffset="-113505.97">5037 15147 2469 0,'0'0'463'16,"0"0"-373"-16,0 0-8 15,0 0-48-15,0 0-5 16,0 0-10-16,177-23-13 16,-104 23 8-16,3 0-14 15,-5 13-27-15,-13 13-41 16,-33 23-125-16,-16-7-314 15,-9-5-510-15</inkml:trace>
  <inkml:trace contextRef="#ctx0" brushRef="#br0" timeOffset="-113381.74">4950 15538 2340 0,'0'0'644'16,"0"0"-644"-16,0 0 0 15,150 0-10-15,-30 0 10 16,21 0-127-16,-21-4-231 15,-28-8-1301-15</inkml:trace>
  <inkml:trace contextRef="#ctx0" brushRef="#br0" timeOffset="-107758.03">9455 13529 127 0,'0'0'554'0,"0"0"-346"16,0 0-84-16,0 0 52 16,0 0 94-16,0 0-43 0,0 0-36 15,-28 0 16-15,28 0-27 16,0 0-45-16,0 0-36 16,0 0 24-16,0 0-6 15,0 0-61-15,0 0 4 16,0 0 10-16,0 0-37 15,0 0 14-15,0 0-28 16,0 0 2-16,11-2 18 16,6-10-39-16,8-7-42 15,4-10 21-15,2-3-46 16,0-4-38-16,0-3-54 16,-4 2-8-16,-4 1 70 15,-5 0-21-15,-7 3 64 16,-7 8 54-16,-4 3 46 15,0 5 108-15,0 8-23 0,0 2-3 16,0 5-63-16,0 2-65 16,0 0-17-16,0 14 5 15,-6 18 12-15,-6 16 14 16,1 13 35-16,-2 8-21 16,1 4-2-16,4-1-26 15,-1-6-44-15,5-4-57 16,-6-1-137-16,6-15-302 15,-3-19-656-15</inkml:trace>
  <inkml:trace contextRef="#ctx0" brushRef="#br0" timeOffset="-107303.77">8885 13733 1136 0,'0'0'612'16,"0"0"-414"-16,0 0 66 15,0 0 19-15,0 0-48 16,0 0-69-16,0 0-112 16,49 0-44-16,2 0 30 15,34 0-39-15,42 2 23 16,40 5-15-16,15 1 13 15,-1-2 40-15,-9-3-56 16,-20 0 3-16,-7 1 12 16,-10-4-11-16,-27 0-20 15,-25 0-1-15,-23 0-32 0,-14 0 5 16,10 6-77 0,-10 1-191-16,-7-4-360 0</inkml:trace>
  <inkml:trace contextRef="#ctx0" brushRef="#br0" timeOffset="-106670.79">9145 14115 1416 0,'0'0'588'0,"0"0"-389"16,0 0-161-16,0 0-1 15,0 0 34-15,0 0-25 16,117-67-6-16,-101 67 5 0,-6 23-23 16,-7 9 66-1,-3 12 17-15,-5 12-20 0,-19 4 19 16,-5 2-49-16,-3-5-30 15,3-9 26-15,10-10-39 16,3-12 3-16,9-12-15 16,5-6-7-16,2-8 6 15,0 0-23-15,11-8 2 16,14-18 11-16,6-17-93 16,4-10-140-16,-3-5-121 15,-8 9 120-15,-11 9 245 16,-9 18 129-16,-4 8 82 15,0 11 10-15,0 3-119 0,0 0-62 16,-2 19-18 0,-2 7 32-16,4 8 9 0,0-2-38 15,6 2-23-15,19-2-4 16,11-4-61 0,20-11-86-16,-7-7-77 0,-7-10-511 15</inkml:trace>
  <inkml:trace contextRef="#ctx0" brushRef="#br0" timeOffset="-106519.88">9583 14284 1974 0,'0'0'739'16,"0"0"-685"-16,0 0-45 0,0 0-18 16,125 0-12-1,-77 3 7-15,33 7-57 0,-15-6-398 16,-5 0-616-16</inkml:trace>
  <inkml:trace contextRef="#ctx0" brushRef="#br0" timeOffset="-105733.03">10171 14239 975 0,'0'0'818'16,"0"0"-583"-16,0 0-47 16,0 0-18-16,0 0 6 0,0 0-28 15,0 0-132 1,52-18-14-16,-33 18 1 0,1 0 3 16,-6 2 9-16,-9 18-15 15,-5 7 9-15,-12 10 35 16,-24 7-8-16,-12 5 3 15,-6-3-11-15,1-7-22 16,11-8 21-16,10-9-27 16,14-8 0-16,14-5 6 15,4-8-6-15,0 1-1 16,22-2-33-16,12 0 29 16,10 0-5-16,7 0-27 15,3-9-108-15,1-5-26 16,-1-1-101-16,-3-3-59 0,-7-2-215 15,-5-2 46-15,-10 0-323 16,-9 0 823-16,-7 4 823 16,-6 5-212-16,-5 5-214 15,0 4-68-15,-2 4-141 16,0 0-102-16,0 0-77 16,0 3-7-16,5 12-2 15,-1 6 91-15,8 2-59 16,3 0-5-16,7-5 15 15,5-5-24-15,2-4-12 16,0-9-6-16,2 0-75 0,-2-7-26 16,-5-14-55-1,-3-7-100-15,-3 0-77 0,-7 3 58 16,-5 4 275-16,-4 6 173 16,0 13 10-16,-2 2-114 15,0 17-60-15,0 14 161 16,-2 18-6-16,-9 9-55 15,-2 5 13-15,-3 7 0 16,-4-1-37-16,-4-3-4 16,-3-7-50-16,-2-10-5 15,-2-8 14-15,-2-11-7 16,0-10 18-16,6-11-35 16,8-9 5-16,15 0 91 15,4-26-41-15,9-18-71 16,28-5-6-16,15-9-20 0,17-1-7 15,9 3-69-15,34-7-114 16,-21 12-383-16,-17 7-834 0</inkml:trace>
  <inkml:trace contextRef="#ctx0" brushRef="#br0" timeOffset="-104533.09">11355 13880 1622 0,'0'0'707'0,"0"0"-552"16,0 0 44-16,0 0-18 0,0 0-69 16,0 0-70-16,0 0-42 15,160-48 1-15,-100 41 17 16,3 0-18-16,2 7-6 16,26 0-109-16,-15 0-236 15,-12 0-308-15</inkml:trace>
  <inkml:trace contextRef="#ctx0" brushRef="#br0" timeOffset="-103876.66">12526 13619 1265 0,'0'0'629'16,"0"0"-435"-16,0 0-118 15,0 0-28-15,0 0-34 16,0 0 51-16,0 0-42 15,62-88-12-15,-62 88-11 0,0 0-47 16,0 0-34 0,-8 3-49-16,-5 10 45 0,-3-3 53 15,3 2-62-15,3-6 42 16,2 1 22-16,4-6 30 16,2-1 3-16,0 0 49 15,2 0 37-15,-3 0 118 16,1 0-41-16,0 0-86 15,0 0-14-15,2 0-44 16,0-1 6-16,0-1-28 16,0 0 2-16,0 2-11 15,6-3 9-15,8-1-32 16,4 2 24-16,-2 2-10 0,-1 0 18 16,-3 0 0-1,-6 0 0-15,-6 9 4 0,0 13-2 16,-6 11 4-16,-23 7 23 15,-12 5-15-15,-3-1 8 16,-6-1-6-16,6-8-7 16,9-7 40-16,10-8-41 15,9-4 10-15,14-11 0 16,2 0-2-16,14 3 29 16,21-4-1-16,16 4-18 15,11-3 2-15,10-5-28 16,3 2-19-16,28-2-53 15,-21 0-261-15,-12 0-629 0</inkml:trace>
  <inkml:trace contextRef="#ctx0" brushRef="#br0" timeOffset="-103419.79">13045 13655 1964 0,'0'0'208'0,"0"0"-208"15,0 0-29-15,0 0 29 16,0 0 137-16,0 0-11 16,-10 104-56-16,10-72-3 15,5 2-38-15,11-15 12 16,4 1-7-16,2-12-34 0,2-4 0 15,3-4-36-15,-2 0-2 16,2-16-70-16,-5-12-129 16,-5-2-34-16,0-2-215 15,-9 6 170-15,-1 8 316 16,-5 13 294-16,-2 5-153 16,0 9-82-16,0 23 185 15,-9 16 59-15,-4 8-59 16,-3 8-51-16,-2 0-20 15,-4 3-67-15,-7-13-38 16,-6-4 23-16,-8-8-57 0,-6-8 2 16,-4-8 20-1,-1-9-55-15,5-8 12 0,7-5-13 16,6-4-51-16,18-18-18 16,9-8-157-1,9-6-469-15</inkml:trace>
  <inkml:trace contextRef="#ctx0" brushRef="#br0" timeOffset="-103037.77">13624 13825 1938 0,'0'0'805'0,"0"0"-805"16,0 0-5-16,0 0 5 16,0 0 42-16,0 0-23 15,0 0-19-15,134-25-53 16,-97 4-83-16,-6-2 4 16,-10-1 16-16,-17 0-42 15,-4 5-49-15,-15 5 207 16,-16 9 20-16,-5 5 142 15,2 0 12-15,6 24-39 16,5 8-8-16,7 8 11 16,12-1-74-16,4 7 7 0,7-2-49 15,22-5 12-15,11-5 4 16,13-8-38-16,9-7-54 16,33-16-98-16,-15-3-235 15,-8 0-393-15</inkml:trace>
  <inkml:trace contextRef="#ctx0" brushRef="#br0" timeOffset="-101851.06">14052 13191 658 0,'0'0'973'0,"0"0"-733"0,0 0-172 16,0 0 59-16,0 0-18 16,0 0 29-16,0 0-29 15,0-11-76-15,9 3-3 16,7 0-30-16,3 0-9 15,4 2 9-15,-1 6-4 16,-1 0 3-16,-6 6 1 16,-11 18 0-16,-4 8 28 15,-6 9 6-15,-28 3 51 16,-5 2 7-16,-7-6-11 16,7-10-14-16,10-8-52 15,13-10-9-15,13-9 22 16,3 2-28-16,9-5-15 0,23 0-23 15,12 0-15-15,8 0-102 16,19-28-189-16,-15 0-313 16,-10-2-886-16</inkml:trace>
  <inkml:trace contextRef="#ctx0" brushRef="#br0" timeOffset="-101153.63">14335 13251 1622 0,'0'0'351'16,"0"0"-265"-16,0 0-36 15,0 0 69-15,0 0 19 0,0 0-36 16,64 112 8-16,-61-74 1 16,-3 0-71-16,0-4 5 15,0-8-19-15,-3-5-26 16,-1-10 9-16,4-5-9 16,0-4-6-1,0-2 5-15,0 0-67 0,14-22 36 16,8-14-139-16,0-10-196 15,-1 0 24-15,-8 3 217 16,-4 16 126-16,-7 13 339 16,-2 9-94-16,0 5-110 15,0 5-46-15,0 15-9 16,0 8 45-16,0 2-65 0,0 0-17 16,2-2 13-1,16-7-52-15,4-2-2 0,5-11 8 16,2-8-10-16,2 0 0 15,1-8-81-15,-6-16-78 16,-3-3 44-16,-8-2-69 16,-4 5 56-16,-6 7 128 15,-3 8 112-15,0 7 11 16,-2 2-70-16,3 0-11 16,1 0-3-16,2 2-29 15,5 7 4-15,5 2 24 16,5-3-30-16,2-3-14 15,4-5 6-15,-2 0-52 16,-2-12-8-16,-6-9-48 16,-3-5-69-16,-6-4-1 0,-3 1 86 15,0 10 92-15,-3 4 158 16,0 12 49-16,0 3-143 16,3 11-37-16,-5 25-27 15,0 14 132-15,0 16-34 16,0 4 8-16,-16 2-39 15,-4-10-12-15,-7-12-4 16,0-9-30-16,1-12-9 16,3-12 20-16,6-4-25 15,10-9-1-15,4-4-5 16,3 0 17-16,16-15 34 16,24-12-52-16,20-11-79 15,54-18 6-15,-12 8-177 16,-5 5-423-16</inkml:trace>
  <inkml:trace contextRef="#ctx0" brushRef="#br0" timeOffset="-100195.73">15535 13728 1450 0,'0'0'827'15,"0"0"-507"-15,0 0-123 16,0 0-54-16,0 0-17 15,0 0-116-15,0 0 8 16,149 16-18-16,-82-8-12 16,4-2-26-16,5 2-61 15,28-4-146-15,-19-2-135 16,-9-2-408-16</inkml:trace>
  <inkml:trace contextRef="#ctx0" brushRef="#br0" timeOffset="-99974.61">16469 13673 1408 0,'0'0'740'16,"0"0"-740"-16,0 0 59 15,0 0-59-15,0 0 111 16,0 0 17-16,-27 106 32 16,27-75-71-16,0 1-17 15,15-3-32-15,12-10-8 16,4-5 16-16,9-9-48 15,7-5-1-15,5 0 0 0,-4-26-153 16,6-27-93-16,-14 5-132 16,-11 1-425-16</inkml:trace>
  <inkml:trace contextRef="#ctx0" brushRef="#br0" timeOffset="-99775.16">16843 13647 1388 0,'0'0'405'16,"0"0"-278"-16,0 0-25 15,0 0 121-15,-20 153 28 16,7-85-95-16,-1 8-22 15,-3 1-16-15,-2-7-81 16,-3-7 17-16,0-8-36 16,-5-13 8-16,-2-12 20 15,-4-10-37-15,-2-10-9 0,-4-10 7 16,3 0-6-16,5-7-2 16,9-18-34-16,22-33-78 15,0 8-192-15,14 1-837 0</inkml:trace>
  <inkml:trace contextRef="#ctx0" brushRef="#br0" timeOffset="-99119.55">17325 13321 1255 0,'0'0'170'0,"0"0"-140"15,0 0-7-15,0 0 108 16,0 0-30-16,0 0-31 16,0 0 54-16,-31-5 21 15,28 1-14-15,3 1-41 16,-2-1 33-16,2 1-75 0,0 1 10 15,0 0-12-15,0 1-20 16,0-1 12-16,0-2 2 16,0 1-19-16,0 2 40 15,0 1-54-15,0-3 14 16,0-1-3-16,0 3-17 16,0-3 15-16,0-3 2 15,0 4 3-15,9-4 36 16,8 2-56-16,10 1-2 15,2 4-9-15,0 0-6 0,-2 2 15 16,-13 19-12-16,-12 7 13 16,-2 9 45-1,-29 5-10-15,-12 2 37 0,-1-2-14 16,7-8-57 0,10-10 4-16,14-8-5 0,11-4 0 15,13-2-6 1,29 2 6-16,21 0-1 0,15-4-65 15,38-4-118-15,-18-4-361 16,-20 0-596-16</inkml:trace>
  <inkml:trace contextRef="#ctx0" brushRef="#br0" timeOffset="-97076.74">6174 15279 788 0,'0'0'408'0,"0"0"-136"0,0 0-13 15,0 0-76-15,0 0-10 16,0 0 26-16,0 0-63 16,2-46 31-16,5 41-82 15,4-2-45-15,5-1 3 16,6 0-43-16,7-2 0 16,12 2-4-16,5-2 5 15,10 3-2-15,4 0 0 16,2-2 1-16,5 0 2 15,-2 5-2-15,-1-1 0 16,4 1-6-16,1-1 7 16,-1 3-2-16,4 2 1 15,2-1 0-15,-1 1-6 0,1-5 2 16,-1 1 4 0,1-2-6-16,-5 2 13 0,2 0-7 15,-1-2 0-15,1 2 1 16,0 0-3-16,1 0-1 15,-3 0 3-15,-1 0 0 16,-1 0 6-16,-1-1-7 16,-2 5 1-16,1-5 0 15,-1 1-1-15,1 2 1 16,-1-2 0-16,1 0-2 16,-1 4 4-16,-1-4-2 15,0-2 0-15,-1 3 1 16,-5 3-2-16,5 0-4 15,-8 0 5-15,4 0 0 0,1 0 2 16,-4 0-2-16,3 0 0 16,-2 6-3-16,-3-3 1 15,1 1-8-15,-5 0 10 16,-2 0-9-16,0 2 9 16,-3-1-2-16,1-5-21 15,1 5-19-15,2-3 8 16,1 0-5-16,-1-2 39 15,4 0-5-15,2 0 6 16,2 0-1-16,3 0 0 16,6 0 0-16,0-2-8 15,4-2 4-15,7 1 4 16,6 3-3-16,27-5 5 0,25 5-3 16,29 0 1-1,8 0-6-15,-3 0 5 16,-10 0 1-16,-9 0 0 0,7 0 8 15,2 0-7-15,-2 5-1 16,1-5 0-16,-5 5 9 16,-6-3-18-16,1 0 9 15,-2 1 0-15,-2 2-6 16,-1-5 7-16,-1 0-1 16,-2 0 1-16,0 0 8 15,0 0-18-15,-1 0-9 16,-4 0-7-16,-3-4 18 15,-4-6-5-15,-4-2 5 16,-3-2 6-16,-2 0 2 16,1-2 0-16,-3 0-1 0,2 4-1 15,2-6-5-15,3 1 7 16,6-3-1-16,0 1 6 16,0 0-5-16,5 2-1 15,0 0 6-15,2 5 15 16,6-1 17-16,1 1-38 15,2-2 0-15,5 0-7 16,1-3-8-16,3 3 9 16,0 4 4-16,0-2 2 15,-3 9 33-15,-1-2-4 16,-1 5-9-16,1 0-11 16,5 0-9-16,3 0 0 15,6 0-27-15,3-2 0 0,2-2 21 16,7 0 3-16,0 2 3 15,5 0 31-15,1 2-19 16,5 0 13-16,10 0-25 16,3 0 1-16,8 0 7 15,3 0-8-15,1 0-7 16,-2-4 6-16,-7 2 2 16,-1-2 20-16,-5 0 5 15,-1 4-4-15,0 0 18 16,-4 0-40-16,-7 0 0 15,-7 0 0-15,-10 0-6 16,-12-4 4-16,-13 0-14 0,-28 2 16 16,-26 2-6-16,7 0-30 15,-31 0-160-15,-10 0-437 0</inkml:trace>
  <inkml:trace contextRef="#ctx0" brushRef="#br0" timeOffset="-93639.76">7666 16353 393 0,'0'0'1075'15,"0"0"-768"-15,0 0-68 16,0 0 1-16,0 0 27 15,0 0-86-15,-70-104-46 16,70 87-40-16,0 3-42 16,2 0-32-16,23-4 0 0,13 0-21 15,7 4-1-15,9 10-12 16,-6 4 1-16,-3 0 10 16,-14 22-16-16,-16 17-3 15,-15 12 20-15,-6 12 2 16,-32 4 3-16,-15 3 2 15,-8-1-6-15,1-14 15 16,9-14-15-16,11-12 1 16,17-15 31-16,15-7-31 15,8-7 5-15,0 0-6 16,26 0 0-16,23 0 0 16,19-4 0-16,11-10-30 15,10 2-9-15,-2 2-157 16,7-3-78-16,-22 4-271 15,-21-1-390-15</inkml:trace>
  <inkml:trace contextRef="#ctx0" brushRef="#br0" timeOffset="-93217.78">8325 16266 1283 0,'0'0'240'15,"0"0"-176"-15,0 0 48 16,0 0 56-16,0 0 21 16,0 0-80-16,0 0 99 0,50 80 14 15,-79-11-84 1,-5 1-32-16,1-1-30 0,4-8-55 16,8-13 20-1,11-12-40-15,5-12 12 0,5-7-13 16,0-13-7-16,20-4-11 15,11-4 12-15,10-27-27 16,3-15-85-16,-2-19-158 16,-1-8-107-16,-12 3-147 15,-10 12 530-15,-12 22 115 16,-7 21 424-16,0 15-402 16,-20 10-73-16,-2 26-1 15,2 8 63-15,6 5 8 16,14-3-78-16,0-2-6 0,23-4-32 15,19-4-18-15,14-14 0 16,10-4-76-16,28-18-164 16,-14 0-114-16,-15 0-596 0</inkml:trace>
  <inkml:trace contextRef="#ctx0" brushRef="#br0" timeOffset="-92009.35">8693 16554 978 0,'0'0'1068'15,"0"0"-768"-15,0 0-220 16,0 0-25-16,0 0-6 16,0 0 50-16,126-11-24 15,-67-12-56-15,8-6 11 16,2-7-22-16,-2-4-2 16,-5-5-6-16,-8 4-48 15,-12 0 2-15,-17 7-50 16,-19 6 25-16,-6 10 29 15,-17 4-1-15,-21 14 31 16,-11 0 12-16,-3 24 27 0,4 10 33 16,9 9-1-1,15 5 29-15,17-3 3 16,7 3-32-16,18-7 4 0,24-5-20 16,12-6-25-16,13-12-18 15,2-8-61-15,5-10-116 16,15-14-82-16,-18-16-396 15,-17-2-919-15</inkml:trace>
  <inkml:trace contextRef="#ctx0" brushRef="#br0" timeOffset="-91122.93">9502 15819 902 0,'0'0'508'0,"0"0"-387"0,0 0 4 16,0 0-20-16,0 0 29 15,0 0-18-15,0 0-94 16,16-58-13-16,-7 50-1 16,0 0-8-16,-5 4 65 15,-2 1 28-15,-2 3-12 16,0 0 26-16,0 0-68 15,0 0-33-15,0 0-6 16,-6 0-33-16,1 0 6 16,-1 0-5-16,-1 0 15 0,2 0 4 15,3-1 26-15,2-1-1 16,0-2 43-16,0 0-21 16,16-6-34-16,1-2-126 15,6 2 54-15,-5 2 70 16,-3 7 2-16,-8 1 3 15,-2 0 61-15,-5 1-54 16,0 21 73-16,-14 7-37 16,-13 12-3-16,-6-1 58 15,0-2-32-15,1-4 5 16,10-12-2-16,11-3-53 16,9-11 1-16,2 2-20 15,11-3 0-15,22 7 4 16,12-7-4-16,9-4-115 15,25-3-87-15,-14-1-186 16,-11-16-398-16</inkml:trace>
  <inkml:trace contextRef="#ctx0" brushRef="#br0" timeOffset="-90348.57">9824 15758 1302 0,'0'0'524'0,"0"0"-353"15,0 0-21-15,0 0-31 16,0 0-70-16,0 0-36 16,0 0 64-16,29-9-26 15,-23 21 20-15,-4 6 24 16,-2 5-11-16,0 4-2 0,0 1-39 16,0-2-32-16,-4-3 16 15,2-9-26-15,2-2-2 16,0-8-4-16,0-4-36 15,11 0 40-15,5 0-28 16,1-16-26-16,3-9-28 16,0-5-90-16,-4-2-49 15,-5 10 71-15,-4 4 151 16,-5 9 164-16,1 9-51 16,-1 0-57-16,0 6-25 15,6 11 72-15,3 5-32 16,7 0-29-16,3-4-15 0,4-8-10 15,-2-2-17-15,2-8-23 16,0 0-6-16,-1 0-85 16,-4-18-9-16,-2 0-43 15,-5 3 14-15,-6 4 152 16,-2 2 44-16,-5 4 147 16,2 5-32-16,0 0-101 15,2 0-24-15,3 0 5 16,7 0-32-16,1 0 22 15,5 5-29-15,5-5 1 16,4 0-2-16,-2 0-65 16,-1 0-73-16,-6-12 53 15,-4-9-33-15,-5-1 45 0,-2-2 17 16,-5 4 57 0,1 6 99-16,-3 6 47 0,-2 4-17 15,0 4-129-15,0 9-6 16,0 22 6-16,0 19 23 15,0 17 72-15,0 12 23 16,-11 10-24-16,-9 1-26 16,-7-5 16-16,-4 0-26 15,-2-15-13-15,-4-12-22 16,4-15-5-16,6-13 16 16,6-12-25-16,7-14 5 15,12-4 26-15,2-4-7 16,16-32-33-16,23-19-22 15,17-15-28-15,15-2 34 16,14 1-155-16,33-8-177 0,-20 23-325 16,-13 13-854-16</inkml:trace>
  <inkml:trace contextRef="#ctx0" brushRef="#br0" timeOffset="-88943.99">11303 16397 1007 0,'0'0'372'16,"0"0"-178"-16,0 0-3 15,0 0-6-15,0 0 4 16,0 0-13-16,0 0-61 16,-4 0-3-16,4 0-4 15,0 0-12-15,0 0 14 16,12 0-53-16,5 0-36 15,12 4 0-15,11-1-12 0,9 4-18 16,5 1 3-16,2-4-8 16,0 0-54-16,-1 0-110 15,9-4-72-15,-15 0-127 16,-11 0-384-16</inkml:trace>
  <inkml:trace contextRef="#ctx0" brushRef="#br0" timeOffset="-88760.63">11640 16325 1910 0,'0'0'284'0,"0"0"-208"15,-44 111 70-15,23-48-5 16,4 4-35-16,1 8-58 16,5-7-36-16,2-1-12 15,6-9-73-15,3 0-91 16,10-14-89-16,9-16-524 0</inkml:trace>
  <inkml:trace contextRef="#ctx0" brushRef="#br0" timeOffset="-88207.94">12748 16346 1122 0,'0'0'587'0,"0"0"-307"15,0 0 47-15,0 0-57 16,0 0-103-16,0 0-103 15,0 0-63-15,67-97-1 16,-38 97-21-16,0 5 21 16,-7 22 12-16,-13 12-11 15,-9 10 28-15,-15 18-1 16,-32 5 11-16,-16 7 6 16,-6-10-28-16,7-11-16 15,13-19 31-15,15-13-23 16,16-15-3-16,16-3 7 15,2-4-13-15,22-4-14 0,26 0-11 16,16 0 19 0,14-16-68-16,38-17-230 0,-20 3-237 15,-16 2-187-15</inkml:trace>
  <inkml:trace contextRef="#ctx0" brushRef="#br0" timeOffset="-87427.36">13178 16375 1428 0,'0'0'406'16,"0"0"-249"-16,0 0-57 15,0 0 9-15,0 0 15 0,0 0 42 16,116 80-4 0,-116-27-42-16,0 5-17 0,-18-5-63 15,-1-2-15-15,2-12-5 16,5-8-19-16,7-13 1 15,5-13-2-15,0-5-32 16,0 0 17-16,20-5-31 16,11-27-35-16,20-43-185 15,-3-5-411-15,-11 8-128 16,-10 18 666-16,-27 42 139 16,0 12 925-16,0 0-568 15,-9 12-238-15,-7 12-12 16,-2 10 25-16,5 3 26 15,9 2-61-15,4-3-58 16,4-6 17-16,25-5-35 0,11-9-1 16,5-7-14-16,4-9-6 15,-2 0-51-15,-5-18-67 16,-7-8-76-16,-8-1-2 16,-6-4-21-16,-11 9 192 15,-5 8 25-15,-5 11 156 16,0 3-96-16,0 7-52 15,0 15 98-15,0 7 5 16,12-4-66-16,5 1-20 16,12-12-2-16,6-4-23 15,4-10-50-15,-1 0-39 16,-3-17-187-16,-2-34-92 16,-8-2-240-16,-7-5 98 0,-5 12-27 15,-11 31 537-15,1 9 869 16,-3 6-241-16,0 0-481 15,0 18-101 1,0 22 162-16,0 18 14 0,-9 14 23 16,-7 27-125-16,-11 21 24 15,1-7-31-15,-1-12-60 16,0-12 3-16,3-23-38 16,-5 2-10-16,-2-2 25 15,-1-11-27-15,-1-20-5 16,-2-12 17-16,-1-20-16 15,0-3 18-15,10-30-20 16,16-16 0-16,10-20-8 16,33-6-14-16,23-4-7 0,18 5 13 15,8 13-13-15,26 9-1 16,31 4-92-16,-20 11-236 16,-16 9-354-16</inkml:trace>
  <inkml:trace contextRef="#ctx0" brushRef="#br0" timeOffset="-86051.6">14841 16520 1137 0,'0'0'611'0,"0"0"-427"16,0 0 97-16,0 0-7 15,0 0-32-15,0 0-98 0,0 0-65 16,-2-3 12-16,4 3-64 15,19-4-2-15,14 4-11 16,16-5-1-16,11 0-26 16,8 1 11-16,1 0-50 15,-2-2 12-15,-2 4-156 16,13-4-107-16,-18-6-316 16,-14 2-1092-16</inkml:trace>
  <inkml:trace contextRef="#ctx0" brushRef="#br0" timeOffset="-85728.02">15267 16290 2145 0,'0'0'491'0,"0"0"-486"16,0 0-5-16,0 0 0 15,0 0 15-15,-60 155 52 16,39-80-55-16,2 6-12 15,1-5-14-15,5-8-58 0,3 7-48 16,4-17-194 0,4-18-475-16</inkml:trace>
  <inkml:trace contextRef="#ctx0" brushRef="#br0" timeOffset="-84695.63">17352 15954 221 0,'0'0'634'0,"0"0"-634"16,0 0-817-16</inkml:trace>
  <inkml:trace contextRef="#ctx0" brushRef="#br0" timeOffset="-83771.78">17563 15976 1547 0,'0'0'366'0,"0"0"-152"16,0 0-59-16,0 0-11 15,0 0-40-15,0 0-52 0,24-111-52 16,5 82-55-1,2 4-6-15,-2 7 54 16,-4 4-32-16,-7 10 29 16,-11 4 10-16,-7 0 0 0,0 22 15 15,-16 14 16-15,-15 8 10 16,-11 2 3-16,-3-1-33 16,3-13 24-16,4-6 43 15,11-12-49-15,9-6 0 16,9-4-29-16,5-4 7 15,4 0 27-15,0 0-34 16,0 0 0-16,0 0 13 16,0 0-13-16,0-4-27 15,0 0-40-15,0 0 67 0,0 2 18 16,0 2-18-16,0 0 0 16,0 0-6-16,0 0 6 15,0 0 0-15,0 0 0 16,0 0 2-16,0 0 4 15,0 0 1-15,0 0 20 16,0 0 37-16,0-2-29 16,0-5 8-16,0 0-22 15,0-7-21-15,11-8-16 16,9-10-23-16,11 1-94 16,7-5 0-16,5 4 25 15,-1 6 48-15,-2 8 20 16,-9 9 37-16,-9 9 3 0,-8 0 15 15,-12 14 6-15,-2 13 90 16,-14 17-15-16,-25 5-6 16,-17 9-19-16,-15 0-22 15,-10-4 2-15,1-6-41 16,6-11 2-16,12-5 22 16,15-15-32-16,16-8-4 15,16-6 2-15,12-3-4 16,3 0-5-16,20-2 1 15,16-8-57-15,6-4 15 16,5 11 30-16,-2 3 20 16,-3 3 19-16,-2 15-10 15,2 4 35-15,6 0-10 0,10 1-18 16,8-5 29-16,14-8-37 16,3-6-8-16,-3-4-48 15,12 0-204-15,-21-11-274 16,-18-5-842-16</inkml:trace>
  <inkml:trace contextRef="#ctx0" brushRef="#br0" timeOffset="-83366.79">16473 16612 1774 0,'0'0'791'15,"0"0"-603"-15,0 0-145 16,0 0 16-16,0 0 12 16,225 0-35-16,-28 3-13 15,38-3-4-15,26 0 23 16,5-17-24-16,-17 2 28 0,3-2 7 16,-15 8-37-16,-21 6-16 15,-29-2-3-15,-44 5-30 16,-41 0-13-16,-38 0-122 15,-6 5-160-15,-15 2-251 16,-11-2-496-16</inkml:trace>
  <inkml:trace contextRef="#ctx0" brushRef="#br0" timeOffset="-82136.69">16752 17070 1564 0,'0'0'356'0,"0"0"-204"0,0 0-152 16,0 0-13-16,0 0 12 16,145-62 1-16,-99 62 0 15,-1 0 93-15,-9 18 50 16,-7 14-45-16,-16 8-6 15,-11 9 18-15,-2 4-13 16,-11 0-26-16,-16-4-10 16,3 0-5-16,-1-17-39 15,10-6-9-15,4-12 0 16,6-5-8-16,5-9-1 16,0 0-33-16,0-5-15 15,18-21-29-15,9-18-138 0,8-11-441 16,1-6 139-16,-5 6 255 15,-11 16 263-15,-13 12 382 16,-7 13 151-16,-5 14-315 16,-17 0-115-16,-5 22-24 15,3 4 37-15,2 11 12 16,10 3-31-16,12 4-42 16,0-3-24-16,29 0-13 15,18-7-18-15,13-10-58 16,45-16-109-16,-16-8-161 15,-6 0-332-15</inkml:trace>
  <inkml:trace contextRef="#ctx0" brushRef="#br0" timeOffset="-81960.74">17605 17169 2160 0,'0'0'612'0,"0"0"-497"16,0 0-82-16,0 0 0 15,0 0-24-15,172 0 0 16,-98 0-9-16,4 0-71 16,18 0-188-16,-19 0-250 15,-19-4-742-15</inkml:trace>
  <inkml:trace contextRef="#ctx0" brushRef="#br0" timeOffset="-80836.77">18586 17195 1450 0,'0'0'327'0,"0"0"-191"15,0 0 42-15,0 0-124 16,0 0 21-16,0 0-54 15,0 0-21-15,56-106 15 16,-31 87-15-16,-1 6 0 16,-4 4 16-16,0 9-14 15,-7 0 23-15,-6 4 25 16,-7 23 23-16,-2 13 43 16,-36 10-8-16,-13 12-20 15,-13 0-25-15,-4-7-27 16,8-9-15-16,9-13-21 15,12-11 0-15,14-12 0 16,6-5-10-16,15-5-17 16,4 0 21-16,9-27-52 15,20-1-160-15,6 2 122 0,6 8 59 16,-6 4 36-16,-3 14-22 16,-6 0 23-16,-6 0 17 15,-2 6 12-15,3 6 13 16,0-2-33-16,8-2 0 15,2-8-9-15,10 0-18 16,-1-4-107-16,0-14-186 16,-3 1-203-16,-4-2 245 15,-12 6 269-15,-7 4 44 16,-7 4 326-16,-5 5-154 0,-2 0-147 16,0 9-6-16,4 13 91 15,5 0-53-15,9-3-24 16,4 1-43-16,7-8-4 15,3-9-30-15,1-3-18 16,0 0-11-16,-2-18-140 16,7-22-78-16,-9 5-344 15,-4 4-292-15</inkml:trace>
  <inkml:trace contextRef="#ctx0" brushRef="#br0" timeOffset="-80609.95">19242 17290 876 0,'0'0'570'0,"0"0"-264"16,-7 133-60-16,-9-61 0 15,-1 8-24-15,-3-3-36 0,-3 3-28 16,-4-14-75-16,0-3-20 16,-2-9-19-16,3-14-14 15,-1-8 11-15,7-11-26 16,7-9 2-16,3-9 17 16,10-3-11-16,0-18 31 15,17-20-54-15,20-18-14 16,21-9-13-16,29-9-27 15,32 2-85-15,30 5-112 16,-20 14-254-16,-25 17-649 0</inkml:trace>
  <inkml:trace contextRef="#ctx0" brushRef="#br0" timeOffset="-79721.64">23325 14739 1020 0,'0'0'613'15,"0"0"-410"-15,0 0-72 16,0 0 24-16,0 0-43 16,0 0-100-16,0 0-12 15,58-2-28-15,-42-5-2 16,-9-1 30-16,-5 3 66 16,-2 0 89-16,0 1-46 15,-15 4-7-15,-1 0-57 0,0 0-27 16,5 0 6-16,6 0-11 15,5 4-13-15,0 10-6 16,19 14-79-16,2-2-69 16,4-9-406-16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5206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87.94225" units="1/cm"/>
          <inkml:channelProperty channel="Y" name="resolution" value="138.46153" units="1/cm"/>
          <inkml:channelProperty channel="T" name="resolution" value="1" units="1/dev"/>
        </inkml:channelProperties>
      </inkml:inkSource>
      <inkml:timestamp xml:id="ts0" timeString="2022-10-21T09:48:18.03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10716 1389 0,'0'-25'47,"0"50"-47,24-50 15,-24 0 1,0 1 62,-24 48 78,-1 1-140,50-50 124,-25 1-124,24-1-16,1 0 16,0-25-1,25-24 1,-26 24 0,1 26-1,-25-1 16,-25 50 16,25-1-47,-49 1 16,24 50 0,0-26-1,0-24 1,1-25-1,73 0 64,-24-25-79,49-24 15,-49 24 1,0 0-1,-25 0 1,0 75 31,-50 24-31,26 25-1,-26-49-15,25-25 16,25 24-1,50-73 48,24-26-47,25 0-16,-24-24 15,-26 49 16,-24-24-15,-25 73 15,-25 1-15,-24 50 0,-1-26-16,50-24 15,0 0 1,25-50 15,25-25 0,24 1-15,-24-1 0,-25 50-1,-50 25 32,0 25-31,-25-1-1,25-24-15,1 0 16,73-50 46,100-49-46,0-26 0,74-24-1,-99 0 1,25 0 0,-149 100-1,-50 48 16,-49 100-31,-25 25 16,-25 25 0,25-75-1,-49 50 1,148-149 0,0 25-1,100-75 16,49 0-15,0-24 0,-25 24-1,0 1 1,-74 49 0,-50 49-1,-49 1 1,24 0-1,-74 49 17,99-74-17,75-25 17,74-50-17,49-74 1,-98 74-1,24 1 1,-99 74 31,-50-1-31,26 1-1,-1-25 1,25 25-1,49-50 17,-24-24-1,25 49-15,-25-25-16,-75 50 62,25 24-46,0-49-16,1 25 15,48-25 32,26-50-31,74-24-1,0-25 1,-49 49 0,24-24-1,-124 74 32,-49 49-31,-1 1-16,-24 24 15,74-24 1,0-25 0,0-25 15,50 0 0,-25-25-15,25 0-1,-50 50 48,-24 0-63,-1 24 16,50-24-1,-25-25 1,25-49 46,-49 73 48,49 1-79,0-74 31,24-1-62,51 0 16,-75 1 0,25 24-1,-75 25 32,-24 25-31,24 0-16,25 24 15,-49 1 1,24-25 0,25-25-1,1 0 1,73 0 15,75-75-31,50-24 16,-75 0-1,-49 74 1,-26-25-16,-48 75 47,-51 74-31,-74 50 15,100-124-16,24-25 1,25 25-16,74-50 31,50-74-15,-74 49 0,0 25-1,-26 25 1,-48 75 15,-51-26-15,50-24 15,1 50-31,-26-51 16,25 1 15,50-25 0,74-25-31,0-24 31,1-1-31,-51 1 32,-98 123 14,-26-24-46,26-1 16,-26 26 0,75-51-1,-25 1 1,100-74 15,-26-1-15,1 0-1,0 26 1,-50-1-16,25 25 31,-25 25 1,-50-1-17,25 26 1,25-25-1,25-25 48,0-25-47,0 25-16,-50 25 62,-25 49-46,0 1-1,26-26 1,-26 51-16,25-51 47,50-49-32,25 0 1,24-99-16,199-75 31,-149 75-15,-25 0 0,-74 74-1,-99 99 16,-1 26-15,-49-26 0,-74 125-1,173-150 1,0-49 15,75 0 0,24-74-15,-24 24 0,-1 0-16,1 1 31,-50 24-15,-25 50 30,0 0-46,1-25 16,24-25 109,0 0-94,0 0-15,0-24 0,49 24-16,-24 0 15,25-49 1,-26 49-1,1 25 64,25-25 46,-1-25-125,1 50 15,0-49 1,-1 49-1,-74 0 79,1 0-78,-1 0-1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10:25:13.79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8464 1145 1024 0,'0'0'499'0,"0"0"-440"16,0 0 79-16,0 0-33 15,0 0 40-15,0 0 114 16,0-4-107-16,0 4-8 16,0 0-63-16,0 0-69 15,0 0 58-15,0 0-70 16,0 0 0-16,0 0-5 0,0 0 15 15,0 0-10-15,0 0 0 16,0 0 8-16,0 0-30 16,0 0 22-16,0 0-41 15,0 0 32-15,0 0-24 16,0 0 33-16,0 0 0 16,0 0 15-16,0 0-18 15,0 0 3-15,0 0-9 16,0 0-10-16,0-2 26 15,0 2-7-15,0 0 0 16,0 0 12-16,0 0-4 16,0 0-8-16,0 0 0 0,0 0 1 15,0 0 0-15,0 0-2 16,0 0 1-16,0 0 0 16,0 0-33-16,0 0 33 15,0 0-9-15,0 0-17 16,0 0 32-16,0 0-6 15,0 0 0-15,0 0 14 16,0 0-15-16,0 0 1 16,0 0 0-16,0 0 46 15,0 0-45-15,0 0 33 16,0 0-30-16,-18 0 29 16,-14 14 1-16,-16 10-34 15,-22 10 0-15,-14 7 8 0,-15 6-1 16,-1-1-7-1,2 0 0-15,11-6 23 16,11-8 1-16,21-7-24 16,19-9 0-16,21-9-3 0,15-7 3 15,6 0-15-15,41-15-9 16,37-30-85-16,11-3 85 16,7-6-78-16,2-2-22 15,-25 12 124-15,-8 0-49 16,-22 12 49-16,-22 12 65 15,-20 8 5-15,-7 10 150 16,-21 2-155-16,-27 0-64 16,-24 16 4-16,-15 12-4 0,-9 10-1 15,2 5 0 1,13 3 27-16,11-5-33 0,21-7 6 16,18-10 0-16,19-10-38 15,12-7 7-15,17-7-105 16,47-7 62-16,9-18-5 15,16-14-27-15,3-7-227 16,-26 2 102-16,-8 1 231 16,-26 11 3-16,-25 13 254 15,-7 11 75-15,-39 8-231 16,-19 0-14-16,-19 22-76 16,-14 15-10-16,-3 10 106 15,3 3-84-15,12 0 1 16,19-6-24-16,18-10 26 0,20-9-44 15,17-12 18-15,5-6-160 16,31-7 76-16,25-7-28 16,20-26-69-16,35-43-206 15,-6-11-301-15,-20 7 33 16,-27 12 618-16,-52 44 37 16,-6 12 771-16,-9 5-244 15,-26 7-182-15,-25 0-214 16,-21 29-105-16,-15 15 124 15,-8 14-45-15,-3 7-57 16,2 5 97-16,12-4-128 16,14-8 11-16,21-12-10 15,23-15 3-15,21-16-42 16,14-11-31-16,32-4-134 0,46-19 172 16,42-39-98-16,3-9-217 15,-7-6-172-15,-21 1 108 16,-32 16 159-16,-5 0 234 15,-11 5 230-15,-23 21 303 16,-22 19-129-16,-9 11-119 16,-39 11-162-16,-24 28-123 15,-21 13 131-15,-9 12-43 16,-4 6-57-16,7 2 102 16,15-8-132-16,18-11 11 15,21-16-12-15,23-13 21 16,20-11-48-16,5-13-51 15,57-2-17-15,54-47 60 16,44-36-76-16,17-17-175 16,-26 5-27-16,-44 23-50 15,-47 35 301-15,-23 15 62 0,-8 8 179 16,-10 7 162-16,-15 9-122 16,-6 0-58-16,-58 42-57 15,-38 32-19-15,-8 0 60 16,6 0-108-16,13-12-24 15,29-20 93-15,6 1-106 16,7-8 0-16,22-12 0 16,23-11-36-16,14-12 5 15,65-6-68-15,67-45 19 16,57-32 22-16,17-20-241 16,-33 9-70-16,-57 26 9 0,-65 30 360 15,-23 20 48-15,-13 3 191 16,-11 10-36-16,-16 5 56 15,-11 8-150 1,-56 40-3-16,-44 28 41 0,-34 16-90 16,5-4 61-16,29-23-109 15,40-28 13-15,33-16 15 16,3-1-37-16,4-3-13 16,13-6 1-16,16-11-72 15,58-11-13-15,67-44-58 16,49-33-83-16,16-17-47 15,-30 17-248-15,-55 28 237 0,-54 32 296 16,-22 18 229-16,-11 4 128 16,-14 6-107-16,-4 0-94 15,-35 22 31-15,-50 32-76 16,-44 30 4-16,-37 15-4 16,8-7-47-16,36-22 59 15,46-26-123-15,33-18 21 16,8-2-18-16,10-6-3 15,19-7-14-15,26-11-26 16,82-34-82-16,63-41 102 16,25-22-224-16,1-7-242 15,-50 25 137-15,-57 30-27 16,-32 23 376-16,-27 14 203 0,-13 6 92 16,-12 6-28-1,-2 0-98-15,-60 38-67 0,-47 31 147 16,-5 1-165-16,3-3 7 15,13-10 12-15,31-21-69 16,7 0 24-16,10-6-58 16,26-11-7-16,24-14-45 15,31-5-44-15,68-34 9 16,47-30 49-16,3-8-248 16,-19 4-50-16,-48 15-213 15,-39 24 367-15,-9 2 182 16,-12 8 279-16,-13 14 58 15,-14 5-37-15,-42 26-180 16,-24 24 74-16,-18 12-90 16,-7 9-54-16,5-1 108 15,15-10-140-15,22-12-3 0,26-14-12 16,22-14-3-16,12-14-18 16,58-6-76-16,51-30 42 15,44-38 51-15,12-22-309 16,-28-2-53-16,-49 22-39 15,-45 25 301-15,-27 23 101 16,-10 8 223-16,-10 8-9 16,-2 6 91-16,-31 16-220 15,-25 26 18-15,-20 12 65 16,-6 8-83-16,1 3 42 16,12-9-121-16,18-14 19 0,24-12-4 15,20-12-21 1,7-12-55-16,42-6 2 0,41-14 31 15,6-19 10-15,14-13-243 16,-5-13-104-16,-29 2 140 16,-11 3 58-16,-24 14 161 15,-30 22 233-15,-6 18-49 16,-42 10-44-16,-24 33-63 16,-14 15 21-16,-5 12 112 15,6 0-158-15,15-2-10 16,22-9 4-16,21-13-35 15,23-17-5-15,11-13-6 16,56-16-8-16,42-23-59 0,5-24-8 16,-5-8-157-16,-14-12-49 15,-23 6 97-15,-5-5 172 16,-9 3-33-16,-24 17 45 16,-30 22 269-16,-6 24-109 15,-42 7-108-15,-21 35 29 16,-13 13-8-16,-1 6 60 15,10 4-103-15,16-9-7 16,19-8 16-16,19-12-39 16,15-12-33-16,17-11-10 15,33-13 12-15,21-5 30 16,14-33-158-16,6-14-100 16,-2-8 84-16,-16-1-58 15,-19 11 206-15,-23 14 27 16,-26 22 248-16,-7 14-35 0,-40 14-145 15,-23 33-42-15,-13 17 148 16,-2 8-102-16,8 2-38 16,14-10 35-16,20-10-69 15,18-15 25-15,18-13-25 16,2-8-128-16,27-12 107 16,35-9-132-16,-4-16-161 15,-9-13-670-15</inkml:trace>
  <inkml:trace contextRef="#ctx0" brushRef="#br0" timeOffset="767.91">7166 1299 887 0,'0'0'331'16,"0"0"-41"-16,0 0-108 16,0 0-65-16,0 0-10 15,0 0-31-15,0 0 136 16,85-110-112-16,-72 98-17 0,-6 3 26 16,-4 8-80-16,-3 1 11 15,0 4-40-15,-25 24 6 16,-8 16 2-16,-13 16 26 15,0 6-19-15,1 3 34 16,7-10-43-16,12-8 10 16,10-15-16-16,11-12-50 15,5-12 49-15,14-12-137 16,28-2 52-16,14-35 69 16,15-18-200-16,5-20-172 15,-5-11 41-15,-11-2 22 16,-17 12 326-16,-16 16 212 15,-18 21 186-15,-9 25 2 0,-14 14-236 16,-26 22-115-16,-16 27 10 16,-13 18-22-16,-2 6 143 15,4 5-140-15,16-4-26 16,16-7 14-16,19-11-28 16,16-12-57-16,2-8-81 15,51-26-139-15,-4-8-36 16,5-2-902-16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22T07:32:41.743"/>
    </inkml:context>
    <inkml:brush xml:id="br0">
      <inkml:brushProperty name="width" value="0.05292" units="cm"/>
      <inkml:brushProperty name="height" value="0.05292" units="cm"/>
      <inkml:brushProperty name="color" value="#FFFF00"/>
    </inkml:brush>
    <inkml:brush xml:id="br1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17244 1391 705 0,'0'0'179'15,"0"0"-111"-15,0 0-19 16,0 0-20-16,0 0-3 16,0 0 70-16,69-52 33 15,-69 46 1-15,0 3-31 16,0-2-25-16,0 1-29 0,0 0-4 16,0 0-41-1,-2 1-57-15,-7 0-90 16,-2 3-40-16,0 0 29 15,-2 0 64-15,1 0-17 0,3 0 68 16,3 0 43-16,4 0 39 16,2 0 73-16,0 0-18 15,0 0-7-15,0 0-14 16,0 0 41-16,0 0 27 16,0-2-67-16,6-2-46 15,5-1 17-15,-1-4-19 16,-2 3-4-16,1 0 16 15,-5 0-36-15,1 1 47 16,0 2 17-16,-3-1 38 16,-2-1 40-16,0 5 5 0,2-3-23 15,-2 1-35 1,0 2-8-16,0 0 3 0,0 0-32 16,-6 0-26-16,-15 0 18 15,-10 8-38-15,-9 18 10 16,-7 10 18-16,-1 15-15 15,2 2 11-15,11 7-32 16,15-3 6-16,17-5 3 16,3-8-9-16,36-7-12 15,18-8-40-15,37-15-124 16,-13-6-124-16,-7-8-488 0</inkml:trace>
  <inkml:trace contextRef="#ctx0" brushRef="#br0" timeOffset="329.3">17456 1506 1393 0,'0'0'859'15,"0"0"-679"-15,0 0-119 16,0 0-41-16,0 0-2 16,0 0 54-16,116-44-43 15,-62 23-27-15,-1-3-2 16,-4-4-49-16,-9-2 35 15,-7-2-9-15,-10 1-3 16,-7 4 25-16,-12 7 2 16,-4 10 36-16,0 10 45 15,0 0-53-15,-12 32-29 0,-5 14 52 16,-1 13-1-16,3 4 23 16,5 2-66-16,8-3 5 15,2-10-13-15,0-8-9 16,16-10-51-16,4-16-93 15,2-13-58-15,5-19-51 16,-2-23-111-16,-7-4-433 0</inkml:trace>
  <inkml:trace contextRef="#ctx0" brushRef="#br0" timeOffset="460.55">18027 1252 26 0,'0'0'1422'16,"0"0"-824"-16,0 0-321 15,133-23-73-15,-88 61-84 16,-7 30 13-16,-25 41-72 15,-15 51-40-15,-47 23 18 16,-25-1-39-16,12-45-100 0,13-55-392 0</inkml:trace>
  <inkml:trace contextRef="#ctx0" brushRef="#br1" timeOffset="11275.76">1779 3048 588 0,'0'0'189'0,"0"0"19"15,0 0-37-15,0 0 5 16,0 0 14-16,0 0-48 16,4-73-2-16,-4 65-31 15,0-1-28-15,0-1-21 0,0 1-22 16,0 1 58-16,0 4-25 16,0 0-31-16,-2 0-11 15,2 2-29-15,0 2-6 16,0 0-33-16,0 0-3 15,0 0 35-15,0 0-8 16,0 0 15-16,0 0 14 16,0 0 5-16,0 0 31 15,0 0 7-15,0 0 33 16,0 0 27-16,0 0-26 16,-2 0-16-16,2 0-7 15,-6 0-30-15,2 0 8 16,-11 0-19-16,-10 0-21 15,-10 13-6-15,-12 19-27 16,-2 12 24-16,4 14-3 16,10 10 12-16,14 0-7 0,15-2 1 15,6-8-14-15,20-8 13 16,22-11-87-16,14-11-63 16,31-20-42-16,-14-6-179 15,-10-2-382-15</inkml:trace>
  <inkml:trace contextRef="#ctx0" brushRef="#br1" timeOffset="11586.57">1863 3226 1726 0,'0'0'580'0,"0"0"-500"16,0 0-80-16,0 0-11 16,0 0 11-16,0 0 14 15,0 0 30-15,105-24-35 16,-65 6-9-16,-3-4-33 15,-2-8 14-15,-11-4 3 16,-6-2 5-16,-12 2 10 16,-4 8 2-16,-2 9 8 15,0 12 115-15,0 5-65 16,0 12-59-16,0 21 0 16,0 16 61-16,-2 9 22 15,2 1-61-15,0-4-22 16,7-5-1-16,11-12-58 15,0-9-74-15,2-15-48 0,2-14-85 16,-1-17 45-16,-9-12-364 0</inkml:trace>
  <inkml:trace contextRef="#ctx0" brushRef="#br1" timeOffset="11738.9">2338 2953 423 0,'0'0'1310'0,"0"0"-778"15,0 0-445-15,0 0-7 16,0 0 0-16,96 128-23 15,-88-50 29-15,-8 11-43 16,0 5-14-16,-4-1-29 16,-7-5-66-16,0 7-43 15,2-20-146-15,4-26-337 0</inkml:trace>
  <inkml:trace contextRef="#ctx0" brushRef="#br1" timeOffset="12132.78">2938 3214 1639 0,'0'0'557'0,"0"0"-330"16,0 0-4-16,0 0-41 15,0 0-76-15,0 0-9 16,0 0-27-16,8-20-52 15,21 18-1-15,13 2-17 16,12 0 6-16,8 0 1 16,3 0-7-16,3 4-19 15,-4 6-49-15,-1 1-106 0,-3-2-190 16,-14-1-386 0,-17-4-950-16</inkml:trace>
  <inkml:trace contextRef="#ctx0" brushRef="#br1" timeOffset="12425.98">2946 3400 1652 0,'0'0'575'0,"0"0"-386"16,0 0-25-16,0 0-58 15,0 0-15-15,0 0-26 16,0 0-45-16,94 0 13 16,-34 0-33-16,7 0-29 15,3 0-83-15,21 0-131 16,-18 0-123-16,-15-4-430 0</inkml:trace>
  <inkml:trace contextRef="#ctx0" brushRef="#br1" timeOffset="12679.68">3441 3006 1938 0,'0'0'613'15,"0"0"-497"-15,0 0-116 16,0 0-30-16,0 0 8 16,139 8 22-16,-88 28 57 15,-2 12-11-15,-12 13-15 16,-16 9 8-16,-21 7-24 16,-11 9 1-16,-56 22-7 15,-40 21-9-15,-34 16-18 16,-11-15-179-16,37-38-318 15,28-40-824-15</inkml:trace>
  <inkml:trace contextRef="#ctx0" brushRef="#br1" timeOffset="18455.29">4665 2959 568 0,'0'0'520'16,"0"0"-383"0,0 0-27-16,0 0 0 0,0 0-28 15,0 0 125-15,0 0-66 16,3-20-9-16,-3 19 45 16,0-3-90-16,0 0 0 15,-3 0-20-15,1 1-66 16,0-1 108-16,-1 1-99 15,1-1 5-15,-3-1 82 16,3 1-56-16,-4 1 25 16,2-2-33-16,-1-1-14 0,-2 0 41 15,2 0-60-15,1 0 0 16,0 0-4-16,2 0 19 16,2 1-15-16,0-2 0 15,0-1 11-15,2 0-18 16,9 0 7-16,3 2-18 15,-2 4-3-15,0 2 12 16,-3 0 3-16,-7 16-25 16,-2 12 31-16,0 11-21 15,-25 7 21-15,-6 2 0 16,-6-1 7-16,-1-5 8 16,5-10-9-16,6-7-6 15,6-9 14-15,8-8-4 16,8-4-10-16,5-4-10 15,0 0-11-15,0 0 16 0,23-7-4 16,10-14-83-16,6-1-60 16,5 2 122-16,-5 5 15 15,2 14 1-15,-10 1-7 16,-7 10 40-16,-6 20-20 16,-13 6 1-16,-5 8 0 15,-5 2 17-15,-21 0-17 16,-6 0 0-16,-1-5 3 15,0-3-3-15,2-6-53 16,8-8-225-16,10-16-373 0</inkml:trace>
  <inkml:trace contextRef="#ctx0" brushRef="#br1" timeOffset="18844.58">4955 3016 1813 0,'0'0'156'16,"0"0"-123"-16,0 0 45 16,0 0-49-16,14 111 116 15,-14-74 22-15,-12 1-43 16,-1-2-11-16,1-6-104 16,6-6 22-16,1-6-3 15,3-7-28-15,2-9-9 16,0-2 3-16,0 0-26 0,13-17 6 15,14-14-27 1,2-14-167-16,-4-5 20 0,-5 4-23 16,-9 8 223-1,-9 16 22-15,-2 15 69 0,0 7-38 16,-2 17-34-16,-7 19 13 16,3 8 211-16,6 6-144 15,0-1 10-15,11-3-36 16,18-5-66-16,6-7 19 15,8-8-26-15,3-6-130 16,6-15 99-16,15-13-239 16,-14-19-390-16,-11-6-910 0</inkml:trace>
  <inkml:trace contextRef="#ctx0" brushRef="#br1" timeOffset="19288.57">5233 2709 1371 0,'0'0'323'15,"0"0"-184"-15,0 0-56 16,0 0 98-16,0 0-52 16,0 0 15-16,0 0-103 15,47-41-21-15,-22 41-5 16,-8 0-15-16,-5 21 0 15,-12 11 57-15,-2 11-31 16,-25 3 62-16,-4 3 19 16,0-8-71-16,4-6 32 15,13-11-68-15,12-8 0 16,2-6-34-16,22-1 34 0,26-4-19 16,16-2-19-1,36-3-218-15,-11 0-123 0,-18-8-504 0</inkml:trace>
  <inkml:trace contextRef="#ctx0" brushRef="#br1" timeOffset="19889.23">5599 3139 1609 0,'0'0'365'0,"0"0"-233"16,0 0-73-16,0 0-59 16,0 0 12-16,0 0 134 15,0 0-36-15,-121 78-70 16,115-37 82-16,6-1-100 15,4 0 12-15,21-6-32 16,6-8 34-16,10-10-50 16,3-12 14-16,5-4-77 15,2-13 65-15,-4-20-143 16,-7-5-42-16,-11-4-19 16,-9-2-52-16,-11 4 125 0,-5 8 143 15,-4 12 18-15,0 10 255 16,0 10-156-16,-13 6-70 15,-3 30 23-15,-3 16 17 16,1 17 119-16,3 25-109 16,1-4-9-16,3 4 55 15,1 3-108-15,-1-22 3 16,-1 9-38-16,-5-11 31 16,-5-9 2-16,-4-14-33 15,-6-12 0-15,-4-10 13 16,5-14-12-16,2-11-1 15,12-3 8-15,9-22 28 16,8-21 18-16,17-17-54 0,28-14-12 16,17-3-11-16,13-4 23 15,12 6-10-15,5 11-84 16,17-12-243-16,-20 16-133 16,-24 9-1478-16</inkml:trace>
  <inkml:trace contextRef="#ctx0" brushRef="#br1" timeOffset="20676.59">6028 2761 920 0,'0'0'317'0,"0"0"-69"15,0 0-63-15,0 0 84 16,0 0-71-16,0 0-21 16,0 0-18-16,0-4-76 15,-4-1 20-15,2 0-48 0,0-2-43 16,0 2 37-16,0-1-49 15,0-2-6-15,2 0-13 16,0-2 14-16,0-1-2 16,6 1 5-16,10 3-17 15,5 3-21-15,-2 1 40 16,4 3-5-16,-6 0-4 16,-3 12 18-16,-6 7 13 15,-8 7-22-15,0 6 2 16,-8 4 77-16,-17 1-79 15,-4-2 1-15,0-2 24 16,6-8-5-16,10-9-40 16,11-6 13-16,2-3-74 0,19-1 50 15,14-3 18-15,5 4 13 16,-3 1-11-16,-10 4 31 16,-19 10-40-16,-6 12-17 15,-40 12-66-15,-61 31 45 16,8-6-479-16,1-12-901 15</inkml:trace>
  <inkml:trace contextRef="#ctx0" brushRef="#br1" timeOffset="21606.65">6582 3288 1077 0,'0'0'577'0,"0"0"-310"16,0 0-78-16,0 0 8 16,0 0 10-16,0 0-83 15,0 0 61-15,-11-10-131 16,11 10-53-16,0 0 109 16,0-3-93-16,5 3-2 15,16-2-15-15,13-3 37 16,13 1-37-16,9 3 0 15,2-2 0-15,-4 3-46 16,-4 0 17-16,-5 0-46 16,-5 0-35-16,4 3-158 0,-9 2 14 15,-14 0-472-15</inkml:trace>
  <inkml:trace contextRef="#ctx0" brushRef="#br1" timeOffset="21820.59">6888 3090 1868 0,'0'0'334'0,"0"0"-291"16,0 0-43-16,0 0 21 0,0 0 4 16,-81 152 76-16,68-92-94 15,1 7 75-15,6 1-82 16,4 4-73-16,0 14-38 15,-1-18-231-15,3-18-532 0</inkml:trace>
  <inkml:trace contextRef="#ctx0" brushRef="#br1" timeOffset="24308.43">7791 3081 666 0,'0'0'639'15,"0"0"-366"-15,0 0-61 16,0 0 88-16,0 0-107 15,0 0-14-15,0 0 31 16,-14-49-119-16,14 42 3 16,0 2-54-16,0 3-20 15,0 0 53-15,8 2-73 16,11 0-12-16,3 0-12 16,3 12 33-16,-1 12-9 15,-4 5 0-15,-6 12 1 16,-10 3-1-16,-4 7 0 15,0 0 0-15,-20 2-3 16,-3-7 24-16,-1-6-13 16,2-10-8-16,6-8 0 0,7-10-7 15,5-7 7-15,4-5-23 16,0 0 8-16,0-1-9 16,15-27 24-16,12-16-149 15,9-14-324-15,2-12 337 16,-2 1-84-16,-7 13 182 15,-12 14 38-15,-7 21 140 16,-10 14 66-16,0 7-179 16,-6 16 12-16,-11 20 73 15,-1 8-24-15,7 4 32 16,9 3 4-16,2-5-75 16,17-4 22-16,20-9-71 0,11-4 11 15,10-12-51-15,4-6 40 16,25-11-154-16,-18-6-144 15,-11-14-521-15</inkml:trace>
  <inkml:trace contextRef="#ctx0" brushRef="#br1" timeOffset="25002.77">8300 2747 851 0,'0'0'758'16,"0"0"-680"-16,0 0-53 15,0 0-7-15,0 0-10 16,0 0 128-16,0 0-15 0,-23-32-78 16,23 30 32-1,-2 0-54-15,-2 0-21 0,2 2 43 16,2 0-42-16,0 0 27 15,0 0-28-15,0 0 0 16,0 0-6-16,0 0 6 16,0 0 0-16,0 0-1 15,-2-3 22-15,2 2-15 16,0-1-6-16,0-2 0 16,0-1 55-16,0 2-54 15,0-1 32-15,0-1 26 16,0 3-38-16,0 2 74 0,0 0-95 15,4 0 19-15,2 0-50 16,-2 2 31-16,-2 17 0 16,-2 5-9-16,0 3 20 15,-4 5 62-15,-14-1-51 16,3-4-9-16,1-6 50 16,5-5-62-16,9-4-2 15,0-3-16-15,11-4-34 16,16 2 26-16,4-2 25 15,-2-1 0-15,-4 2-40 16,-15 2 40-16,-8 6-24 16,-2 9 18-16,-15 11 6 15,-20 10-47-15,-21 19-26 16,7-8-309-16,9-15-779 0</inkml:trace>
  <inkml:trace contextRef="#ctx0" brushRef="#br1" timeOffset="26022.16">8448 3398 1166 0,'0'0'769'16,"0"0"-687"-16,0 0-81 16,0 0-1-16,0 0 10 15,0 0 19-15,0 0 49 16,24 0-76-16,-8 0 89 16,0 0-74-16,-6 0-17 15,-4 0 75-15,-6-6 4 16,0 3 108-16,0-4-122 15,-14 4-45-15,-4-2 8 16,0 3-28-16,5 2 0 16,4 0-12-16,4 0 22 15,5 0-20-15,0 2-44 16,5 8-20-16,13 2 53 0,9-1-170 16,-6-1-194-16,-2-6-620 0</inkml:trace>
  <inkml:trace contextRef="#ctx0" brushRef="#br1" timeOffset="28019.69">8919 3038 963 0,'0'0'185'0,"0"0"-27"15,0 0-39-15,0 0 80 16,0 0 42-16,0 0-56 16,0 0 29-16,2-8-101 15,-2 3-85-15,0 1 119 16,0 1-147-16,-2-1 17 15,-3-3 22-15,3 2-27 16,0-1 24-16,-1-1-36 0,3 2 0 16,0-4-5-1,0 1 5-15,5-1-21 0,10 0 15 16,6-1-5-16,0 6-12 16,0 4 23-16,-1 0 0 15,-3 3-38-15,-7 18 38 16,-8 8-3-16,-2 6-14 15,-10 8 34-15,-21 4 18 16,-6-1-35-16,-8 0 15 16,0-9 27-16,8-9-42 15,5-7 0-15,10-11 4 16,13-5 17-16,9-5-13 16,0 0-8-16,34-12-78 0,17-12 54 15,14-4-151-15,4 3 94 16,-3 2 47-16,-10 13 34 15,-13 10 10-15,-17 0-10 16,-16 21 12-16,-10 12 56 16,-21 13-67-16,-28 11 42 15,-16 5-5-15,-8 2-27 16,-3-2-22-16,-12 1-155 16,18-17-319-16,19-18-1067 0</inkml:trace>
  <inkml:trace contextRef="#ctx0" brushRef="#br1" timeOffset="30110.41">9396 3108 985 0,'0'0'266'15,"0"0"-175"-15,0 0-59 16,0 0 119-16,0 0-55 16,0 0-11-16,0 0 16 15,-3-44-52-15,8 37 41 16,-1 2-90-16,1-1 16 15,-1 2 47-15,-2-3-37 16,2 4 6-16,-1-1 2 16,-1 1-33-16,3-1 85 15,-3 3-54-15,0-1-26 16,1 0 65-16,-1 0-65 0,0 2-6 16,-2 0 9-16,0 0 7 15,0 0 12-15,0 0-28 16,0 11-4-16,-4 12 4 15,-8 5 1-15,1 6 25 16,0-2 5-16,4-3-16 16,5-4 47-16,2-4-62 15,0-8 0-15,2-1 40 16,14-4-32-16,6-2-8 16,7-4 0-16,3-2-69 15,1 0 51-15,2-12-63 16,-1-10-72-16,-5-8 40 15,-2-2-38-15,-7 0 25 0,-5 2 86 16,-6 6 40 0,-5 8 13-16,-1 4 69 0,-3 6 2 15,0 2 40-15,0 4-109 16,0 0 7-16,0 0-22 16,0 22 18-16,-12 14-2 15,-3 14 39-15,-1 18 17 16,-1 10 41-16,-1 7-57 15,2 1 19-15,1-3-46 16,2-11 4-16,-3-2 26 16,-1-12-59-16,2-8 0 15,-5-8 3-15,-4-5 7 16,-5-6-4-16,-5-7-6 16,-4-6 19-16,5-10-7 0,2-8-12 15,4 0 0-15,12-24 11 16,10-12 1-16,5-10-12 15,16-6 0-15,26-4 36 16,13-1-53-16,15 3 17 16,3 6-156-16,32-15-15 15,-20 10-295-15,-17 4-563 0</inkml:trace>
  <inkml:trace contextRef="#ctx0" brushRef="#br1" timeOffset="30674.64">9857 2706 1092 0,'0'0'202'16,"0"0"-102"0,0 0 62-16,0 0-19 0,0 0 46 15,0 0 5-15,0 0-65 16,-10-29 30-16,29 25-159 16,5 2 0-16,1 2-4 15,-1 0 17-15,-8 2 13 16,-7 17-26-16,-9 8 0 15,-5 6 37-15,-24 6-22 0,-8 1 25 16,-1-3 31 0,7-10-24-16,6-5 31 0,13-9-78 15,8-5 1-15,4-5 15 16,10 0-16-16,21 1 0 16,9-1-15-16,9-1 15 15,-1 4-31-15,6 2-196 16,-16-1-273-16,-11-1-75 0</inkml:trace>
  <inkml:trace contextRef="#ctx0" brushRef="#br1" timeOffset="30836.95">10036 3349 2051 0,'0'0'398'0,"0"0"-398"15,0 0-179-15,0 0 8 16,0 0-129-16,0 0-96 0</inkml:trace>
  <inkml:trace contextRef="#ctx0" brushRef="#br1" timeOffset="31394.59">10362 3064 1669 0,'0'0'509'0,"0"0"-455"16,0 0-52-16,0 0 8 0,0 0-1 16,0 0 118-16,0 0-57 15,-83 78-43-15,83-52 103 16,4 2-129-16,21-2-1 15,4-4 0-15,4-6-35 16,-2-8 28-16,0-3-91 16,-7-5-24-16,-4 0 104 15,-6-19-107-15,-5-5-59 16,-3-1 33-16,-3-4 49 16,-1 5 102-16,-2 4 29 15,0 8 69-15,0 10 132 0,0 2-215 16,0 4-15-1,0 26 0-15,-5 18 11 0,-5 27 169 16,-6 31-93-16,3-4-18 16,-3-8 90-16,3-8-110 15,-1-19 26-15,-4 8-58 16,-2 0 21-16,0-11-7 16,-2-15-31-16,0-8 0 15,-3-15 21-15,2-10-13 16,0-9 0-16,0-7-8 15,3-5 27-15,7-25 15 16,6-16-42-16,7-14 0 16,2-10-27-16,27-6 27 15,11 1-7-15,6 2-10 0,4 5-135 16,1 5 36-16,7-19-152 16,-13 16-119-16,-12 6-226 0</inkml:trace>
  <inkml:trace contextRef="#ctx0" brushRef="#br1" timeOffset="31555.44">10914 2621 1714 0,'0'0'728'0,"0"0"-675"16,0 0-53-16,0 0-27 15,0 0-16-15,-132 138 43 16,63-32-10-16,9-13-305 0,10-13-552 15</inkml:trace>
  <inkml:trace contextRef="#ctx0" brushRef="#br1" timeOffset="59236.44">11286 3127 664 0,'0'0'309'0,"0"0"-199"15,0 0-21-15,-36 7-89 16,27-5 11-16,2 0 45 15,3-2-20-15,2 0 27 16,0 0 5-16,0 0 17 16,-1 0 87-16,1 0-64 15,0 0-66-15,-1 0 49 16,1 0-91-16,2 0 7 16,0 0 28-16,0 0-17 15,0 0 131-15,0 0-56 16,-2 0-6-16,2 0 57 15,0 0-87-15,0 0 50 16,0 0-14-16,0 0-78 16,0 0 132-16,0 0-91 0,0 0-29 15,0 0 68-15,0 0-73 16,0 0 18-16,0 0-31 16,0 0 29-16,22 0 13 15,14-2-51-15,15-4 0 16,12-2-2-16,8-1 14 15,3 2-24-15,-8 1 0 16,-5 2-114-16,-12 4 89 16,-9 0-233-16,-11 0-210 15,-12 0-178-15,-7 2-859 0</inkml:trace>
  <inkml:trace contextRef="#ctx0" brushRef="#br1" timeOffset="59499.34">11698 2807 637 0,'0'0'1448'16,"0"0"-1149"-16,0 0-192 15,0 0-107-15,0 0 25 16,0 0-12-16,0 0-12 16,-78 124 39-16,58-49 14 0,5 7-54 15,9 28-19 1,4-20-222-16,2-23-499 0</inkml:trace>
  <inkml:trace contextRef="#ctx0" brushRef="#br1" timeOffset="60130.57">12034 3439 1729 0,'0'0'397'0,"0"0"-205"15,0 0-140-15,0 0 89 16,0 0 38-16,0 0-53 16,0 0-2-16,139-113-124 15,-85 57-10-15,-1-8-19 16,-6-3 29-16,-5-3 0 16,-8 5-1-16,-5 5 10 15,-10 11 83-15,-7 17-36 16,-5 11-18-16,-5 14 55 0,-2 7-93 15,0 0 0 1,0 16-1-16,-9 22-26 0,-11 36 4 16,-5 35 23-16,0 29-37 15,6-6 36-15,7-11-186 16,6-43-156-16,6-44-602 0</inkml:trace>
  <inkml:trace contextRef="#ctx0" brushRef="#br1" timeOffset="62019.85">12989 3296 1113 0,'0'0'240'16,"0"0"7"-16,0 0-119 15,0 0-34-15,0 0 143 16,0 0-78-16,0 0 1 16,-14-5-19-16,14 1-13 15,-2 1 48-15,2 3-91 16,0 0-70-16,0 0 122 15,0 0-131-15,0 0 9 16,16 0-9-16,15 0 23 16,19 0-13-16,14 8-16 0,16-2 0 15,2 2-52 1,3-1 32-16,-7-1-122 0,9 1-123 16,-20-2-299-1,-16-5-336-15</inkml:trace>
  <inkml:trace contextRef="#ctx0" brushRef="#br1" timeOffset="62697.75">14027 3088 1702 0,'0'0'348'15,"0"0"-258"-15,0 0 6 16,0 0-94-16,0 0 2 15,0 0 32-15,0 0 5 16,-46 86 125-16,34-43-123 16,6 3-9-16,6-3 46 15,0-2-79-15,9-7 22 0,13-6-23 16,7-10 31-16,0-6-30 16,7-12-1-16,-1 0-29 15,6-12 18-15,-1-19-68 16,-3-5-25-16,-3-8 11 15,-7-2-49-15,-7 2 122 16,-9 9-3-16,-5 8 23 16,-6 9 112-16,0 11-27 15,0 7-50-15,0 0-35 16,-13 29-3-16,-3 15 3 16,-5 35 12-16,-8 30 28 15,0 32 70-15,2 7-61 16,2-9 5-16,8-33-32 15,3-34 10-15,-1-19 9 16,-1-13-41-16,-5-2 0 0,-6-2 3 16,-4-2 12-16,-4-15-3 15,1-7-12-15,3-12 18 16,9 0 42-16,11-15-60 16,11-26 0-16,14-19 2 15,28-16 19-15,18-12-23 16,13 0 2-16,8 6-100 15,35-13 38-15,-23 26-292 16,-15 8-525-16</inkml:trace>
  <inkml:trace contextRef="#ctx0" brushRef="#br1" timeOffset="63124.47">14779 2559 2116 0,'0'0'469'15,"0"0"-323"-15,0 0-84 16,0 0-53-16,0 0-18 16,0 0-101-16,0 0 27 15,-83 105 57-15,25 6-125 16,12-13-170-16,7-13-752 0</inkml:trace>
  <inkml:trace contextRef="#ctx0" brushRef="#br1" timeOffset="66689">15160 3334 1088 0,'0'0'254'16,"0"0"-63"-16,0 0 27 15,0 0-23-15,0 0 51 16,0 0-30-16,0 0-69 15,-16-18 99-15,16 15-137 16,0-1-14-16,0 1 33 16,0 2-81-16,0 1 34 15,0-3-81-15,18-1 27 0,11-2-15 16,16-4-12-16,9 1-3 16,8 0-21-16,-2 3-8 15,0 4 22-15,-9 2-85 16,-6 0-135-16,-14 8-54 15,-13 3-459-15,-15 1-322 0</inkml:trace>
  <inkml:trace contextRef="#ctx0" brushRef="#br1" timeOffset="66903.2">15222 3488 98 0,'0'0'1981'0,"0"0"-1458"16,0 0-446-16,0 0 11 16,0 0-88-16,0 0 1 15,143-56 68-15,-92 49-69 16,3 3-48-16,-3 4-79 16,9 0-151-16,-13 4-60 15,-7 1-467-15</inkml:trace>
  <inkml:trace contextRef="#ctx0" brushRef="#br1" timeOffset="67960.11">16359 3232 1046 0,'0'0'345'16,"0"0"-113"-16,0 0-80 16,0 0 46-16,0 0-11 15,0 0-30-15,0 0 30 0,-37-96-154 16,23 90 4-16,-1 6-22 16,-6 0 13-16,-6 9-49 15,-4 23 21-15,2 11 0 16,7 7 104-16,7 7-84 15,12 1 35-15,3-5 23 16,11 0-25-16,23-9 39 16,13-7-92-16,15-11 12 15,13-14 24-15,10-12-36 16,0-5-15-16,-6-27 14 16,-15-12 1-16,-22-11-35 15,-19-8 35-15,-23-5-82 16,-5 1 64-16,-38 11-55 15,-21 13 10-15,-34 24-34 16,-45 19-164-16,23 10-244 0,13 13-486 16</inkml:trace>
  <inkml:trace contextRef="#ctx0" brushRef="#br1" timeOffset="74478.42">2866 5233 1515 0,'0'0'281'0,"0"0"-26"16,0 0-78-16,0 0-54 15,0 0 95-15,0 0-72 16,-38-46-9-16,34 36-31 0,2 3-105 16,2 0 131-16,0 6-120 15,0-2-5-15,0 1 40 16,0 2-34-16,6-4-13 16,17-2 0-16,12-2 21 15,10-2-19-15,8 0-2 16,5 2-18-16,0 1-3 15,2 7-32-15,-2-3-47 16,-4 3-61-16,-8 0-157 16,-3 0 77-16,-11 6-352 0,-13-4-112 15</inkml:trace>
  <inkml:trace contextRef="#ctx0" brushRef="#br1" timeOffset="74741.17">3021 5216 1295 0,'0'0'282'0,"0"0"-53"15,0 0-84-15,0 0-14 16,0 0 63-16,0 0-70 15,0 0 41-15,35 0-138 0,5 0 4 16,9 0-40-16,6-3 9 16,3-1-156-16,16-2-37 15,-18-1-154-15,-10-4-286 0</inkml:trace>
  <inkml:trace contextRef="#ctx0" brushRef="#br1" timeOffset="74931.45">3762 4945 1984 0,'0'0'344'15,"0"0"-292"-15,0 0 2 16,0 0-54-16,114 101 0 0,-109-52 19 16,-5 6-19-16,-14 11 0 15,-24 2-20-15,-37 20-204 16,5-18-168-16,5-16-1278 0</inkml:trace>
  <inkml:trace contextRef="#ctx0" brushRef="#br1" timeOffset="76029.83">8078 4004 1407 0,'0'0'479'16,"0"0"-269"-16,0 0-196 16,0 0-2-16,0 0 25 0,0 0 43 15,0 0 103-15,31 2-125 16,-4 10-44-16,11 7 109 16,11 6-68-16,13 9 15 15,11 2-1-15,28 3-48 16,33-3 103-16,40-8-123 15,11-10 13-15,-11-14 31 16,-38-4-30-16,-47 0-15 16,-23-4 0-16,-8-2 25 15,1-3-40-15,-4 2 15 16,-1 1-57-16,-16 4 48 16,-11 0-140-16,-8 2-73 15,-7 0-145-15,-8 0-544 0</inkml:trace>
  <inkml:trace contextRef="#ctx0" brushRef="#br1" timeOffset="76772.78">13604 4175 576 0,'0'0'1367'0,"0"0"-1014"0,0 0-194 16,0 0-159-16,0 0 0 16,0 0 29-16,0 0-28 15,0-4 29-15,25 20 47 16,12 6 1-16,15 4 65 15,10 0-91-15,11-3-40 16,12-4 109-16,4-6-119 16,5-6 19-16,0-5-21 15,-5-2 28-15,-9 0-61 16,-13 0 33-16,-15-2-145 16,-10 2-3-16,-16 0-217 15,-13 0-399-15</inkml:trace>
  <inkml:trace contextRef="#ctx0" brushRef="#br1" timeOffset="79221.3">4736 5067 675 0,'0'0'515'0,"0"0"-408"16,0 0-20-16,0 0-24 15,0 0 12-15,0 0 156 16,0 0-106-16,-26-33-38 16,26 30 6-16,0-1-79 15,0 2 14-15,0-3-28 16,2 2 17-16,14-6 13 15,3 0-30-15,6-2 0 16,2 2-15-16,0 1 30 16,-5 2 5-16,-5 2-8 0,-3 4 6 15,-5 0 47 1,-5 0-65-16,-2 6 0 0,-2 18 45 16,0 8-13-16,0 12 90 15,-15 8-70-15,-3 4-51 16,1-3 86-16,3-3-81 15,7-11-6-15,5-7 25 16,2-6-13-16,0-6 40 16,13-6-52-16,10-5 0 15,6-6-6-15,6-3 6 16,8 0-40-16,1-12-14 16,1-17-60-16,-3-7 45 15,-6-8-40-15,-3-2-7 16,-8-5 100-16,-7 3-119 15,-7 6 97-15,-4 7 38 0,-5 8 0 16,-2 7 64-16,0 9-22 16,0 4-5-16,0 5 31 15,0 2-68-15,0 0-22 16,0 23 22-16,-2 16 5 16,-14 33 154-16,-2 32-73 15,-2 35-33-15,3-7 108 16,0-23-115-16,9-34 17 15,-1-26-31-15,0 7-15 16,-2 2 38-16,-5 4-55 16,1-8 0-16,-4-5 18 15,2-11-8-15,-3-9-10 0,2-6 0 16,2-9 23-16,6-8 2 16,0-6-25-16,8-4 2 15,2-23 22-15,0-14-24 16,20-12-24-16,16-6 24 15,7-4-115-15,7-1 90 16,2 3-199-16,15-24-62 16,-16 15 9-16,-9 7-436 0</inkml:trace>
  <inkml:trace contextRef="#ctx0" brushRef="#br1" timeOffset="79448.39">5675 4539 1707 0,'0'0'268'0,"0"0"-114"15,0 0-154-15,0 0-90 16,0 0 47-16,-116 106 29 15,70-21-31-15,9-8-50 16,11-13-457-16</inkml:trace>
  <inkml:trace contextRef="#ctx0" brushRef="#br1" timeOffset="79861.89">6063 4732 1689 0,'0'0'304'0,"0"0"-158"16,0 0-146-16,0 0 0 15,0 0 45-15,-154 68 48 16,107-15 53-16,3 15-24 16,3 26-9-16,10 27 51 15,14-10-88-15,12-9-59 16,5-15 83-16,7-21-91 15,18 6-9-15,8 3 0 16,7-12 14-16,7-8-32 16,1-13-95-16,19-9-207 15,-11-8-178-15,-9-15-633 0</inkml:trace>
  <inkml:trace contextRef="#ctx0" brushRef="#br1" timeOffset="82060.22">6381 5067 1068 0,'0'0'311'0,"0"0"-8"15,0 0-137-15,0 0-21 16,0 0 46-16,0 0-83 15,0 0-3-15,-56-68-5 16,52 57-68-16,2-1 116 16,2 3-121-16,0-1-26 15,0 0 36-15,4 2-36 16,8-1-1-16,1 6 0 16,1 3 1-16,-3 0-36 15,-5 3 35-15,1 24-28 16,-7 9 16-16,0 8 24 15,-15 8 7-15,-17 2-14 16,-5 1 20-16,-8-6 57 0,3-7-81 16,3-6-1-16,6-12 52 15,9-5-50-15,10-12 32 16,5-2-34-16,9-5 0 16,0 0-15-16,7-2 15 15,22-20-34-15,13-9-108 16,9-5-22-16,3 4 134 15,0 10-11-15,-10 11 41 16,-6 11-14-16,-9 1 14 16,-13 28 0-16,-12 6 20 15,-4 10-11-15,-11 1 89 16,-18 2-61-16,-4 0-27 16,-1-6 66-16,8-6-76 0,5-9-12 15,11-8-62-15,6-4-99 16,12-15-69-16,19 0-150 15,4-20-135-15</inkml:trace>
  <inkml:trace contextRef="#ctx0" brushRef="#br1" timeOffset="82458.53">6792 5153 1549 0,'0'0'395'0,"0"0"-326"16,0 0-13-16,0 0-30 15,0 0 29-15,0 0 153 16,38 140-92-16,-38-91-8 0,0-1 5 16,0-2-89-16,-7-3 67 15,3-9-91-15,-1-9 6 16,2-9 3-16,3-8-3 16,0-6-6-16,0-2 0 15,16 0 15-15,11-18-40 16,5-14 25-16,1-15-155 15,-2-8 40-15,-6-6-112 16,-10 8 91-16,-6 11 136 16,-9 17 12-16,0 19 193 15,-5 6-205-15,-12 22 14 16,-6 19 50-16,6 8-2 0,10 6 74 16,7-1-53-16,7-1-67 15,29-6 64-15,10-7-80 16,12-9 0-16,4-9-32 15,3-12-5-15,15-10-105 16,-15-7-118-16,-13-15-399 0</inkml:trace>
  <inkml:trace contextRef="#ctx0" brushRef="#br1" timeOffset="83947.42">7052 4671 702 0,'0'0'368'16,"0"0"-154"-16,0 0 16 15,0 0-56-15,0 0-20 16,0 0-43-16,0 0-58 16,-4 0 87-16,4 0-140 15,0 0 0-15,0 0 23 16,0 0-16-16,0 0 24 16,0 0-31-16,0 0 1 15,0 0 21-15,0 0-22 16,0 0 0-16,0 0 18 0,0 0-9 15,0 0 43 1,0 0-52-16,0 0 1 0,0 0 27 16,0 0-22-1,0 0-6-15,0 0 41 0,0 0-40 16,0 0 53-16,0 0-54 16,0 0 0-16,-2 0 9 15,2 0-9-15,0 0 0 16,0 0 0-16,0 0 17 15,0 0 14-15,0 0-27 16,0 0 7-16,0 0 57 16,0 0-66-16,6 0-2 0,6-3 0 15,-1-1 6 1,0 4-35-16,0 0 29 0,-2 0 0 16,-3 0-14-16,-6 16 15 15,0 2-1-15,-6 8 15 16,-17 0-2-16,2-1 41 15,-2-4-54-15,9-5 0 16,12-5-15-16,2-8 15 16,23 2 0-16,20-2 2 15,9 1 33-15,0 0-18 16,-6 3-17-16,-14-1 0 16,-16 6-38-16,-16 3 19 15,-9 12 15-15,-32 9-8 16,-12 10-45-16,-9 6 47 15,-12 16-219-15,18-16-138 0,18-12-413 16</inkml:trace>
  <inkml:trace contextRef="#ctx0" brushRef="#br1" timeOffset="84521.27">7297 5332 1565 0,'0'0'634'0,"0"0"-428"16,0 0-135-16,0 0-71 15,0 0 0-15,0 0 0 16,0 0 6-16,14 51 26 15,7-22 30-15,5 0-61 16,0-8 26-16,3-7-27 16,0-8 0-16,0-6-33 15,-2 0 33-15,-2-20-77 16,0-8 6-16,-8-8-85 16,-1-2 0-16,-3 3 36 15,-6 8 120-15,-5 7 25 16,1 12 65-16,-3 8-37 15,0 0-53-15,0 30 12 16,-12 19 71-16,-3 36 15 0,-1 1-33 16,3 12 138-16,-1 3-143 15,5-17-2-15,-1 6 8 16,-2-9-66-16,-1-12 75 16,-3-8-75-16,-9-13 16 15,-3-9 15-15,-11-10-20 16,-3-7-11-16,-1-10 12 15,6-8 3-15,10-4 27 16,14-14-42-16,13-22 0 16,2-15-27-16,32-9 27 15,19-3-15-15,14 0 14 0,9 8-31 16,6 2-23 0,21-7-246-16,-21 10-321 0,-14 6-536 0</inkml:trace>
  <inkml:trace contextRef="#ctx0" brushRef="#br1" timeOffset="86788.69">7752 4954 947 0,'0'0'347'0,"0"0"-227"16,0 0 53-16,0 0-65 0,0 0-47 15,0 0 131-15,0 0-112 16,14-36-52-16,-10 31 22 16,1 1-33-16,-1-1 42 15,-2 4-23-15,0-2-22 16,-2 3 92-16,2 0-98 16,-2 0-7-16,0 0 28 15,0 0-29-15,0 0 58 16,0 0-58-16,0 0 25 15,0 0 33-15,0 0-58 16,0 0 0-16,0 0 40 16,0 0-40-16,0-1 80 15,0-2-41-15,0 2-37 16,0-5 120-16,0 1-110 16,8-2-9-16,7-2 6 15,5 4 21-15,1 0-45 0,-4 5 15 16,-1 0 0-16,-9 0-44 15,-7 14 44-15,0 10 0 16,-23 5 21-16,-6 3-20 16,0-1 67-16,6-8-68 15,11-5 7-15,9-6 6 16,3-2-5-16,19-2-8 16,16 2 0-16,14-1-30 15,38-4-43-15,-11-1-276 16,-7-4-501-16</inkml:trace>
  <inkml:trace contextRef="#ctx0" brushRef="#br1" timeOffset="87948.02">8493 5358 1104 0,'0'0'406'16,"0"0"-49"-16,0 0-158 0,0 0-31 15,0 0 74-15,0 0-25 16,0 0-36-16,0-7-84 16,29 5-82-16,11-1 39 15,11 1-54-15,5 2-23 16,1 0 10-16,1 0-105 15,19 10-179-15,-17-1-250 16,-12-4-571-16</inkml:trace>
  <inkml:trace contextRef="#ctx0" brushRef="#br1" timeOffset="88229.14">9106 5496 1211 0,'0'0'1025'16,"0"0"-815"-16,0 0-210 15,0 0-126-15,0 0-62 16,138-94 97-16,-102 55-29 16,-5-2 28-16,-4-2-102 15,-8 4-68-15,-7 2 148 16,-8 9 114-16,-4 8 180 16,0 10 207-16,0 8-176 0,0 2-152 15,0 4-59-15,0 24 7 16,0 10 64-16,-6 13-11 15,-2 7-46-15,6 6 57 16,2-2-71-16,0-4-43 16,10 0-65-16,7-18-128 15,3-13-295-15</inkml:trace>
  <inkml:trace contextRef="#ctx0" brushRef="#br1" timeOffset="88478.33">9915 4891 1935 0,'0'0'325'0,"0"0"-313"16,92 132 20-16,-61-51 26 15,-12 11-19-15,-15 19 152 16,-4 8-78-16,-21 1-72 15,-10-16 36-15,-10-16-76 16,-3-23-2-16,-12 6-38 16,-27 18-180-16,12-20 26 15,13-23-499-15</inkml:trace>
  <inkml:trace contextRef="#ctx0" brushRef="#br1" timeOffset="90249.8">10906 5398 971 0,'0'0'683'15,"0"0"-455"-15,0 0 99 0,0 0-127 16,0 0-7-16,0 0 20 16,0 0-111-16,-6-28-23 15,6 28-53-15,0 0 12 16,11 0 4-16,11 0-42 15,10 0 0-15,10 0-19 16,7 0 19-16,7 10 0 16,2 5-17-16,0-1-101 15,-4 5 84-15,-2 6-241 16,-13-2-211-16,-20-5-168 0</inkml:trace>
  <inkml:trace contextRef="#ctx0" brushRef="#br1" timeOffset="90412.53">10871 5661 1896 0,'0'0'583'16,"0"0"-511"-16,0 0 26 15,156 0-98-15,-34-8 0 16,-1-4-9-16,-7 3 6 16,-19 1-85-16,3 1-126 15,-13 0-343-15,-11 0-310 0</inkml:trace>
  <inkml:trace contextRef="#ctx0" brushRef="#br1" timeOffset="93964.97">12300 5615 637 0,'0'0'380'0,"0"0"-305"16,0 0-40-16,0 0 3 16,0 0-9-16,0 0 118 15,0 0-32-15,31-29-39 0,-29 27 59 16,-2 2-134-16,2-1 28 16,-2 1 48-16,0 0-33 15,0 0 67-15,0 0-38 16,0 0-23-16,0 0 128 15,0 0-86-15,0 0 9 16,0 0 34-16,0 0-47 16,0 0 55-16,0 0-74 15,0 0-59-15,0 0 84 16,0 0-83-16,6-2 1 16,4 2-2-16,13-3 20 15,10 1 0-15,11 0-30 16,12-1 0-16,7-2-34 15,3 1 34-15,4 2-74 0,-3 1-83 16,15 1-170-16,-17 0-232 16,-14 0-649-16</inkml:trace>
  <inkml:trace contextRef="#ctx0" brushRef="#br1" timeOffset="94779.34">13774 5329 1555 0,'0'0'393'16,"0"0"-301"-16,0 0-39 15,0 0-11-15,0 0-11 16,0 0 108-16,0 0-31 15,-29-59-96-15,29 50 100 16,0 0-103-16,0-1-6 16,0 1 40-16,2 1-37 15,6 4 41-15,4 0-47 0,1 4 0 16,0 0-21 0,-1 3 21-16,-6 17 0 15,-6 7 9-15,0 10 3 0,-22 7 54 16,-18 6-56-16,-9-2 1 15,-2-2 84-15,-1-6-89 16,7-10-3-16,12-9 0 16,14-9 20-16,9-7-13 15,8-2-10-15,2-3-36 16,16 0 8-16,19 0-32 16,15-8 23-16,8-3 28 15,-3 3-52-15,-6 5 43 16,-11 3 6-16,-11 1 12 15,-11 21 5-15,-12 9-5 16,-4 5 0-16,-12 5-1 0,-19 2 25 16,-7-3-3-16,5-6-21 15,4-6-63-15,9-8 27 16,9-6-177-16,11-11-63 16,4-3-83-16,19-19 30 15,4-6-979-15</inkml:trace>
  <inkml:trace contextRef="#ctx0" brushRef="#br1" timeOffset="95166.86">14090 5370 1704 0,'0'0'268'0,"0"0"-194"16,0 0-52-16,0 0-9 0,72 122 150 15,-70-73-64-15,-2 1 13 16,0-2 9-16,-12-2-59 15,-1-7-14-15,1-6-48 16,4-9 28-16,4-9-20 16,1-10-8-16,3-3-20 15,0-2 20-15,0 0 0 16,9-16 0-16,11-18-54 16,9-12-185-16,0-12 76 15,-4-3-84-15,-5 11 247 16,-9 14 57-16,-8 18 143 15,-3 18-75-15,0 0-125 16,0 27 6-16,-8 8 37 16,2 10 12-16,3-2-8 15,3-2 25-15,0-9-63 0,19-6 23 16,5-9-32-16,8-4-13 16,5-6-35-16,1-7-20 15,16-7-137-15,-12-13-130 16,-7-11-597-16</inkml:trace>
  <inkml:trace contextRef="#ctx0" brushRef="#br1" timeOffset="95580.31">14527 5061 1517 0,'0'0'370'0,"0"0"-99"15,0 0-18-15,0 0-131 16,0 0 18-16,0 0-94 15,0 0-26-15,-3-54 35 16,21 54-55-16,3 0-9 16,-6 13-1-16,-3 13 20 0,-12 9-17 15,0 5 7-15,-23 5 0 16,-8-3 74-16,0-3-62 16,6-8-12-16,12-7 0 15,13-6 21-15,0-4-8 16,24 0-13-16,21-4-55 15,15-2 55-15,42-8-249 16,-15 0-105-16,-8 0-374 0</inkml:trace>
  <inkml:trace contextRef="#ctx0" brushRef="#br1" timeOffset="96046.08">14839 5398 515 0,'0'0'1149'0,"0"0"-925"16,0 0-194-1,0 0 130-15,0 0-32 0,-45 106 30 16,41-64-20-16,4 4-100 16,0 1 105-16,2-9-139 15,16-6 8-15,-1-12 33 16,4-8-45-16,-1-8 18 16,3-4-18-16,5-4 31 15,1-22-76-15,5-11-38 16,-3-10-178-16,-2-8 12 15,-3-1-99-15,-3 8 177 16,-5 14 171-16,-9 17 50 16,-7 17 90-16,-2 15-119 15,0 33 36-15,-9 16 158 0,-9 19-57 16,-1 7 27 0,-6 5-36-16,-2 1-92 0,2-2 102 15,-2-8-148-15,0-7-10 16,3-12 19-16,2-17-3 15,-3-14 0-15,1-14-17 16,-3-10 2-16,5-10 16 16,2-2-18-16,8-6 0 15,12-24 12-15,0-12-12 16,32-11-15-16,19-14-37 16,13-3 11-16,13-2 1 15,6 1-136-15,27-17-109 16,-18 20-241-16,-16 6-747 0</inkml:trace>
  <inkml:trace contextRef="#ctx0" brushRef="#br1" timeOffset="97014.4">15416 4935 899 0,'0'0'293'0,"0"0"-115"15,0 0-114-15,0 0-46 16,0 0 50-16,0 0-36 16,0 0 55-16,-29-14 7 15,29 11-81-15,0 1 136 16,0 2-88-16,0 0 4 15,0-2 48-15,0 2-61 16,-2-1 15-16,2-3-46 16,-2-1 15-16,0 1 23 15,0 0-58-15,2 0-1 16,-2 1 50-16,2 0-49 0,-3 1 19 16,3 0-5-1,-3 1 9-15,3 1 86 0,0 0-110 16,0 0 0-16,0 0 10 15,-2 0-1-15,2 0-9 16,0 0 0-16,0 0 9 16,0 0-21-16,-2 0 12 15,2 0 0-15,0 0-21 16,0 0 38-16,0 0-17 16,0 0 0-16,0 0 6 15,0 0 0-15,0 0-6 16,0 0 0-16,0 0 43 15,0-2-31-15,2 0 49 0,14-3-61 16,4 1 15-16,2 1-47 16,1 3 32-16,-5 0-6 15,-7 2-19-15,-7 15 50 16,-4 8-14-16,-6 7-11 16,-23 6 0-16,-5 3 112 15,-1-4-111-15,6-2-1 16,11-2 9-16,13-3 11 15,5 0 29-15,15 1-49 16,17-2 0-16,4 1 9 16,-5-3-9-16,-9 0 0 15,-15 0-12-15,-7 3-43 16,-31 8 31-16,-54 22-135 0,2-7-199 16,8-9-427-16</inkml:trace>
  <inkml:trace contextRef="#ctx0" brushRef="#br1" timeOffset="97856.47">15898 5671 1039 0,'0'0'652'16,"0"0"-418"-16,0 0 39 0,0 0-50 16,0 0-29-1,0 0 102-15,0 0-197 0,44-18-38 16,4 7-40-16,12 3 0 15,11 1-42-15,7 2 20 16,4 5-120-16,1 0 79 16,19 0-312-16,-19 0-209 15,-17 0-218-15</inkml:trace>
  <inkml:trace contextRef="#ctx0" brushRef="#br1" timeOffset="98117.73">16908 5649 1126 0,'0'0'1034'16,"0"0"-854"-16,0 0-180 16,0 0-53-16,104-112-118 0,-75 65 85 15,-2-9 86 1,-2-4 21-16,-7-2 4 0,-3 4 44 16,-6 5 180-16,-2 14-68 15,-5 10 5-15,-2 13-66 16,0 12-120-16,0 4 6 15,0 20-6-15,0 24-29 16,-6 36-4-16,-4 37 34 16,1 27-2-16,3-8-71 15,2-17-180-15,-2-45-69 16,6-40-487-16</inkml:trace>
  <inkml:trace contextRef="#ctx0" brushRef="#br1" timeOffset="99509.26">2531 8499 1415 0,'0'0'505'0,"0"0"-223"16,0 0-42-16,0 0-110 16,0 0 60-16,0 0-34 15,0 0-76-15,-13-72 56 16,53 63-136-16,20-2 0 15,17 8 2-15,12 1 22 16,9 2-15-16,6 0-9 16,1 0-32-16,-2 8-16 15,-10 0-43-15,-10 1-97 16,-5 8-46-16,-25-1-329 0,-20-4-192 16</inkml:trace>
  <inkml:trace contextRef="#ctx0" brushRef="#br1" timeOffset="99706.5">2672 8618 1185 0,'0'0'1042'0,"0"0"-698"16,0 0-216-16,0 0 38 16,0 0-146-16,170-15-19 15,-61 6 56-15,-4 4-57 16,6-2-23-16,1-1-47 15,-25 0-127-15,21-12-33 16,-25 2-358-16,-25-4-249 0</inkml:trace>
  <inkml:trace contextRef="#ctx0" brushRef="#br1" timeOffset="99868.33">3758 8182 1731 0,'0'0'613'15,"0"0"-394"-15,0 0-113 16,0 0-75-16,125 7-7 15,-103 32 58-15,-15 16-82 16,-7 34 12-16,-52 38 27 16,-33 31-39-16,-4-10-15 15,3-16-168-15,30-52-347 16,31-41-411-16</inkml:trace>
  <inkml:trace contextRef="#ctx0" brushRef="#br1" timeOffset="100596.02">5209 8296 1485 0,'0'0'648'0,"0"0"-392"15,0 0-66-15,0 0-114 16,0 0-76-16,0 0-1 16,0 0-6-16,16 118 7 15,-14-40 129-15,2 6-128 16,3-3 15-16,6-12 14 16,6-13-21-16,-2-17 35 15,5-15-44-15,1-16 0 16,1-8 26-16,5 0-26 0,0-16-17 15,0-19-30-15,-2-14-83 16,-3-14-1 0,-5-5-205-16,-4 8 156 15,-7 12 180-15,-2 20 97 0,-6 22 7 16,0 8-104-16,0 40 0 16,-4 38 34-16,-13 37 68 15,-5 36-28-15,-3 12 133 16,1-4-128-16,-3-21-9 15,7-34 8-15,0-23-78 16,4-25 60-16,0-12-60 16,-3-2 0-16,-4-2-2 0,-3-1 4 15,-6-17-2 1,-1-12 0-16,-2-10 28 0,6-2 14 16,6-17-42-16,14-19 0 15,9-18 28-15,25-27-28 16,40-30 0-16,6 2-6 15,0 9-8-15,-2 13-31 16,-11 17-2-16,28-56-160 16,-9 14-54-16,-17 2-407 0</inkml:trace>
  <inkml:trace contextRef="#ctx0" brushRef="#br1" timeOffset="100764.24">6045 7708 1898 0,'0'0'609'0,"0"0"-442"16,0 0-167-16,0 0-24 16,0 0-40-16,-98 122 62 15,29 13 2-15,-1 41-71 16,15 5-20-16,23-45-297 16,26-46-398-16</inkml:trace>
  <inkml:trace contextRef="#ctx0" brushRef="#br1" timeOffset="101070.5">6207 8739 2177 0,'0'0'574'0,"0"0"-361"16,0 0-212-16,0 0 4 16,0 0 25-16,130 0-24 15,-63 0 42-15,11 0-48 16,2 0-66-16,-6 12 56 0,-9 10-216 15,-23-1-254-15,-22-1-340 16</inkml:trace>
  <inkml:trace contextRef="#ctx0" brushRef="#br1" timeOffset="101194.25">6181 8992 1768 0,'0'0'565'0,"0"0"-407"15,0 0-127-15,173 19 106 16,-11-11-69-16,25-2-68 15,-33-4-202-15,-36-2-435 0</inkml:trace>
  <inkml:trace contextRef="#ctx0" brushRef="#br1" timeOffset="102616.4">9008 8282 1395 0,'0'0'498'16,"0"0"-240"-16,0 0 207 16,0 0-324-16,0 0-8 15,0 0-6-15,0 0-112 16,113-65 27-16,-41 59-42 15,13 3 0-15,4 3-12 16,2 0 12-16,-3 0-39 0,-7 0-6 16,-10 7-83-1,5-1-89-15,-20 1-300 16,-16-7-475-16</inkml:trace>
  <inkml:trace contextRef="#ctx0" brushRef="#br1" timeOffset="104416.46">10323 7895 897 0,'0'0'276'0,"0"0"-74"16,0 0-9-16,0 0 39 16,0 0-121-16,0 0 7 15,0 0 6-15,-7-75-97 16,18 63 23-16,5 4-50 16,1 1 0-16,6 0-12 15,2 5 12-15,-3 2 0 16,-2 0 0-16,-7 6 20 0,-4 16 24 15,-9 10-32-15,0 6-2 16,-22 8 134-16,-16 3-70 16,-9-1 13-16,-2-4 17 15,2-6-68-15,7-9 61 16,13-9-97-16,10-6 0 16,12-7-8-16,5-1 8 15,16 0-22-15,24 2 5 16,13 2 34-16,10-2-44 15,-3 0-1-15,-13 0 28 0,-14 1-36 16,-20 4 36 0,-13 9 0-16,-10 13-1 15,-33 6 13-15,-15 12 2 0,-9 1-14 16,2-1 0-16,10-6-42 16,15-7-13-16,17-10-110 15,23-6-112-15,12-10-341 16,17-9-145-16</inkml:trace>
  <inkml:trace contextRef="#ctx0" brushRef="#br1" timeOffset="104976.67">10869 8095 1255 0,'0'0'582'0,"0"0"-317"16,0 0-20-16,0 0-49 15,0 0-92-15,0 0 98 16,0 0-193-16,6-52 9 15,6 56-21-15,-3 15 13 16,-1 10 3-16,-3 9-13 16,-5 6 33-16,0 2 20 0,-13 1-53 15,-6-7 0 1,4-8 18-16,4-9-2 0,4-7-7 16,5-9-9-16,2-5 0 15,0-2 6-15,0 0-6 16,0 0-5-16,9-12-17 15,13-17 18-15,5-10 3 16,6-11-77-16,-1-5-27 16,-6 7 55-16,-5 13 48 15,-10 14 2-15,-7 15-10 16,-4 6 8-16,0 8 1 16,0 20-20-16,0 9 21 15,4 0 86-15,10 3-72 16,11 1 4-16,6-7 28 0,11-7-45 15,3-5-2-15,4-8-16 16,-2-7-151-16,-1-7 85 16,-10 0-187-16,-12-18-340 0</inkml:trace>
  <inkml:trace contextRef="#ctx0" brushRef="#br1" timeOffset="105453.27">11303 7615 1315 0,'0'0'354'15,"0"0"-180"-15,0 0 34 16,0 0-96-16,0 0-37 16,0 0 92-16,0 0-106 15,-24-50-3-15,24 46-12 16,0 3-31-16,5 1 58 0,12 0-73 15,6 0-13-15,-1 18-21 16,-7 8 28-16,-10 8-4 16,-5 8 9-1,-18 2 2-15,-17 4 113 0,-8-4-46 16,3-4-27-16,11-10 29 16,11-9-68-16,13-7 12 15,5-4-14-15,21-2 27 16,21 0-6-16,12-2-21 15,10-2-112-15,21-4-75 16,-16 0-196-16,-15 0-370 0</inkml:trace>
  <inkml:trace contextRef="#ctx0" brushRef="#br1" timeOffset="106191.36">11654 8185 1075 0,'0'0'614'16,"0"0"-137"-16,0 0-303 15,0 0-30-15,0 0-120 16,0 0-8-16,0 0-32 0,-25 23 14 16,14 16 2-16,2 7 69 15,2 1-54-15,7-5-15 16,0-6 0-16,0-10 28 15,10-10 9-15,5-8-37 16,5-8 0-16,2 0 24 16,5-18-24-16,-3-10-28 15,3-11-65-15,-4-4-68 16,-4-4 86-16,-3 6-58 16,-3 8 133-16,-5 13 17 15,-4 18 27-15,-4 2-44 16,0 29-19-16,0 20 19 15,-10 32 140-15,-9 28-52 0,-2 0-26 16,1-8 80-16,3-18-93 16,-1-25 19-1,-4 0-26-15,-5 0-12 16,0-19 61-16,-4-11-89 0,0-10-2 16,-2-10 61-16,1-8-61 15,1 0 23-15,2-6-23 16,5-18-68-16,10-32 55 15,9 3-286-15,5-2-406 0</inkml:trace>
  <inkml:trace contextRef="#ctx0" brushRef="#br1" timeOffset="107256.24">12094 7715 909 0,'0'0'220'0,"0"0"-144"16,0 0 42-16,0 0-71 15,0 0 55-15,0 0 26 16,0 0-55-16,-6 0 57 16,6 0-66-16,0 0-39 15,0 0 32-15,0 0-48 16,0 0-9-16,0 0 0 15,0 0 16-15,0 0 15 0,-2 0-7 16,2 0-3 0,0-1 51-16,-2-1-53 15,0 0 34-15,2 0-50 16,-3 2 36-16,3-2-16 0,-2 2-23 16,2 0 0-16,0 0-20 15,0 0 27-15,0 0-7 16,0 0 0-16,-2 0 12 15,2 0-8-15,0 0-4 16,0 0-3-16,0 0-13 16,0 0 25-16,0 0-9 15,0 0 0-15,0 0 6 16,0 0-8-16,0-3 2 0,0 3 0 16,0 0 43-1,0-5-16-15,0 3 20 0,0-4-44 16,0 2 27-16,0-2 23 15,9 3-53-15,-1-3 0 16,4 5 8-16,-3 1 4 16,-3 0 16-16,-4 7-28 15,-2 14 7-15,0 10 32 16,-19 6-36-16,-8 4 55 16,0-2 25-16,5 0-48 15,11-8 45-15,11 2-80 16,0-3 1-16,19-2 56 15,12-4-57-15,2-4 0 16,-8-6 7-16,-11-4 18 16,-14 0-50-16,-2 6 2 0,-29 10-66 15,-16 6 62 1,-9 17-158-16,12-5-149 0,15-10-414 16</inkml:trace>
  <inkml:trace contextRef="#ctx0" brushRef="#br1" timeOffset="107602.68">12661 8291 1896 0,'0'0'797'15,"0"0"-631"-15,0 0-63 16,0 0-94-16,178 0-4 15,-71 0-5-15,-6 0-12 16,3 0-23-16,-1 0-96 0,-5-2-186 16,-13-4-186-1,-20-3-813-15</inkml:trace>
  <inkml:trace contextRef="#ctx0" brushRef="#br1" timeOffset="107842.86">13642 8093 1215 0,'0'0'356'16,"0"0"-241"-16,0 0-41 16,74-140 17-16,-47 87 32 15,-3-3 111-15,0 2-32 16,-1 6-78-16,-7 12 169 16,-3 12-221-16,-9 12-15 15,-2 12-21-15,-2 4-35 16,0 30-1-16,0 36 0 0,-15 38 0 15,-5 35-3 1,-5 15 3-16,-2-9-84 0,10-46-143 16,1-43-402-16</inkml:trace>
  <inkml:trace contextRef="#ctx0" brushRef="#br1" timeOffset="125400.43">8057 8937 715 0,'0'0'694'0,"0"0"-575"0,0 0-42 16,0 0 51-16,0 0-43 15,0 0 20-15,-2-7 64 16,2 7-90-16,0 0-5 16,0 0-3-16,0 0-12 15,0 0-4-15,0 0-55 16,0 0 0-16,0 0-1 16,0 0 8-16,0 0-8 15,0 0 1-15,0 0 0 16,2 0-11-16,8 0 11 15,5 0 0-15,1 0-4 16,7 0 14-16,1 0-10 16,2 0 0-16,8 2 0 15,-1-2-3-15,4 0 3 16,-2 0 0-16,-2 0-13 16,-1 0 7-16,-1 3 5 15,0-3-6-15,0 0 7 0,2 0-3 16,5 0 3-16,1 0 0 15,1 0-9-15,1 0 18 16,2-3-9-16,-3-2 0 16,2 3 0-16,1 2-5 15,-1-2 5-15,3 0 0 16,4-1-4-16,0 0 13 16,1-3-11-16,-2 3 2 15,-1-2 0-15,-5 1 2 16,-2 0-2-16,-4 0 0 15,-2 1-2-15,1 0 11 0,1 1-9 16,4 0 0-16,7 0 1 16,4-1 2-16,4-2-3 15,6 1 0-15,-3-1 3 16,-3 0 4-16,-3 1-5 16,-4 0-2-16,2 0 0 15,-3 0 13-15,2 0-12 16,2 2-1-16,1 0 0 15,-2-1 7-15,0 0-7 16,-6-1 0-16,-1-1 7 0,-3 3 22 16,-1-3-23-1,2 3-6-15,1 0 0 0,0 2 1 16,5-3 6-16,3 2-7 16,0-1 0-16,2-3-2 15,0 0 2-15,-2-2 0 16,0 2 1-16,-6-2-1 15,1 0 24-15,-3 0-24 16,-1 4 0-16,-2-1 2 16,-3 2-2-16,2-1 0 15,-4 2 2-15,1 1 4 16,-1-3 3-16,-3 2-9 16,2 1 0-16,3-3 23 15,1 3-12-15,4 0-7 16,1 0-4-16,3 0 0 15,-1 0 10-15,0 0-10 16,2 0 0-16,-2 0-5 0,3 0 14 16,-1 0-9-16,2 0 0 15,-1 0 0-15,1 3 0 16,2-3 0-16,-2 4 0 16,4-3-12-16,-3 4 21 15,2-1-9-15,0-1 0 16,1-3 0-16,-2 2 25 15,4-2-25-15,-2 3 0 16,1-1 6-16,0 0 5 16,1 0-11-16,0 1 0 15,-1 0 0-15,-2-3 0 16,-4 2 0-16,3-2 0 16,-4 0-2-16,6 2 17 15,-1-2-12-15,4 2-3 16,-1-2 8-16,-1 2 31 0,1-1-32 15,-3 2-7-15,0 1 14 16,3 1-2-16,2 3-11 16,2 1-1-16,7-1 2 15,3-2 8-15,8 2-10 16,4-4 0-16,5-1 11 16,4 0-5-16,-1-3 9 15,-1 0 19-15,-3 0-25 0,-4 0 52 16,-1 0-60-1,-4 0 8-15,-2 0 39 0,-3 0-48 16,-6-3 9-16,-3 2-9 16,-6-3 1-16,-6 0 5 15,-10 1-6-15,-8 0-7 16,-14 3 7-16,-11 0-98 16,-8 0-120-16,-21 0-380 15,-10 6-34-15</inkml:trace>
  <inkml:trace contextRef="#ctx0" brushRef="#br1" timeOffset="126797.5">9847 9394 940 0,'0'0'359'16,"0"0"-130"-16,0 0 0 15,0 0-5-15,0 0 18 16,0 0-24-16,0 0-109 0,-48-20-35 16,44 14 8-1,-2-2-45-15,2 1 11 0,4-2-32 16,0 1 8-16,0-4 26 16,2-2-50-16,19-3-32 15,6 0 26-15,-1 2-20 16,-1 8 25-16,-3 7-17 15,-4 0-13-15,-7 12 29 16,-11 20-37-16,0 12 39 16,-15 8 30-16,-23 9-6 15,-9-1 12-15,-5-4-5 16,4-10-2-16,5-10 5 16,9-9-34-16,8-10 0 15,10-7 6-15,10-6 3 16,6-4-18-16,2 0 3 15,29 0-34-15,13-10 16 0,14-4-48 16,5 2 33-16,-1 8 33 16,-10 4-15-16,-12 0 20 15,-18 23-27-15,-18 9-1 16,-4 5 19-16,-26 6 10 16,-21 5 0-16,-11 2-1 15,-4-1-5-15,-5 6-84 16,18-13-211-16,15-14-419 0</inkml:trace>
  <inkml:trace contextRef="#ctx0" brushRef="#br1" timeOffset="127779.07">10285 9694 1189 0,'0'0'341'0,"0"0"-126"16,0 0-74-16,0 0-9 0,0 0-30 15,0 0-25-15,0 0 34 16,11-72-70-16,3 63-28 16,-1 6 21-16,3 3-33 15,-1 0-1-15,-1 21 15 16,-6 9 12-16,-3 6 28 16,-5 9-26-16,0-1 4 15,-9-2 47-15,-7-5-53 16,1-4 22-16,3-12-32 15,4-4-16-15,1-7 33 16,5-6-34-16,2-4 0 16,0 0 17-16,0 0-16 15,0-11-2-15,15-18-61 16,5-13-130-16,5-11 61 16,-1-1-141-16,-4 7 117 15,-4 10 155-15,-9 17 42 16,-7 12 177-16,0 8-176 0,0 7-4 15,-5 19-20-15,-1 7 73 16,6 5 19-16,0 0 16 16,4 3-45-16,23-8-24 15,11 0-33-15,6-7-19 16,7-9-12-16,1-7-22 16,-3-8-99-16,6-2-71 15,-13-17-304-15,-9-5-708 0</inkml:trace>
  <inkml:trace contextRef="#ctx0" brushRef="#br1" timeOffset="128458.2">10657 9254 1134 0,'0'0'545'15,"0"0"-383"-15,0 0-21 16,0 0-6-16,0 0-32 15,0 0 0-15,0 0-17 16,-20-42-23-16,20 33 1 16,0 4-23-16,0-2 5 0,0 0-4 15,7 0-36-15,8 2-12 16,6 1 5-16,1 4 1 16,0 0-15-16,2 0 3 15,-5 16 12-15,-11 6 0 16,-6 7 0-16,-2 2 32 15,-10 1 6-15,-15 0 0 16,-4-4 14-16,2-4-42 16,7-6-1-16,5-5-1 15,8-8-8-15,5-2 0 16,2-1-38-16,0-2-32 16,4 2 38-16,11-1-61 15,4 5 77-15,-6 1 8 16,-4 4-21-16,-9 6-26 15,0 6 1-15,-12 12 10 0,-19 18-5 16,2-9-210-16,4-9-362 0</inkml:trace>
  <inkml:trace contextRef="#ctx0" brushRef="#br1" timeOffset="129208.4">10989 9578 1166 0,'0'0'810'0,"0"0"-494"16,0 0-239-16,0 0-40 15,0 0-25-15,0 0-12 16,0 0 0-16,0 3 9 16,-2 21 31-16,-7 10 20 15,-2 4 25-15,2 2 5 16,5-1-72-16,2-8 6 16,2-3-22-16,0-10 8 15,0-5 8-15,13-8-18 16,9-5-4-16,5 0-11 15,2-9-42-15,4-15-47 16,-4-8-76-16,-4-7-86 16,-6-1 87-16,-2 4 61 15,-9 8 118-15,-6 7 138 0,-2 16 83 16,0 5-171-16,0 12-50 16,0 24 0-16,-10 16 90 15,-2 17 18-15,-1 10-10 16,4 12 7-16,-3 5-26 15,6 1 13-15,-3-7-60 16,-2-10-22-16,-2-13 17 16,-2-14-27-16,-6-16 0 15,-6-14 13-15,-2-9-7 16,-2-12 15-16,0-2-21 16,6-4 1-16,12-24 31 15,13-16-32-15,2-14-15 16,32-14 14-16,12-6-28 15,10-1 11-15,4 9-47 0,29-10-113 16,-15 19-81-16,-11 12-466 0</inkml:trace>
  <inkml:trace contextRef="#ctx0" brushRef="#br1" timeOffset="129943.43">11379 9336 1018 0,'0'0'287'0,"0"0"-90"15,0 0-14-15,0 0-77 0,0 0 3 16,0 0-44-1,0 0-17-15,9-36 8 0,3 29-39 16,-1-2 64-16,2 1-29 16,1 2-31-16,1 2 4 15,-4-1-10-15,0 5-5 16,-4 0 37-16,-5 0-46 16,0 0 17-16,-2 0-5 15,0 0-1-15,0 0 16 16,0 0-28-16,0 0 0 15,0 0-14-15,0 0 8 16,0 0-2-16,-2 0-7 16,2 0 15-16,-2 0 8 15,2 0-8-15,0 0 0 16,0 0 27-16,0 0-26 0,0 0 57 16,0 0-3-16,0 0 3 15,0-3 34-15,4 3-52 16,3 0-25-16,2 0-13 15,0 0-2-15,-5 16-2 16,-4 12-20-16,-4 9 22 16,-28 6 16-16,-12 6 14 15,-7-1-16-15,-1-7 30 16,10-6-35-16,15-12 5 16,12-11-14-16,12-3 0 15,3-3-6-15,18-1-42 16,22-5 24-16,18 3-7 15,36-3-148-15,-11 0-296 16,-12 0-392-16</inkml:trace>
  <inkml:trace contextRef="#ctx0" brushRef="#br1" timeOffset="130245.57">12052 9745 1866 0,'0'0'791'0,"0"0"-500"15,0 0-190-15,0 0-100 16,125-10 34-16,-56 4-35 16,12 3 0-16,4 3-19 15,29 0-201-15,-21-3-242 16,-15-3-518-16</inkml:trace>
  <inkml:trace contextRef="#ctx0" brushRef="#br1" timeOffset="130595.31">13107 9603 1579 0,'0'0'275'0,"0"0"-157"16,0 0-56-16,0 0 41 15,63-114 63-15,-53 82-14 16,2-2-24-16,-3 1-61 15,-3 3-29-15,-2 6 47 16,-1 7 28-16,-3 8-40 16,2 6-62-16,-2 3-10 15,0 0-1-15,2 0-4 16,1 17-28-16,-1 15 23 0,0 12 18 16,3 11-7-16,-3 8-1 15,2 8 17-15,0-1 2 16,-1 0-20-16,1-1 0 15,-4-3-11-15,0-4-49 16,0-3-80-16,-7-1-129 16,-10-17-265-16,-3-12-405 0</inkml:trace>
  <inkml:trace contextRef="#ctx0" brushRef="#br1" timeOffset="130733.85">12987 10086 1555 0,'0'0'1037'0,"0"0"-746"15,0 0-198-15,147-34-92 16,-67 32 10-16,11 0-11 16,10 2-46-16,37 0-124 0,-24-2-410 15,-19-1-644-15</inkml:trace>
  <inkml:trace contextRef="#ctx0" brushRef="#br1" timeOffset="131505.34">15313 8761 1443 0,'0'0'336'0,"0"0"-263"16,0 0-67-16,0 0 15 16,0 0 18-16,0 0 74 15,0 0-26-15,27 21-25 16,-15-21 23-16,-1 0-26 15,-5 0 1-15,-4 0 15 16,-2 0 25-16,0-5-5 16,-2-2-95-16,-9 7-24 15,3 0 9-15,0 0-224 0,4 7-287 16,4 1-530-16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29T06:08:58.44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24995 1810 833 0,'0'0'329'16,"0"0"-101"-16,0 0-112 16,0 0 2-16,0 0 7 15,0 0-14-15,14-32-43 16,-12 27-21-16,2-2 11 15,-4 4 35-15,2-2 13 16,-2 5-4-16,0 0-9 16,0 0 7-16,0-2-36 0,0 2-15 15,0 0-30 1,0 0-13-16,0 0 0 0,0 0 5 16,0 0-11-1,0 0 13-15,0 0 5 0,0 0 14 16,0 0 5-16,-13-1-3 0,-9-2-20 15,-9 3-14 1,-5 0-1 0,-3 14 0-16,2 12 0 0,1 10-1 15,7 5 1-15,2 7 1 16,10 0 0-16,5 1 1 16,12 0 0-16,0-3 0 15,14-3-1-15,22-10-2 16,13-10-80-16,39-23-61 0,-9 0-114 15,-8-23-357-15</inkml:trace>
  <inkml:trace contextRef="#ctx0" brushRef="#br0" timeOffset="369.97">25154 1932 126 0,'0'0'1620'0,"0"0"-1273"15,0 0-226-15,0 0-28 0,0 0 15 16,0 0-35 0,0 0-43-16,31-2-29 0,0-15-1 15,5-3-4 1,-1-4-60-16,-2-5 9 0,-8 2 18 15,-7 1 7 1,-7 3 7-16,-7 7 12 0,-4 6 11 16,0 6 8-16,0 4-2 0,0 2-6 15,-4 26 0 1,-10 13 19-16,-1 9 0 16,1 5 2-16,3 0-11 15,5-3-10-15,6-9-12 16,0-11-118-16,4-13-252 15,12-15-831-15</inkml:trace>
  <inkml:trace contextRef="#ctx0" brushRef="#br0" timeOffset="540.07">25735 1639 2036 0,'0'0'274'0,"0"0"-207"0,0 0-17 15,11 167 22-15,-36-59-20 16,-12-1-39-16,-21 24-13 16,11-39-123-16,14-34-416 0</inkml:trace>
  <inkml:trace contextRef="#ctx0" brushRef="#br0" timeOffset="4422.72">28880 1335 1633 0,'0'0'230'0,"0"0"-179"0,0 0-31 16,0 0 22-16,0 0 25 15,0 0 5-15,5-34 18 16,-2 31-13-16,-3-2 7 15,2 1-8-15,-2 2 2 16,0 0-5-16,0 2-25 16,0 0-23-16,0 0-13 0,0 0-12 15,0 8-6 1,0 20-15-16,-12 19 21 16,-3 16 12-16,1 10 0 15,3 3-11-15,7-6 0 0,4-10 5 16,0-12-6-1,22-15-7-15,12-18-14 0,12-15-5 16,8-4-33 0,6-34-87-16,0-18-73 0,-6-14 9 15,-8-6 81-15,-13-2 68 0,-12 8 61 16,-8 15 35 0,-10 17 88-16,-3 16 41 0,0 16-28 15,0 6-98 1,-14 22-38-16,-9 40 0 0,-6 38 16 15,-6 45 6 1,-1 20-4-16,3-3-2 0,0-14-4 16,4-39-4-16,2-26-8 15,6-21 0-15,0-15-5 16,-8-3-7-16,-4-4-7 16,-6-4-16-16,1-17 16 15,7-19 19-15,6 0 0 16,17-36 25-16,8-17-8 15,18-13-7-15,28-6 0 16,14-4-8-16,14-1-2 0,11 1-30 16,37-29-121-1,-19 18-106-15,-16 8-276 0</inkml:trace>
  <inkml:trace contextRef="#ctx0" brushRef="#br0" timeOffset="4623.1">29754 1139 1450 0,'0'0'635'0,"0"0"-486"0,0 0-113 16,0 0-20-16,0 0 62 0,-104 191 25 15,63-72-20 1,12-4-17-16,12-15-36 0,15-18-30 16,2-23-51-1,4-4-19-15,18-1-46 16,23-26-49-16,-8-15-166 15,0-13-446-15</inkml:trace>
  <inkml:trace contextRef="#ctx0" brushRef="#br0" timeOffset="4975.01">29875 1458 1405 0,'0'0'192'15,"0"0"-86"-15,0 0 22 16,42 114 45-16,-42-59 17 15,0 3-50-15,-3 1-36 16,-14-1-44-16,-1-5-20 16,5-13-21-16,1-12-9 0,6-12-8 15,3-11-2 1,3-5-17-16,0-14-13 0,21-27-32 16,4-24-303-1,-2-8-146-15,-2-4 2 0,-5 13 509 16,-12 20 104-1,-4 20 211-15,0 24-90 16,0 1-165-16,-4 36 160 16,-2 10-26-16,6 6-70 0,0 1-56 15,10-6 0-15,17-7-45 16,6-15-23-16,5-15-30 16,6-11-63-16,22-32-182 0,-14-12-302 15,-7-9 14-15</inkml:trace>
  <inkml:trace contextRef="#ctx0" brushRef="#br0" timeOffset="5110.08">30588 1245 1470 0,'0'0'350'15,"0"0"-140"-15,40 104-18 16,-38-32-68-16,-2 13-53 16,-35 22-35-16,-15-12-36 15,-43 28-48 1,10-24-204-16,16-41-584 0</inkml:trace>
  <inkml:trace contextRef="#ctx0" brushRef="#br0" timeOffset="5550.17">29727 749 1758 0,'0'0'259'16,"0"0"-203"-16,0 0-56 16,0 0-12-16,-147 161 11 0,90-70-134 15,3-5-373-15</inkml:trace>
  <inkml:trace contextRef="#ctx0" brushRef="#br0" timeOffset="6340.36">27868 2627 1324 0,'0'0'890'16,"0"0"-754"-16,0 0-89 15,0 0 73-15,0 0 5 0,0 0-73 16,254-49-40-16,-28 19-11 16,44-2 11-16,17 6 11 15,-9 6 4 1,-29 8-8-16,-12 4 0 0,-18 2-17 15,-27 2 4 1,-49 2-5-16,-41 2 5 0,-38 0 4 16,-14 0-2-16,-6 0-2 0,-6 0-6 15,-2 0-14 1,-12 0-54-16,-10 0-53 16,1 0-127-16,-3-6-333 15,-2-12-915-15</inkml:trace>
  <inkml:trace contextRef="#ctx0" brushRef="#br0" timeOffset="6730.05">30909 1521 643 0,'0'0'998'15,"0"0"-892"-15,0 0-77 0,-7-107 65 16,18 73 54-1,14-2-54-15,6-1-59 0,4 7-5 16,2 5 46 0,-4 4 34-16,-6 11-11 0,-5 6-33 15,-6 4-43-15,-8 9-23 0,-5 26-9 16,-3 19 7 0,-18 16 1-16,-18 12-53 15,-22 32-90-15,9-19-221 16,6-19-706-16</inkml:trace>
  <inkml:trace contextRef="#ctx0" brushRef="#br0" timeOffset="6819.94">30795 2282 2112 0,'0'0'0'16,"0"0"-70"-16,0 0-1268 0</inkml:trace>
  <inkml:trace contextRef="#ctx0" brushRef="#br1" timeOffset="22589.74">1201 4405 704 0,'0'0'1089'16,"0"0"-843"-16,0 0-94 0,0 0 24 15,0 0-41 1,0 0-3-16,-3 0-18 0,3 0-38 16,0 0-42-16,0 0 3 15,0 0 11-15,0 0-12 16,6 0-3-16,7-12 4 15,9-7-19-15,11-10-15 16,9-5-3-16,3-6-19 16,2-2-5-16,-2-2-9 15,-5-2-10-15,-5-1-16 16,-4 3 15-16,-6 4 11 16,-7 11 19-16,-7 6 13 15,-7 9-6-15,-1 7 7 16,-3 7 5-16,0 0 6 0,0 0-10 15,0 11 7 1,0 17-8-16,-5 11 0 0,-1 7 16 16,-1 5-5-16,3 2-5 0,-1-5-6 15,3-6 0 1,2-6-5-16,0-8-48 0,0-10-140 16,0-8-106-1,4-8-381-15</inkml:trace>
  <inkml:trace contextRef="#ctx0" brushRef="#br1" timeOffset="22800.04">1916 3889 1098 0,'0'0'401'15,"0"0"-96"-15,11 107-39 16,-11-51-102-16,0 5-73 15,-4-6-18-15,-16 0-28 16,-2-5-26-16,-3-6-19 16,-12 2-57-16,8-14-105 0,4-11-325 0</inkml:trace>
  <inkml:trace contextRef="#ctx0" brushRef="#br1" timeOffset="23010.23">1179 3863 42 0,'0'0'1448'16,"0"0"-1269"-16,-125 111-75 0,90-48-10 15,12 5-18 1,21 2-19-16,2-2-12 15,64 12-45-15,-1-20-110 16,8-13-548-16</inkml:trace>
  <inkml:trace contextRef="#ctx0" brushRef="#br1" timeOffset="23430.12">2300 4191 1874 0,'0'0'521'16,"0"0"-392"-16,0 0-17 15,0 0-50-15,0 0-21 0,0 0-16 16,0 0 3-1,125 9-2-15,-69-6-16 16,4-3 4-16,0 0-14 16,-4 0-41-16,9 0-128 0,-17-6-221 15,-9-2-801-15</inkml:trace>
  <inkml:trace contextRef="#ctx0" brushRef="#br1" timeOffset="23744.91">2315 4323 1333 0,'0'0'565'16,"0"0"-353"-16,0 0-92 0,0 0-2 15,0 0-59-15,0 0 11 16,0 0 9-16,116 10-46 16,-66-6-20-16,6-2-5 15,1-2-8-15,26 0-128 16,-17-4-223-16,-8-8-1380 0</inkml:trace>
  <inkml:trace contextRef="#ctx0" brushRef="#br1" timeOffset="24095.1">2788 3999 1655 0,'0'0'565'16,"0"0"-405"-16,0 0 18 15,0 0-51-15,0 0-50 16,0 0-23-16,0 0-35 0,27 7-17 15,2 17 8 1,9 6-10-16,6 5 2 0,-3 2 7 16,-6 2-9-16,-12 1 0 0,-17 4-1 15,-6 6-11 1,-33 12 4-16,-46 24 7 16,-76 41-34-16,14-19-111 15,-1-9-197-15</inkml:trace>
  <inkml:trace contextRef="#ctx0" brushRef="#br1" timeOffset="28060.16">3769 3992 449 0,'0'0'960'0,"0"0"-760"16,0 0-77-16,0 0-14 16,0 0-19-16,0 0 6 15,0 0-30-15,37-28-25 16,-14 28-20-16,2 0 13 15,-1 0 7-15,-2 16 17 16,1 12-15-16,-7 9 16 16,-3 9 21-16,-7 8-2 0,-6 4-31 15,0 2 11 1,-9-2-32-16,-11-4 0 0,1-8-2 16,-2-8-9-1,6-9-3-15,6-13-10 16,2-9 4-16,7-4 3 15,0-3-9-15,0-12-9 16,16-20 2-16,13-21-193 16,7-10 11-16,1-12-59 0,3 3 8 15,-7 6 117-15,-8 13 104 16,-9 17 19-16,-11 16 89 16,-5 16 119-16,0 4-80 15,-17 24-63-15,-4 15 7 16,-2 7 53-16,7 4-21 0,12-2-25 15,4-6-39 1,10-6-19-16,21-10-11 0,11-10-10 16,9-12-4-16,22-4-86 15,-10-17-147-15,-12-8-384 16</inkml:trace>
  <inkml:trace contextRef="#ctx0" brushRef="#br1" timeOffset="28510.05">4306 3589 872 0,'0'0'774'16,"0"0"-547"-16,0 0-109 0,0 0 6 16,0 0-9-1,0 0 36-15,0 0-17 0,0-18-82 16,11 16-51-1,5 2-1-15,-3 0 0 0,-4 0 0 16,-4 16 14 0,-5 12 16-16,0 9 8 0,-20 12 23 15,-7-1-10-15,2-3-20 16,10-7-17-16,9-10-13 16,6-8 0-16,19-10 0 15,28-6-1-15,18-4 0 16,8-6-44-16,23-22-140 15,-20 1-178-15,-20 6-710 16</inkml:trace>
  <inkml:trace contextRef="#ctx0" brushRef="#br1" timeOffset="29049.99">4531 4153 515 0,'0'0'1088'0,"0"0"-806"15,0 0-160-15,0 0-30 0,0 0 19 16,0 0 16 0,0 0-19-16,-96 122-46 15,92-92-33-15,4-4-10 16,0-6-19-16,13-4-10 0,14-8-42 15,4-8-24 1,2 0-40-16,4-12-163 0,-6-9-71 16,-2-8-28-1,-7 0 164-15,-6 0 111 0,-8 7 103 16,-5 4 159-16,-3 8 173 16,0 5-63-16,0 5-111 15,-7 0-95-15,-4 21-38 16,-5 13 47-16,1 12 12 15,-3 12-13-15,0 8-23 16,3 5-12 0,-6 0-1-16,4-2 4 0,-4-5-14 15,1-8-6-15,-4-7-8 0,-8-12 2 16,1-8 0 0,-5-9-5-16,5-12-7 0,7-8-1 15,9-4 20 1,12-23-20-16,3-10 0 0,21-10 0 15,23-5 4 1,14 0 24-16,11 0-16 0,7 2-12 16,4 4-14-16,13-16-73 15,-17 13-82-15,-15 7-332 0</inkml:trace>
  <inkml:trace contextRef="#ctx0" brushRef="#br1" timeOffset="29260.35">5220 3814 537 0,'0'0'1356'0,"0"0"-1088"16,0 0-158 0,0 0 7-16,65 142 39 0,-59-68-70 15,-6 9-34 1,-6 4-25-16,-30 4-23 0,-13-1-4 15,-35 21-98 1,10-25-113-16,7-18-310 0</inkml:trace>
  <inkml:trace contextRef="#ctx0" brushRef="#br1" timeOffset="29765.29">3640 3708 1423 0,'0'0'322'0,"0"0"-239"15,0 0-49-15,-127 109 92 0,75-42 26 16,3 11 5 0,5 12 7-16,10 4-79 0,16 1-40 15,16-5-16 1,2-8-29-16,41-10-50 15,57-9-100-15,-9-21-162 16,2-19-965-16</inkml:trace>
  <inkml:trace contextRef="#ctx0" brushRef="#br1" timeOffset="30420.05">5314 4432 1275 0,'0'0'334'16,"0"0"-128"-16,0 0-73 16,114-20-31-16,-56-4-47 15,4-5 7-15,3-5-27 16,-3-4-21-16,-6 0-7 15,-10 0-6-15,-13 0-1 16,-14 4-4-16,-15 0 3 16,-4 2-16-16,-13 5 16 15,-26 6 1-15,-7 14 0 16,-12 7-6-16,-4 12 6 16,2 26 13-16,8 12 14 15,14 9 27-15,16 2 10 0,17 4 43 16,5-1-28-1,25-6-20-15,21-8-16 0,10-9-21 16,9-14-22 0,5-13-51-16,28-14-110 0,-16-11-218 15,-11-15-806-15</inkml:trace>
  <inkml:trace contextRef="#ctx0" brushRef="#br1" timeOffset="31025.31">6099 3601 1410 0,'0'0'384'0,"0"0"-116"0,0 0-75 15,0 0-27 1,0 0-50-16,0 0-50 0,0 0-23 15,31-4-36 1,-16 22-5-16,3 10 7 0,-7 13 3 16,-4 9 26-16,-7 5-2 15,0 2-2-15,0-3-13 16,-14-8-10-16,4-12-5 16,3-12-5-16,2-10 7 15,5-10-8-15,0-2-11 0,0-10-16 16,12-24-2-1,10-17-173-15,2-14-5 0,1-3-89 16,-5 7 24 0,-9 15 272-16,-7 22 35 0,-4 20 141 15,0 4-87-15,-9 27 6 16,-3 13 51-16,0 7 8 0,7 3-23 16,5-1-43-1,0-6-48-15,23-4-19 16,8-11-21-16,5-11-1 15,6-10-56-15,18-8-150 16,-11-22-302-16,-9-7-1046 0</inkml:trace>
  <inkml:trace contextRef="#ctx0" brushRef="#br1" timeOffset="31365.43">6429 3328 1375 0,'0'0'375'16,"0"0"-65"-16,0 0-71 0,0 0-139 15,0 0-62-15,0 0-17 16,0 0-6-16,73 6 1 15,-69 32 20 1,-4 11 19-16,-6 9 3 16,-21 4-2-16,0-2-6 0,3-11-23 15,8-10-17 1,12-11 2-16,4-7-5 0,11-12-7 16,24-7 0-1,17-2-18-15,35-18-75 0,-12-10-194 16,-12 1-449-16</inkml:trace>
  <inkml:trace contextRef="#ctx0" brushRef="#br1" timeOffset="31830.09">6658 3870 658 0,'0'0'867'16,"0"0"-559"-16,0 0-179 15,0 0-12-15,0 0 16 16,0 0-34-16,-20 118-18 0,20-86-35 16,0-2-15-16,2-7-16 15,16-9-15-15,11-10-7 16,4-4-25-16,6-17-26 16,-2-12-89-16,-3-10-84 15,-7 0 20-15,-10 0 105 16,-5 7 84-16,-8 10 22 15,-2 11 147-15,-2 11 74 16,0 3-93-16,0 31-72 16,-9 16 81-16,-5 13-14 15,2 8-1-15,-2 4-66 16,3-5 2-16,0-6-31 16,-3-8-13-16,1-10-1 0,-7-7-7 15,-5-12-4 1,-4-7 6-16,-2-8 7 0,4-9-3 15,12-3 10 1,8-3 20-16,7-20-3 0,20-12-32 16,25-9-7-16,17-2-7 15,17-3-2-15,12 3-45 16,47-17-74-16,-22 10-204 0,-16 7-1100 16</inkml:trace>
  <inkml:trace contextRef="#ctx0" brushRef="#br1" timeOffset="33474.98">5613 3374 985 0,'0'0'1299'16,"0"0"-937"-16,0 0-215 16,0 0 0-16,0 0 7 0,0 0-27 15,0 0-55-15,-23-25-72 16,-15 67-24-16,-33 48-42 16,-27 54-15-16,14-7-71 15,14-24-308-15</inkml:trace>
  <inkml:trace contextRef="#ctx0" brushRef="#br1" timeOffset="35640.21">7721 4371 510 0,'0'0'1299'0,"0"0"-924"0,0 0-159 16,0 0-57-16,0 0-25 15,0 0-10-15,-2 0-38 16,14 0-36-16,9-3-37 16,12-2-11-16,10-3-1 15,7 2-1-15,0-1 0 16,0 4-6-16,-2-1-36 15,0 0-56-15,14-6-154 16,-13 2-256 0,-9-2-527-16</inkml:trace>
  <inkml:trace contextRef="#ctx0" brushRef="#br1" timeOffset="35879.95">8094 4110 1969 0,'0'0'363'15,"0"0"-278"-15,0 0-85 16,-54 103 39-16,29-46 55 16,1 6-23-16,4 4-31 15,4 0-40-15,5-2-25 0,11 4-109 16,0-16-93-1,3-16-270-15</inkml:trace>
  <inkml:trace contextRef="#ctx0" brushRef="#br1" timeOffset="37330.18">9006 4129 939 0,'0'0'504'0,"0"0"-309"15,0 0-87-15,0 0-22 16,0 0 17-16,0 0 21 16,0 0-28-16,-3-53-37 15,3 39-25-15,0-2-9 16,0-2 8-16,9 3-8 15,2-5-18-15,5 6 1 16,1-3-8-16,1 3 0 16,3 4 0-16,-6 4 1 0,-1 6-1 15,-6 0 0 1,-1 9 9-16,-5 17 7 0,-2 13 36 16,0 10 23-1,-6 1-12-15,-13-2-27 16,-2-4-3-16,-2-8-11 15,5-8-11-15,1-8 8 16,5-5-7-16,6-6-6 16,1-5 1-16,5-2-1 0,0-2 5 15,0 0-2-15,2 0-9 0,21-8-20 16,12-11-82 0,7 2-37-16,10 3 93 0,0 6 21 15,-2 8 10 1,-5 2 15-16,-9 21 1 0,-12 3 0 15,-11 3 10 1,-13 3 24-16,0 0 10 16,-35 0 11-16,-21 0-1 0,-17 0-18 15,-12-3-37-15,-4-5-14 16,-18-7-97-16,25-10-161 16,19-5-819-16</inkml:trace>
  <inkml:trace contextRef="#ctx0" brushRef="#br1" timeOffset="38959.61">9935 4267 952 0,'0'0'707'0,"0"0"-493"0,0 0-136 15,0 0 36 1,0 0 22-16,0 0 15 0,0 0-2 16,-5 0-44-1,5 0-46-15,0 0-28 0,0 0-11 16,5 0-7-1,11 0-13-15,6 0 1 0,6 0 10 16,11 3-5-16,1 0-6 16,2 3 2-16,1-1-1 15,-1 0 1-15,1 2-2 0,-6-4-26 16,-3 1-108 0,-1 2-83-16,-8 1-138 0,-13-4-376 15</inkml:trace>
  <inkml:trace contextRef="#ctx0" brushRef="#br1" timeOffset="39179.99">9944 4511 1530 0,'0'0'670'0,"0"0"-424"16,0 0-154-16,0 0-31 15,0 0-29-15,0 0 6 16,0 0-12 0,113 0-26-16,-66 0-19 0,18 0-151 15,-11 0-153-15,-10 0-548 0</inkml:trace>
  <inkml:trace contextRef="#ctx0" brushRef="#br1" timeOffset="47110.45">10626 4421 576 0,'0'0'573'16,"0"0"-323"-1,0 0-59-15,0 0 7 0,0 0-27 16,0 0-27-16,-11-21-48 16,11 19-30-16,0 2-29 15,0 0-13-15,0 0-6 0,0 0 22 16,0 0 16 0,0 0 24-16,0 0-5 15,0 0-8-15,0 0-5 16,0 0-1-16,0 0-8 0,0 0-5 15,0 0-5 1,0 0-9-16,0 0-5 16,0 0-4-16,2 0-5 0,15 0 12 15,8 0-9-15,11 0-8 16,9 2-2-16,5-2-8 16,2 0-5-1,0 0-43-15,3 5-69 0,-10-1-123 16,-14-4-530-16</inkml:trace>
  <inkml:trace contextRef="#ctx0" brushRef="#br1" timeOffset="48010.33">11722 4226 1502 0,'0'0'301'16,"0"0"-191"-1,0 0 23-15,0 0 3 0,0 0-3 0,0 0-18 16,0 0-38 0,3 0-41-16,-3 0-23 0,0 0-5 15,0 0-8 1,0 0-11-16,0 0-84 15,0 0-118-15,0 0-501 0</inkml:trace>
  <inkml:trace contextRef="#ctx0" brushRef="#br1" timeOffset="48439.98">11722 4226 1460 0,'32'19'399'15,"-41"-19"-160"-15,0-7-57 0,-2-8-5 16,6-1-46-16,5-6-52 16,0-3-42-16,2-3-34 15,19 1-3-15,1 0-6 16,4 8 5 0,-1 2-6-16,-2 12 4 15,-3 5-6-15,-7 0-1 0,-7 22-4 16,-6 14 2-16,0 10 12 15,-13 8 0-15,-22 6 0 16,-15 1 0-16,-10-3 9 16,-6-2-8-16,-5-11-1 0,1-6-12 15,7-14-41 1,8-9-34-16,8-9 6 0,14-7 14 16,13-5 17-1,15-18 22-15,5-5-24 0,11-3 6 16,22 2 40-16,6 4 6 15,3 7 42-15,3 10 18 16,1 8-8 0,-1 0-22-16,0 5 4 15,2 16-34-15,-3 4 0 0,18 3-25 0,-10-6-186 16,-10-9-628 0</inkml:trace>
  <inkml:trace contextRef="#ctx0" brushRef="#br1" timeOffset="49380.12">12204 4209 1234 0,'0'0'333'16,"0"0"-111"-16,0 0 2 15,0 0-46-15,0 0-38 0,0 0-8 16,0 0-47 0,0-27-45-16,0 27-23 15,-4 0-7-15,-1 3-10 16,-1 12-9-16,-6 11 9 0,-1 7 23 15,2 4 6 1,2-3-10-16,5-3-17 0,4-4 10 16,0-6-10-16,4-5 0 15,12-6-2-15,6-4 0 16,7-6-23-16,2 0-24 16,4-2-67-16,2-17-11 15,-4-6-14-15,-2-5-31 0,-6-2 17 16,-6 0-16-1,-7 2 63-15,-5 4 59 0,-7 6 47 16,0 8 48-16,0 6 69 16,0 2-16-1,0 4-45-15,0 0-37 16,-3 10-18-16,-6 15 19 0,-4 14 44 16,2 14 13-16,-3 8 7 15,1 7-13-15,1 5-5 16,0-4-6-16,-1 1-7 15,-1-9-22-15,-1-6-13 16,-6-9-3-16,-4-8-9 16,-6-6 6-16,-6-8 3 0,-6-6 1 15,5-10-15 1,9-8 1-16,10 0 15 0,15-21-15 16,4-15-2-1,33-10-1-15,19-6-7 0,18-4-5 16,8-2-23-16,33-16-112 0,-17 14-164 15,-19 9-352-15</inkml:trace>
  <inkml:trace contextRef="#ctx0" brushRef="#br1" timeOffset="50007.51">12775 4261 1510 0,'0'0'533'0,"0"0"-339"15,0 0-118-15,0 0-39 16,0 0-11-16,0 0 26 15,0 0 6-15,-54 110-9 16,54-78-21 0,2-5-16-16,17-6-4 0,0-6 1 15,6-7-9-15,-1-7 0 0,1-1-36 16,0 0-61 0,-1-17-27-16,-4-9-9 0,0-6-54 15,-5 0-5 1,-1 3 71-16,-5 1 45 0,-5 8 76 15,-1 8 13 1,-3 8 104-16,0 4-25 0,0 0-54 16,-5 24 41-16,-3 12 38 15,1 10-5-15,0 8-27 16,0 7-8-16,3 5-15 0,-3 0-21 16,3-3-8-1,-3-4-6-15,0-4-6 16,1-10-12-16,-7-4 2 15,-3-9-2-15,-9-8 2 16,-8-9 5-16,-5-4-16 16,-7-9-16-16,5-2-24 15,13-4 11-15,14-17 29 0,13-6-9 16,17-7 8 0,31-5-5-16,14-4 6 0,11-1 0 15,8-2 0-15,-3-3-32 16,-5 3-76-16,8-19-87 15,-23 12-185-15,-14 5-711 16</inkml:trace>
  <inkml:trace contextRef="#ctx0" brushRef="#br1" timeOffset="50210.06">13510 3676 1993 0,'0'0'545'16,"0"0"-439"-1,0 0-91-15,0 0-14 0,-140 180 11 16,64-56-12 0,12-17-158-16,12-14-754 0</inkml:trace>
  <inkml:trace contextRef="#ctx0" brushRef="#br1" timeOffset="61875.54">2030 6252 844 0,'0'0'535'0,"0"0"-365"16,0 0-92-16,0 0 34 15,0 0 2 1,-10 0 33-16,10 0-6 0,0 0-35 16,0 0-36-16,0 0-23 15,0 0 12-15,0 0 14 16,0 0 9-16,0 0-12 15,0 0 3-15,0 0-9 16,0 0-1-16,0 0-7 16,0 0-9-16,0 0-17 15,0 0 1-15,2 0-20 16,13 0-11-16,14 0-1 0,9-2-1 16,9 2 1-1,7 0 0-15,4 0-41 0,23-4-57 16,-11 0-184-1,-13-2-425-15</inkml:trace>
  <inkml:trace contextRef="#ctx0" brushRef="#br1" timeOffset="62160.3">2077 6356 788 0,'0'0'1227'0,"0"0"-995"15,0 0-161-15,0 0-10 16,0 0-18-16,0 0 1 15,0 0 4-15,130 12-48 16,-53-8-51-16,-10-4-155 16,-9 0-332-16</inkml:trace>
  <inkml:trace contextRef="#ctx0" brushRef="#br1" timeOffset="62449.96">2657 6048 641 0,'0'0'805'0,"0"0"-696"0,0 0 15 16,0 0 32-1,88 111 0-15,-72-64-30 0,-9 3-42 16,-7 3-37 0,0 1-17-16,-25-4-10 0,-12-2-13 15,-5-6-7-15,-10-6-39 16,-21-9-45 0,11-8-180-16,6-12-430 0</inkml:trace>
  <inkml:trace contextRef="#ctx0" brushRef="#br1" timeOffset="62649.97">1696 6210 1092 0,'0'0'733'0,"0"0"-550"0,-131 132-96 16,90-61 13-1,18 2-23-15,15 2 3 0,8-5-6 16,22-2-24-1,25-8-50-15,42-2-88 16,-9-17-184-16,-3-17-635 0</inkml:trace>
  <inkml:trace contextRef="#ctx0" brushRef="#br1" timeOffset="66410.07">3566 5753 1028 0,'0'0'262'15,"0"0"-132"1,0 0-41-16,0 0 29 0,0 0 17 16,0 0 13-16,0 0-18 15,-80 52-49-15,66-29-7 16,-1 3-11-16,-3 11 13 16,3 13-2-16,-4 13 21 15,2 11-16-15,1 10-12 16,5 4-27-16,9-2-19 15,2-6-11-15,7-11-8 16,26-13-2 0,42-14-73-16,-3-16-143 0,-3-20-413 0</inkml:trace>
  <inkml:trace contextRef="#ctx0" brushRef="#br1" timeOffset="71755.28">3854 5988 1295 0,'0'0'295'0,"0"0"-148"16,0 0-23 0,0 0 24-16,0 0 27 15,0 0-17-15,0 0-17 16,-21-9-41-16,21 8-29 0,0-2-4 15,0-2-20 1,3-4-18-16,15-1-29 0,4-4-6 16,7 2 0-16,3 4 5 0,-3 4 0 15,0 4 0 1,-8 0-18-16,0 16 0 16,-13 14-8-16,-8 10 7 15,0 9 7-15,-27 7 12 0,-19 4 1 16,-10 0 0-1,-8-4 0-15,-3-6 0 0,5-8 0 16,8-7 0 0,11-12 0-16,17-6 0 0,14-11 0 15,12-5 0-15,2-1 1 16,32 0 15-16,19 0 3 16,14-12 7-16,7-2-16 15,4-1-4 1,-6 1-6-16,-10-1-28 0,5-1-169 15,-18 2-280-15,-11 5-748 16</inkml:trace>
  <inkml:trace contextRef="#ctx0" brushRef="#br1" timeOffset="72297.69">4277 6096 1669 0,'0'0'392'16,"0"0"-223"-16,0 0-98 0,0 0-37 15,0 0 21 1,0 0-25-16,0 0-12 0,52-68-5 15,-31 68-12 1,0 0 4-16,-3 18 4 16,-5 10 31-16,-9 9 15 15,-4 11 30-15,0 7-35 0,-10 1-17 16,-13-2-1-16,0-6-4 16,4-7-6-1,5-12-10-15,3-6-4 0,9-14-8 16,2-4 0-16,0-5-13 15,2 0-27-15,21-12-3 16,6-18-47-16,2-12-106 16,2-12-94-16,-4-5-27 15,-7 1 20-15,-8 10 154 0,-8 12 143 16,-6 16 211 0,0 11-7-16,0 9-59 0,-4 2-14 15,-10 21-2 1,-1 9 15-16,4 6-15 15,2 6-41-15,9 1-36 16,0-6-21-16,4-3-29 0,16-10-2 16,9-6-130-16,23-20-66 0,-8 0-173 15,-3-5-872 1</inkml:trace>
  <inkml:trace contextRef="#ctx0" brushRef="#br1" timeOffset="72480.03">4749 6292 1348 0,'0'0'340'0,"0"0"-189"0,0 0-15 15,0 0-54-15,-13 117-39 16,26-108-14-16,12-6-29 16,8-3-3-16,15-25-154 15,-9-4-202 1,-5-5-482-16</inkml:trace>
  <inkml:trace contextRef="#ctx0" brushRef="#br1" timeOffset="72760.35">5002 6136 1066 0,'0'0'300'0,"0"0"-49"16,0 0-28-16,-14 148-84 0,5-79-11 16,3 5-9-1,2-1-34-15,-1 2-23 0,-2-7-19 16,-2-3-5-1,-2-7-6-15,-9-9-12 0,-7-4-3 16,-8-10-2 0,-5-9 2-16,-5-7 1 0,3-11-3 15,11-8 5-15,10 0 44 16,15-27-24-16,6-8-1 16,8-9-4-16,28-5-23 15,9-2 11-15,9-6-10 16,1 1-13-16,3 0-46 15,14-18-161-15,-14 14-92 16,-14 7-537-16</inkml:trace>
  <inkml:trace contextRef="#ctx0" brushRef="#br1" timeOffset="73180.15">5363 6232 1239 0,'0'0'755'0,"0"0"-434"15,0 0-161-15,0 0-35 16,0 0-43-16,0 0-28 15,0 0-18-15,158-29-17 16,-104 20-18-16,-3-1 7 16,-4 2-8-16,-5 3-73 15,1-2-158-15,-14 2-92 0,-8 2-464 0</inkml:trace>
  <inkml:trace contextRef="#ctx0" brushRef="#br1" timeOffset="73475.3">5621 5988 1350 0,'0'0'560'0,"0"0"-316"16,0 0-131 0,0 0-48-16,0 0 1 0,0 0 61 15,-27 136-20-15,19-80-59 16,1 4-24-16,-1 0-24 16,-4 12-25-16,3-14-151 15,1-16-309-15</inkml:trace>
  <inkml:trace contextRef="#ctx0" brushRef="#br1" timeOffset="75469.83">6317 6046 1169 0,'0'0'341'0,"0"0"-123"16,0 0-3-16,0 0 19 15,0 0-54-15,0 0-12 0,0 0-82 16,-2-35-49-1,4 26-23-15,9 0-13 0,3 1 0 16,1 1-1 0,3 4 0-16,0 3 0 0,2 4-12 15,0 23 12-15,-5 10 19 16,-3 14 0-16,-10 9 17 16,-2 6-8-16,0 5-5 15,-20-6-6-15,0-5-8 16,0-9 0-16,4-13-3 15,5-12-5-15,7-11-1 16,1-6 0-16,3-9 0 16,0 0-9-16,13-10 3 15,16-22-22-15,11-16-103 16,7-17-60-16,3-11-62 0,-6-2-21 16,-6 3 75-1,-7 15 65-15,-11 16 87 0,-9 16 47 16,-8 18 79-1,-3 10 27-15,0 3-36 0,-14 27 75 16,-4 12 49 0,3 10-63-16,4 4-3 0,11-2-29 15,0-6-37-15,11-8-24 0,18-10-15 16,11-10-23 0,5-13-1-16,28-7-105 0,-11-16-128 15,-6-9-414-15</inkml:trace>
  <inkml:trace contextRef="#ctx0" brushRef="#br1" timeOffset="75890.2">6848 5534 1250 0,'0'0'577'16,"0"0"-325"-16,0 0-119 15,0 0-25-15,0 0-51 16,0 0-30-16,0 0-26 0,64-2 5 16,-46 39 7-16,-9 9 14 0,-9 7 16 15,0 8 19 1,-20-3 0-16,-5-3-16 0,3-8 9 16,7-11-25-1,10-12-18-15,5-7 1 0,11-9-6 16,24-7-7-1,17-1-25-15,37-12-66 0,-11-12-186 16,-11 2-404-16</inkml:trace>
  <inkml:trace contextRef="#ctx0" brushRef="#br1" timeOffset="76470.03">7233 6094 1303 0,'0'0'580'15,"0"0"-419"-15,0 0-113 16,0 0 51-16,0 0 13 0,-67 123 5 16,59-86-23-1,8-7-42-15,0-2-18 0,0-6-12 16,8-7-13-1,8-6-9-15,4-7-4 16,4-2-21-16,1 0-19 16,0-18-52-16,-4-5 5 0,0-9-12 15,-1-3 7-15,-5 0-9 0,-1 4 45 16,-5 7 60 0,-3 7 29-16,-4 10 51 0,-2 7-15 15,0 4-39 1,0 25 2-16,-2 12 61 0,-4 15-8 15,-3 10 6 1,2 9-28-16,-2 1-14 0,3-2-5 16,-3-2-9-16,-1-8-7 15,0-7-6-15,-1-9-6 16,-5-11 3-16,-7-4-3 16,-8-8 4-16,-7-8 8 15,-6-5-11-15,1-9-2 16,10-3-5-16,8-7 34 15,14-18-14-15,11-5-15 16,0-3 1-16,29-6 0 16,11 0-10-16,12-6 6 15,6 1-8-15,4-2 0 0,-2-2-19 16,-6 2-36 0,-8-3-57-16,0-18-101 0,-15 11-99 15,-12 3-466-15</inkml:trace>
  <inkml:trace contextRef="#ctx0" brushRef="#br1" timeOffset="76660.05">7791 5588 1355 0,'0'0'1033'0,"0"0"-773"0,0 0-202 16,0 0-58-1,-125 85 0-15,53-20-2 0,-32 39-53 16,19-11-220 0,14-14-952-16</inkml:trace>
  <inkml:trace contextRef="#ctx0" brushRef="#br1" timeOffset="79460.12">8209 5704 1508 0,'0'0'355'0,"0"0"-216"0,0 0-38 16,0 0-8-1,0 0 28-15,0 0 4 16,0 0-48-16,16 8-54 15,-1 25-22-15,6 18 41 0,1 32 18 16,-5 30-18 0,-7-6-8-16,-10-6-1 0,0-14-12 15,-14-20-5-15,-15 9-9 0,-6 7-5 16,-3-9-2 0,0 2-67-1,9-22-178-15,13-19-376 0</inkml:trace>
  <inkml:trace contextRef="#ctx0" brushRef="#br1" timeOffset="79919.98">8736 6284 1716 0,'0'0'356'0,"0"0"-233"16,0 0-80 0,0 0-6-16,0 0 33 0,0 0 16 15,133-38-34 1,-86 9-52-16,0 0-24 0,-7-3-37 15,-11 0 3 1,-11 2-39-16,-14 0-32 0,-4 2-17 16,-19 3 43-16,-22 7 58 15,-8 10 45-15,-4 8 47 16,-3 7 16-16,0 26 36 16,7 12 41-16,9 10 16 15,15 6-30-15,16 2-42 16,9-3-8-16,16-6-14 15,24-10-23-15,16-10-20 16,11-13-19-16,7-12 0 0,1-9-55 16,14-9-91-1,-18-12-96-15,-15-6-399 0</inkml:trace>
  <inkml:trace contextRef="#ctx0" brushRef="#br1" timeOffset="80590.14">9145 5564 1136 0,'0'0'514'0,"0"0"-347"16,0 0-34-16,0 0 42 0,0 0-38 15,0 0 2 1,0 0-20-16,5-51-67 16,9 49-34-16,1 2-18 0,5 3 0 15,3 24 12 1,-1 10 7-16,-7 12 5 0,-4 2-6 16,-6 2 9-1,-5-3 1-15,0-3 10 0,-7-4-3 16,-4-7-9-1,3-8-4-15,-2-10-11 0,8-5-10 16,2-8-1 0,0-5-3-16,0 0-9 0,2-12-15 15,16-20 3-15,7-14-190 0,0-12 19 16,-4-7-28 0,-3 4 2-16,-7 9 150 15,-6 17 71-15,-5 16 67 16,0 14 25-16,0 5-20 0,-13 9-10 15,0 16 35 1,1 12 8-16,8 1-6 16,4 2-36-16,0-2-35 0,22-6-12 15,7-6 5 1,7-6-21-16,1-10-38 0,6-8-65 16,8-2-98-16,-10-14-272 15,-10-4-666-15</inkml:trace>
  <inkml:trace contextRef="#ctx0" brushRef="#br1" timeOffset="81110.2">9627 5119 1187 0,'0'0'364'15,"0"0"-183"-15,0 0-88 16,0 0 20-16,0 0-11 15,0 0-16-15,0 0-29 0,-58-22-13 16,56 20-27 0,2 2 11-16,0-3 3 0,0 3 16 15,0 0-14-15,12-5-14 16,5 3-1-16,5 2-18 16,1 0 0-16,-4 0 16 15,-5 14 6-15,-7 16-2 16,-7 8 1-16,0 11 20 15,-23 2 20-15,-8 4-1 16,0-5-19-16,4-6-12 16,8-12-16-16,7-8-4 15,12-6-8-15,0-6 1 16,8-3 4-16,21-6-6 16,12-3-1-16,6 0-34 15,2 0-84-15,9-8-122 16,-14-2-291-16,-11 4-1031 0</inkml:trace>
  <inkml:trace contextRef="#ctx0" brushRef="#br1" timeOffset="81590.2">9787 5685 1166 0,'0'0'538'0,"0"0"-329"0,0 0-118 15,0 0 43 1,0 0-37-16,0 0-17 0,-64 131-25 16,62-102-18-16,2-5-16 15,0-4-8-15,11-9-2 16,9-6-11-16,2-5-25 16,5 0-25-16,2-16-86 15,-2-10-83-15,-2-4-9 16,-6-2-50-16,-3 1 71 15,-3 8 207-15,-6 9 55 16,-3 12 187-16,-4 2-113 16,0 19-52-16,-4 20 139 15,-9 14-59-15,-3 10-67 0,1 7-30 16,-4 5-2 0,4-3 1-16,-3-3-12 0,-1-11-22 15,-2-11-12 1,-6-9-4-16,-4-9 10 15,-4-11 13-15,1-8 3 16,5-9-12-16,9-1 35 0,11-10-19 16,9-16-24-16,2-9-6 15,27-11-9-15,16 3-6 16,8-3-9-16,10 5-37 0,30-5-143 16,-12 13-91-1,-14 3-339-15</inkml:trace>
  <inkml:trace contextRef="#ctx0" brushRef="#br1" timeOffset="82470.07">10608 6232 834 0,'0'0'678'0,"0"0"-366"16,0 0-47-16,0 0 9 15,0 0-43-15,0 0-67 16,0 0-88-16,29-3-37 16,7 3-33-16,8 0-6 15,8 0 1-15,2 0-2 0,-2 0-9 16,-2 0-37 0,-10-5-44-16,0-3-129 0,-12 2-119 15,-9-1-404-15</inkml:trace>
  <inkml:trace contextRef="#ctx0" brushRef="#br1" timeOffset="82675.09">10938 6029 1245 0,'0'0'646'15,"0"0"-500"-15,0 0-60 0,-71 103 35 16,44-55-18-1,4 6-15-15,4 0-29 0,5 0-31 16,7-4-28 0,7 0-92-16,21-13-183 0,6-16-496 0</inkml:trace>
  <inkml:trace contextRef="#ctx0" brushRef="#br1" timeOffset="83229.97">11664 6016 985 0,'0'0'852'16,"0"0"-570"-16,0 0-169 16,0 0 7-16,0 0-26 0,0 0-7 15,0 0-38 1,12-82-25-16,1 77-24 0,5 5-6 15,-3 5-9 1,-3 20 15-16,-7 11 5 16,-5 8 23-16,-10 7 9 0,-19 1-1 15,-7-3 9-15,1-6-18 16,2-9-17-16,8-10 3 16,10-9-8-16,13-8-5 15,2-2-9-15,17-5-43 16,21 0 9-16,13 0-20 15,3 0-87-15,-3 5 59 16,-9 7 54-16,-8 8 37 0,-12 6 22 16,-15 5-1-1,-7 3 10-15,-13 2 23 0,-26 1 11 16,-11-2-10 0,-6-5-27-16,2-6-28 0,8-8-20 15,17-14-107 1,10-2-67-16,19 0-288 0</inkml:trace>
  <inkml:trace contextRef="#ctx0" brushRef="#br1" timeOffset="83610.12">12441 6111 980 0,'0'0'920'0,"0"0"-596"16,0 0-152-16,0 0 15 16,0 0-71-16,0 0-44 0,0 0-12 15,108 5-23 1,-61-5-25-16,1 0-6 0,-8 0-6 16,-9 0-38-1,-11 0-68-15,-20 4-148 0,0 0-320 16,-18 2-455-16</inkml:trace>
  <inkml:trace contextRef="#ctx0" brushRef="#br1" timeOffset="83739.89">12335 6302 1071 0,'0'0'829'16,"0"0"-568"-16,0 0-162 16,0 0-6-16,0 0-50 15,135 40-31-15,-69-40-12 16,-8-8-195-16,-6-4-760 0</inkml:trace>
  <inkml:trace contextRef="#ctx0" brushRef="#br1" timeOffset="84300">13334 6206 1553 0,'0'0'507'0,"0"0"-342"15,0 0-5-15,0 0 19 16,0 0-42-16,0 0-41 0,0 0-41 15,101 8-26-15,-55-6-19 16,6-2-10-16,-2 0-18 16,2 0-60-16,10 0-156 0,-14 0-237 15,-11 0-572-15</inkml:trace>
  <inkml:trace contextRef="#ctx0" brushRef="#br1" timeOffset="85419.93">14676 5939 1407 0,'0'0'508'16,"0"0"-315"-16,0 0-82 16,0 0-40-16,0 0 16 15,0 0 11-15,0 0-16 16,0 0-39-16,0 0-22 15,0 0-5-15,0 0 7 16,0-2 7-16,0 2-1 16,0-2-12-16,0 2-3 15,0 0-14-15,0 0-9 0,0 0-15 16,0 0 12 0,0 0-17-16,0 0 6 0,0 0 2 15,0 0 5 1,0 0-9-16,0 0-26 15,0 0-32-15,0 0 16 16,0 0 5-16,0-1-18 0,0-6 22 16,0 0-141-16,0-1-22 15,0-1 139-15,5 6 35 16,-1 0-23-16,1 3-47 16,-5 0 3-16,0 0 94 15,0 0 20-15,0 0 110 0,0 0 17 16,-5 3-30-1,1 0-11-15,2-3 5 0,-1 0 9 16,3 0-11 0,0 0 5-16,0-3-6 0,0-11-74 15,0-5-14-15,3-3-14 16,12-2-12-16,8 2 11 16,-1 4 5-16,0 7 4 15,-2 8 6-15,-9 3 1 16,-9 3 12-16,-2 20 21 15,-17 12 12-15,-24 12 15 16,-21 5 8-16,-14 4-12 16,-6 0-26-16,-3-8-21 0,7-10 5 15,16-11-6 1,10-13 1-16,19-9-1 0,13-5-7 16,13 0 11-1,7-3 30-15,9-11-19 0,22 0-24 16,14 2 0-1,7 9 2-15,6 3-2 0,-1 7 0 16,-1 13-6-16,-3 6-100 0,16-1-33 16,-15-4-131-1,-7-11-444-15</inkml:trace>
  <inkml:trace contextRef="#ctx0" brushRef="#br1" timeOffset="85900.14">15076 5971 1510 0,'0'0'595'16,"0"0"-437"-16,0 0-115 16,0 0-31-16,0 0 10 15,0 0 46-15,0 0 33 16,-70 93-34-16,70-60-15 15,0 0-23-15,2-7-5 16,16-6-24-16,5-10-10 16,4-8-11-16,2-2-46 15,2-8-68-15,-2-18-53 0,0-8-78 16,-8-4 53 0,-2-3-52-16,-6 7 8 0,-7 10 257 15,-6 15 89 1,0 9 102-16,0 18-116 0,-11 26 139 15,-6 17 10 1,-3 13-49-16,1 9-67 0,0 1-10 16,-1-4-30-16,-3-8-30 0,2-9-22 15,-2-12-6 1,-2-14 2-16,-2-13-12 16,-4-12 21-16,0-12-1 15,2 0-7-15,9-22 6 16,11-12-11-16,9-9-8 15,6-10-54-15,28-1-17 0,15-3-35 16,36-12-159 0,-12 12-78-16,-6 9-404 0</inkml:trace>
  <inkml:trace contextRef="#ctx0" brushRef="#br1" timeOffset="86390.18">15528 5951 532 0,'0'0'1300'15,"0"0"-1035"-15,0 0-203 16,0 0-62-16,0 0 6 16,0 0 65-16,-43 115 34 0,39-77-39 15,4-2-34 1,0-5-16-16,11-8-11 16,11-7-5-16,1-9-11 15,4-7-9-15,0 0-7 16,-1-7-52-16,-2-17-102 15,-1-6-30-15,-3-4 44 16,-7-1-24-16,-2 5 51 0,-4 7 140 16,-4 10 124-16,-3 13-12 15,0 0-83-15,0 25 38 16,-10 15 104-16,-1 12-18 16,0 13-15-16,0 7-56 15,2 3-29-15,-2 3-4 16,2-6 3-16,-2-6-14 15,-2-8-14-15,1-15-6 16,-1-8-2-16,-1-16-8 0,1-7 2 16,-3-10 5-1,3-2 6-15,5-7 3 0,8-19 24 16,0-6-19-16,10-5-11 16,22-4-11-16,7 0-7 15,9 1-21-15,1 1-14 16,2 4-41-16,0-3-72 15,-1-1-55-15,14-30-92 16,-15 7-294-16,-4-1-626 16</inkml:trace>
  <inkml:trace contextRef="#ctx0" brushRef="#br1" timeOffset="86540.11">16366 5426 1884 0,'0'0'654'0,"0"0"-457"0,0 0-172 15,0 0-25 1,0 0-7-16,-216 198-1 0,124-105-171 16,7-14-426-16</inkml:trace>
  <inkml:trace contextRef="#ctx0" brushRef="#br1" timeOffset="88140.4">1812 8015 1174 0,'0'0'371'0,"0"0"-116"15,0 0-45 1,0 0-21-16,0 0-17 0,0 0 15 15,0 0-41 1,-14 0-48-16,14 0-27 16,0 0 3-16,0 0-14 0,0 0-9 15,0 0-18-15,0 0-5 16,16 0-23-16,15 0-4 16,16 0-1-16,11-4 9 15,8-4-9-15,4-2-24 16,1 0-42-16,-6-2-30 15,-5 2-49-15,-4 2-175 0,-18 2-278 16,-16 4-788-16</inkml:trace>
  <inkml:trace contextRef="#ctx0" brushRef="#br1" timeOffset="88385.01">1921 8129 1523 0,'0'0'604'0,"0"0"-337"15,0 0-57-15,0 0-63 16,0 0-87-16,0 0-36 0,122-22-11 16,-57 12-12-1,5 2 0-15,1-3-1 0,0 2-70 16,9-9-173-1,-15-1-242-15,-16 2-351 0</inkml:trace>
  <inkml:trace contextRef="#ctx0" brushRef="#br1" timeOffset="88610.17">2790 7677 1506 0,'0'0'207'16,"0"0"-77"-16,-13 113 11 16,-11-49-30-16,-10 7 6 0,-4 1-35 15,-4-5-28 1,0-7-31-16,1-7-13 0,3-11-10 16,3-9-38-16,4-11-82 15,-16-21-96-15,11-1-105 16,3 0-784-16</inkml:trace>
  <inkml:trace contextRef="#ctx0" brushRef="#br1" timeOffset="88820.19">1750 7671 1746 0,'0'0'246'16,"0"0"-155"-16,-164 122-7 15,102-50 30-15,14 12-9 16,11 4 5-16,22-1-38 0,15-4-31 16,0-11-25-16,29-9-16 15,15-10-5-15,43-15-66 16,-8-11-97-16,-6-17-224 0</inkml:trace>
  <inkml:trace contextRef="#ctx0" brushRef="#br1" timeOffset="100470.2">3694 7885 489 0,'0'0'348'0,"0"0"-223"16,0 0-18 0,0 0 35-16,0 0 12 0,0 0 34 15,100-36-43-15,-96 36-77 16,-4 0-30-16,0 0-16 16,0 0 4-16,0 0-7 15,0 0 17-15,0 0-4 16,0 0-12-16,-4 0-5 15,-3 0-8 1,-5 0-1-16,4 0-4 16,-1 1 5-16,3 2 2 0,-2-3-3 0,4 0 6 15,2 0 33 1,-1 0 18-16,3 0 9 0,0 0-5 16,0 0-24-1,0 0-17-15,0 0-9 0,0 0-10 16,5 1-6-1,11 5-1-15,5 8 1 0,4 9 0 16,2 11 7 0,-4 9 1-16,-8 10 9 0,-8 5 26 15,-7 4-11-15,0-1-10 16,-7 1-3-16,-8-10-13 16,-6-6 1-1,2-8 11-15,-4-8-10 0,5-8 6 16,3-8 0-16,3-8-2 15,8-2 0 1,4-4 2-16,0-4 5 0,0-24-20 0,8-16-115 16,15-15-17-16,8-6 3 15,5-6-20 1,2 9 62-16,-4 14 61 0,-7 12 20 16,-10 16 6-16,-8 10 7 15,-9 6 54-15,0 4 17 16,-3 0-35-16,-12 22-15 15,-5 12 36-15,2 10 10 16,9 10 5-16,9 1-8 16,0-2-18-16,27-2-20 15,11-12-3-15,6-6-29 0,8-10-1 16,6-12-8 0,4-8-59-16,26-10-62 0,-15-15-156 15,-15-2-437-15</inkml:trace>
  <inkml:trace contextRef="#ctx0" brushRef="#br1" timeOffset="100970.31">4224 7572 669 0,'0'0'770'15,"0"0"-587"1,0 0-100-16,0 0 44 0,0 0 6 16,0 0 40-16,0 0-44 0,-81-44-77 15,81 29-36 1,14 1-16-16,11 5-2 16,2 4-3-16,-4 5 5 15,-5 7 9-15,-9 18 0 16,-9 15 19-16,-11 11 12 15,-22 7 40-15,-10 2 8 0,3-8-41 16,9-8-23 0,8-16 0-16,17-10-10 0,6-8-3 15,12-6-5-15,25-4 3 16,19 0-9-16,13 0-16 16,6-10-123-16,24-9-100 15,-23 2-287-15,-16 3-504 0</inkml:trace>
  <inkml:trace contextRef="#ctx0" brushRef="#br1" timeOffset="102579.42">4723 8199 1672 0,'0'0'327'0,"0"0"-237"16,0 0-62-16,0 0 33 0,0 0 52 15,0 0 19 1,0 0-65-16,65-17-40 16,-34 0-18-16,-2 1-8 15,2-4 10-15,1 1-11 16,-3-4 1-16,0 0-1 15,-8-2-50-15,0 1-14 0,-11 2 10 16,-4 0 5-16,-6 4-30 16,0 0 24-1,-19 4-25-15,-7 1 11 0,-6 8 42 16,-1 5 8-16,-5 0 8 16,0 13 11-16,0 16 1 15,3 7 12-15,6 6 53 16,4 10 34-1,12 2-1-15,9 2-41 16,4-3-2-16,15-8 5 16,22-6-5-16,15-14-17 0,10-7-14 15,10-14-25-15,4-4-13 16,2-4-72-16,11-29-46 0,-18 2-145 16,-15 0-477-16</inkml:trace>
  <inkml:trace contextRef="#ctx0" brushRef="#br1" timeOffset="103150.22">5102 7471 983 0,'0'0'217'0,"0"0"-129"15,0 0 50-15,0 0 28 16,0 0 10-16,0 0 3 0,0 0-45 15,102 137-33 1,-97-85-1-16,-5 3-47 16,0-4 10-16,0-5-9 15,-5-12-15-15,-4-8-8 0,5-10-13 16,2-7-9 0,2-6 0-16,0-3 0 0,0 0-9 15,0-10-2 1,6-20-88-16,8-14-156 0,2-11-22 15,0-3 55 1,-3 0-116-16,-5 9 226 16,0 14 103-16,-8 20 146 0,0 12 30 15,0 3-46-15,-14 17 18 16,-1 13 23-16,1 5-17 16,7 4-55-16,7 0-28 15,0-7-12-15,15-6-14 16,10-3-21-16,8-7-24 15,4-6-46-15,11-10-66 16,-8 0-143-16,-6 0-319 0</inkml:trace>
  <inkml:trace contextRef="#ctx0" brushRef="#br1" timeOffset="103583.74">5405 7150 1320 0,'0'0'514'15,"0"0"-351"-15,0 0-107 0,0 0 24 16,0 0-14 0,0 0 33-16,0 0-22 0,-2-4-44 15,20 4-33-15,4 0 0 16,2 8 1-16,1 9 5 16,-2 7 0-16,-12 3 2 15,-9 12 21-15,-2 3 29 16,-19 6 9-16,-12 1-3 15,-2-2-9 1,4-6-28-16,7-13-19 0,11-11 4 16,8-7-11-16,3-7 5 0,14-1-6 15,20-2-6 1,14 0-9-16,33-7-112 0,-15-6-151 16,-8 1-406-16</inkml:trace>
  <inkml:trace contextRef="#ctx0" brushRef="#br1" timeOffset="103815.01">5731 7615 65 0,'0'0'1251'0,"0"0"-946"0,0 0-124 16,0 0 45 0,0 0-47-16,0 0-55 15,-118 113-25-15,109-85-38 16,7 0-28-16,2-5-17 0,0-6-16 15,17-8-4 1,6-3-14-16,6-6-12 16,2 0-28-16,2-15-68 15,1-9-114-15,5-22-98 16,-8 4-168-16,-4 4-468 0</inkml:trace>
  <inkml:trace contextRef="#ctx0" brushRef="#br1" timeOffset="104055.23">5909 7624 355 0,'0'0'546'16,"0"0"-134"-16,0 0-79 15,-31 120-69-15,9-56-57 16,-1 10-91-16,0 5-11 16,4-3 2-16,-1-3-39 15,5-12-36-15,-4-9-16 0,3-10-15 16,-5-11 5 0,-4-12 3-16,-2-6 47 0,-2-9-21 15,9-4-7 1,7-7 23-16,13-22-13 15,0-11-21-15,29-11-17 16,15-5-15-16,12 4 1 0,6 2-15 16,8 9-93-16,19-4-111 15,-16 12-280 1,-12 9-1191-16</inkml:trace>
  <inkml:trace contextRef="#ctx0" brushRef="#br1" timeOffset="105130">6043 8311 927 0,'0'0'256'16,"0"0"-95"-16,0 0 7 15,0 0-3-15,0 0-40 0,0 0-28 16,0 0-25-16,10 0-13 16,-6 0-9-16,-2 0-7 15,-2 0-18-15,0 0 9 16,0 0 22-16,0 0 5 15,0 0-32-15,0 0-14 16,0 0-14-16,0 0-1 16,0 0-1-16,6 0-14 15,7 4-1-15,5 1 16 16,0-5 0-16,0 0-18 16,-2 0 10-16,-10 0 8 15,-6-6 6-15,0-2-6 0,0 0-23 16,-11-4-98-1,0 3-120-15,7-1-337 0</inkml:trace>
  <inkml:trace contextRef="#ctx0" brushRef="#br1" timeOffset="105419.98">6603 7983 1340 0,'0'0'229'0,"0"0"-162"16,0 0 43-1,0 0 52-15,-58 116 11 16,50-76-48-16,6 4-42 0,2-4-37 16,0-2-18-16,8-8-10 15,9-6-6-15,8-7-5 16,1-9-7-1,6-8 0-15,1 0-42 0,2-10-42 16,-1-17-76-16,-5-4-86 16,2-30-105-16,-11 11-38 15,-5 4-421-15</inkml:trace>
  <inkml:trace contextRef="#ctx0" brushRef="#br1" timeOffset="105700.3">6850 8020 694 0,'0'0'378'0,"0"0"-211"15,0 0-128-15,0 0 26 16,0 0 137-16,0 0-1 15,-60 136-40-15,52-73-43 16,4 9 14-16,0 5-46 0,2 1-36 16,2-6-16-16,-3-4-14 15,1-7-6-15,-2-12-6 16,-3-6 1 0,-9-12 3-16,-4-7 10 0,-4-4 11 15,-7-11-1-15,4-4-24 16,5-5-8-16,9 0 40 15,13-23-7-15,0-12-27 16,19-6 6-16,19-7-12 16,9-2 0-16,7-3-1 15,2 1-62-15,-1-2-45 0,12-23-112 16,-14 15-286 0,-12 4-641-16</inkml:trace>
  <inkml:trace contextRef="#ctx0" brushRef="#br1" timeOffset="105890.3">7324 7377 209 0,'0'0'1537'0,"0"0"-1378"16,0 0-159-1,-118 113-1-15,45-24-19 0,10-11-143 16,12-11-621-16</inkml:trace>
  <inkml:trace contextRef="#ctx0" brushRef="#br1" timeOffset="107350.11">7474 8179 209 0,'0'0'1196'0,"0"0"-981"16,0 0-123-16,0 0 13 16,0 0 49-16,0 0 73 0,0 0-34 15,-20-20-40 1,20 20-36-16,0-2-38 15,0 2-6-15,0 0-11 16,0 0-24-16,0 0-11 0,2 0-12 16,11 0-14-16,12-4 0 15,13 0-1-15,13-2 0 16,7-1-6 0,7 0-33-16,2 0-20 0,-1 0-85 15,13-4-143-15,-19 4-192 16,-14-1-353-16</inkml:trace>
  <inkml:trace contextRef="#ctx0" brushRef="#br1" timeOffset="107600.23">7837 7907 350 0,'0'0'1240'0,"0"0"-1021"0,0 0-86 16,-69 118 49-16,53-68-62 0,3 4-23 15,9 0-37 1,4 1-25-16,0-2-35 0,0 0-1 16,19 7-88-1,0-14-183-15,-3-14-487 0</inkml:trace>
  <inkml:trace contextRef="#ctx0" brushRef="#br1" timeOffset="108530.27">9079 7971 781 0,'0'0'571'16,"0"0"-268"-16,0 0-57 16,0 0 28-16,0 0-47 15,0 0-28-15,0 0-44 0,0 0-64 16,0 0-52 0,0 0-25-16,0 0-8 0,0 0-6 15,0 0 0-15,0 0 0 16,0 0-3-16,0 0-22 15,0 0-23 1,0 0-49-16,0 0-144 0,0-4-245 16,0-6-355-16</inkml:trace>
  <inkml:trace contextRef="#ctx0" brushRef="#br1" timeOffset="109010.32">9079 7971 1280 0,'114'-40'488'0,"-130"40"-342"0,1 0-94 15,-4 0 38-15,6 0-23 16,4-8 21-16,7-7-13 16,2-3-33-16,0-5-42 0,9-4-20 15,11 1-34 1,4 5 13-16,-1 2 6 0,-3 9 18 15,-2 10 0 1,-5 0-5-16,-4 17 12 16,-9 14 10-16,0 15 34 0,-20 9 6 15,-20 6 0-15,-14 6-5 16,-6-4 5 0,-5-6-9-16,7-13-14 15,7-11-17-15,9-15 9 0,11-14-2 16,6-4 11-16,8-7-6 15,9-18-12-15,8-9-13 16,0-7-21-16,14 3-25 16,11 4 16-16,-1 11 27 15,2 16 14-15,3 7 2 0,0 6 1 16,7 22 39 0,3 11 8-16,0-2-25 0,9 3-12 15,2-6-11 1,6-8-8-16,2-10-57 0,18-16-100 15,-11 0-150 1,-12-5-391-16</inkml:trace>
  <inkml:trace contextRef="#ctx0" brushRef="#br1" timeOffset="109220.22">9589 8043 1420 0,'0'0'396'0,"0"0"-267"16,0 0-82-16,0 0 51 15,0 0 0-15,-60 128 3 16,60-96-45-16,0-4-17 16,9-6-23-16,13-10-1 15,7-7-15-15,3-5-13 0,3-3-47 16,3-19-30-16,-5-9-134 16,8-24-63-16,-12 7-202 15,-10 3 130-15</inkml:trace>
  <inkml:trace contextRef="#ctx0" brushRef="#br1" timeOffset="109450.06">9832 8003 700 0,'0'0'281'0,"0"0"73"0,-24 114-21 16,11-48-49-16,-1 11-83 0,3 3-57 15,2 0-37 1,-2-3-18-16,0-10-44 16,-1-9-23-16,-3-12-16 15,-5-9 1-15,-5-11-5 0,-6-10 20 16,-5-10 32-1,1-6-17-15,6-10-12 0,8-25 8 16,19-10-22 0,2-12-11-16,29-6-8 0,21-4-51 15,12 3-22-15,9 3-41 16,30-11-68-16,-21 16-148 16,-13 6-502-16</inkml:trace>
  <inkml:trace contextRef="#ctx0" brushRef="#br1" timeOffset="109940.19">10129 7939 755 0,'0'0'728'0,"0"0"-518"16,0 0-126-16,0 0 14 16,0 0 88-1,-31 104-38-15,27-58-35 0,4 1-34 16,0-6-51-16,0-4-7 15,10-9-11-15,8-10-10 16,4-11-14-16,7-7 13 16,2 0-30-16,3-20-46 15,1-10-64-15,-4-8-55 0,-2-5-40 16,-4-4-143 0,-9 5-13-16,-3 12 310 15,-9 13 82-15,-4 17 198 16,0 6-120-16,0 29 189 0,-6 13 18 15,-3 10-92 1,3 10-27-16,-2 5-34 0,4 0-31 16,-2 2-21-16,-1-5-27 0,-1-7-30 15,-2-8-6 1,-1-11-11 0,-5-9 6-16,-3-12-4 0,-6-9 20 15,0-7 9-15,1-7-12 16,6-7-2-16,7-18 7 15,11-14-18-15,0-6-12 16,24-8-11-16,21 1 2 16,10-2 0-16,8 2-40 0,2 1-100 15,17-20-91-15,-14 13-314 16,-18 1-998-16</inkml:trace>
  <inkml:trace contextRef="#ctx0" brushRef="#br1" timeOffset="110120.28">10902 7291 1820 0,'0'0'248'0,"0"0"-187"16,-112 124-47-1,46-47-14-15,-32 39-3 0,17-18-216 16,15-16-760-16</inkml:trace>
  <inkml:trace contextRef="#ctx0" brushRef="#br1" timeOffset="111500.37">11297 8104 1309 0,'0'0'395'0,"0"0"-149"0,0 0-60 16,0 0 12 0,0 0-2-16,0 0-33 0,0 0-57 15,10 0-56-15,4 0-31 0,9 0-13 16,6 0-6 0,6 0 0-16,5 0 0 0,3-1-1 15,-1 1-40 1,0 0-63-16,1 0-127 0,-10-2-133 15,-10-2-504-15</inkml:trace>
  <inkml:trace contextRef="#ctx0" brushRef="#br1" timeOffset="111674.98">11276 8289 1592 0,'0'0'519'0,"0"0"-367"15,0 0-49-15,0 0 40 16,124 0-79-16,-71-3-40 16,5-6-24-16,10-1-79 0,-14 3-159 15,-13 0-486-15</inkml:trace>
  <inkml:trace contextRef="#ctx0" brushRef="#br1" timeOffset="119430.32">12244 8301 1003 0,'0'0'541'0,"0"0"-346"15,0 0-80-15,0 0 42 16,0 0-4-16,0 0-25 15,-2 0-12-15,2 0-42 16,0 0-22-16,0 0 0 16,0 0 5-16,0 0 8 0,0 0-5 15,0 0-11 1,0 0-7-16,0 0-15 0,0 0-2 16,6 0-2-1,8 0-7-15,7 0-10 0,2-1-5 16,6-3 0-1,8 1-1-15,5 3 0 0,0 0 0 16,5 0-1-16,1 0-32 16,16 0-66-16,-16 0-166 15,-3 0-381-15</inkml:trace>
  <inkml:trace contextRef="#ctx0" brushRef="#br1" timeOffset="120090.1">13265 7985 1300 0,'0'0'331'0,"0"0"-216"0,0 0-33 15,0 0 65 1,0 0-29-16,0 0 16 0,0 0-39 15,-16-103-33-15,16 88-32 16,0-2 35-16,10 6-2 16,1-1-25-16,-3 1-20 15,4 7-9-15,-3 2-8 16,1 2-1-16,0 0 0 16,-4 17-6-16,-3 12 6 15,-3 12 23-15,-5 7 6 16,-17 4 5-16,-7 0 2 15,0-4-24-15,0-9-5 16,7-5 2-16,4-10-8 16,9-11 0-16,5-5-1 15,4-4-1-15,0-4-20 16,0 0-12-16,17 0-19 16,14 0-12-16,7-4-64 0,7 0 7 15,-1 4 53 1,-1 0 38-16,-5 20 21 0,-7 12 8 15,-11 6-11 1,-11 5 12-16,-9-1 1 0,-2-2 34 16,-27-6 20-16,-11-4-4 15,-12-4 30-15,-3-6-14 16,-6-6-36-16,5-7-31 16,8-7-18-16,3-9-77 15,16-15-119-15,14-1-513 0</inkml:trace>
  <inkml:trace contextRef="#ctx0" brushRef="#br1" timeOffset="121709.98">13996 8347 1279 0,'0'0'764'16,"0"0"-475"-16,0 0-134 15,0 0-7-15,0 0-40 16,0 0-13-16,0 0-51 0,108-19-12 16,-48 13-12-16,9 2-14 0,4 0-6 31,-1 1-1-31,10-1-70 0,-18 0-134 16,-17 1-497-16</inkml:trace>
  <inkml:trace contextRef="#ctx0" brushRef="#br1" timeOffset="123669.93">15423 8165 1393 0,'0'0'300'16,"0"0"-128"-1,0 0 1-15,0 0 24 0,0 0-56 16,0 0-34-1,0 0-61-15,0-6-31 16,0 6-15-16,0 0-1 16,0 0-26-16,4-2-65 0,-2 1-92 15,3-8-317-15</inkml:trace>
  <inkml:trace contextRef="#ctx0" brushRef="#br1" timeOffset="124130.23">15423 8165 1498 0,'-7'-148'252'0,"7"128"-161"0,0-6-11 16,3-6 39-16,12-3-12 15,7 1-33-15,5 4-27 16,0 2-35-16,2 11-12 0,-2 4 1 16,-2 9 0-1,-4 4-1-15,0 3 17 16,-8 20 11-16,-8 13-2 16,-5 10 33-16,-18 11-16 0,-22 3-3 15,-18 2 6 1,-9-3-18-16,-5-10-8 15,-1-7-1-15,3-12-4 16,8-10-6-16,9-10-2 16,14-8-7-16,16-2-1 0,15 0 1 0,8-16 0 15,16-3-1 1,20 0-7-16,11 4 8 16,6 8 0-16,5 7 0 15,0 0-11-15,-4 13 9 16,-1 6-32-16,10 1-167 15,-15-6-296-15,-5-7-661 0</inkml:trace>
  <inkml:trace contextRef="#ctx0" brushRef="#br1" timeOffset="124569.93">15865 8047 1415 0,'0'0'614'0,"0"0"-502"16,0 0-104-16,0 0 8 16,0 0 10-16,0 0 60 15,0 0 22-15,40 64-23 16,-40-19-23-16,0 2-19 16,-3 2-5-16,-7-5-10 15,-2-7-15-15,3-9-7 0,7-7-4 16,2-11-2-16,0-7-12 0,2-3-46 31,19-5 28-31,5-24-68 16,3-12-169-16,-3-12-78 0,1-6-220 15,-6 2 28-15,-6 7 537 16,-6 15 208-16,-6 16 458 16,-3 15-370-16,0 4-136 15,-17 12-63-15,-3 18 69 16,1 7-22-16,3 4-25 0,9 1-48 15,7-2-34 1,0-3-19-16,11-8-18 16,18-7-3-16,10-8-27 0,7-10-34 15,5-4-111 1,27-15-100-16,-16-15-331 0,-6-4-672 0</inkml:trace>
  <inkml:trace contextRef="#ctx0" brushRef="#br1" timeOffset="125000.13">16473 8127 1275 0,'0'0'512'0,"0"0"-276"0,0 0-122 16,-62 138 1-1,52-97-43-15,10-7-11 0,0-9-3 16,21-8-7 0,10-9-7-16,9-8-19 0,5-2-25 15,1-22-78 1,1-10-81-16,-5-8-10 0,-6-8-77 15,-7-3-110 1,-7-1-138-16,-3 8-4 0,-9 14 498 16,-5 14 531-16,-5 18-163 15,0 2-234-15,-7 34 137 16,-11 15-35-16,1 12-83 16,1 10-42-1,1 9-38-15,1 2 3 0,3 1 7 16,-5 2-16-16,-6-4-30 15,-11-11 2-15,-12-9-7 16,-9-12 2-16,-1-15-1 0,4-12-15 16,13-12-3-1,13-10 13-15,17-2 14 0,8-11 7 16,13-22-49 0,34-11-4-16,32-18-10 0,40-14 13 15,30-8-13 1,-6 8-49-16,-3-1-57 0,-44 23-207 15,-41 13-639-15</inkml:trace>
  <inkml:trace contextRef="#ctx0" brushRef="#br1" timeOffset="126680.27">17260 8233 1111 0,'0'0'404'15,"0"0"-212"-15,0 0-101 0,0 0 95 16,0 0 8 0,0 0-45-16,0 0-30 0,65-34-66 15,-34 10-34 1,2-4-10-16,-4-2-9 0,-2-4-21 15,-10-2-44 1,-10 2-11-16,-7 0 11 0,0 2 16 16,-24 1 18-1,-11 7 13-15,-10 10 11 0,-7 13 6 16,1 1 1-16,4 23 7 16,5 17 75-16,11 10 29 15,11 11-3-15,13 1-28 0,7-2-34 16,17-5-13-1,26-9 0-15,13-13-12 16,11-10-10-16,6-13-11 16,8-10-39-16,25-12-132 15,-19-15-143-15,-15-2-528 0</inkml:trace>
  <inkml:trace contextRef="#ctx0" brushRef="#br1" timeOffset="127230.33">17618 7296 1465 0,'0'0'252'16,"0"0"-99"0,0 0-42-16,0 0 79 0,0 0-35 15,0 0 8-15,0 0-66 16,0-9-69-16,8 18-28 16,3 20 0-16,-1 13 10 15,-2 12 3-15,-8 8 8 16,0 5 12-16,0-7-3 15,-10-6-5-15,-1-12-13 16,1-12-1 0,2-10-10-16,6-8 5 0,0-8-6 15,2-4-1-15,0 0-15 16,6-14-22-16,17-20-41 16,6-13-222-16,16-44-66 15,-3 4-259-15,-9 17-161 16,-10 16 783-16,-23 48 4 15,0 6 567-15,-2 0-377 0,-17 17-19 16,-5 14 110 0,-3 7 3-16,5 4-95 0,8 4-38 15,10-3-47-15,4-4-41 0,9-7-24 16,20-3-39 0,9-12-3-16,9-8-44 0,19-9-99 15,-8-9-189 1,-10-11-450-16</inkml:trace>
  <inkml:trace contextRef="#ctx0" brushRef="#br1" timeOffset="127579.61">18031 6962 235 0,'0'0'1403'15,"0"0"-1054"-15,0 0-174 0,0 0-50 16,0 0-37 0,0 0-33-16,0 0-54 0,7 28 8 15,-1 14-8 1,-6 16 18-16,0 9 16 15,-6-2-13-15,-17-5 12 16,2-9-3-16,4-13-1 0,9-10-21 16,8-10-3-16,0-6 4 15,25-8-8-15,14-4-2 16,9 0-82-16,27-24-118 0,-13-4-339 16,-10 0-848-16</inkml:trace>
  <inkml:trace contextRef="#ctx0" brushRef="#br1" timeOffset="127860.08">18176 7620 1137 0,'0'0'690'16,"0"0"-459"-16,0 0-163 15,0 0-30-15,0 0 58 16,0 0 14-16,-93 120-6 16,81-86-36-16,12-4-38 0,0-6-9 15,7-10-14 1,17-6-6-16,7-8-1 0,8 0-37 16,-1-17-82-1,1-12-63-15,13-29-118 16,-12 6-100-16,-7 3-129 0</inkml:trace>
  <inkml:trace contextRef="#ctx0" brushRef="#br1" timeOffset="128115.15">18450 7550 451 0,'0'0'700'0,"0"0"-434"0,0 0 43 15,0 0-53-15,-35 144-98 16,21-77-59-16,-1 5 9 16,-1 6 15-16,-5-3-44 0,2 0-30 15,-1-12-29 1,-3-5-10-16,-1-12-4 0,0-13 4 15,-1-6-2 1,-2-14 19-16,4-4 14 0,6-9-6 16,11 0 29-16,6-24 7 15,8-15-71-15,30-11 7 16,20-6-7-16,33-12 0 16,36-6-16-1,-6 10-29-15,-7 11-129 0,13-2-78 16,-45 16-240-16,-6 3-567 15</inkml:trace>
  <inkml:trace contextRef="#ctx0" brushRef="#br1" timeOffset="131360.07">1618 10168 808 0,'0'0'341'0,"0"0"-186"16,0 0-55 0,0 0 13-16,0 0-26 0,0 0 39 15,0 0 21-15,-13-16 4 16,8 14-14-16,1 1-7 16,1-1-12-16,1-1-2 15,0 1-44-15,2 0-20 16,0 2 3-16,0 0-12 15,0 0-19-15,0 0 12 16,0 0 4-16,0 0 5 16,18 0-6-16,13 0-20 0,18-4 4 15,16 3-11-15,12-6-2 16,4 1-4-16,0 1-6 16,-6 1-15-1,-6 1-43-15,1 3-89 0,-20 0-316 16,-19 5-539-16</inkml:trace>
  <inkml:trace contextRef="#ctx0" brushRef="#br1" timeOffset="131740.22">1694 10254 1654 0,'0'0'520'0,"0"0"-323"16,0 0-6-16,0 0 9 16,0 0-83-16,0 0-38 15,0 0-40-15,79-1-29 0,-18-5-9 16,15-1 1 0,9 3-2-16,6 1 0 0,3 1-57 15,22-5-39 1,-20 4-199-16,-21-6-410 0</inkml:trace>
  <inkml:trace contextRef="#ctx0" brushRef="#br1" timeOffset="132220.21">2411 9854 1859 0,'0'0'376'0,"0"0"-240"16,0 0-105-16,0 0 57 15,0 0 14-15,0 0-15 16,0 0-44-16,18 4-37 16,13 12 1-16,7 3-5 15,11 6 4-15,5 5-6 0,6 0 1 16,3 3 0-1,-1-1-1-15,-4 3 0 0,-12 2-26 16,-10 0 5 0,-20 5 2-16,-16 7 1 0,-11 1 12 15,-40 8 6-15,-36 9 7 16,-45 18 8-16,-40 9-14 16,10-5-1-16,10-14-64 0,54-24-291 15,47-27-801-15</inkml:trace>
  <inkml:trace contextRef="#ctx0" brushRef="#br1" timeOffset="138479.99">3820 10034 641 0,'0'0'372'0,"0"0"-118"0,0 0-107 16,0 0-4-1,0 0-22-15,0 0-28 0,36-14 9 16,-32 12-27-16,-4 0-44 16,2 2-19-16,-2 0 10 15,0 0 14-15,0 0-17 16,0 0 2-16,0 0-7 16,3 0-5-16,4-2-3 0,-1-1 6 15,1 0 4 1,-1 1-1-16,-1 0-3 15,-3 0-2-15,-2 2 0 16,0 0-2-16,0 0-7 16,0 0 11-16,0 0 0 15,0 0-6-15,0 0-5 16,0 0 0-16,2 0 0 0,3 9 0 16,-3 11 26-16,-2 9 19 15,0 9-2-15,0 6 14 16,0 0-15-16,0-1-25 15,5-7-8-15,3-8 7 16,6-7-9-16,8-9-2 16,7-7-6-16,4-5-22 15,6 0-30-15,1-22-3 16,0-6-36-16,0-9-27 16,-4-2 0-16,-5-6-19 0,-4 2 8 15,-10 4 28 1,-7 9 69-16,-6 8 32 0,-4 14 46 15,0 8-27 1,0 0-19-16,-2 16 0 0,-12 19 19 16,1 16 70-16,-5 29 27 0,1 34-11 15,0 19-25 1,5-5 8-16,4-26-6 0,4-32-22 16,-1-19 3-1,-1 2-13-15,-3 5-27 16,-7-3 6-16,-6-8-14 15,-7-11 1-15,-9-10 5 16,-2-10 5-16,-1-9-16 16,8-7-1-16,9-9 16 15,13-21-9-15,11-12-16 0,6-11 0 16,31-5 1-16,15-4-1 16,11 2-14-16,9-1-75 15,25-20-70-15,-16 14-106 16,-16 7-528-16</inkml:trace>
  <inkml:trace contextRef="#ctx0" brushRef="#br1" timeOffset="138689.91">4844 9539 1960 0,'0'0'263'0,"0"0"-250"16,0 0-12-16,-141 172 8 0,68-53-9 15,7 19-7-15,20-22-220 0,24-32-794 16</inkml:trace>
  <inkml:trace contextRef="#ctx0" brushRef="#br1" timeOffset="139250.34">5233 10399 314 0,'0'0'1348'0,"0"0"-969"16,0 0-195-16,0 0-36 15,0 0-9 1,0 0-18-16,0 0-33 0,-4-8-37 15,4 8-16-15,2 0-9 16,10 0-2-16,9 0-12 16,10 0-5-16,12 0-6 15,4 0-1-15,9 2 1 0,4 0 5 16,2 0-6 0,5-2 8-16,1 0-8 0,-4 0 0 15,-4 0-12 1,-4 0-54-16,9 0-142 0,-17 0-137 15,-9 0-453-15</inkml:trace>
  <inkml:trace contextRef="#ctx0" brushRef="#br1" timeOffset="139550.14">5198 10640 314 0,'0'0'1986'0,"0"0"-1599"0,0 0-259 15,0 0-71-15,0 0-1 16,0 0-15-16,124 0-28 15,-49 0-5-15,12 0-8 16,6 0-18-16,1 0-53 16,22 5-118-16,-27 4-362 0,-18-6-578 0</inkml:trace>
  <inkml:trace contextRef="#ctx0" brushRef="#br1" timeOffset="140600.23">8069 9874 1687 0,'0'0'608'15,"0"0"-320"-15,0 0-81 16,0 0-38-16,0 0-39 0,0 0-35 16,0 0-52-16,98-10-33 15,-36 6-10-15,13 0-1 16,2 2-28-16,6 2-40 16,28-3-62-16,-20 1-94 15,-13-1-551-15</inkml:trace>
  <inkml:trace contextRef="#ctx0" brushRef="#br1" timeOffset="141170.26">9278 9631 1205 0,'0'0'343'0,"0"0"-126"0,0 0-124 16,0 0 16-1,0 0-2-15,0 0-29 0,0 0-40 16,39-65-26-16,-23 65-6 16,-3 5 0-1,-4 17 11-15,-7 7 14 0,-2 6 14 16,-8 5 2-16,-21 1 32 16,-5-2 20-1,-1-2-24-15,4-7-16 0,6-9-17 16,7-5-24-16,7-7-9 15,9-6-3-15,2-3-6 16,0 0-10-16,8 0-18 16,19 0-15-16,9-5-109 15,1-2 44-15,4 7 50 16,-3 0 36-16,-7 12 22 16,-6 13 11-16,-10 5 1 15,-10 2 18-15,-5-1 26 16,-10 4 2-16,-21-3 12 15,-11-2-9-15,-7-3-19 0,0-6-24 16,2-4-18-16,5-8-20 0,4-9-129 16,9 0-129-1,13 0-587-15</inkml:trace>
  <inkml:trace contextRef="#ctx0" brushRef="#br1" timeOffset="143189.81">11143 9738 1520 0,'0'0'360'0,"0"0"-211"0,0 0-54 16,0 0-33 0,0 0 5-16,0 0 9 15,0 0-46-15,6-53-30 16,23 50-23-16,3 3 23 0,-1 0-1 15,-4 3 0 1,-9 15-3-16,-12 8 4 0,-6 8 19 16,-13 6 11-1,-32 6 14-15,-17 5 14 0,-9-3 11 16,-3-2-31 0,7-8 4-16,16-8 6 0,15-10-17 15,17-6-19-15,13-6-2 16,6-2 10-1,16-1 1-15,24 0 5 0,16-1 1 16,9-4-13-16,7 0-13 0,-1 0-1 16,-2-4 0-1,-9-3-59-15,2-2-81 0,-13 1-133 16,-13 2-397-16</inkml:trace>
  <inkml:trace contextRef="#ctx0" brushRef="#br1" timeOffset="144500.29">11467 9747 1235 0,'0'0'293'16,"0"0"-131"-16,0 0-57 0,0 0 78 16,0 0 11-16,0 0-64 0,0 0-49 15,10-14-51 1,9 10-30-16,4 4 1 16,9 0 5-16,2 2 2 15,-3 16-7-15,0 7 15 0,-9 7 5 16,-6 4 25-1,-8 3 4-15,-8 4 1 16,0-2-8-16,-4 0-8 16,-14-4-9-16,1-6-6 15,1-4-7-15,3-10-5 0,4-4-8 16,5-8 0 0,1-3-13-16,3-2-8 15,0 0-8-15,0 0-20 16,3-11-18-16,12-18-71 0,14-37-375 15,0 8 108-15,-2 0-310 16</inkml:trace>
  <inkml:trace contextRef="#ctx0" brushRef="#br1" timeOffset="144695.34">11780 9786 1071 0,'0'0'555'16,"0"0"-398"-16,0 0-107 16,0 0-5-16,0 0 102 15,0 0 20-15,-51 106-45 16,40-68-26-16,5-3-20 15,6-1-30-15,0-1-23 0,4-9-11 16,21-6-12 0,8-8-33-16,9-8-40 0,5-2-75 15,4-8-122-15,7-32-46 16,-13 1-218-16,-14 4-354 0</inkml:trace>
  <inkml:trace contextRef="#ctx0" brushRef="#br1" timeOffset="145130.21">12055 9890 781 0,'0'0'611'0,"0"0"-360"0,0 0-68 15,0 0 30 1,0 0-48-16,0 0-58 0,-105 126-26 16,105-102-10-16,0-2-26 15,11-6-17-15,14-2-13 16,6-5-15-16,4-9-10 16,5 0-28-16,1 0-42 15,-3-17-41-15,-1-5-79 16,-3-6-16-1,-5-4-15-15,-2 0-173 0,-7 1 60 16,-5 4 340-16,-5 8 4 16,-8 9 341-16,-2 10-74 15,0 0-189-15,-4 10-41 0,-10 21 90 16,-5 13 72 0,2 14-18-16,-3 12-42 0,-3 7-23 15,4 3-38 1,-2-2-20-16,-1-8-3 15,2-7-13-15,-4-12-11 16,-5-6-17-16,-7-9-7 16,-7-8 10-16,3-7 2 0,3-9-3 0,10-5-1 15,14-7 5 1,13 0 24 0,0-19 19-16,22-15-63 0,21-8-7 15,15-8-7-15,13-2 2 16,4 0-24-16,37-20-145 15,-23 14-112-15,-11 4-408 0</inkml:trace>
  <inkml:trace contextRef="#ctx0" brushRef="#br1" timeOffset="146220.2">12609 10020 1538 0,'0'0'549'0,"0"0"-431"0,0 0-117 16,0 0 32 0,0 0 15-16,0 0 3 0,0 0-26 15,112-21-25-15,-67 4-2 16,2-5-36-16,0-2-58 16,1-14-125-16,-12 4-175 15,-11 3-325-15</inkml:trace>
  <inkml:trace contextRef="#ctx0" brushRef="#br1" timeOffset="146400.31">12701 9740 1053 0,'0'0'358'0,"0"0"-162"15,0 0 12 1,-84 132 16-16,84-82-32 0,6 2-28 16,32-4-50-1,16-4-57-15,10-9-33 0,9-12-9 16,6-9-15-1,4-12-6-15,-4-2-110 0,17-18-77 16,-18-8-289-16,-17-4-638 0</inkml:trace>
  <inkml:trace contextRef="#ctx0" brushRef="#br1" timeOffset="147105.07">12750 9786 814 0,'0'0'320'0,"0"0"-94"0,0 0-85 15,0 0-31-15,0 0 1 16,0 0-63-16,0 0-30 15,69-39-4-15,-40 30-4 16,2 0 17-16,5 6-2 16,0 0 16-16,-2 3 4 15,-5 0 24-15,-10 12-8 16,-5 9-19-16,-10 7 11 16,-4 6-21-16,0 2-32 15,-33 8-7-15,-3-6-164 16,3-14-547-16</inkml:trace>
  <inkml:trace contextRef="#ctx0" brushRef="#br1" timeOffset="147730.04">13116 9414 1109 0,'0'0'344'16,"0"0"-151"-16,0 0-27 0,0 0-4 15,0 0-47 1,0 0-34-16,0 0-19 16,91-14-20-16,-82 37-11 15,-7 2 15-15,-2 8 14 0,0 3-17 16,-11-2 23-1,-7-2-16-15,-1-2-8 16,-2-7-17-16,6-6-17 16,3-5-7-16,6-4 5 15,1-6-5-15,5-2-1 16,0 0-8-16,0 0-14 0,21-18-42 16,8-12-200-16,21-31-83 15,-4 8-231-15,-9 5-274 16</inkml:trace>
  <inkml:trace contextRef="#ctx0" brushRef="#br1" timeOffset="147879.99">13336 9409 909 0,'0'0'350'16,"0"0"-77"-16,0 0-39 0,0 0-2 0,0 0-40 15,0 0-92 1,-98 114-14-16,98-88-9 0,0 0-20 16,21-4-24-1,10-2-26-15,9-6-7 16,3-6-73-16,19-8-40 15,-14 0-110-15,-5 0-310 0</inkml:trace>
  <inkml:trace contextRef="#ctx0" brushRef="#br1" timeOffset="148310.41">13466 9085 421 0,'0'0'1027'0,"0"0"-766"16,0 0-163-16,0 0-30 16,0 0-18-16,0 0-29 15,0 0 11-15,84-14 0 0,-72 23-1 16,-12 10 30 0,0 10 29-16,-18 5-2 0,-14 2 6 15,-3-2-6 1,2-2-17-16,8-6-19 0,12-6-19 15,11-2-18 1,2-2 1-16,11-2 13 16,20 2-9-16,9-4-20 0,7-4-51 0,20-2-123 15,-9-4-138 1,-14-2-530-16</inkml:trace>
  <inkml:trace contextRef="#ctx0" brushRef="#br1" timeOffset="148800.14">13655 9479 727 0,'0'0'781'0,"0"0"-555"16,0 0-143 0,0 0 30-16,0 0-5 0,0 0-30 15,0 0-17 1,-68 92-20-16,68-74-13 0,10-2-4 15,13-4-8 1,1-7-12-16,5-3-4 0,0-2-28 16,0-2-23-16,-2-15-75 0,-3-10-44 15,-1 0-21 1,-2-1-42-16,-2 4 4 0,-5 6 229 16,-6 8 200-1,-6 6 62-15,-2 4-106 16,0 0-85-16,0 22 15 15,-4 12 79-15,-10 9-62 0,3 13-23 16,-5 2-13 0,1 2-25-16,-1 0-11 0,-1-4-7 15,1-8-5-15,-4-6-6 16,0-10-7-16,0-6-5 16,-2-10 10-16,-1-5-4 15,10-10-6-15,6-1 26 16,7 0 38-16,4-21 13 15,30-8-66-15,15-9-12 16,20-2 1-16,14 1-1 16,8 6 0-16,38-3-56 0,-24 7-206 15,-13 7-400-15</inkml:trace>
  <inkml:trace contextRef="#ctx0" brushRef="#br1" timeOffset="150610.1">7411 10585 1001 0,'0'0'269'16,"0"0"-269"-16,0 0-78 0,0 0 46 15,0 0 32-15,0 0 74 0,0 0 54 16,-2 0-14 0,2 0 55-16,0 0 37 0,0 0-7 15,0 0-66 1,0 0-40-16,2 0-5 15,0 0 18-15,3-2-35 16,7-1-28-16,0 1-11 16,11-3-10-16,6 1-13 0,9 3-3 15,9-3-6-15,4 0 11 16,4-1-10-16,6 3 7 16,-1-1-1-1,0-1 23-15,-4 0-12 16,0 1-11-16,-6 3 2 15,0 0-9-15,-1 0 1 0,-5 0-1 16,4 0 0 0,-2 4 1-16,3 1 0 0,1 0 4 15,0 2-4-15,2-3 5 16,0 1-5-16,0-1-1 16,2 1 1-16,0-1 0 0,-1 1 0 15,2 0 0 1,1-1 0-16,0-3-1 0,4 3 1 15,3-1-1 1,1 1 1-16,4-2-1 0,1-1 1 16,0 2-1-16,2-2 0 15,1-1 8-15,-1 0-8 16,-1 0 1-16,-2 0 0 16,-1 0-1-16,-5 0 0 15,3 0 0-15,-3 0 0 16,3 0 0-16,-3 0-6 15,2 0 0-15,4 0-3 16,-3 3 0-16,1-3 2 16,1 1 6-16,0 2 1 15,-3-1 0-15,4 0 0 0,-4 1 0 16,-1-1 0-16,-1 3 0 16,0-3 0-16,1 2 0 15,1-3 0-15,1 4 0 16,5-3 1-16,1 0 0 15,2-2 0-15,7 2-1 16,3-2-13 0,4 0-12-16,2 1-17 0,-2-1 12 0,0 0 13 15,-2 0 11 1,-3 0 5-16,-2 0 1 16,-2 0-2-16,1 0 2 15,-6-1 0-15,2 1-1 16,2 0 2-16,-2-2-1 15,3 2 0-15,3 0-1 16,1 0 1-16,3 0 0 16,-3 0-1-16,-1 0-14 0,-1 0 7 15,-2 0 7-15,-3 0-8 0,-3 0-3 16,-1 0 5 0,-4 0 7-16,0 0 2 15,0 0-1-15,2 0 8 16,-2-2 1-16,4 0-1 15,-1-1-3-15,-4 1-6 16,1-1-8-16,-3-1 8 0,1 1 0 16,-3-1 0-16,-4 3 0 15,-2-3 0-15,-6 2 1 16,-8 2-1-16,-11-3 0 16,-9 3-21-16,-13-1-71 15,-9-7-114-15,-6 2-279 16,-17-6-998-16</inkml:trace>
  <inkml:trace contextRef="#ctx0" brushRef="#br1" timeOffset="153000.24">9039 11321 808 0,'0'0'270'16,"0"0"-96"-16,0 0-35 0,0 0 16 16,0 0-33-1,0 0-15-15,89 129-11 0,-89-89 13 16,0 2-13-1,-4 2-3-15,-12-2-14 0,-2 0-31 16,0-4-24 0,0-3-2-16,1-7-11 0,5-6 0 15,1-8-5-15,5-4-4 0,1-6 7 16,5-4-9 0,0 0 15-16,0-9 10 15,16-22-25-15,31-47-248 16,-5 6-44-16,3-1-263 0</inkml:trace>
  <inkml:trace contextRef="#ctx0" brushRef="#br1" timeOffset="153149.87">9291 11293 992 0,'0'0'595'0,"0"0"-496"16,0 0 0-16,-74 105 109 16,52-52 4-16,11 4-67 0,11-3-28 15,9-6-41 1,24-10-33-16,16-7-12 15,9-12-31-15,7-10-24 0,24-9-142 16,-13-17-164 0,-16-5-519-16</inkml:trace>
  <inkml:trace contextRef="#ctx0" brushRef="#br1" timeOffset="153645.29">9420 10932 1448 0,'0'0'305'16,"0"0"-161"-16,0 0-59 15,0 0 43-15,0 0 8 16,0 0-31-16,0 0-34 0,9-33-71 15,27 22-32 1,-1 3 32-16,-1 8 0 0,-10 0 0 16,-13 8 6-16,-11 16 4 0,0 8 3 15,-25 7 38 1,-10 1 1-16,-5 1 10 0,9-9-20 16,8-11-27-1,19-5-8-15,4-7-5 0,20-3-1 16,27-1 23-1,11-5-24-15,37 0-95 16,-12-6-141-16,-12-6-326 0</inkml:trace>
  <inkml:trace contextRef="#ctx0" brushRef="#br1" timeOffset="154080.41">9872 11582 1538 0,'0'0'496'0,"0"0"-316"16,0 0-38-16,0 0 15 15,0 0-88-15,0 0-44 0,0 0-16 16,129-13-9 0,-90 2-24-16,-4-4-6 0,-3-5-63 15,-12-1-30-15,-11-1-38 0,-9 0-58 16,0 1 77 0,-29 3 70-16,-11 6 50 15,-8 9 22-15,2 3 80 16,-1 0 52-16,7 18 29 0,13 6-25 15,11 6-21 1,16 2-8-16,0 3-16 0,29-2-23 16,14-1-28-16,12-5-14 15,7-8-26-15,6-6-5 16,19-13-114-16,-16 0-127 16,-13-3-423-16</inkml:trace>
  <inkml:trace contextRef="#ctx0" brushRef="#br1" timeOffset="155054.96">10175 11006 468 0,'0'0'717'15,"0"0"-533"-15,0 0-92 16,0 0 109-16,0 0 32 16,0 0-4-16,0 0-72 15,-4 0-33-15,4 0-32 16,0 0-15-16,2-2-33 0,7 1-22 15,3 1-22 1,3 0 0-16,1 0-15 0,1 8 2 16,-5 13 12-16,-4 8 1 15,-5 3 14-15,-3 2 9 16,0 0 10-16,-9-4-1 16,-5-4-19-1,3-5-12-15,3-8 0 0,1-4 0 16,7-8-1-1,0-1-8-15,0 0-4 0,0 0-25 16,15-18-29-16,10-14-155 16,2-8-66-1,2-4-15-15,-8 4 2 0,-4 10 255 0,-11 14 45 16,-6 10 157 0,0 6-56-16,0 4 16 0,-11 18 114 15,-3 6-44 1,6 5-46-16,6-4-23 0,2 0-40 15,2-8-42 1,20-5-26-16,5-4-10 0,4-8-9 16,5-4-116-16,10-2-72 15,-9-15-197-15,-8-6-580 0</inkml:trace>
  <inkml:trace contextRef="#ctx0" brushRef="#br1" timeOffset="155369.56">10512 10764 962 0,'0'0'560'0,"0"0"-324"15,0 0-47-15,0 0 10 16,0 0-104-16,0 0-58 15,0 0-17-15,33 20-6 16,-25 6 11-16,-6 6 39 16,-2 4 20-16,0 0-13 15,-16-4 1-15,1-3-24 16,3-10-19-16,5-5-15 0,7-5-13 16,0-5-1-1,11-2-9-15,16-2-9 0,27 0-63 16,-7-5-172-1,-3-5-319-15</inkml:trace>
  <inkml:trace contextRef="#ctx0" brushRef="#br1" timeOffset="155830">10757 11037 895 0,'0'0'497'15,"0"0"-243"-15,0 0-32 16,0 0-27-16,0 0-69 0,-64 105-41 15,59-79-35 1,5-1-23-16,0-7 1 16,0-3-16-16,16-8 4 0,6-5-16 15,5-2-3 1,2 0-30-16,6-14-69 0,2-13-69 16,-2-2-72-1,-4-7-65-15,-2 3-63 0,-9 1 122 16,-4 11 249-1,-10 8 365-15,-6 10-12 0,0 3-184 16,0 2-106-16,-2 21 42 0,-11 14 55 16,-3 10-45-1,-2 11-8-15,-4 5-9 0,0 1-30 16,-5 1-25 0,-4-7-13-16,-3-5-11 15,-3-10-11-15,-2-8 1 16,2-9 3-16,5-9 6 15,10-9-8-15,13-8 5 16,9 0 18-16,0-11 16 0,27-15-22 16,15-15-27-16,18-5-8 15,14 0-7-15,9 4-129 16,32-7-76-16,-20 12-291 16,-11 6-618-16</inkml:trace>
  <inkml:trace contextRef="#ctx0" brushRef="#br1" timeOffset="157060.23">11519 11538 872 0,'0'0'884'0,"0"0"-555"15,0 0-118-15,0 0 55 0,0 0-87 16,0 0-100-16,0 0-33 15,135-20-16-15,-79 16-30 16,6 1 7-16,0 3-7 16,1 0-31-16,-3 0-73 0,9-5-154 15,-16-4-238 1,-15 0-355-16</inkml:trace>
  <inkml:trace contextRef="#ctx0" brushRef="#br1" timeOffset="157260.47">11972 11388 1177 0,'0'0'702'15,"0"0"-551"-15,0 0-35 16,-73 104 11-16,44-56-22 16,4 4-22-16,8-2-48 15,3 1-35-15,12-9-24 16,2-6-58-16,18-9-109 15,11-9-183-15,4-11-1065 0</inkml:trace>
  <inkml:trace contextRef="#ctx0" brushRef="#br1" timeOffset="158140.12">13066 11378 1654 0,'0'0'329'15,"0"0"-240"-15,0 0-30 0,0 0 72 16,0 0 19-16,0 0-33 16,0 0-56-16,-62-9-34 15,62-5-9-15,0-6-18 16,16-4-64-16,13-2-65 16,7 2 16-16,1 3 39 15,-3 10 30-15,-5 8 23 16,-13 3 5-16,-14 13-3 15,-2 20 19-15,-33 10 35 16,-23 11 18-16,-21 7-10 16,-9 1-3-16,-5-4-24 15,6-10-7-15,16-11-3 16,18-16 0-16,15-10-6 0,18-11-15 16,16 0 2-1,2-23-40-15,24-8-70 0,16-4 26 16,10 0 34-1,-2 9 25-15,1 9 17 0,-11 9 21 16,-7 8 1 0,-6 2 38-16,-7 18 58 15,-1 4 21-15,2 2-41 0,5 0-45 16,3-2-14-16,9-5-8 16,6-8-10-16,7-5-7 15,0-6-73-15,0 0-39 16,-3-3-15-16,-3-11-1 15,-9-4 7-15,-8 4 36 16,-8-3 73-16,-7 5 19 16,-6 8 156-16,-5 4-1 15,0 0-109-15,0 16-11 16,-9 14 113-16,5 4-46 0,4 2-44 16,0-2-32-1,13-4-18-15,12-10-8 0,4-8-1 16,2-9-6-1,0-3-44-15,-2-4-89 0,2-32-79 16,-8 3-100 0,-8-1-243-16</inkml:trace>
  <inkml:trace contextRef="#ctx0" brushRef="#br1" timeOffset="158450.11">13695 11478 958 0,'0'0'223'0,"0"0"34"16,0 0-49-16,-22 128-57 0,4-67 16 15,2 5 23 1,-3 6-37-16,1 0-49 0,-1-2-12 16,0-6-25-16,-1-6-11 15,-1-5-21-15,0-7-14 16,-6-8-10-16,-2-4-3 16,-7-10-2-16,1-6 0 15,2-7-6-15,3-11 0 16,10 0 8-16,14-7 51 15,6-19-29-15,6-10-24 16,30-11 9-16,15-2-6 0,16-6 14 16,8-1-23-1,12-4-2-15,7-2-34 16,42-31-59-16,-24 20-163 16,-16 4-420-16</inkml:trace>
  <inkml:trace contextRef="#ctx0" brushRef="#br1" timeOffset="159080.29">15022 10597 2085 0,'0'0'567'0,"0"0"-449"0,0 0-76 15,0 0-18-15,0 0-24 16,0 0-29-16,0 0-254 16,-38 29-549-16</inkml:trace>
  <inkml:trace contextRef="#ctx0" brushRef="#br1" timeOffset="-209826.57">9899 9904 669 0,'0'0'341'0,"0"0"-160"0,0 0-84 15,0 0 19 1,0 0 16-16,0 0-21 0,11 0-18 15,-8 0 9-15,-3 0 29 16,0 0-4-16,0 0-18 16,0 0-16-16,0 0-13 0,0 0-12 15,0 0-17 1,0 0-18-16,0 0-17 0,0 0 6 16,0 0 10-1,0 0-1-15,0 0 0 0,0 0-1 16,0 0-6-1,0 0-6-15,0 0-5 16,0 0 4-16,0 0 8 16,0 0-7-16,0 0 6 15,0 0 0-15,0 0 1 16,0 0-4-16,0 0-3 0,0 0-2 16,0 0-5-1,0 0-2-15,0 0-8 0,0 0 0 16,0 0 8-1,4 0-8-15,5 0 1 0,2 0 5 16,5 0 5-16,1 0 2 16,1 0-7-16,3 0 2 0,-2 0-1 15,2 0-8 1,5 0 0-16,3-2 1 0,3 2 0 16,3-2 0-1,1 0-1-15,1-1-1 0,2 3 1 16,1-2 0-1,-5 2-24-15,-2 0-26 0,-1 0-29 16,-5 0-48 0,4 0-142-16,-7 0-240 0,-3 0-444 0</inkml:trace>
  <inkml:trace contextRef="#ctx0" brushRef="#br1" timeOffset="-205241.45">1544 14076 10 0,'0'0'1201'0,"0"0"-1011"0,0 0-99 16,0 0 43-16,0 0 18 15,0 0 40 1,-76-33-15-16,70 27-14 16,1 2-18-16,3 1-38 0,0 2 2 15,2 1-29-15,-2 0-31 16,2 0-5-16,0 0-2 15,0 0-5-15,0 0-13 16,0 0-5-16,0 0-5 16,0 0-13-16,0 0 0 15,19 0 5-15,18-4-5 16,18 0 1-16,17-6-1 16,7 1-1-16,6-1-6 0,-6 5-37 15,-4 0-27 1,10 5-59-16,-21 0-207 15,-14 0-416-15</inkml:trace>
  <inkml:trace contextRef="#ctx0" brushRef="#br1" timeOffset="-204926.75">1499 14110 232 0,'0'0'1583'15,"0"0"-1308"-15,0 0-144 16,0 0 38-16,0 0-13 15,0 0-65 1,0 0-37-16,68 0-32 0,-6 0-22 16,14-2 2-16,11-1-2 15,-2-1-48-15,19-17-187 16,-19 3-121-16,-21-1-507 0</inkml:trace>
  <inkml:trace contextRef="#ctx0" brushRef="#br1" timeOffset="-204736.53">2311 13730 796 0,'0'0'1142'15,"0"0"-989"-15,0 0-90 16,0 0 23-16,0 0-11 16,96 153 29-16,-92-86-6 15,-4 9-43-15,-2 6-39 16,-20 3-16-16,-7-3-24 15,-12 7-126-15,8-21-138 16,6-20-485-16</inkml:trace>
  <inkml:trace contextRef="#ctx0" brushRef="#br1" timeOffset="-203946.69">3318 13854 902 0,'0'0'643'0,"0"0"-391"0,0 0-21 16,0 0 10-16,0 0-32 15,0 0-43 1,0 0-72-16,-91-49-45 0,105 37-38 16,3 1-10-16,1 1 4 15,1 4-5-15,-4 6-1 16,-2 0-10-16,-4 0 4 15,-4 22 6-15,-5 15 1 16,0 6 0-16,0 7 10 16,-11 3-4-16,1-3-5 15,4-10 1-15,4-10-2 0,2-2 1 16,2-10-1 0,18-4-13-16,9-6-14 0,9-8-7 15,6 0-15 1,10-25-36-16,-3-8-76 0,1-16 38 15,-10-1 15 1,-9-4 18-16,-8 1 6 0,-10 4 13 16,-5 8 71-16,-6 15 45 0,-4 5 87 15,0 10 12 1,0 10-29-16,0-1-47 16,0 2-35-16,0 0-23 15,-2 12-10-15,-10 16-14 16,-1 16 14-16,-1 14 31 15,1 14 15-15,2 8-1 0,4 7 8 16,0-3-1 0,3-2-23-16,-2-6-14 0,-1-6-14 15,-7-5 1-15,-3-5 7 16,-12-4-8-16,-12-2-1 16,-5-9-2-16,1-10-22 15,9-11-27-15,12-12 35 16,17-12 16-16,7-18 5 15,18-22-5 1,29-18-51-16,15-13 50 0,19-4 1 16,6-1-1-16,0 3-18 15,13-29-130-15,-25 20-98 16,-19 8-448-16</inkml:trace>
  <inkml:trace contextRef="#ctx0" brushRef="#br1" timeOffset="-203606.85">4045 13162 1209 0,'0'0'834'0,"0"0"-520"16,0 0-134-16,0 0-64 16,0 0-76-16,0 0-34 15,0 0 10-15,-60 161-5 16,35-77-11-16,4 6-21 15,-6 20-136-15,6-21-140 16,6-23-641-16</inkml:trace>
  <inkml:trace contextRef="#ctx0" brushRef="#br1" timeOffset="-203056.94">4360 13457 1092 0,'0'0'681'0,"0"0"-529"0,0 0-70 16,0 0 28-1,0 0-29-15,-122 90 33 0,93-23 31 16,4 10-51-1,4 6-23-15,11-1-48 16,7-6 1-16,3-4 1 16,0-10-15-16,16-8-10 0,10-9-53 15,26-10-135-15,-6-14-83 0,2-13-341 0</inkml:trace>
  <inkml:trace contextRef="#ctx0" brushRef="#br1" timeOffset="-202756.8">4620 13772 884 0,'0'0'1063'16,"0"0"-929"-16,0 0-97 0,0 0 34 16,0 0 24-16,-102 134 62 15,102-85-40-15,11-2-34 16,22-2-36-16,10-5-12 15,10-8-9-15,3-10-8 16,2-9-4-16,-4-13-6 16,-10 0-8-16,-8-3-3 15,-16-19 3-15,-16-11-2 0,-4-2-36 16,-17-5-31 0,-19-2 12-16,-9 9-1 0,-1 13 9 15,-4 12-72 1,3 6-95-16,12 2-114 0,13-2-337 0</inkml:trace>
  <inkml:trace contextRef="#ctx0" brushRef="#br1" timeOffset="-202567.12">5120 13437 1835 0,'0'0'469'16,"0"0"-322"-16,84 112-33 15,-55-6-27-15,-11 30-25 16,-9 9-32-16,-9-20-21 16,0-32-9-16,-4-30-34 15,-25 17-117-15,0-15-157 0,2-7-590 0</inkml:trace>
  <inkml:trace contextRef="#ctx0" brushRef="#br1" timeOffset="-189816.94">5724 14076 1624 0,'0'0'605'0,"0"0"-433"0,0 0-92 15,0 0 30-15,147-26-66 16,-89 19-15-16,0-3-28 16,2 6-1-16,12-4-168 15,-15 2-304-15,-10-3-862 0</inkml:trace>
  <inkml:trace contextRef="#ctx0" brushRef="#br1" timeOffset="-189091.62">5590 13812 1468 0,'0'0'385'0,"0"0"-195"16,0 0 46-16,0 0-8 16,145-33-53-16,-101 28-40 15,4 1-47-15,1 1-38 16,-1 3-22-16,4 0-20 15,6 0-8-15,2 0-26 16,27 0-72-16,-16-5-196 16,-8-10-750-16</inkml:trace>
  <inkml:trace contextRef="#ctx0" brushRef="#br1" timeOffset="-184366.44">6740 13858 798 0,'0'0'324'15,"0"0"-106"-15,0 0-87 16,0 0 10-16,0 0 36 15,0 0-21-15,0 0-40 16,0-21-6-16,0 21-17 0,3 0-7 16,-1-3-19-16,0 3-21 0,2-2-13 15,1 2-1 1,2-2-9-16,2 2-10 0,5-2-12 16,1 2 6-1,7-3-6-15,5 3 0 0,2 0 5 16,2 0-6-1,3 0 1-15,1 0-1 16,1 0 1-16,-1 0 1 16,4 0-1-16,1 0 0 15,-1 0-1-15,-1 0 1 0,1 0-1 16,-4 0 1-16,-4 0 0 16,3 0-1-16,-3 0 0 15,2 0 1-15,3 0-1 16,-3 5 0-16,3 2 0 15,-2-4 0-15,-1 3-1 16,-2-1 1-16,3 0 0 16,-5-1 1-16,2 0 0 15,0 0-1-15,0-1 0 16,3 0 0-16,-1-1 1 0,5 0 0 16,4 0-1-1,0-2 0-15,6 0 1 0,0 0 0 16,4 0 0-1,-1 0-1-15,2 0 0 0,-1 0 0 16,-5 0-1 0,-3-2 1-16,-1 2 0 0,-5 0-1 15,-1 0 0-15,-1 0 1 16,-1 0 0-16,4 0 1 16,-1 0-1-16,3 0 0 0,2 0 1 15,2-2-1 1,0 0 0-16,1-1 0 0,3 0 0 15,-2-1 1 1,0 0-1-16,-3 2 0 0,3-2 1 16,0 1-1-16,2-2 0 15,0-4-1 1,4 2-1-16,1 2-7 16,2-6-9-16,0 2 4 0,-3 0 8 15,0 1 5-15,-3 2 1 16,-1 0 0-16,-5 2 0 15,-2-1 0-15,-1 4 0 16,-1-6 0-16,-5 6 0 0,4-1 0 16,-2 0 1-1,1 0-1-15,2-3 0 0,1 4 0 16,1-3 0 0,-3 0 0-16,2-1 1 0,-3 4-1 15,0-1 2 1,-5 0 6-16,0 2 1 0,2-2-8 15,-4 2 5 1,2 0-6-16,-2 0 1 16,0-5-1-16,-2 5 1 0,1 0 0 15,1-3-1-15,-2 3 0 16,0-2 0-16,4 2 1 16,0 0-1-16,3 0 0 15,-1 0 1-15,3 0-1 16,-1 0 0-16,-2 0 0 15,1 0 0-15,-5 0 0 16,2 0 0-16,-4-2 1 16,2 2 0-16,0 0 0 0,-2 0-1 15,0 0 1-15,0 0 0 16,1 0-1-16,-4 0 1 16,3 0-1-1,-2 0 0-15,-1 0 1 0,1 0-1 16,2 0 1-1,0 0 0-15,-2 0-1 16,2 0 0-16,0 2 1 16,0-2 0-16,-2 0 1 0,0 0-1 15,-3 0 0-15,2 0 0 16,1 0 0-16,-2 0 5 16,0 0-6-16,-3 0 0 15,-2 0 8-15,-4 0-7 0,-6 0-1 16,-1-2 0-1,-9-4-23-15,0 2-137 16,0-4-411-16</inkml:trace>
  <inkml:trace contextRef="#ctx0" brushRef="#br1" timeOffset="-182766.59">6854 13133 973 0,'0'0'869'0,"0"0"-643"16,0 0-98-16,0 0 14 15,0 0-4-15,0 0 16 0,0 0-51 16,-22-41-39-16,22 39-13 15,0 2 6 1,0 0 6-16,0 0-21 16,8 0-30-16,13 0 1 0,10 0 3 15,11-1-8-15,10-4-8 16,6-1 0-16,4 0-27 16,2-2-75-16,26-6-93 15,-18 4-309-15,-17-1-504 16</inkml:trace>
  <inkml:trace contextRef="#ctx0" brushRef="#br1" timeOffset="-181946.87">7656 12865 643 0,'0'0'797'16,"0"0"-650"-16,0 0-54 15,0 0 131-15,0 0-31 0,0 0-40 16,0 0-25 0,-46-32-33-16,46 29-28 0,0-6 3 15,0-1-21 1,0-2-27-16,9-3-12 0,9 1-10 15,1-3 0 1,4 3-6-16,-3 4 5 0,0 4-6 16,-4 6 6-16,-3 0-11 0,-7 3-2 15,-3 20 7 1,-3 12 6-16,-3 4 1 0,-18 7 22 16,-8-2-21-1,-2 1 25-15,-3-7-15 16,3-5-9-16,4-7 4 15,7-9-5-15,7-5-1 0,7-6 0 16,6-4 0 0,4-2-43-16,25 0-15 0,13 0 13 15,11 0-10-15,2 0-29 16,-3 0 44-16,-9 0 29 16,-14 16 2-16,-14 9 9 15,-13 6 15-15,-2 8 36 16,-23 0 7-16,-14 3-11 15,-12 0-14-15,-2-3-14 16,-1-5-11-16,8-8-8 16,11-6-54-16,19-15-82 0,12-2-174 15,2-3-504-15</inkml:trace>
  <inkml:trace contextRef="#ctx0" brushRef="#br1" timeOffset="-181576.63">8433 13225 1551 0,'0'0'556'15,"0"0"-336"-15,0 0 15 0,0 0-67 16,0 0-90-1,0 0-50-15,0 0-17 0,87 4-11 16,-48-4-2-16,3 0-23 0,19 0-60 16,-12 0-220-1,-9-7-412-15</inkml:trace>
  <inkml:trace contextRef="#ctx0" brushRef="#br1" timeOffset="-181081.4">9424 12927 1182 0,'0'0'798'0,"0"0"-481"0,0 0-144 16,0 0-39 0,0 0-92-16,0 0-26 0,0 0 1 15,54-99-10 1,-36 99-7-16,-5 2-12 0,-1 22 5 15,-12 13 6 1,0 11 1-16,-25 10 3 0,-20 3 17 16,-8-1-6-16,-7-4-6 0,2-8 1 15,6-9-3 1,15-12-5-16,10-8 1 16,16-10-1-16,8-2 0 15,3-5-1-15,14-1 8 0,21-1-8 16,15 3 8-1,12-3-1-15,7 0-7 0,0 0-15 16,-3 0-83 0,8-13-130-16,-20 2-106 0,-14-3-494 0</inkml:trace>
  <inkml:trace contextRef="#ctx0" brushRef="#br1" timeOffset="-180156.68">9766 12988 1403 0,'0'0'504'16,"0"0"-312"-16,0 0-79 15,0 0-8-15,0 0-38 16,0 0 7-16,0 0 8 0,79 60 4 16,-79-18-22-1,0 8-12-15,-8 1-22 0,-7-5-11 16,1-7-11-1,3-8-8-15,7-9 1 0,0-8-1 16,4-8-40 0,0-6-23-16,6 0 1 0,13-15 2 15,10-19-124-15,5-12-126 0,2-10-317 16,-5 5-136 0,-7 5 763-16,-8 17 220 0,-10 17 348 15,-6 12-350 1,0 0-60-16,-15 27 123 15,-5 4-90-15,0 5-12 16,4 1-68-16,7-3-44 0,9-6-29 16,0-9-8-16,3-3-22 15,19-7 2-15,7-9 3 16,8 0-13-16,8-14-10 16,7-16-40-16,-1-11-32 15,-4-3-80-15,-5-2 1 16,-13 6 13-16,-9 10 45 15,-11 14 98-15,-9 14 5 16,0 2 15-16,-5 21 48 16,-10 8 76-16,1 9-6 15,4-1-39-15,2-3-26 0,8-6-35 16,0-5 6 0,0-6-5-16,10-6-15 0,7-3 1 15,8-5-4 1,2-3 7-16,4 0-22 0,2-8-1 15,-2-9-8 1,-2-2-22-16,-2-6-22 0,-2 0-36 16,-2-5-28-16,-2-1 35 0,-1-1-23 15,-1 2-2 1,-4 0 57-16,-1 6 39 0,-6 6 10 16,-3 4 15-1,-3 5 58-15,-2 2 5 0,0 2-17 16,0 2-36-1,0 1-9-15,0-1 12 16,0 3 2-16,0 0-2 16,0 0-2-16,0 0-6 0,0 0-17 15,-4 13 3-15,-5 13-4 16,-3 13 35-16,-3 10 11 16,-5 9-5-16,-3 9-2 15,-4 1-5-15,-2 0-16 16,1 0-4-16,-6-6-3 15,0-8 2-15,-3-6-6 16,-1-7 3 0,-5-10-4-16,-1-6-7 0,-3-9 8 0,3-9-3 15,2-4-6 1,5-3-1-16,14-8-44 0,15-27-118 16,8 6-134-1,0-1-364-15</inkml:trace>
  <inkml:trace contextRef="#ctx0" brushRef="#br1" timeOffset="-178581.88">10817 13254 1362 0,'0'0'580'0,"0"0"-372"16,0 0-78-16,0 0 78 16,0 0-48-16,0 0-63 15,0 0-49-15,14 0-26 0,9-15-8 16,10-6-13 0,7-6 5-16,4-2-6 0,-1-3-15 15,-3 3-12 1,-7 0-28-16,-6 5-4 0,-13 0 2 15,-10 4 2 1,-4 1 10-16,-2 5-8 16,-23 2 2-16,-8 9 34 0,-6 3 0 0,0 3 7 15,-1 26 10 1,2 9 9-16,7 8 20 16,8 6 47-16,12 3-5 15,11-4-14-15,0-2-17 0,22-7-7 16,16-10-15-1,13-10-6-15,5-10-2 0,7-10-10 16,1-2-53 0,17-22-111-16,-19-6-121 0,-10-2-403 0</inkml:trace>
  <inkml:trace contextRef="#ctx0" brushRef="#br1" timeOffset="-178031.78">11270 12603 1478 0,'0'0'366'16,"0"0"-190"-16,0 0-75 15,0 0 7-15,0 0-30 0,0 0-16 16,0 0-26-16,76 34 29 16,-69 12 21-16,-5 6-10 15,-2 0-23-15,0-2-21 16,0-9-18-16,-2-7-13 15,-3-12 13-15,3-8-13 16,0-8-1-16,2-4 0 0,0-2 0 16,0 0-33-16,0-10-4 15,13-20 11-15,7-17-256 16,0-8-50-16,-2-10-16 16,0 7-212-1,-9 9 465-15,-5 20 95 0,-4 15 243 16,0 14-58-16,-4 0-19 15,-12 26 93-15,1 8-25 16,4 2-74-16,6 2-33 0,5-4-50 16,0-4-34-1,18-6-22-15,11-6-21 0,6-7-1 16,5-7-78 0,18-4-99-16,-11-4-182 0,-5-13-471 0</inkml:trace>
  <inkml:trace contextRef="#ctx0" brushRef="#br1" timeOffset="-177606.84">11667 12305 474 0,'0'0'1291'16,"0"0"-996"-16,0 0-164 16,0 0 11-1,0 0-22-15,0 0-2 0,0 0-42 16,0-21-39-16,4 21-35 15,10 0-2-15,-1 0-8 16,-1 21-7-16,-6 8 5 16,-6 8 10-16,0 6 23 15,-18 3 0-15,-6-2 9 16,-1-5-16-16,3-9-7 0,9-10-1 16,3-8-7-1,10-7-1-15,0-2-1 16,2-3-9-16,23 0-37 15,8 0 9-15,25 0-191 0,-6-12-337 16,-8 2-538-16</inkml:trace>
  <inkml:trace contextRef="#ctx0" brushRef="#br1" timeOffset="-177131.76">11912 12695 1204 0,'0'0'288'0,"0"0"-82"0,0 0 48 15,0 0-49 1,0 0-67 0,-36 124-20-16,36-97-46 0,0-4-41 0,10-2-13 15,7-6-9-15,6-4-9 16,-1-5-8 0,4-6-16-16,-1 0-35 15,2-9-14-15,-3-11 1 0,1-6-24 16,-2-4-27-16,-4 0-35 15,-3 4 61-15,-5 6 67 16,-5 8 30-16,-1 10 49 16,-5 2-19-16,0 11-8 15,0 20 145-15,0 13-20 0,-9 11-32 16,-4 8-12 0,-1 6-20-16,-3 0-21 15,-1-2-13-15,-5-2-11 16,-1-7-17-16,-5-8-2 0,-5-7-9 15,-6-8-2-15,-4-12 8 0,1-3 4 16,6-11-13 0,14-6 1-16,16-3 38 0,7-9-1 15,11-23-8 1,28-14-37-16,9-6-33 0,15-6 18 16,7 1-37-1,5 8-84-15,28-16-166 16,-19 14-179-16,-12 8-670 0</inkml:trace>
  <inkml:trace contextRef="#ctx0" brushRef="#br1" timeOffset="-172956.8">7168 14654 1179 0,'0'0'558'0,"0"0"-458"15,0 0-46-15,0 0 85 16,0 0-23-16,0 0-7 16,0 0-60-1,5-47-27-15,4 34-21 0,2 3 15 16,2 1 11-16,1 4-12 15,3 5-9-15,1 0 2 16,5 0-8-16,-2 26 0 16,0 11 11-16,-5 21 12 15,-7 8 11-15,-9 10 7 0,0 4 4 16,-16-5-12 0,-4-12-11-16,-2-13-7 0,6-14-9 15,3-14 6 1,4-9-7-16,7-8-5 0,2-5-10 15,0 0-9 1,0-18-11-16,2-28-123 0,27-59-376 16,-2 10 266-16,-3 1-288 0</inkml:trace>
  <inkml:trace contextRef="#ctx0" brushRef="#br1" timeOffset="-172816.26">7374 14636 392 0,'0'0'804'16,"0"0"-458"-16,0 0-212 15,0 0 75-15,-50 140 2 0,39-75-56 16,9-2-10-1,2-5-53-15,21-12-44 0,18-11-32 16,13-12-16 0,5-18-19-16,32-10-107 0,-15-18-127 15,-11-9-407-15</inkml:trace>
  <inkml:trace contextRef="#ctx0" brushRef="#br1" timeOffset="-172046.45">7679 14249 1147 0,'0'0'306'0,"0"0"-153"15,0 0 22-15,0 0 52 16,0 0-88-16,0 0-50 16,0 0-69-16,0-23 13 0,2 23-15 15,-2 0-5 1,0 0-13-16,0 0-1 0,0 0-4 15,0 0 5 1,0 0 6-16,0 0-3 16,0 0 3-16,0 0 3 0,0 0-3 15,0 0-5-15,0 0 15 16,0 0-6-16,0 0 4 16,0 0-8-1,0 0 1-15,0 0 20 0,0 0 5 16,0 0-3-1,0 0 2-15,0-1-15 0,2 1-7 16,0 0-9-16,1 0-2 16,-1 0-4-16,-2 0-7 15,0 0 7-15,0 0 4 0,0 0 1 16,0 0 1 0,0 0 0-16,-2 0-1 0,-3 0 1 15,1 0 0 1,0 0 0-16,2 0 7 0,2 0-1 15,0 0 8 1,0 0 12-16,0-2 1 0,17-12-27 16,5-4-34-16,12 4 23 15,1-2 11-15,2 9 1 16,-6 7 0-16,-10 0 8 16,-7 9-8-16,-9 17 14 15,-5 8 30-15,-7 10 1 16,-18 5 0-16,-1-6-18 15,3-2-14-15,6-11-8 16,9-12-6-16,8-7 0 16,0-2-1-16,29-6 0 15,12-3-7-15,10 0-29 0,5 0-130 16,16-23-91 0,-18 0-240-16,-11 6-306 0</inkml:trace>
  <inkml:trace contextRef="#ctx0" brushRef="#br1" timeOffset="-171585.22">7546 14471 1493 0,'0'0'394'0,"0"0"-130"15,0 0-48-15,0 0-106 16,0 0-81-16,0 0-27 15,0 0-2-15,-133-3-11 0,102 35-15 16,7 8-29-16,19 27-16 16,5-10-114-16,0-9-204 0</inkml:trace>
  <inkml:trace contextRef="#ctx0" brushRef="#br1" timeOffset="-170726.84">8178 15034 1242 0,'0'0'773'16,"0"0"-599"-16,0 0-120 16,0 0-17-16,0 0 5 0,0 0-21 15,154-75-21 1,-105 43-10-16,-2-4-95 0,-3 0-51 16,-8 2-23-1,-11 3-34-15,-11 3 5 16,-12 5 194-16,-2 1 14 15,-14 3 73-15,-13 3 64 0,-9 6 47 16,-1 10-33 0,-3 0-32-16,-3 12-22 0,5 18-19 15,7 8-8-15,9 7 9 16,13 4 8-16,9 0-3 16,6-3-31-16,28-2-20 15,11-12-12-15,3-6-8 16,6-12-13-16,0-5-11 0,0-9-55 15,8 0-129 1,-14-15-143-16,-10-3-329 0</inkml:trace>
  <inkml:trace contextRef="#ctx0" brushRef="#br1" timeOffset="-170156.89">8611 14319 965 0,'0'0'355'0,"0"0"-235"16,0 0-47-16,0 0 107 0,0 0-10 16,0 0-37-16,0 0-61 0,89-10-36 15,-78 46 29 1,-4 9 12 0,-5 4 10-16,-2 6-16 0,0-8-7 15,-5-4-12-15,-3-7-15 0,-1-11-16 16,2-11-13-1,5-5 2-15,-1-5-10 16,3-4-15-16,0 0-11 16,3-16-30-16,15-16-45 0,4-12-246 15,2-10 81-15,1-4-113 16,-5 8 46-16,-5 9 220 16,-7 19 113-16,-6 10 275 15,-2 12-95-15,0 0-87 16,-10 24 121-16,-5 6 11 15,1 5-43-15,3 1-67 16,7 0-19-16,4-6-10 16,0-3-14-16,13-8-46 0,12-5-18 15,10-8-8 1,6-6-61-16,1 0-62 16,20-25-127-16,-12-2-120 15,-8-4-590-15</inkml:trace>
  <inkml:trace contextRef="#ctx0" brushRef="#br1" timeOffset="-169796.55">9021 14022 646 0,'0'0'998'0,"0"0"-782"16,0 0-106-16,0 0 56 0,0 0-44 15,0 0-49 1,0 0-36-16,29-14-37 0,-15 14-2 16,-1 13-6-1,-9 13 8-15,-4 7 10 0,0 9 46 16,-19 1 2-1,-8-1-7-15,2-10-5 0,5-8-10 16,9-8-20-16,6-11-10 0,5-2 4 16,5-3-10-1,19 0-8-15,12-6 2 16,26-17-144-16,-8-4-129 16,-6 5-347-16</inkml:trace>
  <inkml:trace contextRef="#ctx0" brushRef="#br1" timeOffset="-169281.49">9275 14329 1267 0,'0'0'375'0,"0"0"-184"0,0 0-96 16,0 0-30-16,0 0 62 15,0 0-28-15,0 0-43 16,-36 108-28-16,36-87-19 16,0-8-9-16,14-2 0 15,3-8-6-15,8-3-1 0,0 0-42 16,-1-9-62 0,3-13-54-16,-5-2-4 0,0-5 33 15,-3 5 46 1,-4 2 60-16,-6 6 30 0,-2 10 179 15,-5 6-30 1,-2 0-88-16,0 22-28 0,0 13 132 16,0 12-38-16,-7 13-16 0,-2 9-25 15,0 3-19 1,-2-2-7-16,0-3-26 0,-2-8-7 16,-6-6-9-1,-7-11 0-15,-8-9-17 16,-3-7 42-16,-1-6-17 15,5-13-17-15,10-7-9 16,17 0 26-16,6-16 13 16,15-21-39-16,23-9-20 0,13-1 19 15,13-3-5-15,13 6 5 16,5 6-26-16,41-3-128 16,-21 13-62-16,-13 2-304 0</inkml:trace>
  <inkml:trace contextRef="#ctx0" brushRef="#br1" timeOffset="-168726.5">9935 14911 1438 0,'0'0'542'0,"0"0"-343"15,0 0-23-15,0 0 28 0,0 0-89 16,0 0-45 0,0 0-41-16,93-7-28 0,-52 7 8 15,3 0-8 1,3 0-1-16,-3 0-43 15,-1 0-75-15,4-13-82 16,-12-1-134-16,-10 2-405 0</inkml:trace>
  <inkml:trace contextRef="#ctx0" brushRef="#br1" timeOffset="-168556.45">10238 14700 1202 0,'0'0'712'15,"0"0"-577"-15,-44 125-41 16,21-59-8-16,1 5-33 0,2 0-17 16,4-9-32-1,7-7-4-15,9 0-98 0,0-15-146 16,5-13-330-16</inkml:trace>
  <inkml:trace contextRef="#ctx0" brushRef="#br1" timeOffset="-167789.22">10871 14812 1330 0,'0'0'360'15,"0"0"-101"-15,0 0-61 16,0 0-37-16,0 0-33 0,0 0-66 16,0 0-31-16,0-46-29 15,0 46-1-15,2 0-1 16,-2 0-9-16,0 4-34 16,0 16 37-1,0 2 6-15,-9 3 18 16,-4-4-3-16,2-4-6 0,0-5-3 15,7-11 0-15,2-1-5 16,2 0 11-16,0-1-1 16,0-21-11-16,10-9-191 15,11-3 66-15,2 0 23 0,2 7-43 16,-2 6 57 0,-3 15 69-16,-7 6 5 0,-6 0 14 15,-7 25 28 1,0 8 83-16,-18 9 5 0,-15 3-7 15,-8-1-30 1,-1-8-13-16,1-6-26 0,6-9-17 16,4-12-13-16,9-3-9 15,6-6-1-15,10 0-10 16,6-18-9-16,4-8-63 0,25 0-11 16,4 6 12-1,5 8 47-15,-5 12 9 0,-6 0 25 16,-7 29 6-1,-9 12 28-15,-1 3 39 16,-6 2 9-16,5-2-2 0,4-12-8 16,7-1-23-16,9-9-11 15,7-8-13-15,4-9-25 16,5-5-97-16,13-9-116 16,-12-18-263-16,-7-1-417 0</inkml:trace>
  <inkml:trace contextRef="#ctx0" brushRef="#br1" timeOffset="-167351.58">11344 14754 1386 0,'0'0'510'15,"0"0"-437"1,0 0-33-16,0 0 74 0,-2 103 14 16,2-61-18-1,0-2-36-15,13 0-28 0,5-6-18 16,1-7-22-1,0-12-6-15,1-4-16 0,-1-11 6 16,4 0-2 0,0-11-49-16,-2-17-72 0,-3-8-90 15,-2-5 56-15,-5 0 40 16,-2 7 88-16,-5 12 39 16,-2 15 137-16,-2 7-100 15,0 12-21-15,0 29 76 16,-10 13 102-16,-1 18-30 0,-3 4-34 15,3 0-50 1,-3 5-25-16,-1-11-27 16,-1-3 5-16,-1-8-15 0,-6-9-8 15,-4-11-8-15,-2-12 5 16,-4-13 7-16,4-10-9 16,4-4-4-1,12-9 19-15,13-25-20 0,0-12-64 16,29-17 13-1,15-11-65-15,14-4-3 0,32-31-92 16,-14 21-181-16,-12 9-327 16</inkml:trace>
  <inkml:trace contextRef="#ctx0" brushRef="#br1" timeOffset="-166591.76">10909 14846 985 0,'0'0'485'0,"0"0"-309"15,0 0-52 1,0 0 85-16,0 0-43 15,0 0-12-15,0 0-30 0,16-12-45 16,6-7-61 0,4-3 0-16,1-1-11 0,2-7 6 15,-6 2-12-15,-7 2 19 16,-10-2 16-16,-6 3 34 16,0-1 16-16,-16-1-41 15,-17 2-27-15,-9 10-18 16,-10 9 0-1,-2 6-15-15,2 0-54 0,-6 36-65 16,13-2-107 0,16-2-346-16</inkml:trace>
  <inkml:trace contextRef="#ctx0" brushRef="#br1" timeOffset="-165556.66">11609 13718 1152 0,'0'0'386'0,"0"0"-216"15,0 0-21-15,0 0 65 16,0 0-47-16,0 0-15 16,0 0-35-16,-3 0-38 15,3 0-31-15,3 0-3 16,8 0-8-16,12 0-16 15,5 3 1-15,13 2 2 16,5-1-14-16,6-1-2 16,6-3-8-16,6 0-7 15,1 0-66-15,26-15-171 0,-15-5-291 16,-13-1-933-16</inkml:trace>
  <inkml:trace contextRef="#ctx0" brushRef="#br1" timeOffset="-164266.59">12768 12543 717 0,'0'0'371'0,"0"0"-126"16,0 0-142 0,0 0 52-16,0 0 7 15,0 0-16-15,0 0-40 16,-2-5-20-16,2 5-31 15,0 0-13-15,0 0-16 16,-3 0-3-16,-1 10-17 0,-3 13 37 16,-3 7 0-16,-2 8-16 15,-1 3 2-15,-1 5 4 16,3 3 4-16,0 1 6 16,2 4-12-1,2 1-7-15,3 3 1 0,0 5 2 16,2 0-3-1,-1 5-3-15,-1 4-6 0,2 3-2 16,-6 1-4-16,4-2 4 16,-4 0-5-16,1-4 1 15,0-1-2-15,0-6 5 0,3 3-4 16,2-1 4 0,-1 0 1-16,3 1-1 0,-2-7 0 15,2 6-5 1,-2-3-7-16,0-2 1 0,2-2-1 15,0 0 0 1,0 0 0-16,0-2 0 0,0 2 0 16,0 1 1-16,0-5-1 0,-2 4 0 15,0-4 1 1,0 0-1-16,-2 3 6 0,2 2-6 16,0-6-5-1,0-2 5-15,2 0 0 16,0-6 0-16,0-4-2 15,0-2 2-15,12-3 0 16,-2 0 0-16,-1-6-1 16,1 0 1-16,-4 0-1 0,-1 0-5 15,1-4 6-15,-4-1 1 16,2-4-1-16,-1 1 5 16,-3-4-5-16,3-4 0 15,-1 3-1-15,-2-3 1 16,2 0 0-16,0 4-1 15,0-4 1-15,-2-1 0 16,3 3 0-16,-1-5 1 16,-2-3 5-16,2-1-12 0,2 4 6 15,-2-7-12 1,3 6 2-16,-3-3 10 16,1 4-3-16,-1-3-3 15,0-1 5-15,0 4-1 16,1-2 2-16,-3-4 1 15,2 2-1-15,0-2-8 16,0 1-10-16,0 3-10 16,0-6 0-16,-2 6 12 0,3 0 15 15,-3 1 1-15,0 2-13 16,0-6-7-16,0 3-32 16,2-2-52-16,9-7-90 15,-2 0-187-15,2-12-535 0</inkml:trace>
  <inkml:trace contextRef="#ctx0" brushRef="#br1" timeOffset="-163346.83">13033 15304 510 0,'0'0'545'15,"0"0"-312"-15,0 0-43 16,0 0-14-16,0 0-27 16,0 0 22-16,0 0-39 0,-9-42-23 15,9 30-34 1,0 6 10-16,0-5-10 16,9 4-15-16,1 2-7 15,-2 2 0-15,1-3-6 0,3 6-23 16,3 0-2-1,1 0-21-15,-3 18 0 16,1 14 4-16,-10 4-4 16,-4 10 32-16,0 5-2 0,0-2-8 15,-12-5-4 1,1-8-17-16,3-8 7 0,3-10-9 16,0-8 0-16,5-3-6 15,0-7-17-15,0 0-14 16,0-7 4-16,14-16 12 0,6-18-200 15,6-11 9 1,1-3-61-16,-2 6 11 16,-7 9 178-16,-7 18 84 0,-9 8 182 15,-2 9 4 1,0 5-62-16,-6 7-49 0,-13 18 76 16,4 1-24-1,4 7-46-15,6-1-20 16,5-4-33-16,0-4-28 0,25-5 0 15,6-8-33-15,9-7-38 16,20-4-122-16,-8-8-190 16,-5-10-425-16</inkml:trace>
  <inkml:trace contextRef="#ctx0" brushRef="#br1" timeOffset="-163136.66">13562 15266 1413 0,'0'0'723'0,"0"0"-449"0,0 0-169 16,0 0-26-16,0 0-30 15,0 0-16-15,116 0-21 16,-76 0-12-16,-7 0-9 16,-4 0-89-16,-11 4-95 15,-18 5-159-15,-3 2-386 16,-18 1-492-16</inkml:trace>
  <inkml:trace contextRef="#ctx0" brushRef="#br1" timeOffset="-163006.83">13497 15418 1385 0,'0'0'582'16,"0"0"-400"-16,0 0-64 16,0 0 11-16,0 0-58 0,0 0-41 15,150 18-30 1,-86-18-131-16,-8-6-367 0,-5-6-752 0</inkml:trace>
  <inkml:trace contextRef="#ctx0" brushRef="#br1" timeOffset="-162736.86">14297 15221 1144 0,'0'0'532'16,"0"0"-357"-1,0 0 3-15,0 0 43 0,-100 127-53 16,100-92-12 0,5-10-59-16,26-1-35 15,11-6-20-15,9-10-20 0,7-8-5 16,0 0-17-16,-7-17-8 16,-10-15-38-16,-16-3-34 15,-21-2-71-15,-4-2-15 16,-23-1-42-16,-14 8-36 15,-28 11 31 1,9 10 12-16,7 8-127 0</inkml:trace>
  <inkml:trace contextRef="#ctx0" brushRef="#br1" timeOffset="-160471.78">13098 15816 833 0,'0'0'587'0,"0"0"-412"0,0 0-78 16,0 0 64-1,0 0 69-15,0 0-87 0,0 0-83 16,24 0-21-16,-22 0-15 0,-2 0 2 31,3 21-8-31,-3 11 56 16,0 5 10-16,0 2-32 0,0 2-20 15,0-5-26-15,5-6 0 0,8-12-4 16,5-4-2 0,8-6-6-16,6-8-36 0,6 0-81 15,-1-22-60 1,-1-8-70-16,-3-7 29 0,-6-3 65 15,-4 0-30 1,-8 4 91-16,-6 6 98 16,-6 10 154-16,-3 12 53 0,0 8-83 15,0 0-101-15,-9 19-22 16,-5 16 96-16,1 14 32 16,1 5-20-1,1 8-8-15,5 0-18 0,-1 0-14 16,-2 1 15-16,0-3-34 15,-1-4-11-15,-7-3-21 16,-5-10-17-16,-5-3 19 0,-4-7 5 16,-7-10 2-1,3-5-12-15,1-13-6 16,10 0-3-16,11-5 31 16,5-5 8-16,8-21-30 0,0-11-8 15,27-4-7 1,11-6-4-16,11 1-17 0,7 6-36 15,4-1-83 1,18-10-92-16,-13 8-276 16,-12 9-772-16</inkml:trace>
  <inkml:trace contextRef="#ctx0" brushRef="#br1" timeOffset="-160266.8">13722 15959 1094 0,'0'0'853'16,"0"0"-581"-16,0 0-117 15,0 0-5-15,0 0-56 0,0 0-42 16,143 4-35-16,-107 4-17 16,-5-1-44-16,-13 9-151 15,-9-7-282-15,-9 1-415 16</inkml:trace>
  <inkml:trace contextRef="#ctx0" brushRef="#br1" timeOffset="-160136.8">13664 16160 1498 0,'0'0'517'0,"0"0"-406"16,0 0-18-16,137 8-50 15,-79-8-43-15,28 0-62 0,-14-8-243 16,-12-7-734-16</inkml:trace>
  <inkml:trace contextRef="#ctx0" brushRef="#br1" timeOffset="-159886.62">14362 16152 1405 0,'0'0'653'0,"0"0"-529"15,0 0-88 1,0 0 32-16,0 0-26 15,129-123-35-15,-96 75-7 16,2 3-75-16,-6 0-42 0,-6 9 110 16,-4 6 7-16,-7 12 130 15,-4 10 116 1,-8 8-103-16,0 0-105 0,0 26-29 16,0 14-9-16,-8 15 0 15,-7 6-22 1,-12 20-171-16,5-15-198 15,-1-22-730-15</inkml:trace>
  <inkml:trace contextRef="#ctx0" brushRef="#br1" timeOffset="-157201.53">15276 14016 358 0,'0'0'991'16,"0"0"-747"-16,0 0-107 15,0 0 101-15,0 0 22 16,0 0-51-16,0 0-66 16,0 0-34-16,0 0-29 15,0 0-10-15,0 5-1 0,0-5-11 16,0 0-8 0,0 0-1-16,16 0-9 0,11 0-31 15,10 1 6 1,12 2-14-16,7 2-1 0,2-1-1 15,4 5-20 1,0-7-34-16,1 3-48 16,2 2-51-16,-18-3-208 0,-18-3-365 0</inkml:trace>
  <inkml:trace contextRef="#ctx0" brushRef="#br1" timeOffset="-157046.8">15234 14390 1631 0,'0'0'500'15,"114"0"-374"-15,-35 0-89 0,17 0-23 16,36-4-14-16,-25-8-77 16,-20-3-392-16</inkml:trace>
  <inkml:trace contextRef="#ctx0" brushRef="#br1" timeOffset="-148646.84">17182 13564 705 0,'0'0'1105'0,"0"0"-796"15,0 0-135-15,0 0 40 16,0 0-12-16,0 0-60 15,-4-10-51 1,4 10-34-16,8-3-16 0,13-1-21 16,8 3-12-16,6-4-8 0,3 5-2 15,2 0-5 1,0 0-6-16,2 0-52 0,8 10-50 16,29-7-153-1,-9-3-302-15,-5 0-1008 0</inkml:trace>
  <inkml:trace contextRef="#ctx0" brushRef="#br1" timeOffset="-148086.28">18299 13162 1230 0,'0'0'395'0,"0"0"-208"16,0 0-96-16,0 0 117 15,0 0-43-15,0 0 0 0,0 0-81 16,-41-92-38-1,41 74-26-15,14 0-14 0,1 1 3 16,3 4-8-16,3 1 1 0,-4 5-1 16,1 6-1-1,-5 1 0-15,-1 0-9 16,-8 10-12-16,-4 13 21 16,0 12 27-16,-20 5 10 15,-11 6 8-15,-5 0-4 16,-4-1-6-16,4-8-15 15,3-6-6-15,9-9-7 16,8-8-6-16,9-8-1 0,7-2-11 16,0-1-33-16,13 0-26 15,16 1 32 1,9 1 26-16,3 4-8 0,-4 3 2 16,-3 1 18-16,-10 6 7 15,-9 3-1-15,-11 2 7 16,-4 7 1-1,-23 1 1-15,-20 3 3 0,-12 2-18 16,-7-2-27-16,-23 1-164 16,15-8-197-16,15-11-871 0</inkml:trace>
  <inkml:trace contextRef="#ctx0" brushRef="#br1" timeOffset="-147316.47">16714 14141 780 0,'0'0'584'16,"0"0"-401"-16,0 0-35 0,0 0 104 15,0 0-38-15,0 0-35 16,0 0-34 0,-2 1-39-16,2-1-15 0,0 0-39 15,0 3-13-15,4-3-26 16,11 2 2-16,17 2-5 15,15-1 23-15,15 2-10 16,16-3-13-16,29 0 5 16,38-2 0-16,44 0 4 15,28 0 5-15,5-4-3 16,-3-4 5-16,-14 6-4 16,-4 2-8-16,-12 0-2 0,-17 0 7 15,-39 0-10 1,-35 0-8-16,-30 0 0 15,-20 0 11-15,0 0-11 16,-9 2-1-16,-1 1 0 16,-18-3-38-16,-11 0-30 0,-9 5-47 15,-6-5-196-15,-19 0-385 16,-2 0-516-16</inkml:trace>
  <inkml:trace contextRef="#ctx0" brushRef="#br1" timeOffset="-139946.28">17641 14891 1380 0,'0'0'358'0,"0"0"-229"16,0 0 39-16,0 0 38 0,0 0-99 15,0 0-91 1,0 0-16-16,2 0-34 0,8 0-36 16,-4-8-158-16,5-6-345 0</inkml:trace>
  <inkml:trace contextRef="#ctx0" brushRef="#br1" timeOffset="-139451.85">17880 14933 1635 0,'0'0'323'15,"0"0"-223"-15,0 0 40 16,0 0 92-16,0 0-107 0,0 0-95 15,0 0-30 1,6-118-43-16,25 78-2 16,5 2-17-16,7 4 14 15,-1 11 11-15,-5 11 28 0,-6 12 9 16,-10 12-5-16,-17 26 5 16,-4 20 36-16,-40 17 28 15,-38 19-3-15,-8-6-23 16,-15-2-13-16,1-18-19 15,19-29 6-15,2-3-3 0,14-19-8 16,16-12-1 0,11-5-19-16,15-5-3 15,19-16 22-15,4-9-22 16,20 2-29-16,18 0 23 0,11 15 22 16,4 8 6-16,5 5 1 15,0 14 27-15,5 13 0 0,1 6 8 16,7-3-8-1,24-9-6 1,-7-9-4-16,15-5-13 0,4-7-5 16,31-22-131-16,-13-9-201 0,-15-1-538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5206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87.94225" units="1/cm"/>
          <inkml:channelProperty channel="Y" name="resolution" value="138.46153" units="1/cm"/>
          <inkml:channelProperty channel="T" name="resolution" value="1" units="1/dev"/>
        </inkml:channelProperties>
      </inkml:inkSource>
      <inkml:timestamp xml:id="ts0" timeString="2022-10-21T09:59:21.39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3324 1389 0,'-25'0'31,"50"0"0,24-25 1,-49 0-17,0 1 1,25 24 0,0 0-1,25-50 1,-26 25 15,1 0-15,0 25-1,0-24 1,0 24 0,24 0-1,26-50 16,-50 0-15,-1 26 0,26-1-16,-50 0 15,25 25 1,0 0 62,-1 0-78,26 0 16,0 0-1,-1 0-15,26 0 16,-26 0 0,1 0-1,-1 0 1,-24 0-1,-25 25 17,0 24-17,0 1 1,-49 74 15,49-99-31,-25 0 16,25-1 15,25-24 32,-1 0-63,26 0 15,0 0 1,-26 0-1,26 0 1,-50 25 15,0 0-15,-25 0 0,-24 0-1,24 24 1,-25 1-1,25-25 1,50-25 47,50 0-63,-26 0 15,26-25 1,-26 0-1,-24 25 1,0 0 0,0 0 171,-1 0-156,51 0-31,-26-25 16,26 25 0,-25 0-1,-1-25 1,-24 25-16,0 0 16,0 0 15,49 0 344,124-74-360,50 24 1,-24-74-16,-51 50 16,26-25-1,-75 49 1,0-24-16,-25 74 16,-25-25-1,-49 0 1,0 25 15,0 0 32,-50 0 77,0 25-124,0 0-16,-24 49 15,-1-49 1,1 25 0,-1 24-16,-24-24 15,24-1 1,-24 1 15,74-25-15,-25-1-1,0 1 142,0-25-157,25 25 15,-49 0 1,24 0 0,0-1-1,-25 1 1,50 0 31,50-50 31,0 25-78,-1-25 15,26 25 1,-26-24-16,26 24 16,-1-25-1,-24 0 1,-26 25 0,1 0-1,0 0 1,0-25 15,0 25-15,-1 0-1,1 0 1,0-25 0,0 25-1,0 0 79,-1 0-78,1 0-1,-25 25 251,-25-25-251,50 0 32,0 0-31,0 0 0,24 0-1,26 0 1,99 0-1,-100 0 1,50 0 0,-99-25-1,0 25 1,-1 0 62,1-24-47,0 24-15,0-25-16,24 0 16,1-25-1,-25 50 1,-25-24-1,25-1 1,-25 0 93,24 25-109,1-25 32,0 25-17,0 0 1,-50 50 125,-25-1-126,1 1 1,-1 24-1,25 1 1,1-50-16,24-1 31,-25-24-31,74 0 78,1-24-78,0-26 16,74 0 0,-25-24-16,0 24 15,-25 1 1,-24-1 0,-25 25-1,0 25 1,-50 50 62,0-50-62,-25 74-16,1-74 15,-1 50 1,1-25-1,49 0 1,-25-25-16,50 0 78,-1 0-78,1 0 16,-25-25 15,0 50 32,0 24-48,25-49 63,0 0-78,24 0 16,-24 0 0,0 0-1,0 0 1,0 0 31,0 0-32</inkml:trace>
  <inkml:trace contextRef="#ctx0" brushRef="#br0" timeOffset="5639.9">7169 695 0,'-25'0'31,"0"0"16,25 24-31,0 1-1,-25 0 1,25 0 0,0 0-1,0-1 1,0 1 15,0 0 16,0 0-16,25-25 47,0 0-46,0 0-1,-1 0-31,1-25 16,0 0-1,0 0 1,0-24-16,-1 49 31,-24-50-31,0 25 31,0 1-15,0-26 0,0 0 15,-24 26-16,24-1 1,-25 0 0,25 0 15,-25 25 31,25 50-15,0-25-31,0-1 0,0 1-1,0 25-15,0-25 31,0 24-15,0-24 0,0 0-1,0 0 17,0-1-1,0 1 0,0 0-15,0 0 31,0 0 15,25-25 94,0 24-109,24-24-31,-24 0-1,0-24 1,0-1 0,-25 0 31,24 25-47,1 0 46,0 0-30,-25 25 172,-25 0-95,50-25-46,0 0-31,0 0 15,-1 0-15,-24-25-1,0 0 1,25 0 0,-25 0-1,0 1 32,0-1 16,0 0-17,0 50 142,0 0-172,0-1 30,25 1 1,0-25-15,0 0-1,-50 0 125,0 0-109,25 25-31,0-50 140,0 0-109,25 25-32,-25-24 1,25 24 15,-25-25-15,24 0 15,-24 0-15,0 0-1,0 1 17,0-1-1,0 0-16,-24 0 17,-1 25 15,0 0-32,0 0 32,25 50-31,0-25-1,0 74 17,0-50-32,0 1 31,-25-25-31,25 0 31,25-25 32,-25 24-48,25-24 1,25 0-16,-1 0 31,-24 0-31,0 0 16,0 0 15,-1 0 0,1 0 0,-25-49 16,0 24-31,0 0 15,0 0-15,-25 25-1,1 0 1,-26 0-16,25 0 47,0 0-47,1 0 62,-1 0 17</inkml:trace>
  <inkml:trace contextRef="#ctx0" brushRef="#br0" timeOffset="11658.59">3101 1091 0,'24'0'31,"1"25"31,0 0-30,25-25-32,-26 0 15,100 25 16,-74 0-15,0-25 0,-26 0-1,51 0 17,-75 24-17,25-24 16,-75-24 79,0 24-110,1-25 15,-26-25 1,1 1-16,24-1 16,26 25 15,48 25 47,1 0-62,25 25-1,24 0-15,50 0 16,199 24 15,-174-24-15,-50 0-1,-50-25 1,-24 25 15,-50-50 63,-24 0-63,24 0-15,0 0 0,75 50 77,24 0-77,50 25-16,25-1 16,0 1-1,0-1 1,-50-24-1,-49-25-15,-26 0 47,-24-25 16,0 1-48,-49-1 1,49 0-16,-50-25 16,50 26-1,0-1 1,-25 0-16,50 25 78,74 50-62,-24-26-1,74 1 1,-25 25 15,-100-50-31,1 0 16,-50 0 78,1-25-94,-26 0 15,50 0 1,-25 1-1,25-1 1,25 50 62,49-25-78,1 49 16,49-24-1,-25 0 1,0 0-16,-24-25 16,-51 0-1,1 0 17,-50 0 14,1-25-46,-26 0 16,0-25 0,26-49 15,-1 74-31,0 1 16,25-1-1,25 50 48,24-1-48,26 51-15,24-75 16,75 25 15,-125-25-15,-24 0-1,0 0 1,-25-25 47,-25 25-32,25-25-16,25 50 32,25-25-31,-1 25 0,50-1-1,1 26 1,-26-50-1,-24 0 1,-26 0 0,-48 0 62,24-25-63,0 50 64,24-25-64,51 25-15,-50 0 16,24-1-1,-24-24 1,0 0 0,-25-24 109,25 48-47,24-24-63,-24 25 1,0-25 0,-25 25-1,25-25 1,-50-25 78,0 25-63,0 0-31,-24-25 16,24 25-1,0 0 16,50 0 32,0 0-32,-25 25-15,0-50 78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29T07:41:25.50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26542 1446 371 0,'0'0'946'0,"0"0"-587"0,0 0-226 16,0 0-60-16,0 0 111 15,0 0-66-15,0-43-47 16,2 42 90-16,-2-1-138 16,0 2 21-16,0 0 38 15,0 0-48-15,0 0 42 16,0 0-76-16,0 0 9 16,5 0-21-16,8 2 12 15,8 15 0-15,10 10-9 16,8 4 29-16,7 10-17 15,-2 1-3-15,-2 2 0 16,-2 0-42-16,0-2 33 0,-2-3-83 16,-3-5-88-1,8-10-155-15,-11-10-159 0,-8-13-826 0</inkml:trace>
  <inkml:trace contextRef="#ctx0" brushRef="#br0" timeOffset="269.95">27239 1006 561 0,'0'0'857'16,"0"0"-542"-16,0 0-220 0,0 0-95 15,0 0 20 1,0 0 5-16,0 0-24 15,-58 179 48-15,27-87 38 0,0 7-78 16,9-17 21-16,-4 8-30 16,5-11 25-16,4-6-29 15,3-7 4-15,3-11-78 16,5-9 3-16,3-15-166 16,3-16-299-16</inkml:trace>
  <inkml:trace contextRef="#ctx0" brushRef="#br0" timeOffset="500.12">27191 1060 441 0,'0'0'1141'0,"0"0"-785"15,0 0-304-15,0 0 24 16,129-14-76-16,-64 14 0 0,17 0 65 15,12 0-50-15,4 2 8 16,-5 13-23-16,-6 0-56 16,-10 4 3-16,0 8-200 15,-19-5-18-15,-18-1-589 0</inkml:trace>
  <inkml:trace contextRef="#ctx0" brushRef="#br0" timeOffset="974.82">27850 1389 378 0,'0'0'335'0,"0"0"458"16,0 0-722-16,0 0-55 15,-122 0 21-15,57 32 24 16,-6 10 105-16,4 13-43 0,7 3-84 16,15 0 75-16,18-4-113 15,16-8-1-15,11-10 0 16,13-14-23-16,28-12 22 15,11-10-56-15,10-10-118 16,0-24-50-16,-1-14-161 16,-9-8 154-16,-6-2 186 15,-13 1 46-15,-11 10 160 16,-11 17 58-16,-9 14 58 16,-2 16-28-16,0 2-192 15,-6 30-31-15,-1 9 52 16,5 12-34-16,2 5 11 15,5 2-54-15,19-1-35 16,10-5 34-16,28-4-227 0,-6-16-160 16,-3-16-883-16</inkml:trace>
  <inkml:trace contextRef="#ctx0" brushRef="#br0" timeOffset="1213.55">28653 1648 1060 0,'0'0'663'0,"0"0"-605"16,0 0 29-16,0 0 43 16,0 0 2-16,0 0-97 15,0 0 4 1,107-10-53-16,-60 10 14 0,-3 10-125 15,-3 10-1-15,-14-3-162 16,-19-2-408-16</inkml:trace>
  <inkml:trace contextRef="#ctx0" brushRef="#br0" timeOffset="1342.99">28618 1891 1028 0,'0'0'1095'0,"0"0"-948"16,0 0-147-16,0 0-31 15,145 50 24-15,-81-38-32 16,34 0-48-16,-15-1-147 0,-14-6-599 0</inkml:trace>
  <inkml:trace contextRef="#ctx0" brushRef="#br0" timeOffset="2282.57">30497 1506 354 0,'0'0'734'0,"0"0"-502"16,0 0-10-16,0 0 52 15,0 0 59-15,0 0-121 16,0 0-115-16,38-80 61 16,-38 77-127-16,-9 3 3 15,-20 0-34-15,-14 11 27 16,-15 20-48-16,-7 13 21 15,-1 16 0-15,3 1-7 16,12 1 7-16,11-3 0 16,13-12-2-16,12-8 13 0,8-12-56 15,7-7 42-15,0-8-81 16,24-7 76-16,14-5-47 16,11-10 25-1,7-22-61-15,2-14-136 0,-2-11 171 16,-7-1-19-16,-10 6 58 15,-12 12 17-15,-11 14 11 16,-9 15 124-16,-7 11-17 16,0 0-110-16,0 29 41 15,0 11-49-15,-2 10 0 16,0 6 11-16,-1 2-11 16,3 7-102-16,3-18-91 15,9-14-403-15</inkml:trace>
  <inkml:trace contextRef="#ctx0" brushRef="#br0" timeOffset="2814.56">31007 916 1322 0,'0'0'273'16,"0"0"-228"-16,0 0 9 15,0 0-54-15,0 0-2 16,0 0-4-16,103-120-20 15,-81 85-9-15,-4 1-11 16,-4 6 46-16,-6 9 32 0,-6 5 32 16,-2 7 64-16,0 5-12 15,0 2-84-15,0 5 3 16,-8 21-35-16,-11 13 0 16,-1 16 69-16,-2 7-69 15,0 6 0-15,-1 3-1 16,-6 19-33-16,8-18-98 15,3-16-256-15</inkml:trace>
  <inkml:trace contextRef="#ctx0" brushRef="#br0" timeOffset="2990.46">30599 1231 1056 0,'0'0'667'16,"0"0"-490"-16,0 0-85 15,152-20-16-15,-86 20-5 16,6 0-71-16,2 0 0 16,17 8-44-16,-18 6-252 15,-13-2-317-15</inkml:trace>
  <inkml:trace contextRef="#ctx0" brushRef="#br0" timeOffset="3558.01">31036 1354 616 0,'0'0'129'0,"0"0"-108"0,0 0 56 16,0 0 85-16,0 0-18 15,0 0 76-15,0 0-63 16,31-51-32-16,-31 51-15 15,0 12-91-15,0 15 25 16,-7 4 30-16,-3 8-50 16,-4-2 96-16,3-2-82 15,0-5-23-15,4-6 35 16,4-7-49-16,1-6 25 16,2-5-26-16,0-6 9 15,0 0-19-15,0-3 10 16,19-23-39-16,10-8-70 15,4-3-35-15,0-1 104 16,-2 6 23-16,-10 11 17 0,-8 13 96 16,-7 8-63-16,-4 3-17 15,2 19 34-15,0 7-30 16,4 6 39-16,9-1-59 16,8-7 8-16,16-2 7 15,12-9-15-15,42-14-60 16,-14-2-76-16,-7 0-482 0</inkml:trace>
  <inkml:trace contextRef="#ctx0" brushRef="#br0" timeOffset="3642.69">31921 1373 1043 0,'0'0'0'0,"0"0"-433"16</inkml:trace>
  <inkml:trace contextRef="#ctx0" brushRef="#br0" timeOffset="6441.41">1551 3592 413 0,'0'0'313'15,"0"0"-156"-15,0 0 4 16,0 0-15-16,0 0 15 16,0 0-16-16,0 0-61 15,-7 0 88-15,7 0-83 16,0 0-33-16,0 0 67 16,0 0-57-16,0 0 33 15,0 0-9-15,0 0-84 16,0 0 121-16,0 0-127 15,0 0 1-15,0 0 7 0,0 0-8 16,0 0-2 0,0 9-11-16,0 14 13 0,5 15-16 15,-5 12 16-15,0 12 0 16,0 7 20-16,-5 2-11 16,-9-6 15-16,4-7-24 15,3-12 24-15,3-15 0 16,4-6-24-16,0-14-6 15,0-4-14-15,4-5 3 16,21-2 11-16,8-10-2 16,7-22-50-16,10-12 51 15,-2-13-137-15,-5-3 65 16,-10-1 64-16,-8 0-23 16,-10 7 17-16,-6 5-17 0,-4 9 38 15,-5 8 19 1,0 12 18-16,0 8 38 15,0 6 31-15,0 6-94 0,-3 0-5 16,-4 17-7-16,-1 21-4 16,-3 20-3-16,-3 32 14 15,1 2 15-15,1 8 42 16,2 5-55-16,-1-17 83 16,-1 8-92-16,-3-3 18 15,1-11 25-15,-3-7-43 16,-2-10 0-16,-1-11-3 15,-2-11 22-15,2-8-3 16,0-12-16-16,5-11 0 0,-1-8 9 16,3-4 9-16,0-13-18 15,3-19 14-15,8-11 6 16,2-12-11-16,0-3-9 16,18-4-19-16,13 4-18 15,9 4-49-15,7 3-100 16,31-1-57-16,-14 14-232 15,-6 8-428-15</inkml:trace>
  <inkml:trace contextRef="#ctx0" brushRef="#br0" timeOffset="6788.77">2334 4118 1646 0,'0'0'651'15,"0"0"-522"-15,0 0-80 16,0 0 84-16,0 0-96 16,0 0-3-16,0 0-34 15,48 0 22-15,-9 0-75 0,3 0 53 16,1 0-97-16,-4 0 39 16,-3 3-155-16,-11 8-48 15,-15 2-412-15</inkml:trace>
  <inkml:trace contextRef="#ctx0" brushRef="#br0" timeOffset="6921.78">2376 4365 1903 0,'0'0'589'0,"0"0"-589"16,0 0-27-16,0 0 8 16,0 0 19-16,126 26-51 15,-65-26-42-15,-8 0-237 0,-10 0-424 0</inkml:trace>
  <inkml:trace contextRef="#ctx0" brushRef="#br0" timeOffset="12275.62">3530 3696 544 0,'0'0'333'16,"0"0"-136"-16,0 0-72 15,0 0 25-15,0 0-46 16,0 0-76-16,4-12 71 16,-4 12-98-16,0 0 12 15,0 0 6-15,0 0-18 16,0 0 39-16,0 0 3 15,0 0-42-15,0 0 135 16,0 0-98-16,0 0-18 16,0 0 48-16,0 0-52 0,0 0 35 15,0 0-25 1,-2 0-12-16,-6 0 49 0,-5 1-63 16,-10 13 0-16,-2 12 0 15,-6 13 0-15,-2 11 47 16,0 14-1-16,4 8-27 15,4 3 101-15,5 0-107 16,4-8-7-16,10-9 58 16,6-8-63-16,0-9 43 15,19-10-44-15,18-4-66 16,9-10 66-16,30-17-209 16,-11 0-260-16,-9 0-572 0</inkml:trace>
  <inkml:trace contextRef="#ctx0" brushRef="#br0" timeOffset="12716.96">3680 3880 1277 0,'0'0'293'16,"0"0"-276"-16,0 0 39 15,0 0-56-15,0 0 42 16,132-10 69-16,-115 54-10 16,-5 12 41-16,-8 8-70 15,-4 2-44-15,0-6 100 16,-4-9-119-16,-10-7 21 0,3-12 4 16,1-8-25-16,4-10 16 15,4-6-25-15,2-8-36 16,0 0 11-16,0-10-13 15,14-26-39-15,5-13-290 16,4-18-28-16,-1-1-135 16,-4 3 354-16,-5 17 176 15,-10 25 318-15,-3 23-53 16,0 7-140-16,-14 35 109 16,-1 8-22-16,-1 6-4 15,9-1-102-15,7-7-53 16,0-6 39-16,18-6-92 15,16-9-62-15,5-10-29 16,19-17-135-16,-8 0-98 16,-10-10-785-16</inkml:trace>
  <inkml:trace contextRef="#ctx0" brushRef="#br0" timeOffset="13131.57">3997 3641 1187 0,'0'0'576'15,"0"0"-515"-15,0 0 34 16,0 0-95-16,0 0 0 16,0 0 24-16,142-84-24 15,-106 48-16-15,-2-4-91 16,-9 0-77-16,-4 2 103 16,-7 7 10-16,-6 11 71 15,-6 9 109-15,-2 8 74 16,0 3-20-16,0 3-79 0,-4 23-76 15,-10 12 189-15,-1 10-124 16,1 6-50-16,3 2-23 16,3-4-7-16,6-4-88 15,2-5-84-15,0-15-210 16,13-16-307-16</inkml:trace>
  <inkml:trace contextRef="#ctx0" brushRef="#br0" timeOffset="13385.64">4449 3541 1573 0,'0'0'288'15,"0"0"-243"-15,0 0-45 16,0 0 145-16,0 0-123 16,-16 104 68-16,45-99-2 0,7-5-64 15,1 0-24-15,0-17-29 16,-11-11 11-16,-10-8-38 15,-12 1 45-15,-4-4-37 16,-2 6 39-16,-21 3 9 16,-3 11 32-16,-2 13-32 15,-7 6-66-15,-11 34 8 16,6 10-194-16,6 2-134 0</inkml:trace>
  <inkml:trace contextRef="#ctx0" brushRef="#br0" timeOffset="13883.69">4581 4134 637 0,'0'0'965'0,"0"0"-721"16,0 0-48-16,0 0-64 15,0 0-40-15,0 0 32 16,0 0-79-16,33-5-17 15,0 5-28-15,5 0 15 0,7 0 0 16,-3 0-15 0,3 0-24-16,-5 0 13 0,-5 0-140 15,1 0-103-15,-11-8-244 16,-9-7-365-16</inkml:trace>
  <inkml:trace contextRef="#ctx0" brushRef="#br0" timeOffset="14053.44">4873 3976 995 0,'0'0'831'0,"0"0"-691"16,0 0-87-16,0 0-3 15,-39 112 48-15,26-66-11 16,-1 2-63-16,1 1 49 16,3-5-73-16,0 0-57 0,6-6-59 15,4 0-122 1,0-12-164-16,0-10-695 0</inkml:trace>
  <inkml:trace contextRef="#ctx0" brushRef="#br0" timeOffset="14655.99">5272 4074 1243 0,'0'0'359'16,"0"0"-253"-16,0 0 40 16,0 0-58-16,0 0-26 15,0 0 30-15,0 0-83 16,125-133 1-16,-92 87-10 16,-2-6-23-16,-4 9-4 15,-8 5 24-15,-7 10 3 16,-5 14 69-16,-7 7 23 15,0 7-14-15,0 4-78 16,0 26 22-16,-9 15-22 16,-3 14 5-16,4 8 8 15,-1 3-16-15,5-1 3 0,-2-12-31 16,6-8-49 0,0-12-127-16,3-12-65 0,10-15-609 0</inkml:trace>
  <inkml:trace contextRef="#ctx0" brushRef="#br0" timeOffset="14867.91">5911 3635 1134 0,'0'0'772'0,"0"0"-713"15,30 170 17-15,-24-71 16 0,-4-4-31 16,-2-7-1-16,-6-22 3 15,-17 10-49-15,-8 4 35 16,-5-6-49-16,-3-8-77 16,-13-6-82-16,9-17-212 15,12-20-720-15</inkml:trace>
  <inkml:trace contextRef="#ctx0" brushRef="#br0" timeOffset="15803.51">6254 3139 1156 0,'0'0'340'0,"0"0"-209"16,0 0 69-16,0 0-92 15,0 0-8-15,0 0 80 0,0 0-98 16,-4 0-6-16,4 0-24 16,0 0-34-16,0-1 34 15,0-3-52-15,0 0 0 16,0 1-2-16,0 3 8 15,0 0-6-15,0 0 0 16,0 0 13-16,0 0-16 16,0 0 3-16,0 0-1 15,0 0-26-15,-2 0 27 16,0 0-13-16,2 0 11 16,-2 0 2-16,0 0-23 15,-1 0 23-15,0 0 0 16,-1 0-9-16,2-3 23 0,0-1-12 15,2 2-2 1,0-3 24-16,0-2-18 0,0 1-6 16,8 0-29-16,6 2 28 15,-3 4-17-15,3 0 9 16,-6 0-8-16,-1 20 17 16,-7 8 18-16,0 8-16 15,-4 4-2-15,-17 0 44 16,2-2-44-16,3-9 31 15,5-8-31-15,11-7-19 16,0-3-19-16,13-4-13 16,14 1 29-16,2-1 6 15,-2 0 32-15,-7 2-12 16,-9 4-4-16,-11 10 0 16,0 11 12-16,-23 12-12 0,-12 10 0 15,-28 29-21 1,8-13-159-16,10-14-301 0</inkml:trace>
  <inkml:trace contextRef="#ctx0" brushRef="#br0" timeOffset="17019.79">6992 3441 170 0,'0'0'728'0,"0"0"-403"16,0 0-25-16,0 0-14 15,0 0-36-15,0 0-123 16,0 0-83-16,-6-11 35 16,-10 20-79-16,-8 20 0 15,-10 37 14-15,-13 39 25 16,-1 40 74-16,0-5-58 0,17-22-43 15,15-39 71 1,10-32-73-16,4 6-10 0,2-1 0 16,0 3 30-16,11-12-70 15,13-5 22-15,9-12-151 16,23-18-14-16,-4-8-317 16,-8 0-284-16</inkml:trace>
  <inkml:trace contextRef="#ctx0" brushRef="#br0" timeOffset="17454.8">7168 3946 1185 0,'0'0'515'0,"0"0"-448"16,0 0-66-16,0 0 50 15,0 0-11 1,0 0 30-16,0 0-30 0,125 7-20 16,-115 39 99-16,-10 10-78 15,0-1 9-15,-4-1 43 16,-8-5-48-16,-4-12-1 16,7-8-24-16,2-12 5 15,3-4 12-15,4-9-37 0,0-4-30 16,0 0 17-1,0-12-9-15,13-19 11 0,3-13-172 16,1-5-38-16,2-1 144 16,-6 10 31-16,-8 13 46 15,-5 19 189-15,0 8-112 16,0 16-55-16,-2 19 48 16,-4 3-18-16,6 1 83 15,0 2-134-15,6-9 10 16,17-4-11-16,6-8-81 15,19-12-27-15,-6-6-165 16,-9-2-454-16</inkml:trace>
  <inkml:trace contextRef="#ctx0" brushRef="#br0" timeOffset="17964.75">7583 3439 1443 0,'0'0'561'0,"0"0"-371"15,0 0 26-15,0 0-118 16,0 0-79-16,0 0 57 16,0 0-76-16,36-4 0 15,-9 4 0-15,4 0 12 16,2 0-42-16,-4 2 22 15,-2 3-88-15,-4 2 96 16,-10-1-89-16,-5-5 28 16,-6 2 30-16,-2 1-28 15,0 0 41-15,0 4 18 0,-8 8 0 16,-7 7 57-16,-1 9-40 16,0 5 25-1,0 7-29-15,3 5 18 0,-1-1-6 16,4-1-25-16,0-1-83 15,1-9 20 1,-1-7-160-16,1-10-90 0,-1-15-262 0</inkml:trace>
  <inkml:trace contextRef="#ctx0" brushRef="#br0" timeOffset="18103.62">7503 3724 1570 0,'0'0'700'16,"0"0"-604"-16,0 0-95 15,0 0 24-15,156-47-19 0,-98 43-12 16,22 4-29-16,-13 0-351 16,-11 11-631-16</inkml:trace>
  <inkml:trace contextRef="#ctx0" brushRef="#br0" timeOffset="18313.62">7933 4180 1746 0,'0'0'670'16,"0"0"-559"-16,0 0-63 16,0 0-48-16,0 0 0 0,0 0-20 15,145 0 20-15,-67 0-123 16,-13 0-134-16,-9 0-347 0</inkml:trace>
  <inkml:trace contextRef="#ctx0" brushRef="#br0" timeOffset="19106.9">8497 3842 985 0,'0'0'505'0,"0"0"-400"15,0 0-53-15,0 0 57 16,0 0-90-16,0 0-7 16,0 0-5-16,23-75 18 15,-15 70-23-15,-1-1-2 16,-3 4 0-16,-4 2-25 16,0 0 25-16,0 0-13 15,0 0 13-15,0 3 0 16,0 6-9-16,-2-1 9 15,-2-2 0-15,1-4-10 16,3 0 16-16,0-2-6 16,0 0 0-16,0 0 21 0,0 0 25 15,0 0-27-15,0 0 27 16,5 0 52-16,7-10-98 16,3 2-3-16,3 1 2 15,1 7 1-15,-3 0-12 16,-5 0 12-16,-7 21 0 15,-4 6 37-15,0 9-9 16,-17 9 55-16,-10 1-2 16,3-1-79-16,1-6 77 15,12-7-79-15,11-6 0 16,0-3-20-16,23-4 33 16,15 0-13-16,6-3 0 15,-4-1 21-15,-8-1 7 16,-15 4-28-16,-15 3 0 0,-2 5 55 15,-33 6-48-15,-14 5-7 16,-4 1-68-16,-5-1-196 16,18-8-54-16,14-12-1148 0</inkml:trace>
  <inkml:trace contextRef="#ctx0" brushRef="#br0" timeOffset="19605.18">8983 3473 1385 0,'0'0'248'15,"0"0"-221"-15,0 0 19 16,0 0-46-16,127 82 16 16,-107-2 164-16,-13 37-87 15,-7 26-28-15,-18-10-3 16,-16-24-62-16,1-37 52 15,0-26-52-15,-3 6-42 16,-4 0 22-16,-7 2-191 16,12-19-153-16,12-17-971 0</inkml:trace>
  <inkml:trace contextRef="#ctx0" brushRef="#br0" timeOffset="20662.42">9400 3159 535 0,'0'0'205'16,"0"0"-114"-16,0 0-35 15,0 0-21-15,0 0 69 16,0 0-20-16,0 0-35 16,-4-5 71-16,4 5-81 15,0 0-17-15,0 0 8 16,0 0-28-16,0 0 31 16,0 0-33-16,0 0 13 15,0 0 66-15,0 0-78 16,0 0 23-16,0 0 17 15,0 0-26-15,0 0 9 16,0 0-24-16,0 0 0 16,0 0-8-16,0 0 8 0,0 0 0 15,0 0-1-15,0 0 8 16,0 0-11-16,0 0 4 16,0 0 0-16,0-2 11 15,0-2-11-15,0 0 0 16,0-1 8-16,0 2-8 15,0-1 58-15,0 2 8 16,0 2-12-16,0 0 92 16,0 0-124-16,0 0 0 15,0 0-22-15,0 0 21 16,0 6-37-16,0 10 16 0,0 6 0 16,2 9 4-1,9 6 6-15,0 5 5 0,3 0 29 16,-2-1-43-16,2-5 57 15,-3-4-58 1,2-4 0-16,-1-6 19 0,-3-5-19 16,-5-2-12-16,-4-5 12 15,0-3-77-15,-7 0 63 16,-20-2-40-16,-6-5-22 16,-2 0 55-16,1 0-49 15,7-7 39-15,11-12 22 16,16-8-21-16,0-3 2 0,25-3 3 15,16-5-52 1,7-2 67-16,2 2-3 0,-6-1 13 16,-9 4 59-16,-12 1 79 15,-12 2 110-15,-11 2-133 16,-5 4-115-16,-26 4-41 16,-25 13-195-16,8 2-114 15,8 7-855-15</inkml:trace>
  <inkml:trace contextRef="#ctx0" brushRef="#br0" timeOffset="21953.56">3062 2956 692 0,'0'0'189'15,"0"0"-99"-15,0 0-60 0,0 0-24 16,0 0 74-16,0 0-53 15,0 0-7-15,-6-3 40 16,6 3-31-16,0 0 47 16,-2 0-10-16,-3 6-59 15,-2 12 87-15,-2 9-43 16,-3 7-4-16,0 8 50 16,-1 5-53-16,-1 10 46 15,1 5 1-15,1 6-29 16,1 9 64-16,1 5-118 15,-2 4 6-15,1 5 42 16,0 5-34-16,-3 1 35 16,4-2-42-16,-2-1 6 15,3-8 32-15,-2-4-53 16,2-5 0-16,0-7 22 0,0-4-16 16,3-8 19-16,-1-8-25 15,2-7 0-15,3-11-10 16,0-8 10-16,2-8 0 15,0-7 4-15,0-8 7 16,0-1 41-16,0 0-15 16,0 0-30-16,4 0 90 15,12 0-96-15,11-1 0 16,7-8 6-16,7 3 5 16,5 1 2-16,2 5-14 15,6 0 0-15,-3 0-12 16,2 0 12-16,1 0-39 0,6 11 0 15,-15-2-270-15,-12-6-242 16</inkml:trace>
  <inkml:trace contextRef="#ctx0" brushRef="#br0" timeOffset="22511.24">3214 2733 1111 0,'0'0'615'0,"0"0"-405"15,0 0-47-15,0 0 35 16,0 0-118-16,0 0 70 15,0 0-140-15,9-8 5 16,11 8-19-16,9 0 17 16,11 10-13-16,7 2 0 15,4 2-55-15,21 4 0 16,-14-4-409-16,-10-6-462 0</inkml:trace>
  <inkml:trace contextRef="#ctx0" brushRef="#br0" timeOffset="25092.43">3245 2717 337 0,'0'0'368'0,"0"0"-170"15,0 0-68-15,0 0 7 16,0 0 6-16,0 0 11 0,0 0-56 16,-45 4-20-16,28 6-17 15,1 4-39-15,-1 4 10 16,-2 6-29-16,2 6-3 15,1 7 0-15,3 23-57 16,1-11-40-16,6-5-249 0</inkml:trace>
  <inkml:trace contextRef="#ctx0" brushRef="#br0" timeOffset="26749.45">9799 2949 586 0,'0'0'605'16,"0"0"-305"-16,0 0-105 16,0 0 21-16,0 0-71 15,0 0-2-15,0 0-17 16,0-1-69-16,0 1-21 0,0 0-2 15,0 0-21-15,4 0-26 16,11 0 12-16,8 0 1 16,8 0 25-16,5 3-25 15,0 4-8-15,0-3-1 16,-5-1 18-16,-2 2-19 16,-2-5-17-16,-8 2 5 15,-5-2 16-15,-5 0-16 16,-7 0 22-16,-2 0 3 15,0 0 6-15,0 0 20 16,0 0-28-16,0 0 5 16,0 0 6-16,0 2-12 0,0-2-8 15,0 1 2-15,0 1-16 16,0 5-2-16,0 5-51 16,0 8 36-16,-2 7 28 15,-5 11 0-15,-1 6 10 16,-4 7 1-16,-1 5 8 15,1 6 23-15,1 4-24 16,1 6 8-16,2 5 20 16,2-1-33-16,1 1 5 15,3-1 17-15,2-2-23 16,0 0 20-16,0-2-20 16,0-2 5-16,0-3 27 15,0-8-32-15,0-6-1 16,0-5 0-16,0-7 2 15,0-7 7-15,0-7-9 0,0-7 0 16,0-4 3-16,0-6-2 16,-2 0-1-16,0-3 0 15,-2-2 0-15,1 0 3 16,-2-1-3-16,-1-1 0 16,-5 1 14-16,-7 1 7 15,-5-3 12-15,-8 1 2 16,-7-1-34-16,-6 3 17 15,-7-4-18-15,-1 3 0 16,6 0-25-16,3 0 1 16,12 3-44-16,9-2-95 15,14-5-83-15,8 0-120 16,0-3-692-16</inkml:trace>
  <inkml:trace contextRef="#ctx0" brushRef="#br0" timeOffset="28070.91">10751 2602 1064 0,'0'0'627'16,"0"0"-418"-16,0 0-137 16,0 0 12-16,0 0 34 15,0 0-41-15,0 0-61 16,43-79-16-16,-22 42 0 16,4-5-54-16,-1-4 30 15,-1-4-34-15,1 0 0 0,-2-2 47 16,-1 5-56-16,-6 10 67 15,-1 8 16-15,-8 11 19 16,-1 9 61-16,-5 7-36 16,0 2-5-16,0 0-51 15,0 19-4-15,0 20 0 16,-11 11 5-16,-1 11-5 16,-1 6-1-16,-3-1 1 15,3-2 1-15,0-4-1 16,-3-3-45-16,-7 9-62 15,6-14-113-15,1-14-409 0</inkml:trace>
  <inkml:trace contextRef="#ctx0" brushRef="#br0" timeOffset="28246.4">10541 2775 757 0,'0'0'922'15,"0"0"-651"-15,0 0-193 16,0 0 14-16,0 0 48 15,176 0-65-15,-97 0-39 16,5 0-30-16,-2 0-6 16,-8 0-77-16,-7 2-145 15,-21 8-283-15,-14-1-568 0</inkml:trace>
  <inkml:trace contextRef="#ctx0" brushRef="#br0" timeOffset="28754.95">10840 2989 385 0,'0'0'650'0,"0"0"-374"16,0 0-116-1,0 0 25-15,0 0 15 0,0 0-4 16,0 0-27-16,-2 0-56 16,2 0 25-16,0-1-89 15,0-3-19-15,0-5-30 16,6 4-8-16,10-3-5 15,6 2-14-15,0 3-21 16,3 3 47-16,-7 0-31 16,-5 10 15-16,-6 12 16 15,-7 5 1-15,0 7 21 16,-20 4 0-16,-4-2-19 16,3-4 39-16,8-6-41 15,11-6-1-15,2-4-19 16,13 0 10-16,14-2 1 0,4 0 10 15,-4-2-1-15,-12-4 12 16,-10 2-12-16,-5 4-16 16,-27 8 13-1,-22 9-6-15,-36 14-25 0,12-6-197 16,8-10-413-16</inkml:trace>
  <inkml:trace contextRef="#ctx0" brushRef="#br0" timeOffset="31863.78">1389 6110 388 0,'0'0'614'0,"0"0"-325"16,0 0-89-16,0 0 60 16,0 0-36-16,0 0-54 15,0 0-14-15,19-43-40 16,-19 43-67-16,0 0 10 15,0 0-25 1,0 0-27-16,0 8-7 0,-4 14-47 16,-3 11 47-16,1 8 0 15,4 5 13-15,2-2 16 16,0-3-29-16,6-9 0 16,12-8 0-16,6-12 9 15,7-8-17-15,8-4 8 16,1-7-1-16,4-19-44 0,-1-8-85 15,-8-9-1-15,-4-1 62 16,-10 0-59-16,-6 1 46 16,-9 11 50-16,-6 13 32 15,0 11 73-15,0 8-73 16,-4 0-7-16,-9 18-7 16,-5 18 14-16,-2 14 55 15,0 16 16-15,4 11-7 16,3 5 23-16,4 3-40 15,5 0 11-15,-1-5-15 16,-2-5-22-16,-4-12-10 16,-5-7-11-16,-5-11 0 15,-8-10 29-15,-8-9-22 16,0-12-7-16,-1-7 42 0,3-7-17 16,8 0 21-16,8-21-45 15,13-11 5-15,6-7 11 16,11-7-17-16,23-2-10 15,8 0-8-15,12 5-44 16,2 8-57-16,3 6-65 16,19 9-36-16,-15 6-56 15,-10 4-437-15</inkml:trace>
  <inkml:trace contextRef="#ctx0" brushRef="#br0" timeOffset="32149.87">2230 6379 1290 0,'0'0'352'0,"0"0"-170"16,0 0 54-16,0 0-9 15,0 0-63-15,0 0-68 16,0 0-85-16,45 13 3 16,-11-1 8-16,8 0-22 15,1 2-1-15,-6 1-59 0,-8 1-82 16,-22 2-83 0,-7-2-274-16,-2-4-474 0</inkml:trace>
  <inkml:trace contextRef="#ctx0" brushRef="#br0" timeOffset="32277.9">2142 6619 1609 0,'0'0'740'0,"0"0"-585"0,0 0-125 15,0 0-29-15,117 6-1 16,-61-4-41-16,23-2-24 16,-15 0-231-16,-12 0-769 0</inkml:trace>
  <inkml:trace contextRef="#ctx0" brushRef="#br0" timeOffset="34505.25">28878 3198 1045 0,'0'0'698'0,"0"0"-605"16,0 0-58-16,0 0 34 15,0 0-23-15,0 0-3 16,0 0-42-16,-140 34 15 16,82 7 43-16,2 5-3 15,9-1 7-15,14-4-23 16,11-7-12-16,15-11-11 16,7-10-17-16,7-5-33 15,28-8 23-15,12 0-5 16,6-27-84-16,3-6-111 15,-6-11-35-15,-10-4 76 0,-9 5 41 16,-14 9 128-16,-10 14 61 16,-7 16 83-16,0 4-76 15,-9 22-41-15,-6 18 56 16,8 10 31-16,7 3-39 16,0-3-27-16,29-10 9 15,11-14-50-15,12-12-7 16,0-14-13-16,4-4-44 15,-6-26-47-15,-10-8 13 16,-7-10-2-16,-6-7-3 16,-5-4-86-16,-4-8 76 15,-2 2 39-15,-3 10 67 16,-6 13 126-16,-3 15 68 0,-4 22-46 16,0 5-123-16,-2 27 19 15,-14 24 0-15,-3 12 80 16,-4 12-34-16,3 0 1 15,5-7-41-15,3-8-26 16,8-16 10-16,1-12-34 16,3-11-5-16,0-16-57 15,0-5 1-15,9-5 51 16,20-27-3-16,14-14-187 16,5-9 23-16,6-2-105 15,-2 10 88-15,-12 18 194 16,-14 19 163-16,-13 10-55 15,-10 22-34-15,-3 20 9 0,-13 6 9 16,-16 7-51-16,-7-1-9 16,5-6-32-1,2-10-30-15,13-18-79 16,9-12-138-16,7-8-411 0</inkml:trace>
  <inkml:trace contextRef="#ctx0" brushRef="#br0" timeOffset="34682.01">29966 3168 1160 0,'0'0'299'0,"-29"119"-106"16,-17-37-105-16,-17 8-30 16,-11-3-50-16,-3-15 14 15,0-6-22-15,-20-12-57 0,18-17-44 16,12-19-284-16</inkml:trace>
  <inkml:trace contextRef="#ctx0" brushRef="#br0" timeOffset="34883.92">28105 3043 1207 0,'-27'109'190'0,"16"19"-109"0,11-1-30 16,15-32-25-16,25-34 21 16,16-12 13-16,33 5-60 15,59-11-31-15,-15-6-165 16,-5-26-737-16</inkml:trace>
  <inkml:trace contextRef="#ctx0" brushRef="#br0" timeOffset="35271.5">30271 2842 195 0,'0'0'1157'0,"0"0"-1012"15,0 0 17-15,-35 152-5 16,26-103-57-16,-1-2 33 16,4-13-68-16,2-8-18 15,2-10-25-15,-1-8-21 16,3-8 18-16,0 0 14 16,0-24-33-16,19-22-15 15,12-15-267-15,9-7 70 16,4 5-197-16,-1 10 409 15,-10 21 32-15,-8 18 289 16,-14 14-175-16,-7 18-65 16,-4 24 4-16,0 16-24 15,-13 8-29-15,-7 6-23 16,-3-3-9-16,6 3-117 0,5-18-152 16,8-17-319-16</inkml:trace>
  <inkml:trace contextRef="#ctx0" brushRef="#br0" timeOffset="35422.74">30499 3250 1625 0,'0'0'379'16,"0"0"-293"-16,0 0-64 0,0 0 5 16,0 0-27-1,0 0 0-15,123 30-130 0,-115-22-413 0</inkml:trace>
  <inkml:trace contextRef="#ctx0" brushRef="#br0" timeOffset="35543.97">30338 3435 446 0,'0'0'1196'0,"0"0"-990"16,0 0-166-16,0 0 48 16,0 0-47-16,132 50-41 15,-74-47-47-15,-5-3-323 0</inkml:trace>
  <inkml:trace contextRef="#ctx0" brushRef="#br0" timeOffset="36240.07">31430 3062 1330 0,'0'0'376'0,"0"0"-117"15,0 0 3-15,0 0-95 16,0 0-120-16,0 0-47 0,0 0-9 16,-133 54 9-16,83 4 45 15,6 5-23-15,9-2-1 16,12-7-6-16,10-10-5 15,13-10-10-15,0-13-3 16,2-9-50-16,22-12 24 16,7 0-6-16,10-24-106 15,3-20-114-15,21-45-231 16,-5 0 1-16,-15 16-81 16,-12 16 566-16,-28 50 68 15,-5 7 638-15,0 4-467 16,0 22-143-16,-9 14 99 0,-3 8-60 15,6 4-60-15,2 3-49 16,4-8-26-16,0-7-23 16,10-15-144-16,11-12-150 15,-3-13-269-15</inkml:trace>
  <inkml:trace contextRef="#ctx0" brushRef="#br0" timeOffset="36546.39">31683 2699 474 0,'0'0'809'0,"0"0"-639"0,0 0 8 16,-50 143-49-16,32-97 15 16,5-13-68-16,7-8-33 15,4-9-43-15,2-13-6 16,0-3-46-16,21-3 32 15,13-24-46-15,6-8-114 16,4-2-3-16,-1 1 103 16,-7 10 80-16,-9 9 219 15,-7 17 28-15,-7 0-137 16,-4 23-65-16,-9 19 14 16,0 14-58-16,-18 11-1 15,-18 25-99-15,5-18-207 16,7-16-638-16</inkml:trace>
  <inkml:trace contextRef="#ctx0" brushRef="#br0" timeOffset="36722.08">31883 3331 740 0,'0'0'1264'0,"0"0"-1127"15,0 0-137-15,0 0-109 16,0 0-122-16,0 0-84 16,0 0-389-16</inkml:trace>
  <inkml:trace contextRef="#ctx0" brushRef="#br0" timeOffset="37119.01">32342 2689 1124 0,'0'0'673'0,"0"0"-616"16,-73 126-45-16,42-50 71 16,-1 10 39-16,3 4 4 15,7 2 6-15,2-9-67 16,4-9-28-16,6-11-16 15,0-17-15-15,8-16-3 0,0-14-3 16,2-8 0-16,0-8-9 16,2-4 2-16,20-24 7 15,14-14-133 1,5-7-95-16,-2 3 141 0,-1 11 87 16,-9 20 20-16,-11 15 34 15,-7 0-53-15,-11 24 12 16,0 11 17-16,-15 2-14 15,-12 3 30-15,-4-4-40 16,0-3-6-16,4-10 0 16,7-11-80-16,11-12-80 15,7-7-166-15,2-15-919 0</inkml:trace>
  <inkml:trace contextRef="#ctx0" brushRef="#br0" timeOffset="37418.96">32574 2793 1000 0,'0'0'330'15,"0"0"-75"-15,-49 123-62 16,23-72-22-16,3-4-79 16,9-13-30-16,8-10-47 15,4-9 5-15,2-14-20 16,0-1-20-16,24-8 12 0,14-22 5 15,14-13-184 1,6-2 95-16,2 0 26 0,-6 9 66 16,-12 14 160-16,-9 17-10 15,-13 5-41-15,-11 14-71 16,-9 21-32-16,-4 15-5 16,-32 11-1-16,-34 23-66 15,10-16-246-15,7-14-844 0</inkml:trace>
  <inkml:trace contextRef="#ctx0" brushRef="#br0" timeOffset="41516.11">3408 6206 687 0,'0'0'568'0,"0"0"-372"15,0 0-71-15,0 0 29 16,0 0-75-16,0 0 25 0,0 0-31 15,6-38-40-15,10 22-8 16,5 2-25-16,2 1 0 16,4 6 39-16,0 7-39 15,0 0 33-15,-7 6-10 16,-2 18 4-16,-9 10 23 16,-7 8-23-16,-2 6 5 15,0 6 27-15,-14 1-38 16,-5-6 7-16,-1-5-22 15,3-10 9-15,5-8-3 16,5-11-12-16,3-7 0 16,4-8 18-16,0 0-12 15,0-4-12-15,17-22-6 0,10-16-93 16,4-15-26-16,2-8-32 16,1-2-46-16,-7 9 119 15,-9 14 90-15,-7 16 54 16,-11 19 107-16,0 9-66 15,-5 14-51-15,-13 21-44 16,1 9 34-16,3 4 52 16,12 3-33-16,2-5-4 15,9-9-49-15,25-7-45 16,30-18-20-16,-6-7-167 16,-2-5-520-16</inkml:trace>
  <inkml:trace contextRef="#ctx0" brushRef="#br0" timeOffset="42247.44">3742 5971 1422 0,'0'0'353'15,"0"0"-224"-15,0 0-66 16,0 0-7-16,0 0-15 16,0 0-40-16,0 0 18 15,118-96-19-15,-84 63-19 16,-5 0 10-16,-7 5-24 0,-4 4 33 16,-9 10 0-16,-5 9 57 15,-4 5 64-15,0 0-74 16,0 11-47-16,-10 17-11 15,-7 12 10-15,7 8 1 16,0 3 0-16,6-4-23 16,4-6-54-16,18-13-101 15,11-14-114-15,4-12-255 0</inkml:trace>
  <inkml:trace contextRef="#ctx0" brushRef="#br0" timeOffset="42487.81">4159 5893 1305 0,'0'0'282'0,"0"0"-106"16,0 0-75-16,0 0-17 15,0 0-51-15,0 0 20 16,0 0 4-16,120 86-57 16,-80-110-31-16,-9-4-6 15,-10-4-50-15,-17-2-7 16,-4 1 30-16,-4 1 13 15,-19 9 50-15,-4 7 1 16,-2 12 0-16,4 4 0 16,-12 34-72-16,8 7-144 15,7-2-278-15</inkml:trace>
  <inkml:trace contextRef="#ctx0" brushRef="#br0" timeOffset="42842.91">4444 6307 1026 0,'0'0'690'16,"0"0"-551"-16,0 0-107 16,0 0 2-16,0 0-17 0,120-25 78 15,-83 25-31-15,1 0-31 16,-3 0-18-16,-2 0-15 15,-1 0-57-15,1 0-84 16,-6 0-188-16,-9 0-425 0</inkml:trace>
  <inkml:trace contextRef="#ctx0" brushRef="#br0" timeOffset="43018.14">4734 6104 758 0,'0'0'742'0,"0"0"-553"16,0 0-24-16,-71 130-43 16,47-76-12-16,3 3-45 15,8-2-54-15,6-2-11 16,7-6-97-16,14-10-159 16,8-17-375-16</inkml:trace>
  <inkml:trace contextRef="#ctx0" brushRef="#br0" timeOffset="43295.45">5008 6404 608 0,'0'0'1405'15,"0"0"-1352"-15,0 0-53 16,0 0-72-16,74-132-134 16,-56 89 206-16,0-6 19 15,-5 2 61-15,0 8-71 16,-1 7-9-16,-6 8 12 15,-2 14 86-15,-1 7 64 16,-3 3-75-16,0 23-74 16,0 16 42-16,0 14-27 15,0 10-6-15,0 0-7 16,0-3-15-16,0-5-31 16,4-13-73-16,6-11-24 15,9-18-28-15,-3-11-167 0,1-2-319 0</inkml:trace>
  <inkml:trace contextRef="#ctx0" brushRef="#br0" timeOffset="43501.01">5550 5939 1363 0,'0'0'641'0,"0"0"-541"15,0 0-65-15,105 145 7 16,-87-70-13-16,-14 8 11 15,-4 5 87-15,-13-2-67 16,-21-2-54-16,-10-6-6 16,-10-7-14-16,-6-11-118 0,-47-8-55 15,14-15-121 1,1-15-428-16</inkml:trace>
  <inkml:trace contextRef="#ctx0" brushRef="#br0" timeOffset="44026.87">3243 5983 1468 0,'0'0'398'0,"0"0"-194"0,0 0-115 15,0 0-69-15,0 0 0 16,0 0 23-16,-134 171 65 15,110-81 0-15,8 8-42 16,16-12-10-16,0 6-47 16,4-11 9-16,23-9-5 15,9-12-13-15,13-9-47 16,11-13-38-16,38-16-145 16,-13-12-253-16,-10-10-472 0</inkml:trace>
  <inkml:trace contextRef="#ctx0" brushRef="#br0" timeOffset="45616.02">6313 5171 798 0,'0'0'321'0,"0"0"-131"15,0 0-63-15,0 0-63 16,0 0-9-16,0 0 5 16,0 0 36-16,0-12-24 15,0 12-37-15,0-2 23 16,0 2 29-16,0-2-39 15,0 0 9-15,0-1-33 16,0 0-8-16,0-1 13 16,0-1-29-16,0-6 0 15,2-1-8-15,14 1-11 16,1-4 19-16,6 4-18 16,-1 2 18-16,-5 6 19 15,2 3-18-15,-11 0 0 0,-3 9 36 16,-5 17-27-16,0 9 15 15,-16 4-6-15,-13 3 6 16,0-3 23-16,0-7-34 16,7-8-13-16,7-11-1 15,7-6 0-15,8-5-1 16,0-2-57-16,10 0-1 16,17 0 52-16,4 0-36 15,0-2 18-15,-7 2 19 16,-6 0 6-16,-14 12 2 15,-4 10-1-15,0 7 8 16,-17 6 9-16,-12-1-18 0,-5 2 0 16,-17 6-53-1,8-8-170-15,3-11-255 0</inkml:trace>
  <inkml:trace contextRef="#ctx0" brushRef="#br0" timeOffset="45797.97">5958 5632 823 0,'0'0'782'0,"0"0"-575"16,0 0-63-16,0 0 19 15,141 18-51-15,-77-14-49 16,5-1-2-16,5-1-21 16,1-2-40-16,-3 0-34 15,10 0-120-15,-20 0-210 0,-14 0-539 0</inkml:trace>
  <inkml:trace contextRef="#ctx0" brushRef="#br0" timeOffset="46144.57">6014 5978 811 0,'0'0'989'0,"0"0"-730"16,0 0-208-16,0 0 23 15,0 0-58-15,0 0-15 0,134-99-1 16,-90 62 0-16,-2-4-80 16,-5 7-53-16,-12 5 24 15,-6 12 83-15,-13 7 26 16,-6 10 85-16,0 0-3 15,0 11-71-15,-11 20 14 16,-5 12 53-16,1 6-41 16,-1 6 12-16,5-2-49 15,3-4-28-15,0-8-38 16,8-12-123-16,0-11-138 16,14-12-486-16</inkml:trace>
  <inkml:trace contextRef="#ctx0" brushRef="#br0" timeOffset="46711.89">6495 5839 912 0,'0'0'323'16,"0"0"-151"-16,0 0-121 15,0 0 39-15,0 0 41 16,0 0-33-16,0 0-2 0,-2-6-33 16,2 1-61-1,0 2 23-15,0 1-24 0,0 0-1 16,0 2 0-16,0 0 9 16,0 0-8-16,0 0-1 15,0 0 0-15,0 0 5 16,0 0-5-16,0 0 0 15,0 0-1-15,0 0-6 16,0 0 6-16,0 0 1 16,0 0 0-16,0 0 4 15,0-4-3-15,0-2-1 16,11-4-12-16,5 0-20 16,3 0 23-16,4 4-4 15,0 4 13-15,-5 2 21 16,-3 0 11-16,-9 9 16 0,-6 14 15 15,0 5-17-15,-6 4 33 16,-15 3-14-16,2-6-31 16,5-5 2-16,8-6-29 15,6-8-13-15,0-1 6 16,22-4 0-16,7-1 14 16,-2 1-14-16,-3-2 0 15,-8 4-5-15,-14 3 5 16,-2 9-6-16,-18 10 5 15,-20 7-21-15,-18 18-60 16,10-10-162-16,8-8-468 0</inkml:trace>
  <inkml:trace contextRef="#ctx0" brushRef="#br0" timeOffset="47988.38">7006 6517 430 0,'0'0'249'0,"0"0"-120"16,0 0-34-16,0 0-1 16,0 0 49-16,0 0 34 15,0 0-28-15,-2 0-8 16,2 0-7-16,0 0-36 15,-2 0-27-15,-4 3-59 16,2 4-11-16,0-2 23 16,2 2-13-16,2-1 1 15,0-2 2-15,0 0-13 16,0-2 7-16,2-2-7 16,2 0-1-16,0 0 48 15,-1 0-48-15,-3 0 16 0,0 0 18 16,0 0 47-16,0 0-30 15,-5 0-51-15,1 0-20 16,2 0 5-16,2 0-134 16,0 0-244-16,0 0-196 0</inkml:trace>
  <inkml:trace contextRef="#ctx0" brushRef="#br0" timeOffset="49537.11">7822 5854 340 0,'0'0'995'0,"0"0"-688"16,0 0-107-16,0 0-77 15,0 0-84-15,0 0-18 16,0 0-19-16,-72 13 6 0,39 27 50 15,-1 16 24 1,1 15 11-16,6 6-23 0,5 3-12 16,11-3-24-16,9-7-33 15,2-12-1-15,6-9 3 16,19-11-3-16,10-13-69 16,25-18-61-16,-8-7-133 15,-4 0-349-15</inkml:trace>
  <inkml:trace contextRef="#ctx0" brushRef="#br0" timeOffset="49935.23">8040 5992 1058 0,'0'0'256'0,"0"0"-179"16,0 0 23-16,0 0-3 15,0 0 80-15,102 107 25 16,-95-58-62-16,-7 1-33 16,0 1-29-16,-4-8-51 15,-7-7 41-15,2-8-68 16,2-12 9-16,2-6-9 16,5-8 10-16,0-2-10 15,0-5 0-15,14-24-24 16,6-12-174-16,2-12-47 15,-1-3-40-15,-2 4-46 16,-7 12 331-16,-10 18 129 16,-2 20 134-16,0 2-150 0,-9 24-40 15,-2 13 13-15,4 2 15 16,7 3-23-16,2-7-13 16,25-1-32-16,9-8-33 15,7-9-67-15,17-13-37 16,-12-4-198-16,-5 0-324 0</inkml:trace>
  <inkml:trace contextRef="#ctx0" brushRef="#br0" timeOffset="50708.32">8446 5528 540 0,'0'0'684'0,"0"0"-440"16,0 0-102 0,0 0-50-16,0 0-28 0,0 0 12 15,0 0-1-15,6-12-36 16,-1 9-28-16,-3 1-10 15,-2 2 7-15,0 0-8 16,0 0 0-16,0 0 46 16,0-3-24-16,0 3 31 15,0 0 8-15,0-2-18 16,0 0-4-16,0 0-38 16,0 2 4-16,0-2 41 0,0 2-28 15,0 0 20-15,0 0-27 16,0 0 0-16,0 0 1 15,0 0-12-15,0 4-25 16,11 10 19-16,7 5 12 16,6-2-2-16,5-2-3 15,2-3-1-15,-2-9 0 16,-2-3-16-16,-4 0-7 16,-5 0-3-16,-7-11-41 15,-2-3 29-15,-7-4-65 16,-2 2-26-16,0 4 44 15,0 1 64-15,0 8 21 16,0 3 38-16,0 0-20 16,-7 9-5-16,-1 17-4 15,-4 11 54-15,-1 10 29 0,2 10-40 16,-3 1-1-16,3 2-5 16,3-2-40-16,-2-6-3 15,4-6-3-15,4-7-35 16,-3-11-10-16,3-12-112 15,-10-16-111-15,1 0-237 16,-5-7-62-16</inkml:trace>
  <inkml:trace contextRef="#ctx0" brushRef="#br0" timeOffset="50844.71">8417 5763 1491 0,'0'0'356'0,"0"0"-211"16,118-25-32-16,-56 18-106 0,0 2-7 15,1 5 0-15,1 0-78 16,-14 12-219-16,-17 3-771 0</inkml:trace>
  <inkml:trace contextRef="#ctx0" brushRef="#br0" timeOffset="51067.83">8784 6094 1468 0,'0'0'561'0,"0"0"-390"0,0 0-60 16,0 0-67-16,0 0-25 15,121 0-1-15,-74 0-18 16,15 0-43-16,-10 0-255 15,-8 0-591-15</inkml:trace>
  <inkml:trace contextRef="#ctx0" brushRef="#br0" timeOffset="51765.85">9203 6057 588 0,'0'0'222'0,"0"0"-164"16,0 0-16-16,0 0 114 15,0 0 48-15,0 0-42 16,0 0-21-16,-17 0-43 15,17-2-40-15,0-1-17 16,0-1 35-16,-2-1-19 16,2 3-42-16,0 0-3 15,0 1 4-15,0-3 38 16,0-1 12-16,4 0-49 0,7 1-8 16,-2 0 1-16,-2 2-10 15,-2 2-2-15,-5 0-5 16,0 0 7-16,0 0-2 15,0 0 2-15,0 0 0 16,-3 0-6-16,-4 0 7 16,0 0-1-16,5 0 0 15,0 0 8-15,2 0-4 16,0 0-4-16,0 0 0 16,2-5 36-16,9-5-36 15,3 1-26-15,1-2 24 16,-3 6-5-16,-1 2 6 0,-5 3 1 15,-1 0 0-15,-5 19 37 16,0 8-6-16,-20 9 40 16,-9 5 23-16,-2-3-49 15,0-2-8-15,10-10-37 16,8-8 13-16,13-6-19 16,0-7 6-16,23 0-6 15,12 1-3-15,3-2-8 16,-5 2 3-16,-4 2 1 15,-10 6 13-15,-15 9-7 16,-4 3 14-16,-8 3 3 16,-17 3 5-16,-2-1-15 15,4-9-6-15,7-8-100 0,14-14-110 16,2 0-142 0,0-17-332-16</inkml:trace>
  <inkml:trace contextRef="#ctx0" brushRef="#br0" timeOffset="51961.89">9592 5916 1508 0,'0'0'374'0,"0"0"-196"16,0 0-10-16,109 101-92 16,-96-46 33-16,-9 6-28 15,-4 9-22-15,0-3-19 16,-10 1-40-16,-11-6-12 0,-3-5-62 15,-14-6-171 1,7-14-154-16,2-13-507 0</inkml:trace>
  <inkml:trace contextRef="#ctx0" brushRef="#br0" timeOffset="53891.47">10316 5078 681 0,'0'0'267'0,"0"0"-124"16,0 0-71-16,0 0-25 16,0 0-24-16,0 0-6 15,0 0 51-15,0-3-10 16,0 3-10-16,0 0 0 15,0 0 17-15,0 0 15 16,-4 0-7-16,-4 0-42 16,-2 0 25-16,-1 0-55 15,-1 0 16-15,3 17 30 16,3 4-8-16,2 7 49 16,4 6-2-16,0 4-33 15,0 1 43-15,8-3-34 16,8-2-17-16,-3-8 2 15,-4-4-17-15,1-4-6 0,-8-4-24 16,-2-4 0-16,0-1-18 16,-2-4 18-16,-15-1-7 15,-1-4-11-15,1 0-21 16,3-4 33-16,8-22-19 16,6-11-41-16,4-10-20 15,27-8-69-15,10 2 56 16,5 0 69-16,1 9 30 15,-5 6 13-15,-8 6 59 16,-10 8 58-16,-10 6 79 16,-7 7-56-16,-7 2-46 0,0 6-107 15,-12 3-19 1,-23 3-226-16,1 15-130 0,3 0-228 16</inkml:trace>
  <inkml:trace contextRef="#ctx0" brushRef="#br0" timeOffset="54209.83">9913 5618 783 0,'0'0'933'0,"0"0"-460"15,0 0-314-15,0 0-75 16,0 0-54-16,0 0 7 16,165-14-12-16,-97 13 9 15,6-2-32-15,2 3 1 16,-4 0-3-16,-10 0-147 15,-7 4-117-15,-14 7-226 16,-22-4-429-16</inkml:trace>
  <inkml:trace contextRef="#ctx0" brushRef="#br0" timeOffset="54447.68">10111 5738 1485 0,'0'0'297'16,"0"0"-260"-16,0 0-36 16,0 0 45-16,-23 109 8 15,19-73 13-15,2-2-11 16,2-2-56-16,0 0-34 15,0-9-114-15,4-10-244 0</inkml:trace>
  <inkml:trace contextRef="#ctx0" brushRef="#br0" timeOffset="55294.83">10316 5757 722 0,'0'0'237'0,"0"0"-124"0,0 0-27 16,0 0-36-16,0 0 31 15,0 0-12-15,0 0-38 16,-12 0-11-16,12 0-19 16,0 0 48-16,0 0 34 15,0 0-25-15,0 0-5 16,0 0 20-16,0 0-9 15,0 0-3-15,10 0-30 0,5-4-13 16,1 1-14-16,1 2-4 16,-3 1 0-16,-3 0 1 15,-4 0 0-15,-7 0 9 16,0 8-3-16,0 5 5 16,-15 1 41-16,-6 3-10 15,6-2-10-15,-1-6-14 16,7-3-18-16,5-2 10 15,4-2-10-15,0-2 5 16,0 0 2-16,0 0-8 16,0 0 0-16,0 0 7 15,0 0-1-15,0 0 13 16,0 0-17-16,0 0 5 16,0 0 15-16,0 0 3 15,0 0-14-15,0-2-10 16,-2-5-1-16,2 2 4 0,0-1-3 15,0-2-1-15,2 0 6 16,11 0-6-16,5-1-24 16,2 4-4-16,-2 5 9 15,0 0 18-15,-7 0-14 16,-2 5 15-16,-7 16 23 16,-2 2-9-16,-7 6 23 15,-15 0 11-15,-2 2 0 16,4-4-10-16,9-5-38 15,5-7 0-15,6-1-3 16,0-2 4-16,21 1-1 16,4-4 1-16,-3 3-1 0,-2 0 0 15,-9 1-5-15,-11 7 5 16,0 4-17-16,-31 8 17 16,-12 6-60-1,-26 11-52-15,11-14-267 0,7-7-1180 0</inkml:trace>
  <inkml:trace contextRef="#ctx0" brushRef="#br0" timeOffset="61955.68">1146 8390 654 0,'0'0'650'0,"0"0"-478"16,0 0 23-16,0 0 48 0,0 0-89 16,0 0 8-16,-34-32-41 15,32 30-22-15,-1 0-8 16,1 2-40-16,2 0 1 15,0 0-7-15,0 0-8 16,0 0 6-16,0 0-30 16,0 0 13-16,0 0-1 15,0 0-19-15,0 0 2 16,0 0-8-16,9 0-11 16,13 0 4-16,12 0-4 15,6 0 10-15,6 0-36 16,4 0-36-16,-8 0-39 15,-4 4-114-15,-11 3-91 16,-14 4-363-16</inkml:trace>
  <inkml:trace contextRef="#ctx0" brushRef="#br0" timeOffset="62226.16">1032 8502 1071 0,'0'0'851'0,"0"0"-656"16,0 0-111-16,0 0-31 0,0 0-12 15,0 0-8-15,0 0 5 16,145 0-38-16,-85 0 1 15,2 0-1-15,-2-3-61 16,7-2-128-16,-17-1-116 16,-15-4-259-16</inkml:trace>
  <inkml:trace contextRef="#ctx0" brushRef="#br0" timeOffset="62408.82">1673 8127 1393 0,'0'0'263'16,"0"0"-206"-16,0 0-1 0,0 0-18 16,43 148 73-1,-48-79-2-15,-26 11-38 0,-9 7-21 16,-9 3-50-16,-16 16-75 16,15-22-102-16,7-22-378 0</inkml:trace>
  <inkml:trace contextRef="#ctx0" brushRef="#br0" timeOffset="63359.31">2045 8603 681 0,'0'0'1054'15,"0"0"-892"-15,0 0-162 16,0 0-9-16,123-111-19 16,-67 60-4-16,4-7 32 15,0-5-11-15,-2-4-27 16,-6-1 19-16,-10-2-36 16,-11 4-6-16,-8 2-22 15,-13 7 70-15,-4 10 13 0,-6 10 129 16,0 13-40-1,-8 12 22-15,-9 11-92 0,-6 1-19 16,-1 13 0-16,-5 23 9 16,4 19 70-16,3 13-9 15,6 10 1-15,10 4 31 16,6 0-18-16,0-7-28 16,4-11-23-16,14-12-12 15,4-16-2-15,3-12-2 16,-1-11-16-16,3-12 13 15,2-1-5-15,3-12-18 16,1-16-24-16,-2-6-41 16,-2-6-24-16,-4 4 44 15,-8 7 33-15,-7 10 21 0,-4 14 24 16,-6 5-7-16,0 15-5 16,0 15 21-16,-6 3 15 15,-6 4-21-15,1-8-14 16,5-3 16-16,1-14-29 15,5-5 0-15,0-7-18 16,0 0-39-16,20-12 12 16,7-16-101-16,6-4-87 15,2-4 24-15,2 4 87 16,-6 10 122-16,-5 12 131 16,-4 10 2-16,-5 6 7 15,-7 25-29-15,-5 13-34 16,-5-1-8-16,0 3-60 15,0-8-7-15,0-6-2 0,0-12-65 16,2-10-86-16,10-10-160 16,-2-12 4-16,1-10-474 0</inkml:trace>
  <inkml:trace contextRef="#ctx0" brushRef="#br0" timeOffset="63786.71">3083 8315 1264 0,'0'0'355'0,"0"0"-219"15,0 0 12-15,0 107-51 16,0-71-24-16,0-6-32 16,15-7 3-16,8-12 9 15,8-7-52-15,2-4 18 0,3-2-19 16,-3-20-90-16,-4-4-36 16,-11-6-35-16,-5-5-39 15,-9 4-23 1,-1 3-46-16,-3 6 269 0,0 14 81 15,0 10 97-15,-3 12-118 16,-5 30 108-16,-3 18-8 16,-1 13-5-16,4 10-63 15,-1 3 15-15,1-1-39 16,2-5 5-16,-5-8-30 16,-7-10-42-16,-4-10 0 15,-12-12 17-15,-6-7-6 16,-6-13 4-16,-3-11-16 0,4-9 0 15,11 0 16 1,17-23 12-16,15-13-1 0,2-9 20 16,24-3-41-16,18-4 39 15,10 0-24-15,8 3-20 16,7 0-1-16,4 5-92 16,20-6-79-16,-17 10-55 15,-13 5-291-15</inkml:trace>
  <inkml:trace contextRef="#ctx0" brushRef="#br0" timeOffset="64011.9">3798 8346 1728 0,'0'0'552'0,"0"0"-444"16,0 0-66-16,0 0-7 15,0 0-23-15,0 0 33 16,0 0 7-16,120 1-42 16,-82 3-8-16,-3 1-2 15,-10 3-64-15,-25 10-122 16,0-2-210-16,-6 0-229 0</inkml:trace>
  <inkml:trace contextRef="#ctx0" brushRef="#br0" timeOffset="64145.89">3748 8545 950 0,'0'0'642'0,"0"0"-315"0,0 0-93 16,0 0-57-16,0 0-66 16,0 0-37-16,0 0-11 15,137 5-63-15,-85-3-17 16,8 1-196-16,-12 0-144 16,-9 1-530-16</inkml:trace>
  <inkml:trace contextRef="#ctx0" brushRef="#br0" timeOffset="65947.88">28624 5089 1337 0,'0'0'327'0,"0"0"-165"15,0 0 5-15,0 0-46 0,0 0 19 16,0 0-29-16,75-60-75 16,-23 12-36-16,8-8-6 15,3-9-17-15,-5 0 22 16,-5-4-29-16,-6 2 16 16,-11-2-36-16,-7 8 30 15,-12 7 19-15,-8 11-25 16,-4 11 26-16,-5 15 49 15,0 15-22-15,-11 2-27 16,-14 31-27-16,-11 37 27 16,-8 39 43-16,9 2 9 0,6-5-20 15,17-13 38 1,12-23-58-16,0 0 7 0,20 2-17 16,14-17-1-16,10-16-2 15,12-16-24-15,8-20-35 16,8-1-15-16,1-27-60 15,-1-16-62-15,-3-9-27 16,-11-4-25-16,-12 0-15 16,-12 11 177-16,-16 10 87 15,-18 21 307-15,0 14-65 16,-27 5-108-16,-17 30-3 16,-8 9 21-16,1 8-38 15,5-2-19-15,10-4-68 16,11-9 22-16,14-12-49 15,11-9-22-15,0-9-48 16,20-7 29-16,16 0 35 0,6-25-36 16,7-7-160-16,0-5-7 15,-7 0 7-15,-4 4 90 16,-11 19 112-16,-9 11 21 16,-9 6 1-16,-7 26 7 15,-2 11 3-15,2 4 3 16,2-4-26-16,21-7-9 15,0-14-74-15,4-11-269 0</inkml:trace>
  <inkml:trace contextRef="#ctx0" brushRef="#br0" timeOffset="67495.03">28412 6094 224 0,'0'0'797'0,"0"0"-544"16,0 0-92-16,0 0 71 15,0 0 18-15,0 0-102 16,0 0-83-16,154-88-31 15,-100 41-34-15,-4-5-25 16,0-6-106-16,-7-7 14 16,-10-2 26-16,-13-1-15 15,-11 5 34-15,-9 14 72 16,0 16 66-16,-5 19 96 16,-15 14-142-16,-4 18-3 0,-5 26 10 15,0 19 54-15,2 13 19 16,10 3-13-16,7-2-45 15,10-8 3-15,0-15-23 16,18-15-3-16,11-14-4 16,7-13-15-16,4-12-10 15,5-3-2-15,-1-23-53 16,1-10-27-16,-1-6-38 16,-1 0-54-16,-8 2 82 15,-8 11 50-15,-12 14 52 16,-8 15 0-16,-7 0 11 15,0 26 10-15,-15 12 52 16,-3 6 6-16,-2-4 10 0,4-4-38 16,7-12-4-16,5-7-7 15,4-12-40-15,0-5-2 16,4 0-36-16,19-18 20 16,10-10-93-16,5-10-101 15,4 0 17-15,-1 3 107 16,-8 12 88-16,-6 9 161 15,-12 14-68-15,-6 0-52 16,-7 20-15-16,-2 11-26 16,0 4-13-16,0 8 3 15,0-12-98-15,0-11-229 0</inkml:trace>
  <inkml:trace contextRef="#ctx0" brushRef="#br0" timeOffset="67725.69">29629 5537 808 0,'0'0'516'0,"0"0"-286"16,-126 150-62-16,74-74 3 15,10 0 6-15,11-3-24 16,15-7-39-16,14-10-84 15,2-11-29-15,13-8-1 16,38-21-137-16,-4-12-82 16,-3-4-354-16</inkml:trace>
  <inkml:trace contextRef="#ctx0" brushRef="#br0" timeOffset="68341.86">29768 5823 1360 0,'0'0'234'16,"0"0"-134"-16,-112 106 30 16,72-60 42-16,7-7-42 15,11-10-74-15,13-6-25 16,9-11-31-16,0-11-32 16,15-1-5-16,16-7 22 15,5-19-162-15,-1-11-126 0,2 2-30 16,-8 0 96-16,-8 9 237 15,-9 13 108-15,-8 13 84 16,-4 0-113-16,0 20 121 16,0 6-35-16,0-1-57 15,0-3-10-15,0-8-36 16,15-7-55-16,8-7 0 16,4 0-7-16,0-21-48 15,0-9-90-15,-6-10-50 16,-3-4 67-16,-3-7-6 15,-1-7-34-15,-1 0-24 16,3 5 34-16,-3 9 151 16,-3 17 330-16,-8 23 26 15,-2 6-221-15,0 36-20 16,0 20 33-16,-16 13-15 0,-6 4-27 16,0 0-24-16,-3-7-13 15,5-10-24-15,7-15-36 16,6-16 7-16,5-13-16 15,2-9-9-15,0-5-16 16,15-17 10-16,12-17-89 16,9-9-116-16,1-7-16 15,2 5 46-15,-8 11 128 16,-9 16 62-16,-6 15 122 16,-10 3-57-16,-6 17 38 0,0 19-2 15,-8 7-38 1,-15 4-14-16,-2 0-33 15,4-10-16-15,3-8-69 16,9-27-131-16,4-2-157 0,5-8-238 0</inkml:trace>
  <inkml:trace contextRef="#ctx0" brushRef="#br0" timeOffset="68493.92">30474 5733 1534 0,'0'0'297'0,"-55"144"-148"16,-4-55-61-16,-12 9-60 16,5-17-28-16,-13 23-65 15,21-31-158-15,21-23-445 0</inkml:trace>
  <inkml:trace contextRef="#ctx0" brushRef="#br0" timeOffset="68791.6">30579 6028 1896 0,'0'0'552'0,"0"0"-436"16,0 0-115-16,0 0 13 15,0 0 4-15,163-4-17 16,-107 1-2-16,-8 3-29 16,-14 0-215-16,-14 3-149 15,-20 5-495-15</inkml:trace>
  <inkml:trace contextRef="#ctx0" brushRef="#br0" timeOffset="68890.85">30674 6111 1151 0,'0'0'713'0,"0"0"-425"16,0 0-123-16,0 0-21 0,0 0-76 15,0 0-53 1,143 13-15-16,-68-13-274 0,-9 0-762 0</inkml:trace>
  <inkml:trace contextRef="#ctx0" brushRef="#br0" timeOffset="75294.89">10709 3206 390 0,'0'0'76'0,"0"0"-76"16,0 0-1-16,0 0 1 16,0 0 0-16,0 0 0 0,0-38 13 15,0 36 295 1,0-2 21-16,-3 1-109 0,1-2-124 15,-3-1-63 1,3-3 31-16,-2 4-19 0,1-4-5 16,-1 2 5-16,2-1-28 15,2-1 43-15,0 4 61 16,0 1-11-16,0 0 34 16,0-3-13-16,0 4-30 15,0-6-20-15,0 2-20 16,0 0 21-16,0-6-39 15,0 3-34-15,0-1 45 16,0 6-44-16,0 1 30 16,0 1 5-16,0 3-21 15,0 0 0-15,-7 7-24 0,-4 20-52 16,-4 20 13-16,-4 22 30 16,6 12-43-16,7 24-97 15,6-20-218-15,0-27-1048 16</inkml:trace>
  <inkml:trace contextRef="#ctx0" brushRef="#br0" timeOffset="83923.07">29117 7335 538 0,'0'0'357'0,"0"0"159"15,0 0-459-15,0 0-50 16,0 0 204-16,0 0-97 15,78-70-86-15,-30 22-12 16,8-12-6-16,2-5-20 16,0-2-5-16,-2-2 15 0,-9 5-15 15,-9 1 15-15,-11 12 0 16,-12 8-8-16,-10 11 16 16,-5 11-18-16,0 9 9 15,0 9 1-15,-13 3-38 16,-8 12 38-16,-4 26 0 15,-1 15 29-15,2 13 6 16,1 10 68-16,7 0-54 16,10-2-40-16,6-9 104 15,0-14-112-15,18-12-1 16,13-11 0-16,7-16-9 16,6-11-16-16,5-1-148 0,16-37-135 15,-14-3-181-15,-9 0-220 16</inkml:trace>
  <inkml:trace contextRef="#ctx0" brushRef="#br0" timeOffset="84058.9">29859 7066 664 0,'0'0'313'16,"0"0"170"-16,0 0-350 15,-87 129-18-15,63-93-7 16,5-10-29-16,9-13 35 16,10-4-114-16,0-9-38 15,16 0 32-15,30-22-108 16,-1-11-156-16,-3-1-292 0</inkml:trace>
  <inkml:trace contextRef="#ctx0" brushRef="#br0" timeOffset="84154.4">30022 7104 611 0,'0'6'231'15,"-5"20"-39"-15,-11 9-120 0,6-2-71 16,5-2-1-16,5-16-13 16,23-7-114-16,3-8-372 0</inkml:trace>
  <inkml:trace contextRef="#ctx0" brushRef="#br0" timeOffset="84307.7">30109 7150 1390 0,'0'0'235'16,"0"0"-99"-16,0 0-78 16,-116 108-45-16,109-89 28 0,7-11-41 15,40-8-23 1,10 0-37-16,-4-10-453 0</inkml:trace>
  <inkml:trace contextRef="#ctx0" brushRef="#br0" timeOffset="84380.72">30283 7285 705 0,'0'0'0'0</inkml:trace>
  <inkml:trace contextRef="#ctx0" brushRef="#br0" timeOffset="84576.43">30661 7185 82 0,'0'0'1843'0,"0"0"-1706"16,0 0-137-16,0 0-26 15,0 0 7-15,121 0 38 16,-74 0-66-16,20 0-121 15,-11-8-368-15,-14-3-220 0</inkml:trace>
  <inkml:trace contextRef="#ctx0" brushRef="#br0" timeOffset="84741.42">30892 7104 1181 0,'0'0'587'0,"0"0"-436"16,-65 107-135-16,36-55-16 15,6 1 40-15,9-4-40 16,8-7-6-16,6-8-79 16,2-10-153-16,16-10-79 15,7-8-213-15</inkml:trace>
  <inkml:trace contextRef="#ctx0" brushRef="#br0" timeOffset="85610.56">31010 7400 1470 0,'0'0'543'15,"0"0"-392"-15,0 0-120 16,0 0 11-16,133-109-42 16,-89 67 20-16,4-7-55 15,-4-6 35-15,-1-10-125 16,-8-4-6-16,-8-4-71 0,-10-2-86 16,-5 5-8-16,-8 12 296 15,-4 20 289-15,0 23 56 16,-11 15-224-16,-11 15-60 15,-7 31-2-15,-2 16 95 16,0 15-23-16,4 5-76 16,8-1 101-16,7-8-132 15,7-10-23-15,5-11 36 16,0-15-27-16,9-11 16 16,5-9-26-16,1-11 0 15,3-6-58-15,6 0 58 16,5-17-61-16,4-15-9 0,-1-2-80 15,-8 2 101 1,-6 10 32-16,-11 13 17 0,-7 9 125 16,0 0-125-16,-7 22 0 15,-13 5 99-15,0 4-59 16,2-3 11-16,5-7-51 16,4-10 0-16,7-3-3 15,2-6 3-15,0-2-28 16,6 0 22-16,19-4-43 15,8-16 24-15,6 0-100 16,0-1 12-16,-5 8 92 16,-7 8 21-16,-10 5 0 15,-1 0 1-15,-5 13 11 0,3-1 10 16,1-4-22-16,7-2 0 16,7-6 60-16,7 0-60 15,2-9-14-15,2-16-30 16,-6-13-71-16,-3-6-39 15,-6-13-36-15,6-38-102 16,4-7 39-16,-4 8-355 16,-2 14 365-16,-16 50 243 15,-5 16 670-15,-4 8-62 16,-4 6-322-16,0 0-242 16,0 32 50-16,-14 21 36 15,-13 13 29-15,-4 12-19 16,-2 2-70-16,0-2 43 15,8-8-113-15,8-15 18 16,7-14-6-16,10-12-12 0,0-15-33 16,18-8-4-16,20-6-63 15,18-5 29-15,10-20-286 16,4-8-322-16,-7 4 242 16,-17 7 437-16,-19 13 599 15,-19 9-275-15,-8 4-217 16,-6 27 64-16,-27 5-77 15,-12 4-67-15,-4 1 38 16,0 0-65-16,7-9-22 16,10-8-132-16,14-10-181 15,14-12-324-15</inkml:trace>
  <inkml:trace contextRef="#ctx0" brushRef="#br0" timeOffset="85705.61">32373 7166 1099 0,'0'0'0'0</inkml:trace>
  <inkml:trace contextRef="#ctx0" brushRef="#br0" timeOffset="86796.07">30360 7069 1532 0,'0'0'320'15,"0"0"-254"-15,0 0-38 16,0 0 4-16,0 0-32 16,0 0 0-16,0 0-17 15,-22-31 18-15,18 30-1 16,1-4 0-16,3 1 10 16,0-2-44-16,0-5 34 0,0-1-80 15,0-3 65-15,0 1-29 16,5 4 44-16,-5 3 16 15,0 4-8-15,0 1 121 16,0 2-113-16,0 0-15 16,0 0 23-16,0 0-18 15,-5 0-6-15,1 0 0 16,2 0 9-16,0 0-5 16,2 0-4-16,0 0 0 15,0 0 29-15,-2 0-27 16,-1 0 31-16,-3 0-33 15,-12 5 18-15,-11 7 3 16,-11 15-1-16,-12 12-20 16,-4 8 96-16,1 7-31 15,6-1 33-15,11-5-74 0,14-11 1 16,10-11 8-16,14-9-33 16,0-7-12-16,22-8 3 15,16-2 6-15,14-4-67 16,4-21-135-16,2-10-130 15,-4-9 164-15,-4 0-19 16,-10 2 190-16,-11 11 30 16,-13 15 234-16,-8 10-10 15,-8 6-195-15,0 6-37 16,0 23 49-16,0 8-70 16,3 5-1-16,1 4 0 15,8-2-188-15,1-13-184 16,1-11-753-16</inkml:trace>
  <inkml:trace contextRef="#ctx0" brushRef="#br0" timeOffset="94311.69">29112 9184 796 0,'0'0'1085'15,"0"0"-926"-15,0 0-149 16,0 0 11-16,0 0 85 15,0 0-22-15,106-80-53 16,-49 27-8-16,8-10-23 16,0-12 0-16,-1-5-20 15,-6-10-34-15,-7-3 14 16,-10 1-7-16,-12 4 44 16,-12 13 2-16,-8 17 2 15,-6 21 29-15,-3 16-17 0,0 19-1 16,-12 2-12-1,-15 34-8-15,-15 38 8 0,-10 44 64 16,8 32 31-16,11-8 7 16,19-28-56-16,14-35-10 15,0-28-19-15,18 4-17 16,11-5-29-16,5-6-8 16,8-19-42-16,3-16-1 15,1-7-44-15,3-22-110 16,-2-16-47-16,-4-13-11 15,-4-2 24-15,-5-2 171 16,-5 8 97-16,-11 10 226 16,-9 16 173-16,-9 14-45 15,0 7-172-15,-18 10-145 0,-16 22 30 16,-8 8 36-16,-2 8-34 16,3-4-17-16,12-3-40 15,12-12-11-15,11-7-2 16,6-11-47-16,0-10-23 15,23-1 43-15,13-3-12 16,7-24-85-16,3-5-120 16,1-3-39-16,-7 2 181 15,-9 10 103-15,-10 12 119 16,-11 11-30-16,-5 2-48 16,-5 22 18-16,0 7-43 0,0-1-10 15,0-2-12 1,0-10-88-16,14-8-110 0,-1-10-317 0</inkml:trace>
  <inkml:trace contextRef="#ctx0" brushRef="#br0" timeOffset="94687.88">30305 8296 606 0,'0'0'810'15,"0"0"-634"-15,-38 111 30 0,15-50-30 16,0 2-42-16,2-5-39 16,7-12-42-16,6-10 15 15,3-14-67-15,5-10-1 16,0-10 0-16,0-2 0 15,3-14 16-15,19-25-16 16,7-12-196-16,7-7 154 16,1-1-157-16,-3 13 180 15,-8 18 19-15,-7 20 158 16,-9 8-118-16,-7 22-14 16,-3 22-17-16,0 17 31 15,-23 6-40-15,-3 6-15 16,-12 14-114-16,6-17-154 0,11-24-347 15</inkml:trace>
  <inkml:trace contextRef="#ctx0" brushRef="#br0" timeOffset="95627.82">30256 8961 500 0,'0'0'331'16,"0"0"-227"-16,0 0-78 16,0 0-12-16,0 0 21 15,0 0-35-15,0 0-97 16,17-34-147-16</inkml:trace>
  <inkml:trace contextRef="#ctx0" brushRef="#br0" timeOffset="96154.29">30521 8432 134 0,'0'0'111'0,"0"0"766"16,0 0-622-16,0 0-133 15,0 0-45-15,0 0-10 16,0 0-38-16,-47-25-15 16,16 32 26-16,-6 20 18 15,-6 18 8-15,-13 29 51 0,7 4 8 16,0 8 3-16,7 1 15 16,15-19-65-16,4-3-40 15,11-14-8-15,9-14-30 16,3-13 9-16,0-11-9 15,7-4 0-15,13-9 5 16,4 0-5-16,3-22-22 16,4-12-17-16,2-17-73 15,4-11 23-15,-4-10-12 16,1 0-5-16,-8 10 92 0,-8 16 14 16,-7 24 219-1,-6 19-100-15,-5 7-103 0,0 33-14 16,0 16 70-16,-5 12-6 15,-4 1-8-15,7-4-57 16,2-10-1 0,0-10 1-16,8-9-1 15,11-11-7-15,-1-10-45 0,1-12 7 16,2 0-66-16,-1-41-120 16,-3-5-282-16,-3-8-326 0</inkml:trace>
  <inkml:trace contextRef="#ctx0" brushRef="#br0" timeOffset="96421.88">30769 8257 838 0,'0'0'629'0,"0"0"-152"0,0 0-449 15,0 0 93-15,-25 145 53 16,7-91-57-16,3-6-46 16,3-7-38-16,6-14-17 15,6-10-16-15,0-12-3 16,0-5-20-16,6-5 23 15,19-27 0-15,10-17-203 16,8-9 69-16,1-4-55 16,-6 10 137-16,-9 17 52 15,-11 22 257-15,-9 13-167 16,-9 26-90-16,0 28 0 16,-25 31 28-16,-6 0-28 15,-11 34-51-15,7-23-193 0,14-34-319 16</inkml:trace>
  <inkml:trace contextRef="#ctx0" brushRef="#br0" timeOffset="96581.65">30958 8947 681 0,'0'0'1671'0,"0"0"-1436"15,0 0-192-15,0 0-28 16,0 0-15-16,134-12 0 15,-125 12-92-15,-9 0-204 16,0 6-669-16</inkml:trace>
  <inkml:trace contextRef="#ctx0" brushRef="#br0" timeOffset="96714.93">30958 8947 1358 0,'-138'128'843'0,"158"-121"-754"15,15 1-64-15,8-1-4 16,10-3-21-16,5-4-11 15,5 0-55-15,19-2-101 16,-15-12-168-16,-11-2-278 0</inkml:trace>
  <inkml:trace contextRef="#ctx0" brushRef="#br0" timeOffset="97023.43">31375 8874 1283 0,'0'0'699'0,"0"0"-609"16,0 0-60-16,0 0-15 0,0 0 88 15,-56 107 16-15,40-64-21 16,3-3-60-16,4-8-10 16,4-9-4-1,1-9-23-15,4-5 5 0,0-7-6 16,0-2-10-16,0 0-11 16,16-22-16-16,15-13-189 15,11-6-98-15,6-3-77 16,0 7 78-16,-9 11 323 15,-13 17 396-15,-10 9-148 16,-8 0-116-16,-8 23-15 16,0 12-1-16,0 2-40 15,-8 6-29-15,-3-1-47 0,6-7-55 16,5-4-104 0,7-11-200-16,10-10-304 0</inkml:trace>
  <inkml:trace contextRef="#ctx0" brushRef="#br0" timeOffset="97586.98">31700 9168 660 0,'0'0'1618'16,"0"0"-1541"-16,0 0-59 15,0 0-27-15,152-104 9 16,-109 65 0-16,-1-7-26 16,-3-8-87-16,-2-8-83 15,-8-10-51-15,-5-23 58 16,-4 3-177-16,-4-1 130 0,-5 8 236 15,-5 27 194 1,1 10 302-16,-7 19-175 0,0 27-183 16,-2 4-98-16,-23 40-39 15,-13 37 168-15,-8 35-12 16,5-4-60-16,10-7-39 16,14-19-5-16,12-28-36 15,2 0-8-15,3 1-8 16,0-15 5-16,16-12-6 15,7-12-6-15,4-10-48 16,6-8 54-16,7-10-78 16,0-19-121-16,-4-3 8 15,-8 5 136-15,-9 6 55 16,-13 11 178-16,-6 10-70 0,-2 0-86 16,-21 12 4-16,0 12-13 15,-4 3 33-15,6-3-15 16,11-8-19-16,5-7-12 15,5-2-31-15,0-7 19 16,2 0-12-16,13 0 6 16,6-2-2-16,-1-7-37 15,0 0 32-15,-9 5 25 16,-6 4 17-16,-1 0 11 16,-4 5-7-16,2 17-21 15,0 1 13-15,1 2-7 16,-1-6-12-16,4-3-15 15,2-5-109-15,5-11-43 16,-3 0-207-16,0 0-435 0</inkml:trace>
  <inkml:trace contextRef="#ctx0" brushRef="#br0" timeOffset="97987.99">32470 8441 1458 0,'0'0'614'0,"0"0"-472"16,0 0-141-16,0 0 118 15,0 0-11-15,-23 145-16 16,15-99-37-16,0-7-46 16,6-12 9-16,2-8-18 15,0-10 0-15,0-4-11 16,0-5 11-16,0 0-24 16,12-5 15-16,11-18-69 15,12-5-99-15,-2 2 115 16,-4 4 62-16,-12 13 58 0,-5 9-4 15,-10 10-54 1,-2 25-15-16,-2 13-57 0,-32 20-1 16,3-10-229-16,3-14-936 0</inkml:trace>
  <inkml:trace contextRef="#ctx0" brushRef="#br0" timeOffset="101253.22">5204 7790 1245 0,'0'0'557'16,"0"0"-346"-16,0 0-62 15,0 0 5-15,0 0-68 16,0 0 15-16,0 0-68 15,0-44-23-15,0 27 29 16,0-2-20-16,0-1-18 16,5-2 32-16,8 2-33 15,6 0 0-15,2 6-10 16,2 6-5-16,-1 8 15 16,-4 0-21-16,-2 26-2 15,-12 10 23-15,-4 11 0 16,0 6 18-16,-17 1-3 0,-12-2-13 15,0-5 9 1,2-11-11-16,4-12 0 16,7-8 3-16,7-7-3 0,7-8-9 15,2-1-1-15,5 0-5 16,19-17 9-16,8-4-195 16,3 2 96-16,1 4 105 15,-10 8-6-15,-5 7 6 16,-10 3 0-16,-11 23 18 15,0 11 40-15,-18 10-45 16,-13 2 8-16,-8 2 8 16,0-1-28-16,3-6-2 0,-1 0-122 15,10-9-134-15,8-13-229 16</inkml:trace>
  <inkml:trace contextRef="#ctx0" brushRef="#br0" timeOffset="101505.8">4757 8342 1046 0,'0'0'787'16,"0"0"-436"-16,0 0-202 15,0 0-2-15,0 0-84 0,0 0-14 16,0 0 12-16,120 2-50 15,-51 1-10-15,10-1 8 16,-4 3 2-16,-2-3-22 16,-8 0-11-16,-10 1-81 15,-1 10-109-15,-14-1-61 16,-18 0-419-16</inkml:trace>
  <inkml:trace contextRef="#ctx0" brushRef="#br0" timeOffset="101868.67">4714 8816 1328 0,'0'0'335'0,"0"0"-188"15,0 0 1-15,0 0 19 16,0 0-46-16,0 0 57 15,0 0-28-15,29-27-116 16,6-6-34-16,2-4-56 16,1-6 21-16,-5 3 34 15,-6 7-31-15,-8 8 30 16,-7 9 2-16,-8 11 6 16,-4 5-6-16,0 0-3 15,0 15 3-15,0 17 36 16,-6 13-36-16,-6 6 14 15,-1 10 19-15,2-3-32 16,2-3-2-16,4-6-69 0,3-11-108 16,2-14-72-1,7-7-230-15,9-16-125 0</inkml:trace>
  <inkml:trace contextRef="#ctx0" brushRef="#br0" timeOffset="103302">5681 8532 914 0,'0'0'357'0,"0"0"-189"16,0 0-89-16,0 0 72 15,0 0 18-15,0 0 21 16,0 0-11-16,0 0-58 16,0 0 0-16,9-1-33 0,9-19-60 15,9-6-19-15,9-11-9 16,3-9-59-16,4-7 10 16,2 0-43-16,-5-5-7 15,-4-5-53-15,-5-2-29 16,-6-6 48-16,-6-6-71 15,-7 0-95-15,-3 0 38 16,-5 13 255-16,-2 11 6 16,-2 19 278-16,0 17-70 15,0 10-57-15,0 7-127 16,-4 0-24-16,-3 5 0 16,3 11 0-16,4 0 17 0,0 0-8 15,0-2-3-15,0-2 21 16,4-4-9-16,3-2 4 15,-3-3-13-15,-2 0-1 16,0-3-9-16,0 0 1 16,-2 0 0-16,0 0-1 15,0 0 1-15,0 3-1 16,0-3-16-16,0 0-2 16,0 0 0-16,0 0-23 15,0 5-43-15,-2 1-78 16,-6-3-241-16</inkml:trace>
  <inkml:trace contextRef="#ctx0" brushRef="#br0" timeOffset="117546.1">5169 8638 363 0,'0'0'357'16,"0"0"-206"-16,0 0-150 16,0 0-1-16,0 0 136 15,0 0 127-15,11 11-45 16,-11-11-131-16,3 0-33 15,-3 0 121-15,0 0-69 16,0 0 13-16,0 0-1 16,0 0-50-16,0 0 43 15,0 1-111-15,0-1 21 16,0 0-5-16,0 0-16 0,0 0 0 16,0 0 0-16,0 0 26 15,0 2-32-15,0-2 6 16,0 0 0-16,0 0 3 15,0 0-3-15,0 0 0 16,0 0-6-16,0 0 12 16,0 0-2-16,0 0-4 15,0 0 0-15,0 0-1 16,0 0 1-16,0 0 0 16,-3 0-1-16,1-3 22 15,-1-11-40-15,3 1 19 16,0 1 0-16,0 0-29 15,3 3 29-15,6 0-4 0,6 3-2 16,1 4 12-16,-1 2-16 16,1 0 10-16,-7 8 0 15,-5 18 7-15,-4 13-5 16,0 6 17-16,-19 9 25 16,-10-4-29-16,0-4 39 15,2-9-54-15,4-11 0 16,10-10 0-16,7-10 0 15,6-4-2-15,0-2-5 16,15 0-111-16,16-14 67 16,5-2-81-16,4 5 24 15,-4 4 107-15,-11 7-38 16,-12 7 36-16,-13 26-13 16,-7 12 32-16,-32 8-60 15,-34 26 44-15,7-11-259 0,5-14-388 0</inkml:trace>
  <inkml:trace contextRef="#ctx0" brushRef="#br0" timeOffset="120947.43">6078 7640 639 0,'0'0'153'15,"0"0"-95"-15,0 0 85 16,0 0-45-16,0 0-21 16,0 0-18-16,0 0-28 15,0-54 86-15,0 47-54 16,0 2-2-16,0 1 94 16,0-1-66-16,0 4 36 0,0-2-8 15,0 3-102-15,0 0 87 16,0 0-102-16,0 0 1 15,0 0-1-15,-4 0 0 16,-3 0 0-16,-3 0-1 16,-6 11 16-16,-1 3-18 15,-2 8 3-15,-4 6 0 16,-1 7 16-16,2 12-10 16,-3 7 47-16,1 6-13 15,3 5-22-15,4 0 85 16,1 2-75-16,7-6-17 15,7-2 54-15,2-9-64 16,0-4 19-16,2-5-20 0,11-7 35 16,8-8-24-1,-1-7-11-15,4-2 0 0,3-9-15 16,2-6 33 0,4-2-18-16,4 0 0 0,-4-14-62 15,2-8 25-15,-1-6-6 16,-3-4-87-16,-2-3 83 15,-4 0-34-15,-6 4 35 16,-5 6 39-16,-5 8 7 16,-5 11 0-16,-2 6 0 15,0 14 0-15,-2 20 11 16,0 13 38-16,0 4 66 16,-6 3-37-16,-3-3-70 0,3-8 82 15,-2-8-90 1,6-12 0-16,2-11-18 0,0-7 18 15,0-5-25-15,2-8-7 16,19-20-110-16,3-12 68 16,12-8-184-16,1-2-25 15,6 8 98-15,-1 9 185 16,-6 19 74-16,-7 14 66 16,-11 8-117-16,-7 29 88 15,-9 7-78-15,-2 4-32 16,0 1-2-16,-2 6-26 15,-7-15-75-15,5-10-281 0</inkml:trace>
  <inkml:trace contextRef="#ctx0" brushRef="#br0" timeOffset="121803.77">6952 7784 582 0,'0'0'654'16,"0"0"-488"-16,0 0-131 15,0 0 43-15,0 0-78 16,0 0 0-16,0 0 134 15,-60 111 18-15,31-9 25 16,-2 34-14-16,4-4-63 16,8-23 53-16,11-30-146 15,8-26 11-15,0 3 20 0,0 0-38 16,14-1 0-16,8-17-7 16,7-13-66-16,7-10 29 15,15-15-178-15,-6-20-327 16,-8-11-780-16</inkml:trace>
  <inkml:trace contextRef="#ctx0" brushRef="#br0" timeOffset="122193.88">7089 8163 1160 0,'0'0'184'0,"0"0"-127"16,0 0 142-16,0 0-123 15,137-34 38-15,-110 52 32 16,-12 18-87-16,-5 10 126 0,-10 11-97 16,0 3-45-16,-14 0 39 15,-5-4-63-15,3-10 15 16,3-11-34-16,3-12 42 16,6-11-53-16,4-10 11 15,0-2-32-15,0-16 15 16,14-24-39-16,5-14-163 15,1-10-35-15,1-2-292 16,-4 9 349-16,-5 19 197 16,-8 24 281-16,-4 14-63 15,0 22-174-15,0 25 152 16,-4 7-59-16,2 2-91 16,2-4 126-16,2-6-172 15,19-9 17-15,11-12-36 16,4-9-24-16,12-16-106 0,-8-6-176 15,-5-16-618-15</inkml:trace>
  <inkml:trace contextRef="#ctx0" brushRef="#br0" timeOffset="122585.39">7291 7899 1015 0,'0'0'499'0,"0"0"-326"15,0 0-150-15,0 0 52 16,0 0-52-16,0 0-5 15,139-103 21-15,-110 59-39 16,-6 0-64-16,-4-2 29 16,-3 8-47-16,-6 6 82 15,-5 12 45-15,-3 9 122 16,-2 11 95-16,0 4-228 0,0 28-32 16,0 13 106-16,-2 9-59 15,-3 4 19-15,3 0-68 16,2-3-55-16,0-8 46 15,17-14-229-15,6-15-91 16,2-14-200-16</inkml:trace>
  <inkml:trace contextRef="#ctx0" brushRef="#br0" timeOffset="122819.03">7710 7742 1365 0,'0'0'253'0,"0"0"4"15,0 0-168-15,0 0-37 16,50 108-2-16,-19-102-49 16,4-6 15-16,-1-6-16 0,-5-17-20 15,-9-9-30-15,-14-2 50 16,-6-5-16-16,-4 3 9 16,-18 4 14-16,-3 6 32 15,-2 12-39-15,2 11-61 16,-4 14 48-16,8 17-283 15,2 2-413-15</inkml:trace>
  <inkml:trace contextRef="#ctx0" brushRef="#br0" timeOffset="123172.9">8000 8301 550 0,'0'0'925'0,"0"0"-732"16,0 0-82-16,0 0 50 0,0 0-54 16,0 0 117-1,0 0-128-15,140 0-53 0,-104 0-38 16,0 0 26-16,-2 0-62 16,-3 0 15-16,0-8-195 15,-10-3-22-15,-7-8-346 0</inkml:trace>
  <inkml:trace contextRef="#ctx0" brushRef="#br0" timeOffset="123325.74">8248 8058 753 0,'0'0'836'0,"0"0"-617"16,0 0-95-16,-54 141-33 15,36-80 54-15,3-1-127 16,3-2-3-16,8-10-15 0,4-4-201 15,0-15-57-15,9-17-393 16</inkml:trace>
  <inkml:trace contextRef="#ctx0" brushRef="#br0" timeOffset="123604.01">8439 8388 1340 0,'0'0'382'0,"0"0"-165"16,0 0-217-16,38-113-59 15,-29 76 17-15,0-2-11 16,0-1 53-16,-3 5-4 16,2 8 14-16,-4 8-10 15,0 6 110-15,-4 13 1 0,0 0 91 16,0 20-195 0,0 22 17-16,0 14 90 0,0 10-76 15,0 7 2-15,0-3-40 16,0-6 19-16,2-9-75 15,5-11 19-15,-5-13-112 16,4-13 11-16,6-18-135 16,-1 0-70-16,1-18-451 0</inkml:trace>
  <inkml:trace contextRef="#ctx0" brushRef="#br0" timeOffset="123821.8">8881 7853 1490 0,'0'0'382'0,"0"0"-329"15,0 0 105-15,119 164-65 16,-92-84 10-16,-11 8 19 16,-14 2-91-16,-2 4 19 15,-24 2-50-15,-14 1 30 16,-9-5-84-16,-26 10-46 15,10-30-178-15,10-17-399 0</inkml:trace>
  <inkml:trace contextRef="#ctx0" brushRef="#br0" timeOffset="124748.77">9424 8420 722 0,'0'0'493'15,"0"0"-259"-15,0 0 22 16,0 0-40-16,0 0-55 16,0 0 113-16,0 0-181 0,0-20-25 15,0 20-36-15,16 0-1 16,11 0-12-16,4 0-19 15,7 0 0-15,5 2-31 16,-4 2 31-16,1-4-89 16,-2 0-23-16,5-4-112 15,-12-16-24-15,-8-2-418 0</inkml:trace>
  <inkml:trace contextRef="#ctx0" brushRef="#br0" timeOffset="124901.87">9689 8231 1273 0,'0'0'347'0,"0"0"-129"16,-42 137-28-16,22-64-94 16,0 8-89-16,2 1 58 15,2-5-65-15,8-9-90 16,6-3-36-16,2-22-261 16,0-14-913-16</inkml:trace>
  <inkml:trace contextRef="#ctx0" brushRef="#br0" timeOffset="126322.59">10848 7726 504 0,'0'0'715'16,"0"0"-467"-16,0 0-103 16,0 0-22-16,0 0-2 15,0 0-85-15,0 0-35 0,3-12 121 16,-3 12-110-16,0 0 5 16,0 0 12-16,0 0-20 15,0 0 26-15,-7 12-35 16,-2 11 0-16,3 6 68 15,2 9-68-15,2 9 46 16,2 3 17-16,0-1-51 16,8 2 76-16,7-6-84 15,1-4 17-15,-5-7 10 16,-4-6-31-16,-5-6 0 16,-2-4-1-16,-2-2 21 15,-20-2-37-15,-9-3 17 16,-2-10-95-16,-2-1 94 15,11-12-101-15,15-22 46 0,9-12-84 16,25-15-129-16,22-4 69 16,11-6 116-16,4 5 84 15,-7 5 10-15,-5 8 73 16,-17 14 115-16,-11 7 97 16,-13 12-124-16,-9 11-13 15,0 3-158-15,-17 6-86 16,-14 0 32-16,-21 22-162 15,10 6-62-15,1 3-346 0</inkml:trace>
  <inkml:trace contextRef="#ctx0" brushRef="#br0" timeOffset="126617.92">10321 8538 1385 0,'0'0'692'0,"0"0"-524"15,0 0-67-15,0 0-18 16,122-6-76-16,-57 0 8 15,9 0-15-15,3 2 36 0,-1-1-11 16,0 5-25-16,-10-3-83 16,4 1-71-16,-21 2-214 15,-18-2-436-15</inkml:trace>
  <inkml:trace contextRef="#ctx0" brushRef="#br0" timeOffset="126938.92">10289 8978 1160 0,'0'0'525'16,"0"0"-291"-16,0 0-226 16,0 0-8-16,0 0 72 15,0 0-72-15,127-81 19 16,-80 41-19-16,-5-2-50 15,-4 2 21-15,-11 8-6 16,-7 6 35-16,-11 12 16 16,-9 11 47-16,0 3 11 15,0 12-74-15,-13 19 22 16,-7 11 74-16,-1 6-65 16,2 8-22-16,3 2 34 15,5-2-43-15,7-2-8 16,4-3-124-16,6-15-215 15,9-18-276-15</inkml:trace>
  <inkml:trace contextRef="#ctx0" brushRef="#br0" timeOffset="127741.93">10854 8845 977 0,'0'0'227'16,"0"0"-72"-16,0 0-22 15,0 0-83-15,0 0 95 16,0 0-123-16,0 0-1 16,-10 0 2-16,10 0-10 15,0 0 54-15,-2 0-20 16,2 0-39-16,-2 0 52 0,0 0-60 15,-3 0 0-15,3-2-5 16,0-1 21-16,2 2 3 16,0 1-19-16,0-2 0 15,0 2-2-15,0 0 9 16,0-4-7-16,0-1 51 16,0 0-50-16,-2-4 45 15,2-3-46-15,0 1 12 16,0 1 21-16,0-1-33 15,0 2 0-15,0 4 13 16,0-2-7-16,0 5 62 0,0 2-67 16,0 0 14-16,0 0 93 15,0 0-107-15,0 0 25 16,0 0-2 0,0 0-6-16,0 0 7 0,-2 0-25 15,-4 0 0-15,4 0 9 16,0 0-9-16,2 0 0 15,0 0-9-15,0 0 30 16,0 0-14-16,0 0-7 16,0 0 0-16,0 0 2 15,0 0 4-15,0 0-6 16,0 0 37-16,0-3-36 16,0-2 73-16,8-5-74 15,4-2-23-15,7 0-18 0,0 3 41 16,2 6-12-16,-6 3-4 15,-1 5 14-15,-10 19-17 16,-4 15 19-16,-4 5 0 16,-21 6 89-16,-6 1-80 15,-1-8 1-15,10-7-10 16,7-8 18-16,13-9-37 16,2-8 19-16,6 2-34 15,15-5-6-15,0-1 40 16,-1 2 0-16,-9 1-14 15,-11 6 38-15,-2 9-18 16,-31 8-6-16,-17 13 0 16,-10 5-33-16,-13 16-84 0,15-17-167 15,16-12-643-15</inkml:trace>
  <inkml:trace contextRef="#ctx0" brushRef="#br0" timeOffset="129148.72">11369 8486 375 0,'0'0'62'0,"0"0"-35"16,0 0-27-16,0 0 332 16,0 0-1-16,0 0-110 15,0 0 39-15,-48 50-102 0,48-50-8 16,0 0-5-1,0 0-34-15,7-5 29 16,9-15-140-16,3-13 42 0,6-9-69 16,8-11 27-16,3-8-50 15,5-9 11-15,-1-9-48 16,-1-4 62-16,-2 0-34 16,-11 4 59-16,-8 9-34 15,-9 14 62-15,-7 15-28 16,-2 18 65-16,0 17-38 15,-13 6-13-15,-12 20-14 16,-4 26 0-16,-6 38 86 16,-1 34-27-16,7-1 21 0,11-11-3 15,13-19-68 1,5-28 51-16,7 2-60 0,16-5 0 16,3-16-21-1,6-14 21-15,3-18-12 0,6-8-1 16,1-3-45-16,2-26 15 15,-1-7-79-15,-5-3-27 16,-5 4 136-16,-11 12-53 16,-11 11 66-16,-11 12 0 15,0 15 15-15,-6 19 16 16,-15 4-31-16,2 0 23 16,3-8 26-16,7-10-49 15,9-12 0-15,0-8-2 16,7 0 13-16,22-11-38 15,11-13 8-15,9-8-47 0,3 1 35 16,-6 4 17-16,-5 12 14 16,-12 13 17-16,-8 2 5 15,-11 24-44-15,-8 14-6 16,-2 19-129-16,-10-11-8 16,-3-11-430-16</inkml:trace>
  <inkml:trace contextRef="#ctx0" brushRef="#br0" timeOffset="130085.88">12594 7830 322 0,'0'0'1322'0,"0"0"-1036"16,0 0-184-16,0 0-80 15,0 0 5-15,-114 91-23 16,61 11 48-16,11 2-17 0,8-5 112 16,18-15-147-1,16-25 0-15,0 2 19 0,8-1-9 16,15-12-20-16,9-12-17 15,26-14-118-15,-7-10-57 16,-7-12-678-16</inkml:trace>
  <inkml:trace contextRef="#ctx0" brushRef="#br0" timeOffset="130498.56">12677 8161 375 0,'0'0'968'16,"0"0"-448"-16,0 0-329 0,0 0-169 15,0 0-22-15,0 0-7 16,0 0-9-16,89 40 32 16,-78 15-1-16,-11 9 47 15,0 2-34-15,-11-2 65 16,-9-8-93-16,2-12 10 15,5-12 5-15,4-11-15 16,6-11 0-16,3-10-12 16,0 0-22-16,3-15 18 15,12-21-68-15,6-15-211 16,0-12 75-16,2-7-345 16,-3 7 33-16,-3 18 532 15,-5 18 628-15,-8 27-218 16,-4 6-325-16,0 33-23 15,0 9 130-15,0 2-160 0,0-3 48 16,9-2-15-16,9-7-56 16,7-8-9-16,21-12-29 15,-3-8-244-15,-5-10-449 0</inkml:trace>
  <inkml:trace contextRef="#ctx0" brushRef="#br0" timeOffset="131307.99">12973 7740 1579 0,'0'0'557'0,"0"0"-492"15,0 0-37-15,0 0-28 16,0 0 21-16,0 0-37 16,0 0 16-16,72 0 0 15,-41 0-42-15,0-4 42 16,-6 3-20-16,-8-5 20 15,-8 5 0-15,-4-1-13 0,-5 2 13 16,0 0 0-16,0 2-27 16,-2 19 27-16,-8 14 0 15,-1 8 21-15,3 4 6 16,0 4 38-16,4-5-65 16,2-4-21-16,2-6 8 15,0-10-35-15,0-2-78 16,-2-8-143-16,-3-9-347 0</inkml:trace>
  <inkml:trace contextRef="#ctx0" brushRef="#br0" timeOffset="131438.5">12980 8000 1708 0,'0'0'335'0,"0"0"-245"16,0 0 12-16,136-35-92 15,-82 35-20-15,16 0-36 16,-11 0-227-16,-14 7-355 0</inkml:trace>
  <inkml:trace contextRef="#ctx0" brushRef="#br0" timeOffset="131618.04">13330 8412 1664 0,'0'0'522'0,"0"0"-464"0,0 0-58 16,116 0-68-16,-65 0 18 16,20 0-34-16,-15-5-90 15,-7 0-203-15</inkml:trace>
  <inkml:trace contextRef="#ctx0" brushRef="#br0" timeOffset="132058.47">13872 8300 1422 0,'0'0'310'0,"0"0"-239"0,0 0 84 16,0 0-113-16,0 0 53 15,0 0 17-15,0 0-67 16,10-77-8-16,15 65-37 16,0 6 0-16,-3 6-22 15,-9 0 22-15,-8 18 0 16,-5 15 59-16,-13 9 5 16,-21 6 52-16,-1 1-116 15,4-4 30-15,8-7 16 16,17-5-46-16,6-8 0 15,21-4-14-15,24-6 35 16,11-3-19-16,7-2-2 0,-5-1 0 16,-8 3-21-16,-11 1 21 15,-20 8-14-15,-17 5 4 16,-2 6-20-16,-24 4 5 16,-12 2-18-16,-6-4-135 15,2-4 101-15,-3-6-240 16,12-7-222-16,7-10-578 0</inkml:trace>
  <inkml:trace contextRef="#ctx0" brushRef="#br0" timeOffset="132331.87">14605 8008 1788 0,'0'0'336'16,"0"0"-155"-16,78 135-108 16,-58-55-72-16,-15 12 48 15,-5 3-48-15,-23 1-1 16,-17-4 0-16,-11-4-15 15,-25 7-59-15,11-23-270 16,9-22-638-16</inkml:trace>
  <inkml:trace contextRef="#ctx0" brushRef="#br0" timeOffset="134338.94">1067 11089 398 0,'0'0'358'0,"0"0"474"15,0 0-632-15,0 0-16 16,0 0-84-16,0 0 79 16,0 0-57-16,-31 0-33 15,31 0 60-15,0 0-126 16,2-2 1-16,16 0-24 0,11 2 45 16,11 0-35-16,10 0-10 15,5 0 0-15,3 0-28 16,-3 2 28-16,-3 1-58 15,-8 4-49-15,-7 1-219 16,-14-3-44-16,-11 0-763 0</inkml:trace>
  <inkml:trace contextRef="#ctx0" brushRef="#br0" timeOffset="134530.87">1110 11263 1265 0,'0'0'758'16,"0"0"-450"-16,0 0-246 0,0 0-60 16,0 0 30-16,131-10-24 15,-75 3-8-15,6-1 0 16,-3-1-163-16,3-9 21 16,-18 4-226-16,-13-3-317 0</inkml:trace>
  <inkml:trace contextRef="#ctx0" brushRef="#br0" timeOffset="134702.77">1729 10897 738 0,'0'0'1079'0,"0"0"-824"0,0 0-211 16,0 0 102-16,0 0-86 16,44 128-12-16,-44-66 75 15,-23 6-95 1,-8 6-28-16,-8 1-4 0,-12 4-241 15,6-16-78-15,10-21-633 0</inkml:trace>
  <inkml:trace contextRef="#ctx0" brushRef="#br0" timeOffset="137688.97">2875 10301 747 0,'0'0'691'0,"0"0"-435"15,0 0-151-15,0 0 4 16,0 0-46-16,0 0-46 0,0 0 118 15,13-50-126 1,-11 72-9-16,-2 12 38 0,0 10 21 16,0 4 103-16,0 2-82 15,-4-2-61-15,4-6 51 16,0-6-70-16,0-10 0 16,11-8 0-16,11-9 4 15,5-9-39-15,7 0 29 16,3-13-85-16,0-17 48 15,-4-7-114-15,-2-9 7 16,-6-7 33-16,-6 1-17 16,-5 8 92-16,-3 10 42 15,-9 16 85-15,-2 18 133 16,0 1-218-16,-4 36 10 16,-12 19 17-16,1 10 7 0,-3 12 99 15,0 2-80 1,0 1-47-16,-2-7 50 0,0-4-47 15,0-10-9-15,-3-11 0 16,4-16 17-16,1-8-20 16,7-13 3-16,4-12 0 15,7 0 32-15,0-17-3 16,5-14-29-16,19-9 0 16,14-5 0-16,6 3-14 15,12 1 14-15,2 10-113 16,21-3 5-16,-17 10-192 15,-11 4-253-15</inkml:trace>
  <inkml:trace contextRef="#ctx0" brushRef="#br0" timeOffset="137884.87">3702 9951 1870 0,'0'0'419'0,"0"0"-356"16,0 0-84-16,-45 176 21 16,5-54 0-16,-13 30-30 15,-2 8 5-15,1-21-170 16,16-46-318-16,11-40-386 0</inkml:trace>
  <inkml:trace contextRef="#ctx0" brushRef="#br0" timeOffset="138233.29">2436 11311 963 0,'0'0'1004'15,"0"0"-798"-15,0 0-107 16,0 0 168-16,0 0-196 16,0 0-50-16,0 0 36 15,127-34-46-15,-49 20 9 16,9 0-20-16,2 5 16 15,-4 4-26-15,-7 3 10 16,-9 2-113-16,-4 0-23 16,-21 16-195-16,-17-4-281 0</inkml:trace>
  <inkml:trace contextRef="#ctx0" brushRef="#br0" timeOffset="138740.31">2893 11364 1008 0,'0'0'359'0,"0"0"-215"16,0 0-42-16,0 0-8 15,0 0-72-15,0 0 123 16,-107 146-70-16,89-94-27 16,3 1 71-16,1-1-60 15,7-9 38-15,7-9-61 16,0-7-22-16,0-13 47 15,19-6-61-15,4-8 0 16,6 0 0-16,5-18-20 16,0-13-11-16,-3-10-65 15,-5-8-67-15,-3-1 48 0,-5 6-95 16,-5 7 195-16,-7 18 15 16,0 12 152-16,-6 7-102 15,0 13-50-15,0 25 0 16,0 18 121-16,-3 16-104 15,-4 10 33-15,-2 7 23 16,-1 1-45-16,-4-2 71 16,-4-3-45-16,-4-9-54 15,-3-8 126-15,-6-8-124 16,-5-10 10-16,-1-12 24 16,-2-10-36-16,6-10 56 0,4-13-51 15,9-5 8 1,9-21 42-16,11-21-55 15,0-14-1-15,27-12-16 16,20-7 10-16,17 3-2 0,14 0-104 16,44-20-139-16,-16 18 20 15,-13 9-399-15</inkml:trace>
  <inkml:trace contextRef="#ctx0" brushRef="#br0" timeOffset="139222.66">3617 11314 1179 0,'0'0'584'0,"0"0"-337"15,0 0-4-15,0 0-9 16,0 0-37-16,0 0-109 16,0 0-69-16,18 0 62 15,9 0-81-15,7-7 0 16,5 1-6-16,1 2 3 15,-1 3-3-15,-10 1-103 16,-14 9-103-16,-11 9-90 16,-4 1-546-16</inkml:trace>
  <inkml:trace contextRef="#ctx0" brushRef="#br0" timeOffset="139355.22">3515 11558 1534 0,'0'0'885'16,"0"0"-778"-16,0 0-52 15,0 0-55-15,0 0 1 16,150-3-32-16,-73-6-2 16,-10 3-305-16,-14 2-955 0</inkml:trace>
  <inkml:trace contextRef="#ctx0" brushRef="#br0" timeOffset="144904.79">4699 10735 524 0,'0'0'0'15,"0"0"0"-15,0 0 568 0,0 0-301 16,0 0-200-16,0 0-28 16,2 0 39-16,-2 0-72 15,0 0 41-15,0 0 4 16,0 0-44-16,2 0 47 15,-2 0-18-15,0 0 46 16,0 0 16-16,0 0-63 16,0 0 35-16,0 0-37 15,0 0-27-15,0 0 26 16,0 0-32-16,0 0 0 16,0 0-1-16,0 0 12 15,0 0-11-15,0 0 0 16,0 0 0-16,0 0 21 15,0 0-21-15,0 0 0 16,0 0 6-16,0 0 4 16,0 0-19-16,0 0 9 0,0 0 0 15,0 0 9-15,0 0-9 16,0 0 0-16,0 0-1 16,0 0 1-16,0 0 0 15,0 0 0-15,0 0 8 16,0 0 12-16,0 0-9 15,0 0-1-15,0 0-10 16,0 0-3-16,0 0 3 16,0 0-16-16,0 0 16 15,0 0-28-15,0 0 28 16,0 0-15-16,0 0 15 16,0 0 0-16,0 0 8 15,0 0-8-15,0 0 0 0,0 0-11 16,0 0 11-16,0 0-41 15,0 0 10-15,0 0-6 16,0 0 28-16,0 0 8 16,0 0 1-16,0 0 34 15,0 0-26-15,0 0 28 16,0 0-5-16,0 0-6 16,0 0-8-16,0 0-17 15,0 0 0-15,0 0 2 16,0 0-2-16,0 0 0 15,0 0-6-15,0 0 6 16,0 0-16-16,0 0 13 0,0 0 3 16,0 0-7-16,0 0 7 15,0 0-15-15,0 0-29 16,0 0-26-16,0 0-74 16,0 0-133-16,0 0-495 0</inkml:trace>
  <inkml:trace contextRef="#ctx0" brushRef="#br0" timeOffset="145925.01">4753 10660 400 0,'0'0'42'0,"0"0"-6"16,0 0 448-16,0 0-339 16,0 0-105-16,0 0 52 15,0 0 13-15,-8 14-32 0,8-14 13 16,0 0-82-16,0 0 5 16,0 0 5-16,0 0-14 15,0 0 0-15,0 0-6 16,0 0 6-16,0 0-18 15,0 0 11-15,0 0-63 16,0 0 57-16,0 0-113 16,0 0 39-16,0 0 35 15,0 0 23-15,0 0 18 16,0 0 5-16,0 0 6 16,0 0 42-16,0 0-25 15,0 0 38-15,0 0-8 16,0 0-46-16,0 0 53 0,0 0-54 15,-2 0 23 1,0 0 22-16,0 0-44 0,2 0 52 16,0 0 46-16,-3 0-30 15,3 0 49-15,0 0-60 16,0 0-51-16,0 0 81 16,0 0-82-16,-2 0-6 15,2 0 40-15,0 0-33 16,0 0 74-16,0 0-47 15,0 0-17-15,0 0 83 16,-2 0-94-16,2-5-8 16,0 0 2-16,0-4-67 0,0 2 66 15,9-1-67-15,-1 1 68 16,4 3-32-16,-1 3 32 16,3 1 0-16,-1 0-4 15,1 0 21-15,-1 12 11 16,-3 5-28-16,-5 6 1 15,-5 3 62-15,0 3-54 16,-5-3 36-16,-16 6 16 16,-10-1-37-16,-4-4 52 15,0 0-76-15,4-6 0 16,4-8 9-16,12-4-9 16,10-5 0-16,5-4-1 15,0 0-50-15,25-13 29 0,11-9-208 16,6-3 22-16,5 4 208 15,-1 5-79-15,-5 10 63 16,-6 6 16-16,-11 0 0 16,-8 12 79-16,-11 14-46 15,-5 8 17-15,-13 7 118 16,-19 3-134-16,-11 2 3 16,-3 0-19-16,-5 2-18 15,-14 4-11-15,13-12-204 16,13-12-388-16</inkml:trace>
  <inkml:trace contextRef="#ctx0" brushRef="#br0" timeOffset="146257.01">4242 11427 781 0,'0'0'1396'15,"0"0"-1146"-15,0 0-233 16,0 0 70-16,113-11-76 0,-48 2 15 15,11 3 22 1,6 3-26-16,-2 3 22 0,-4 0-44 16,-11 0-75-16,-11 0 53 15,-10 9-225-15,-15 6-60 16,-13-1-290-16</inkml:trace>
  <inkml:trace contextRef="#ctx0" brushRef="#br0" timeOffset="146615.11">4137 12010 1672 0,'0'0'312'0,"0"0"-260"15,0 0 31-15,0 0-17 16,0 0 32-16,0 0-51 15,120-60-19-15,-71 23-3 16,0-4-25-16,-4 0-38 16,-7-1 30-16,-7 4-60 15,-9 8 15-15,-9 7 52 16,-3 9 1-16,-8 10 42 16,-2 4-40-16,0 0 4 15,0 16 17-15,-10 18-6 16,-3 16 14-16,-2 10 9 0,-1 7-8 15,0-1 0 1,5-5-32-16,5-12-66 0,2-6 0 16,4-18-131-16,6-10-150 15,9-13-603-15</inkml:trace>
  <inkml:trace contextRef="#ctx0" brushRef="#br0" timeOffset="147263.99">4763 11895 1311 0,'0'0'230'16,"0"0"-128"-16,0 0-38 15,0 0 54-15,0 0 36 16,0 0-90-16,0 0 70 15,-27-40-134-15,27 25 8 16,0 1 11-16,7 4-13 16,-1 1 2-16,0 3-8 15,-2 3 14-15,-4 3-30 16,0 0 16-16,0 0-11 16,0 0-12-16,0 0 23 15,0 0 0-15,0 7 0 16,-4 0 1-16,2 2 7 15,-4-4-8-15,6 0-41 16,-2-3 25-16,2-2-34 16,-2 0 40-16,0 0 10 0,-3 0 0 15,3 0 59-15,0-4-59 16,0-6 0-16,2-2 49 16,0-1-48-16,2-1-2 15,13 1 0-15,6 0-6 16,-3 7-32-16,1 6 39 15,-3 0-4-15,-3 0 3 16,-3 19 2-16,-8 7 36 16,-2 7 40-16,0 8-61 15,-10 1 146-15,-5 2-147 16,1-6-4-16,8-7 28 16,6-10-23-16,2-3-14 15,29-8-2-15,8-1 0 0,3-4-40 16,-2 2 40-1,-11 1 0-15,-15 4-25 0,-14 9 51 16,-6 9-18-16,-31 11 1 16,-14 2 20-16,-5-2-52 15,5-3 23-15,9-10-141 16,15-8-40-16,13-16-344 0</inkml:trace>
  <inkml:trace contextRef="#ctx0" brushRef="#br0" timeOffset="147745.07">5301 11464 1470 0,'0'0'274'15,"0"0"-179"-15,0 0-63 16,0 0 59-16,0 0-50 16,0 0-26-16,0 0 112 15,-18 47-125-15,24-47 15 16,0 0 22-16,0 0-16 15,-4 0 71-15,-2 0-52 16,0-1-12-16,0-5-30 16,-2 4-4-16,-16 2-175 15,1 0-190-15,5 0-500 0</inkml:trace>
  <inkml:trace contextRef="#ctx0" brushRef="#br0" timeOffset="151864.81">6028 11011 675 0,'0'0'735'16,"0"0"-450"-16,0 0-95 16,0 0 45-16,0 0-46 15,0 0-93-15,0 0-57 16,93-111-39-16,-53 67 0 15,6-2 0-15,1 0 1 16,3-3-2-16,-6 3-37 16,-6 6 38-16,-7 7 0 15,-6 6 1-15,-9 11-1 16,-8 6 46-16,-3 6-8 16,-5 4-25-16,0 0-13 0,0 9-21 15,0 21 21 1,-3 14 6-16,-12 11 25 0,-3 12 5 15,-2 1-35-15,5 0-2 16,1-5-12-16,9-9-68 16,7-8-88-16,19-16-197 15,6-18-412-15</inkml:trace>
  <inkml:trace contextRef="#ctx0" brushRef="#br0" timeOffset="152130.17">6792 10692 1835 0,'0'0'351'0,"0"0"-341"0,0 0-10 15,0 0 67-15,0 0 11 16,-10 104-5-16,29-86-30 16,18-4-12-16,8-10 20 15,2-4-51-15,0 0 10 16,-7-13 8-16,-13-8-17 15,-17-5 17-15,-10-2-18 16,-4-2-43-16,-29 2 1 16,-9 6-62-16,-6 12-32 15,-7 10-54-15,13 22-115 16,13 2-418-16</inkml:trace>
  <inkml:trace contextRef="#ctx0" brushRef="#br0" timeOffset="153128.01">7206 10778 973 0,'0'0'534'0,"0"0"-400"0,0 0-96 15,0 0 40-15,0 0 36 16,0 0-2-16,0 0 20 16,5-36-79-16,-3 36-2 15,-2 0-9-15,0 0-1 16,0 0-33-16,0 0-8 15,0 0 0-15,0 0 8 16,0 0-8-16,0 0 0 16,0 0-6-16,0 0 6 15,0 0 6-15,0 0-6 16,0 0 0-16,0 0-9 16,0 0 9-16,0 0-1 15,0 0-5-15,0 0-13 0,0 0 19 16,0 0-12-16,0 0 12 15,0 0 18-15,0 0-17 16,0 0 9-16,0 0-2 16,0 0-7-16,0 0 10 15,0 0-11-15,0 0 0 16,0 0-3-16,0 0 10 16,0 0-7-16,0 0 7 15,0 0-7-15,0 0 31 16,0 0-15-16,0 0-16 15,0 0 29-15,0 0-28 16,0 0-1-16,0 0 0 16,0 0 0-16,0 0-1 15,0 0 1-15,0 0 0 0,0 0-9 16,0 0 10-16,0 0-1 16,0 0 0-16,0 0-3 15,3 0 2-15,1 0-12 16,2 0 13-16,7 0 9 15,1 0-3-15,4 5 1 16,0 6-7-16,0 3-3 16,-3 7 3-16,-3 8 0 15,-4 5 21-15,-5 9 26 16,-3-2-14-16,0 5 16 16,-3-3-19-16,-10-3-15 15,0-6 14-15,2-8-29 16,1-8 1-16,6-6 11 0,2-8-12 15,2-4-12 1,0 0-10-16,0-4-21 0,10-20 28 16,9-15-255-16,1-16 17 15,2-7-18-15,-2 1 55 16,-4 8 212-16,-7 16 4 16,-7 16 284-16,-2 19 14 15,0 2-199-15,-16 17-65 16,-1 15 111-16,3 6-43 15,9 2-34-15,5 3-39 16,3-5-8-16,23-7-21 16,10-2-15-16,5-9-60 15,19-14-55-15,-12-6-160 0,-3 0-338 16</inkml:trace>
  <inkml:trace contextRef="#ctx0" brushRef="#br0" timeOffset="153629.87">8000 10194 1235 0,'0'0'754'0,"0"0"-701"16,0 0-52-16,0 0-1 15,-134 99 104-15,94-45 32 16,7 0-12-16,8-2-33 16,11-6-78-16,12-10-5 15,2-10-8-15,0-7 0 16,10-9-1-16,7-10-29 15,3 0 6-15,1-15-56 16,-4-14-115-16,-1-12 3 16,-3-3 8-16,-1 1 34 15,-4 2 87-15,-1 15 63 16,-1 12 298-16,-3 14-42 0,-1 0-186 16,0 32-69-16,3 12 124 15,-5 8-41-15,2 7 7 16,-2-3-30-16,0-7-15 15,0-4-3-15,0-5-41 16,-14-7 2-16,-5 0 4 16,-6-1-8-16,-6-2-21 15,-18 6-165-15,7-5-162 16,3-12-909-16</inkml:trace>
  <inkml:trace contextRef="#ctx0" brushRef="#br0" timeOffset="154700.93">6992 10768 443 0,'0'0'373'0,"0"0"-165"16,0 0-44-16,0 0 23 15,0 0 35-15,0 0-21 16,0 0-21-16,-9-86-48 0,1 80 16 16,-6 2-74-16,-6 4-45 15,-9 0-29-15,-6 17 8 16,-6 16 17-16,-1 12 39 16,4 2-18-16,9 3 13 15,7-2-21-15,11-2-6 16,8-7-12-16,3-7-13 15,10-6 12-15,16-10-19 16,14-11 0-16,4-5 11 16,8-7-11-16,2-23-19 15,-8-8-10-15,-5-8 4 16,-12-7-27-16,-10-1-30 0,-11-1-14 16,-8 9 56-1,0 5-20-15,0 12 7 0,-12 12 5 16,-3 12-70-16,-19 10-181 15,5 17-219 1,3 4-357-16</inkml:trace>
  <inkml:trace contextRef="#ctx0" brushRef="#br0" timeOffset="155406.79">5829 11400 922 0,'0'0'681'0,"0"0"-490"15,0 0-123-15,0 0 23 16,0 0 1-16,0 0-44 16,0 0-21-16,60 0 12 15,-22 0-39-15,13 10 65 0,9 7 39 16,32 6-30-16,35 1 8 16,45-1-1-16,21-3-24 15,8-5-24-15,-7-7-33 16,-16-2 0-16,5-2-5 15,-7-4 16-15,-11 0-22 16,-35 0 11-16,-35 0 0 16,-30 0 13-16,-21 0-13 15,1 5-7-15,-5 0 6 16,-4 4-47-16,-18 2-46 16,-18 7-102-16,0-2-36 0,-16-4-166 15</inkml:trace>
  <inkml:trace contextRef="#ctx0" brushRef="#br0" timeOffset="156865.15">5924 12064 1279 0,'0'0'313'16,"0"0"-150"-16,0 0 7 16,0 0-38-16,0 0-54 15,0 0-72-15,0 0-5 16,87-67 7-16,-49 59-8 15,-2 8 20-15,2 0-19 16,-7 10 10-16,-6 18 28 0,-12 9-16 16,-11 7 42-16,-2 3 22 15,-6 4-22-15,-19-3-2 16,-2-4-44-16,0-8 0 16,6-10 10-16,5-8-29 15,7-8 0-15,5-6-1 16,4-4 13-16,0 0-24 15,15-24 7-15,12-16-66 16,8-15-128-16,3-6 51 16,-2 0-78-16,-7 11 97 15,-11 17 129-15,-10 16 97 16,-8 17 12-16,0 3-60 16,-2 26 4-16,-9 7 93 0,3 5-30 15,8-1-12-15,0-5-60 16,8-4-4-16,21-9-32 15,9-5-7-15,9-8-1 16,4-7-84-16,0-2-87 16,7-11-42-16,-18-14-163 15,-11 1-562-15</inkml:trace>
  <inkml:trace contextRef="#ctx0" brushRef="#br0" timeOffset="157239.1">6239 11944 1506 0,'0'0'400'0,"0"0"-223"15,0 0-91-15,0 0-67 16,0 0-3-16,156-128-16 16,-112 85-4-16,2-1-30 15,-11 4-32-15,-8 7 58 16,-10 12 8-16,-7 7 72 0,-8 14 57 16,-2 0-27-16,0 14-101 15,0 19 37-15,-10 11 30 16,-1 7-32-16,3 0 16 15,0 0-52-15,4-7-1 16,4-9-63-16,0-8-79 16,4-10-55-16,15-12-129 15,-1-5-287-15</inkml:trace>
  <inkml:trace contextRef="#ctx0" brushRef="#br0" timeOffset="157472.84">6716 11807 1355 0,'0'0'403'0,"0"0"-236"16,0 0 32-16,0 0-51 16,0 0-36-16,9 114-57 0,13-102-42 15,7-8 42-15,6-4-38 16,2-2-17-16,-4-20 0 16,-6-6-57-16,-12-4 1 15,-8-5 31-15,-7 1-79 16,-3 4 94-16,-14 6 4 15,-5 11 5-15,-1 11 1 16,-10 9-65-16,6 22-150 16,8 1-344-16</inkml:trace>
  <inkml:trace contextRef="#ctx0" brushRef="#br0" timeOffset="157734.81">7012 12180 1098 0,'0'0'800'16,"0"0"-580"-16,0 0-107 15,0 0 87-15,0 0-99 16,0 0-74-16,132-39-2 15,-81 31-25-15,3 3-3 16,-4-1-19-16,-2 1-103 16,-1-4-112-16,-11 2-154 15,-12-2-536-15</inkml:trace>
  <inkml:trace contextRef="#ctx0" brushRef="#br0" timeOffset="157886.46">7338 12011 1590 0,'0'0'207'16,"0"0"-110"-16,0 0 43 16,-51 108-35-16,32-61-73 15,4 3-32-15,9 14-50 16,4-12-240-16,2-13-333 0</inkml:trace>
  <inkml:trace contextRef="#ctx0" brushRef="#br0" timeOffset="158133.9">7608 12316 1635 0,'0'0'228'0,"0"0"-172"15,0 0-55-15,89-127 15 16,-67 85 3-16,-2-1-19 16,-2 5-8-16,-5 3-10 15,-4 12 18-15,-5 8 204 16,-2 7 44-16,-2 8-136 15,0 3-104-15,0 22 9 16,0 16-17-16,-10 9 47 16,-3 8-41-16,-3 6-12 15,-2 0-46-15,-11 17-143 0,7-20-118 16,1-13-607-16</inkml:trace>
  <inkml:trace contextRef="#ctx0" brushRef="#br0" timeOffset="159194.57">8726 11576 658 0,'0'0'371'16,"0"0"-57"-16,0 0-53 0,0 0 58 15,0 0-51 1,0 0-38-16,0 0-24 0,0 0-77 16,0 0-50-16,0 0-63 15,14 0-16-15,13 0-5 16,8 0 5-16,15 0 0 16,3 0-11-16,3 0-25 15,-1 0-43-15,-3-7-58 16,1-2-139-16,-15-1-106 15,-11-2-449-15</inkml:trace>
  <inkml:trace contextRef="#ctx0" brushRef="#br0" timeOffset="159433.81">9027 11333 1446 0,'0'0'378'0,"0"0"-252"16,0 0-94-16,0 0-20 15,0 0 43-15,0 0 10 16,-66 149-14-16,50-85 5 16,0 0-55-16,6-1-2 15,1 1-45-15,4 4-77 16,5-16-198-16,0-14-573 0</inkml:trace>
  <inkml:trace contextRef="#ctx0" brushRef="#br0" timeOffset="160587.14">10637 10824 922 0,'0'0'506'0,"0"0"-307"16,0 0 27-16,0 0-83 16,0 0-20-16,0 0-10 0,0 0-52 15,0-28-26 1,0 28-35-16,0 0 8 0,-3 0 11 16,-3 0-19-16,-5 0-9 15,-7 11 8-15,-1 10 1 16,0 9 25-16,3 6-6 15,10 5-4-15,4 3 49 16,2 0-37-16,0-3 13 16,14 0-9-16,5-7-16 15,3-5 3-15,-1-3-18 16,-4-3 6-16,-1-7-5 16,-9 0-1-16,-7 0 0 15,0 0-17-15,-27 0-23 16,-13 1 28-16,-5-8-31 0,1-4-23 15,6-5 47 1,13-9-55-16,19-21-5 16,6-13-112-16,33-10-30 0,22-5 110 15,13-2 71-15,3 0 40 16,-2 5 47-16,-7 7 77 16,-10 7 99-16,-17 10 0 15,-14 9-47-15,-15 9-75 16,-6 8-78-16,-2 3-23 15,-25 2-75-15,-21 7-249 16,0 14-61-16,6-3-431 0</inkml:trace>
  <inkml:trace contextRef="#ctx0" brushRef="#br0" timeOffset="160973.34">9851 11613 1594 0,'0'0'621'0,"0"0"-406"15,0 0-61-15,0 0-67 16,0 0-42-16,166-9-44 16,-81 1 30-16,11 2 12 15,2-2-24-15,-3 2-13 16,-5-1-6-16,-12 2-1 15,-13 3-47-15,-14 2-71 16,-15 0-146-16,-14 0-235 16,-11 4-519-16</inkml:trace>
  <inkml:trace contextRef="#ctx0" brushRef="#br0" timeOffset="161311.37">9874 12122 821 0,'0'0'1053'16,"0"0"-784"-16,0 0-185 16,0 0-52-16,0 0-30 15,152-107-2-15,-98 59-11 16,-1-4-49-16,-6-3-51 15,-7 7 16-15,-13 7 67 16,-9 13 28-16,-12 11 91 16,-6 13 52-16,0 4-71 15,-4 11-72-15,-16 21 21 0,-2 14 44 16,-1 10 2-16,1 7-9 16,4-4-45-16,2-2-13 15,8-6-33-15,8-1-66 16,0-13-143-16,0-13-411 0</inkml:trace>
  <inkml:trace contextRef="#ctx0" brushRef="#br0" timeOffset="161870.87">10445 11988 709 0,'0'0'112'0,"0"0"-86"16,0 0 16-16,0 0 45 15,0 0-5-15,0 0 66 16,0 0 17-16,23-17-37 0,-23 17 23 15,0 0-21-15,0 0-13 16,0-2-34 0,0 2-24-16,0 0 1 0,0-2-11 15,0 0-18-15,0-4 63 16,0-3-36-16,4-8-57 16,9-3 0-16,5 0-1 15,3-1 0-15,2 6-15 16,0 7 15-16,2 5-13 15,-7 3 26-15,-3 0-13 16,-11 19 34-16,-4 11-15 16,-2 8 53-16,-23 5 0 15,0 0-40-15,-2-3 18 16,6-6-50-16,11-5 6 16,10-10-6-16,4-2-12 0,27-3 4 15,7-2 8-15,4-2 0 16,-4-3 3-16,-14 6-3 15,-12 5 0-15,-12 8-16 16,-16 9 4-16,-24 9 10 16,-14 5-33-16,-17 8-163 15,13-11-284-15,16-14-696 0</inkml:trace>
  <inkml:trace contextRef="#ctx0" brushRef="#br0" timeOffset="164881.57">11903 10760 1249 0,'0'0'320'15,"0"0"-82"-15,0 0-59 16,0 0-83-16,0 0-35 16,0 0-5-16,0 0-50 0,33-4 16 15,-1 4-3 1,3 0 18-16,8 2-13 0,1 0-18 15,-1-1 1-15,-3-1 11 16,-5 0-18-16,-6 0 0 16,-8 0-7-16,-10 0-35 15,-7-1 41-15,-4-1-6 16,0 2 7-16,0 0 13 16,0 0 9-16,0 0 0 15,-9 18-22-15,-4 16 2 16,-7 14 53-16,0 8-6 15,-2 9-32-15,2-1 35 16,1-4-37-16,4-4-13 16,1-6-2-16,4-8-81 0,-1-6-70 15,-12-8-108-15,5-10-140 16,-7-9-394-16</inkml:trace>
  <inkml:trace contextRef="#ctx0" brushRef="#br0" timeOffset="165034.77">11822 11073 705 0,'0'0'1242'16,"0"0"-919"-16,0 0-222 15,157-56-34-15,-90 45-32 16,4 9-17-16,1 2-18 16,10 0-119-16,-18 0-233 15,-14 7-772-15</inkml:trace>
  <inkml:trace contextRef="#ctx0" brushRef="#br0" timeOffset="166436.62">12648 10972 1265 0,'0'0'330'0,"0"0"-94"15,0 0 19-15,0 0-66 16,0 0-46-16,0 0-119 16,0 0-11-16,11-63-13 15,5 60 1-15,1 3 9 16,4 0-9-16,1 4 5 16,-2 18 30-16,-4 10-35 15,-8 7 20-15,-8 5-6 16,0 2 4-16,0 0 41 15,-11-5-54-15,-2-6 7 16,2-10-13-16,2-5 1 16,4-11 4-16,3-5-5 15,2-4-6-15,0 0-5 0,0 0 7 16,0-6-2-16,14-22 6 16,7-14-94-16,6-12-53 15,0-2 20-15,-5 6 12 16,-6 17 115-16,-7 15 140 15,-9 15-14-15,0 3-102 16,0 14-17-16,-14 18 12 16,3 8 35-16,5 1-21 15,4 0 23-15,2-5-48 16,6-8 5-16,19-4-13 0,8-6 0 16,5-6-7-16,4-6-47 15,3-4-79-15,13-2-80 16,-14-14-266-16,-8-9-797 15</inkml:trace>
  <inkml:trace contextRef="#ctx0" brushRef="#br0" timeOffset="167051.81">13481 10515 396 0,'0'0'249'0,"0"0"-95"15,0 0-125-15,0 0 88 16,0 0 32-16,0 0 32 15,0 0-13-15,0-32-84 16,0 25 34-16,-2-2-32 16,-11 1-14-16,-5 0-4 15,-7 1-3-15,-10 7-8 16,-7 0 19-16,-12 21-16 16,-2 17 42-16,2 12-6 15,8 11 23-15,11 2-42 16,14 0-35-16,13-5-2 15,8-8-7-15,0-10-33 16,21-10 6-16,6-8 2 16,2-9 1-16,0-9-18 15,0-4-11-15,-8 0-11 16,-9-18 15-16,-9-7-85 0,-3 1-25 16,-13 5-11-16,-23 4-17 15,-28 15-111-15,6 0-85 16,6 12-457-16</inkml:trace>
  <inkml:trace contextRef="#ctx0" brushRef="#br0" timeOffset="167795.46">11379 11536 1326 0,'0'0'400'16,"0"0"-144"-16,0 0-81 15,0 0-18-15,0 0-77 16,0 0-61-16,0 0-8 16,163 12-11-16,-36 2 0 15,40 0 28-15,18 2 14 16,2-7 17-16,-6 0-10 15,-15-5 3-15,0-3 2 16,-6 2-40-16,-12 0-13 16,-32-2 12-16,-29 3-12 15,-29-2-2-15,-14 5 1 16,-1 0-22-16,-3 1-20 0,-7 4-44 16,-12 2-67-16,-19 6-49 15,-2-2-106-15,0-3-249 0</inkml:trace>
  <inkml:trace contextRef="#ctx0" brushRef="#br0" timeOffset="169199.95">11703 12133 28 0,'0'0'620'0,"0"0"-318"15,0 0 18-15,0 0-59 16,0 0-31-16,0 0 15 16,0 0-125-16,-3-33-26 15,15 18-37-15,3 1-41 16,1-2 19-16,-1 4-14 0,1 3 7 16,-1 4 33-1,3 3-36-15,-3 2-7 0,-1 0-18 16,-3 16 5-16,-7 7-6 15,-4 8 2-15,0 5 5 16,-2 3 43-16,-15-2-24 16,1 1-11-16,3-9-13 15,1-7 7-15,8-8-8 16,0-6-5-16,4-3-57 16,0-5 14-16,0 0-20 15,8-9-24-15,13-19-22 16,1-8-175-16,1-7-63 15,-6 4-35-15,-3 9 267 16,-8 9 120-16,-6 16 237 16,0 5-25-16,0 8-15 0,-6 17 39 15,-6 10-73-15,6 4-49 16,4-4-32-16,2 2-39 16,2-10-25-16,20-3-6 15,5-5-12-15,9-8-46 16,3-7-40-16,11-4-92 15,-8-14-154-15,-11-6-376 0</inkml:trace>
  <inkml:trace contextRef="#ctx0" brushRef="#br0" timeOffset="169588.92">12073 11748 1367 0,'0'0'583'16,"0"0"-395"-16,0 0-46 16,0 0-39-16,0 0-87 15,0 0-15-15,0 0-2 16,80 6 1-16,-49 1-14 15,0-3 14-15,-4-2-28 16,-9-2-5-16,-5 0-38 0,-6 0 71 16,-4 0 14-1,-3 0-13-15,0 0 17 16,0 0 12-16,0 4-30 0,0 8-1 16,0 12-43-16,-6 12 44 15,0 6 34-15,-1 3-34 16,-1 1-12-16,0-9-7 15,0-3-54-15,-5-8-87 16,1-6-204-16,-1-12-390 0</inkml:trace>
  <inkml:trace contextRef="#ctx0" brushRef="#br0" timeOffset="169719.5">12061 11950 1211 0,'0'0'663'16,"0"0"-444"-16,0 0-116 0,137-39-47 15,-81 39-56-15,19 0-24 16,-15 2-154-16,-8 3-520 0</inkml:trace>
  <inkml:trace contextRef="#ctx0" brushRef="#br0" timeOffset="170438.7">12574 12262 1181 0,'0'0'638'15,"0"0"-310"-15,0 0-90 16,0 0-22-16,0 0-139 16,0 0-38-16,0 0-39 15,152-15-18-15,-105 15-25 16,15 0-111-16,-13 0-196 15,-6 0-519-15</inkml:trace>
  <inkml:trace contextRef="#ctx0" brushRef="#br0" timeOffset="171022.83">13170 12133 552 0,'0'0'231'0,"0"0"-150"16,0 0 30-16,0 0 125 16,0 0-71-1,0 0-40-15,0 0-28 0,-5 0 40 16,5 0 9-16,0 0-86 15,0 0-14-15,-2 0-46 16,2 0 15-16,0 0-3 16,0 0-12-16,0 0 0 15,0 0 25-15,0 0-19 16,0 0 20-16,0-2 9 16,0-1 17-16,7-6-42 15,5 4-10-15,2-4-19 16,1 4 18-16,-1 1 2 15,1 1-1-15,-3 3 10 16,1 0 10-16,-2 0 27 0,-1 15-35 16,-6 6 2-16,-4 8 59 15,0 2-3-15,0 4 4 16,0-1-46-16,0-4-6 16,0 0 17-16,27-6-26 15,15 0 23-15,14-5-2 16,0-4-26-16,-6-1-8 15,-9-2-3-15,-16 3 3 16,-23 2 0-16,-2 10-18 16,-39 6-19-16,-16 8 16 15,-10-4-39-15,0 0-21 16,9-7-75-16,14-13-74 16,13-10-166-16,19-7-1167 0</inkml:trace>
  <inkml:trace contextRef="#ctx0" brushRef="#br0" timeOffset="171214.05">14221 11775 1774 0,'0'0'313'0,"0"0"-313"16,0 0-817-16,0 0 325 0</inkml:trace>
  <inkml:trace contextRef="#ctx0" brushRef="#br0" timeOffset="173623.49">1085 14937 1458 0,'0'0'357'0,"0"0"-122"16,0 0-38-16,0 0-5 16,0 0-52-16,0 0-42 0,0 0-31 15,-2-8-56 1,9 8 5-16,13 0-4 0,13 0-12 15,16 0-1-15,13 0 0 16,8 0-6-16,1 4-13 16,0 2-75-16,14 5-56 15,-23-4-123-15,-14-2-347 0</inkml:trace>
  <inkml:trace contextRef="#ctx0" brushRef="#br0" timeOffset="173812.7">1225 15083 1320 0,'0'0'874'15,"0"0"-684"-15,0 0-143 0,0 0-1 16,130-10-45 0,-65 6 11-16,4 1-12 0,-1-6-19 15,0 1-150-15,5-16-51 16,-15 2-147-16,-16-5-722 0</inkml:trace>
  <inkml:trace contextRef="#ctx0" brushRef="#br0" timeOffset="173968.81">2010 14734 1128 0,'0'0'1057'0,"0"0"-958"16,0 0-99-16,0 0 0 15,14 105 16-15,-14-40 18 16,-27 6 1-16,-4 8-35 15,-8-4-51-15,2 1-109 16,8-19-180-16,11-21-385 0</inkml:trace>
  <inkml:trace contextRef="#ctx0" brushRef="#br0" timeOffset="174252.8">2610 14739 1809 0,'0'0'73'0,"0"0"-18"0,0 0-55 16,-27 107 109-16,18-54 35 15,7-2-55-15,2-7-11 16,0-9-47-16,17-9-29 15,6-8 14-15,4-12-9 16,4-6-7-16,2 0-14 16,3-13-99-16,-3-19-52 15,8-29-96-15,-10 6-43 16,-4 6-226-16</inkml:trace>
  <inkml:trace contextRef="#ctx0" brushRef="#br0" timeOffset="174500.31">2904 14790 1098 0,'0'0'260'0,"0"0"-104"16,-16 119 33-16,-1-40-25 15,-5 11-35-15,-5 5-49 16,-2 4 75-16,-3-5-24 16,1-2-3-16,-2-7-40 15,4-8-8-15,0-6-48 16,4-13-24-16,3-17 6 16,4-12-10-16,4-11-4 15,6-12 0-15,6-6-25 16,-1-6 25-16,3-24-1 15,0-19-67-15,21-9 49 16,10-15 10-16,11-2 12 16,7-1-9-16,4-5-105 15,17-30-202-15,-15 17-197 16,-10 5-658-16</inkml:trace>
  <inkml:trace contextRef="#ctx0" brushRef="#br0" timeOffset="174661.31">3312 14069 1612 0,'0'0'820'15,"0"0"-820"-15,0 0-160 16,-58 170 126-16,12-47 22 16,-10 31-6-16,11-25-76 15,11-30-412-15</inkml:trace>
  <inkml:trace contextRef="#ctx0" brushRef="#br0" timeOffset="174909.37">3281 15112 1733 0,'0'0'531'16,"0"0"-452"-16,0 0-63 15,0 0 5-15,114 0-6 0,-58 0-15 16,2 0 0-16,6 3-165 16,-18 1-224-16,-14 1-412 0</inkml:trace>
  <inkml:trace contextRef="#ctx0" brushRef="#br0" timeOffset="175017.67">3237 15330 1534 0,'0'0'623'15,"0"0"-623"-15,0 0-39 16,0 0 38-16,0 0 1 16,160 16-318-16</inkml:trace>
  <inkml:trace contextRef="#ctx0" brushRef="#br0" timeOffset="178085.67">4248 15109 1303 0,'0'0'225'0,"0"0"-164"0,0 0 25 15,0 0 103-15,0 0 1 16,0 0 6-16,129 77-78 16,-84-50-49-16,2 5-25 15,2 2-35-15,0-1-9 16,-2-3 0-16,-5-2-46 15,5-6-133-15,-14-8-184 16,-6-11-573-16</inkml:trace>
  <inkml:trace contextRef="#ctx0" brushRef="#br0" timeOffset="178519.72">5314 14355 971 0,'0'0'348'0,"0"0"-67"15,-67 142 0-15,18-29-69 16,-12 29-17-16,3-11-50 15,12-26-57-15,15-36-27 16,8-25-49-16,1 0-3 16,-3 6 0-16,1 0-9 15,4-7-34-15,7-6-82 16,6-18-148-16,7-6-256 16,0-13-581-16</inkml:trace>
  <inkml:trace contextRef="#ctx0" brushRef="#br0" timeOffset="179101.53">5488 14415 690 0,'0'0'972'0,"0"0"-781"16,0 0-141-16,0 0-34 16,118-29 15-16,-62 20 15 15,13-1 21-15,14 7 9 16,8-2 7-16,9 5 49 16,18 0-40-16,22 6-33 0,21 15-3 15,6 2-20 1,-9 4-34-16,-11-9 26 0,-10-1-22 15,-2-3-8-15,4-2 2 16,-4-3 0-16,6-3 6 16,9-6-6-16,8 4 0 15,8-4 10-15,11 4-8 16,-3 2-2-16,-10 2 0 16,-12-8-9-16,-29 0-19 15,-29 0 7-15,-27 0 14 16,-11 0 6-16,1 0 2 15,1 0 4-15,-4 0-5 16,-15 0-19-16,-16 0-121 16,-15 7-160-16,-8 0-396 0</inkml:trace>
  <inkml:trace contextRef="#ctx0" brushRef="#br0" timeOffset="180694.98">4535 14309 1614 0,'0'0'347'15,"0"0"-61"-15,0 0-134 16,0 0-44-16,0 0-47 16,0 0-44-16,0 0-17 15,0 50-2-15,0 0 2 16,-6 12 32-16,-1 3-32 0,3 0 0 16,2-2 0-1,2-9-6-15,0-6-21 0,0-7-122 16,9-15-105-16,9-8-126 15,-1-14-430-15</inkml:trace>
  <inkml:trace contextRef="#ctx0" brushRef="#br0" timeOffset="181392.64">4739 14374 848 0,'0'0'244'16,"0"0"-70"-16,0 0 30 15,0 0-93-15,0 0 56 16,0 0-10-16,0 0-96 15,0-35-30-15,0 28 2 16,4-2-33-16,6 2 0 16,-2-8-23-16,3 3 23 15,-1 2 1-15,-2 1 7 16,-4 0-1-16,1 6 29 16,-3-2 20-16,0 5-9 15,-2 0-38-15,0 0 3 16,0 0-9-16,0 0-3 0,0 0-16 15,0 0 15-15,0 0 1 16,0 0-9-16,0 0-2 16,0 0 11-16,0 0 0 15,0 0 0-15,0 0 0 16,0 0 0-16,0 0 9 16,0 0 6-16,0-2 13 15,0-2 3-15,0-2 35 16,0-4-42-16,0 0-18 15,12-4-6-15,3 0-11 16,3 4 10-16,-1 0 1 0,2 5 0 16,-6 5 21-16,-2 0-20 15,-8 17-1-15,-3 10 9 16,0 12-1 0,-21 7 48-16,-6 2-7 0,5-3-28 15,4-8 19-15,10-5-39 16,8-6 0-16,0-3 2 15,24-2 4-15,5 2-8 16,-3 0 1-16,-7 9 0 16,-15 3-18-16,-4 14 18 15,-35 14-46-15,-24 12-23 16,-38 25-69-16,14-18-124 16,12-18-583-16</inkml:trace>
  <inkml:trace contextRef="#ctx0" brushRef="#br0" timeOffset="182735.41">5688 14700 664 0,'0'0'946'0,"0"0"-746"15,0 0-115-15,0 0-54 16,0 0-8-16,-127 66 75 16,94 1 61-16,4 16-21 15,4 9-36-15,12-7-25 16,9-6-51-16,4-7-3 15,4-14-23-15,21-10-47 16,6-8-2-16,9-12-138 16,16-22-45-16,-10-6-277 15,-10 0-878-15</inkml:trace>
  <inkml:trace contextRef="#ctx0" brushRef="#br0" timeOffset="183148.91">5717 15047 1382 0,'0'0'379'0,"0"0"-147"16,0 0-146-16,0 0-30 15,0 0-33-15,0 0-23 16,122-85 15-16,-90 85 20 16,-10 26-8-16,-8 11 33 15,-10 4 28-15,-4 12-7 16,-6 1-9-16,-14-1-29 15,-3-7-12-15,6-7 1 0,3-13-31 16,5-13-2-16,7-3 1 16,0-10-15-16,2 0 9 15,0 0-28-15,6-18 16 16,12-20-4-16,4-8-223 16,-1-4 139-16,-4 7 35 15,-5 11 71-15,-8 18 106 16,-4 14 17-16,0 0-68 15,0 13-43-15,0 14 34 16,0 8-3-16,4-1-25 16,12 0 3-16,6-6-20 15,7-2-1-15,6-10-43 16,2-6-55-16,9-10-108 16,-8-5-156-16,-7-12-580 0</inkml:trace>
  <inkml:trace contextRef="#ctx0" brushRef="#br0" timeOffset="183487.51">5974 14825 1385 0,'0'0'623'15,"0"0"-385"-15,0 0-72 16,0 0-113-16,0 0-35 16,0 0-9-16,108-131-9 0,-79 95-37 15,-2 0-3-15,-6 6-6 16,-6 2 45-16,-6 10 1 16,-4 6 12-16,-3 12 69 15,-2 0-33-15,0 0-36 16,0 20-12-16,0 20-15 15,0 11 6-15,0 12 9 16,-2 4-46-16,2-8-133 16,2-10-118-16,18-17-105 15,0-20-511-15</inkml:trace>
  <inkml:trace contextRef="#ctx0" brushRef="#br0" timeOffset="183720.95">6417 14737 1605 0,'0'0'370'16,"0"0"-204"-16,0 0-33 16,0 0-58-16,-31 120-24 15,31-96-29-15,22-8 1 16,7-9-23-16,2-7-20 16,-2 0-30-16,-2-25-69 15,-8-8 12-15,-11-2-2 16,-8-6-71-16,0 1 73 15,-18 6 66-15,-5 10 41 16,-10 20-1-16,6 4-18 0,3 0-485 16</inkml:trace>
  <inkml:trace contextRef="#ctx0" brushRef="#br0" timeOffset="184007.84">6555 15298 1647 0,'0'0'556'15,"0"0"-370"-15,0 0-129 16,0 0-14-16,143-4-26 16,-94 1-17-16,0 2 0 15,5-5-170-15,-14 1-156 16,-13-7-446-16</inkml:trace>
  <inkml:trace contextRef="#ctx0" brushRef="#br0" timeOffset="184165.58">6843 15083 1635 0,'0'0'478'0,"0"0"-375"15,0 0-63-15,0 0 26 0,-45 117-20 16,35-72-46-16,4 4-34 16,6 3-161-16,6-15-278 15,11-12-234-15</inkml:trace>
  <inkml:trace contextRef="#ctx0" brushRef="#br0" timeOffset="184379.73">6970 15390 740 0,'0'0'1004'16,"0"0"-733"-16,0 0-195 15,92-132-40-15,-65 82-2 16,-1 1-34-16,-4-1-19 16,-6 7-53-16,-3 2 0 15,-6 13 72-15,-5 13 94 16,-2 12 114-16,0 3-81 0,-2 24-126 15,-13 16 0-15,-2 10 14 16,2 2-6-16,4-2-9 16,4-5-21-16,5-6-83 15,2-14-66-15,0-9-206 16,9-16-732-16</inkml:trace>
  <inkml:trace contextRef="#ctx0" brushRef="#br0" timeOffset="184563.81">7456 14899 2152 0,'0'0'342'15,"0"0"-256"-15,0 0-64 16,49 109 45-16,-49-51-30 0,0 17-2 16,-23 10 9-1,-12 1-44-15,-3 2-29 0,-20 19-58 16,10-26-160-16,7-18-293 0</inkml:trace>
  <inkml:trace contextRef="#ctx0" brushRef="#br0" timeOffset="186792.42">7663 14740 469 0,'0'0'193'0,"0"0"-96"16,0 0 11-16,0 0 46 16,0 0 44-16,0 0-27 15,0 0-14-15,0-8-63 16,0 6-33-16,0 2-33 16,0 0-27-16,0 0 15 15,0 0-10-15,0 0 14 16,0 0 43-16,0 0-2 0,0 0-6 15,0 0-17 1,0 0-19-16,0 0-13 0,0 0-6 16,0 0 0-16,0 0-11 15,0 0 11-15,0 0 0 16,0 0 6-16,0 0-5 16,0 0-1-16,0 0 7 15,0 0 10-15,0 0 42 16,0-4-1-16,0-8 4 15,0 1-33-15,7-1-16 16,8-7-13-16,6 1-13 16,1 2 3-16,0 6 10 15,-4 4 0-15,-3 6 10 16,-1 0 6-16,-7 4-4 16,-5 15 40-16,-2 10 12 0,0 9-15 15,-15 2 20-15,-3-2-28 16,2 1-21-16,9-7-19 15,7-6-1-15,0-4-6 16,10-2-36-16,11-4 42 16,2-4-10-16,-5 2 10 15,-5 3 0-15,-11 3 0 16,-2 12-22-16,-23 11 10 16,-21 6-19-16,-20 23-125 15,8-18-85-15,16-10-478 0</inkml:trace>
  <inkml:trace contextRef="#ctx0" brushRef="#br0" timeOffset="187414.78">8317 14732 882 0,'0'0'874'16,"0"0"-610"-16,0 0-142 15,0 0 22-15,-137 133-6 16,102-57-34-16,3 3-26 16,11 2-31-16,9-9-15 15,8-5-13-15,4-3-19 16,4-8-13-16,19-7-50 0,6-8-64 16,19-9-85-1,-5-12-91-15,-8-14-328 0</inkml:trace>
  <inkml:trace contextRef="#ctx0" brushRef="#br0" timeOffset="187909.49">8419 15083 1290 0,'0'0'304'16,"0"0"-105"-16,0 0-29 15,0 0-56-15,0 0-56 16,0 0-32-16,0 0 10 16,78-17-26-16,-67 42 57 15,-5 9 32-15,-6 11-19 16,0 6-4-16,-4 7-12 15,-15-3-26-15,0-6 4 16,4-6-33-16,4-11 3 16,6-14-2-16,5-7-9 15,0-8 0-15,0-3-1 16,0 0-1-16,9 0-10 16,11-22-47-16,5-10-41 15,2-12-112-15,-2-6-77 16,-8 6 75-16,-3 8 207 0,-8 10 6 15,-4 16 271-15,-2 10-7 16,0 0-179-16,0 14-56 16,0 13 4-16,0 8-5 15,0-3-7-15,9 3-21 16,11-9-15-16,3 1-65 16,12-17-119-16,-6-1-76 15,-7-9-443-15</inkml:trace>
  <inkml:trace contextRef="#ctx0" brushRef="#br0" timeOffset="188486.79">8653 14734 1028 0,'0'0'711'0,"0"0"-380"15,0 0-117-15,0 0-87 16,0 0-39-16,0 0-88 15,0 0-7-15,25 0 1 16,-5 3 6-16,6 2 6 16,-1-3 1-16,-5-2-7 0,-3 0 4 15,-7 0-4-15,-4 0-5 16,-3 0 3-16,-3 0 4 16,0 10-8-16,0 6-2 15,0 11 8-15,-3 6 15 16,-1 6-13-16,0 3-1 15,2-3 8-15,2-4-9 16,-2-5-22-16,2-5-74 16,-10-8-95-16,1-5-140 15,-5-10-390-15</inkml:trace>
  <inkml:trace contextRef="#ctx0" brushRef="#br0" timeOffset="188616.33">8628 14927 1798 0,'0'0'522'0,"0"0"-432"15,0 0 26-15,125-58-58 16,-78 50-49-16,3 5-9 16,5 3-51-16,-10 11-276 15,-12 7-647-15</inkml:trace>
  <inkml:trace contextRef="#ctx0" brushRef="#br0" timeOffset="188797.26">8956 15267 1401 0,'0'0'906'15,"0"0"-709"-15,0 0-149 16,0 0-26-16,0 0-22 16,134-17-16-1,-62 7-50-15,-12 2-275 0,-7-3-453 0</inkml:trace>
  <inkml:trace contextRef="#ctx0" brushRef="#br0" timeOffset="189230.93">9515 15043 1224 0,'0'0'309'0,"0"0"-139"0,0 0 10 16,0 0 13-16,0 0-16 15,0 0-72-15,0 0-78 16,-10-70-27-16,26 59-5 16,-1 11-7-16,-1 0 13 15,-8 0-1-15,-6 26 19 16,0 11 51-16,-20 4 25 15,-11 6-27-15,-5-1-24 16,5-10 37-16,8-3-80 16,12-7 11-16,11-4-12 15,0-7-36-15,25-2 35 0,13-1-13 16,8-8 13-16,-1 1-5 16,-5-5 12-16,-11 3-9 15,-13 6 3-15,-16 2-11 16,0 7-8-16,-25 6 6 15,-12 8 2-15,-4-4 10 16,1-2-117-16,3-3-99 16,10-10-149-16,13-9-429 0</inkml:trace>
  <inkml:trace contextRef="#ctx0" brushRef="#br0" timeOffset="189426.98">10042 14909 1729 0,'0'0'477'16,"0"0"-418"-16,60 111 26 15,-53-48 29-15,-7 5-16 16,-11 9 11-16,-22 0-91 16,-6 1-18-16,-3 1-15 15,-18-1-106-15,10-20-125 16,11-19-358-16</inkml:trace>
  <inkml:trace contextRef="#ctx0" brushRef="#br0" timeOffset="190769.87">9224 14488 745 0,'0'0'585'0,"0"0"-278"16,0 0-28-16,0 0-68 15,0 0-56-15,0 0-32 16,0 0-59-16,64 0 1 0,-22 2-31 16,14 2 4-16,16-1 12 15,30 4-20 1,36-3-2-16,41-4 2 0,11 0-22 15,-10-4 10 1,-22-6-18-16,-47-2 0 0,-26 6-1 16,-27-2-13-16,-15 4-8 15,-3-1-13-15,-5 4-30 16,-14 1-62-16,-15 0-169 16,-6 0-429-16</inkml:trace>
  <inkml:trace contextRef="#ctx0" brushRef="#br0" timeOffset="191564.92">10445 14656 735 0,'0'0'267'0,"0"0"-170"16,0 0-62-16,0 0 107 16,0 0-25-16,0 0-49 15,0 0 12-15,-42-11-30 16,40 11 31-16,2 0 33 16,0 0 8-16,0 0-33 15,0 0-32-15,0 0-1 16,0 0-9-16,0 0-25 15,0 0 8-15,0 0 17 16,0 0-28-16,0 0 36 16,0 0-5-16,0 0 7 0,0 0-5 15,0 0-39 1,0 0-7-16,0 0 15 0,0 0-21 16,0 0-1-1,0 0 1-15,0 0 1 0,0 0 15 16,0 0-16-16,0 0 0 15,0 0-4-15,0 5 4 16,0 7-12-16,0 10 10 16,0 8 2-16,0 8 12 15,7 3-4-15,1 3-7 16,6-2 44-16,-1-3-45 16,0-4 11-16,1-3 1 15,-5-9-4-15,-5-4-16 16,-4-3 3-16,0-4-49 0,-4-1-1 15,-21-11 9-15,-4 0 27 16,3 0-33-16,6-5 17 16,9-22 35-16,11 1-1 15,0-11-23-15,15 2 24 16,7 3 18-16,-2 3 88 16,-6 9 15-16,-6 6-62 15,-5 7-29-15,-3 7-30 16,-5 0-86-16,-12 3-246 15,-1 6-720-15</inkml:trace>
  <inkml:trace contextRef="#ctx0" brushRef="#br0" timeOffset="193175.23">10421 14807 424 0,'0'0'770'16,"0"0"-570"-16,0 0-132 15,0 0 19-15,0 0 15 16,0 0-44-16,0 0 8 16,101-85-15-16,-89 71-20 15,-5-3 27-15,-3 2-3 16,-2 1-22-16,-2 4-15 16,0 3-18-16,0 2-37 15,-19 5-166-15,1 0-186 16,0 0-309-16</inkml:trace>
  <inkml:trace contextRef="#ctx0" brushRef="#br0" timeOffset="194143.01">11371 13939 1243 0,'0'0'327'0,"0"0"-235"16,0 0-63-16,0 0-29 16,0 0-2-16,0 0 2 15,0 0 73-15,-5 144 28 16,-11-32 34-16,-6 40 7 0,-5 18-25 16,2-1-12-1,6-9-23-15,5-27-41 0,5-7 26 16,5-10-39-16,0-9-4 15,2-17-2-15,2-14-21 16,-3-18 7-16,3-3-8 16,0 7 0-16,0 4 3 15,0 6-2-15,0-14 5 16,0-8-6-16,0-10-28 16,0-9 28-16,5-9-11 15,-3-8 7-15,0-7 4 16,-2-7 0-16,0 5-1 0,2-5 1 15,-2 0 1-15,0 0 9 16,0 0-10-16,0 0-6 16,0 0 6-16,0 0-1 15,0 0-5-15,0 0-11 16,0 0 11-16,0 0 5 16,0 0 1-16,0 0 0 15,0 0-1-15,2 0 11 16,1 0-10-16,5 0 1 15,8 0 13-15,11 0 3 16,11 0-16-16,11 0 0 16,7-5 9-16,6-2-3 15,3-2-14-15,-3 4-20 0,9-9-68 16,-15 6-139-16,-14-7-345 16</inkml:trace>
  <inkml:trace contextRef="#ctx0" brushRef="#br0" timeOffset="194637.63">11604 13975 1861 0,'0'0'527'15,"0"0"-433"-15,0 0-19 16,0 0-51-16,0 0 6 16,127-34-11-16,-80 34-18 15,1 0-1-15,4 0-180 16,-9 7-289-16,-7 0-752 0</inkml:trace>
  <inkml:trace contextRef="#ctx0" brushRef="#br0" timeOffset="195989.76">12563 14004 886 0,'0'0'328'16,"0"0"-160"-16,0 0-55 0,0 0 21 15,0 0-76-15,0 0-58 16,0 0 0-16,94-82-14 16,-63 64 14-16,-2 9 54 15,-9 9 63-15,-7 0-37 16,-11 14-33-16,-2 21 50 16,-8 11 32-16,-26 7-16 15,-11 0-29-15,-3-2 23 16,-2-7-74-16,13-10-17 15,10-12 1-15,13-11-16 16,12-2-2-16,2-6-21 16,22-3-51-16,18 5 73 0,10-5 0 15,1 4 0-15,-4-2-7 16,-12 8 7-16,-15 6-1 16,-15 10-19-16,-5 6 20 15,-22 7 20-15,-19 1-2 16,-5-1 10-16,-1-5-6 15,11-8-22-15,14-8-6 16,11-9-64-16,11-9-93 16,19-4-5-16,16-16-22 15,5-9-205-15</inkml:trace>
  <inkml:trace contextRef="#ctx0" brushRef="#br0" timeOffset="196235.24">12949 14154 1547 0,'0'0'353'0,"0"0"-256"0,0 0 74 16,-16 130-4-16,12-82-48 16,4-6-58-16,4-7-27 15,21-8-10-15,6-9-12 16,7-13 16-16,1-5-26 16,0 0 8-16,-6-23-10 15,-6-9-5-15,-10-8-3 16,-7-8-37-16,-8 2-28 15,-2-1 14-15,0 7 39 16,-2 11 19-16,-10 12-95 16,-10 17-74-16,2 0-304 15,4 4-305-15</inkml:trace>
  <inkml:trace contextRef="#ctx0" brushRef="#br0" timeOffset="197123.86">13676 14219 1317 0,'0'0'332'0,"0"0"-55"16,0 0-132-16,0 0-38 15,0 0-54-15,0 0-41 16,0 0 13-16,67-54-25 0,-52 54 6 16,-1 6 22-16,-4 18-13 15,-3 7 27-15,-7 6 23 16,0 5-19-16,0 0 19 16,-11-1-19-16,-5-7-23 15,5-8 24-15,3-8-47 16,3-8 2-16,5-6 13 15,0-4-15-15,0 0 25 16,0 0-25-16,5-12-7 16,10-19-11-16,7-11-27 15,1-10 4-15,-2 0-28 16,-5 10-67-16,-7 16 136 16,-5 12 72-16,-4 14-15 0,0 0-57 15,0 20 22 1,0 9-19-16,0 10 39 0,8 1-23 15,9-3 7-15,12-7-26 16,7-4-1-16,9-8 1 16,5-11-49-16,18-7-107 15,-12-5-172-15,-10-18-554 0</inkml:trace>
  <inkml:trace contextRef="#ctx0" brushRef="#br0" timeOffset="197625.34">14511 13569 705 0,'0'0'880'16,"0"0"-756"-16,0 0-124 16,-114 14 41-16,66 15 70 15,1 9 61-15,5 1 27 16,10 2-101-16,12-5-24 0,9-4-37 16,9-5-16-16,2-12-20 15,0-4-1-15,17-8 0 16,6-3-1-16,2 0-16 15,2-20-93-15,2-12-20 16,-4-11-40-16,2-2-51 16,-2-1-3-16,-5 7 125 15,-7 10 99-15,-1 12 272 16,-5 14 37-16,-1 3-156 16,-2 20-122-16,-1 20 45 15,-1 16-4-15,-2 14-5 16,0-2 0-16,0-2-33 15,-7-4 1-15,-8-16-15 16,-3-4-3-16,-5-5 7 16,-4-4-24-16,-6 1 0 0,-17 5-60 15,4-7-209-15,7-12-370 16</inkml:trace>
  <inkml:trace contextRef="#ctx0" brushRef="#br0" timeOffset="198257.31">12071 14740 1211 0,'0'0'916'15,"0"0"-627"-15,0 0-164 16,0 0-34-16,120 0-76 16,9 0-14-16,63 18 13 0,35 7-13 15,14 4 50 1,-10-4 0-16,-25-9 10 0,-15-4 9 15,-21-5-49-15,-37-4-13 16,-32-3-8-16,-32 0 0 16,-11 0-6-16,2 2-76 15,9 2-50-15,-11 2-193 16,-20-6-601-16</inkml:trace>
  <inkml:trace contextRef="#ctx0" brushRef="#br0" timeOffset="199419.81">11625 15422 487 0,'0'0'1043'16,"0"0"-697"-16,0 0-205 16,0 0-15-16,0 0 48 15,135-22-64-15,-75 0-36 16,3 1-59-16,0-11-15 16,-6 5-18-16,-5-4-57 15,-13 4-48-15,-7-1-11 16,-12 7 19-16,-9 5 70 15,-4 9 45-15,-7 4 16 16,0 3 42-16,0 7-19 0,-9 21-14 16,-9 12 31-16,0 11 13 15,-1 6-5-15,1-1-24 16,7-2-40-16,3-12-9 16,8-8-87-16,0-11-55 15,19-10-146-15,3-13-416 0</inkml:trace>
  <inkml:trace contextRef="#ctx0" brushRef="#br0" timeOffset="199824.73">12364 15316 1478 0,'0'0'575'15,"0"0"-450"-15,0 0-27 16,0 0 20-16,0 0-50 0,0 0-10 15,0 0-18-15,-27-8-40 16,41 2-34-16,13-5-77 16,0 4-36-16,0-1 121 15,-8 8 26-15,-12 0 6 16,-7 3 1-16,-4 23 40 16,-28 11 63-16,-7 4-21 15,-9 2-46-15,6-7 24 16,13-4-61-16,11-14 3 15,18-1-9-15,0-6-31 0,29 6 20 16,12-8 4 0,3 4 7-16,-1-4 1 15,-8 4 0-15,-13 5-1 0,-12 1 0 16,-10 16-24-16,-14 1 24 16,-22 4 0-16,-4 4 0 15,-3-12-2-15,8-2-57 16,8-11-85-16,23-19-87 15,4 0-291-15,0-5-261 0</inkml:trace>
  <inkml:trace contextRef="#ctx0" brushRef="#br0" timeOffset="200030.49">12775 15250 1776 0,'0'0'238'0,"0"0"-158"15,-85 120 119-15,50-61-6 16,6 2-68-16,8 1-42 16,15 1-51-16,6-5-28 15,0-4-4-15,22-6-22 16,12-7-29-16,30-9-193 16,-4-11-134-16,-4-11-362 0</inkml:trace>
  <inkml:trace contextRef="#ctx0" brushRef="#br0" timeOffset="200839.71">12922 15575 909 0,'0'0'673'16,"0"0"-334"-16,0 0-143 15,0 0-50-15,0 0-51 16,0 0-59-16,0 0-10 15,73-88-14-15,-52 88-11 16,-4 3 17-16,-5 23-17 16,-10 10-1-16,-2 8 43 15,0 1 15-15,-20 1 0 16,-1-2-27-16,6-14-29 16,2-8 11-16,6-8-13 0,5-7-7 15,2-4 7 1,0-3-32-16,2 0 2 0,16-17-6 15,7-15-38-15,1-9-78 16,0-7-47-16,-3 4-81 16,-9 12 105-16,-6 9 175 15,-5 18 244-15,-3 5-101 16,0 14-93-16,-3 18 74 16,-1 2-4-16,4 1-37 15,0 2-18-15,0-5-38 16,20-6-9-16,6-8-18 15,6 0-30-15,15-18-85 16,-7 0-162-16,-5 0-341 0</inkml:trace>
  <inkml:trace contextRef="#ctx0" brushRef="#br0" timeOffset="201392.95">13232 15360 1311 0,'0'0'603'0,"0"0"-430"15,0 0-162-15,0 0 43 16,0 0-36-16,104-112-5 0,-75 76-7 16,-2-1 0-16,-2 3-3 15,-5 5 6-15,-7 6 53 16,-4 7 101-16,-7 12-44 15,-2 4-69-15,0 4-50 16,-2 24-56-16,-13 12 56 16,-1 9-1-16,0 5-5 15,10-4-47-15,4-7-108 16,2-2-17-16,19-19-133 16,2-7-407-16</inkml:trace>
  <inkml:trace contextRef="#ctx0" brushRef="#br0" timeOffset="201622.7">13550 15298 1322 0,'0'0'671'0,"0"0"-522"15,0 0-130-15,0 0 32 16,0 0-3-16,0 0-2 16,0 0-46-16,99 30-7 15,-72-30-79-15,-6-3-13 16,-4-20-107-16,-9-3-33 15,-6-5-79-15,-2 4 215 16,0-4 103-16,-8 9 122 16,-8 11 23-16,-6 11-145 15,2 0-39-15,4 9-281 0</inkml:trace>
  <inkml:trace contextRef="#ctx0" brushRef="#br0" timeOffset="201881.87">13724 15611 1413 0,'0'0'701'0,"0"0"-540"15,0 0-97-15,0 0 45 16,125-32-81-16,-76 28-27 0,3-1 2 16,-4 5-3-16,0 0-127 15,-2-9-79-15,-11 5-170 16,-12-8-662-16</inkml:trace>
  <inkml:trace contextRef="#ctx0" brushRef="#br0" timeOffset="202016.84">14056 15432 694 0,'0'0'1052'16,"0"0"-919"-16,0 0-43 15,-53 106 0-15,28-56-41 16,1 27-49-16,6-15-47 16,7-12-338-16</inkml:trace>
  <inkml:trace contextRef="#ctx0" brushRef="#br0" timeOffset="202248.44">14349 15593 897 0,'0'0'177'16,"0"0"-40"-16,31-111 147 16,-22 70 18-16,-3 4-81 15,-2 11 50-15,-4 14 5 16,0 9-144-16,0 3-132 15,0 23-4-15,-4 20-38 16,-9 10 23-16,-1 10-15 0,4-3-35 16,3-4-58-1,7-5-69-15,0-18-55 0,0-11-339 0</inkml:trace>
  <inkml:trace contextRef="#ctx0" brushRef="#br0" timeOffset="202431.18">14775 15348 2008 0,'0'0'226'0,"0"0"-189"16,29 128 39-16,-29-66 1 16,-21 15 1-16,-21 3-52 0,-9 0-26 15,-26 14-217-15,15-26-277 16,9-19-745-16</inkml:trace>
  <inkml:trace contextRef="#ctx0" brushRef="#br0" timeOffset="203511.52">15174 14819 940 0,'0'0'1179'0,"0"0"-886"15,0 0-243-15,0 0-33 16,0 0 14-16,0 0-18 16,116-8-5-16,-68 8-8 15,1 0-11-15,16 0-56 16,-13 0-136-16,-13-9-277 0</inkml:trace>
  <inkml:trace contextRef="#ctx0" brushRef="#br0" timeOffset="203675.51">15519 14566 1137 0,'0'0'813'0,"0"0"-694"0,0 0-44 16,-76 142 22-16,45-71 13 16,0 11-72-16,2 2-38 15,0 18-81-15,11-25-133 16,5-19-389-16</inkml:trace>
  <inkml:trace contextRef="#ctx0" brushRef="#br0" timeOffset="204390.6">17061 13892 439 0,'0'0'375'0,"0"0"-116"16,0 0-110-16,0 0-4 0,0 0 39 16,0 0 69-1,0 0-63-15,3 6-142 0,-3 26 42 16,-11 10 21-16,-5 2-57 15,-4 1-6-15,6-10-29 16,4-11-9-16,5-7-8 16,5-9-2-16,0-6-21 15,5-2-6-15,17 0 21 16,9 0 6-16,5-2-76 16,-1-2 40-16,-1 4 27 15,-5 0 8-15,-7 6 1 16,-11 24 26-16,-11 5-18 15,0 11 36-15,-20 0-2 16,-12-3-34-16,-3-4 39 0,2-12-47 16,4-4 0-16,4-15-24 15,5-6-25-15,-6-7-59 16,3-16-168-16,5-9-367 0</inkml:trace>
  <inkml:trace contextRef="#ctx0" brushRef="#br0" timeOffset="204533.25">17090 13830 758 0,'0'0'985'16,"0"0"-672"-16,132-10-188 15,-63 10-76-15,5 5-26 16,-3 12-23-16,-4 1-11 16,2 8-32-16,-15-3-188 0,-17-3-348 15</inkml:trace>
  <inkml:trace contextRef="#ctx0" brushRef="#br0" timeOffset="204858.06">18073 13805 1129 0,'0'0'681'16,"0"0"-488"-16,0 0-176 15,0 0-16-15,-135 39 46 16,77 15 90-16,2 15 5 0,7 7-62 16,13 0 6-16,12-2-10 15,14-9-41-15,10-12-9 16,0-9-11-16,23-13-6 16,4-12-9-16,2-9-5 15,0-10-29-15,-7-2-3 16,-6-25-53-16,-10-9-91 15,-6-7-8-15,0 1 53 16,-15 8 32-16,-18 20-80 16,1 6-119-16,8 8-248 0</inkml:trace>
  <inkml:trace contextRef="#ctx0" brushRef="#br0" timeOffset="205740.03">18129 13990 755 0,'0'0'383'16,"0"0"-9"-16,0 0-58 15,0 0-35-15,0 0-55 16,0 0-109-16,0 0-73 16,103-46-25-16,-74 66-13 0,-5 13-6 15,-8 7 21-15,-10 6-21 16,-6-2 15-16,0-3 22 16,-6-2-25-16,-5-7 0 15,2-13-9-15,2-2-3 16,5-11 0-1,0-3-15-15,2-3-4 0,0 0 17 16,4-19-17-16,14-17-3 16,6-16-343-16,1-6 123 15,0-4-29-15,-5 11 61 16,-7 17 210-16,-9 19 279 16,-4 15-105-16,0 1-101 15,-6 31 37-15,-7 11 67 16,3 3-45-16,8 4-58 0,2-2-23 15,12-8-19-15,19-8-32 16,9-2-13-16,6-12-74 16,24-18-104-16,-12 0-181 15,-12 0-509-15</inkml:trace>
  <inkml:trace contextRef="#ctx0" brushRef="#br0" timeOffset="206095.72">19063 13291 1234 0,'0'0'481'16,"0"0"-341"-16,0 0-89 15,-127 40 87-15,82 12 24 16,8 15-7-16,8 5-44 16,13-1-17-16,11-5-63 15,5-9 8-15,18-11-32 16,14-12-5-16,5-10 10 16,2-14-11-16,-4-10-1 15,-6 0 0-15,-11-12-2 16,-9-15-9-16,-9-5-27 15,0-1-47-15,-22 3-38 16,-30 18-21-16,8 10-113 0,1 2-331 0</inkml:trace>
  <inkml:trace contextRef="#ctx0" brushRef="#br0" timeOffset="206723.79">16623 14730 1038 0,'0'0'1029'0,"0"0"-780"16,0 0-200-16,148 0-37 15,-3 0 38-15,71 7-8 16,37-4 32-16,5-1 15 16,-15-2-23-16,-35 0 22 15,-17 0 9-15,-17 0-9 0,-37 0-14 16,-37 0-74-16,-32 0-23 15,-14 7-49-15,0-4-37 16,6 7-21-16,-9-2-149 16,-18-3-332-16</inkml:trace>
  <inkml:trace contextRef="#ctx0" brushRef="#br0" timeOffset="207925.2">16212 15695 1160 0,'0'0'277'0,"0"0"-182"16,120-70-82-16,-57 25-3 16,-1-1 7-16,-4-6-17 15,-6 0-5-15,-12 0-48 0,-7-1-29 16,-6 12 46-1,-7 2 36-15,-5 15 23 0,-5 11 64 16,-6 9 8-16,-4 4-47 16,0 14-48-16,-2 26 98 15,-18 6 70-15,-3 12-36 16,-2 4-47-16,4-2 2 16,3-4-71-16,9-9-16 15,9-9-50-15,4-12-167 16,17-18-325-16</inkml:trace>
  <inkml:trace contextRef="#ctx0" brushRef="#br0" timeOffset="208355.54">16968 15348 1071 0,'0'0'396'15,"0"0"-149"-15,0 0-83 16,0 0 14-16,0 0-24 16,0 0-39-16,0 0 8 15,-7-23-92-15,22 0-31 16,8-3-9-16,6 0-52 16,0 6 11-16,-4 8 35 15,-8 12 2-15,-9 0 11 16,-8 12 2-16,-6 20 8 0,-25 14 79 15,-13 6-17-15,-6 3-16 16,9-8-32-16,7-10-4 16,18-12-12-16,16-4-6 15,0-5-25-15,31-7 24 16,8-4 2-16,3 0 2 16,-7-2-2-16,-10 1-1 15,-12 5 0-15,-13 6-3 16,-2 7-22-16,-27 8 24 15,-9 7-1-15,1-2 1 16,5-7-96-16,24-8-79 16,8-6-155-16,0-14-369 0</inkml:trace>
  <inkml:trace contextRef="#ctx0" brushRef="#br0" timeOffset="208564.89">17481 15194 1582 0,'0'0'290'16,"0"0"-178"-16,-103 148 61 15,61-72 31-15,4 5-45 16,7-1-65-16,8-5-44 16,15-6-41-16,8-8-9 15,4-6-9-15,27-11-53 16,38-18-112-16,-9-8-322 15,2-18-782-15</inkml:trace>
  <inkml:trace contextRef="#ctx0" brushRef="#br0" timeOffset="209299.86">17614 15484 629 0,'0'0'806'16,"0"0"-486"-16,0 0-111 16,0 0-31-16,0 0-113 15,0 0-18-15,0 0 3 16,87 24-2-16,-87 15 17 15,0 10 11-15,-6-3-4 16,-17 3-17-16,1-9-34 16,4-13-6-16,4-4-3 15,8-11-12-15,4-6-1 16,2-3-11-16,0-3-31 0,10-5-9 16,15-22-22-1,11-8-98-15,2-14-54 0,-2 0-98 16,-9 8 167-16,-12 15 157 15,-9 13 312-15,-6 13-71 16,0 0-148-16,-2 26-58 16,-9 6 102-16,3 4-53 15,6-4-30-15,2 2-29 16,6-10-13-16,21-4-12 16,8-4-10-16,5-9-65 15,16-7-94-15,-9-3-315 16,-9-15-442-16</inkml:trace>
  <inkml:trace contextRef="#ctx0" brushRef="#br0" timeOffset="209711.44">18002 15101 1445 0,'0'0'661'16,"0"0"-435"-16,0 0-130 16,0 0-10-16,0 0-57 0,0 0-19 15,0 0-10-15,69 11 2 16,-40-4-1-16,-2-1-1 15,0-2-21-15,-5-4-22 16,-9 0-33-16,-3 0 1 16,-6 0 58-16,-4 0-11 15,0 0 28-15,0 0 5 16,0 7-5-16,-4 7 0 16,-6 8 0-16,-3 11 60 15,1 7 6-15,2 6-44 16,1 0 6-16,3 0-28 15,-4-7-68-15,-3-3-68 16,1-10-144-16,-1-11-354 0</inkml:trace>
  <inkml:trace contextRef="#ctx0" brushRef="#br0" timeOffset="209849.33">17962 15342 1597 0,'0'0'541'16,"0"0"-313"-16,0 0-59 15,138-40-102-15,-86 36-67 16,10 4-22-16,-13 0-213 16,-7 7-481-16</inkml:trace>
  <inkml:trace contextRef="#ctx0" brushRef="#br0" timeOffset="210041.7">18384 15570 1987 0,'0'0'608'15,"0"0"-533"-15,0 0-46 16,0 0-29-16,0 0-3 16,0 0-37-16,166 0-141 15,-114 5-352-15,-8-5-1306 0</inkml:trace>
  <inkml:trace contextRef="#ctx0" brushRef="#br0" timeOffset="210440.46">18920 15448 639 0,'0'0'901'0,"0"0"-714"15,0 0-114-15,0 0 181 16,0 0-99-16,0 0-75 16,0 0-22-16,-66-2-18 15,68-3 16-15,16 0-20 16,1-5-30-16,4 2-6 16,-3 8-5-16,-5 0 2 15,-3 0-3-15,-10 4 12 0,-2 22 5 16,-14 13 35-1,-19 4 28-15,-5 6-20 0,5-9-41 16,13-5-5-16,18-3 2 16,2-6-10-16,35-7 0 15,17-1-23-15,6-9 23 16,-2-4 1-16,-14-1-1 16,-18 4-1-16,-24 0 0 15,-6 11-66-15,-46 12-20 16,-41 13-61-16,10-1-186 15,12-13-485-15</inkml:trace>
  <inkml:trace contextRef="#ctx0" brushRef="#br0" timeOffset="210743.95">19356 15272 2097 0,'0'0'315'0,"0"0"-288"16,0 0-21-16,46 130 43 15,-46-59-9-15,-9 8-8 0,-24 6-3 16,-10 1-29 0,-1-7-32-16,-6 0-81 0,11-20-184 15,14-21-382-15</inkml:trace>
  <inkml:trace contextRef="#ctx0" brushRef="#br0" timeOffset="211838.57">19705 13834 9 0,'0'0'1569'0,"0"0"-1074"16,0 0-335-16,0 0-41 15,0 0-29-15,0 0-53 0,0 0-23 16,129-9-14-16,-73 4-1 16,6 5 0-16,1-4-8 15,-1-2-17-15,-6-2 0 16,-7-3-31-16,-11 2 47 16,-11-1 10-16,-12 4 0 15,-5 6 0-15,-8-4 9 16,-2 4 18-16,0 0 8 15,0 0-23-15,0 0-6 16,0 0-6-16,0 22-29 16,0 19 17-16,0 32 12 15,-2 42 12-15,-17 33 37 16,-3 19-22-16,-2-1 26 0,-3-6-19 16,0-7-5-1,-4-1 21-15,-4-6-30 0,-1-3-7 16,4-13 5-16,10-8-17 15,6-19 2-15,10-23-3 16,6-19 0-16,0-8-2 16,0 1-5-16,0 4 1 15,0-4 6-15,0-17-27 16,0-11 27-16,0-14-17 16,0-6 17-16,0-2 20 15,-4-4-20-15,-15 0 31 16,-12 0 22-16,-15 0-53 15,-16 0 0-15,-55 0-82 16,14 0-202-16,10 4-372 0</inkml:trace>
  <inkml:trace contextRef="#ctx0" brushRef="#br0" timeOffset="212974.57">18949 14712 1542 0,'0'0'403'0,"0"0"-155"16,0 0-25-16,0 0-74 16,0 0-60-16,0 0-66 15,0 0-9-15,56-4-14 16,-4 4 0-16,10 0 2 15,11 0-2-15,6 10-2 16,29 4-33-16,-18-4-274 16,-12-3-656-16</inkml:trace>
  <inkml:trace contextRef="#ctx0" brushRef="#br0" timeOffset="213407.21">20895 14913 1403 0,'0'0'659'16,"0"0"-509"-16,0 0-46 15,0 0 57-15,0 0-78 16,0 0-39-16,0 0-31 16,29-26-10-16,-21 8 30 15,-6 0-32-15,-2 0 13 0,0 4-14 16,-14 6-12-16,-17 8-29 16,4 18-258-16,5-1-358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5206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87.94225" units="1/cm"/>
          <inkml:channelProperty channel="Y" name="resolution" value="138.46153" units="1/cm"/>
          <inkml:channelProperty channel="T" name="resolution" value="1" units="1/dev"/>
        </inkml:channelProperties>
      </inkml:inkSource>
      <inkml:timestamp xml:id="ts0" timeString="2022-10-06T13:03:46.08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18926 2108 0</inkml:trace>
  <inkml:trace contextRef="#ctx0" brushRef="#br0" timeOffset="1145.24">19621 1811 0,'49'0'140,"1"0"-124,-1 0 0,26-25-1,24 0 1,124-74 0,-148 74-1,49 0 1,-50 0-16,-24 1 15,-1-1 17,1 25-32,-1-50 31,-24 50-31,0 0 31</inkml:trace>
  <inkml:trace contextRef="#ctx0" brushRef="#br0" timeOffset="2442.13">20241 1836 0,'0'0'16,"-25"0"15,25 24 16,0 1 15,0 0-46,0 25 0,0-26-1,25 1-15,-1 25 31,-24-25-31,0 49 32,0-24-32,0-1 31,25-24-15,-25 0 15,0 0-31,0 49 15,0-24 1,0-26 15,0 1-15,0 0 62,0 0 78,0 0-140,0-1 15</inkml:trace>
  <inkml:trace contextRef="#ctx0" brushRef="#br0" timeOffset="4349.74">20563 2183 0,'0'25'47,"0"-1"-32,0 1 1,0 0 15,0 49-31,0-49 32,0 0-32,0 0 31,0 0-16,0-1 126,0 1 297,0 0-392,0 0 33</inkml:trace>
  <inkml:trace contextRef="#ctx0" brushRef="#br0" timeOffset="5248.1">20563 1960 0</inkml:trace>
  <inkml:trace contextRef="#ctx0" brushRef="#br0" timeOffset="7779.21">20861 2307 0,'0'49'31,"0"-24"-15,0 0-16,0 25 31,-25-1 0,25-24-15,0 0 0,-25-25 109,25 25-79,0-50 189,25 0-220,0 0 17,-25 0-17,25 1 1,-25-1 0,0 0-1,0 0 1,24 25 15,-24-25-15,0 1 46,25 24-46,-25-25 15,25 25-31,0 0 16,0-25 31,-25 0-32,24 0 16,-24 1-15,0-1 15,25 25 16,-25 25 16,0-1-63,0 1 15,0 0 1,0 0 0,0 24-1,0-24 1,0 50-1,-25-51 1,25 1 0,0 0-1,0 0 17,-24 0 14</inkml:trace>
  <inkml:trace contextRef="#ctx0" brushRef="#br0" timeOffset="10872.72">21406 1662 0,'0'25'47,"0"0"-16,-24-25-15,24 24-1,0 1 17,0 0-17,0 0 32,0 0 0,0-1-31,0 1-1,0 0 1,0 0-1,0 24 1,0 26-16,0-50 16,0 24-1,0 26 1,24-51 0,-24 1-1,0 0 1,25 0 15,-25 0 0,0-1-15,0 1 0,0 0-1,25 0 1,-25 0-1,0-1 17,0 1-17,0 0 32,0 0-16,0 0 63,0-1-78,0 1 31,25-25 109,-25-25-140,25 1-1,-25-1 1,24 25-1,-24-50 1,25 25 0,25-24-1,-25 24 1,-1 0 0,1 25-1,-25-25 1,25 25 62,-25 25 78,0 25-109,0-25-31,0-1 15,0 1-15,0 0 15,0 0 0,0 0 0,0-1 1,0 1-1,0 0 16</inkml:trace>
  <inkml:trace contextRef="#ctx0" brushRef="#br0" timeOffset="12274.15">20762 1885 0,'0'25'15,"0"-50"48,0 0-48,24 1 1,-24-1-16,25 0 31,0 0-15,0 0-1,0-24 1,-25 24 0,24 0-1,1 0 1,-25 0 0,25 1-1,-25-1 16,0 0 32,0 50 93,0 0-156,0-1 16</inkml:trace>
  <inkml:trace contextRef="#ctx0" brushRef="#br0" timeOffset="14895.55">23118 1860 0,'-25'0'31,"25"25"0,-25-25-15,1 25-16,24 0 16,0 0-1,-50 49 1,50-49-1,0 24 1,0 1 0,0-25-1,0 24 1,25-24 15,-25 0-15,49 25-1,-24-50 1,0 24 15,0-24-31,0 0 32,24 0-17,-24 0 1,0 0-1,49 0 1,-49-24 0,0-26-1,0 25 1,-1-24 0,-24-1-1,0 0 1,50-148-1,-25 124 1,-25 24 0,25-24-1,-25 49 1,0 0 0,-25 50 77,25 0-77,0-1 0,0 26-1,-25-25 1,25 0-1,-25-1 1,25 26 0,0 49-1,0-24 1,25 24 0,0 25-16,0 0 15,-1 0 1,1 0-1,0-99 1,0 49 0,-25-49-1,0 0 1,0 0 15,0-1 0,25-24-15,-25 25 0,0 25 15,0-25-15,0 24-1,24-49 1,-24 25-1,0 0 32,0 0-15,0-50 139</inkml:trace>
  <inkml:trace contextRef="#ctx0" brushRef="#br0" timeOffset="16462.25">24135 1488 0,'-25'25'16,"0"-25"15,25 25-16,0 0 1,-24-1 15,24 1-15,0 0 0,-25 0 15,0 0-16,25 0 32,0-1 110,0 1-111,0 0 1,0 0-47,0 0 47,0-1-31,0 1 31,0 0-47,-25-25 15,25 25 1,0 0 0,0-1 15,-25-24-16,1 0 48,-1 0-32,25 25 32,25-25 62</inkml:trace>
  <inkml:trace contextRef="#ctx0" brushRef="#br0" timeOffset="17139.79">24160 2406 0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29T07:46:01.78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7944 15204 371 0,'0'0'39'15,"0"0"0"-15,0 0 625 16,0 0-527-16,0 0-59 16,0 0-60-16,-24-41 101 15,13 33-23-15,-1 0-19 16,1 2 91-16,3 1-76 16,0-2 5-16,2 3 51 15,2 3-97-15,1 1 91 16,3 0-142-16,0 0 15 15,0 0 13-15,0 0-26 16,0 0-2-16,0 0 0 0,0 0 34 16,0 0-25-16,0 0-9 15,0 0 0-15,0 0 3 16,0 0 6-16,0 0 17 16,0 0 16-16,0 0-11 15,0 0 48-15,0 0-79 16,0 0 7-16,0 0 16 15,0-5-11-15,0 5-12 16,0 0 0-16,3 0 27 16,3-4-23-16,8-4-4 0,5-4 0 15,10-8-22 1,9-8 22-16,11-4 0 0,10-4-1 16,12-6 24-16,30-12-32 15,30-14 9-15,31-7 0 16,-12 11-21-1,-28 14 21-15,-35 18 0 0,-22 13-1 16,7-4 22-16,9-3-22 16,9 0 1-16,-1 2 0 15,4-2-18-15,8 1 18 16,4 4 0-16,4-1 0 16,0 2 25-16,-2 1-34 15,-4 4 9-15,-8 3 0 16,-5 0-15-16,-12 5 15 15,-5-1 0-15,-3 6-1 16,-6-1 21-16,1 3-29 0,0 0 9 16,-5 0 0-16,0 3-20 15,-6 7 20-15,-6-2 0 16,-3 3-6-16,-5 5 3 16,-2 2-22-16,-3-1 25 15,4 7 0-15,-4 0-18 16,3 5 18-16,2-2 0 15,-2 4-7-15,0 1 26 16,-2-5-29-16,-3-1 10 16,0 1 0-16,-4-1-20 15,0 2 20-15,0 4 0 16,-4 2-6-16,-2 4 26 16,-4 6-46-16,-1 9 26 15,-5 1-17-15,1-1-24 0,-5 5 41 16,-3-1-10-16,-4-3-5 15,-2 5 30-15,0-5-39 16,0 8 24-16,0 1 0 16,0 4-18-16,0 3 18 15,0 3-9-15,0 3 2 16,0 4 14-16,-2 4-41 16,-2 6 34-16,0 16 0 15,-1 19-17-15,1 16 17 16,2 5 0-16,0-30 0 15,2-26 28-15,0-28-8 16,0-8-20-16,0 13 0 0,0 3 32 16,0 6-32-16,0-4-6 15,6-9 0-15,1-1-19 16,-1-8 7-16,-4 0-50 16,-2 8-168-16,0-11-16 15,-2-18-396-15</inkml:trace>
  <inkml:trace contextRef="#ctx0" brushRef="#br0" timeOffset="2373.32">9413 13457 380 0,'0'0'40'0,"0"0"24"16,0 0 495-16,0 0-405 16,0 0-86-16,0 0 0 15,0 0 38-15,25-46-42 0,-25 42-9 16,0 1 120-16,0-2-132 15,0 3 51-15,0-3 25 16,0 4-34-16,0-1 44 16,0 2-101-16,0 0-9 15,0 0 63-15,0 0-81 16,2 0-1-16,-2 0 31 16,0 0-16-16,0 0 20 15,0 0-35-15,0 0 2 16,0 0 16-16,0 0-18 15,0 0 0-15,0 0 0 16,0 0 19-16,0 0-3 16,0 0-16-16,0 0 0 15,0 0 18-15,0 0-17 16,0 0-1-16,0 0 11 0,0 0 17 16,0 0-27-16,0 0-1 15,0 0 0-15,0 0-15 16,0 0 15-16,0 0 0 15,0 0 0-15,0 0 23 16,0 0-11-16,0 0-12 16,0 0 0-16,0 0-12 15,0 0 12-15,0 0 0 16,0 0-15-16,0 0 33 16,2 0-5-16,2 0-13 15,3 2 0-15,5 6-9 16,1-3 9-16,3 4 0 0,-1 1-10 15,1-3 35 1,-1 2-12-16,3-3-13 0,-1 2 0 16,2 1 9-16,-1-2-9 15,1 0 0-15,4 5-4 16,-3-3 28-16,0 2-14 16,-2-2-10-1,0-1 0-15,-3 1-10 0,1 0 10 16,0-1 0-16,0 0-15 15,3 2 42-15,1 1-23 16,3-2-4-16,1 3 0 16,-2-1-9-16,3 1 9 15,0 0 0-15,2-2-1 0,2 2 13 16,2 0 4-16,0 0-16 16,0 0 0-16,2 2-16 15,1-1 16-15,-1-4 0 16,0 3-11-16,-1 0 33 15,-1 0-8-15,-2-2-14 16,-4 2 0-16,-1-2-12 16,-4 0 12-16,0 0 0 15,0 0-19-15,0-1 41 16,2 5-10-16,3-1-12 16,0-3 0-16,0 2-11 15,-2 2 11-15,0-5 0 16,2 4-13-16,-5-5 35 15,1 3-19-15,0-2-3 16,-3-1 11-16,-1 2-26 0,-1 1 15 16,-3-3 0-16,1 2-14 15,-1-3 34-15,0 4-12 16,-1 0-8-16,1 1 0 16,1 0-11-16,-1 0 11 15,3 2 0-15,-3-1-16 16,0 1 37-16,1-2-20 15,1 2-1-15,3-1 0 16,-2 4-2-16,-1-5 2 16,1 0 0-16,-3 5-10 0,3-8 23 15,-1 5-10 1,1-2-3-16,2 2 0 16,-2 0-2-16,-1 2 2 0,3-2-1 15,-1 0-23-15,2 0 34 16,-1 2-10-16,-1-3 0 15,1 1 15 1,0-1-19-16,-2 0 4 0,1-2 0 16,-1 3-20-16,-3-2 31 15,3 0-11-15,-3 3 0 16,5-3 10-16,0 2-13 16,0 0 3-16,4 4 0 15,-2-6 8-15,2 2-2 16,-1 0 1-16,-1 0-7 15,-1-2 18-15,2 4-25 0,-2 0 7 16,6 0 0-16,0 3-14 16,4 0 31-16,0 1-17 15,4 0 0-15,3 2 11 16,2 1-6-16,0 0-5 16,2 2 0-16,3-1-18 15,-1 1 30-15,0 4-12 16,1 0 0-16,3-3 10 15,1 6-5-15,1-3-5 16,6 0 0-16,2 5-11 16,2-5 19-16,0 0-8 15,5 0 0-15,-1-2 13 16,-2-1-11-16,0 1-2 0,1-4 0 16,3 3-20-1,9 2 35-15,10-1-15 0,27 10 0 16,23 10 42-16,-11 2-30 15,-10-8-12-15,-12-2 0 16,0-2-9-16,32 13 17 16,33 12-8-16,-2 0 0 15,-29-14 13-15,-39-12-19 16,-34-10 6-16,-12-2-57 16,9 16-20-16,-14-8-222 15,-10-6-324-15</inkml:trace>
  <inkml:trace contextRef="#ctx0" brushRef="#br0" timeOffset="3746.41">11230 14441 39 0,'0'0'884'0,"0"0"-729"15,0 0-133-15,0 0 102 16,0 0-44-16,0 0 17 15,0 0 16-15,0 0-65 16,0 0 53-16,0 0-45 16,0 0-31-16,0 0 41 15,0 0-66-15,0 0 0 16,0 0-1-16,0 0 23 16,0 0 6-16,0-2-27 15,0 0 6-15,0 1 118 16,-2-5-106-16,-5-1-19 15,-2 2 18-15,0 0 0 0,1 5 24 16,-4 0-42-16,1 0 0 16,-2 0-11-16,-3 5 11 15,1 13 0-15,1 0-8 16,7-1 30-16,3 0 0 16,4-3-22-16,0 0 0 15,0-6-18-15,0-3 18 16,11 2-4-16,3-5-14 15,1-2 36-15,-1 0-26 16,-3-2 8-16,-7-10 0 16,-4 0-20-16,0-6 20 15,-6 2 0-15,-17 4 55 16,-2 4-54-16,1 4 76 0,0 4-38 16,1 0-30-16,5 12 59 15,7 5-61-15,9 2-7 16,2-1 0-16,7-2 25 15,19 0-20-15,10-10-5 16,7-2 0-16,-5-4-26 16,-5 0 26-16,-11-8-17 15,-11-5 2-15,-11-2 13 16,0 1-9-16,-11-4-90 16,-18 6-74-16,3 6-68 15,1 6-337-15</inkml:trace>
  <inkml:trace contextRef="#ctx0" brushRef="#br0" timeOffset="5569.59">14727 15325 781 0,'0'0'774'16,"0"0"-450"-16,0 0-34 15,0 0-68-15,0 0-197 16,0 0 100-16,0 0-125 16,14-81 1-16,-14 81-8 15,0 8 7-15,0 24 0 16,0 32 1-16,0 10-1 16,0 12 123-16,0 9-123 15,-2-18 6-15,2 6 9 16,0-10-15-16,7-14-6 0,10-9-1 15,8-9-105 1,1-11 96-16,1-8-131 0,7-12-100 16,-7-6-55-16,-10-4-332 0</inkml:trace>
  <inkml:trace contextRef="#ctx0" brushRef="#br0" timeOffset="5746.86">14598 15749 1580 0,'0'0'715'0,"0"0"-455"16,0 0-260-16,0 0 6 16,0 0-19-16,136-8 13 15,-71 4-1-15,4-2-42 0,2-2-148 16,0-3 90-16,24-21-159 16,-18 6-312-16,-12-1-99 0</inkml:trace>
  <inkml:trace contextRef="#ctx0" brushRef="#br0" timeOffset="5965.46">15487 15298 1149 0,'0'0'752'0,"0"0"-477"15,0 0-246-15,0 0 1 16,0 0-30-16,0 0 53 16,-19 117 3-16,7-52 84 15,6 3-91-15,4 4-9 0,2-1-37 16,0-4 37-16,2 0-52 15,6-9 12-15,4-5-77 16,-3-9 53 0,-5-12-133-16,-4-8-44 0,-8-22-71 15,-19-2-205-15,-9-4-236 0</inkml:trace>
  <inkml:trace contextRef="#ctx0" brushRef="#br0" timeOffset="6079.62">15256 15712 1820 0,'0'0'475'0,"0"0"-464"16,173-53-11-16,-86 39-5 16,38-2-166-16,-19 6 17 0,-17-2-550 15</inkml:trace>
  <inkml:trace contextRef="#ctx0" brushRef="#br0" timeOffset="24341.44">12246 13501 497 0,'0'0'0'15,"0"0"6"-15,0 0 190 16,0 0 104-16,0 0-174 15,0 0-62-15,10 10-12 16,-8-10-35-16,0 0-4 16,0 0-13-16,-2 0-25 15,2-3 24-15,-2 0-71 16,2-1-51-16,3-1-15 16,-1-2-56-16,4 1 180 0,-2-1 9 15,-2 0 5 1,1 0 126-16,-5 4 0 0,0-3-50 15,0 0-76-15,0 0 15 16,0 0-28-16,0 1 26 16,0 2 58-16,0 1 144 15,0 2-36-15,0 0 6 16,0 0 2-16,-3 0-105 16,3 0 78-16,-2 0-147 15,2 0-3-15,-2 0 18 16,0 0-20-16,-4 0-8 15,-4 0 0-15,-1 0 22 16,-3 8 18-16,-1 0-40 16,-3 4 0-16,-2 4 24 15,-4 3-23-15,-3-2 15 0,0 5-16 16,-2-2 29-16,0 2 21 16,0 2-50-16,0-2 0 15,-2 3 40-15,4-3-38 16,1 0 15-16,-1-1-17 15,5 2 32-15,-1-4-30 16,4 1-2-16,-2 3 0 16,-1-3-15-16,-1 2 16 15,2 0-1-15,-4-2 0 16,2 1 27-16,1-2-32 16,4-3 5-16,0 0 0 15,1 0-10-15,1-3 10 16,3-1 0-16,-1 3 0 0,3-6 23 15,0 2-26-15,2 0 3 16,0-1 0-16,-2-1-17 16,2 1 25-16,-2 3-8 15,0-1 0-15,-1 2 24 16,0-2-30-16,0 0 6 16,3 0 0-16,-2-2-11 15,2-3 11-15,0 4 0 16,3-3 0-16,-3-1 22 15,2 2-28-15,0 2 6 16,-2-6 0-16,1 7-21 16,-2-3 22-16,2 4-1 15,-3-3 0-15,-1-1 26 16,1 3-40-16,-1 2 14 0,2-1 0 16,1-3-12-16,-3-1 12 15,4 0 0-15,-1 3-7 16,-2-6 29-16,2 6-16 15,-2-3-6-15,0 1 0 16,-1 2-19-16,-1-1 19 16,-1 1 0-16,2 2-2 15,-5 0 22-15,0 3-26 16,-1 0 6-16,-2 2 0 16,-2 3-11-16,-3 4 11 15,1 0 0-15,-5 4-1 0,-3 2 19 16,-3 4-18-16,-5 2 0 15,-7 4 0-15,-7 6-13 16,-4 5 13-16,-9 3 0 16,-2 7-8-16,-1 0 31 15,-9 5-19-15,1 7-4 16,0 1 0-16,0 5 13 16,0-2-12-16,6 1-1 15,3 1 0-15,7-8 27 16,2 1-18-16,4-7-9 15,2 2 0-15,2-8-6 16,2-2 6-16,4-1-9 16,1-9 3-16,5-4-78 15,4-11-45-15,10-14-170 16,7-20-482-16</inkml:trace>
  <inkml:trace contextRef="#ctx0" brushRef="#br0" timeOffset="25014.4">12599 13573 776 0,'0'0'798'15,"0"0"-505"-15,0 0-171 16,0 0-37-16,0 0 50 16,0 0-39-16,0 0 12 15,0-32-108-15,0 55-17 16,0 13 17-16,-5 19 37 15,-1 16 27-15,-4 8-2 16,4 4-53-16,-1-7 59 0,5-10-68 16,0-9 6-1,2-15-13-15,0-12 7 0,0-10-21 16,0-10 20-16,0-4-63 16,0-6 29-16,-4 0-61 15,-15-41-15-15,4-6 71 16,-5-15-913-16</inkml:trace>
  <inkml:trace contextRef="#ctx0" brushRef="#br0" timeOffset="25204.3">12688 13566 201 0,'0'0'1085'16,"0"0"-802"-16,0 0-104 0,80 102 51 16,-71-54-94-16,-9 2-28 15,0 2 96-15,-25 2-184 16,-8-4 2-16,-7-1-4 15,-1-9 7-15,-1-8-50 16,7-6-30-16,4-8-169 16,15-18 14-16,11-11-378 15,5-18-485-15</inkml:trace>
  <inkml:trace contextRef="#ctx0" brushRef="#br0" timeOffset="25435.79">13076 13254 1307 0,'0'0'172'15,"0"0"-164"-15,0 0-8 16,0 0 167-16,-18 150 14 16,7-75-51-16,4 5 98 15,2-1-185-15,5-8-5 16,0-6-20-16,0-11-18 15,10-6-44-15,-2-12-72 16,-5-14-127-16,-3-10-34 16,0-12-493-16</inkml:trace>
  <inkml:trace contextRef="#ctx0" brushRef="#br0" timeOffset="25564.48">12848 13515 1595 0,'0'0'687'15,"0"0"-687"-15,127-24-20 16,-24 14-46-16,-16 0-61 16,-9-2-214-16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29T07:53:21.03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24222 13186 42 0,'0'0'297'0,"0"0"-196"15,0 0-75-15,0 0-13 16,0 0 286-16,0 0-198 16,-7-22-92-16,7 12 2 15,0 1 0-15,11-3-10 16,3 1 15-16,-3 2-16 16,-1 0-47-16,-5 3-243 0</inkml:trace>
  <inkml:trace contextRef="#ctx0" brushRef="#br0" timeOffset="665.78">24222 13186 423 0,'60'-70'26'16,"-60"72"-3"-16,0-2-23 15,-5 0 2-15,1 0 9 16,-1 0 262-16,1 0 123 15,-1-2-235-15,1-1-55 16,0-4 106-16,-1 2-18 16,3 2-8-16,0-1-2 15,2 0-47-15,0 1 0 16,0-4-73-16,2-5-64 16,13-4 15-16,8-4-15 15,2 4-6-15,1 4 5 16,0 8-4-16,-3 4 4 0,-5 16-8 15,-5 23 6-15,-9 19 2 16,-4 13 2-16,0 6 8 16,-6-4-7-16,-7-10 8 15,5-13-14-15,8-14 4 16,0-14-15-16,8-7-2 16,21-12-15-16,15-3-29 15,8-10-99-15,4-30-144 16,-2-15-65-16,-6-17-165 15,-13-11 175-15,-8 4 359 16,-13 11 211-16,-12 20 147 16,-2 23 171-16,-2 25-330 0,-21 7-134 15,-1 41-53 1,-7 33 37-16,-1 35 81 16,12-2-82-16,5-10-3 15,11-16-1-15,4-19-24 0,0 5 11 16,0 7-8-16,0-11-21 15,-3-8 20-15,-8-8-20 16,-14-10-4-16,-8-10-20 16,-14-13-9-16,-2-9 22 15,3-12-10-15,9 0 19 16,18-21 47-16,19-19-35 16,10-13 9-16,44 2-21 0,33-8-3 15,7 12 2 1,8 10-21-16,41-1-128 0,-41 14-40 15,-6 2-351-15</inkml:trace>
  <inkml:trace contextRef="#ctx0" brushRef="#br0" timeOffset="839.32">25252 13413 555 0,'0'0'1706'0,"0"0"-1466"15,116-46-208-15,-48 34-14 16,13 8-18-16,1 4-1 16,-6 2-18-16,-18 37-131 15,-22-1-191-15,-28 1-275 0</inkml:trace>
  <inkml:trace contextRef="#ctx0" brushRef="#br0" timeOffset="974.8">25323 13655 1987 0,'0'0'349'0,"0"0"-257"16,138-14-49-16,-38 0-18 16,34 1-25-16,-9 3-126 15,29-7-52-15,-41 8-340 16,-39-3-413-16</inkml:trace>
  <inkml:trace contextRef="#ctx0" brushRef="#br0" timeOffset="1334.07">26522 13113 1609 0,'0'0'580'16,"0"0"-377"-16,0 0-111 15,-120 35-91-15,60 24 42 16,-3 13-4-16,10 9-11 16,11-2-8-16,17-10-7 15,17-16-12-15,8-13 17 16,6-12-12-16,25-10-7 15,9-11 1-15,11-7-21 16,7-18-10-16,0-26-97 16,5-33-75-16,-15-3 46 15,-5-9-168-15,-14 4-61 16,-14 24 386-16,-2 13 131 16,-7 24 522-16,-6 20-436 15,0 4-128-15,0 26-43 16,-14 22-32-16,-4 19 39 0,2 9-35 15,3 4-18-15,9-5-7 16,4-16-63-16,0-13-66 16,19-20-55-16,4-13-133 15,-6-13-363-15</inkml:trace>
  <inkml:trace contextRef="#ctx0" brushRef="#br0" timeOffset="1562.11">26919 13110 1069 0,'0'0'1134'0,"0"0"-1023"16,0 0-110-16,0 0 42 16,13 119-4-16,-13-55 45 15,-9 8-53-15,-11-2 18 16,-2-6-5-16,6-14-44 16,6-16 0-16,2-10 5 15,6-14-5-15,2-8-11 16,0-2-54-16,18-14-10 15,11-25 23-15,25-65-237 16,-10 5-219-16,-4 1-256 0</inkml:trace>
  <inkml:trace contextRef="#ctx0" brushRef="#br0" timeOffset="1672.85">27086 13116 935 0,'0'0'848'16,"0"0"-662"-16,0 0-122 0,-29 102 109 16,18-41-39-1,4 3-88-15,7-3-25 0,0-3-21 16,18-7-68-16,33-9-68 15,-1-15-57-15,-4-16-413 0</inkml:trace>
  <inkml:trace contextRef="#ctx0" brushRef="#br0" timeOffset="2148.82">27496 13430 1572 0,'0'0'952'15,"0"0"-952"-15,0 0 37 16,0 0-48-16,136 0 11 16,-72-5 0-16,4-2-100 15,18-12-138-15,-16 3-348 16,-16-4-787-16</inkml:trace>
  <inkml:trace contextRef="#ctx0" brushRef="#br0" timeOffset="2303.15">27858 13193 1925 0,'0'0'395'16,"0"0"-393"-16,0 0 18 15,-39 133 45-15,26-70-64 16,7 1-1-16,6-4-32 15,4-2-140-15,16-17-86 16,4-20-344-16</inkml:trace>
  <inkml:trace contextRef="#ctx0" brushRef="#br0" timeOffset="2634.28">28325 12797 1681 0,'0'0'560'0,"0"0"-560"16,-20 112 0-16,-4-33 57 16,-7 11 46-16,-2 4-41 15,4-1-1-15,2-7-15 16,4-14-7-16,9-14-32 16,6-16 8-16,5-16-15 15,3-14-6-15,0-9-46 16,7-3 19-16,32-25-16 15,21-21-141-15,15-10-189 16,8 2 167-16,-8 10 129 16,-15 19 83-16,-21 23 194 0,-24 4 1 15,-15 37-66-15,-22 15 10 16,-37 15-55-16,-36 19-40 16,-45 16-44-16,20-18-160 15,12-22-403-15</inkml:trace>
  <inkml:trace contextRef="#ctx0" brushRef="#br0" timeOffset="3773.16">24821 14967 1894 0,'0'0'278'16,"0"0"-278"-16,130-56-48 15,-46 10 47-15,12-19-26 16,2-5-44-16,0-10-91 15,-9-8-11-15,-13 4-28 16,-18 6-2-16,-22 15-11 16,-21 19 214-16,-15 30 49 15,0 14 231-15,-27 44-174 0,-13 56 36 16,1 43 105 0,1 13-31-16,15-23-76 0,9-38 4 15,12-37-85-15,2-19-47 16,0-3 19-16,0-4-24 15,0-2-7-15,0-16 0 16,0-10-17-16,8-4 16 16,2-13 1-16,24-46-1 15,3-7-33-15,13-20-175 16,4 5 115-16,-12 34 42 16,3 8 38-16,-12 37 13 15,-11 7 2-15,-8 36 27 16,-10 15 79-16,-4 8-6 15,0-5-24-15,0-7-33 0,0-16-43 16,0-14 10-16,0-15-11 16,4-7 0-16,21-3 13 15,15-28-13-15,20-39 0 16,10-39-107-16,1-41-31 16,-18 2 18-16,-21 37-67 15,-24 44 187-15,-8 52 47 16,0 11 215-16,-11 4-129 15,-3 21-115-15,6 32-17 16,8 15 66-16,0 14-21 16,8 2 0-16,17 1 18 15,2-10-32-15,0-8-2 16,-6-12-7-16,-9-9-16 16,-12-8-7-16,0-3 0 15,-24-3-76-15,-34 0 0 16,6-5-216-16,6-13-379 0</inkml:trace>
  <inkml:trace contextRef="#ctx0" brushRef="#br0" timeOffset="4496.68">26967 14668 1169 0,'0'0'916'0,"0"0"-721"15,0 0-195-15,-124-14 19 16,42 54-19-16,-15 18 31 16,2 11 18-16,10 1-16 15,20-8-15-15,23-12 23 16,24-13-41-16,18-11-13 16,10-17-2-16,29-9-3 15,19 0 17-15,9-32-46 16,6-23-82-16,-3-10 49 15,-10-7-71-15,-13 5-54 16,-16 15 164-16,-13 23 41 16,-14 26 158-16,-4 15-111 0,-8 64-45 15,-19 40 177-15,-2 5-56 16,4-13-38-16,5-15 9 16,5-28-54-16,-4 4 2 15,0-5-1-15,-4-8-40 16,1-20 16-16,-5-9-13 15,0-13-2-15,3-10 36 16,6-4-30-16,12-23 35 16,6-21-43-16,24-20-16 15,31-9-25-15,22-5-27 16,14 7-162-16,36 0-27 16,-22 21-91-16,-19 14-333 0</inkml:trace>
  <inkml:trace contextRef="#ctx0" brushRef="#br0" timeOffset="5646.87">27367 14858 1228 0,'0'0'1253'0,"0"0"-1253"16,0 0-67-16,0 0-50 15,0 0 43-15,0 0-174 16,0 0-441-16</inkml:trace>
  <inkml:trace contextRef="#ctx0" brushRef="#br0" timeOffset="5921.08">27345 15101 1962 0,'0'0'23'16,"0"0"-23"-16,0 0-352 15,0 0 40-15,0 0-307 0</inkml:trace>
  <inkml:trace contextRef="#ctx0" brushRef="#br0" timeOffset="10351.17">28348 14776 221 0,'0'0'588'0,"0"0"-461"15,0 0-76-15,0 0 44 16,0 0 70-16,0 0-31 0,0 0-36 15,37-39 68-15,-37 36 30 16,0 3-67-16,0 0 4 16,0 0-55-16,0 0-11 15,0 0 4-15,0 0-71 16,0 0 7-16,0 0 4 16,-2 0-10-16,-11 0-2 15,-13 6-17-15,-13 15-6 16,-7 8 23-16,-10 10-18 15,-2 2 19-15,0 4 7 16,4-3 5-16,5-2 34 16,6-6-37-16,12-4 17 15,8-8 11-15,7-8-37 0,9-2 7 16,5-6-7-16,2 3-28 16,0-8 7-16,11 6 9 15,11-6 12-15,9 2 0 16,9-3-3-16,10-9-40 15,8-17-37-15,2-9-94 16,2-14-79-16,-2-1-1 16,-8-4-4-16,-12 6 129 15,-9 4 129-15,-14 11 13 16,-7 11 188-16,-8 13 36 16,-2 4 23-16,0 5-118 15,-2 10-78-15,-14 23-30 16,1 11 123-16,5 5-36 15,8 8-42-15,2-7-20 16,25-2-1-16,18-8-43 0,9-4-4 16,11-14-11-16,7-8-64 15,13-14-112-15,-15 0-328 16,-15-8-993-16</inkml:trace>
  <inkml:trace contextRef="#ctx0" brushRef="#br0" timeOffset="15749.02">13495 15466 403 0,'0'0'283'0,"0"0"-147"0,0 0-57 16,0 0 5-16,0 0-9 15,0 0-8-15,0 0 25 16,0 0-19-16,0 0-2 16,0 0 7-16,0 0-7 15,0 0-16-15,0 0-55 16,-5 0-10-16,-4 0 9 15,1 0-28-15,-4 7 19 16,3-4-9-16,3 1-7 16,-1 0 26-16,3-4 0 0,2 3 10 15,2-3 57 1,0 0-19-16,0 0 23 16,0 0-14-16,0 0 0 15,0 1-2-15,0-1-25 16,0 0 24-16,0 0 38 0,0 0-20 15,0 0 15-15,13 0-15 16,24-20-39-16,48-22 7 16,71-36-30-16,85-37-1 15,44-25 17-15,18-3-3 16,-17 0 20-16,-43 27 12 16,-20 12-20-16,-27 19 29 15,-31 19-12-15,-40 13-37 16,-36 20 27-16,-33 12-29 15,-21 8-10-15,-4 1-3 0,-6 5 0 16,-10-3-1-16,-7 7-10 16,-8 3 11-16,0 0-19 15,0 0-19-15,0 0-26 16,-2 0-69-16,-8 0-98 16,3 3-312-16,5-1-445 15</inkml:trace>
  <inkml:trace contextRef="#ctx0" brushRef="#br0" timeOffset="17985.18">16544 14142 339 0,'0'0'587'16,"0"0"-275"-16,0 0-90 15,0 0 22-15,0 0 48 16,0 0-37-16,0 0-69 15,-29 0-60-15,34-1-120 16,13-11-6-16,11-9-21 16,6-4-61-16,5-3-85 15,-4-6-46-15,-5 0-82 16,-6-3-48-16,-9 1 6 16,-10 5 81-16,-6 6 221 15,0 9 35-15,0 11 268 16,0 5-98-16,0 5-106 15,-6 31 19-15,-6 18 126 16,3 35 1-16,-2-3-1 0,2 7-69 16,-2 6 26-16,0-16-71 15,-3 3-21-15,1-8-21 16,-5-10-45-16,1-14 1 16,-6-8 0-16,-4-11-9 15,-2-9 0-15,0-11-10 16,0-10 0-16,7-5 4 15,7-15 7-15,15-26-2 16,0-19 1-16,33-18-20 16,23-6 0-16,13 3-33 15,9 0-78-15,2 13-22 16,13 4-115-16,-18 20-46 16,-22 12-504-16</inkml:trace>
  <inkml:trace contextRef="#ctx0" brushRef="#br0" timeOffset="18551.97">17188 13582 1098 0,'0'0'528'16,"0"0"-528"-16,0 0-8 16,0 0 8-16,-62 116 156 15,33-38 69-15,2 10-4 16,12 1-44-16,8-8-54 16,7-8-74-16,0-9-34 15,22-12-2-15,7-8-13 16,4-7-55-16,4-13-68 15,11-15-99-15,-7-9-103 16,-10 0-350-16</inkml:trace>
  <inkml:trace contextRef="#ctx0" brushRef="#br0" timeOffset="18851.22">16957 13101 1305 0,'0'0'485'0,"0"0"-485"16,0 0-24-16,-72 186 24 16,37-43 88-16,3 19-34 15,17-16-54-15,8-47-80 16,7-46-309-16</inkml:trace>
  <inkml:trace contextRef="#ctx0" brushRef="#br0" timeOffset="19653.16">17558 13872 1497 0,'0'0'269'0,"0"0"-215"16,0 0-32-16,0 0 29 15,0 0-17-15,0 0 32 16,0 0 88-16,50 144-37 16,-50-85 16-16,0-7-19 15,-7-11-69-15,1-9-14 16,3-11-31-16,3-11 6 15,0-6-18-15,0-4-4 16,0 0-12-16,0-16 8 16,16-20-6-16,4-18-172 15,2-11 64-15,0 3-17 0,-8 13 130 16,-5 18 21-16,-7 18 151 16,-2 13-64-16,0 7-76 15,-5 27 32-15,-6 10 93 16,4 7-66-16,5 0 16 15,2-5-64-15,2-8-5 16,21-9-17-16,4-9-38 16,2-10 10-16,4-10-53 15,0 0-52-15,-1-16-2 16,-6-14-30-16,-3-4 0 16,-8 2 89-16,-3 6 76 15,-8 12 168-15,-2 11 5 16,-2 3-65-16,2 5-16 15,5 19-60-15,4 4 63 0,5-1-37 16,6-2-23-16,0-6-9 16,-2-6-26-16,-1-7-3 15,-11-6-19-15,-6 0 15 16,-2-2 6-16,0-22-20 16,-18-8-147-16,1-10 125 15,1-10-7-15,16-38-137 16,4 10-102-16,21 3-508 0</inkml:trace>
  <inkml:trace contextRef="#ctx0" brushRef="#br0" timeOffset="19784.92">18376 13503 1048 0,'0'0'623'16,"0"0"-342"-16,0 0-52 0,54 181-59 16,-54-60-67-16,-23 29-76 15,-29 14-27 1,-18-25-6-16,15-42-203 0,10-44-372 15</inkml:trace>
  <inkml:trace contextRef="#ctx0" brushRef="#br0" timeOffset="23643.36">18849 13874 1068 0,'0'0'1017'0,"0"0"-816"16,0 0-152-16,0 0-49 16,0 0-5-16,0 0-137 15,0 0-361-15,-2 52-53 0</inkml:trace>
  <inkml:trace contextRef="#ctx0" brushRef="#br0" timeOffset="23752">18769 14189 1502 0,'0'0'231'0,"0"0"-231"16,0 0-103-16,0 0 68 15,0 0-544-15</inkml:trace>
  <inkml:trace contextRef="#ctx0" brushRef="#br0" timeOffset="24450">19012 13922 1386 0,'0'0'622'16,"0"0"-483"-16,0 0-124 15,0 0 11-15,143-126-24 16,-87 89-2-16,-3-1-55 15,-4-1-68-15,-9-3-50 16,-10-2 39-16,-18-1-7 0,-7-3 7 16,-5 2 27-16,-7 7 107 15,-11 10 116-15,-1 11 84 16,-2 18-82-16,1 4-31 16,0 34-16-16,0 22 48 15,4 16 47-15,3 11-40 16,2 3-28-16,4-8-14 15,5-7-36-15,-1-14-3 16,3-13-42-16,0-11 7 16,0-16-4-16,0-9-6 15,0-5-15-15,0-7-6 16,0 0-16-16,10-7 22 16,7-21-19-16,15-12-148 15,3-6-71-15,1 4 130 16,-2 14 90-16,-13 18 21 0,-5 10 10 15,-9 15 2-15,-7 18 78 16,0 8 30-16,0-1 35 16,0-3-85-16,0-5-11 15,0-7-8-15,0-8-30 16,20-6-9-16,14-11-13 16,5 0-43-16,11-23 6 15,-2-18-61-15,2-15-65 16,-10-14-38-16,-4-8-83 15,-12-1-101-15,-10 8 295 16,-12 16 103-16,-2 16 391 16,0 24-24-16,-9 12-154 15,-3 3-97-15,4 30-49 0,4 19 66 16,4 9-16 0,0 4-71-16,0 6 22 0,10-2-62 15,-1-8 27-15,-2-8-11 16,-7-5-11-16,0-5 8 15,-9-4-19-15,-11-8-32 16,-4-7 11-16,1-16-121 16,6-5-136-16,5 0-537 0</inkml:trace>
  <inkml:trace contextRef="#ctx0" brushRef="#br0" timeOffset="25853.15">20216 13810 924 0,'0'0'309'15,"0"0"-45"-15,0 0-137 16,0 0-11-16,-143 44 29 15,87-2-26-15,3 3-3 16,10 3-51-16,12-7-23 16,14-7-2-16,15-7-40 15,2-8-9-15,6-7-22 16,21-7-19-16,6-5 12 16,5-12-55-16,-3-16-78 15,1-11 20-15,-7-3-29 16,-6 4 32-16,-11 4 41 15,-4 12 107-15,-6 16 201 16,-2 6-102-16,0 18-90 16,0 29 81-16,-10 29 51 0,2 4 27 15,-1 10-27-15,-2 2-56 16,-3-13-3-16,-3 1-29 16,-3-8-29-16,-3-12 14 15,-1-15-32-15,-3-11 9 16,3-15 34-16,-1-13-3 15,7-6 17-15,7-6-13 16,9-24-24-16,2-20-26 16,17-13 0-16,28-7-21 15,16 0-95-15,37-12-132 16,-14 24-249-16,-10 6-344 0</inkml:trace>
  <inkml:trace contextRef="#ctx0" brushRef="#br0" timeOffset="27017.01">20712 13834 811 0,'0'0'509'15,"0"0"-474"-15,0 0-2 16,0 0-30-16,0 0 83 16,0 0-27-16,0 0 26 15,-64 52-9-15,58-40-9 0,-1-1 28 16,5-2-44-1,0-1-4-15,2-4-12 0,0-4-27 16,0 2-2-16,0-2-5 16,0 0 4-16,0 0 35 15,0 0-7-15,0 0-5 16,0 0 29-16,0 0-33 16,0 0 0-16,0 0-24 15,0 0 0-15,0 0 0 16,0 0-3-16,0 2-5 15,0-2 7-15,0 2 2 16,0 1-7-16,0-3 6 16,0 0 0-16,0 2 0 15,0-2 0-15,0 0-15 16,0 0 15-16,-2 0-18 0,-2 0 17 16,2-2-40-16,-2-1 36 15,-3 3 5-15,-3 0 15 16,-4 10-9-16,1 12 65 15,1 9 0-15,3-1 16 16,9 2-62-16,0-6-4 16,0-3-14-16,19-8-7 15,0-6 0-15,6-9-12 16,2 0-8-16,0-7 0 16,-5-19-85-16,-5-6 14 15,-7-7-57-15,-8 1-15 16,-2 3 12-16,-2 7 90 0,-14 11 61 15,1 9 61-15,1 8 2 16,1 0-12-16,5 5 60 16,8 10-65-16,0 0-20 15,0-1-3-15,19-3-12 16,3-7-22-16,3-4 11 16,1 0-6-16,-1-11-27 15,-1-14-86-15,-3-3-52 16,-2-4-54-16,-5 0-101 15,-1 4-14-15,-7 7 248 16,0 12 92-16,-4 9 137 16,-2 6-64-16,0 31 185 15,0 12 27-15,-4 18-98 0,-2 29 5 16,2-6-23-16,2 6-40 16,-3 0-15-16,-1-15-51 15,-6 2-26-15,-1-8-4 16,-3-15-32-16,-1-14 3 15,-1-12 2-15,-2-14-2 16,-2-8 59-16,-1-12-37 16,4 0 16-16,7-30 16 15,10-14-28-15,2-12-24 16,22-10-6-16,23-2-21 16,10 2-22-16,8 8-147 15,26-9-91-15,-18 15-250 16,-11 8-880-16</inkml:trace>
  <inkml:trace contextRef="#ctx0" brushRef="#br0" timeOffset="27306.7">21451 13503 584 0,'0'0'1263'16,"0"0"-1185"-16,0 0 1 16,0 0-55-16,-33 133 143 0,12-57 16 15,1 3-77-15,7 1-23 16,3-7-12-16,10-4-50 16,0-11-10-16,0-7-11 15,14-8 0-15,7-8-24 16,-2-12-86-1,1-7-82-15,-1-16-69 0,-9-18-301 16,-5-10-747-16</inkml:trace>
  <inkml:trace contextRef="#ctx0" brushRef="#br0" timeOffset="27443.93">21206 13934 1714 0,'0'0'570'0,"0"0"-458"16,0 0-94-16,0 0 47 15,140-22-65-15,-80 19-64 0,27-8-138 16,-14 3-308-16,-11-4-586 16</inkml:trace>
  <inkml:trace contextRef="#ctx0" brushRef="#br0" timeOffset="27681.05">21827 13493 1395 0,'0'0'505'16,"0"0"-394"-16,0 0-80 16,0 0 19-16,0 0 35 15,-29 114 64-15,21-53 22 16,1 6-101-16,2 0-21 0,5-1 9 16,0-4-36-16,0-3-2 15,0-10-20-15,7-4-11 16,4-9 2-16,-2-8-107 15,-7-12-112-15,-2-6-79 16,0-10-420-16</inkml:trace>
  <inkml:trace contextRef="#ctx0" brushRef="#br0" timeOffset="27809.32">21632 13968 1523 0,'0'0'704'0,"0"0"-590"16,0 0-77-16,0 0-37 15,160-20-17-15,-58 6-185 16,-15 4-167-16,-2-5-1187 0</inkml:trace>
  <inkml:trace contextRef="#ctx0" brushRef="#br0" timeOffset="27882.84">22409 13832 508 0,'0'0'1386'16,"0"0"-1359"-16,0 0-27 15,0 0-587-15</inkml:trace>
  <inkml:trace contextRef="#ctx0" brushRef="#br0" timeOffset="41575.42">21210 15839 36 0,'0'0'103'16,"0"0"94"-16,0 0-80 16,0 0-4-16,0 0 54 15,-18 0-77-15,16 0-20 16,0 0-31-16,-3 0-39 16,1 0 94-16,-3 0-48 15,-2 0 26-15,0 0 37 16,1 0-16-16,-4 0 1 0,5 0-5 15,1 0-37-15,2 0 117 16,2 0-105 0,2 0-18-16,0 0 49 15,0 0-29-15,0 0 57 0,0 0-17 16,0 0-63-16,0 0 126 16,0 0-160-16,0 0-8 15,10-3 46-15,17-8-35 16,19-7 13-16,42-19-25 15,41-16 12-15,43-22-4 16,15-6-8-16,-9 0 0 16,-18 5-6-16,-23 14 19 0,-23 11 0 15,-23 12-13 1,-22 8 0-16,-7 5-7 0,3 1 7 16,4 0 0-16,0-1-5 15,-18 8 23-15,-12 4-15 16,-16 2-3-16,-7 6-4 15,-7 3-56-15,-2 3-19 16,0 0-91-16,-3 12 3 16,1 7-161-16,-5 3-220 0</inkml:trace>
  <inkml:trace contextRef="#ctx0" brushRef="#br0" timeOffset="42074.06">21299 16462 940 0,'0'0'384'15,"0"0"-280"-15,0 0-71 16,0 0 8-16,0 0 65 16,0 0-42-16,212-84-36 15,-58 22 99-15,50-19-17 16,24-9 17-16,-3 3 41 16,-20 15-91-16,-33 13 28 15,-18 7-88-15,-36 13-4 16,-31 10 46-16,-26 12-59 0,-13 2-22 15,1-2 21-15,0 8-122 16,0-5-37 0,-18 6-185-16,-18 2-487 0</inkml:trace>
  <inkml:trace contextRef="#ctx0" brushRef="#br0" timeOffset="46415.99">2556 16686 1038 0,'0'0'634'0,"0"0"-426"0,0 0-6 15,0 0 123 1,0 0-224-16,0 0-85 0,0 0 54 15,2-4-59 1,29-15 14-16,34-20-25 0,51-19 31 16,65-17-2-16,39-5-29 15,26-1 0-15,6 9 11 16,-16 5-2-16,2 0-9 16,-4 1 0-16,-15 6 17 15,-16 7-31-15,-27 7 14 16,-24 9-76-16,-25 8-52 15,-40 12-193-15,-31 0-256 0</inkml:trace>
  <inkml:trace contextRef="#ctx0" brushRef="#br0" timeOffset="46876">3709 15348 1088 0,'0'0'771'16,"0"0"-771"-16,0 0-98 16,0 0 85-16,0 0 26 15,0 0 3-15,0 0 23 16,43 106 49-16,9 24 64 15,13 56 39-15,-2 22-95 16,-10-7 100-16,-14-24-159 16,-11-38-37-16,-6-29 49 15,-4-33-48-15,-3-23 5 16,-1-6-6-16,4 2-86 0,11 16 49 16,-2-8-290-16,-3-22-386 15</inkml:trace>
  <inkml:trace contextRef="#ctx0" brushRef="#br0" timeOffset="50420.47">5970 16776 899 0,'0'0'328'0,"0"0"-222"16,0 0-8-16,0 0-82 16,0 0-8-16,0 0 35 15,0 0-30-15,2 3 51 16,-2-3 28-16,0 0 26 15,0 0 75-15,-5 0-139 16,-2 0-7-16,3 0 15 16,-1 0-60-16,3 0 20 15,2 0-22-15,0 0 0 0,0 5-31 16,0-5 31-16,0 6-7 16,2-2-10-16,5 0 7 15,-1 0-6-15,2-2-21 16,-4 2-83-16,-2-4-9 15,-2 0-143-15,0 0-301 0</inkml:trace>
  <inkml:trace contextRef="#ctx0" brushRef="#br0" timeOffset="51186.18">7012 16888 1084 0,'0'0'370'0,"0"0"-181"15,0 0-108-15,0 0 11 16,0 0 21-16,0 0-44 16,0 0-30-16,16 0 69 15,6 0-107-15,5 0 0 16,6 0 3-16,3 0-4 15,-2 0-37-15,-1 0-169 16,-9 0-277-16,-10 7-389 0</inkml:trace>
  <inkml:trace contextRef="#ctx0" brushRef="#br0" timeOffset="51350.32">7002 17103 1588 0,'0'0'479'15,"0"0"-415"-15,0 0-49 16,0 0 112-16,0 0-119 16,0 0-1-16,0 0-7 15,153 21-99-15,-106-17-121 16,-10-4-294-16</inkml:trace>
  <inkml:trace contextRef="#ctx0" brushRef="#br0" timeOffset="51631.18">7476 16994 1101 0,'0'0'1049'16,"0"0"-937"-16,0 0-110 16,0 0 25-16,0 0-26 15,0 0 33-15,0 0-34 16,95 0-32-16,-68 0 13 16,9 0-92-16,-9 0-159 15,-5-7-372-15</inkml:trace>
  <inkml:trace contextRef="#ctx0" brushRef="#br0" timeOffset="51817.24">7822 16763 1657 0,'0'0'296'0,"0"0"-280"15,0 0 20-15,0 0-36 16,0 0 9-16,0 152 13 15,0-91-25-15,0-3 3 16,0 11-145-16,0-21-129 16,0-13-623-16</inkml:trace>
  <inkml:trace contextRef="#ctx0" brushRef="#br0" timeOffset="52484.8">7723 16529 510 0,'0'0'354'16,"0"0"-71"-16,0 0-126 15,0 0-47-15,0 0-10 16,-127-21-55-16,100 21 8 16,0 12-45-16,-4 15-6 15,2 1 122-15,-2 12-79 16,3 4 50-16,1 6 60 0,2 8-74 16,5 5 45-16,5-1-54 15,3-4-56-15,8 0 122 16,4-4-132-16,0-5 5 15,22 1 27-15,10-6-36 16,10 0 33-16,11-3-35 16,5-10-22-16,9-9-9 15,2-14-43-15,3-8-36 16,1-15 8-16,-3-19 34 16,-6-10 53-16,-6-9 15 15,-11-10 0-15,-12-5-22 16,-12-2 22-16,-19-5-84 15,-4-2 1-15,-15 4 64 0,-18 12 19 16,-10 6 193-16,-4 11-32 16,-2 18-20-16,0 16-141 15,0 10-101-15,-15 18-43 16,12 14-229-16,10-2-667 0</inkml:trace>
  <inkml:trace contextRef="#ctx0" brushRef="#br0" timeOffset="53591.06">5907 16834 1370 0,'0'0'494'16,"0"0"-460"-16,0 0 10 15,0 0 7-15,0 0-50 16,0 0 83-16,0 0-84 16,-5 0 0-16,5 0 2 15,0 0-1-15,0-4-2 0,5-1-66 16,-3 5 67-1,-2-3-9-15,0 3 10 0,0 0-1 16,0 0 67-16,0 0-5 16,-2 3 32-16,0 9-72 15,2 7 8-15,0-1 77 16,0 3-107-16,9-1 0 16,13-6-9-16,2-11 25 15,1 1-43-15,-1-4 24 16,-9-4-19-16,-5-10-3 15,-8-12 25-15,-2 3-28 16,-2-4 15-16,-16 7-45 16,1 6 14-16,-4 14-143 15,5 0-289-15,5 0-381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29T07:48:33.274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1551 3176 377 0,'0'0'134'0,"0"0"-88"15,0 0 10-15,0 0 180 16,0 0 108-16,0 0-163 16,0-10-90-16,0 8-43 15,2 2 31-15,-2 0 37 16,0 0-16-16,0 0-20 0,0 0-26 15,0 0 1-15,0 0 29 16,0 0-20-16,0 0-13 16,0 0-3-16,0 0-20 15,0 0-5-15,0 0-22 16,0 0 0-16,0 10-2 16,0 12-3-16,0 16-8 15,0 16 12-15,0 17 10 16,-2 7 7-16,-2 5-16 15,1-2-1-15,3-5 24 16,0-4-24-16,0-5 0 16,0-9-1-16,0-8 0 15,0-7-12-15,0-8-73 16,7-12-66-16,11-16-34 0,-3-7-118 16,-1 0-213-16</inkml:trace>
  <inkml:trace contextRef="#ctx0" brushRef="#br0" timeOffset="228.37">1682 3125 1128 0,'0'0'179'0,"0"0"-98"16,0 0-1-1,0 0 15-15,112 139-12 0,-112-79 11 16,-13 7 17-16,-26 1-83 16,-7 2-10-16,-16 10-18 15,10-16-146-15,12-21-205 0</inkml:trace>
  <inkml:trace contextRef="#ctx0" brushRef="#br0" timeOffset="539.04">2307 3092 1410 0,'0'0'325'15,"0"0"-190"-15,0 0-104 16,0 0-25-16,0 0 22 16,-83 140 20-16,45-63 40 15,-2 12-11-15,2 6-32 16,10-13-22-16,-4 9-23 16,10-11-1-16,4-10-42 15,11-14-75-15,7-16-122 16,11-17-288-16,10-17-328 0</inkml:trace>
  <inkml:trace contextRef="#ctx0" brushRef="#br0" timeOffset="790.72">2512 3042 1425 0,'0'0'306'15,"0"0"-252"-15,0 0-44 16,0 0-6-16,-20 106 65 16,9-40 78-16,3 12-32 15,4 11-54-15,4-2-30 16,0 0-30-16,0-7 0 0,2-9-1 16,8-13-17-16,3-10-41 15,-1-12-39-15,-8-12-140 16,-2-10-255-16,-2-14-341 0</inkml:trace>
  <inkml:trace contextRef="#ctx0" brushRef="#br0" timeOffset="933.8">2193 3615 1927 0,'0'0'388'0,"0"0"-281"15,0 0-79-15,0 0-22 16,170-40 4-16,-75 22-10 0,39-5-25 15,-18 9-136 1,-15-4-364-16</inkml:trace>
  <inkml:trace contextRef="#ctx0" brushRef="#br0" timeOffset="1368.2">3488 3132 1255 0,'0'0'501'0,"0"0"-318"16,0 0-129-16,0 0-45 15,0 0 0-15,0 0-3 16,9 116 48-16,-9-50 37 15,0 11-42-15,2 0-7 16,-2 1-16-16,0-3-16 0,0-7-7 16,0-10-3-16,0-9-62 15,0-14 6-15,0-10-113 16,0-11-115-16,0-14-316 0</inkml:trace>
  <inkml:trace contextRef="#ctx0" brushRef="#br0" timeOffset="1625.13">3194 3456 1491 0,'0'0'217'16,"0"0"-183"-16,0 0-34 16,118-17 0-16,-64 17 0 15,2 0 1-15,2 0 0 0,0 3 32 16,-8 14-14-16,-7 5 8 15,-14 6-5-15,-14 0 24 16,-6 4 19-16,-9 3-2 16,0-1-16-16,0-2-8 15,-4-4-39-15,-7-5-1 16,-5-5-92-16,3-5-159 16,4-13-306-16</inkml:trace>
  <inkml:trace contextRef="#ctx0" brushRef="#br0" timeOffset="2328.15">3709 3612 1609 0,'0'0'362'15,"0"0"-292"-15,0 0-32 16,0 0-36-16,43 101-2 0,-24-90 14 16,10-8-7-16,4-3-7 15,8-6 6-15,1-17-6 16,-4-9-15-16,-7-5-115 15,-11 0-55-15,-11-4 12 16,-9 7-106-16,0 8 128 16,-2 11 151-16,-11 15 151 15,-5 0-39-15,3 31 2 16,3 8 51-16,3 7-17 16,9 5-62-16,0-3-9 15,0-4-35-15,18-9-26 16,6-9-3-16,7-12-10 0,8-10 10 15,1-4 21-15,4-12-33 16,1-16-1 0,-3-11 0-16,-3-7-39 0,-8-2-12 15,-5 2-34-15,-8 4 10 16,-7 10 31-16,-4 13 44 16,-5 17 63-16,-2 2-44 15,0 31-8-15,0 18 19 16,0 12 10-16,-4 15 5 15,-4 9 29-15,2 5-46 16,6-2 16-16,0-6 37 0,0-5-48 16,0-13-17-1,0-10-16-15,2-15 6 0,2-7-6 16,1-13 0-16,0-9-31 16,-3-10-28-16,3 0 59 15,-1-26-28-15,0-21 0 16,5-37-234-16,5-40-2 15,3-26-121-15,3 9 64 16,-4 36 93-16,0 40 228 16,-5 31 155-16,4 4 179 15,6 4-93-15,0 6-29 16,4 14-75-16,0 6-31 16,2 6-18-16,0 20-9 15,-5 10-12-15,-7 9-13 16,-8 2-35-16,-7 2 9 0,0-3-28 15,-13-7-28-15,-14-2-34 16,-33-9-50-16,6-8-83 16,-2-10-324-16</inkml:trace>
  <inkml:trace contextRef="#ctx0" brushRef="#br0" timeOffset="2517.92">3700 3349 1737 0,'0'0'337'16,"0"0"-260"-16,0 0-67 15,152-67 12-15,-108 51-22 16,-1 4 10-16,-1-2-10 16,-5 3-35-16,0-18-123 0,-11 3-219 15,-10-2-302-15</inkml:trace>
  <inkml:trace contextRef="#ctx0" brushRef="#br0" timeOffset="2626.05">4177 2958 773 0,'0'0'795'16,"0"0"-550"-16,0 0-149 15,0 0-60-15,0 181-36 16,-2-68 0-16,-10-15-219 16,6-18-794-16</inkml:trace>
  <inkml:trace contextRef="#ctx0" brushRef="#br0" timeOffset="3108.29">5713 2994 1303 0,'0'0'260'0,"0"0"-159"16,0 0-8-16,0 0-48 16,0 0 20-16,0 0-21 15,0 0-17-15,-5 186 79 16,-1-50-28-16,2-1-21 15,4-27-1-15,0-32-41 0,0-23-8 16,0 2-5-16,10 2-2 16,1-1-12-16,3-12-74 15,3-16-36-15,-3-10-107 16,-5-16-308-16</inkml:trace>
  <inkml:trace contextRef="#ctx0" brushRef="#br0" timeOffset="3415.91">5202 3541 783 0,'0'0'440'16,"0"0"-440"-16,0 0-166 16,152-24 17-16,-72 7-52 15,9 2 201-15,11-2 136 0,4 5-28 16,-4 7 21-16,-7 5 10 15,-12 0 0-15,-21 24-11 16,-16 12-9-16,-17 10 19 16,-14 6-15-16,-8 5-51 15,-5-2 12-15,0-2-60 16,0-11-11-16,0-12-11 16,0-13-2-16,0-12-50 15,4-5-76-15,18-12 28 16,30-48-7-16,-7 3-219 15,-1-2-194-15</inkml:trace>
  <inkml:trace contextRef="#ctx0" brushRef="#br0" timeOffset="3583.55">6419 3543 690 0,'0'0'582'15,"0"0"-388"-15,0 0-115 0,0 0 85 16,-19 123-75-16,12-80-45 16,5 0-4-16,2-10-20 15,0-8-20-15,15-11 0 16,12-10-5-16,6-4-3 15,7-11-23-15,1-21-140 16,3-26-81-16,-9 1-149 16,-10 8-303-16</inkml:trace>
  <inkml:trace contextRef="#ctx0" brushRef="#br0" timeOffset="3695.45">6667 3580 905 0,'0'0'483'0,"0"0"-364"16,0 0-7-16,0 0-24 0,0 0-47 15,-27 111 5-15,27-93-35 16,7-7-4-16,11-10-7 15,4-1-29-15,7-18-50 16,-5-9-126-16,-3-1-334 16</inkml:trace>
  <inkml:trace contextRef="#ctx0" brushRef="#br0" timeOffset="4293.81">6667 3580 129 0,'134'0'649'16,"-130"1"-417"-16,0 30-52 16,1 14 46-16,-2 22-33 15,-3 14-24-15,0 9-63 16,0-3 41-16,-8-3-104 15,-3-13 10-15,-5-16 12 16,3-12-36-16,0-15-9 0,2-10 2 16,4-10-1-1,3-6 17-15,2-2 9 0,2-12 47 16,0-22-87-16,13-19-7 16,24-30-75-16,24-33-4 15,1 7-51-15,-4 9 18 16,-6 17 33-16,-19 27-70 15,-4 3 116-15,-4 7 33 16,-17 17 37-16,-8 14 155 16,0 13-13-16,-8 2-108 15,-13 21-70-15,0 15-1 16,2 11 56-16,6 2-41 16,8 1-2-16,5-4-3 15,0-10-9-15,12-7-2 0,7-13-6 16,6-9 7-16,8-7 1 15,3-7-1-15,7-23-31 16,3-8-43-16,1-8-70 16,-2 0 11-16,-7 5-9 15,-7 13 58-15,-11 14 84 16,-8 14 5-16,-10 0 26 16,-2 25 84-16,0 4-18 15,0 3-5-15,0-2-56 16,0-8-4-16,0-5 0 15,0-10-32-15,4-4 0 16,11-3 0-16,8 0 1 16,10-10-1-16,6-7-30 15,0 0 1-15,1 2 3 16,-4 7-7-16,-5 7 21 0,-6 1 4 16,-7 4-3-16,-5 11 2 15,-9 7-54-15,-4-1-56 16,-9 0-33-16,-15-4-54 15,-5-9-287-15</inkml:trace>
  <inkml:trace contextRef="#ctx0" brushRef="#br0" timeOffset="4500.18">6817 3324 1642 0,'0'0'375'0,"0"0"-288"16,0 0-66-16,133-36-21 16,-95 28 7-16,-7 3 23 15,-4 3-24-15,-7-5-6 16,-5-11-69-16,-5 2-154 16,-4-4-164-16</inkml:trace>
  <inkml:trace contextRef="#ctx0" brushRef="#br0" timeOffset="4605.64">7213 3006 962 0,'0'0'853'0,"0"0"-689"16,0 0-158-16,-16 118-6 15,-8-18-22-15,4-14-267 0,4-14-984 0</inkml:trace>
  <inkml:trace contextRef="#ctx0" brushRef="#br0" timeOffset="5677.74">8709 3222 1060 0,'0'0'267'0,"0"0"-178"16,0 0-40-16,0 0-8 16,0 0-24-16,0 0 4 15,0 0-1-15,-2 0-13 16,2-2 4-16,0-4-9 16,-5-3-4-16,-6-5 2 0,-7 1 0 15,-6 3 9-15,-7 10-8 16,-7 3 14-16,-5 36 8 15,-1 21 13-15,1 17 71 16,10 11 22-16,13 2-9 16,13-2-34-16,7-10-43 15,5-10 6-15,21-13 4 16,10-13-52-16,11-16 10 16,6-16 14-16,12-10-25 15,6-12-7-15,7-26-48 16,1-12 16-16,-4-11 0 0,-10 1-111 15,-16 4 3 1,-18 14 92-16,-18 15 55 16,-13 20 178-16,0 7-76 15,-27 16-69-15,-8 21-1 0,-5 6 21 16,4 6 11-16,5-3-23 16,11-9-24-16,9-4-16 15,9-13-1-15,2-6-47 16,4-10-11-16,16-4 11 15,11-7 13-15,2-19-88 16,4-12-114-16,-6-4-133 16,-6 5-114-16,-13 11 483 0,-7 12 227 15,-5 14 42 1,0 5-142-16,-13 26 8 0,-1 5 1 16,1 1-9-16,9 2-38 15,4-10-24-15,0-4-13 16,6-9-44-16,15-8 1 15,7-8-7-15,8 0 1 16,6-16-3-16,2-14-92 16,3-6-39-16,-3 0 38 15,-5 4 39-15,-10 9 42 16,-14 11 12-16,-5 12 11 16,-10 0 5-16,0 24 41 15,0 9 9-15,-12-1 3 16,3-5-40-16,5-10-11 15,4-9-12-15,0-8 0 0,9 0-2 16,22-20-4-16,11-8-47 16,10-7-64-16,1 4 32 15,3 0 47-15,-7 9 32 16,-9 9 26-16,-8 13 25 16,-9 0-30-16,-9 3-14 15,-9 17-14-15,-5 5-1 16,0 1-37-16,-34-1-43 15,3-7-174-15,0-10-360 0</inkml:trace>
  <inkml:trace contextRef="#ctx0" brushRef="#br0" timeOffset="5865.68">8929 3350 1687 0,'0'0'277'16,"0"0"-242"-16,0 0-6 16,119 2-28-16,-93 17-1 15,-7 5 0-15,-15 4-36 16,-4-4-153-16,0-9-295 0</inkml:trace>
  <inkml:trace contextRef="#ctx0" brushRef="#br0" timeOffset="5976.38">9164 3229 954 0,'0'0'861'16,"0"0"-723"-16,133-9-119 15,-30 15-19-15,-14 14-154 0,-7-3-187 0</inkml:trace>
  <inkml:trace contextRef="#ctx0" brushRef="#br0" timeOffset="6345.92">10634 3198 1083 0,'0'0'803'16,"0"0"-681"-16,0 0-122 16,0 0-49-16,0 0 49 15,-2 149 69-15,-8-75 24 16,1 7 22-16,-1 4-83 15,6-5-8-15,2-5-11 16,2-12-13-16,0-12 0 0,0-12-96 16,8-16-31-1,4-11-136-15,-5-12-505 0</inkml:trace>
  <inkml:trace contextRef="#ctx0" brushRef="#br0" timeOffset="6586.8">10296 3641 1506 0,'0'0'510'16,"0"0"-510"-16,122-44-19 15,-45 24-101-15,8 0-16 16,-2 6 126-16,2 5 10 16,-8 9 79-16,-13 5-21 15,-13 22-13-15,-18 8 7 0,-12 7-2 16,-15 0 12-16,-6 0-17 15,0-2-25-15,-9-7-20 16,-6-8-28-16,1-22-89 16,4-3-122-16,3-6-360 0</inkml:trace>
  <inkml:trace contextRef="#ctx0" brushRef="#br0" timeOffset="6998.08">11083 3599 98 0,'0'0'1582'15,"0"0"-1369"-15,0 0-114 16,0 150-62-16,-2-94-36 16,-5-11 21-16,1-11-14 15,4-12 2-15,2-10 8 16,0-9-18-16,0-3 7 0,0-5-7 16,12-23-26-16,13-10-163 15,11-7 7-15,6-3 55 16,5 7 47-16,-1 13 55 15,-7 16 25-15,-10 12 96 16,-12 9 31-16,-13 26 79 16,-4 7-72-16,0 1-56 15,-15-5-23-15,-1-7-37 16,5-10-1-16,5-12-17 16,4-9 6-16,2-2-6 15,0-25 0-15,27-8-135 0,8-5 4 16,14-3 57-16,2 7 63 15,1 11 3-15,-8 10 8 16,-6 14 35-16,-9 1 37 16,-11 11-20-16,-7 15-18 15,-9 9-34-15,-2-2-16 16,-9 4-81-16,-13-13-150 16,-2-10-306-16</inkml:trace>
  <inkml:trace contextRef="#ctx0" brushRef="#br0" timeOffset="7163.79">10952 3232 2208 0,'0'0'277'16,"0"0"-277"-16,0 0-50 15,164-3-153-15,-75 4 54 16,-12 13 35-16,-9-4-263 0</inkml:trace>
  <inkml:trace contextRef="#ctx0" brushRef="#br0" timeOffset="8123.76">12503 2875 1145 0,'0'0'293'0,"0"0"-166"16,0 0-33-16,0 0-15 16,0 0-73-16,0 0 3 15,-16 177 100-15,7-31 16 16,3 15 36-16,1-25-44 0,5-36-31 16,0-40 22-16,0-7-69 15,0 1 2-15,0 1-19 16,13 0-20-16,6-18 19 15,2-11-21-15,4-13-1 16,8-13-11-16,4 0 12 16,3-27-21-16,-1-16-49 15,-1-10-25-15,-11-1-23 16,-7 4 26-16,-13 13 92 16,-7 15 19-16,0 13 37 15,-11 9-29-15,-12 4-25 16,1 27 11-16,2 6 19 15,9 12 17-15,6 1-23 0,5 0 12 16,0-3-23-16,9-10-9 16,5-5-6-16,-1-9-25 15,-4-8-18-15,-2-9-87 16,-7-6-96-16,0-14-60 16,-11-14-252-16</inkml:trace>
  <inkml:trace contextRef="#ctx0" brushRef="#br0" timeOffset="8240.7">12739 3465 1731 0,'0'0'391'0,"0"0"-294"15,132-14-97-15,-37 14-44 16,-12 4-78-16,-8 4-238 0</inkml:trace>
  <inkml:trace contextRef="#ctx0" brushRef="#br0" timeOffset="8347.94">13548 3757 2046 0,'0'0'0'15,"0"0"-308"-15,0 0-899 0</inkml:trace>
  <inkml:trace contextRef="#ctx0" brushRef="#br0" timeOffset="19409.18">3091 4979 646 0,'0'0'593'0,"0"0"-397"0,0 0-164 16,0 0-19-16,0 0 23 16,0 0-13-16,9-49 81 15,-7 46-30-15,-2-1-39 16,2-1 83-16,-2 3-31 15,0 2-5-15,0 0-6 16,0 0-23-16,0 0 20 16,0 0-62-16,3 0-9 15,2-2 42-15,-1 1-44 16,-2-1 0-16,1 2 0 16,-1 0 11-16,-2 2-2 15,0 22-9-15,0 15 0 16,0 19 104-16,-7 12-76 0,-5 5 5 15,2-2-19 1,1-8-6-16,7-14-11 0,2-13 3 16,6-16-8-16,21-14-21 15,9-8 0-15,10-8-20 16,3-25-83-16,1-11-20 16,-6-7 35-16,-6-7 39 15,-7 1 40-15,-9-1 20 16,-3 9 27-16,-9 5-9 15,-3 9 13-15,-5 12 30 16,-2 12 81-16,0 11-72 16,0 0-51-16,0 32-2 0,-9 32 17 15,-1 42 17 1,0 39 11-16,3 13 15 16,3-22 22-16,2-35-63 0,0-38-18 15,-2-12 48-15,-6 5-47 16,-1 6 16-16,-7 1-17 15,-6-10 0-15,-7-9 9 16,-10-7-9-16,-3-14-41 16,-3-8 40-16,5-15-80 15,9 0 67-15,16-29 8 16,17-19-12-16,8-11 5 16,34-9-8-16,16-7 21 15,15 1-24-15,37-25-2 0,-19 23-123 16,-13 13-229-16</inkml:trace>
  <inkml:trace contextRef="#ctx0" brushRef="#br0" timeOffset="19813.04">3995 5264 2018 0,'0'0'469'16,"0"0"-410"-16,0 0-59 15,0 0-1-15,0 0-13 16,155 2 14-16,-94 7-4 0,-3 5 4 15,-8 11-226-15,-16-5-115 16,-18 0-569-16</inkml:trace>
  <inkml:trace contextRef="#ctx0" brushRef="#br0" timeOffset="19936.98">4105 5502 1837 0,'0'0'346'16,"0"0"-217"-16,0 0-129 15,156 11-129-15,-88 1-50 16,-13 0-204-16</inkml:trace>
  <inkml:trace contextRef="#ctx0" brushRef="#br0" timeOffset="20915.93">5385 5083 329 0,'0'0'593'0,"0"0"-483"16,0 0-54-16,0 0 67 15,128-58 0-15,-105 58 53 16,-2 0 20-16,-11 16-93 16,-6 24 12-16,-4 15 88 15,0 10-90-15,-16 9-18 16,-3-5-63-16,6-7-14 15,5-12 40-15,8-12-58 0,0-12 0 16,4-9 6-16,23-12 4 16,4-5-20-16,11-5 3 15,3-24-76-15,-1-12-6 16,-2-8-72-16,-3-6-12 16,-8-6 75-16,-6 1-44 15,-8 5 59-15,-8 9 43 16,-7 14 40-16,-2 12 108 15,0 10 47-15,0 10-53 16,0 0-44-16,-4 28-57 16,-5 18 62-16,2 14 21 15,3 29-30-15,4-1 17 16,0 4-56-16,0 0-2 16,0-13 23-16,0 1-35 15,0-12 21-15,0-10-22 0,-4-10 0 16,-10-11 7-16,-1-7-7 15,-8-12 0-15,-1-6 7 16,-6-10 1-16,1-2-16 16,3-7 1-16,4-14-30 15,8-10 28-15,12-4-21 16,2-3 30-16,13-3 2 16,18 1-1-16,12 0 7 15,5 2-8-15,4-2-47 16,17-17-52-16,-13 13-188 15,-11 2-349-15</inkml:trace>
  <inkml:trace contextRef="#ctx0" brushRef="#br0" timeOffset="21122.45">6246 4630 1352 0,'0'0'648'16,"0"0"-632"-16,0 0-5 15,-60 154-11-15,31-78-2 16,-3 23-64-16,8-21-231 16,11-16-624-16</inkml:trace>
  <inkml:trace contextRef="#ctx0" brushRef="#br0" timeOffset="21465.55">6607 4853 611 0,'0'0'1174'0,"0"0"-987"16,0 0-149-16,0 0-37 16,-159 88-1-16,108-30 113 15,4 9 2-15,12 5 9 16,10-1-55-16,14-2-22 15,11-5-2-15,0-4-45 16,21-9-28-16,12-4 16 16,29-9-143-16,-7-14-118 15,-3-13-629-15</inkml:trace>
  <inkml:trace contextRef="#ctx0" brushRef="#br0" timeOffset="23620.53">6645 5300 1091 0,'0'0'332'16,"0"0"-149"-16,0 0-20 16,0 0 7-16,0 0 60 15,0 0-91-15,0 0-17 16,-7 0-11-16,7 0-75 15,0 0 23-15,0 0-30 16,0 0-22-16,2 0 62 16,13-12-57-16,10-12-12 0,6-11 0 15,7-5-69-15,-1-2 35 16,-4 2-24-16,-9 6 6 16,-6 7 31-16,-7 8 10 15,-6 7 11-15,-3 8 19 16,-2 4-19-16,0 0 5 15,0 9-5-15,-2 20 0 16,-8 14-8-16,2 8 9 16,1 5-1-16,1-1 0 15,6-5-16-15,0-12-55 16,2-14-138-16,15-12-123 16,4-12-169-16</inkml:trace>
  <inkml:trace contextRef="#ctx0" brushRef="#br0" timeOffset="23810.1">7284 4834 954 0,'0'0'789'16,"0"0"-624"-16,69 116 46 16,-53-39-127-16,-16 11-5 15,0 5-31-15,-22 3-25 16,-18 2-23-16,-9-4-64 15,-20 10-119-15,11-26-139 16,8-21-809-16</inkml:trace>
  <inkml:trace contextRef="#ctx0" brushRef="#br0" timeOffset="24393.19">7982 4705 1433 0,'0'0'370'16,"0"0"-264"-16,0 0-95 15,-93 119 45-15,28-13 52 16,-2 39 66-16,9 11-5 16,20-9-103-16,20-33-20 15,16-42 1-15,2-19-47 16,5-13 0-16,22-5-35 16,12-3-53-16,40-15-33 15,-10-15-259-15,-3-2-892 0</inkml:trace>
  <inkml:trace contextRef="#ctx0" brushRef="#br0" timeOffset="24718.19">8176 5136 614 0,'0'0'699'0,"0"0"-568"16,0 0-42-16,0 0-18 16,128-32 16-16,-107 57 75 15,-3 16-2-15,-11 13 28 0,-7 10-50 16,0 6-72-16,-9 0 31 16,-13-2-69-16,1-7 8 15,4-12-15-15,5-13-12 16,4-12-3-16,5-12-6 15,3-10-26-15,0-2 2 16,11-23-15-16,16-28-102 16,14-59-166-16,-6 9-186 15,-6 6-495-15</inkml:trace>
  <inkml:trace contextRef="#ctx0" brushRef="#br0" timeOffset="24829.58">8433 5159 327 0,'0'0'1015'0,"0"0"-688"15,0 0-20-15,-58 119-82 16,39-60-46-16,13 6-90 15,6-3-57-15,2-6-32 0,29-7-29 16,36-12-96-16,-7-14-177 16,-4-13-363-16</inkml:trace>
  <inkml:trace contextRef="#ctx0" brushRef="#br0" timeOffset="25056.49">8912 5336 1038 0,'0'0'996'0,"0"0"-638"16,0 0-249 0,0 0-58-16,0 0-39 15,0 0 3-15,0 0 40 0,144 39-55 16,-90-34-40-16,22-5-82 15,-16 0-409-15,-9-2-603 0</inkml:trace>
  <inkml:trace contextRef="#ctx0" brushRef="#br0" timeOffset="25386.39">9712 5416 1371 0,'0'0'344'0,"0"0"-251"16,49-106-49-16,-23 50-44 16,3 0 0-16,-2 1 34 15,-4 9 3-15,-5 10 51 16,-7 12 116-16,-7 12 5 15,-2 10-81-15,-2 2-124 16,0 11 8-16,0 24-24 16,-6 17 5-16,-3 12 6 15,-3 12 1-15,2 3 0 16,1 2-7-16,1-6-51 16,0 10-116-16,1-21-93 0,3-18-602 15</inkml:trace>
  <inkml:trace contextRef="#ctx0" brushRef="#br0" timeOffset="26102.92">10252 4814 965 0,'0'0'862'0,"0"0"-541"16,0 0-260 0,0 0-54-16,0 0-7 15,0 0 0-15,122 113 58 0,-86-6 8 16,-21 32-21-16,-15 10 45 15,-2-27-84-15,-22-32 12 16,-1-33-18-16,5-14-9 16,-3 5-6-16,4 5-142 15,5-9-221-15,7-20-648 0</inkml:trace>
  <inkml:trace contextRef="#ctx0" brushRef="#br0" timeOffset="26526.42">10860 5261 127 0,'0'0'1624'15,"0"0"-1109"-15,0 0-361 16,0 0-42-16,0 0-27 15,0 0-21-15,0 0 4 16,4 0-4-16,17 0-64 16,12 0-5-16,14 0 4 15,8 5 2-15,8 3 7 16,3-3-8-16,-1 0-21 16,0-5-4-16,-7 0-101 15,9 0-67-15,-18-9-109 16,-11-5-342-16</inkml:trace>
  <inkml:trace contextRef="#ctx0" brushRef="#br0" timeOffset="26729.73">11299 5034 922 0,'0'0'976'16,"0"0"-771"-16,0 0-186 15,0 0 50-15,-62 150 42 16,37-85-50-16,-2 8-12 16,1 3-45-16,3 2-4 15,10 8-120-15,4-19-206 0,9-21-421 16</inkml:trace>
  <inkml:trace contextRef="#ctx0" brushRef="#br0" timeOffset="28057.42">12094 5430 1498 0,'0'0'567'16,"0"0"-420"-16,0 0-23 15,0 0-30-15,0 0-23 16,0 0-1-16,0 0-70 16,85-118 0-16,-56 76-1 0,3-3-42 15,-1-5 4-15,0-4-16 16,-2-1-19-16,-2-3 67 15,-5 7-73-15,-1 8 80 16,-10 11 37-16,-3 10 53 16,-6 12-1-16,-2 6-64 15,0 4-16-15,0 7 6 16,0 24-7-16,0 22-8 16,-8 17 64-16,-5 15-53 15,-3 2 9-15,3 1-20 16,3-6-28-16,4-3 22 15,6-3-162-15,0-18-202 16,0-20-1124-16</inkml:trace>
  <inkml:trace contextRef="#ctx0" brushRef="#br0" timeOffset="62736.28">1773 6764 519 0,'0'0'0'0,"0"0"0"16,0 0 617-16,0 0-463 16,0 0-95-16,0 0 75 15,0-5-8-15,0 2 46 16,-4-1 14-16,2-1-42 15,-2 1-14-15,-1 1-61 0,3 1-14 16,-2-1-8-16,2 3-36 16,2 0 5-16,0 0 33 15,0 0-48-15,0 0 37 16,0 0-21-16,0 0 11 16,0 0 11-16,0 0-32 15,-2 0-5-15,2 0-2 16,-6 21-8-16,2 12 8 15,-3 18 0-15,1 9 9 16,-3 10 9-16,4 2-18 16,1 1-18-16,2-7-3 15,2-9-68-15,0 4-91 0,0-18-145 16,4-16-423-16</inkml:trace>
  <inkml:trace contextRef="#ctx0" brushRef="#br0" timeOffset="63037.83">1401 7084 204 0,'0'0'1561'15,"0"0"-1338"-15,0 0-197 16,0 0 18-16,159-20-44 16,-92 18 0-16,-2 2 3 15,-3 0-3-15,9 0-48 16,-17 8-161-16,-12-1-343 0</inkml:trace>
  <inkml:trace contextRef="#ctx0" brushRef="#br0" timeOffset="63238.18">1972 6906 1523 0,'0'0'169'0,"0"0"-110"16,-109 108 36-16,56-52-49 16,-1-2-7-16,5-3-39 15,5-9-6-15,-17-9-63 16,12-10-137-16,5-14-388 0</inkml:trace>
  <inkml:trace contextRef="#ctx0" brushRef="#br0" timeOffset="63368.58">1493 7000 973 0,'0'0'587'16,"0"0"-448"-16,0 0-42 15,134 62-48-15,-85-11-23 0,19 31-26 16,-12-12-127-16,-6-10-392 0</inkml:trace>
  <inkml:trace contextRef="#ctx0" brushRef="#br0" timeOffset="64461.98">2589 7187 1631 0,'0'0'509'16,"0"0"-406"-16,0 0-30 16,0 0-47-16,0 0-26 15,-60-109 0-15,60 62-28 16,12-10-79-16,19-1 88 16,5 3-83-16,3 8 13 15,2 8 89-15,-5 16 24 16,1 13 25-16,-1 10-37 15,-1 0-11-15,-1 22 32 16,0 3-17-16,-1 3 14 16,1-3-18-16,-3-6-6 15,-2-6 17-15,-7-4-23 16,-4-6 9-16,-10-3 18 16,-5 0-10-16,-3-11-17 0,-3-6-53 15,-18-4-6-15,-12 6 24 16,-10 8-11-16,-2 7 46 15,-2 17 24-15,7 23-7 16,7 15 25-16,8 8 9 16,17 4 4-16,8-4 31 15,0-5-49-15,26-12-22 16,12-9 19-16,11-11-34 16,9-10 0-16,4-8-25 15,3-8-15-15,-3 0-18 16,-6-22-49-16,-7-11-43 0,-13-12-31 15,-9-7-76 1,-12-1-26-16,-4 7 83 16,-6 11 200-16,-5 16 214 15,0 13 84-15,0 6-168 0,0 20-78 16,0 19 86-16,0 5 6 16,0 6-53-16,0-3-8 15,0-2-36-15,0-11-47 16,0-8-30-16,2-10 1 15,2-9-52-15,3-7 7 16,2 0 30-16,2-32 11 16,7-8-231-16,4-12 52 15,3 1 25-15,-1 6 187 0,-1 17 7 16,-4 20 146 0,-7 8-94-16,-5 20 46 0,-7 16 68 15,0 2-34-15,0-1-23 16,-7-7-7-16,1-10-22 15,-2-8-29-15,6-7-52 16,2-5 6-16,0 0-3 16,18-20-9-16,16-11-162 15,10-13-69-15,7-3 42 16,1 5 70-16,-4 10 85 16,-5 15 34-16,-12 12 92 15,-8 5-39-15,-14 22 36 16,-7 12 38-16,-2 9-17 15,0-3-39-15,-11 0-52 16,-1-8-14-16,4-8-5 0,-13-12-103 16,6-9-113-16,-3-3-152 15</inkml:trace>
  <inkml:trace contextRef="#ctx0" brushRef="#br0" timeOffset="64600.58">3312 6705 1322 0,'0'0'260'16,"0"0"-188"-16,207 0-72 15,-107 3-17-15,-6 4-227 0</inkml:trace>
  <inkml:trace contextRef="#ctx0" brushRef="#br0" timeOffset="65318.3">4545 7088 1250 0,'0'0'283'15,"0"0"-223"-15,0 0-46 16,0 0-4-16,0 0-2 16,0 0 54-16,113 11 22 15,-108 31 28-15,-5 4 19 0,0-2-83 16,0-5-1-16,0-7-25 15,0-13-16-15,0-9-6 16,9-10-14 0,8 0 14-16,6-20-7 0,6-18-60 15,-2-11-85-15,-3-7-41 16,-1 3 10-16,-10 7 126 16,-2 17 57-16,-6 26 176 15,-5 11-94-15,0 55-37 16,0 40 97-16,-3 31-21 15,-6 9-21-15,5-23 23 16,-1-32-45-16,1-30-33 0,-5-8-11 16,-7 4-34-16,-4 1 2 15,-9-6 8 1,-4-11-8-16,-1-13 23 0,3-15-10 16,6-10 4-16,10-3 26 15,11-30-41-15,4-16-4 16,19-16-37-16,22-10-42 15,14-3-81-15,26-26-68 16,-15 19-140-16,-10 13-715 0</inkml:trace>
  <inkml:trace contextRef="#ctx0" brushRef="#br0" timeOffset="65500.46">5195 6557 1704 0,'0'0'215'0,"0"0"-195"15,-62 130-11-15,29-60-9 16,-5 31-10-16,9-19-170 16,11-16-306-16</inkml:trace>
  <inkml:trace contextRef="#ctx0" brushRef="#br0" timeOffset="65718.34">5497 6711 1350 0,'0'0'176'0,"0"0"-149"16,-119 80 1-16,73-17 32 15,5 11 42-15,16 6-3 16,17 0-64-16,8-4-35 16,27-4-127-16,8-21-83 15,6-22-456-15</inkml:trace>
  <inkml:trace contextRef="#ctx0" brushRef="#br0" timeOffset="65980.7">5594 7142 1942 0,'0'0'354'16,"0"0"-268"-16,0 0-86 15,0 0-151-15,104-114-11 0,-78 78 88 16,-2-3 63-16,-3 2-9 16,-11 4-102-16,-2 8-15 15,-8 11 131-15,0 10 6 16,0 4 35-16,0 21 29 15,-8 20 109-15,2 10-79 16,4 12-18-16,2-1-76 16,0-4-1-16,4-7-93 15,16-19-110-15,-5-13-82 16,2-17-335-16</inkml:trace>
  <inkml:trace contextRef="#ctx0" brushRef="#br0" timeOffset="66137.45">6254 6657 1884 0,'0'0'221'15,"9"148"-100"-15,-24-3-10 16,-34 18-77-16,-22-3-34 16,-8-30-145-16,23-55-99 15,10-21-233-15</inkml:trace>
  <inkml:trace contextRef="#ctx0" brushRef="#br0" timeOffset="67033.82">6634 7243 1166 0,'0'0'401'0,"0"0"-175"16,0 0-141-16,0 0-42 15,0 0-42-15,0 0 24 16,0 0 15-16,17 0-21 0,-10-7-6 16,-3 0 17-1,-1 0 12-15,-3 2 62 0,0-1 47 16,-14 4-74-16,-3 2-69 16,-3 0-8-16,3 3-66 15,11 20-52-15,6-5-142 16,0-4-492-16</inkml:trace>
  <inkml:trace contextRef="#ctx0" brushRef="#br0" timeOffset="67322.66">6745 6918 622 0,'0'0'1205'0,"0"0"-1205"16,0 0-23-16,0 0-109 16,0 0-386-16</inkml:trace>
  <inkml:trace contextRef="#ctx0" brushRef="#br0" timeOffset="70134.42">4921 2735 454 0,'0'0'632'0,"0"0"-344"0,0 0-145 15,0 0 6-15,0 0 11 16,0 0 29-16,0 0 18 16,-2-16-52-16,2 16-37 15,0 0 9-15,0 0-61 16,0 0 1-16,0 0-36 15,0 0-11-15,0 0 2 16,0 0-21-16,0-2-1 16,0-2 10-16,7-4-10 15,9-8 0-15,8-5-61 16,5-4-5-16,1-1 12 16,-5-1-32-16,-2 3-6 15,-7 4-11-15,-7 6-2 16,-5 7 70-16,-4 2 35 0,0 3 4 15,0 2 30-15,0 0-31 16,0 0-3-16,-2 10-18 16,-7 10 18-16,0 6-1 15,0 5 1-15,5 0-15 16,1 0-37-16,3-6-141 16,0-6-103-16,11-11-235 0</inkml:trace>
  <inkml:trace contextRef="#ctx0" brushRef="#br0" timeOffset="70342.39">5334 2504 1258 0,'0'0'167'0,"0"0"-103"16,0 0 19-16,0 0 6 15,25 102 26-15,-25-74-8 16,0 1-27-16,0-5-27 15,-10-5-53-15,4-2-11 16,-3-9-58-16,0-6-62 16,-11-6-31-16,4-16-59 15,-3-7-773-15</inkml:trace>
  <inkml:trace contextRef="#ctx0" brushRef="#br0" timeOffset="70474.85">4973 2470 694 0,'0'0'876'0,"0"0"-637"0,0 0-147 15,0 0 1-15,-108 154 2 16,104-89-39-16,4-2-30 16,12 4-26-16,38 5-85 15,-2-17-98-15,-4-17-379 0</inkml:trace>
  <inkml:trace contextRef="#ctx0" brushRef="#br0" timeOffset="72524.95">1622 9506 1288 0,'0'0'748'15,"0"0"-571"-15,0 0-98 0,0 0-37 16,0 0-41 0,0 0 9-16,70-104-10 15,-35 67-17-15,7-6 16 16,3-1-29-16,-1-2-32 16,-3 0 16-16,-3 2 22 0,-9 1 23 15,-4 8-9-15,-8 9 10 16,-5 5 36-16,-6 11 26 15,-4 6-8-15,-2 4-54 16,0 3-9-16,0 25 9 16,-2 11 25-16,-10 12 3 15,6 7 11-15,-1 0-38 16,5-5-1-16,2-10-43 16,0-11-56-16,0-8-55 15,11-24-98-15,1 0-235 0,-6-10-244 16</inkml:trace>
  <inkml:trace contextRef="#ctx0" brushRef="#br0" timeOffset="72723.3">2309 8973 584 0,'0'0'943'0,"0"0"-785"16,0 0 32-16,31 149-44 15,-31-85-50-15,0 2 19 16,-15-6-78-16,-8-5 5 15,1-9-35-15,-3-9-7 16,-2-11-27-16,-2-9-66 16,-4-13-42-16,-25-18-31 15,9-16-146-15,2-12-278 0</inkml:trace>
  <inkml:trace contextRef="#ctx0" brushRef="#br0" timeOffset="72873.45">1540 9013 1239 0,'0'0'355'0,"0"0"-167"15,0 0-97-15,-105 127-13 16,100-57-15-16,5 4-17 16,34 0 4-16,26-6-35 15,31-4-15-15,36-11-21 16,27-25-68-16,-22-12-151 16,-30-16-401-16</inkml:trace>
  <inkml:trace contextRef="#ctx0" brushRef="#br0" timeOffset="73203.36">2902 9336 1094 0,'0'0'545'15,"0"0"-210"-15,0 0-26 16,0 0-78-16,0 0-139 16,0 0-65-16,0 0-27 0,53 0 0 15,-6 0 30-15,9 0-29 16,4 0-1-16,3 0 0 15,-3 3-65-15,-4 2-84 16,2 4-110-16,-16-4-223 16,-13-3-351-16</inkml:trace>
  <inkml:trace contextRef="#ctx0" brushRef="#br0" timeOffset="73451.38">2842 9472 1527 0,'0'0'542'0,"0"0"-308"16,0 0-59-16,0 0-117 15,0 0-58-15,0 0 12 16,183 0 7-16,-101 0-19 15,5 0-17-15,-2 0-89 16,10-7-160-16,-21-5-94 16,-19-9-529-16</inkml:trace>
  <inkml:trace contextRef="#ctx0" brushRef="#br0" timeOffset="73663.87">3546 9096 580 0,'0'0'1352'16,"0"0"-1140"-16,0 0-185 16,0 0-20-16,0 0 8 15,145 90 19-15,-111-36 62 16,-11 11-46-16,-15 11-49 16,-8 3-1-16,-29 8-6 15,-23-1-50-15,-46 23-59 16,14-26-164-16,1-16-449 0</inkml:trace>
  <inkml:trace contextRef="#ctx0" brushRef="#br0" timeOffset="76256.75">4948 2791 872 0,'0'0'589'0,"0"0"-394"16,0 0-52-16,0 0-78 16,0 0 5-16,0 0 51 15,0 0-50-15,0 0 50 16,0 0-44-16,0 0 3 15,0 0 36-15,0 0-78 16,0 0-9-16,0 0 20 16,0 0-48-16,0 0 25 15,0 0-25-15,0 0 12 16,0 0 16-16,0 0-28 16,0 0-1-16,0 0 21 0,0 0-12 15,7-10-18 1,7-8 3-16,3-5-26 0,5 0 20 15,1-3-51-15,-1-1 29 16,0 4-8-16,-4-1 6 16,-3 2 26-16,-3 0-8 15,-3 5 18-15,-3 3 9 16,-4 6-7-16,-2 4-2 16,0 2 31-16,0 2-24 15,0 0 32-15,0 0-18 16,0 0-9-16,0 0 6 15,0 0-18-15,0 9-9 16,0 13-11-16,0 9 20 0,0 10 3 16,0 5-3-1,-2 0 0-15,2-2-24 0,0-4 5 16,0-5-98-16,0-4-70 16,5-9-136-16,6-10-350 0</inkml:trace>
  <inkml:trace contextRef="#ctx0" brushRef="#br0" timeOffset="76491.78">5397 2493 1737 0,'0'0'324'15,"0"0"-251"-15,0 0-72 16,0 0 30-16,0 0-14 16,75 116-17-16,-75-54 6 15,-2 10-6-15,-45 27-144 16,2-14-196-16,1-18-713 0</inkml:trace>
  <inkml:trace contextRef="#ctx0" brushRef="#br0" timeOffset="80513.83">3056 9110 886 0,'0'0'240'0,"0"0"-81"16,0 0-26-16,0 0 17 15,0 0-64-15,0 0 35 16,0 0 18-16,-2-67-47 16,-3 62 26-16,-4 1-18 15,-6-1-45-15,-10 5 45 16,-13 0-100-16,-13 9-10 15,-14 24 9-15,-7 14 1 0,6 12 17 16,5 8 5 0,20 1-10-16,14-2 55 0,20-5-55 15,7-7-4-15,22-6-8 16,25-8-7-16,15-4 6 16,50-17-191-16,-14-8-179 15,-11-11-954-15</inkml:trace>
  <inkml:trace contextRef="#ctx0" brushRef="#br0" timeOffset="84366.25">4955 9189 618 0,'0'0'903'0,"0"0"-683"15,0 0-47-15,0 0-59 16,0 0 7-16,0 0 31 16,0 0-84-16,-13-83-22 15,13 71-46-15,6-2 7 16,10-1 24-16,4 0-25 15,2 3-6-15,3 1 0 16,0 11 2-16,-4 0-10 16,2 11-8-16,-5 19 16 0,-5 10 49 15,-7 8-24 1,-6-1 23-16,0 2-20 0,0-5-8 16,-12-6 14-16,-2-7-34 15,3-8 10-15,2-7 19 16,5-7-22-16,1-6-7 15,3-3 0-15,0 0-12 16,0 0 0-16,18-14-66 16,13-18-9-16,11-16-115 15,5-13-106-15,1 0-5 16,-6 6 102-16,-13 14 181 16,-14 19 30-16,-12 18 106 15,-3 4 0-15,-14 30 15 0,-13 14 64 16,2 7-1-16,6 4-49 15,9-6-58-15,10-5 10 16,12-10-86-16,24-8 8 16,17-11-9-16,12-6-6 15,4-9-135-15,18-14-70 16,-16-15-131-16,-15-3-633 0</inkml:trace>
  <inkml:trace contextRef="#ctx0" brushRef="#br0" timeOffset="84727.14">5633 8785 1099 0,'0'0'265'16,"0"0"-22"-16,0 0-8 16,0 0-89-16,0 0-68 15,0 0-58-15,0 0-12 16,77-34 24-16,-72 74-29 16,-5 12 71-16,-11 4 77 15,-18 0-49-15,-2-5-11 16,6-14-45-16,10-11-45 0,10-8 32 15,5-9-33-15,16-4 0 16,24-2-10-16,18-3 10 16,8 0-64-16,26-10-171 15,-16-11-162-15,-16 5-575 0</inkml:trace>
  <inkml:trace contextRef="#ctx0" brushRef="#br0" timeOffset="85199.82">5953 9210 1285 0,'0'0'357'16,"0"0"-125"-16,0 0-35 15,0 0-147-15,0 0 31 16,0 0 0-16,0 109 0 16,0-68-32-16,5-2-40 0,11-6-18 15,1-8 2-15,6-10-36 16,1-8 30-16,5-7-61 15,0-7-31-15,-2-19-25 16,-5-7-168-16,-6-10 10 16,-7-3-2-16,-3 3 74 15,-1 6 216-15,-5 13 61 16,0 14 275-16,0 10-95 16,0 10-181-16,-7 31 112 15,-4 14-27-15,0 14-2 16,2 6 43-16,0 6-80 0,3-3-10 15,-6-3-38 1,1-6-31-16,-6-9 17 0,-6-9-44 16,-4-11 0-16,-6-13 0 15,-5-8 12-15,-2-11-24 16,0-8 13-16,9 0-1 16,10-27 26-16,15-10-26 15,6-11-9-15,20-7-15 16,24 1 12-16,14 1 11 15,13 10-77-15,8 7-76 16,30-1-22-16,-19 8-187 16,-17 7-312-16</inkml:trace>
  <inkml:trace contextRef="#ctx0" brushRef="#br0" timeOffset="85440.82">6603 9288 1553 0,'0'0'554'15,"0"0"-326"-15,0 0-99 16,0 0-92-16,0 0-1 16,0 0-36-16,115 0 0 15,-64 5 27-15,1 2-21 16,-1 0-12-16,-6-4-17 15,-3 1-104-15,-7-4-62 0,-8-2-288 16,-11-14-281-16</inkml:trace>
  <inkml:trace contextRef="#ctx0" brushRef="#br0" timeOffset="85591.2">6890 9133 1250 0,'0'0'741'0,"0"0"-640"16,0 0-48-16,-83 135 34 15,54-79 4-15,0 8-74 16,2 1-9-16,6 0-8 16,0 12-139-16,10-19-143 15,4-17-506-15</inkml:trace>
  <inkml:trace contextRef="#ctx0" brushRef="#br0" timeOffset="87249.34">7480 9238 405 0,'0'0'947'0,"0"0"-674"15,0 0-34-15,0 0-82 0,0 0-104 16,45-107 3-1,-16 91-56-15,2 9 0 0,1 7-1 16,-1 0 7-16,-4 23 8 16,-5 10 6-16,-9 11 48 15,-6 6 58 1,-7-1-68-16,0 2-14 0,-9-7-24 16,-5-6-11-16,1-7 27 15,2-12-36-15,7-6 0 16,-1-8-23-16,5-5 19 15,0 0-41-15,0-2-29 16,14-25 19-16,25-39-260 16,7-7-274-16,-4 7-118 15,-9 12 316-15,-27 42 391 16,-6 12 546-16,0 0-198 0,-2 7-177 16,-15 25 27-16,-6 7 25 15,3 7-50-15,7 0 12 16,7-1-98-16,6-8-3 15,4-7-57-15,23-5-27 16,13-13 0-16,9-8-13 16,4-4-120-16,0-13 28 15,-3-12-138-15,-10-11-1 16,-9-5-54-16,-13 2-10 16,-7 2 123-16,-9 11 185 15,-2 17 406-15,0 9-127 16,-11 2-201-16,-1 23 83 15,6 3 10-15,6 4-67 0,0-1-1 16,14-6-91-16,15-2-11 16,9-11-1-16,4-6-28 15,-3-6-64-15,-2-4-123 16,-10-35-33-16,-12 6-26 16,-11-2-102-16</inkml:trace>
  <inkml:trace contextRef="#ctx0" brushRef="#br0" timeOffset="87482.95">8341 9282 907 0,'0'0'260'0,"0"0"49"16,-16 108-69-16,10-33-40 16,-3 9-37-16,3 3-45 15,-4-2 5-15,1-3-63 0,-1-7-35 16,-2-12 26 0,-5-7-50-16,-6-15-1 0,-8-10 38 15,-3-8-30-15,1-14 36 16,4-9-27-16,7 0-8 15,13-23 81-15,9-19-90 16,4-16-35-16,32-10-18 16,13-7-26-16,13 0-7 15,28-24-64-15,-15 21-192 16,-13 10-348-16</inkml:trace>
  <inkml:trace contextRef="#ctx0" brushRef="#br0" timeOffset="87833.49">8620 8791 1390 0,'0'0'480'16,"0"0"-294"-16,0 0 12 15,0 0-140-15,0 0-1 16,0 0-33-16,0 0-24 16,56-62 0-16,-27 62-9 15,0 0 9-15,-10 27-27 16,-9 11 42-16,-10 11-15 16,-19 5 52-16,-18 0 7 0,-6-2 2 15,5-7-43-15,11-13-12 16,14-11 18-16,11-4-24 15,2-9-12-15,17-1-18 16,20-2-3-16,30-5-10 16,-7 0-212-16,-4-12-384 0</inkml:trace>
  <inkml:trace contextRef="#ctx0" brushRef="#br0" timeOffset="88130.15">8990 9307 1265 0,'0'0'656'0,"0"0"-372"15,0 0-116-15,0 0-52 16,0 0-7-16,140 0-91 16,-79 0-18-16,-1 0 9 15,-8 0-9-15,-6 0-31 16,-20 0-140-16,-26 12-184 16,-8-1-228-16,-23-2-767 0</inkml:trace>
  <inkml:trace contextRef="#ctx0" brushRef="#br0" timeOffset="88254.73">8981 9444 1483 0,'0'0'475'16,"0"0"-368"-16,0 0-4 15,0 0-20-15,167 11-74 16,-98-9-9-16,36-2-31 16,-18 0-250-16,-9 0-472 0</inkml:trace>
  <inkml:trace contextRef="#ctx0" brushRef="#br0" timeOffset="88780.9">9888 9189 153 0,'0'0'1069'16,"0"0"-836"-16,0 0-133 0,0 0-2 15,0 0-19-15,0 0-28 16,0 0-29-16,-31-23 24 15,29 21-38-15,2-2-2 16,0 1 23-16,0 0-13 16,0-3-3-16,13-4-13 15,9 0-3-15,5-3-29 16,4 6 32-16,1 0-1 16,1 7-1-16,-4 0 2 15,-4 3 16-15,-10 21 2 16,-13 5 24-16,-2 12 96 15,-19 5-39-15,-20 3 15 16,-7 2 7-16,1-7-41 16,7-7 7-16,11-12-81 15,16-4 6-15,11-7 7 0,0 0-3 16,34-5-16-16,17 0 0 16,16-3-27-16,10-6 6 15,46 0-177-15,-20 0-146 16,-12-10-289-16</inkml:trace>
  <inkml:trace contextRef="#ctx0" brushRef="#br0" timeOffset="90828.92">2454 11136 656 0,'0'0'844'0,"0"0"-576"16,0 0-16-16,0 0-21 15,0 0-44-15,0 0-60 16,0 0-43-16,-23-14 14 16,23 14-98-16,0 0 18 15,0 0 87-15,0-3-104 16,7 1-2-16,15-2-12 16,14 1 13-16,9-2 3 15,8 3-3-15,3 0 0 16,2 2-12-16,0 0-36 15,0 0-19-15,-4 0-86 16,-10 0-74-16,-7 4-2 16,-12 1-162-16,-13 2-328 0</inkml:trace>
  <inkml:trace contextRef="#ctx0" brushRef="#br0" timeOffset="91078.78">2458 11200 1091 0,'0'0'387'15,"0"0"-89"-15,0 0-12 16,0 0-40-16,0 0-109 16,0 0 5-16,0 0-106 15,-13 0-35-15,45 1-2 0,9 5 3 16,13 2-2-1,6-2 0-15,5-1-77 0,2-2 5 16,20-3-156-16,-16 0-60 16,-15-12-358-16</inkml:trace>
  <inkml:trace contextRef="#ctx0" brushRef="#br0" timeOffset="91268.13">3156 10953 1612 0,'0'0'388'15,"0"0"-285"-15,0 0-32 16,0 0-38-16,0 0 63 0,118 125 10 16,-109-67-42-16,-9 7 2 15,-2 3-66-15,-29 5-17 16,-9-3-6-16,-12 3-64 16,-28 10-71-16,13-15-121 15,5-15-552-15</inkml:trace>
  <inkml:trace contextRef="#ctx0" brushRef="#br0" timeOffset="94494.53">4567 10892 1230 0,'0'0'301'15,"0"0"-179"-15,0 0-8 16,0 0 54-16,0 0-98 16,0 0 11-16,0 0-74 15,14-70-5-15,8 62-4 0,5 4-2 16,-1 4 4-1,1 0-12-15,-3 16 13 16,-5 12-1-16,-13 8 9 0,-6 9-7 16,-9 9 39-16,-31 4 0 15,-16 5-16-15,-11-2 30 16,-4-6-42-16,4-12-13 16,12-8 1-16,9-14 11 15,15-7 30-15,16-7-41 16,11-7 15-16,4 0 92 15,15 0-74-15,26-14 11 16,11-4-45-16,13 0 0 16,7 3 12-16,-3 3-12 15,-5 6-51-15,-6 4 15 16,5 2-166-16,-18 0-44 0,-12 0-335 0</inkml:trace>
  <inkml:trace contextRef="#ctx0" brushRef="#br0" timeOffset="94908.6">5029 10926 1177 0,'0'0'292'0,"0"0"-164"15,0 0-115-15,0 0 57 16,0 0 137-16,29 133-72 15,-29-79 15-15,0 1-41 0,-8-4-48 16,2-7-17-16,-1-7-44 16,5-14 0-16,2-4 19 15,0-11-19-15,0-7-19 16,0-1-36-16,13-8-3 16,5-17 23-16,3-16-157 15,0-10-141-15,2-4-60 16,-5 6 73-16,-7 5 320 15,-5 21 216-15,-6 15 155 16,0 8-115-16,-2 12-212 16,-11 19 97-16,4 8 14 15,2 3-25-15,7 1-37 16,0-6-79-16,2-3-4 16,19-4 5-16,6-3-15 15,4-5-116-15,17-14-59 0,-7-7-337 16,-5-1-892-16</inkml:trace>
  <inkml:trace contextRef="#ctx0" brushRef="#br0" timeOffset="96695.12">5467 11267 411 0,'0'0'319'0,"0"0"-160"0,0 0-127 16,0 0 68-16,0 0 20 16,0 0 8-16,0 0 48 15,9-10-53-15,-9 10-12 16,0 0 51-16,0 0-77 15,0 0-7-15,0 0-52 16,0 0-7-16,0 0-3 16,0 0-16-16,5 0-7 15,-2 0-15-15,1 0 26 0,-4 0-4 16,0 0 0 0,0 0 1-16,0 0 22 0,0 0-17 15,-12 0-6-15,-1-4 8 16,2 2-8-16,0 2-1 15,4 0-44-15,7 0-113 16,0 6-93-16,7 0-347 0</inkml:trace>
  <inkml:trace contextRef="#ctx0" brushRef="#br0" timeOffset="97352.8">5779 11006 766 0,'0'0'357'16,"0"0"-357"-16,0 0 42 15,0 0-42-15,0 0 183 16,0 0-41-16,0 0 3 16,-29 119 22-16,27-89-47 15,0-3-22-15,2 0-57 16,0-3-41-16,2-6 44 0,10-2-44 16,1-6-1-16,1-2 1 15,-1-6-60-15,5-2 16 16,-3 0-45-16,3-12-88 15,2-10 0-15,-2-5-54 16,-2-10 0-16,-1 1-61 16,-4 2-88-16,-4 4 380 15,-2 10 319-15,-3 8-44 16,-2 7 46-16,0 5-222 16,0 3-72-16,0 18 2 15,-7 13 63-15,-2 9 38 16,0 11-21-16,-2 6-24 15,2 6 85-15,-4 6-74 0,-1 1 10 16,-3 1-36-16,-2-4-44 16,0-6 8-16,-4-3-34 15,1-11 0-15,-5-10 15 16,-2-10 3-16,2-8-14 16,3-13 7-16,2-6-10 15,8-3 49-15,7-10-1 16,7-21-49-16,0-15 11 15,23-5-11-15,10-5 0 16,12 1-4-16,4 4 3 16,7 12 1-16,2 6-126 15,17-6-100-15,-9 13-36 16,-14 4-353-16</inkml:trace>
  <inkml:trace contextRef="#ctx0" brushRef="#br0" timeOffset="97752.17">6442 11285 1551 0,'0'0'401'0,"0"0"-243"16,0 0-114-16,0 0 39 15,0 0-45-15,0 0-17 16,0 0 17-16,132 4-38 16,-88-1 0-16,0-2 12 15,-1 2-6-15,-8-3-12 16,-1 1-93-16,-7-1-82 16,-7 0-112-16,-11 0-376 0</inkml:trace>
  <inkml:trace contextRef="#ctx0" brushRef="#br0" timeOffset="97943.83">6701 11087 1154 0,'0'0'411'0,"0"0"-280"16,0 0-17-16,0 0 50 15,-52 139-27-15,39-93-56 16,1 1-17-16,2 6-64 15,-1-2-71-15,-3 11 8 16,3-15-198-16,-1-11-389 0</inkml:trace>
  <inkml:trace contextRef="#ctx0" brushRef="#br0" timeOffset="100727.83">7442 11161 641 0,'0'0'226'0,"0"0"-54"16,0 0 32-16,0 0-17 0,0 0 1 15,0 0-57-15,0 0-45 16,-8-30 58-16,8 26-93 15,0-1-20-15,0-4 27 16,0 1-57-16,13 0 23 16,5 0-24-16,9 0 0 15,2 2 10-15,4 6-7 16,-4 0 3-16,-2 0 3 16,-3 10 3-16,-6 8-1 15,-4 1-11-15,-3 7 1 16,-7 1 67-16,-4 3-50 15,0 0 10-15,0 0 17 16,-15 2-17-16,-3-4 33 0,0-2-44 16,2-4-11-16,0-5 21 15,6-6-14-15,1-2-13 16,7-5 0-16,2-2 8 16,0-2-19-16,0 0 8 15,0 0 3-15,6-4-35 16,14-16 27-16,7-12-147 15,6-10-49-15,6-4-68 16,-4-5-100-16,-2 7-144 16,-8 9 422-16,-10 8 94 15,-5 11 179-15,-10 7 116 16,0 8-33-16,0 1-54 16,-8 4-75-16,-7 18-46 0,-1 8 8 15,3 5 48 1,7 0-102-16,6-3 19 15,0-2-38-15,13-3-7 0,11-6 0 16,10-4-15-16,6-5-55 16,5-6 4-16,13-6-196 15,-12 0-113-15,-7-13-500 0</inkml:trace>
  <inkml:trace contextRef="#ctx0" brushRef="#br0" timeOffset="102578.77">8078 10830 502 0,'0'0'329'15,"0"0"-160"-15,0 0-43 16,0 0 93-16,0 0 0 15,0 0-59-15,0 0-12 0,-2-8-1 16,2 4-54-16,0 2 2 16,0-2-55-16,0 2-29 15,0-1 10-15,0 1-21 16,0 2 0-16,0-3-16 16,0 1 1-16,0-2 14 15,0 1-19-15,0 3 20 16,0 0 8-16,0 0-8 15,0 0 0-15,0-3 28 16,0 3-19-16,0-2-18 16,0 0 8-16,0-2 1 15,0-2-8-15,0-2 5 16,0 1 3-16,0 0-11 0,6 0 18 16,4-2-14-16,-2 1 2 15,1 4 5-15,3 0-1 16,-4 3-5-16,3 1-12 15,1 0 17-15,-3 7 1 16,-3 14 3-16,-6 12-3 16,0 4 33-16,-15 4 54 15,-10 1-69-15,-4-5 16 16,0-5 9-16,7-9-24 16,7-6 15-16,5-10-34 15,8-2 2-15,2-5 18 16,0 0-20-16,20 0-23 15,11 0 12-15,7 0-33 0,7-2-97 16,10-1-45 0,-10 3-124-16,-9 0-305 0</inkml:trace>
  <inkml:trace contextRef="#ctx0" brushRef="#br0" timeOffset="103421.02">8410 11182 1401 0,'0'0'522'15,"0"0"-299"-15,0 0 8 0,0 0-40 16,0 0-89-16,0 0-95 16,0 0 15-16,0-14-22 15,0 19-29-15,-4 15-3 16,-3 8 28-16,0 4-5 15,5 2 9-15,2-6 0 16,0-4 9-16,2-3-9 16,14-8-9-16,2-3 7 15,4-3-38-15,5-7 18 16,2 0-69-16,2-17-27 16,0-9 29-16,-2-7-104 15,-4-6 29-15,-5 3 17 16,-7 4 82-16,-7 10 65 15,-3 10 99-15,-3 7-7 0,0 5-55 16,0 5-31-16,-13 23-6 16,-1 9 29-16,-1 10 30 15,2 10 23-15,-3 1-34 16,3 4 11-16,-1 2 49 16,-1 2-58-16,-1 1 1 15,1-4-44-15,-2-2-6 16,2-5 27-16,-3-10-28 15,2-10 0-15,1-13-21 16,-1-8 18-16,1-10-6 16,1-5-16-16,1-7 25 15,9-20-3-15,4-12 3 0,0-6 0 16,22-8 0-16,11-3 9 16,7 1 6-16,10 1-15 15,2 4-12 1,4 2-18-16,14-18-137 0,-15 14-140 15,-10 5-423-15</inkml:trace>
  <inkml:trace contextRef="#ctx0" brushRef="#br0" timeOffset="103616.7">9124 10505 1884 0,'0'0'246'0,"0"0"-246"16,0 0-30-16,-81 121 6 15,36-51 24-15,-17 41-9 16,11-18-180-16,6-12-519 0</inkml:trace>
  <inkml:trace contextRef="#ctx0" brushRef="#br0" timeOffset="105765.09">9311 11285 1252 0,'0'0'486'0,"0"0"-338"16,0 0 5-16,0 0 74 15,0 0-128-15,0 0-27 16,0 0-20-16,109 0-38 0,-60-4 23 16,3 2-37-16,2 2 0 15,2 0 0-15,0 0 0 16,-2-2-44-16,-8 2-124 16,4-10-93-16,-15 0-137 15,-10-1-541-15</inkml:trace>
  <inkml:trace contextRef="#ctx0" brushRef="#br0" timeOffset="105961.9">9674 10953 1739 0,'0'0'312'15,"0"0"-296"1,0 0 65-16,-60 134-44 0,42-73 16 15,7 8-34-15,5 3-19 16,2-3-29-16,4 10-107 16,0-16-158-16,12-17-331 0</inkml:trace>
  <inkml:trace contextRef="#ctx0" brushRef="#br0" timeOffset="107654.9">10541 11246 757 0,'0'0'585'16,"0"0"-427"-16,0 0-116 0,0 0 43 16,0 0 126-1,0 0-107-15,0 0-3 16,0 0 11-16,0 0-56 15,0 0 17-15,0 0-16 0,0 0-35 16,10 0 38-16,7-15-60 16,7-5-1-16,10-6-30 15,6-4-67-15,0-3 16 16,2-4-8-16,-4-4-8 16,-1 3 68-16,-12 3-34 15,-4 0 53-15,-8 9 11 16,-6 6 41-16,-5 7 125 15,-2 7-8-15,0 0-48 16,0 6 2-16,0 0-112 16,-4 6 0-16,-10 17-19 0,-1 11 18 15,-3 10 1-15,3 9 0 16,1-2 0-16,7 4 16 16,5-4-16-16,2-2-81 15,2-5-135-15,13-9-258 16,6-17-1156-16</inkml:trace>
  <inkml:trace contextRef="#ctx0" brushRef="#br0" timeOffset="107934.88">11130 11275 1220 0,'0'0'408'0,"0"0"-275"0,0 0-117 16,0 0 82-16,0 0-22 16,0 0-64-16,0 0 17 15,46 2-29-15,-25-2 6 16,-6-5-15-16,-6-6 18 16,-9 3-5-16,0-2 22 15,0 2 58-15,-16-1-26 16,-1 9-58-16,-3 0-59 15,-3 3-55-15,6 14-178 16,5-2-326-16</inkml:trace>
  <inkml:trace contextRef="#ctx0" brushRef="#br0" timeOffset="109000">11517 11139 454 0,'0'0'796'16,"0"0"-427"-16,0 0-81 15,0 0 1-15,0 0-43 0,0 0-114 16,0 0-10-16,-8-70-79 15,18 60-37-15,2-1 6 16,1 7-12-16,3 4-22 16,1 0 4-16,2 3 5 15,-6 19 12-15,-4 8-17 16,-7 7 18-16,-2 4-10 16,0-1 10-16,0 0 0 15,0-8 2-15,0-3-2 16,0-5 12-16,0-6-12 15,11-5 0-15,5-5-8 16,6-3-35-16,5-5 6 16,-1-7-21-16,6-18-57 0,-3-14-42 15,-2-9-42 1,-3-2-54-16,-7 1 59 0,-3 12 186 16,-5 11 8-16,-7 11 265 15,-2 14-85-15,0 1-87 16,0 21-85-16,-15 17 19 15,-1 17 91-15,1 15-69 16,-1 7 21-16,3 5-6 16,1 0-17-16,1 0 17 15,3-7-62-15,-4-7 4 16,1-13 22-16,-2-10-28 16,-1-12 0-16,-3-10 8 15,-1-9-7-15,-3-12 19 16,0-2-20-16,3-14 1 15,7-23 39-15,11-16-40 16,0-14-22-16,26-5 14 0,17 0-22 16,5 5 30-16,8 6-37 15,2 7-97-15,-2 5-32 16,2-15-83-16,-12 12-114 16,-11 3-479-16</inkml:trace>
  <inkml:trace contextRef="#ctx0" brushRef="#br0" timeOffset="109404.08">12142 10510 1279 0,'0'0'323'16,"0"0"-101"-1,0 0-61-15,0 0-41 0,0 0 46 16,0 0-89-16,0 0-15 16,0-27-41-16,0 27-15 15,0-2 68-15,4-3-74 16,10 2 0-16,5-5-1 16,2 2-2-16,-1 2-3 15,-3 4 6-15,-10 0-30 16,-7 26 21-16,-4 15 18 15,-30 12 46-15,-10 8 12 16,-3-3-28-16,7-5 13 0,11-16-49 16,15-7 15-16,14-10 1 15,0-3-10-15,29-4-9 16,14 0 0-16,10-5-12 16,5-5-15-16,-2-3-62 15,0 2-134-15,-14 0-90 16,-16 0-548-16</inkml:trace>
  <inkml:trace contextRef="#ctx0" brushRef="#br0" timeOffset="109737.69">12409 11275 1728 0,'0'0'566'0,"0"0"-471"15,0 0 58-15,0 0-101 16,0 0-20-16,0 0-32 15,125 0 9-15,-85 0-18 16,1 0 8-16,-6 0-23 0,-6 0 24 16,-5 0-113-16,-6 0-50 15,-2-14-3-15,-7-1-147 16,-3-5-458-16</inkml:trace>
  <inkml:trace contextRef="#ctx0" brushRef="#br0" timeOffset="109885.66">12652 11004 1521 0,'0'0'476'16,"0"0"-475"-16,0 0 35 15,-85 103 44-15,61-59-24 16,-1 6-5-16,3 6-51 0,-4 22-69 16,5-15-123-16,6-13-515 15</inkml:trace>
  <inkml:trace contextRef="#ctx0" brushRef="#br0" timeOffset="110703.39">13303 11035 1056 0,'0'0'323'15,"0"0"-71"-15,0 0 90 16,0 0-107-16,0 0-67 15,0 0-55-15,0 0-111 16,-4-8-2-16,12 8-6 16,6 5 6-16,-1 20-12 0,1 7 10 15,-10 12 2-15,-4 5 3 16,0 4-1-16,-10-1 41 16,-7-4-33-16,-1-10-4 15,5-7 19-15,7-13-25 16,1-6-1-16,5-9-15 15,0-3-2-15,0 0-10 16,9-5-36-16,11-23-33 16,10-15-104-16,-2-11-146 15,-2-4-136-15,-3 3 373 16,-7 14 110-16,-7 15 265 16,-7 14 63-16,-2 12-142 15,0 0-103-15,0 18-76 16,0 14 49-16,-2 4 75 15,2 3-94-15,2 5-37 16,20-7-1-16,27 2-88 0,-2-13-109 16,-5-12-450-16</inkml:trace>
  <inkml:trace contextRef="#ctx0" brushRef="#br0" timeOffset="110977.04">13811 11318 902 0,'0'0'145'15,"0"0"-47"-15,0 0 154 0,0 0 7 16,0 0-50-16,0 0-95 16,0 0 12-16,-2 32-80 15,15-31-8 1,1-1 11-16,-3 0-26 0,-5 0 29 15,-4-4-27-15,-2-8-1 16,0 0 9-16,0 3-33 16,-8 2-15-16,-17 7-13 15,6 0-201-15,0 11-265 0</inkml:trace>
  <inkml:trace contextRef="#ctx0" brushRef="#br0" timeOffset="112677.82">14374 11073 1355 0,'0'0'234'0,"0"0"-135"15,0 0-70-15,0 0 75 16,0 0 86-16,0 0-179 16,0 0-11-16,28-98-56 15,6 73 16-15,1 3 34 16,-1 11 2-16,-7 8 4 16,-8 3-16-16,-11 21 35 15,-8 16-12-15,-14 12 69 16,-28 8-22-16,-14 4 39 15,-9-6-29-15,-5-3-51 16,6-14 55-16,11-15-68 16,8-9 23-16,16-7-1 0,12-7-12 15,11 0 35-15,6-21-45 16,17-5-21-16,22 0 9 16,13 4-16-16,6 10 13 15,6 8-7-15,1 4-67 16,0 4-13-16,9 14-125 15,-14-2-92-15,-16-8-225 0</inkml:trace>
  <inkml:trace contextRef="#ctx0" brushRef="#br0" timeOffset="113096.56">14725 11157 1217 0,'0'0'293'0,"0"0"-119"16,0 0-7-16,0 0-54 15,0 0 17-15,-4 122-83 16,29-101 11-16,4-6-21 16,2-7-36-16,4-8 1 15,1 0-2-15,-3-12-84 16,-4-12 13-16,-2-8-114 16,-7-4-16-16,-4-1-54 15,-5 6-77-15,-4 7 332 16,-5 12 39-16,-2 12 187 15,0 4-107-15,0 32 33 16,-16 16 78-16,-1 14-61 16,-4 11-24-16,-4 3 8 0,-4-2-72 15,-2-6-29 1,-4-5 21-16,-1-11-73 0,-1-11 18 16,-2-13-6-16,3-11-12 15,5-15 28-15,10-6-27 16,5-6 1-16,11-27 29 15,5-13-31-15,21-12-45 16,25-8 6-16,12 0-16 16,11 6-124-16,22-7-81 15,-17 17-252-15,-13 13-569 0</inkml:trace>
  <inkml:trace contextRef="#ctx0" brushRef="#br0" timeOffset="113234.3">15203 11301 1798 0,'0'0'376'16,"0"0"-316"-16,0 0-55 16,0 0-5-16,0 0-33 15,0 0-16-15,0 0-213 16,79 50-605-16</inkml:trace>
  <inkml:trace contextRef="#ctx0" brushRef="#br0" timeOffset="113442.82">15450 11133 882 0,'0'0'596'0,"0"0"-501"15,0 0 55-15,0 0 55 0,0 0-62 16,-4 110-55-16,4-78-24 16,6-6 10-16,12-4-62 15,4-6-12 1,0-8 34-16,3-8-34 0,0 0-31 15,-4-10-68-15,2-34-89 16,-5 4-124-16,-5-2-301 0</inkml:trace>
  <inkml:trace contextRef="#ctx0" brushRef="#br0" timeOffset="113675.88">15664 11110 195 0,'0'0'1065'0,"0"0"-818"16,0 0-33-16,-5 116-42 15,-5-46-11-15,-4 7 25 16,1 4-62-16,-1 1-6 0,-1-4-72 15,-3-3-2-15,2-13 0 16,-2-12-44-16,2-14 0 16,3-13 4-16,5-11 8 15,-2-12-12-15,1 0 1 16,1-15 24-16,6-19-8 16,2-10-17-16,0-10-21 15,26-7-2-15,12-2-29 16,6 2-55-16,24-28-108 15,-13 17-58-15,-6 8-261 0</inkml:trace>
  <inkml:trace contextRef="#ctx0" brushRef="#br0" timeOffset="113834.77">16034 10465 1661 0,'0'0'506'16,"0"0"-492"-16,0 0 2 15,0 0-29-15,-87 115 13 16,47-41 0-16,-12 39-14 16,10-17-245-16,13-19-516 0</inkml:trace>
  <inkml:trace contextRef="#ctx0" brushRef="#br0" timeOffset="114535.8">16158 11235 1287 0,'0'0'574'16,"0"0"-256"-16,0 0-80 16,0 0-13-16,0 0-42 15,0 0-168-15,0 0-13 16,101-21-4-16,-57 16 17 16,2 5-31-16,-2 0-25 0,-2 0-84 15,-4 6-82-15,-11 5-274 16,-12-6-233-16</inkml:trace>
  <inkml:trace contextRef="#ctx0" brushRef="#br0" timeOffset="114698.19">16194 11333 948 0,'0'0'780'0,"0"0"-537"15,0 0-20-15,0 0 5 16,0 0-127-16,0 0-55 15,132 2-46-15,-74-2-8 16,33 0-161-16,-15-5-169 16,-6-7-510-16</inkml:trace>
  <inkml:trace contextRef="#ctx0" brushRef="#br0" timeOffset="114966.76">16910 11093 1333 0,'0'0'698'0,"0"0"-613"16,0 0-41-16,0 0 140 16,0 0-94-16,-89 121-19 15,89-84 17-15,24-1-77 16,16-4 21-16,16-5-32 16,9-12 0-16,1-11 0 0,2-4-70 15,-13-5-31 1,-12-20 29-16,-16-6-42 15,-19-4 69-15,-8-1-8 16,-11 0 53-16,-20 2-12 0,-12 7-26 16,-26 4-195-16,11 9-78 15,7 4-807-15</inkml:trace>
  <inkml:trace contextRef="#ctx0" brushRef="#br0" timeOffset="118743.65">2394 12994 825 0,'0'0'319'16,"0"0"-144"-16,0 0-81 16,0 0 27-16,0 0 14 15,0 0-44-15,0 0 51 16,-9 0-34-16,6 0 21 0,1 0 37 15,0 0-67 1,2 0-47-16,0 0 10 0,-2 0-27 16,2 0 14-16,0 0-27 15,0 0-6-15,0 0 39 16,0 0-49-16,0 0 12 16,0 0 27-16,0 0-44 15,0 0-1-15,4 0-5 16,12 0 5-16,13 0-1 15,6 0 1-15,13 0 0 16,0 0 3-16,4 0-3 16,-3 0-21-16,-3 0-55 15,0 0-52-15,-9 0-79 16,-8 8-82-16,-9 2-89 16,-11-2-257-16</inkml:trace>
  <inkml:trace contextRef="#ctx0" brushRef="#br0" timeOffset="118973.84">2363 13121 1177 0,'0'0'287'0,"0"0"-191"15,0 0-54-15,0 0 113 16,0 0-34-16,0 0-106 15,0 0-3-15,62 1 61 16,-18-1-48-16,8 0 11 16,6 0-36-16,29-1-12 0,-16-12-141 15,-11-5-476-15</inkml:trace>
  <inkml:trace contextRef="#ctx0" brushRef="#br0" timeOffset="119160.39">3078 12767 1773 0,'0'0'209'0,"0"0"-192"15,0 0 22-15,38 124 40 16,-31-64 30-16,-7 9-76 0,0 7-12 16,-9 2-21-16,-18 1-59 15,-27 14-13-15,5-18-212 16,5-20-516-16</inkml:trace>
  <inkml:trace contextRef="#ctx0" brushRef="#br0" timeOffset="122069.15">7540 11751 1114 0,'0'0'300'0,"0"0"-104"0,0 0 7 15,0 0-7-15,0 0-42 16,0 0-72-16,0 0 46 16,-8-16-86-16,8 16-8 15,0 0 18-15,0 0-51 16,0 4 8-16,18 15-9 15,11 14 0-15,11 2 56 16,14 6-55-16,12-3 15 16,7-8 21-16,10-8-36 15,4-10 24-15,2-10-22 16,-4-2 14-16,-7 0 5 16,-8-9-22-16,-16-3 0 15,-11-1-1-15,-14 6-2 0,-11 0-5 16,-7 5 8-16,-6-1-65 15,-3 3 39-15,-2 0-149 16,0 12-172-16,0 1-227 0</inkml:trace>
  <inkml:trace contextRef="#ctx0" brushRef="#br0" timeOffset="123310.19">13180 11829 910 0,'0'0'550'0,"0"0"-428"16,0 0-81-16,0 0 49 15,0 0-14-15,0 0 2 16,0 0 27-16,83 58-33 15,-41-27 16-15,12 2 8 16,12 5-28-16,28 4 24 16,42 7-70-16,52 0 2 15,25-5 32-15,6-9-40 16,-7-15 5-16,-23-13-21 16,-5-7 0-16,-9 0 6 15,-14 0-6-15,-32-14 0 16,-31 1 17-16,-29 3-8 15,-18-1-16-15,3 0 8 16,-10 1-1-16,-3-1 58 16,-22 6-21-16,-12 1 3 0,-4 4 24 15,-3 0-50-15,0 0 15 16,0 0-28-16,0 0 10 16,0 0 5-16,0 0-16 15,0 0-19-15,0 0 17 16,0 0-66-16,0 0-17 15,0 0-144-15,0 9-291 16,0-2-48-16</inkml:trace>
  <inkml:trace contextRef="#ctx0" brushRef="#br0" timeOffset="127009.63">3956 12603 874 0,'0'0'301'0,"0"0"-52"16,0 0-26-16,0 0 7 16,0 0-38-16,0 0-87 0,0 0 68 15,4-73-90-15,-4 72 3 16,0 1-13-16,0 0-58 16,-11 0-15-16,-6 16-2 15,-10 20-1-15,-9 16-4 16,-4 12 14-16,2 6-1 15,5 2 27-15,8-3-32 16,9-6 25-16,10-8-26 16,6-6 6-16,0-3 16 15,12-8-22-15,11-6-24 16,8-5-10-16,10-5-76 16,24-9-83-16,-11-8-196 15,-6-5-417-15</inkml:trace>
  <inkml:trace contextRef="#ctx0" brushRef="#br0" timeOffset="127474.66">4095 12956 1104 0,'0'0'633'0,"0"0"-447"15,0 0-95-15,0 0-41 16,55-109-16-16,-28 95 38 15,-1 9-9-15,3 5-23 16,-2 2-40-16,-7 23 2 16,-3 13 66-16,-11 8-25 15,-6 7 10-15,0 1 11 16,-10 1-43-16,-5-6 29 0,-1-5-36 16,1-9-5-16,7-8 15 15,-2-11-24-15,8-5 0 16,2-7-3-16,0-4-12 15,0 0 9-15,0-19-38 16,18-17 0-16,5-14-154 16,0-10 29-16,4 2-54 15,-6 10 116-15,-11 14 107 16,-3 18 69-16,-7 12 63 16,0 4-9-16,0 9-39 15,-11 16-58-15,-2 11 79 16,6 4-2-16,4 1-74 0,3-4 6 15,10-3-25 1,17-8-9-16,8-6-2 0,10-8-13 16,2-5-57-16,13-7-122 15,-14-9-181-15,-7-10-479 0</inkml:trace>
  <inkml:trace contextRef="#ctx0" brushRef="#br0" timeOffset="128015.82">4574 12506 942 0,'0'0'359'0,"0"0"-165"15,0 0 13-15,0 0-92 16,0 0 41-16,0 0-85 15,0 0-8-15,-20-17-1 16,20 15-20-16,0 0 9 0,0-3-18 16,8 4-33-16,8-2-1 15,4 3-14-15,0 0 15 16,-4 13 2-16,-7 14 5 16,-9 9 5-16,0 8 96 15,-18 5-52-15,-14 1 35 16,-3-6-54-16,4-6-14 15,4-10 17-15,12-10-40 16,11-8 0-16,4-4-12 16,4-3 2-16,25-3 9 15,15 0 1-15,8 0-12 16,3 0 10-16,1 0-97 0,-12 0-94 16,-8 12-88-16,-14 6-267 15,-13 1-667-15</inkml:trace>
  <inkml:trace contextRef="#ctx0" brushRef="#br0" timeOffset="128349.47">4921 13166 1084 0,'0'0'644'15,"0"0"-403"-15,0 0-40 16,0 0 5-16,0 0-50 16,0 0-97-16,0 0 1 15,52-7-41-15,-23 0-19 16,4 3 7-16,5 1-7 15,2-2 0-15,3 5-18 16,1 0-3-16,-3 0-49 16,-6 0-105-16,-2-2-85 15,-8 0-76-15,-12-4-310 0</inkml:trace>
  <inkml:trace contextRef="#ctx0" brushRef="#br0" timeOffset="128528.84">5187 12964 1664 0,'0'0'357'0,"0"0"-278"0,0 0-22 15,0 0 94-15,-45 102-77 16,28-54-1-16,0 9-72 16,2 1-1-16,4 0-38 15,4 15-111-15,5-15-80 16,2-11-454-16</inkml:trace>
  <inkml:trace contextRef="#ctx0" brushRef="#br0" timeOffset="130313.4">6036 12932 781 0,'0'0'665'15,"0"0"-387"-15,0 0-63 16,0 0 42-16,0 0-57 16,0 0-92-16,0 0-21 15,-25-44-50-15,25 23 5 16,0-3-42-16,0-3-18 15,11-2-22-15,12 0-84 16,4 4-6-16,0 9 79 16,-3 11-40-16,-9 5 70 15,-8 9 20-15,-7 25 1 0,-4 15 45 16,-30 11 24 0,-16 6-14-16,-14 1 49 0,-2-4-92 15,-1-10 17-15,11-16 1 16,10-11-22-16,7-11 3 15,10-12-11-15,8-3 1 16,4 0 15-16,11-18-15 16,6-11-1-16,0-8 0 15,16 2-10-15,8 3 10 16,5 9 0-16,0 11 0 16,6 12 3-16,2 0-3 15,5 12 0-15,0 14-1 16,5 3-23-16,-3 4-9 0,3-3-123 15,18-9-88 1,-14-8-107-16,-9-11-673 0</inkml:trace>
  <inkml:trace contextRef="#ctx0" brushRef="#br0" timeOffset="131101.44">6342 12918 1322 0,'0'0'645'0,"0"0"-426"15,0 0-189-15,0 0-1 16,0 0 5-16,0 0-6 16,0 0 45-16,58 130-45 15,-48-80 16-15,-5-3-30 16,-3-10-8-16,0-5 46 0,-2-9-52 16,3-9 0-16,-3-9-2 15,4-5-13-15,3 0 14 16,2-9-20-16,9-24-28 15,1-13-95-15,2-9-55 16,-1-3-22-16,-7 9 149 16,-7 14 72-16,-2 20 230 15,-4 13-99-15,0 2-87 16,-8 17 14-16,-5 18 47 16,1 2-22-16,6 4-9 15,6-4-40-15,0-4-4 16,6-7-30-16,17-8 0 15,6-8 0-15,4-10 0 16,6 0-38-16,-1-10-9 16,-1-16-82-16,-6-8 15 0,-4-3-70 15,-6 2 10-15,-11 9 159 16,-7 12 15-16,-3 8 171 16,0 6-76-16,0 4-88 15,0 15 98-15,-5 4-34 16,5 0-33-16,0-4-5 15,0-3-33-15,13-7-27 16,8-2 15-16,-1-7-60 16,-3 0-15-16,2-7-131 15,-9-13-47-15,-1-4 47 16,-4-1-103-16,-3 4 159 0,1 7 162 16,-3 11 261-16,2 3-103 15,-2 17-45-15,0 22 148 16,0 15-6-16,0 10-113 15,-2 8-36-15,-10 5 16 16,-1-1-54-16,0-5-4 16,-5-12-34-16,-5-5-16 15,-4-12 15-15,-4-9-28 16,-4-9-1-16,-3-6 49 16,2-12-40-16,7-6 21 15,7 0-12-15,9-16 8 16,11-13-8-16,2-8-18 15,15-12-25-15,22-5 24 16,13-5-80-16,4-6 8 16,1-3-91-16,-2 1-93 0,5-30-78 15,-13 19-220-15,-11 3-293 16</inkml:trace>
  <inkml:trace contextRef="#ctx0" brushRef="#br0" timeOffset="131247.51">7122 12801 578 0,'0'0'835'0,"0"0"-267"16,0 0-330-16,0 0-83 15,0 0-55-15,0 0-90 16,0 0 32-16,102 170-21 16,-129-49 7-16,-31 27-4 15,-2-11-24-15,4-29-82 16,1-18-124-16,19-43-276 16,9-11-515-16</inkml:trace>
  <inkml:trace contextRef="#ctx0" brushRef="#br0" timeOffset="131861.34">7293 13244 1458 0,'0'0'728'0,"0"0"-630"16,0 0-98-16,0 0-9 16,0 0-8-16,0 0 14 15,0 0-7-15,10 0 4 16,0-5 6-16,1-4 0 15,-1-3 31-15,-4-1-31 16,-1-1-19-16,-3 2 4 16,-2 1 15-16,0 7 0 0,0 4-13 15,0 0-136-15,2 15-230 16,2-3-289-16</inkml:trace>
  <inkml:trace contextRef="#ctx0" brushRef="#br0" timeOffset="132376.81">7677 13064 1622 0,'0'0'356'0,"0"0"-291"15,0 0-48-15,0 0 10 0,0 0 48 16,0 143 58-16,8-97-80 15,9-6-11-15,2-7-35 16,6-8-6-16,-1-9 31 16,8-11-32-16,-1-5-13 15,4-3-26-15,1-23-100 16,-5-10-61-16,-6-10-69 16,-7-8 35-16,-5 1-128 15,-9 3-260-15,-2 14 622 16,-2 11 543-16,0 18-17 15,0 7-354-15,0 10-143 16,0 28 102-16,0 16 9 16,0 15-40-16,0 11-4 15,-2 8-7-15,-4 2-38 16,-5-4 26-16,-3-4-55 0,-3-11-8 16,-2-9 11-16,0-18-25 15,1-10 0-15,-3-14 13 16,0-12-13-16,0-8 18 15,1-1-5-15,5-26-7 16,7-12-6-16,8-10-24 16,4-6 8-16,21-3-4 15,12 0 4-15,7 0-55 16,5 4-95-16,18-20-1 16,-13 14-128-16,-8 5-430 0</inkml:trace>
  <inkml:trace contextRef="#ctx0" brushRef="#br0" timeOffset="132545.96">8423 12559 1773 0,'0'0'490'0,"0"0"-490"16,0 0-52-16,-113 144 52 15,41-36 19-15,8 1-19 16,8 17-97-16,20-36-377 15,28-37-552-15</inkml:trace>
  <inkml:trace contextRef="#ctx0" brushRef="#br0" timeOffset="133057.44">8551 13203 147 0,'0'0'1581'16,"0"0"-1061"-16,0 0-339 15,0 0 19-15,0 0-30 16,0 0-94-16,0 0-75 16,31 0 32-16,2 0-33 0,9-3 0 15,6 3 0-15,-2 0-71 16,-3 0-55-16,-12 10-89 15,-9 2-160-15,-13-2-399 0</inkml:trace>
  <inkml:trace contextRef="#ctx0" brushRef="#br0" timeOffset="133197.37">8483 13389 1817 0,'0'0'509'0,"0"0"-429"16,0 0-1-16,0 0-5 15,0 0-54-15,176 6-19 0,-70-6-1 16,-15 0-282 0,-13 0-300-16</inkml:trace>
  <inkml:trace contextRef="#ctx0" brushRef="#br0" timeOffset="135185.49">9600 13325 1026 0,'0'0'374'15,"0"0"-92"-15,0 0 67 16,0 0-14-16,0 0-116 16,0 0-37-16,0 0 30 15,-2-28-141-15,2 28 28 0,0-2-64 16,12-2-25 0,14 0-8-16,14 0-2 0,7 1-36 15,9 2 36-15,0 1-74 16,2 0-27-16,-3 0-64 15,12 0-64-15,-17 1-135 16,-11-1-467-16</inkml:trace>
  <inkml:trace contextRef="#ctx0" brushRef="#br0" timeOffset="135666.76">10773 12950 1724 0,'0'0'382'0,"0"0"-237"15,0 0-64-15,0 0-80 16,0 0 2-16,0 0-3 16,0 0-30-16,78-28 15 0,-60 52-2 15,-12 8 17-15,-6 14 16 16,-15 8-16-16,-28 6 51 15,-12 2-22-15,-5-1-12 16,2-13 52-16,11-11-61 16,13-12 11-16,16-12 15 15,12-6-25-15,6-6 2 16,0-1-11-16,27 0 1 16,12 0 3-16,17 0-4 15,7-3-65-15,1-7-69 16,17-9-98-16,-17 5-137 15,-14-1-676-15</inkml:trace>
  <inkml:trace contextRef="#ctx0" brushRef="#br0" timeOffset="136230.07">11130 13029 1386 0,'0'0'534'0,"0"0"-425"15,0 0-81-15,0 0 6 16,0 0 15-16,0 0 64 16,27 130 12-16,-41-79-66 15,-6 4-8-15,0-8-37 16,2-6-8-16,7-11 5 0,7-9-11 16,4-7-8-1,0-11-6-15,4-3-74 0,19-3 18 16,3-23-47-16,5-13-143 15,-2-9-69-15,-2-6-182 16,-9 6 455-16,-5 7 56 16,-9 17 404-16,-4 16 143 15,0 8-376-15,-4 3-119 16,-11 20 38-16,1 10-1 16,3 3-16-16,9 4-2 15,2-3-70-15,4-2 9 16,23-7-10-16,6-9-7 15,9-8-1-15,6-11-36 0,1 0-56 16,-3-23-26 0,-8-8-43-16,-7-8-64 0,-8 0 9 15,-7 1 70-15,-10 9 154 16,-6 12 154-16,0 9 174 16,0 8-143-16,-2 1-172 15,-7 21 92-15,2 5-33 16,3 3-23-16,4-1-3 15,0-2-46-15,20-8-25 16,11-6 25-16,7-11-43 16,4-2-108-16,-1-10-131 15,-6-30-41-15,-10 2-177 16,-10 2-147-16</inkml:trace>
  <inkml:trace contextRef="#ctx0" brushRef="#br0" timeOffset="136462.94">11794 13154 854 0,'0'0'644'0,"0"0"-453"0,0 0-139 16,0 0 162-16,-38 129-50 15,13-57-41-15,-1 10 32 16,-5 1-90-16,-3-2 8 16,-4-5-37-16,-2-9-21 15,0-11 7-15,-3-12-22 16,2-12 0-16,3-12 58 16,7-12-47-16,6-8 21 15,11 0-3-15,14-21 32 16,0-14-22-16,18-8-39 15,22-8 0-15,14-2-21 16,13 6 11-16,11 5-51 16,42-6-59-16,-20 11-187 15,-8 7-265-15</inkml:trace>
  <inkml:trace contextRef="#ctx0" brushRef="#br0" timeOffset="136680.29">12366 13226 1930 0,'0'0'607'16,"0"0"-393"-16,0 0-121 16,0 0-53-16,0 0-25 15,0 0-9-15,0 0-12 16,0 0-43-16,146 18-105 0,-78-4 27 15,-12-4-399 1,-6-3-601-16</inkml:trace>
  <inkml:trace contextRef="#ctx0" brushRef="#br0" timeOffset="137431.81">13325 13050 230 0,'0'0'1321'0,"0"0"-841"0,0 0-318 16,0 0-88-16,0 0-64 15,0 0-10-15,0 0 1 16,-49 68 18-16,34-20 0 16,3 3 6-16,6-5 11 15,3-9-36-15,3-8 0 16,0-9 3-16,14-11 3 16,6-9-12-16,2 0-21 15,3-9-62-15,0-19 8 16,-4-6-74-16,0-4-14 15,-3-3 59-15,-5 5-18 16,-2 9 100-16,-4 10 28 16,-5 13 165-16,-2 4-76 15,0 18-66-15,0 22-5 16,0 17 125-16,-4 11-48 0,-10 8 8 16,-1 3-40-16,-5 0-27 15,-5-5 31-15,-2-3-51 16,-4-10-3-16,-2-8 21 15,-3-11-22-15,1-10-4 16,-6-14-7-16,-1-10 10 16,2-8 11-16,7-5-22 15,10-26 0-15,19-8 43 16,4-7-25-16,31-5-15 16,20 0-2-16,12 3-1 15,10 6 14-15,5 6-14 16,2 2-64-16,1 2-70 15,14-18-132-15,-21 7-99 16,-16 4-1322-16</inkml:trace>
  <inkml:trace contextRef="#ctx0" brushRef="#br0" timeOffset="137873.77">13784 12738 1109 0,'0'0'278'0,"0"0"-153"0,0 0 21 15,0 0 32 1,0 0 37-16,0 0-134 0,0 0 19 15,-8-12-5-15,8 9-14 16,0 1 1-16,0 0-52 16,0 2-17-16,0 0-4 15,2 0-9-15,4 0-10 16,3 0 4-16,-4 2-24 16,-5 16 17-16,0 8-11 15,-9 10 24-15,-20 9 59 16,-2 0-41-16,-1 1 3 15,8-5-14-15,9-10 2 16,10-4-3-16,5-5-6 0,7-5 6 16,20-2 31-16,6-4-37 15,9-6-22-15,5-3-36 16,22-2-130-16,-11-2-181 16,-6-12-650-16</inkml:trace>
  <inkml:trace contextRef="#ctx0" brushRef="#br0" timeOffset="138532.37">13774 12784 557 0,'0'0'1033'0,"0"0"-668"15,0 0-127-15,0 0-19 16,0 0-122-16,0 0-73 16,0 0-24-16,-132-97-107 15,79 124-68-15,10 8-188 16,7-3-338-16</inkml:trace>
  <inkml:trace contextRef="#ctx0" brushRef="#br0" timeOffset="140012.94">2016 15150 770 0,'0'0'310'0,"0"0"-58"16,0 0 13-16,0 0-9 16,0 0-1-16,0 0-36 15,0 0-22-15,-48-18-40 16,48 18-44-16,0 0-34 15,0 0-22-15,0 0-57 0,15 0-21 16,16 0-15-16,14 0 36 16,11 5 1-16,4 3-1 15,5 2-48 1,-3 0 20-16,-1-2-74 0,-3 1-51 16,-6-9-151-16,-11 4-224 15,-16-4-244-15</inkml:trace>
  <inkml:trace contextRef="#ctx0" brushRef="#br0" timeOffset="140205.18">2037 15218 1520 0,'0'0'630'16,"0"0"-537"-1,0 0-50-15,0 0-28 0,0 0 14 16,0 0 31-16,168 44-51 15,-104-34-9-15,3-6-115 16,15-4-90-16,-13-14-158 16,-15-8-1125-16</inkml:trace>
  <inkml:trace contextRef="#ctx0" brushRef="#br0" timeOffset="140361.5">2817 14955 2018 0,'0'0'264'0,"0"0"-217"15,0 0-29 1,42 106 2-16,-42-40 28 0,-2 28-29 16,-33 22-10-16,-7-5-18 15,-16 20-121-15,13-37-124 16,13-40-464-16</inkml:trace>
  <inkml:trace contextRef="#ctx0" brushRef="#br0" timeOffset="141395.76">3675 15270 980 0,'0'0'592'16,"0"0"-265"-16,0 0-106 16,0 0-100-16,23-111-91 15,10 85-29-15,7 5-2 16,3 4-42-16,-1 13 25 16,-4 4 11-16,-7 10-11 15,-9 26 18-15,-6 13 87 16,-11 9-44-16,-5 6 28 15,0 2-40-15,-10-8-4 16,-1-8 6-16,5-12-33 16,4-11 1-16,2-13-13 0,0-10-1 15,13-4-27-15,13-4 18 16,6-31-78-16,5-11-75 16,0-12-16-16,-2-13-54 15,-1 4-29-15,-5 9-104 16,-10 14 378-16,-5 16 200 15,-12 25 135-15,-2 6-199 16,0 37-78-16,-6 20 145 16,-8 18-21-16,3 26-44 15,0 21-38-15,4-7 6 16,-2-16-56-16,3-9 11 16,-6-30-61-16,-1 12 6 15,-3 0 18-15,-1-17-17 0,-2-12-4 16,2-11-3-16,-1-17 9 15,-3-13-3-15,2-5 0 16,1-5-4-16,5-31-2 16,11-12 0-16,2-18-17 15,15-6-5-15,22-9-2 16,15 5 11-16,8 1-76 16,3 2-109-16,21-25 12 15,-17 17-137-15,-9 7-340 0</inkml:trace>
  <inkml:trace contextRef="#ctx0" brushRef="#br0" timeOffset="141563.43">4753 14566 538 0,'0'0'1444'0,"0"0"-1058"16,0 0-231-16,0 0-155 15,0 0-45-15,-70 130 35 16,9 3 20-16,-3 29-20 15,10-6-73-15,23-41-280 16,20-52-533-16</inkml:trace>
  <inkml:trace contextRef="#ctx0" brushRef="#br0" timeOffset="141892.78">4923 15557 1952 0,'0'0'381'0,"0"0"-250"16,0 0-52-16,0 0-44 15,0 0-21-15,141-5-14 0,-87 5 0 16,1 9-6-16,-1 9-18 16,-1 14-59-16,-15-6-162 15,-15-4-358-15</inkml:trace>
  <inkml:trace contextRef="#ctx0" brushRef="#br0" timeOffset="142026.81">4975 15857 1430 0,'0'0'710'16,"0"0"-563"-16,0 0-114 16,118 2 38-16,-42-2-71 15,48 0-25-15,-16 0-198 16,-12 0-697-16</inkml:trace>
  <inkml:trace contextRef="#ctx0" brushRef="#br0" timeOffset="142809.43">6689 15145 1054 0,'0'0'679'0,"0"0"-327"16,0 0-80-16,0 0-43 16,0 0-89-16,0 0-109 15,0 0-8-15,172 0-23 16,-101 2-44-16,3 10 26 15,26-3-110-15,-17-2-227 16,-12-5-564-16</inkml:trace>
  <inkml:trace contextRef="#ctx0" brushRef="#br0" timeOffset="143190.76">7710 14891 1345 0,'0'0'337'0,"0"0"-222"15,0 0-81-15,131-30 11 16,-92 30-45-16,-8 14 16 15,-9 20 28-15,-15 12 0 16,-7 7 36-16,-29 8 34 16,-25 2 4-16,-14-5 9 15,-7-4-84-15,4-12 14 16,13-8 2-16,19-17-41 16,16-4 6-16,17-6-24 15,6-7 0-15,13 0 0 16,28 0-13-16,18 0 12 15,15-9-36-15,30-14-159 16,-15 6-52-16,-15-3-434 0</inkml:trace>
  <inkml:trace contextRef="#ctx0" brushRef="#br0" timeOffset="143723.44">8209 15008 1295 0,'0'0'334'0,"0"0"-204"16,0 0-29-16,0 0 6 15,31 111 14-15,-35-62 31 16,-18 4-39-16,-5 2-27 0,1-6-58 16,3-14-7-16,10-9 2 15,6-8-23 1,7-7-14-16,0-11-10 0,16 0-34 15,15-20 58-15,4-13-142 16,5-13-95-16,-3-8-16 16,-4-4-105-1,-8 8 95-15,-10 9 263 0,-9 17 367 16,-6 18 156-16,0 6-311 16,-2 4-153-16,-13 21 36 15,3 4-41-15,6 5-17 16,6 0 19-16,0-3-56 15,16-5 0-15,17-8-8 16,9-4 7-16,8-14-11 16,0 0-104-16,-5-10-60 0,-5-12 17 15,-11 0-54-15,-11-1 57 16,-7 6 92-16,-9 3 64 16,-2 10 274-16,0 4-102 15,-2 0-109-15,-9 14 33 16,0 7-4-16,4 6 3 15,7 1-68-15,0-10-17 16,18-4-10-16,16-6-36 16,10-8-24-16,24-18-41 15,-11-13-239-15,-12-4-425 0</inkml:trace>
  <inkml:trace contextRef="#ctx0" brushRef="#br0" timeOffset="143963.31">8956 15066 1249 0,'0'0'669'0,"0"0"-518"0,-22 146-55 16,2-64-16-16,-4 7 14 16,-3 8 64-16,-5-2-89 15,-3-5-30-15,-6-6-28 16,-7-17-11-16,-8-14 19 16,-2-21-19-16,2-10-3 15,12-22 3-15,17 0 0 16,18-28-28-16,9-16-26 15,36-14 26-15,24-8 0 16,34-14-10-16,32 3-168 16,20 6-3-16,-24 18-95 0,-31 25-318 15</inkml:trace>
  <inkml:trace contextRef="#ctx0" brushRef="#br0" timeOffset="144155.22">9563 15213 1942 0,'0'0'550'16,"0"0"-464"-16,0 0-86 16,160-5 16-16,-94 5-34 15,29 5-28-15,-20 8-252 16,-12-6-692-16</inkml:trace>
  <inkml:trace contextRef="#ctx0" brushRef="#br0" timeOffset="144930.81">10331 14988 1302 0,'0'0'405'0,"0"0"-178"0,0 0-81 16,0 0-11-16,0 0-25 15,0 0-99-15,137-75-10 16,-113 107 16-16,-4 11-7 16,-6 12 52-16,-10 3-28 15,-4-4 14-15,0-5 26 16,0-9-72-16,0-12 8 16,0-9 5-16,11-8-9 15,16-8-12-15,8-3-9 16,10-7-64-16,0-24-130 15,6-31-260-15,-11 7 66 0,-9 0-158 16</inkml:trace>
  <inkml:trace contextRef="#ctx0" brushRef="#br0" timeOffset="145162.9">10848 15015 1114 0,'0'0'297'0,"0"0"-13"16,-19 109-42-16,3-47-7 16,3 10-91-16,-1-5-38 15,3 3-57-15,0-7-23 16,-5-5 9-16,1-12-35 15,-5-7 0-15,-5-11-17 16,-2-6 0-16,-2-14-4 16,2-8-12-16,6 0 33 15,7-22-6-15,14-12 6 16,0-8 0-16,35-11 6 0,17-1 9 16,15 0 3-1,13 0-18-15,10 10-2 0,28-14-155 16,-25 18-176-16,-15 1-575 0</inkml:trace>
  <inkml:trace contextRef="#ctx0" brushRef="#br0" timeOffset="145713.63">11390 14422 849 0,'0'0'210'0,"0"0"-122"15,0 0 65-15,0 0-37 16,0 0-39-16,0 0 25 15,0 0-29-15,-24 0-7 16,19 0 55-16,1 0-27 16,0 0-25-16,4 0-38 15,-3 0-31-15,3 0 39 16,0 0-39-16,0 0-6 16,-4 1-6-16,-5 3 6 0,-2 5 0 15,-4-1 6-15,1-2 0 16,3-1-11-16,1-1 11 15,6-4 0-15,2 3 33 16,2-3-27-16,0 0 47 16,0 0-23-16,0 0-29 15,0 0 64-15,0 0-64 16,0 0-1-16,0 0 0 16,0 0-15-16,0 2 7 15,0-2-7-15,0 0 7 16,0 0-5-16,0 2 15 15,0-2-2-15,0 2 0 16,0 1-3-16,0 6-70 0,0 5-19 16,2-4-228-16,0-2-507 15</inkml:trace>
  <inkml:trace contextRef="#ctx0" brushRef="#br0" timeOffset="146147.46">11149 14610 1237 0,'0'0'316'16,"0"0"-166"-16,0 0-33 0,0 0-19 15,52-104-40-15,-23 80-30 16,2 4-28-16,0 8 0 16,1 8 34-16,-8 4 35 15,-3 4-11-15,-11 22 19 16,-10 14-39-16,-4 8 46 16,-31 8-32-16,-17 4 9 15,-12 0 0-15,-6-3-53 16,-3-11 3-16,8-12-6 15,11-10-5-15,15-12-10 16,16-7-23-16,21-5 33 16,2 0 7-16,31-5-7 0,21-7-1 15,12 3 1-15,11 8 8 16,8 1-8-16,2 4 0 16,-2 12 0-16,8 10-92 15,-22-6-179-15,-15-6-465 0</inkml:trace>
  <inkml:trace contextRef="#ctx0" brushRef="#br0" timeOffset="147025.27">6375 15819 1121 0,'0'0'327'16,"0"0"-120"-16,0 0 10 15,0 0-101-15,0 0-31 16,122 2-53-16,-55 2-4 15,31 4 27-15,38 0-8 16,34 2 43-16,17-2 42 16,-4 2-90-16,-7-2 7 15,-5 6-31-15,12 1-8 0,16-1 4 16,9 2-14 0,5-2 0-16,4-1 4 0,-6-3-4 15,1-3 0-15,-2-1 0 16,-2-6 0-16,0 0 5 15,-7 4 12-15,-12 0-16 16,-17-3 35-16,-22 4-34 16,-36-2-3-16,-31-3 1 15,-27 0-11-15,-13 0 4 16,-3 0 5-16,-4 0-27 16,-7 5 11-16,-14-5-94 15,-6 4-85-15,-6-4-128 16,-3 0-429-16</inkml:trace>
  <inkml:trace contextRef="#ctx0" brushRef="#br0" timeOffset="149138.81">7216 16589 598 0,'0'0'940'0,"0"0"-682"15,0 0 22-15,0 0-17 16,0 0-103-16,0 0-38 16,0 0-106-16,33-72-16 15,-4 72-11-15,4 0 0 16,-2 8 11-16,-2 24-14 16,-9 9-19-16,-10 6 26 15,-10 12 14-15,0-1 19 16,-23 0-7-16,-6 0 5 15,-2-7 15-15,4-16-39 16,4-5 9-16,10-12-8 16,7-10-1-16,6-6 0 0,0-2 0 15,0 0-39 1,19-18 15-16,10-13-29 16,10-18-127-16,-1-6 42 15,-7 2-22-15,-6 9 34 0,-13 12 126 16,-9 20 165-16,-3 12-35 15,0 0-66-15,-7 21-58 16,-4 14 120-16,4 1-80 16,7 4-3-16,0-5-18 15,29-1-13-15,10-13 15 16,11-3-27-16,8-10-44 16,25-8-51-16,-14-8-176 15,-13-10-293-15</inkml:trace>
  <inkml:trace contextRef="#ctx0" brushRef="#br0" timeOffset="149511.66">7785 16240 1270 0,'0'0'557'0,"0"0"-375"0,0 0-44 16,0 0-23-16,0 0-82 16,0 0-32-16,0 0-2 15,90-84 1-15,-61 84-17 16,-9 16 17-16,-16 23 34 15,-4 8 54-15,-22 11-13 16,-16 4 7-16,-2-7-22 16,7-11-29-16,13-8-18 15,18-9-13-15,2-6-14 16,26-7 13-16,21 0-62 16,54-14-125-16,-12 0-171 15,-2 0-762-15</inkml:trace>
  <inkml:trace contextRef="#ctx0" brushRef="#br0" timeOffset="149771.34">8584 16852 1540 0,'0'0'735'0,"0"0"-506"16,0 0-110-16,0 0-68 15,0 0-26-15,0 0-10 16,121 0-15-16,-75-4-40 16,3-2-34-16,12-6-191 0,-15 2-87 15,-8-6-564-15</inkml:trace>
  <inkml:trace contextRef="#ctx0" brushRef="#br0" timeOffset="149923.81">8863 16699 1950 0,'0'0'374'16,"0"0"-368"-16,0 0 16 16,-61 109 5-16,39-65 20 15,2 6-30-15,2 6-17 16,5-2-98-16,10 13-132 15,3-22-300-15,0-8-657 0</inkml:trace>
  <inkml:trace contextRef="#ctx0" brushRef="#br0" timeOffset="150713.41">9692 16695 1114 0,'0'0'513'0,"0"0"-307"16,0 0-49-16,0 0 72 16,0 0-74-16,0 0-54 15,0 0 2-15,-65-18-81 16,65 0-11-16,0-14-11 16,4-2-32-16,19 2-2 15,-1 0-6-15,0 11 16 0,-6 16 0 16,-9 5 20-16,-7 26-33 15,-11 24 36-15,-29 16 1 16,-20 7 20-16,-12-1-20 16,-3-10 1-16,5-12 13 15,13-16-8-15,14-16 2 16,18-8 5-16,14-10-5 16,11 0 48-16,5-18-40 15,28-4-16-15,12-2-11 16,13 2 5-16,7 10 5 0,3 8 0 15,1 4-18 1,-2 0-27-16,-4 16-83 0,8-2-31 16,-13-6-78-16,-14-6-279 15</inkml:trace>
  <inkml:trace contextRef="#ctx0" brushRef="#br0" timeOffset="151477.76">10090 16593 1659 0,'0'0'314'16,"0"0"-228"-16,0 0-77 15,0 0-9-15,0 0 94 16,52 121 14-16,-52-68 6 16,-11-4-59-16,-11 1-15 0,1-6 46 15,4-13-66 1,3-8-20-16,8-7 19 0,4-14-19 15,2-2 0-15,0 0-18 16,12-6-8-16,15-24 26 16,2-10-151-16,3-10-6 15,-6 2 37-15,-3 7 60 16,-12 14 60-16,-7 13 161 16,-4 14-40-16,0 5-66 15,-15 26-45-15,-3 9 47 16,0 0 1-16,7 1-24 15,9-4-1-15,2-7-33 16,0-7 0-16,24-9-1 16,5-11-5-16,7-3 5 15,2 0-23-15,-4-17-59 0,-5-6-27 16,-8-3 10-16,-5 2 42 16,-7 7 58-16,-5 8 58 15,-4 4 65-15,0 5-67 16,2 0-56-16,3 5-7 15,4 9 7-15,7 8 27 16,10-8 2-16,10-2-17 16,9-7-12-16,3-5 0 15,2 0-19-15,-5-23-86 16,-12-3-20-16,-9-6 3 16,-12-3 48-16,-8 8-40 15,-4 1 114-15,0 12 43 0,0 5 221 16,0 9-123-16,0 9-128 15,-4 23-7-15,-6 20 94 16,2 16-68-16,-8 26 1 16,0-2 16-16,-1 3-28 15,-5 4 42-15,-3-20-36 16,-4 7 1-16,-5-12 18 16,-5-9-40-16,-4-21-4 15,-4-17 29-15,2-15 0 16,6-12 2-16,7 0-15 15,18-35 6-15,14-15-24 16,17-20-15-16,51-29-36 16,48-8 1-16,45 3-111 0,15 12-79 15,-37 34-250 1,-39 22-325-16</inkml:trace>
  <inkml:trace contextRef="#ctx0" brushRef="#br0" timeOffset="152575.04">10430 16731 378 0,'0'0'32'0,"0"0"-6"16,0 0 3-16,0 0 129 15,0 0 29-15,0 0-11 0,0 0 18 16,-18-10-3-16,14 10-50 15,-1-3-22-15,3 3-10 16,2-4-6-16,-2-5 21 16,2 3-8-16,0 2 25 15,-3-5 22-15,3 5-51 16,-2-1-2-16,2 1-30 16,-3 4-35-16,3 0-22 15,-2 0-23-15,0 0-3 16,-4 4-15-16,1 14-28 15,-1 13 14-15,1 10 19 16,5 12-105-16,0-7-131 16,14-12-389-16</inkml:trace>
  <inkml:trace contextRef="#ctx0" brushRef="#br0" timeOffset="153048.01">10838 16656 62 0,'0'0'880'16,"0"0"-591"-16,0 0-167 15,0 0 31-15,0 0 54 16,0 0-105-16,0 0-1 16,-27 26-46-16,18-9-17 15,3 5-15-15,0 2-23 0,2 7-51 16,0 4-46-16,2-4-183 15,-1-7-504-15</inkml:trace>
  <inkml:trace contextRef="#ctx0" brushRef="#br0" timeOffset="159359.81">17863 3703 1267 0,'0'0'328'0,"0"0"-157"0,0 0 62 16,0 0-20-16,0 0-9 16,0 0-11-16,-10 0-98 15,10 0 17-15,0 0-30 16,0 0 16-16,0 0 9 16,0 0-57-16,0 0-50 15,0 0 18-15,0 0-18 16,6 0-16-16,15 3-28 15,12 3 43-15,16 2-32 16,9-1 33-16,7 0-93 16,-3-2 3-16,-2 3-60 0,-6-1-34 15,-3-2-131 1,-14 0-244-16,-12-5-668 0</inkml:trace>
  <inkml:trace contextRef="#ctx0" brushRef="#br0" timeOffset="159589.09">17900 3916 1126 0,'0'0'692'16,"0"0"-438"-16,0 0-80 15,0 0-78-15,0 0 2 16,0 0-51-16,0 0-20 0,115 5-27 15,-63 0-15-15,-3-1-108 16,-1-4-12-16,8 0-106 16,-13-6-123-16,-7-12-331 0</inkml:trace>
  <inkml:trace contextRef="#ctx0" brushRef="#br0" timeOffset="159740.76">18495 3592 1064 0,'0'0'699'0,"0"0"-434"15,0 0-189-15,0 0-51 16,0 0 89-16,42 167-44 16,-51-56-5-16,-20-2-31 15,-4-10-34-15,-23 15-109 0,14-42-90 16,2-11-403-16</inkml:trace>
  <inkml:trace contextRef="#ctx0" brushRef="#br0" timeOffset="160562.68">19152 3502 1129 0,'0'0'595'0,"0"0"-476"16,0 0-100-16,0 0-16 15,0 0 7-15,0 0-10 16,138-39 61-16,-111 55-18 16,-7 16 15-16,-4 10 23 15,-7 10-34-15,-7 5 40 16,-2-2-53-16,0-5-13 16,0-10-12-16,2-10-2 15,3-13 1-15,1-11-8 16,8-6 0-16,1 0-25 15,10-17 25-15,0-16-61 0,2-10-25 16,-5-7 33-16,-3 0 39 16,-5 7 3-16,-5 11 11 15,-7 15 78-15,-2 15-10 16,0 2-65-16,0 34 19 16,-2 40-20-16,-12 43 84 15,-1 29 1-15,-1-6-47 16,3-25 32-16,2-37-56 15,2-24-1-15,-4 8 6 16,-3 4-21-16,-4 0-1 16,-5-13-26-16,-4-13-24 15,-2-16 44-15,-2-12-33 16,0-12 19-16,6 0 9 0,11-29 12 16,16-10-1-1,0-15-43-15,26-7 16 0,20-5 21 16,12 0 7-16,6 2 0 15,25-24-34-15,-15 15-234 16,-14 9-321-16</inkml:trace>
  <inkml:trace contextRef="#ctx0" brushRef="#br0" timeOffset="160773.66">19937 2963 1852 0,'0'0'502'0,"0"0"-354"16,0 0-148-16,0 0-57 16,0 0-1-1,-101 171-16-15,61-73-18 0,5-7-300 0</inkml:trace>
  <inkml:trace contextRef="#ctx0" brushRef="#br0" timeOffset="162979.78">20209 3220 1513 0,'0'0'540'0,"0"0"-430"15,0 0 31-15,0 0-86 16,0 0-7-16,0 0 31 16,0 0-60-16,-78 12-19 15,45 38 35-15,-1 20-18 16,1 13 19-16,6 9-25 15,9-1-5-15,9 0 16 16,9-8-22-16,0-9-28 16,11-10-4-16,16-12-90 15,22-16-94-15,-5-13-260 16,-3-19-439-16</inkml:trace>
  <inkml:trace contextRef="#ctx0" brushRef="#br0" timeOffset="163257.25">20238 3838 185 0,'0'0'1603'0,"0"0"-1238"16,0 0-327-16,0 0-38 15,0 0-14-15,134-137-28 16,-101 93 23-16,-4-4-154 16,-6-2-141-16,-10 2-72 15,-6 2 198-15,-5 6 188 16,-2 11 110-16,0 15 185 15,0 13 52-15,0 1-178 16,-5 29-140-16,-4 24 118 16,1 13-29-16,-1 12-18 0,1 6-73 15,8-4-27-15,0-5-46 16,0-12-122-16,8-16-44 16,3-16-92-1,0-22-339-15</inkml:trace>
  <inkml:trace contextRef="#ctx0" brushRef="#br0" timeOffset="163440.96">20789 3301 362 0,'0'0'1626'16,"0"0"-1428"-16,0 0-166 0,27 174-6 15,-35-60-26-15,-32 28 13 16,-11 2 9-16,7-26-22 15,10-23-97-15,18-46-105 16,14-26-537-16</inkml:trace>
  <inkml:trace contextRef="#ctx0" brushRef="#br0" timeOffset="163903.5">21235 3738 1060 0,'0'0'725'16,"0"0"-472"-16,0 0-132 15,0 0-4-15,0 0 40 16,0 0-4-16,0 0-68 16,-3 0-24-16,3 0-48 15,0 0 7-15,0 0 22 16,0 0-42-16,0 0 0 0,0 0 2 15,0 0 13-15,3 0-15 16,-1 0 0-16,7 0 0 16,11 0 20-16,8 0-20 15,13 0 0-15,7 0-6 16,4 0 12-16,2 0-12 16,-5 0-58-16,-5 0-55 15,-10 0-24-15,-12 4-187 16,-18 1-347-16</inkml:trace>
  <inkml:trace contextRef="#ctx0" brushRef="#br0" timeOffset="164055.49">21225 3967 1564 0,'0'0'535'16,"0"0"-424"-16,0 0-43 15,0 0 145-15,0 0-76 16,123 0-92-16,-65 0-45 0,25 0-42 15,-14-7-279-15,-16 0-821 0</inkml:trace>
  <inkml:trace contextRef="#ctx0" brushRef="#br0" timeOffset="173152.42">22204 3278 791 0,'0'0'1043'15,"0"0"-688"-15,0 0-260 0,0 0 10 16,0 0 42-16,0 0-67 16,9 2-28-16,18-2-37 15,13 0-9-15,12 0 9 16,6 0-15-16,4 4-8 16,-2 0 7-16,-3 2-90 15,22-2-64-15,-17 0-180 16,-10-4-536-16</inkml:trace>
  <inkml:trace contextRef="#ctx0" brushRef="#br0" timeOffset="174210.28">23056 2984 1232 0,'0'0'566'0,"0"0"-506"15,0 0-60-15,0 0 36 16,0 0 20-16,0 0 1 16,0 0-48-16,49-63-7 0,-27 59 27 15,1 4-27 1,0 0 9-16,0 6 39 15,-3 19-49-15,-5 7 39 16,-5 9 29-16,-8 7 1 0,-2 5 11 16,0-1-32-16,-7-6-7 15,-6-3 17-15,4-10-50 16,0-5 16-16,0-5-25 16,5-10 0-16,1-2 7 15,1-8-7-15,2 0 0 16,0-3-5-16,0 0 6 15,0 0-2-15,0 0-6 16,0 0 7-16,0 0 18 16,0 0-18-16,0 0 0 15,0 0 24-15,-2 0-15 0,0 0 6 16,2 0-15 0,-2 0 0-16,2 0-4 0,0 0 4 15,0 0-27 1,0 0 27-16,0 0 0 0,0 2 8 15,0-2-8-15,-2 0 0 16,2 0 4-16,0 0-4 16,0 0-6-16,0 0 6 15,0 0 0-15,0 0 15 16,0 0-15-16,0 0 7 16,0 0 8-16,0 0-15 15,8 2-7-15,10-1 7 16,8 4 1-16,8-1 20 15,7-3-21-15,1-1-15 16,-3 0 2-16,2 0-78 0,5 0-145 16,-7-5-232-16,-10-10-567 15</inkml:trace>
  <inkml:trace contextRef="#ctx0" brushRef="#br0" timeOffset="174954.34">23065 3006 1536 0,'0'0'402'0,"0"0"-175"16,0 0-43-16,0 0-15 15,0 0-105-15,-12-115-43 16,17 101 13-16,10 0-33 16,6 5-2-16,6 2-13 15,2 7 2-15,6 0 11 16,-1 16-28-16,-5 16 19 0,-7 11 2 16,-11 8 2-1,-11 8 6-15,0 3 0 16,-16-1 2-16,-10 0 38 15,-8-6-31-15,-2-11-1 0,1-6 24 16,-1-12-30-16,7-7 23 16,4-3-23-16,10-11 4 15,6-1 13-15,9-4-19 16,0 0 0-16,11 0-9 16,23 0 9-16,12-2-9 15,14-5-3-15,10 7 12 16,1 0 0-16,-4 0 0 15,-5 0-1-15,-8 7-14 16,-7 1-24-16,-5-2-126 16,-11-2-311-16,-10-4-571 0</inkml:trace>
  <inkml:trace contextRef="#ctx0" brushRef="#br0" timeOffset="175435.87">23649 3020 1827 0,'0'0'342'0,"0"0"-240"16,0 0-45-16,0 0-37 0,0 0-7 15,0 0-10-15,0 0-3 16,114-71-25-16,-95 99 17 15,-5 16 16-15,-12 11 23 16,-2 7 6-16,-11 0 22 16,-13-2 19-16,1-11-58 15,5-11-20-15,7-14 15 16,7-13-4-16,4-4-22 16,0-7 2-16,0 0-28 15,8-8 27-15,15-24-79 16,6-16-150-16,2-13-69 15,-2-8-39-15,-4 6 45 16,-10 12 302-16,-3 19 238 16,-8 19 254-16,-4 13-257 0,0 0-122 15,0 20-50-15,0 14 25 16,-2 6 10-16,2 4-46 16,0 0-30-16,11-6-22 15,11-4-10-15,5-9-56 16,2-10-12-16,2-8-127 15,9-10 13-15,-11-19-156 16,-2-6-395-16</inkml:trace>
  <inkml:trace contextRef="#ctx0" brushRef="#br0" timeOffset="175615.83">24172 3038 1094 0,'0'0'804'16,"0"0"-528"-16,0 0-200 15,0 0-40-15,0 0 74 16,-6 114 2-16,6-72-67 15,0-6-12-15,4-3-33 16,16-9 1-16,5-9-16 0,8-11-11 16,7-4-22-16,5-10-41 15,-1-22-167-15,6-38-11 16,-15 6-73-16,-6 1-242 0</inkml:trace>
  <inkml:trace contextRef="#ctx0" brushRef="#br0" timeOffset="175850.61">24523 2963 629 0,'0'0'853'16,"0"0"-648"-16,0 0-131 15,-38 129 59-15,7-23 9 0,-8 30 20 16,6-7-38 0,6-23-20-16,5-30-6 0,4-22-65 15,-4 3 4-15,-3 3-29 16,-6-2-7-16,-5-14 14 16,1-14-15-16,1-14-7 15,5-13 1-15,9-3 12 16,13-25 16-16,7-19-22 15,12-11 0-15,26-8-6 16,18-1-4-16,17 3-33 16,10 7-79-16,35-1-156 15,-22 16-115-15,-15 8-431 0</inkml:trace>
  <inkml:trace contextRef="#ctx0" brushRef="#br0" timeOffset="176038.81">24903 3229 1661 0,'0'0'690'0,"0"0"-474"16,0 0-22-16,0 0-106 16,0 0-65-16,0 0-23 15,170-15-24-15,-79 15-79 16,-10 0-110-16,-14 0-537 0</inkml:trace>
  <inkml:trace contextRef="#ctx0" brushRef="#br0" timeOffset="177273.75">25769 3074 773 0,'0'0'604'16,"0"0"-351"-16,0 0-67 0,0 0 57 15,0 0-75-15,0 0-80 16,0 0-25-16,122-62-63 15,-111 73-12-15,-5 21 12 16,0 7 17-16,-2 5 51 16,-2-2-47-16,3-5-20 15,1-8 36-15,8-9-37 16,1-6 27-16,5-7-27 16,7-7 0-16,5-3 0 15,-1-21-58-15,-2-12-34 16,-2-8 36-16,-4-4-8 15,-2-3 51-15,-5 8 13 16,-8 9 16-16,-3 14 143 16,-3 11-48-16,-2 9-90 0,0 13-21 15,0 27-10-15,0 20 10 16,0 18 22-16,-2 10-21 16,-5 5 30-16,-5-3-31 15,2-10 0-15,-9-12 0 16,0-10 19-16,-4-16-36 15,-6-11 17-15,0-16-5 16,-2-8-4-16,-2-7 9 16,6-8 0-16,10-19 5 15,9-10 2-15,8-8 11 16,21-3-18-16,21-4 0 16,14 4 2-16,13 5-2 0,31-6-82 15,-12 13-115 1,-15 5-364-16</inkml:trace>
  <inkml:trace contextRef="#ctx0" brushRef="#br0" timeOffset="177755.24">26676 2460 679 0,'0'0'273'0,"0"0"-77"16,0 0-15-16,0 0 14 15,0 0-20-15,0 0-45 16,0 0-60-16,-38 0-6 15,38 0 39-15,0 0-31 16,-3 0-19-16,3 0 46 16,0-2-50-16,0-1 3 15,0-2 23-15,0-1-15 16,6 2-31-16,9 4-29 16,1 0-34-16,1 0 33 0,-1 20-29 15,-12 13 29-15,-4 6-11 16,-16 10 12-16,-24 1 53 15,-7-1-32-15,1-6 3 16,6-9 15-16,13-7-31 16,15-8-6-16,12-5-2 15,17 0 0-15,29-3 10 16,19-6-10-16,53-5-57 16,-15 0-121-16,-10-5-336 0</inkml:trace>
  <inkml:trace contextRef="#ctx0" brushRef="#br0" timeOffset="178610.14">22358 3914 188 0,'0'0'1313'0,"0"0"-1020"15,0 0-204-15,0 0 65 16,0 0 20-16,0 0-10 16,0 0-86-16,40-2-52 15,-2-1-14-15,13 0-12 0,14 3 0 16,31 0 11-16,37 18 0 15,43 8 50-15,30 3-31 16,10-2-11-16,14-3 29 16,-1-2-47-16,14-8-1 15,9-4 25-15,-2-5-25 16,-7-5 0-16,-12 0 0 16,-16 0 42-16,-17-7 21 15,-20 1-48-15,-40 0-8 16,-37-1 5-16,-34 2-12 15,-20-3-12-15,-3 3-10 16,-4-4 11-16,1 6 10 16,-16-2-57-16,-4 5-57 15,-7 0-43-15,-8 0-113 16,-1 3-120-16,-5 4-342 0</inkml:trace>
  <inkml:trace contextRef="#ctx0" brushRef="#br0" timeOffset="180023.03">22839 4543 1277 0,'0'0'409'16,"0"0"-217"-16,0 0-147 16,0 0-23-16,0 0 21 15,120-76-12-15,-83 72 0 16,-2 4 32-16,-3 11-62 16,-11 22 14-16,-5 15 30 15,-14 15 43-15,-2 7 28 0,-6 3-66 16,-14-3-22-1,0-12 27-15,6-12-54 0,3-16 28 16,9-10-28-16,2-10 0 16,0-8 4-16,0-2-5 15,15-4 0-15,14-24-21 16,9-19-25-16,7-16-146 16,-3-12-24-16,-6 0-20 15,-10 10 93-15,-9 17 143 16,-15 23 109-16,-2 25 30 15,-12 3-117-15,-14 35 45 16,-1 13 56-16,5 7 30 16,9 0-22-16,10-2-81 0,3-6-11 15,13-10-4-15,23-8-33 16,9-10-4-16,8-12-27 16,3-10-90-16,10-14-66 15,-14-15-149-15,-14-6-421 16</inkml:trace>
  <inkml:trace contextRef="#ctx0" brushRef="#br0" timeOffset="180412.22">23542 4180 1287 0,'0'0'486'0,"0"0"-262"16,0 0 20-16,0 0-90 15,0 0-68-15,0 0-26 16,0 0-60-16,51-16-22 15,-24 16-12-15,-3 21 16 16,-9 12 12-16,-15 13-1 16,0 7 7-16,-19 4 49 0,-14-6-19 15,-4-5 10-15,9-6-28 16,10-12-3-16,11-5-9 16,7-10-2-16,9-1-37 15,24-1 38-15,38-8-87 16,-5-3-170-16,-2 0-348 0</inkml:trace>
  <inkml:trace contextRef="#ctx0" brushRef="#br0" timeOffset="180639.93">24081 4764 986 0,'0'0'966'0,"0"0"-614"16,0 0-286-16,0 0-29 15,0 0-17-15,120 0-5 16,-68 0-15-16,4 0-3 16,21-1-149-16,-15-1-57 15,-8-5-375-15</inkml:trace>
  <inkml:trace contextRef="#ctx0" brushRef="#br0" timeOffset="180804.16">24411 4604 1815 0,'0'0'371'0,"0"0"-362"16,0 0 22-16,-89 145-30 15,64-87 42-15,5 3-19 16,4 3-24-16,14 24 0 15,2-16-108-15,0-19-389 0</inkml:trace>
  <inkml:trace contextRef="#ctx0" brushRef="#br0" timeOffset="181441.11">25167 4717 87 0,'0'0'990'16,"0"0"-890"-16,0 0-100 15,0 0-32-15,0 0 32 16,0 0 58-16,0 0-6 16,-5 0-4-16,5 0 10 0,0 0-9 15,0 0-10-15,0 0 25 16,0 0-39-16,0 0 19 16,0 0 5-16,0 0-8 15,0 0-1-15,0 0-40 16,0 3-7-16,0-1 6 15,0 0-106-15,0-2 3 16,0 0-228-16,0 0-604 0</inkml:trace>
  <inkml:trace contextRef="#ctx0" brushRef="#br0" timeOffset="181834.51">25167 4717 1160 0,'0'23'385'16,"-5"-23"-227"-16,1 0-19 16,2-6 81-16,2-11-9 15,0-9-112-15,21-9-99 16,14-5-18-16,2 2-34 16,3 3 21-16,-4 9 22 15,-7 15-28-15,-13 11 6 16,-14 11 6-16,-2 32 6 15,-27 17 18-15,-22 12 2 16,-16 6 7-16,-8-2 24 0,-1-9-31 16,7-15-1-16,13-14 47 15,12-16-46-15,16-13 27 16,11-6-11-16,11-3 3 16,4 0 41-16,23-14-61 15,18-4 18-15,14 4-38 16,12 6 13-16,6 8-6 15,4 0 2-15,0 8-55 16,-3 6-35-16,15-6-141 16,-17-6-104-16,-19-2-949 0</inkml:trace>
  <inkml:trace contextRef="#ctx0" brushRef="#br0" timeOffset="182568.73">25613 4688 430 0,'0'0'1264'16,"0"0"-1102"-16,0 0-146 16,0 0 12-16,0 0-17 15,0 0 88-15,98 117-1 16,-94-66-6-16,-4 2-4 16,0-3-46-16,-4-9-30 15,-5-7 29-15,2-17-41 16,2-7 10-16,5-8-10 15,0-2-34-15,0-14 28 16,16-22-115-16,4-15-220 16,-2-8 120-16,0-3-116 15,-5 9 305-15,-4 15 32 0,-7 17 497 16,-2 16-206-16,0 5-149 16,0 14-117-16,-9 18 101 15,3 5-67-15,2 2 12 16,4-3-45-16,0-4 0 15,12-7-26-15,15-11-1 16,7-8-23-16,6-6 14 16,2-6-60-16,-2-20-117 15,-4-9-30-15,-12-1 1 16,-7 1 90-16,-11 6 126 0,-4 12 29 16,-2 10 273-16,0 7-114 15,0 0-80 1,0 7-83-16,0 13 26 15,4 4 25-15,10-1-54 0,6 0-22 16,7-7 0-16,6-6-75 16,2-10 3-16,0 0-104 15,-11-14-31-15,-4-13 30 16,-9-2-68-16,-4-1 7 16,-3 5 238-16,-1 8 51 15,-3 11 212-15,0 6-76 16,0 25-124-16,0 35 86 15,-9 39-18-15,-14 33-25 16,-8 10 20-16,-2-23-61 16,2-30-5-16,4-38-44 0,0-11-5 15,-6-2 6-15,-1-5-9 16,-1-8-8-16,6-15 39 16,8-10-26-16,15-14 26 15,6-24-39-15,19-14-8 16,35-9 8-16,35-17-61 15,36-3-3-15,31 0-181 16,-22 19-154-16,-29 22-452 0</inkml:trace>
  <inkml:trace contextRef="#ctx0" brushRef="#br0" timeOffset="183349.76">27367 2821 1410 0,'0'0'338'16,"0"0"-227"-16,0 0-60 15,0 0-51-15,0 0 7 16,0 0-4-16,2 142 110 15,-9-11 12-15,-10 50-4 16,-4 32-11-16,4 12 2 16,1-8-46-16,7-23-45 15,5-5 35-15,4-17-30 16,0-11 23-16,0-12-15 0,0-31-16 16,7-28 19-16,-1-26-37 15,-2-12-3-15,1 2 3 16,-1 1 0-16,3-5 0 15,-2-16-15-15,-1-14-21 16,-2-10 21-16,-2-8-52 16,2-2-37-16,-2 0-107 15,0-12-125-15,0-3-548 0</inkml:trace>
  <inkml:trace contextRef="#ctx0" brushRef="#br0" timeOffset="185171.78">27741 4717 1045 0,'0'0'326'16,"0"0"-121"-16,0 0 35 16,0 0 9-16,0 0-10 15,0 0-89-15,0 0-45 16,-2-14-70-16,2 14-34 16,2 0 20-16,7 0-21 15,7 0-19-15,-1 2 11 16,4 15-13-16,-7 11 15 15,-5 10 6-15,-7 7 0 0,0 1 42 16,-7 0-21 0,-8-9-8-16,-1-6 11 0,6-9-23 15,3-10 15-15,5-8-16 16,2-1 1-16,0-3-12 16,0 0-2-16,15-21-27 15,10-17-65-15,8-14-206 16,3-11 82-16,-3-1-56 15,-6 8 128-15,-9 14 157 16,-9 18 208-16,-9 16 72 16,0 8-57-16,0 5-116 15,-11 24-27-15,-1 7 19 16,3 6-35-16,5 4 18 16,4-3-69-16,0-6-13 15,13-2-7-15,16-7-50 0,4-7-47 16,19-12-151-16,-8-9-228 15,-5 0-390-15</inkml:trace>
  <inkml:trace contextRef="#ctx0" brushRef="#br0" timeOffset="185377.31">28301 4742 117 0,'0'0'1691'15,"0"0"-1111"-15,0 0-424 16,0 0 4-16,0 0-67 16,0 0-65-16,0 0-7 15,124 0-21-15,-74 8-89 16,1 5 28-16,-2 2-110 0,-16-1-192 16,-13-4-492-16</inkml:trace>
  <inkml:trace contextRef="#ctx0" brushRef="#br0" timeOffset="185509.48">28310 4911 1881 0,'0'0'471'0,"0"0"-471"15,0 0 0-15,0 0 64 16,0 0 0-16,146 31-41 16,-40-28-23-16,-15-1-265 15,-8-2-404-15</inkml:trace>
  <inkml:trace contextRef="#ctx0" brushRef="#br0" timeOffset="186000.95">28990 4889 123 0,'0'0'1821'0,"0"0"-1586"16,0 0-202-16,0 0 2 15,0 0 79-15,0 0-58 16,0 0-11-16,78-80-45 15,-65 67 0-15,-4 4 4 16,-5 0-4-16,-1 6 27 16,-1 3-17-16,-2 0 5 15,0 0-2-15,0 0-13 0,0 0-10 16,0 0 9-16,0 0 1 16,0 0-6-16,0 0 6 15,0 0-1-15,0 0-23 16,0 0 24-16,0 0 0 15,0 0-10-15,0 0 20 16,0 0-10-16,0 0 0 16,0 0 6-16,0 0 13 15,2 0-2-15,3-7-8 16,1-3 17-16,5-8-26 16,1-5-14-16,-1-8-7 15,-1 1-8-15,0-2 13 16,-4 8 11-16,-1 4 5 0,-3 10 77 15,0 6-17 1,-2 4-41-16,0 0-19 0,0 9-38 16,0 26 30-16,-13 14 1 15,-7 18 7-15,-5 7 0 16,-10 26-107-16,3-17-113 16,5-20-293-16</inkml:trace>
  <inkml:trace contextRef="#ctx0" brushRef="#br0" timeOffset="186933.3">27879 5238 447 0,'0'0'321'0,"0"0"-94"16,0 0-35-16,0 0 38 15,0 0 12-15,0 0-57 16,0 0-10-16,0-10-46 15,0 10-61-15,0 0 10 16,0 0-78-16,0 10-19 16,-2 11 19-16,-4 8 23 15,1 3 28-15,1-1-35 16,2 0-4-16,2-9 31 16,0-5-35-16,0-6-8 15,4-5-31-15,13-6-35 16,4 0-2-16,3-8-25 0,1-16-147 15,0-10-56 1,-4-2-83-16,-5-4 55 0,-3 5-16 16,-6 7 340-16,-4 15 533 15,-3 9-229-15,0 4-199 16,0 12-51-16,-14 21 102 16,3 16 9-16,-3 11-44 15,4 12-60-15,-1 4 11 16,-1 5-4-16,1-7-15 15,-3-6-1-15,-1-13-42 16,-3-6 4-16,-1-15-7 16,-2-10-1-16,-1-11-2 15,2-12 20-15,0-1-15 16,4-8 20-16,9-18-29 16,7-3 0-16,0-8 1 0,23-1 11 15,10 2 0-15,11 2-12 16,6 3-73-16,26-1-45 15,-9 6-163-15,-9 6-320 0</inkml:trace>
  <inkml:trace contextRef="#ctx0" brushRef="#br0" timeOffset="187156.07">28497 5363 461 0,'0'0'1648'16,"0"0"-1325"-16,0 0-254 15,0 0-6-15,0 0-35 16,123 0 29-16,-73 0-32 16,2 0-25-16,-5 3-25 15,-16 13-152-15,-11-3-161 16,-18 1-260-16</inkml:trace>
  <inkml:trace contextRef="#ctx0" brushRef="#br0" timeOffset="187284.74">28485 5562 834 0,'0'0'1166'16,"0"0"-1021"-16,0 0-126 16,0 0-19-16,0 0 88 15,0 0-82-15,189 16-6 16,-114-16-235-16,-6-2-611 0</inkml:trace>
  <inkml:trace contextRef="#ctx0" brushRef="#br0" timeOffset="187517.51">29235 5502 1785 0,'0'0'38'15,"0"0"-38"-15,0 0-73 16,85-112 73-16,-58 66 7 15,-1-5-7-15,-4 5-13 16,-4 8 13-16,-7 11 79 16,-3 11 304-16,-8 12-74 0,0 4-291 15,0 15-18-15,-17 28-47 16,-3 15 47-16,1 18-9 16,0 32-101-1,6-18-241-15,6-18-441 0</inkml:trace>
  <inkml:trace contextRef="#ctx0" brushRef="#br0" timeOffset="189190.34">21649 7316 814 0,'0'0'226'0,"0"0"-112"0,0 0-60 16,0 0 24-1,0 0 51-15,0 0 67 0,0 0-12 16,-87 0-19-16,87 0-8 15,0 0-12-15,0 0 25 16,0 0-76-16,0 0-23 16,0 0 8-16,0 0-49 15,0 0 7-15,9 3-37 16,13 3 8-16,7 0 17 16,14 2-15-16,8 0-8 15,4-1 16-15,4 4-18 16,1-2 0-16,0-2-45 15,-2 1-101-15,6 3-71 16,-16-2-301-16,-15-3-513 0</inkml:trace>
  <inkml:trace contextRef="#ctx0" brushRef="#br0" timeOffset="189355.56">21576 7690 1061 0,'0'0'1162'15,"0"0"-874"-15,0 0-270 16,0 0 6-16,137 18 7 16,-58-18-30-16,10 0-1 15,38 0-25-15,-25 0-202 16,-15-8-141-16</inkml:trace>
  <inkml:trace contextRef="#ctx0" brushRef="#br0" timeOffset="192715.04">22917 6982 848 0,'0'0'809'16,"0"0"-509"-16,0 0-58 16,0 0 35-16,0 0-60 15,0 0 0-15,0 0-138 0,45-12-52 16,2 0-27-16,7 2-30 15,6 2 6-15,4 2-103 16,-3 6-29-16,18 0-109 16,-13 0-359-16,-14 0-472 0</inkml:trace>
  <inkml:trace contextRef="#ctx0" brushRef="#br0" timeOffset="193010.36">23709 6761 598 0,'0'0'1063'16,"0"0"-778"-16,0 0-151 15,0 0-60-15,0 0-13 16,0 0 70-16,0 0-90 0,33-58-40 16,-10 64-2-16,-8 20-25 15,-6 13 16-15,-9 9 7 16,-14 10 3-16,-23 6 43 15,-15-2-27-15,-1-6-5 16,2-8 47-16,8-13-42 16,14-14 27-16,16-9-33 15,9-5-9-15,4-3-2 16,13 2-29-16,23-1-71 16,44 2 14-16,-8-3-202 15,-1-4-451-15</inkml:trace>
  <inkml:trace contextRef="#ctx0" brushRef="#br0" timeOffset="193150.02">24025 7141 1551 0,'0'0'897'16,"0"0"-844"-16,0 0-53 16,0 0-189-16,0 0 70 15,0 0-85-15,0 0-167 0</inkml:trace>
  <inkml:trace contextRef="#ctx0" brushRef="#br0" timeOffset="193536.17">24326 7182 1455 0,'0'0'1057'15,"0"0"-875"-15,0 0-182 16,0 0-1-16,0 0-103 16,107-102 87-16,-62 53 5 15,-3-3-40-15,-6 3 11 16,-7 1-152-16,-12 3 87 0,-7 10 78 15,-8 7 28 1,-2 10 143-16,0 9 56 0,0 5-89 16,0 4-45-16,0 0-65 15,0 21-25-15,-14 18 25 16,-3 19 0-16,-6 17 0 16,3 5-37-16,5 3-108 15,6-11-44-15,9-12-92 16,0-21-193-16,15-20-529 0</inkml:trace>
  <inkml:trace contextRef="#ctx0" brushRef="#br0" timeOffset="193704.24">24942 7072 1781 0,'0'0'1048'0,"0"0"-1004"16,0 0-44-16,0 0-59 15,0 0-17-15,0 0 21 16,0 0 1-16,-12 38-209 16,3-24-574-16</inkml:trace>
  <inkml:trace contextRef="#ctx0" brushRef="#br0" timeOffset="193822.47">24942 7072 1324 0,'98'140'711'16,"-50"-179"-711"-16,-1 0-703 16,-5-3-566-16</inkml:trace>
  <inkml:trace contextRef="#ctx0" brushRef="#br0" timeOffset="193982.75">25300 6858 660 0,'0'0'113'0,"0"0"-32"16,18-104 153-16,-13 71 337 15,-3 14-27-15,0 8-228 16,-2 9-242-16,0 2-74 15,0 19-36-15,0 20-2 16,-4 17 27-16,-9 19 11 16,-10 23-7-16,0-5-9 15,4 20-187-15,3-22-145 16,12-36-620-16</inkml:trace>
  <inkml:trace contextRef="#ctx0" brushRef="#br0" timeOffset="194371.8">25898 7057 1458 0,'0'0'909'16,"0"0"-680"-16,0 0-163 16,0 0-51-16,0 0-15 15,0 0 0-15,141 0-20 16,-52 0-72-16,-14-3-205 16,-10-3-493-16</inkml:trace>
  <inkml:trace contextRef="#ctx0" brushRef="#br0" timeOffset="194950.49">26662 7118 1237 0,'0'0'162'16,"0"0"-122"-16,0 0-40 0,85-128 1 15,-67 79 37-15,-3 3 84 16,-3-3 53-16,-1 6-90 16,-5 11 118-16,-3 13 98 15,-3 7-116-15,0 7-101 16,0 5-75-16,0 0-8 16,0 12-2-16,0 20-42 15,0 17 43-15,0 9-6 16,-3 9 13-16,-1-2-14 15,4-3-48-15,0-11-72 16,7-14-103-16,13-15-283 16,0-15-663-16</inkml:trace>
  <inkml:trace contextRef="#ctx0" brushRef="#br0" timeOffset="195443.75">27191 6566 985 0,'0'0'505'0,"0"0"-281"16,0 0-110-16,0 0 8 15,0 0 18-15,0 0-48 0,0 0 14 16,6 0-80-1,-6 0-25-15,0 0 50 0,0 0-51 16,0 0 0-16,0 0 8 16,0 0-1-16,0 0 35 15,0 0-4-15,0 0-30 16,0 0 11-16,0 0-19 16,0 0 0-16,0 0-9 15,0 0 21-15,0 0-13 16,3 0 1-16,-3 0 0 15,0 0 22-15,4 0-22 16,2 0 0-16,6 0 7 16,-1 0 2-16,-5 17-18 15,-6 7 7-15,0 12 2 16,-15 8 26-16,-12 7-10 0,1-1 4 16,5-6 10-16,15-8-24 15,6-9 29-15,18-4-15 16,30-7-1-16,20-6-4 15,12-8-15-15,29-2-127 16,-19-8-178-16,-24-6-609 0</inkml:trace>
  <inkml:trace contextRef="#ctx0" brushRef="#br0" timeOffset="196331.57">23205 7666 1079 0,'0'0'528'0,"0"0"-322"15,0 0-156-15,0 0 79 16,0 0 14-16,0 0-50 16,0 0 18-16,85 0-80 15,-21 0-14-15,39 2 9 16,37 1-26-16,43 4 62 16,22-3-35-16,0 4-26 0,-5 0 55 15,-7-3-55-15,7 4 10 16,12-3-1-16,-1-4-8 15,-1-2-4-15,-2 0-17 16,-10-5 19-16,-6 0-12 16,-7-2 14-16,-7 4-2 15,-8-1 0-15,-10-1 13 16,-15 0-19-16,-27-1 6 16,-29 3 0-16,-19-3 6 15,-12 5-6-15,4-1-8 16,0 0 7-16,1 0-8 15,-17 2-6-15,-15 0-50 16,-17 0-95-16,-14 0-63 16,-18 0-454-16,-9 0-558 0</inkml:trace>
  <inkml:trace contextRef="#ctx0" brushRef="#br0" timeOffset="197936">23410 8608 335 0,'0'0'989'16,"0"0"-724"-16,0 0-195 16,0 0 67-16,0 0 55 15,0 0-70-15,0 0-74 16,112-97 7-16,-68 48-43 15,-1-1 25-15,-8-4-37 16,-6 3 15-16,-6 5 0 16,-10 11-8-16,-7 8 26 15,-4 11 13-15,-2 12-25 16,0 4-21-16,0 6-8 0,-4 26-44 16,-7 16 52-16,-3 17 1 15,6 9 24-15,1 4-25 16,5-2-27-16,2-6-38 15,7-8-91-15,15-17-145 16,0-22-488-16</inkml:trace>
  <inkml:trace contextRef="#ctx0" brushRef="#br0" timeOffset="198469.91">24095 8073 1194 0,'0'0'400'0,"0"0"-244"16,0 0-128-16,0 0-12 15,0 0 72-15,0 0-75 16,0 0 18-16,0 0-31 0,0 0-1 16,0 0 0-16,0 0-9 15,0 0 10-15,0 0 36 16,0 0-36-16,0 0 25 15,8-4 15-15,11-4-28 16,2 2-12-16,4 0-13 16,2 6 13-16,-5 0-11 15,-7 9 11-15,-7 18 0 16,-8 12 14-16,-14 5 45 16,-19 7 24-16,-7 4-3 15,-3-4-29-15,9-8 32 16,12-9-52-16,15-9 30 15,7-4-44-15,17-7-1 16,24-2 15-16,18-6-31 0,14-6-57 16,41 0-84-16,-19-2-211 15,-10-11-122-15</inkml:trace>
  <inkml:trace contextRef="#ctx0" brushRef="#br0" timeOffset="198643.74">24672 8511 1415 0,'0'0'342'0,"0"0"-213"16,0 0-68-16,0 0-14 16,129 0-47-16,-58-9-1 0,-11-3-56 15,-8-2-428-15</inkml:trace>
  <inkml:trace contextRef="#ctx0" brushRef="#br0" timeOffset="198822.34">24903 8265 1868 0,'0'0'594'16,"0"0"-594"-16,0 0-90 15,-50 125 81-15,29-62 9 16,6 2 9-16,3 3-2 15,10 3-7-15,2-6-108 16,11 2-140-16,14-19-70 16,2-18-440-16</inkml:trace>
  <inkml:trace contextRef="#ctx0" brushRef="#br0" timeOffset="199489.41">25827 8177 713 0,'0'0'382'0,"0"0"-52"16,0 0-154-16,0 0 0 15,0 0-28-15,0 0-29 16,0 0-19-16,8-16-65 15,-8 16 6-15,0 0-14 16,0 0-27-16,0 0-9 16,0 0-17-16,0 0-26 0,0 0 5 15,-2 0-8-15,-2 2 39 16,-3 3 15-16,0-5 2 16,-2 0 6-16,1 0 0 15,-1 0-5-15,-1-5 4 16,6-2-6-16,2-4 0 15,2 2 3-15,0-3 13 16,6 1 11-16,13-1-27 16,3 1 0-16,2 6 6 15,1 5 1-15,-3 0-7 16,-5 10 18-16,-5 19-12 16,-12 12 16-16,0 13 19 15,-29 6 33-15,-13 7 27 0,-9-3-60 16,3-6 16-16,9-10-14 15,12-14-16-15,14-10-22 16,13-8-5-16,0-2-28 16,24-3 9-16,16-2 19 15,9-5-58-15,23-4-114 16,-14 0-116-16,-10-6-492 0</inkml:trace>
  <inkml:trace contextRef="#ctx0" brushRef="#br0" timeOffset="199614.13">25931 8690 1107 0,'0'0'867'16,"0"0"-614"-16,0 0-200 0,0 0 33 16,0 0-70-1,0 0-16-15,0 0-7 0,76 32-185 16,-47-32-426-16</inkml:trace>
  <inkml:trace contextRef="#ctx0" brushRef="#br0" timeOffset="199965.47">26330 8654 1696 0,'0'0'799'0,"0"0"-799"16,0 0-258-16,0 0 258 0,0 0 49 15,0 0 124 1,0 0-55-16,29-39-118 0,-17 18 0 15,-4 3 0-15,-1 4 0 16,-3 4 49-16,-2 4-49 16,-2 5 27-16,3 1 6 15,-3 0-32-15,0 0-2 16,0 0 1-16,0 0 0 16,0 0 2-16,0 0-1 15,0 0-1-15,0 0 19 16,0 0-7-16,0 0-4 15,0 0-8-15,0 0-22 16,0 0 21-16,0 0-78 16,0 0-83-16,0 3-164 15,0 1-185-15</inkml:trace>
  <inkml:trace contextRef="#ctx0" brushRef="#br0" timeOffset="200654">26767 8482 1733 0,'0'0'215'0,"0"0"-215"15,0 0 0-15,0 0 123 16,0 0 27-16,0 0-109 16,0 0-41-16,88-124-85 15,-65 73 12-15,2 1-107 0,-5 0-1 16,1 4 77-1,-8 9 104-15,-3 10 25 16,-4 13 256-16,-4 9-7 16,-2 5-111-16,0 0-131 0,0 12-31 15,-8 25 21-15,-7 11 16 16,-3 15 11-16,1 5-40 16,3 4-9-16,5-2-19 15,9 4-168-15,0-16-88 16,9-18-268-16</inkml:trace>
  <inkml:trace contextRef="#ctx0" brushRef="#br0" timeOffset="200850.17">27229 8524 1980 0,'0'0'551'0,"0"0"-432"15,0 0-74-15,0 0 7 16,0 0-16-16,0 0-36 16,0 0-67-16,0 0-165 15,0 7-492-15,2-6-77 0</inkml:trace>
  <inkml:trace contextRef="#ctx0" brushRef="#br0" timeOffset="201126.28">27443 8526 335 0,'0'0'1328'16,"0"0"-1328"-16,0 0-73 15,0 0 39-15,0 0 34 16,89-143 5-16,-76 93 37 16,-1 0-42-16,-4 0 0 15,1 4 27-15,0 8 29 16,0 11 194-16,-5 8 86 15,-1 11-127-15,-1 8-148 16,-2 6-61-16,0 29-27 16,0 23 27-16,-13 31 1 15,-8 2 28-15,-1 9-29 16,2 0-91-16,14 1-103 16,-2-13-159-16,8-26-446 0</inkml:trace>
  <inkml:trace contextRef="#ctx0" brushRef="#br0" timeOffset="201746.75">28109 7597 1039 0,'0'0'785'0,"0"0"-542"15,0 0-92-15,0 0 67 16,0 0-87-16,0 0-5 16,118 2-87-16,-66 1-28 0,-4 1-22 15,-8 4-57-15,-22 10-129 16,-13 0-177-16,-5-2-486 0</inkml:trace>
  <inkml:trace contextRef="#ctx0" brushRef="#br0" timeOffset="201864.68">28145 7808 1154 0,'0'0'602'0,"0"0"-382"16,0 0-91-16,0 0 14 16,147 32-68-16,-64-28-75 15,41-4-1-15,-17 0-247 16,-16 0-537-16</inkml:trace>
  <inkml:trace contextRef="#ctx0" brushRef="#br0" timeOffset="205279.51">29106 7698 892 0,'0'0'498'0,"0"0"-258"16,0 0-35-16,0 0 83 0,0 0-89 16,0 0-63-16,0 0-8 15,137-18-82-15,-76 8-26 16,3 2 19-16,4 3-20 16,-4 4-38-16,-6 1 7 15,5 0-124-15,-15 10-147 16,-13 1-568-16</inkml:trace>
  <inkml:trace contextRef="#ctx0" brushRef="#br0" timeOffset="205685.1">30057 7680 1502 0,'0'0'373'15,"0"0"-221"-15,0 0-43 16,0 0-32-16,0 0-29 16,45-132-48-16,-23 100 0 15,1-1-19-15,-3-1 3 16,-1 0-3-16,4-4 7 15,-1 0 7-15,3 1 5 0,-3 0-27 16,-2 5 27-16,-6 8 11 16,-5 10 21-16,-7 8 23 15,0 6 10-15,-2 0-35 16,0 0-8-16,0 22-22 16,0 16 0-16,0 18 138 15,0 14-80-15,-2 10-14 16,-5 8-7-16,3 7-37 15,-3 31-40-15,2-22-134 16,3-23-212-16</inkml:trace>
  <inkml:trace contextRef="#ctx0" brushRef="#br0" timeOffset="212006.14">19435 7277 1114 0,'0'0'267'16,"0"0"-180"-16,0 0-52 15,0 0 18-15,0 0-44 16,92-116-9-16,-61 94 89 16,-4 5-66-16,-3 10 47 15,-9 7 30-15,-7 0-21 16,-8 21 23-16,0 21 38 15,-8 13-9-15,-11 5 9 16,-3 1-118-16,1-2 8 16,8-11-24-16,11-10-5 15,2-9 28-15,7-11-29 16,17-11-4-16,10-4-21 0,1-3-14 16,1-13-63-16,-5-13 2 15,-4-8 7-15,-9-10 27 16,-7-4-44-16,-7-3-35 15,-2 10 68-15,-2 9 77 16,0 15 157-16,0 17-75 16,0 8-81-16,-2 33 39 15,-2 20 23-15,-3 14 47 16,5 14 43-16,-2 2-100 16,-3 2 4-16,-2-5-29 15,0-10-16-15,-2-12 23 0,-1-16-35 16,2-13 0-1,1-15 3-15,-1-10 11 0,4-4-14 16,4-8 0-16,0 0 39 16,2-4 46-16,0-26-85 15,4-19-103-15,21-10 23 16,8-12-36-16,31-27-82 16,-10 18-274-16,-4 10-395 0</inkml:trace>
  <inkml:trace contextRef="#ctx0" brushRef="#br0" timeOffset="212187.47">20203 6673 1302 0,'0'0'665'0,"0"0"-605"15,0 0-60-15,-76 161 0 16,36-42 12-16,9-2-12 15,8 17-29-15,14-36-163 16,9-46-431-16</inkml:trace>
  <inkml:trace contextRef="#ctx0" brushRef="#br0" timeOffset="212435.92">20301 7249 1007 0,'0'0'492'16,"-70"116"-268"-16,39-40 4 16,7 11-25-16,12-4-90 15,12-4-49-15,8-5-30 16,27-11-34-16,11-12-79 15,31-16-115-15,-13-17-293 16,-8-14-1048-16</inkml:trace>
  <inkml:trace contextRef="#ctx0" brushRef="#br0" timeOffset="212713.64">20575 7633 1664 0,'0'0'474'16,"0"0"-474"-16,0 0-73 15,0 0 7-15,93-109 1 16,-72 73 5-16,-4-5 49 16,-6 3 0-16,-6 3-98 15,-5 3 20-15,0 11 89 16,0 11 222-16,0 10 28 16,0 0-183-16,-2 24-52 15,-6 20 65-15,4 16-49 16,4 11 19-16,0 2-38 15,0-2-12-15,7-10-4 0,9-12-131 16,2-15-42-16,1-28-66 16,-3-6-237-16,-5-6-741 15</inkml:trace>
  <inkml:trace contextRef="#ctx0" brushRef="#br0" timeOffset="212878.46">21069 7069 1694 0,'0'0'357'0,"34"112"-183"16,-32-4-82-16,-6 32-20 15,-43 9-30-15,-23-9-27 16,-3-14 7-16,9-21-22 16,17-29-159-16,15-28-151 0</inkml:trace>
  <inkml:trace contextRef="#ctx0" brushRef="#br0" timeOffset="213598.79">18386 9428 1418 0,'0'0'568'0,"0"0"-423"15,0 0-93-15,0 0 52 16,0 0-49-16,127-12-10 16,-71 46-17-16,8 15 10 15,3 9 37-15,4 7-74 16,-1 0 5-16,-4-3 39 15,1-4-44-15,-5-5 4 16,-1-6-5-16,-6-4-34 16,-3-8-25-16,10-6-131 15,-15-9-79-15,-10-14-235 0</inkml:trace>
  <inkml:trace contextRef="#ctx0" brushRef="#br0" timeOffset="214257.61">19605 9274 1835 0,'0'0'170'0,"0"0"-107"16,-56 142-63-16,21-57 90 16,-3 7 58-16,7 2 12 15,6-4-108-15,11-7-30 16,12-9 31-16,2-14-52 15,20-14-2-15,18-12-8 16,16-16-34-16,13-16 20 0,9-2-124 16,8-34 17-16,1-15-28 15,-5-16-19 1,-13-5-6-16,-15 4 6 16,-23 9 158-16,-23 19 19 0,-6 22 294 15,-31 16-128-15,-21 15-95 16,-10 27 29-16,-7 16 45 15,5 9-37-15,8 0-51 16,13-4 2-16,19-14-59 16,14-11-31-16,10-12-2 15,19-14-42-15,20-12 74 16,15-1-76-16,2-33-104 16,2-7 1-16,-9-11 29 0,-13 2 27 15,-12 6 43 1,-15 13 81-16,-9 17 220 0,0 14-91 15,-14 0-93-15,-5 23 23 16,1 7-12-16,7-1-2 16,9-2 26-16,2-3-60 15,13-8-11-15,22-8-36 16,8-8 13-16,3 0 14 16,0-12-145-16,-11-8 36 15,-10 2 83-15,-12 2 32 16,-9 7 3-16,-4 6 110 15,0 3-39-15,0 0-38 16,0 16-12-16,0 5-21 16,0 2 11-16,14-5 1 15,17-6-24-15,9-12-13 0,9 0-89 16,2-18 10 0,7-37-199-16,-15 8-199 0,-12-3-64 0</inkml:trace>
  <inkml:trace contextRef="#ctx0" brushRef="#br0" timeOffset="214499.26">20515 9743 783 0,'0'0'587'16,"0"0"-321"-16,-34 184-57 16,18-35-75-16,3 11-21 15,-1-7 1-15,4-18-14 16,5-44 17-16,3-17-96 16,2-21-12-16,-2-13 7 15,-2-4-5-15,-6-3-10 0,-3-4-1 16,-9-17 0-1,-8-10 15-15,-3-2-15 0,4-20 0 16,7-20-12-16,11-12 1 16,11-16 4-16,11-10-14 15,34-23-10-15,1 5-15 16,12-34-140-16,-9 19-126 16,-24 31-308-16</inkml:trace>
  <inkml:trace contextRef="#ctx0" brushRef="#br0" timeOffset="214658.08">20024 9428 1472 0,'0'0'622'15,"0"0"-399"-15,0 0-87 16,71-144-63-16,-21 100-54 0,8 4 14 16,4 12-33-16,-5 18-42 15,-7 39-235-15,-17 24-309 16,-21 15-797-16</inkml:trace>
  <inkml:trace contextRef="#ctx0" brushRef="#br0" timeOffset="-214342.99">20064 10360 469 0,'0'0'1864'16,"0"0"-1864"-16,0 0-270 15,0 0 15-15,0 0-129 16,0 0-285-16</inkml:trace>
  <inkml:trace contextRef="#ctx0" brushRef="#br0" timeOffset="-213940.86">21350 9633 1585 0,'0'0'328'15,"0"0"-158"-15,0 0-19 16,0 0-91-16,0 0 13 15,0 0-73-15,0 0 28 16,4 86-26-16,-4 20 26 16,0 39-9-16,-4 12 21 15,-5-26-26-15,3-36-7 16,4-39-7-16,2-12 6 16,0 0-18-16,0 2 12 15,0-6-71-15,0-13-39 16,0-13-42-16,0-14-10 15,-5-20 49-15,-4-16-25 16,-2-15-508-16</inkml:trace>
  <inkml:trace contextRef="#ctx0" brushRef="#br0" timeOffset="-213764.56">21497 9571 929 0,'0'0'963'15,"0"0"-766"-15,0 0-175 16,0 0 7-16,83 116 5 15,-83-47-6-15,-6 5 74 16,-28 3-80-16,-9 1-13 16,-1-8-9-16,-1-15-57 15,3-9-50-15,11-17-154 16,13-20-234-16</inkml:trace>
  <inkml:trace contextRef="#ctx0" brushRef="#br0" timeOffset="-213509.97">22057 9310 1603 0,'0'0'332'0,"0"0"-332"15,0 0-32-15,0 0 32 16,-87 205 114-16,31-52-14 15,3 12 41-15,15-26-101 16,18-39-25-16,13-45-15 16,7-14-37-16,0 1 5 0,4-3-60 15,34-18-109-15,-1-12-34 16,-2-9-455-16</inkml:trace>
  <inkml:trace contextRef="#ctx0" brushRef="#br0" timeOffset="-213314.87">22186 9532 1073 0,'0'0'686'0,"0"0"-582"16,-10 109-89-16,-2-41-1 16,-1 12 52-16,-1 5 16 15,3-1-1-15,0-4-79 0,2-5 14 16,-2-13-32-16,-9-6-74 15,5-17-159-15,-4-18-330 0</inkml:trace>
  <inkml:trace contextRef="#ctx0" brushRef="#br0" timeOffset="-213184.98">21869 9939 1438 0,'0'0'707'15,"0"0"-523"-15,123-58-169 16,-51 37-15-16,5 3-9 15,35-1-149-15,-21 6-103 16,-16 1-728-16</inkml:trace>
  <inkml:trace contextRef="#ctx0" brushRef="#br0" timeOffset="-211273.68">23210 9399 1071 0,'0'0'516'0,"0"0"-330"15,0 0-30-15,0 0 12 16,0 0-41-16,0 0-44 16,0 0-83-16,4 37 1 15,1 10 36-15,-3 14 11 16,2 12 5-16,-2 1-25 15,-2 0-27-15,0-2-1 16,0-5-4-16,0-6-42 16,2-4-6-16,0-1-201 15,3-16-120-15,-2-16-354 0</inkml:trace>
  <inkml:trace contextRef="#ctx0" brushRef="#br0" timeOffset="-210696.28">22913 9830 1048 0,'0'0'725'15,"0"0"-725"-15,0 0 18 16,0 0-18-16,150-69 27 16,-92 65 36-16,10 4 35 15,10 0-78-15,3 10 13 16,-1 10 24-16,-7 4 23 15,-13 5 10-15,-14 0-53 0,-15 4-36 16,-16-1 48 0,-11 4-38-16,-4-4-12 0,0-2 1 15,-6-5-15-15,-7-6-11 16,-1-5-62-16,3-10-77 16,-1-4-25-16,8 0-42 15,4-22-170-15,0-4-286 16,0 0 688-16,0 8 536 15,7 8-27-15,-2 8-258 16,3 2-90-16,3 0-117 16,7 14 27-16,5 2-12 15,8 0-39-15,7-4 16 16,6-5-36-16,3-7-51 16,0 0 22-16,-7-15-113 15,-11-7-51-15,-11-4-57 0,-13-1-144 16,-5 1 48-16,-3 5 346 15,-12 9 152-15,-4 8 168 16,2 4-76-16,1 5-10 16,5 22-46-16,5 3-84 15,6 5 31-15,0 2-70 16,13-4-46-16,14-1-7 16,6-11-12-16,7-7-13 15,3-10-21-15,-4-4-53 16,1-12-33-16,12-34-99 15,-14 2-76-15,-4-2-266 0</inkml:trace>
  <inkml:trace contextRef="#ctx0" brushRef="#br0" timeOffset="-210499.48">24338 9868 1145 0,'0'0'263'0,"0"0"42"0,0 104-131 16,0-33-58-16,-7 8 22 15,0 7 24-15,2 3-27 16,5-3-77-16,0-5-51 15,0-11 29-15,9-10-36 16,7-14-22-16,-1-12-41 16,-1-14-39-16,-1-14-12 15,-1-6-22-15,-1-14 3 16,3-58-69-16,-6 1-130 16,1-5-53-16</inkml:trace>
  <inkml:trace contextRef="#ctx0" brushRef="#br0" timeOffset="-210328.46">24656 9869 358 0,'0'0'1370'0,"0"0"-825"16,0 0-453-16,0 0-80 16,0 0-12-16,0 0-5 15,0 0 5-15,91 35 40 16,-91 9-38-16,-15 2 2 16,-12-2-4-16,-6-2-43 15,-8-9-41-15,-5-8-93 16,-37-16-99-16,12-9-203 15,-1 0-493-15</inkml:trace>
  <inkml:trace contextRef="#ctx0" brushRef="#br0" timeOffset="-210191.46">23854 9811 1094 0,'0'0'822'0,"0"0"-572"16,0 0-243-16,0 0-2 15,0 0-5-15,127-62-12 16,-87 48-6-16,11-20-183 15,-11 4-179-15,-9-8-895 0</inkml:trace>
  <inkml:trace contextRef="#ctx0" brushRef="#br0" timeOffset="-210079.48">24266 9339 1468 0,'0'0'141'0,"0"0"-141"16,-24 167-2-16,1-83-265 0,3-9-92 15</inkml:trace>
  <inkml:trace contextRef="#ctx0" brushRef="#br0" timeOffset="-209598.39">25791 9307 1136 0,'0'0'862'16,"0"0"-624"-16,0 0-196 15,0 0-29-15,0 0-13 0,0 0-56 16,0 0 56-16,0 192 115 16,0-64-70-16,0-3 20 15,0-26-40 1,-2-28-9-16,2-19-16 0,0 5-7 16,0 1-104-16,0 7-28 15,0-16-147-15,0-21-331 0</inkml:trace>
  <inkml:trace contextRef="#ctx0" brushRef="#br0" timeOffset="-208458.28">25320 9856 91 0,'0'0'1825'0,"0"0"-1588"0,0 0-237 15,0 0-43-15,119-24 37 16,-30 24 6-16,4 0 44 15,10 0-44-15,4 8 2 16,-20 10 39-16,-2 5-7 16,-20 2 37-16,-19 3-37 15,-15 2-13-15,-11 0 8 16,-9-4-29-16,-3-3 0 16,-6-6-18-16,0-8 13 15,0-6-32-15,5-3 11 16,1 0 13-16,10-16-2 15,7-9-242-15,2-9 34 16,-5 7 223-16,-4 7 7 16,-10 9 245-16,-3 11-164 0,-3 0-88 15,-2 12 20-15,2 15 3 16,1 6-1-16,4-4 18 16,-1 0-32-16,9-8-16 15,6-10-20-15,6-8-7 16,6-3 17-16,0-12-120 15,-2-14-152-15,-4-6-98 16,-6-5-154-16,-8 2 158 16,-4 3 384-16,-2 8 323 15,-5 8 209-15,0 7-231 16,0 6-183-16,2 3-101 16,5 0-15-16,7 0-4 15,2 0-9-15,2 0 11 16,0 0 7-16,1 0-7 0,-4-4 0 15,-1-9-16-15,-7 3-13 16,-3 3-2-16,-4 3 28 16,-2 4 3-16,0 7 10 15,0 29-4-15,0 20 82 16,0 33 61-16,0 1-42 16,0 9 3-16,-4 3-28 15,-9-18 7-15,-5 3 11 16,-5-9-70-16,2-18-15 15,0-14 37-15,5-17-51 16,5-10 17-16,3-11-18 0,3-8 48 16,5-4 45-16,0-28-93 15,0-20-23 1,26-19-6-16,24-33-17 16,23-30 28-16,1 8-32 0,-7 15-157 15,-14 26 52-15,-21 32 18 16,-8 9 137-16,-4 6 137 15,-13 20 23-15,-7 11-11 16,0 7-142-16,-10 5 11 16,-9 22-15-16,1 9-2 15,3 9 16-15,5 2 22 16,8-8-38-16,2-3-2 16,0-12-33-16,12-10 21 0,5-10-14 15,8-4 23 1,4-10-85-16,6-18-22 0,7-10-66 15,3-3 16-15,-1 0 42 16,-1 7 84-16,-9 12 35 16,-10 12 46-16,-8 10 1 15,-10 2 38-15,-6 18-31 16,0 4 28-16,0-2-51 16,0-2 14-16,0-8-5 15,0-5-40-15,0-4 0 16,0-3 3-16,3 0 7 15,14 0-20-15,10-12-2 0,11-5-52 16,3 0 40 0,1-1-45-16,-3 2 43 0,-5 8 26 15,-7 6 13-15,-5 2 22 16,-7 2-35-16,-1 16 0 16,-9 3-7-16,-5 4-37 15,0 1-69-15,-36 1-13 16,3-8-250-16,-3-9-624 0</inkml:trace>
  <inkml:trace contextRef="#ctx0" brushRef="#br0" timeOffset="-208292.89">26765 9719 1410 0,'0'0'910'0,"0"0"-777"0,0 0-133 15,0 0-34-15,119-46 34 16,-53 18-210-16,-10 5-184 16,-10-4-694-16</inkml:trace>
  <inkml:trace contextRef="#ctx0" brushRef="#br0" timeOffset="-208173.35">27247 9316 1866 0,'0'0'137'15,"0"0"-135"-15,-20 109-4 16,-10-17-153-16,4-12-121 16,5-14-881-16</inkml:trace>
  <inkml:trace contextRef="#ctx0" brushRef="#br0" timeOffset="-207557.93">28670 9382 1405 0,'0'0'247'16,"0"0"-247"-16,0 0-47 16,0 0 47-16,23-116 20 15,-50 97 30-15,-13 7 2 16,-9 12-18-16,-8 19 37 15,-15 46 70-15,-6 37 19 16,13 2 13-16,19-7-105 16,23-14 10-16,23-25-61 15,0 2-4-15,16 3 21 0,20-15-34 16,8-14 0 0,12-12-10-16,4-15 1 0,4-7-50 15,1-12-72-15,-5-22-25 16,-4-5-45-16,-13-4-52 15,-14 6 79-15,-16 12 174 16,-13 16 286-16,-2 9-101 16,-29 12-127-16,-7 20 4 15,-3 7 56-15,6 2-72 16,6-3-14-16,11-6 36 16,11-8-59-16,7-8-9 15,0-5-19-15,7-8-9 16,15-3 28-16,9 0-90 0,8-24-121 15,11-34-128 1,-7 4-266-16,-12 5-490 0</inkml:trace>
  <inkml:trace contextRef="#ctx0" brushRef="#br0" timeOffset="-207406.93">28825 9819 1039 0,'0'0'255'0,"0"0"-17"16,0 0-12-16,-80 129-84 16,61-87-22-16,6-8-56 15,11-8 1-15,2-7 22 16,2-10-87-16,21-5 1 15,8-4-1-15,7-4-70 16,6-19-128-16,20-26-148 16,2-1-180-16,-13 8 29 15</inkml:trace>
  <inkml:trace contextRef="#ctx0" brushRef="#br0" timeOffset="-207202.38">29092 9874 689 0,'0'0'268'16,"0"0"-25"-16,0 0 29 0,0 0-63 15,0 0-48-15,0 0-62 16,-15 106 5-16,15-104-19 15,0-2-54-15,20 0-7 16,16-2-24-16,14-14-60 16,10-2-40-16,5-2-17 15,-2 1 11-15,-6 7 86 16,-9 9 20-16,-15 3-6 16,-13 0 6-16,-11 18-19 15,-9 6 19-15,-9 4-76 16,-40 2-68-16,5-8-129 15,-3-8-353-15</inkml:trace>
  <inkml:trace contextRef="#ctx0" brushRef="#br0" timeOffset="-207015.02">28557 9665 1497 0,'0'0'595'15,"0"0"-484"-15,0 0-111 16,134-14 10-16,-97 14-20 16,-5 2 1-16,-12 6-94 15,-6-8-123-15,-10 0-260 16,-2 0-565-16</inkml:trace>
  <inkml:trace contextRef="#ctx0" brushRef="#br0" timeOffset="-206911.63">28956 9443 476 0,'0'0'1287'0,"0"0"-1116"16,0 0-171-16,198 40-55 16,-117-15-223-16,-3-4-282 0</inkml:trace>
  <inkml:trace contextRef="#ctx0" brushRef="#br0" timeOffset="-206651.77">30276 9268 1378 0,'0'0'709'0,"0"0"-709"16,0 0 13-16,0 0-13 16,0 0 31-16,-61 124 93 15,42-54 20-15,1 11-87 16,5 3 4-16,3-2-50 15,4 0 5-15,4-4-23 16,-3-3 7-16,3-8-103 16,-4-9-120-16,-2-17-136 15,-1-20-332-15</inkml:trace>
  <inkml:trace contextRef="#ctx0" brushRef="#br0" timeOffset="-206423.46">29823 9807 1547 0,'0'0'743'0,"0"0"-737"16,0 0 6-16,174-81-24 16,-107 69 24-16,0 5 26 15,-6 7-38-15,-6 0 11 16,-10 19 24-16,-12 11-34 16,-13 3 15-16,-9 3 6 15,-11 0-21-15,0 1 28 16,0-5-29-16,-6-9 0 15,-1-4-12-15,4-11-24 16,3-8-150-16,0-16-93 0,0-12-263 16</inkml:trace>
  <inkml:trace contextRef="#ctx0" brushRef="#br0" timeOffset="-206001.75">30493 9699 1886 0,'0'0'304'16,"0"0"-297"-16,-16 112-7 15,-5-59 45-15,-4-3 63 16,4-8 3-16,3-8-75 16,5-8-2-16,3-10-34 15,6-5 7-15,4-11 7 16,0 0-14-16,12-15-20 16,14-19-116-16,14-9-428 0,10-2 289 15,-2 0-239 1,-3 12 514-16,-14 12 17 0,-11 20 289 15,-16 1-113-15,-4 22 85 16,-4 14-82-16,-16 6-47 16,-4-2-19-16,1-6-75 15,5-8 31-15,5-10-85 16,9-7 14-16,4-8-5 16,0-1-10-16,22-4-6 15,22-20-151-15,16-6-120 16,11-5 24-16,6 2-58 15,-6 3 113-15,-11 10 198 16,-17 11 81-16,-16 9 89 16,-14 4-92-16,-13 21-77 15,0 3 22-15,-13 0-23 0,-28-2-54 16,8-8-143-16,-1-9-419 16</inkml:trace>
  <inkml:trace contextRef="#ctx0" brushRef="#br0" timeOffset="-205833.58">30316 9254 2109 0,'0'0'278'16,"0"0"-210"-16,171-32-68 15,-81 30-127-15,42 2 80 16,-24 18-163-16,-14 0-298 0</inkml:trace>
  <inkml:trace contextRef="#ctx0" brushRef="#br0" timeOffset="-205575.6">31341 9980 1350 0,'0'0'643'0,"0"0"-643"15,0 0-338-15</inkml:trace>
  <inkml:trace contextRef="#ctx0" brushRef="#br0" timeOffset="-203323.94">19194 12013 719 0,'0'0'255'15,"0"0"-96"-15,0 0 9 16,0 0 79-16,-116-8-31 16,103 4-13-16,9 0-21 15,4 0-8-15,0-6-10 16,17-4-148-16,22-4-7 16,7 2-18-16,6 11-40 15,-1 5 48-15,-4 17-21 16,-12 27 22-16,-12 16 36 0,-15 11-35 15,-8 3 13-15,0 0 67 16,-8-5-70-16,-5-13 13 16,1-15-24-16,8-10 0 15,4-11 0-15,0-10-48 16,14-10-28-16,13 0 67 16,6-14-115-16,2-23-101 15,3-12-74-15,-3-16 15 16,-3-5-93-16,-8 6-161 15,-5 12 538-15,-13 20 72 16,-6 23 465-16,0 12-430 16,-22 40 30-16,-5 34 60 15,0 35 74-15,3 35-101 0,4 7-49 16,-1-8 30-16,4-15-87 16,-3-20 17-16,4-16-45 15,3-19-30-15,4-18 24 16,-3-9-30-16,1 2 0 15,-5 2-8-15,-3-5 20 16,-4-16-24-16,-3-15 2 16,-4-17 10-16,-1 0-6 15,4-25 6-15,6-23-27 16,11-18 12-16,10-15 30 16,14-11-10-16,26-3-5 15,18-2 0-15,11 2-7 16,11 7-32-16,29-18-120 15,-20 24-58-15,-12 13-455 0</inkml:trace>
  <inkml:trace contextRef="#ctx0" brushRef="#br0" timeOffset="-203101.77">20166 12198 1899 0,'0'0'503'16,"0"0"-421"-16,0 0-72 0,0 0-8 15,137 6 84 1,-79 2-71-16,2 4-15 0,-2 4-2 16,-7 16-132-1,-16-4-83-15,-17-3-482 0</inkml:trace>
  <inkml:trace contextRef="#ctx0" brushRef="#br0" timeOffset="-202982.46">20203 12543 1655 0,'0'0'546'15,"0"0"-445"-15,0 0-86 16,0 0 51-16,0 0-45 16,193 16-21-16,-101-16-212 15,-7 0-567-15</inkml:trace>
  <inkml:trace contextRef="#ctx0" brushRef="#br0" timeOffset="-201632">21206 12485 205 0,'0'0'1138'0,"0"0"-850"16,0 0-139-16,0 0 88 15,0 0-41-15,131-25-50 16,-87 20-72-16,3-2-72 16,-2 7 36-16,-2 0-38 15,-1 0-96-15,11 0-104 16,-11 7-283-16,-8-4-594 0</inkml:trace>
  <inkml:trace contextRef="#ctx0" brushRef="#br0" timeOffset="-201348.1">21869 12543 1520 0,'0'0'236'0,"0"0"-183"15,0 0 21-15,0 0-5 16,0 0-13-16,0 0-56 16,128-107-105-16,-108 66 1 15,-4-10-28-15,-3 0 51 16,-4 0-2-16,2 0-55 15,-2 11 138-15,2 8 54 16,-2 14 91-16,0 14 2 0,-1 4-132 16,2 18 8-16,-6 25 74 15,1 15-4-15,-5 12-13 16,0 7-63 0,0 1-7-16,0-3-20 0,0 5-68 15,0-17-173-15,0-22-329 0</inkml:trace>
  <inkml:trace contextRef="#ctx0" brushRef="#br0" timeOffset="-201107">22830 11798 882 0,'0'0'334'0,"-49"111"-129"16,16-17-18-16,1 3 55 16,6 1 6-16,8 0-87 15,12-16-44-15,6 7-117 16,0-11-5-16,21-6-14 16,29-2-136-16,-6-19-117 15,-1-17-325-15</inkml:trace>
  <inkml:trace contextRef="#ctx0" brushRef="#br0" timeOffset="-200199.83">23121 12226 1172 0,'0'0'283'15,"0"0"12"-15,0 0-72 16,0 0 37-16,0 0-32 16,0 0-142-16,0 0-29 15,19-50-57-15,1 50 9 16,7 0-36-16,2 24 25 15,-2 11 1-15,-5 16-8 0,-13 11 9 16,-9 4-1-16,0 5 1 16,-16-8 0-16,-1-8 22 15,1-11-16-15,5-16-6 16,7-12 0-16,4-7-9 16,0-9-9-16,0 0-40 15,15-15 30-15,16-21-11 16,5-20-82-16,4-15-81 15,-4-5 4-15,-7 2 45 16,-7 16 153-16,-11 20 116 16,-6 18 114-16,-5 16-4 15,0 4-165-15,0 8-33 16,0 20-28-16,-5 9 37 0,5 6 21 16,0 3-58-16,11 0-11 15,18-3-11-15,7-9-100 16,19-12-51-16,-5-10-135 15,-8-12-431-15</inkml:trace>
  <inkml:trace contextRef="#ctx0" brushRef="#br0" timeOffset="-200047.93">23744 12339 1906 0,'0'0'561'0,"0"0"-509"16,0 0-25-16,0 0-27 15,0 0 6-15,145 12-15 16,-58 1-68-16,-9-1-240 0,-6-3-171 0</inkml:trace>
  <inkml:trace contextRef="#ctx0" brushRef="#br0" timeOffset="-199780.3">24462 12386 2006 0,'0'0'504'0,"0"0"-472"15,0 0-32-15,0 0-11 16,0 0 11-16,67-132-22 16,-49 86 7-16,0-2-175 15,0 2 50-15,-5 1 35 16,-1 10 105-16,-4 9 32 16,-4 14 161-16,-4 7 13 15,0 5-206-15,0 17-4 16,0 21 1-16,0 13 3 0,0 14 26 15,-4 3-26-15,0 2-50 16,2-7 48-16,2-10-161 16,4-5-23-16,13-18-159 15,4-13-296-15</inkml:trace>
  <inkml:trace contextRef="#ctx0" brushRef="#br0" timeOffset="-199567.82">25069 11758 806 0,'0'0'1502'0,"0"0"-1405"15,0 0-97-15,79 157-7 16,-69-61 7-16,-10 26 95 16,-25 24-52-16,-12-13 2 15,-4-24-44-15,7-34-1 16,13-22-13-16,-4 17-199 15,7-12-113-15,9-14-348 0</inkml:trace>
  <inkml:trace contextRef="#ctx0" brushRef="#br0" timeOffset="-199230.49">25880 12280 1859 0,'0'0'696'0,"0"0"-611"0,0 0-14 16,0 0 10-16,0 0-48 16,0 0 13-16,0 0-46 15,123 0 0-15,-68 2-22 16,1 2-17-16,2 3-36 16,11-4-101-16,-13 1-135 15,-9-4-263-15</inkml:trace>
  <inkml:trace contextRef="#ctx0" brushRef="#br0" timeOffset="-199012.34">26163 11996 477 0,'0'0'1595'16,"0"0"-1310"-16,0 0-242 15,0 0-23-15,-58 109 40 0,31-37 1 16,-2 11-33-16,0 3-1 16,5 2-27-16,4-4-91 15,11 5-40-15,9-23-127 16,0-24-311-16</inkml:trace>
  <inkml:trace contextRef="#ctx0" brushRef="#br0" timeOffset="-198728.81">26683 12410 1765 0,'0'0'0'0,"0"0"-316"16,111-130 120-16,-71 66 196 16,-7-5 229-1,-6 0-229-15,-2 1-20 0,-8 5 20 16,-5 11 119-16,-3 17 259 15,-7 12 1-15,-2 12-142 16,0 11-92-16,0 7-145 16,-2 27-9-16,-17 22 1 15,-6 32 16-15,-4 30 10 16,0 20-18-16,6-8-31 16,7-30 9-16,-4-8-138 15,9-39-185-15,-2-10-327 0</inkml:trace>
  <inkml:trace contextRef="#ctx0" brushRef="#br0" timeOffset="-197909.9">19414 14241 565 0,'0'0'973'15,"0"0"-691"-15,0 0-115 0,0 0 100 16,-41-112-71-16,41 88-128 15,6 2-56-15,26 1-12 16,6 9-49-16,6 12 34 16,1 5-10-16,-7 31 9 15,-9 20 2-15,-14 16 28 16,-11 10-5-16,-4 3 47 16,0-5-56-16,-6-12 39 15,4-15-39-15,2-14 0 16,2-15 0-16,23-12-1 15,6-12-17-15,2-4 12 0,5-28-59 16,-2-14-30-16,4-46 10 16,-11 9-151-16,-4 1-366 0</inkml:trace>
  <inkml:trace contextRef="#ctx0" brushRef="#br0" timeOffset="-197647.73">19915 14125 228 0,'0'0'1077'0,"0"0"-929"15,0 0-17-15,-27 172 89 16,10-54-50-16,-2 29-22 15,3 5-18-15,3-25-41 16,3-31-12-16,2-36-25 16,2-10-28-16,-1-4 17 15,3-2-39-15,0-6-2 16,1-13 19-16,1-17-18 0,2-4 10 16,-3-4 9-16,-1 0 33 15,2-21 62-15,-3-11-115 16,5-15 9-16,0-10-16 15,0-1 14-15,19 2-11 16,7 6 4-16,10 10-35 16,6 5-33-16,27 2-75 15,-11 11-131-15,-7 1-228 0</inkml:trace>
  <inkml:trace contextRef="#ctx0" brushRef="#br0" timeOffset="-197397.61">20664 14328 1987 0,'0'0'592'15,"0"0"-501"-15,0 0-24 16,0 0 8-16,0 0-75 15,0 0 12-15,0 0-12 16,154 14-33-16,-100-1-1 16,-8 6-128-16,-15 8-154 15,-13-1-261-15,-16 1-818 0</inkml:trace>
  <inkml:trace contextRef="#ctx0" brushRef="#br0" timeOffset="-197285.11">20689 14622 1358 0,'0'0'791'0,"0"0"-635"15,0 0-138-15,0 0 34 16,0 0-2-16,162 28-50 16,-81-20-201-16,-4-7-191 0</inkml:trace>
  <inkml:trace contextRef="#ctx0" brushRef="#br0" timeOffset="-195446.59">21513 14592 1689 0,'0'0'582'0,"0"0"-397"16,0 0-61-16,0 0 64 16,0 0-169-16,123-30-15 15,-48 22-4-15,12 6-79 16,7 2-34-16,31 0-170 15,-22 0-242-15,-19 0-287 0</inkml:trace>
  <inkml:trace contextRef="#ctx0" brushRef="#br0" timeOffset="-195027.07">22514 14235 1487 0,'0'0'294'16,"0"0"-199"-16,0 0-51 16,0 0 28-16,0 0 7 15,0 0 46-15,115 115-14 16,-115-52 59-16,0 2-115 0,0-2 24 16,-15-4-42-16,-1-9-11 15,3-9 9-15,5-15-35 16,3-11 0-16,2-7-30 15,3-8 21-15,0 0-46 16,12-20-10-16,8-21-93 16,6-18-127-16,-1-9 12 15,0-13 36-15,-7 7 135 16,-7 14 102-16,-5 20 332 16,-4 13 235-16,-2 24-391 15,0 3-135-15,0 17-41 16,-2 20 0-16,-2 11 71 15,4 6-70-15,0 3 27 16,14-3-28-16,21-6-22 16,16-4-6-16,40-2-66 0,-10-10-187 15,-10-14-278-15</inkml:trace>
  <inkml:trace contextRef="#ctx0" brushRef="#br0" timeOffset="-193702.65">23528 14383 1425 0,'0'0'933'0,"0"0"-776"16,0 0-60-16,0 0 32 16,0 0-42-16,0 0-25 15,0 0-62-15,96-9 0 16,-42 4-2-16,10 1 18 16,5 3-30-16,3 1 14 15,-5 0-74-15,-7 0-13 16,0 0-194-16,-18 0-241 0,-13 0-237 0</inkml:trace>
  <inkml:trace contextRef="#ctx0" brushRef="#br0" timeOffset="-193484.85">23931 14119 1330 0,'0'0'683'15,"0"0"-616"-15,0 0-67 16,0 0 9-16,0 0 13 16,-60 120 83-16,41-50-42 15,-4 11-14-15,5 5 7 0,3 0-56 16,6-3-9-16,9 12-118 16,0-20-121-16,5-25-404 0</inkml:trace>
  <inkml:trace contextRef="#ctx0" brushRef="#br0" timeOffset="-193067.99">24697 14223 1122 0,'0'0'539'16,"0"0"-379"-16,0 0-94 16,0 0 65-16,0 0-111 15,0 0-14-15,127-86 7 16,-96 90 6-16,-4 23-19 15,-14 17 13-15,-13 19 40 16,-7 5 64-16,-40 12-25 16,-18 5-2-16,-6-6 33 15,5-12-93-15,12-13 24 16,21-23-14-16,17-12-16 16,16-7 13-16,13-6-29 15,54 1-8-15,51-7 91 16,47-7-84-16,20-15-7 0,-9-10-106 15,-55 10-118-15,-45 8-343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26T10:15:50.35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1544 4632 975 0,'0'0'396'0,"0"0"-297"15,0 0-79-15,0 0-8 0,0 0 4 16,0 0-16-16,0-7 13 15,0 6 204-15,0 1-109 16,0-2-1-16,0 2 22 16,0 0-37-16,0-2 36 15,0 2-24-15,3 0-48 16,-3 0-17-16,0 0-6 16,0 0 37-16,0 0-32 15,0 0-18-15,0 0-7 16,0 0-13-16,0 2-14 15,0 22 0-15,0 16-10 16,0 16 24-16,0 14 29 16,0 9-13-16,0 1 8 0,0-5-24 15,0-6 1 1,0-7-1-16,0-4 8 16,0-4-8-16,0-6-5 0,0-5-38 15,2-7-63-15,11-8-132 16,1-10-108-16,-1-13-299 15</inkml:trace>
  <inkml:trace contextRef="#ctx0" brushRef="#br0" timeOffset="284.83">1627 4453 1400 0,'0'0'214'15,"0"0"-152"-15,0 0 14 0,0 0-31 16,146-37 39-16,-114 58 37 16,-5 17-11-16,-9 12-26 15,-12 11-44-15,-6 7 8 16,-11 4-7-16,-22 4-14 15,-10-1-27-15,-3-5-2 16,-8 0-177-16,12-18-214 16,15-22-939-16</inkml:trace>
  <inkml:trace contextRef="#ctx0" brushRef="#br0" timeOffset="665.92">2481 4423 1590 0,'0'0'257'0,"0"0"-128"16,0 0 16-16,0 0-67 15,0 0-20-15,0 0-24 16,0 0-33-16,-36 70 5 16,-7 9 28-16,-3-1 24 15,-5 12 16-15,-3 1-60 16,12-18 2-16,-3 6-16 15,11-11-32-15,12-12-55 16,9-8-42-16,13-9-122 16,0-13-151-16,0-13-655 0</inkml:trace>
  <inkml:trace contextRef="#ctx0" brushRef="#br0" timeOffset="963.17">2618 4520 1215 0,'0'0'405'16,"0"0"-285"-16,0 0-84 15,0 0-35-15,0 0 0 16,0 0 102-16,0 116 18 15,0-56-9-15,0 8-44 16,0-1-26-16,0-3 1 0,0-5-41 16,0-5 10-16,0-1-12 15,3-5-23-15,1-4-65 16,1 1-93-16,0-12-92 16,-5-12-261-16</inkml:trace>
  <inkml:trace contextRef="#ctx0" brushRef="#br0" timeOffset="1139.92">2238 5037 1805 0,'0'0'607'0,"0"0"-461"16,0 0-113-1,118-56 19-15,-49 36-25 0,14 0 10 16,3 2-37-16,42 6-19 15,-22 1-172-15,-17 3-364 0</inkml:trace>
  <inkml:trace contextRef="#ctx0" brushRef="#br0" timeOffset="2404.86">3918 4407 1547 0,'0'0'291'0,"0"0"-215"0,0 0-51 16,0 0 15-1,0 0 112-15,0 0 15 0,0 0-67 16,38-56-81-16,-38 56-19 16,0 24-25-16,0 18 25 15,0 16 40-15,0 13 5 16,0 7-10-16,-4 1-20 16,-3-7 5-16,3-6-9 15,4-8-9-15,0-7-2 16,0-2-7-16,0-7-17 15,0-5-61-15,0-8-102 16,0-9-126-16,0-8-162 16,0-12-242-16</inkml:trace>
  <inkml:trace contextRef="#ctx0" brushRef="#br0" timeOffset="2736.42">3600 4845 1418 0,'0'0'338'16,"0"0"-227"-16,0 0-13 16,0 0-32-16,0 0 25 15,0 0-41-15,0 0-16 16,156-113-34-16,-89 107 1 16,6 6-1-16,1 0 7 0,-1 10 21 15,-11 17-15-15,-6 5 18 16,-11 6 6-16,-11 1-14 15,-11 5 3-15,-9 1 31 16,-5-1-26-16,-7-3 22 16,-2-4-21-16,0-5-16 15,0-6-1-15,0-8-15 16,0-6-13-16,0-6-32 16,0-6-60-16,0 0 12 15,0-44 32-15,8-4-126 16,0-6-977-16</inkml:trace>
  <inkml:trace contextRef="#ctx0" brushRef="#br0" timeOffset="3308.93">4371 4828 1234 0,'0'0'387'15,"0"0"-206"-15,0 0-72 0,0 0 38 16,0 0-20-16,29 114-32 16,-7-81-36-16,12-5-22 15,10-8 0-15,10-9 39 16,6-11-59-16,2 0-15 15,-2-5-2-15,-6-17-65 16,-12-4 5-16,-13-6-60 16,-15-3-64-16,-14 3-52 15,0 3 13-15,-25 9 150 16,-4 13 73-16,-4 7 48 16,2 8 38-16,4 18 53 15,9 6 19-15,7 3-25 16,11-1-29-16,0-2-25 15,6-5 6-15,17-8-36 0,8-5 15 16,5-6-24-16,3-8-14 16,9 0 6-16,0-4-32 15,2-16 0-15,-1-6-12 16,-3-4-82-16,-1-2 30 16,-9-1-32-16,-5 8 15 15,-8 2 50-15,-10 11 7 16,-5 12 6-16,-3 0-13 15,-2 26 31-15,-3 17 14 16,0 11 15-16,0 13 15 16,0 4 33-16,-6 10-18 0,-2-1 7 15,1 0 11 1,1-4-34-16,-1-4 14 0,4-4-35 16,-1-10-7-16,4-8-3 15,0-10-12-15,0-9-1 16,0-9 1-16,0-10-28 15,0-6-32-15,0-6-33 16,2 0 47-16,0-14 34 16,3-27-113-16,4-56-417 15,-2 4 138-15,3-2-656 0</inkml:trace>
  <inkml:trace contextRef="#ctx0" brushRef="#br0" timeOffset="3497.75">5430 4937 717 0,'0'0'571'0,"0"0"-321"0,0 0-48 15,0 0-39-15,131-106-32 16,-108 101-6-16,-8 5-52 16,-1 0-32-16,-6 19-13 15,-3 3-22-15,-5 6 3 16,0 2-9-16,-16 2-10 16,-8-1-14-16,-12-2-25 15,-7-5-63-15,-34-4-42 16,8-8-54-16,-1-7-296 0</inkml:trace>
  <inkml:trace contextRef="#ctx0" brushRef="#br0" timeOffset="3669.43">4607 4730 1512 0,'0'0'389'15,"0"0"-259"-15,0 0-105 16,0 0-4-16,0 0-9 15,123-68 41-15,-88 56-53 16,-1 0-71-16,6-13-172 16,-11-1-147-16,-7 1-760 0</inkml:trace>
  <inkml:trace contextRef="#ctx0" brushRef="#br0" timeOffset="3788.41">5135 4342 1408 0,'0'0'217'0,"0"0"-153"0,-33 151-54 16,-11-48-10-16,5-15-192 16,6-16-404-16</inkml:trace>
  <inkml:trace contextRef="#ctx0" brushRef="#br0" timeOffset="4434.05">6296 4379 1245 0,'0'0'384'0,"0"0"-201"16,0 0-95-16,0 0-10 16,0 0-4-16,0 0 6 15,0 0-42-15,27-8-32 16,-25 50 3-16,-2 16 47 16,0 14-4-16,0 13 1 0,0 1 5 15,-2-4-27-15,-4-4 6 16,-1-10-31-16,3-7 3 15,2-9-9-15,2-8 0 16,0-10-18-16,0-5-54 16,0-9-81-16,0-20-107 15,0 0-135-15,0-5-339 0</inkml:trace>
  <inkml:trace contextRef="#ctx0" brushRef="#br0" timeOffset="5718.68">5991 4805 1169 0,'0'0'302'0,"0"0"-126"15,0 0-83-15,0 0-70 16,0 0-4-16,99-102 32 16,-53 81-4-16,10 5-22 15,6 9 21-15,1 4 14 16,-1 3 45-16,-6 10-7 15,-6 18-22-15,-13 12-21 16,-10 8-13-16,-8 4-32 16,-5 0 45-16,-7-1-16 15,-3-5-11-15,0-9-15 16,2-2-7-16,-2-9 6 16,3-3-12-16,3-8 1 15,4-5-8-15,3-10 1 0,6 0-11 16,8-14 11-16,5-22-74 15,1-9-65-15,0-8-1 16,-8 2 8-16,-10 13 138 16,-7 14 23-16,-8 12 118 15,-4 9-61-15,0 3-43 16,0 0-17-16,0 3-20 16,0 18 0-16,0 2 62 15,0 4-31-15,0-1-1 16,0-4-11-16,7-6-18 15,1-4 7-15,6-8-7 16,4-3-1-16,4-1 5 16,5 0-5-16,0-20-48 0,-2-3 7 15,-6-3-39-15,-3 1 35 16,-5 10 37-16,-7 8 8 16,-2 7 0-16,-2 0-7 15,0 19 7-15,3 5 42 16,2 3-22-16,1-1 20 15,3-1-13-15,5-9-17 16,1-6 14-16,5-6 0 16,2-4 14-16,3-2-19 15,-1-19-19-15,-1-6-43 16,-6-5-49-16,-1-6-48 16,-3-1 54-16,-1 8-81 0,-6 9 142 15,1 14 25 1,-1 8 9-16,0 18 3 0,-2 25 46 15,-2 20 8-15,-2 13 89 16,0 8-26-16,0 3-21 16,-2-2-38-16,-8-6-21 15,4-11-8-15,-3-12-21 16,3-13-20-16,0-9 20 16,2-17-19-16,2-7 10 15,2-8-11-15,0-2 7 16,0-2-7-16,4-24 21 15,19-20-21-15,8-18-116 16,7-14 4-16,7-10 13 0,-1-5 31 16,1 6 44-1,-5 10-41-15,-11 9 16 0,-11 18 49 16,-9 13 27-16,-5 15 75 16,-4 13 13-16,0 6-43 15,0 3-65-15,-2 0-7 16,-7 20-18-16,-2 4 18 15,2 8 31-15,5 1-18 16,1-4 3-16,3-2-16 16,0-7 0-16,3-4 10 15,10-9-10-15,7-7 1 16,7 0 17-16,8 0-18 16,10-19-30-16,4-5-53 15,0 0-6-15,-9 4 36 16,-7 10 53-16,-8 10 4 0,-12 0 21 15,-8 24-19-15,-5 3 27 16,0 7 8-16,0-5-1 16,0-5-8-16,-7-7-19 15,5-6-12-15,0-5 11 16,2-6-12-16,0 0 10 16,0 0-10-16,16-2 0 15,13-16-2-15,10-4-81 16,9-4 30-16,0 2 26 15,-3 8 2-15,-5 6 17 16,-9 10-10-16,-6 0 18 16,-6 10 1-16,-7 11-1 15,-5 0-7-15,-7 2-8 0,0 0-75 16,-7-3-43 0,-30-3-41-16,3-5-99 0,-7-9-122 15</inkml:trace>
  <inkml:trace contextRef="#ctx0" brushRef="#br0" timeOffset="5932.84">7355 4729 1205 0,'0'0'887'16,"0"0"-711"-16,0 0-126 15,0 0-10-15,121-65 0 0,-83 60 58 16,0 2-21-16,-2 3-47 15,-10 0-30-15,-3 0-29 16,-12 0-66-16,-5 3-40 16,-1-3-100-16,-3 0-23 15,3-11-83-15</inkml:trace>
  <inkml:trace contextRef="#ctx0" brushRef="#br0" timeOffset="6032.04">7873 4456 1320 0,'0'0'487'0,"0"0"-406"15,0 0-63-15,0 0-18 16,-20 111-58-16,-5-58-167 16,1-7-551-16</inkml:trace>
  <inkml:trace contextRef="#ctx0" brushRef="#br0" timeOffset="7220.29">8653 4516 1008 0,'0'0'298'0,"0"0"-199"15,0 0 11-15,0 0 43 16,0 0 41-16,0 0-9 16,0 0-37-16,11-103-84 15,-31 103-51-15,-6 12-13 16,-8 24 8-16,3 19 14 16,2 13 24-16,9 10 16 15,9 6 9-15,11-4-46 16,0-7 5-16,25-11-13 15,10-12-15-15,7-15 3 16,10-14-3-16,12-10 8 0,7-11-10 16,8-5-16-16,-2-22-33 15,-7-6-4-15,-12-7-5 16,-18 2 8-16,-18 6 36 16,-11 6 14-16,-11 12 51 15,0 9-5-15,-25 5-24 16,-6 2-9-16,-7 19-7 15,3 1 42-15,4 2-8 16,8-2-22-16,8-6-18 16,8-5-21-16,4-6-16 15,3-3-3-15,0-2 4 16,14 0 12-16,10-4 23 16,7-14-77-16,4-6-101 0,-4-2-25 15,-4 4 68-15,-10 5 130 16,-6 16 6-16,-4 1 0 15,-5 10 17-15,-2 18 52 16,0 5 16-16,2 0 0 16,1-3-2-16,3-8-20 15,6-3-38-15,1-12 9 16,5-5-4-16,6-2 2 16,5-2-2-16,4-17-30 15,4-8-48-15,2-4-3 16,-1 2 8-16,0 0 15 15,-7 10 11-15,-6 9 17 0,-9 7 5 16,-5 3-4-16,-9 0 8 16,0 14 31-16,-2 2-21 15,0-2-3-15,0-3 0 16,0-3-16-16,0-7 12 16,9-1-4-16,9 0-7 15,11 0-1-15,6-8-3 16,6-4-59-16,-1-2 20 15,-5 5 42-15,-4 5 6 16,-6 4 0-16,-4 0-5 16,-8 8 15-16,-3 11-16 15,-8 1-8-15,-2 3-15 16,0-1-82-16,-4-2-50 16,-25-8-46-16,2-5-187 15,1-7-547-15</inkml:trace>
  <inkml:trace contextRef="#ctx0" brushRef="#br0" timeOffset="7448.28">9014 4708 616 0,'0'0'1164'15,"0"0"-876"-15,0 0-208 16,0 0-69-16,0 0 0 15,0 0 14-15,0 0 0 0,76 14-16 16,-65-4-9 0,-6-2-33-16,-5-5-61 0,0 0-140 15,-5-3-7 1,-11-3 33-16,5-10-456 0</inkml:trace>
  <inkml:trace contextRef="#ctx0" brushRef="#br0" timeOffset="7541.25">9191 4618 1088 0,'26'-5'589'0,"8"0"-304"15,8 1-122-15,9 4-116 16,3 0-31-16,28 0-16 16,-10 4-126-16,-10 1-354 0</inkml:trace>
  <inkml:trace contextRef="#ctx0" brushRef="#br0" timeOffset="8263.73">10777 4458 867 0,'0'0'768'16,"0"0"-535"-16,0 0-24 15,0 0-87-15,0 0-29 16,0 0 5-16,0 0-43 16,5-10-55-16,-5 40-51 15,0 17 51-15,0 18 8 0,-5 11 14 16,-1 7 9 0,2-6-10-16,-1-7-15 0,5-7-6 15,0-15-20-15,0-9-30 16,0-7-26-16,0-11-123 15,0-7-100-15,0-12-303 0</inkml:trace>
  <inkml:trace contextRef="#ctx0" brushRef="#br0" timeOffset="8539.63">10423 4816 1547 0,'0'0'378'0,"0"0"-219"16,0 0-78-16,0 0-38 15,0 0-16-15,114-21 13 16,-52 14-8-16,10 3-30 16,3 4 4-16,-2 0 12 15,-3 0-17-15,-12 3 29 16,-14 10 18-16,-10 8-15 16,-12 3 1-16,-9 2-28 15,-7 3 10-15,-6 1-3 16,0-1-13-16,0-5 0 15,-4-7-58-15,-4-2-31 16,-1-10-47-16,-9-5-74 16,5-17-33-16,1-11-398 0</inkml:trace>
  <inkml:trace contextRef="#ctx0" brushRef="#br0" timeOffset="9004.94">11103 4775 1562 0,'0'0'264'16,"0"0"-162"-16,0 0-5 15,0 0-22-15,29 146 31 16,-29-106 15-16,0-6-34 16,0-6-32-16,0-8-29 15,0-8-9-15,2-4-15 16,-2-5-2-16,5-3 6 16,1 0 4-16,8-9-4 15,8-14-6-15,9-12-216 16,12-3 16-16,-1 2 134 15,1 11 66-15,-6 14 29 0,-6 11 5 16,-8 0 2-16,-10 14 31 16,-7 10-13-16,-6 2 11 15,0 0 4-15,0-5 4 16,-2-1-24-16,-4-6-31 16,2-7-6-16,4-2 16 15,0-5-19-15,0 0 15 16,0 0-3-16,17-15-15 15,19-9-6-15,11-7-208 16,6 4 135-16,3 5 57 16,-5 9 16-16,-10 13 40 15,-10 0-30-15,-12 23 2 16,-7 2 2-16,-8 6-14 16,-4-4 0-16,0-1 0 15,-4-3-31-15,-12-7-25 0,-7-4-111 16,-21-12-34-16,2 0-173 15,-3 0-531-15</inkml:trace>
  <inkml:trace contextRef="#ctx0" brushRef="#br0" timeOffset="9157.34">11089 4598 1699 0,'0'0'551'0,"0"0"-459"16,0 0-71-16,170-32-2 0,-99 32-19 15,5 0-1 1,33 0-17-16,-20 12-125 0,-8 0-331 0</inkml:trace>
  <inkml:trace contextRef="#ctx0" brushRef="#br0" timeOffset="10049.84">12306 4287 1252 0,'0'0'271'0,"0"0"-201"16,0 0-26-16,0 0-43 16,0 0 20-16,0 0 154 15,0 0 5-15,-42 140-51 16,29-84-15-16,-3 4-13 16,3 3-30-16,2-1-25 15,0-4 15-15,4-2 0 16,3-7-27-16,4-8-10 15,0-4-5-15,0-9-7 16,0-4 3-16,0-4-15 0,2-4 10 16,7-5 0-16,-3 1-10 15,-1-7-1-15,1 1 0 16,1-3-3-16,0-3 3 16,4 0 0-16,3 0 1 15,1 0 0-15,1 0-1 16,1-11-5-16,1-5-3 15,1-3-4-15,-4 0 11 16,1-3-19-16,-3-2-4 16,3-3 23-16,-1 2-41 15,1-4-19-15,-3 3 1 16,0 5 31-16,-4 1 24 16,-4 9-1-16,-3 3 7 15,0 4 7-15,-2 2-7 0,0 2-2 16,0 0 1-16,0 0 0 15,0 0-10-15,0 0-21 16,0 0-8-16,-2 11 6 16,-9 8 20-16,-3 8 14 15,-1 4 1-15,-3 2 35 16,0 0-12-16,3-2-1 16,1-5-5-16,3-4 15 15,2-5-27-15,3-4 5 16,4-6-11-16,2 0-1 15,0-5-20-15,0-2-4 16,0 0 7-16,4 0 6 16,15 0-23-16,6-12-58 0,2-2-5 15,0 4 48 1,-7 2 50-16,-3 6 37 0,-5 2 15 16,-1 0-14-16,-2 10-22 15,-3 8-1-15,-1 5 3 16,0-4-12-16,-1 1-5 15,-2-4-1-15,0-4 0 16,-2-4-10-16,0-4-76 16,0-4-70-16,0 0-151 15,0-6-262-15</inkml:trace>
  <inkml:trace contextRef="#ctx0" brushRef="#br0" timeOffset="10223.31">12374 4620 159 0,'0'0'1979'0,"0"0"-1672"16,0 0-239-16,0 0-56 15,0 0-4-15,122 0-8 16,-82 0 0-16,8 0-8 16,23-2-205-16,-11-3-326 15,-7 2-716-15</inkml:trace>
  <inkml:trace contextRef="#ctx0" brushRef="#br0" timeOffset="12541.31">13299 4729 1302 0,'0'0'239'0,"0"0"-195"0,0 0-31 16,0 0 34-1,0 0 5-15,0 0 137 0,0 0-14 16,87-83-64-16,-83 82-45 16,-4 1-35-16,0 0-10 15,0 1-21-15,0 21-14 16,-11 15 14-16,-7 12 37 15,1 7 23-15,1 2-6 16,7-1-32-16,9-11-4 16,0-10 0-16,6-9-12 15,19-12-6-15,6-9 13 16,5-6-13-16,4 0-17 16,0-21-59-16,-2-6-36 15,-5-9 25-15,-4-8 41 0,-6-4-35 16,-6 0-64-16,-3 1 44 15,-5 9 45-15,-5 9 56 16,-4 12 24-16,0 11 56 16,0 6-80-16,0 4-9 15,-13 27 9-15,-5 15 21 16,-5 13 58-16,2 18 13 16,-4 5 4-16,3 8-15 15,-3 4-22-15,3 0-7 16,2-2 1-16,-3-2-8 15,-1-9-12-15,2-9-16 16,-5-10-8-16,2-13 9 16,-1-13-17-16,-1-10 6 0,2-9 20 15,3-4-14 1,6-9 4-16,3-4-2 0,9 0 16 16,1-2 12-16,3-18-19 15,0-10-23-15,7-12-1 16,11-6 0-16,9-6 3 15,4-1-3-15,2 4-62 16,3 0-7-16,13-7-100 16,-7 12-121-16,-3 6-403 0</inkml:trace>
  <inkml:trace contextRef="#ctx0" brushRef="#br0" timeOffset="12970.65">14010 4959 967 0,'0'0'917'16,"0"0"-659"-16,0 0-174 15,0 0 4-15,0 0 11 16,0 0 6-16,0 0-45 16,88 0-23-16,-49 0-16 15,1 0-21-15,-2 0-6 16,-3 0-10-16,-4 0-112 16,-10 8-59-16,-11 0-166 15,-6-4-475-15</inkml:trace>
  <inkml:trace contextRef="#ctx0" brushRef="#br0" timeOffset="13105.53">13969 5163 1397 0,'0'0'484'0,"0"0"-395"16,0 0-65-16,0 0-8 16,119 38-16-16,-48-38-35 15,-13 0-65-15,-7 0-398 0</inkml:trace>
  <inkml:trace contextRef="#ctx0" brushRef="#br0" timeOffset="17887.7">14734 4962 1035 0,'0'0'322'16,"0"0"-150"-16,0 0-15 15,0 0 20-15,0 0 39 0,0 0-47 16,0 0-4 0,7 0-50-16,-5 0-22 0,1 0-20 15,-1 0-26 1,4 0 0-16,10-8-9 0,10-9-27 16,13-7-11-16,7-7-26 15,4-2-5-15,-4-2 1 16,-1-1-53-16,-10 0 1 15,-3 2 0-15,-12 2-6 16,-7 4 63-16,-9 2 5 16,-2 4 19-16,-2 6 1 15,0 2 0-15,0 6 14 16,0 1-5-16,-2 7-9 16,2-3 6-16,0 3-5 15,-2 0-2-15,0 0-8 0,-5 3-9 16,-1 17-15-16,-6 13 20 15,-3 11 13-15,-2 14 38 16,-1 7-20-16,1 6 31 16,0-1 0-16,2 2-16 15,1-11 10-15,5-1-16 16,-1-7-6-16,2-7 1 16,1-5-13-16,-1-2 3 15,2-7-11-15,-3-6 0 16,-3-2 5-16,-5-4-6 15,-6-1-1-15,-6-2 0 16,-3-5-5-16,-2-2 0 16,0-8-19-16,7-2 25 0,8 0-1 15,5-2 1 1,9-14 12-16,7-7 30 0,5-11-25 16,26-7-2-16,14-5-15 15,12-4-10-15,9-3-31 16,0 6-47-16,14-13-122 15,-15 11-188-15,-14 8-856 0</inkml:trace>
  <inkml:trace contextRef="#ctx0" brushRef="#br0" timeOffset="18205.09">15539 4287 1714 0,'0'0'540'0,"0"0"-462"16,0 0-78-16,0 0-14 16,0 0 14-16,-74 108 31 15,41-42 0-15,1 11-31 0,-3 30-55 16,10-22-209 0,8-17-389-16</inkml:trace>
  <inkml:trace contextRef="#ctx0" brushRef="#br0" timeOffset="19930.16">15894 4470 1138 0,'0'0'500'0,"0"0"-337"15,0 0 4-15,0 0-8 16,0 0-38-16,0 0-19 16,0 0-58-16,-29-7-16 15,2 27-22-15,-6 18-5 16,-4 15 37-16,4 15 13 16,4 7 7-16,7 0 3 15,8-2-49-15,10-8 10 16,4-10-10-16,0-6-11 15,11-10 9-15,9-8-10 16,7-8-58-16,4-7-55 16,0-9-62-16,17-7-97 15,-13-17-287-15,-2-7-555 0</inkml:trace>
  <inkml:trace contextRef="#ctx0" brushRef="#br0" timeOffset="20201.03">16145 4648 1348 0,'0'0'375'0,"0"0"-157"15,0 0-15-15,0 0-96 16,0 0-52-16,0 0-18 16,0 0-26-16,5 32 6 15,-5 5 4-15,0 12 31 0,0 4-4 16,0-1-10-16,0-7-30 15,0-7-8-15,0-4 8 16,2-11-8-16,4-5-12 16,2-6-73-16,-2-7-16 15,3-5-51-15,13-12-58 16,-4-15-124-16,2-7-890 0</inkml:trace>
  <inkml:trace contextRef="#ctx0" brushRef="#br0" timeOffset="20389.34">16366 4691 1068 0,'0'0'628'0,"0"0"-480"16,0 0-115-16,0 0-24 0,0 0 78 15,0 0 39 1,-27 121-4-16,16-73-39 0,0 1-55 16,4-1-14-16,3-5-14 15,1-6-6-15,1-7-31 16,2-5-71-16,0-10-74 15,-2-3-118-15,2-7-315 0</inkml:trace>
  <inkml:trace contextRef="#ctx0" brushRef="#br0" timeOffset="20630.94">16021 4590 88 0,'0'0'1733'0,"0"0"-1248"0,0 0-408 15,0 0-38-15,0 0-11 16,0 0-7-16,142-15 10 16,-84 15-22-16,2 3-9 15,0 9-13-15,-4-1-88 16,4 1-105-16,-13-1-276 15,-11-10-472-15</inkml:trace>
  <inkml:trace contextRef="#ctx0" brushRef="#br0" timeOffset="20884.43">16694 4480 1243 0,'0'0'341'0,"0"0"-240"16,0 0-72-16,0 0-8 15,73 107 78-15,-69-42 59 16,-4 9-5-16,0 9-56 16,-13 0-51-16,-11 0-14 15,-6-5-32-15,-1-7-11 16,0-11-52-16,0-6-81 0,8-18-211 15,8-14-759-15</inkml:trace>
  <inkml:trace contextRef="#ctx0" brushRef="#br0" timeOffset="21236.62">17207 4409 660 0,'0'0'386'0,"0"0"-238"0,0 0 27 15,0 0 57-15,-83 143 11 16,68-70 9-16,1 12-65 16,5 5-30-16,7-1-65 15,2-3-41-15,0-10-40 16,9-8-10-16,7-12 10 16,3-7-11-16,1-9-50 15,7-11-119-15,-4-8-299 16,-4-13-303-16</inkml:trace>
  <inkml:trace contextRef="#ctx0" brushRef="#br0" timeOffset="21770.16">17443 4686 1056 0,'0'0'374'0,"0"0"-243"0,0 0-88 16,0 0 52-1,0 0 79-15,0 0 47 16,0 0-82-16,120 28-39 0,-109 8 19 15,-6 12-54-15,-5 7 5 16,0 3 2-16,-7-2-20 16,-7-3-18-16,3-10-17 15,3-9-16-15,1-7 32 16,2-10-32-16,3-5-1 16,2-8 0-16,0-2-21 15,0-2-12-15,0-6-19 16,12-23-15-16,9-16-211 15,6-14-228-15,2-2-209 16,-2 2 406-16,-9 15 309 16,-5 14 337-16,-9 14 68 0,-1 13-157 15,-3 3-105-15,0 0-48 16,0 16-10-16,-3 11 59 16,1 9-17-1,2 8-56-15,0-1-50 0,0-1-21 16,21-4-27-16,6-6-45 15,19-13-131-15,-8-8-374 16,0-9-963-16</inkml:trace>
  <inkml:trace contextRef="#ctx0" brushRef="#br0" timeOffset="21972.43">17987 4954 1423 0,'0'0'768'16,"0"0"-500"-16,0 0-143 16,0 0-43-16,0 0-32 15,0 0-15-15,131-15-18 16,-85 15-17-16,0 0-58 16,7 0-119-16,-11 0-140 15,-11 0-593-15</inkml:trace>
  <inkml:trace contextRef="#ctx0" brushRef="#br0" timeOffset="22317.43">18561 4734 1585 0,'0'0'374'0,"0"0"-275"15,0 0-68-15,0 0-23 16,0 0 34-16,0 0-2 16,0 0 46-16,3 73 13 0,-3-31 8 15,-7 5-18 1,-4 6-27-16,0-2-30 0,0-2-7 15,0-6-4-15,2-4-21 16,2-7-1-16,2-8-39 16,3-3-43-16,2-9-82 15,0-12-98-15,2 0-98 16,12-14-222-16</inkml:trace>
  <inkml:trace contextRef="#ctx0" brushRef="#br0" timeOffset="22537.23">18713 4772 1393 0,'0'0'276'0,"0"0"-207"0,0 0-43 16,0 0 24-16,-26 120 115 16,16-80 7-16,2 4-60 15,-1 0-44-15,-1-3-48 16,4-3-6-16,-3-4-6 15,3-4-8-15,-4-6-73 16,-1-10-82-16,3-7-185 16,-2-7-545-16</inkml:trace>
  <inkml:trace contextRef="#ctx0" brushRef="#br0" timeOffset="22712.68">18378 4734 1923 0,'0'0'474'16,"0"0"-426"-16,0 0-31 15,128 0-17-15,-75-2-28 16,23-10-68-16,-11 2-293 16,-9-2-1051-16</inkml:trace>
  <inkml:trace contextRef="#ctx0" brushRef="#br0" timeOffset="22955.47">19034 4439 1035 0,'0'0'914'15,"0"0"-730"-15,0 0-76 16,0 0-44-16,143 145 38 15,-121-84-22-15,-10 6-25 16,-12 5-9-16,0 0-25 16,-19 2-6-16,-12-4-15 15,-4-1-13-15,-5-7-103 16,-16 3-79-16,11-19-274 16,7-14-596-16</inkml:trace>
  <inkml:trace contextRef="#ctx0" brushRef="#br0" timeOffset="23925.62">19531 4923 692 0,'0'0'550'16,"0"0"-264"-16,0 0-30 0,0 0-1 16,0 0-36-1,0 0-17-15,0 0-50 0,0-7-59 16,0 7-28-16,10-2-39 16,7 2-2-16,10 0-23 15,10 0-1-15,13 0 7 16,8 0-7-16,2 0-14 15,-2 0 1-15,-4 0-14 16,-8 0-46-16,-8-5-67 16,-2-4-66-16,-12 1-133 15,-6 0-238-15</inkml:trace>
  <inkml:trace contextRef="#ctx0" brushRef="#br0" timeOffset="24121.18">19896 4764 1373 0,'0'0'268'16,"0"0"-197"-16,0 0 43 15,-64 115 28-15,40-64 30 16,-3 7-48-16,3 3-56 16,-1 1-46-16,2 0-22 15,-1-2 0-15,-7 11-108 16,5-19-174-16,3-13-342 0</inkml:trace>
  <inkml:trace contextRef="#ctx0" brushRef="#br0" timeOffset="25863.21">20503 4548 1084 0,'0'0'618'0,"0"0"-422"15,0 0-86-15,0 0-73 16,0 0 10-16,0 0 38 15,0 0-23-15,-107 38-1 16,83-4-23-16,1 8 26 16,4 8 22-16,5 6 9 15,5 2-8-15,7 0-31 16,2-1-2-16,6-3-14 16,21-8-13-16,9-8-18 15,7-8 23-15,3-10-12 0,6-8 1 16,4-10-13-16,2-2 7 15,-4-10-1-15,-2-16-14 16,-10-8 0-16,-8-8-6 16,-10-10-2-16,-10-13-25 15,-10-3-14-15,-4-3-9 16,0 8 32-16,-22 10-26 16,-12 10-47-16,-8 14-70 15,-27 14-83-15,6 9-281 16,11 4-300-16</inkml:trace>
  <inkml:trace contextRef="#ctx0" brushRef="#br0" timeOffset="29855.06">1526 6418 970 0,'0'0'123'16,"0"0"658"-16,0 0-576 15,0 0-118-15,0 0 14 16,0 0 28-16,0 0 19 16,12-32-41-16,-12 32-34 15,0 0-49-15,0 0-13 16,0 0-11-16,0 3-2 0,0 17-25 15,0 13 18-15,0 18 9 16,0 9 5-16,0 6-5 16,0 2 2-16,0-3-2 15,0-7 0-15,0-7-6 16,0-5 4-16,0-7-108 16,-4-7-43-16,-4-6-74 15,2-8-163-15,1-12-429 0</inkml:trace>
  <inkml:trace contextRef="#ctx0" brushRef="#br0" timeOffset="30077.57">1170 6670 1410 0,'0'0'561'15,"0"0"-523"-15,0 0-32 16,0 0 23-16,152-21 15 16,-106 21 46-16,4 0-61 15,-6 0-29-15,7 13-49 16,-13-2-163-16,-11-2-287 0</inkml:trace>
  <inkml:trace contextRef="#ctx0" brushRef="#br0" timeOffset="30254.6">1620 6585 1431 0,'0'0'271'16,"0"0"-164"-16,0 0-52 15,-152 146-35-15,110-106-19 16,-5-6-2-16,11-11-92 15,10-15-312-15</inkml:trace>
  <inkml:trace contextRef="#ctx0" brushRef="#br0" timeOffset="30387.3">1466 6566 1640 0,'0'0'186'0,"0"0"-141"16,0 0-45-16,134 83-72 15,-92-48-40-15,-2-10-292 0</inkml:trace>
  <inkml:trace contextRef="#ctx0" brushRef="#br0" timeOffset="30996.3">2220 6717 1761 0,'0'0'311'16,"0"0"-291"-16,0 0-20 15,0 0-37-15,-36-132 37 16,34 90 112-16,2-2-5 16,0-1-45-16,9 4-54 15,9 5-8-15,3 5-29 16,4 9 6-16,2 5 22 0,2 6-15 16,0 6 3-16,2 5 13 15,3 0 1 1,-3 0 15-16,2 0-16 15,0 5 1-15,-4 3-1 0,-4-2 0 16,-4-4-2-16,-11-2-8 16,-5 0-35-16,-5 0 44 15,0 0-23-15,-9-8-103 16,-16 0 73-16,-6 4 23 16,-7 4 31-16,-4 0 12 15,-3 18-5-15,1 14 27 16,3 10 42-16,6 9 23 0,8 0-22 15,14 0-15 1,9-3-14-16,4-4 14 16,6-6-34-16,23-2 3 0,5-6-17 15,5-7 8-15,2-8-22 16,1-8-13-16,-2-7-20 16,-1 0-37-16,-4-11-13 15,-4-11-80-15,5-21-85 16,-9 0-304-16,-7 5-168 0</inkml:trace>
  <inkml:trace contextRef="#ctx0" brushRef="#br0" timeOffset="31483.24">2697 6534 1066 0,'0'0'223'15,"0"0"-126"-15,0 0 114 16,0 0-63-16,0 0 3 16,2 115-3-16,-2-82-26 0,-2-4-17 15,0-2-48-15,0-8-18 16,2-5-21-16,0-6-18 15,0-3 8-15,0-5-5 16,0 0-3-16,0 0-9 16,13-9 1-16,11-14-55 15,7-8-196-15,3-1 65 16,1 2 61-16,-4 10 101 16,-6 12 32-16,-4 8 62 15,-6 0 16-15,-6 19 48 16,-4 6 32-16,-5 3-28 15,0 0-21-15,0-3 21 16,-3-6-90-16,-2-5-14 16,1-5-24-16,2-5 13 0,2-3-6 15,0-1-9-15,0 0-9 16,9-12 3-16,13-12-76 16,11-10-143-16,8 0 40 15,-1 0 80-15,0 12 80 16,-9 10 25-16,-9 12 65 15,-3 0 0-15,-9 12 12 16,-1 15 7-16,-5-2-11 16,-1 5 8-16,0-1-1 15,-3-4-56-15,0-2-12 16,0-5-3-16,0-4-9 16,0-6-8-16,0-3-76 0,-3-5-75 15,-11 0-89 1,2 0-326-16</inkml:trace>
  <inkml:trace contextRef="#ctx0" brushRef="#br0" timeOffset="31663.32">2828 6212 1820 0,'0'0'622'16,"0"0"-605"-16,0 0-17 15,0 0-13-15,121 12 3 16,-47 4-2-16,-10-2-79 16,-4-7-415-16</inkml:trace>
  <inkml:trace contextRef="#ctx0" brushRef="#br0" timeOffset="32355.2">3796 6667 1502 0,'0'0'502'0,"0"0"-455"16,0 0-47-16,0 0-53 16,120-34-35-16,-80 8 66 15,1-6 22-15,-6-6-24 16,-6-2-67-16,-9-4-18 0,-6 0 41 16,-8 3 68-16,-6 7 32 15,0 9 43-15,0 8-5 16,0 7-23-16,0 6-39 15,-4 4 5-15,-1 6-13 16,-1 22 0-16,-2 18 56 16,0 14 36-16,1 15 12 15,3 10 26-15,-3 4-28 16,0 1-41-16,1-5-9 16,-3-7-26-16,-3-12 0 15,-1-7-7-15,-3-12-1 16,-1-11-9-16,-3-7 0 15,-7-8 5-15,0-9-1 16,3-5-13-16,2-7-8 0,8-2 7 16,7-25 0-16,7-9-45 15,0-8 39-15,29-6 2 16,11-4-5-16,12 2-3 16,3 2-42-16,19-15-55 15,-16 15-126-15,-11 4-262 0</inkml:trace>
  <inkml:trace contextRef="#ctx0" brushRef="#br0" timeOffset="32562.31">4404 6111 1264 0,'0'0'258'16,"0"0"-209"-16,0 0-24 16,-75 150-25-16,34-69-9 15,10-10-190-15,8-17-300 0</inkml:trace>
  <inkml:trace contextRef="#ctx0" brushRef="#br0" timeOffset="32867.3">4605 6244 113 0,'0'0'1025'16,"0"0"-885"-16,0 0-8 15,-91 138 63-15,75-78-13 16,9 3 4-16,7-2-25 16,0 0-84-16,21-4-37 0,6-6-40 15,17 0-83-15,-7-15-91 16,-3-16-334-16</inkml:trace>
  <inkml:trace contextRef="#ctx0" brushRef="#br0" timeOffset="33162.68">4971 6403 1625 0,'0'0'256'0,"0"0"-242"16,0 0-14-16,0 0 0 16,0 0 88-16,0 0 112 0,0 0-68 15,0 110-49-15,0-68-27 16,0 2-22-16,0 0-13 16,0-2-18-16,0-6 3 15,0-1 0-15,0-9-6 16,0-6-28-16,0-7-29 15,2-6-29-15,2-7-74 16,7-5-82-16,-1-14-27 16,-2-9-642-16</inkml:trace>
  <inkml:trace contextRef="#ctx0" brushRef="#br0" timeOffset="33363.15">5100 6414 867 0,'0'0'755'0,"0"0"-531"15,0 0-150-15,0 0-49 0,0 0-7 16,0 0 97-16,0 0 23 16,0 117-54-16,0-73-44 15,0 2-31-15,0-2-2 16,-5-1-7-16,3-9-43 16,-4-6-40-16,1-9-88 15,-8-12-86-15,2-5-258 16,-1-2-293-16</inkml:trace>
  <inkml:trace contextRef="#ctx0" brushRef="#br0" timeOffset="33559.38">4753 6298 1279 0,'0'0'806'0,"0"0"-612"16,0 0-150-16,0 0-17 15,0 0-13-15,0 0 19 16,160 12 0-16,-102-1-33 16,0-2-28-16,11 2-127 15,-16-6-170-15,-13-1-497 0</inkml:trace>
  <inkml:trace contextRef="#ctx0" brushRef="#br0" timeOffset="33769.28">5472 6196 1493 0,'0'0'222'0,"0"0"-177"16,0 0-17-16,60 118 49 16,-46-58 45-16,-8 5-18 15,-6 4-37-15,0 1-25 16,-16 1-23-16,-7-3-19 15,-18 15-28-15,7-22-192 16,8-15-384-16</inkml:trace>
  <inkml:trace contextRef="#ctx0" brushRef="#br0" timeOffset="34093.91">5802 6697 1960 0,'0'0'380'16,"0"0"-280"-16,0 0-87 0,0 0-3 16,0 0 44-16,0 0 22 15,0 0-27-15,8 0-40 16,-8 0-9-16,-6 0-43 16,-13 0-149-16,-4 0-476 0</inkml:trace>
  <inkml:trace contextRef="#ctx0" brushRef="#br0" timeOffset="34719.71">2657 7132 1468 0,'0'0'530'0,"0"0"-362"16,0 0-66-16,0 0-69 16,0 0 8-16,0 0 36 0,0 0-19 15,96-12-12-15,-38 12-25 16,17-2 21-16,30 2 16 16,33-3-2-16,41 1 1 15,14-1-21-15,0 1-12 16,-9 2-10-16,-19 0-14 15,1 0 0-15,-4 0 8 16,-4 0-7-16,-11 0-1 16,-29 0 1-16,-24 10 5 15,-25-1-12-15,-13 0 2 16,4 0-37-16,2 0-59 16,17 1-103-16,-23-3-138 15,-14-7-587-15</inkml:trace>
  <inkml:trace contextRef="#ctx0" brushRef="#br0" timeOffset="70356.98">1777 7885 681 0,'0'0'112'0,"0"0"-73"16,0 0 739-16,0 0-559 16,0 0-106-16,0 0-8 15,0 0-43-15,0 0 26 16,2 0 13-16,0-3-17 16,-2 3-14-16,0 0-48 15,0 0 29-15,0 0 5 16,0 0-35-16,0 0-7 15,0 0 5-15,0 0-7 16,2 0-1-16,0 0-10 16,3-1 5-16,5-3 12 15,4-1-18-15,1 1-5 16,4 3-1-16,-2 1 6 0,1 0 0 16,-5 11 6-16,-1 15-1 15,-6 10 2-15,-4 9 15 16,-2 1-2-16,0-2-1 15,-8-2-5-15,-6-8 3 16,3-6-8-16,0-6 3 16,2-6-12-16,2-5-3 15,5-6 3-15,2-5-1 16,0 0-6-16,0-7 6 16,20-24-7-16,7-17-104 15,7-12-102-15,1-4 128 16,-4 6 47-16,-8 9 15 15,-10 18 24-15,-9 14 45 0,-4 12 14 16,0 5-19-16,0 7-40 16,-13 23 7-16,-5 15 8 15,5 7 52 1,9 6-22-16,4-2-26 0,19-4-19 16,22-10-58-16,28-12-67 15,-9-9-182-15,-6-16-599 0</inkml:trace>
  <inkml:trace contextRef="#ctx0" brushRef="#br0" timeOffset="72483.36">2382 8104 1610 0,'0'0'484'15,"0"0"-355"-15,0 0 12 0,0 0 7 16,0 0-26-16,0 0-17 15,0 0-32-15,12 0-50 16,12 0-22-16,10-3 16 16,10 1-16-16,5 2-1 15,5-2 0-15,1 2-1 16,-1 0-13-16,-5 0-68 16,-5 0-62-16,-3 0-63 15,-15 6-131-15,-10-2-351 0</inkml:trace>
  <inkml:trace contextRef="#ctx0" brushRef="#br0" timeOffset="72678.75">2402 8199 1393 0,'0'0'579'15,"0"0"-354"-15,0 0-71 16,0 0-110-16,123-17 7 15,-61 5-37-15,5-1-14 16,1 5 0-16,-6 0-43 16,5 0-78-16,-18 2-228 15,-16 1-419-15</inkml:trace>
  <inkml:trace contextRef="#ctx0" brushRef="#br0" timeOffset="72879.48">2777 7935 1190 0,'0'0'818'15,"0"0"-720"1,0 0-91-16,0 0 14 0,-67 116 54 16,40-54-26-16,1 7-18 15,4-2-31-15,5-1-73 16,13 7-97-16,4-20-160 15,0-14-670-15</inkml:trace>
  <inkml:trace contextRef="#ctx0" brushRef="#br0" timeOffset="73255.7">3295 7950 1622 0,'0'0'376'0,"0"0"-278"16,0 0-54-16,0 0-1 16,0 0 45-16,0 0 31 15,-77 135 1-15,77-84-53 16,21 2-31-16,12-4-5 15,9-12-15-15,7-9 8 16,0-9 3-16,2-13-15 0,-5-6-12 16,-9 0 0-16,-10-22-30 15,-14-10 5-15,-13-7-41 16,0-5-69-16,-13-2 47 16,-12 5 36-16,-1 10 51 15,-1 11 1-15,0 12-91 16,0 8-117-16,5 4-156 15,8 8-604-15</inkml:trace>
  <inkml:trace contextRef="#ctx0" brushRef="#br0" timeOffset="73661.48">3937 8122 1096 0,'0'0'1240'0,"0"0"-932"15,0 0-162-15,0 0-80 16,0 0-47-16,0 0-19 15,0 0-31-15,2 2-119 16,-2 21-467-16,-7 1-91 16,0 2-10-16</inkml:trace>
  <inkml:trace contextRef="#ctx0" brushRef="#br0" timeOffset="73733.3">3920 8349 924 0,'0'0'373'0,"0"0"-113"0,0 0-237 15,0 0-23-15,0 0-1288 0</inkml:trace>
  <inkml:trace contextRef="#ctx0" brushRef="#br0" timeOffset="74658.08">4510 8203 1232 0,'0'0'740'0,"0"0"-630"0,0 0-75 16,0 0 32-16,0 0-42 16,146-60-11-16,-84 21-3 15,4-1-11-15,-6-9-6 16,-10-1-28-16,-9 1 12 16,-15 1-9-16,-14 7-6 15,-12 4 35-15,0 8 2 16,-7 4 6-16,-9 11 37 15,-4 7-33-15,3 7-9 16,-2 11-1-16,4 27 0 0,1 34 3 16,6 37 75-1,4 29-4-15,4-4 37 0,0-26-45 16,-3-29-8 0,-1-25-2-16,-3 6-29 0,-4 4-5 15,-2 3-2-15,-3-11-19 16,-1-14 12-16,-4-10-11 15,5-14-2-15,3-10 0 16,2-8-7-16,6-14-3 16,5-30 7-16,2-21-100 15,29-14-41-15,17-13-15 16,10-1 51-16,8-2-11 16,8 1-89-16,-5 4-9 0,-4 4 204 15,-11 5 13 1,-17 12 137-16,-12 8 53 0,-12 17-16 15,-9 12-2-15,-4 15 25 16,0 14-75-16,0 3-80 16,-17 15-42-16,-6 28 0 15,1 18 10-15,2 10 32 16,6 10 7-16,12-3-35 16,2-5-5-16,0-10-9 15,19-11 0-15,2-10-1 16,0-9-35-16,1-13-47 15,-5-10-50-15,-3-10-39 16,-7-20 1-16,-5-18-159 16,-2-9-836-16</inkml:trace>
  <inkml:trace contextRef="#ctx0" brushRef="#br0" timeOffset="74995.5">5387 7974 1606 0,'0'0'295'0,"0"0"-174"16,0 0 2-16,0 0-13 15,0 0 6-15,56 129 1 16,-56-99-13-16,0-2-50 16,-9-2-15-16,1-5-39 15,3-6 15-15,0-5-15 16,5-5-18-16,0-5-28 16,0-5 3-16,16-25 26 15,7-14-229-15,-2-12-252 0,-3-2-39 16,-5 7 453-16,-7 18 84 15,-6 21 517-15,0 12-420 16,-12 20 15-16,-3 18 111 16,3 8-39-16,5 2-54 15,7-2-38-15,0-4-63 16,23-8-19-16,6-10-10 16,4-10-33-16,3-12-32 15,-1-2-52-15,-1-32-144 16,-10-4-319-16,-5-8-592 0</inkml:trace>
  <inkml:trace contextRef="#ctx0" brushRef="#br0" timeOffset="75156.03">5864 7774 441 0,'0'0'1516'0,"0"0"-1294"16,0 0-101-16,63 137-43 15,-52-71-7-15,-6 4 11 0,-5-2-43 16,0 0-33-16,-12-4-6 15,-10-4-32-15,-7 1-102 16,5-17-169-16,5-16-520 0</inkml:trace>
  <inkml:trace contextRef="#ctx0" brushRef="#br0" timeOffset="75487.32">6319 8081 1729 0,'0'0'517'0,"0"0"-325"16,0 0-2-16,0 0-82 16,0 0-32-16,0 0-30 15,0 0-28-15,67 2-1 0,-29 5-16 16,0 4-2-16,-3-1-24 16,-6 1-69-16,-22 3-118 15,-7-3-248-15,0-2-468 0</inkml:trace>
  <inkml:trace contextRef="#ctx0" brushRef="#br0" timeOffset="75595.28">6246 8283 1551 0,'0'0'494'0,"0"0"-337"16,0 0-21-16,0 0-94 16,187 32-42-16,-123-29-86 15,-6-3-283-15</inkml:trace>
  <inkml:trace contextRef="#ctx0" brushRef="#br0" timeOffset="77179.89">7371 7572 967 0,'0'0'385'16,"0"0"-207"-16,0 0-89 15,0 0 96-15,0 0-57 16,0 0 5-16,0 0-39 0,71-84-48 16,-59 71-11-1,-5 3 11-15,-5 3 18 0,-2 6 1 16,0-1-37-16,-16 2 0 16,-13 0-28-16,-9 9-9 15,-4 12 9-15,3 10 0 16,8 6 12-16,12 12 10 15,12 5 6-15,7 2 17 16,0 4 7-16,20-5 5 16,5-5-19-16,-7-11-24 15,-3-6-1-15,-11-8-2 16,-4-2-11-16,-2 0 5 16,-27-2-4-16,-9-1-1 0,-1-3 0 15,0-8-1 1,10-7-19-16,12-2 10 0,12-11-16 15,5-26-96-15,29-10-80 16,22-7-8-16,14 0 87 16,4 8 55-16,0 13 10 15,-9 10 58-15,-10 13 38 16,-13 10 126-16,-10 0-6 16,-9 12-11-16,-7 14-43 15,-6 6-43-15,-5 6-9 16,0-2-15-16,0-1-29 15,-7-5-1-15,0-10-7 16,5-6-30-16,-1-6-53 16,3-8-72-16,0-10-49 15,0-19-34-15,0-7-345 0</inkml:trace>
  <inkml:trace contextRef="#ctx0" brushRef="#br0" timeOffset="77505.25">7785 7749 1460 0,'0'0'319'15,"0"0"-53"-15,14 109-88 16,-11-60-12-16,-3-6-43 16,0-7-27-16,0-7-32 15,0-13-51-15,0-6-12 16,0-6 9-16,0-4-1 16,0 0 18-16,2 0-9 15,12-22-1-15,11-16-17 16,12-11-260-16,5-1 103 0,0 10 74 15,-1 16 83-15,-8 21 5 16,-6 3 39-16,-8 23 17 16,-5 12 19-16,-7 1-25 15,-5 4 7-15,-2-4-33 16,0-5-7-16,0-8-16 16,0-8-6-16,0-7-73 15,0-5-59-15,0-3-12 16,0-22 29-16,4-12-198 15,6-8-888-15</inkml:trace>
  <inkml:trace contextRef="#ctx0" brushRef="#br0" timeOffset="77809.18">8319 7708 1385 0,'0'0'297'16,"0"0"-80"-16,0 0-13 15,35 119-49-15,-33-76-40 0,-2-2 7 16,0-5-19-16,0-6-60 15,-2-7-16-15,-2-8-26 16,2-7 5-16,2-4-6 16,0-4-11-16,0-2 4 15,8-24 5-15,11-16-166 16,3-15-312-16,-2-4 164 16,-7 3-186-16,-2 13 502 15,-9 21 486-15,1 22-267 16,-3 2-153-16,0 30-32 15,0 12 157-15,4 6-63 0,8 3-26 16,9 0-38-16,8-6-64 16,10-7-46-16,19-8-87 15,-12-11-192-15,-6-12-514 16</inkml:trace>
  <inkml:trace contextRef="#ctx0" brushRef="#br0" timeOffset="78404.87">7046 8315 1378 0,'0'0'483'16,"0"0"-353"-16,0 0 12 15,0 0-59-15,0 0-12 16,156-1 10-16,-80 1 28 16,9 0-36-16,8 0 13 15,7 4-9-15,21 10-26 0,26 0-17 16,26-2-16 0,4-2 2-16,-32-6-8 15,-38-2-12-15,-36-2 1 16,-9 0-1-16,7 0-13 0,3 0-19 15,-1 0-69-15,-8 2-113 16,-21 3-127-16,-16-5-436 0</inkml:trace>
  <inkml:trace contextRef="#ctx0" brushRef="#br0" timeOffset="78981.97">7666 8592 1242 0,'0'0'575'16,"0"0"-451"-16,0 0-62 16,0 0-5-16,0 0 52 15,0 0 25-15,113-60-51 16,-82 56-46-16,0 4-20 0,-4 3-3 16,-6 16 13-1,-6 9-6-15,-4 9 6 0,-8 7 20 16,-3 4-5-16,0 1 3 15,-5 0 7-15,-11-7-30 16,1-3 4-16,1-7-26 16,1-11 1-16,7-5-1 15,3-6 0-15,3-8-35 16,0-2 8-16,0 0-11 16,20-23 6-16,11-20-170 15,3-15-280-15,-3-6-77 16,-4 4 543-16,-9 16 16 15,-12 18 482-15,-6 15-286 16,0 11-128-16,0 7-58 16,-8 19 66-16,0 8 39 0,8 5-1 15,0 6-28-15,14-1-19 16,22-5-56-16,11-8-11 16,11-4-104-16,36-16-70 15,-15-3-214-15,-5-8-736 0</inkml:trace>
  <inkml:trace contextRef="#ctx0" brushRef="#br0" timeOffset="79705.07">9262 8272 1475 0,'0'0'525'15,"0"0"-317"-15,0 0-57 16,0 0-47-16,0 0-36 15,0 0 5-15,0 0 0 16,145 24-52-16,-85-17-15 16,0 1 3-16,2-4-9 15,-4 1-14-15,-7-2-90 0,-2 4-86 16,-17-4-150-16,-12 0-375 16</inkml:trace>
  <inkml:trace contextRef="#ctx0" brushRef="#br0" timeOffset="79892.53">9237 8441 1400 0,'0'0'358'0,"0"0"-149"16,0 0-12-16,0 0-67 15,134 0-80-15,-76 0-28 16,5-1-22-16,-3-7-28 0,9-8-108 15,-18 0-165-15,-13-1-381 16</inkml:trace>
  <inkml:trace contextRef="#ctx0" brushRef="#br0" timeOffset="80074.28">9822 8153 1750 0,'0'0'395'16,"0"0"-284"-16,0 0-45 15,0 0 3-15,95 150 5 16,-86-89-18-16,-9 2-33 16,0 4-12-16,-7-4-11 0,-13-3-78 15,-2 4-84 1,2-16-162-16,6-16-471 0</inkml:trace>
  <inkml:trace contextRef="#ctx0" brushRef="#br0" timeOffset="80799.84">10387 8439 811 0,'0'0'876'16,"0"0"-636"-16,0 0-149 0,0 0 60 16,0 0-53-16,0 0 11 15,0 0 1-15,92-61-83 16,-47 32-27-16,1-2-3 15,-5-8-36-15,-8 2-1 16,-6-4-7-16,-12 1-30 16,-6 6 43-16,-9 4-11 15,0 8 45-15,0 8-1 16,0 8 1-16,-7 6-11 16,-1 2-28-16,-4 28-12 15,1 19 51-15,0 30 47 16,-1 36 15-16,0 27 16 15,-2-10-35-15,3-28-10 16,-2-33-14-16,-1-25 2 0,-1 1-2 16,-10-1-12-16,-6-3 2 15,-9-7 3-15,-7-9 2 16,-5-12-8-16,2-6-6 16,2-9-15-16,13 0 14 15,15-21 1-15,17-14 5 16,8-16-5-16,40-7-6 15,19-10 4-15,14-4-13 16,11-3-35-16,0 5-29 16,17-20-114-16,-27 21-195 15,-15 8-1147-15</inkml:trace>
  <inkml:trace contextRef="#ctx0" brushRef="#br0" timeOffset="81192.45">11114 7710 876 0,'0'0'1211'16,"0"0"-1096"-16,0 0-106 15,0 0-9-15,-102 132 66 16,63-60-23-16,4 11-7 16,8 1-36-16,12-4-66 15,15 1-131-15,0-22-98 16,0-20-316-16</inkml:trace>
  <inkml:trace contextRef="#ctx0" brushRef="#br0" timeOffset="81699.08">11178 8087 1064 0,'0'0'181'16,"0"0"-117"-16,0 0 22 15,0 0 46-15,0 0-9 16,0 0 28-16,0 0-34 15,-73 70-5-15,69-42-19 16,2 1-4-16,-3-3-30 16,2-1-24-16,3-1-5 0,-2-3 4 15,2-3-33-15,0-6 11 16,0-5-6-16,0-3-4 16,0-1 15-16,0-3-9 15,0 0 17-15,0 0 49 16,0 0-26-16,0 0 26 15,0-7 4-15,12-10-10 16,3-6-68-16,5-2 1 16,3 3-1-16,-4 2 0 15,2 8-4-15,-3 3 2 16,-3 9-8-16,-2 0 9 16,-3 7 0-16,-6 14-3 15,-4 11 4-15,0 4 6 16,-6 7 4-16,-10 1 15 15,-2-5-23-15,2-4 11 0,5-7-13 16,2-6 0-16,2-5-4 16,3-3 4-16,2-7-36 15,-2-1-39-15,-8-6-112 16,3 0-84-16,3-6-313 0</inkml:trace>
  <inkml:trace contextRef="#ctx0" brushRef="#br0" timeOffset="82030.23">11406 8006 1358 0,'0'0'374'0,"0"0"-193"15,0 0-22-15,0 0-99 16,0 0-34-16,0 0 4 16,0 0 36-16,-140 77 38 15,102-19 0-15,5 6 4 16,6 1-23-16,8-2-42 16,9-4-20-16,7-5-8 0,3-8-3 15,7-4 6 1,22-7-18-16,6-8 0 0,13-5-47 15,0-9-102-15,15-13-124 16,-10 0-257-16,-12-16-837 0</inkml:trace>
  <inkml:trace contextRef="#ctx0" brushRef="#br0" timeOffset="82474.31">11290 8219 1624 0,'0'0'320'15,"0"0"-242"-15,0 0-51 0,0 0-26 16,0 0 13-16,116 2 53 16,-89 33 13-16,-10 7 19 15,-7 9-8-15,-10 4-19 16,0 1-9-16,-12-5-5 15,-5-4-27-15,1-9-1 16,3-10-15-16,3-7-5 16,8-12-10-16,2-4-21 15,0-5 3-15,0-9 0 16,5-24 18-16,8-20-290 16,5-14-219-16,0-6-45 15,-2 7 380-15,-7 14 174 16,-3 20 345-16,-2 15 37 0,-4 16-169 15,0 1-101 1,3 11-66-16,1 20 108 0,8 4-15 16,3 6-73-16,10-1-31 15,4-4-35-15,4-10-28 16,-2-8-37-16,0-8-42 16,-2-10-72-16,-8-2-155 15,-8-15-575-15</inkml:trace>
  <inkml:trace contextRef="#ctx0" brushRef="#br0" timeOffset="82655.47">11923 8089 1765 0,'0'0'282'0,"0"0"-166"16,16 118 45-16,-16-58-26 15,0 5-31-15,-9 1-25 0,-11 0-27 16,-2-4-40-16,-1-4-12 15,7-6-80-15,12-6-79 16,4-16-133-16,0-16-345 0</inkml:trace>
  <inkml:trace contextRef="#ctx0" brushRef="#br0" timeOffset="82925.39">12407 8323 1590 0,'0'0'501'0,"0"0"-349"16,0 0 49-16,0 0-70 15,0 0-61-15,136 14-37 16,-91-7-29-16,-3 3-4 16,-5 4-121-16,-12-1-123 15,-14-4-434-15</inkml:trace>
  <inkml:trace contextRef="#ctx0" brushRef="#br0" timeOffset="83053.15">12351 8572 1837 0,'0'0'522'0,"0"0"-457"16,0 0-53-16,141 4-12 16,-55-4-52-16,-12-6-80 15,-11-6-374-15</inkml:trace>
  <inkml:trace contextRef="#ctx0" brushRef="#br0" timeOffset="86971.29">13751 7536 804 0,'0'0'0'15,"0"0"84"-15,0 0 608 16,0 0-398-16,0 0-41 16,0 0-73-16,0 0-66 15,44-72-15-15,-46 66-21 16,-13 5-65-16,-10 1 6 15,-10 1-19-15,-7 24 0 0,-8 13 1 16,-1 13 24-16,2 8 12 16,9 4-8-16,8-1-14 15,13-6-2-15,7-5 7 16,12-11-4 0,0-11-16-16,23-8 0 0,12-13-1 15,10-8-31-15,4 0-59 16,0-18-39-16,-5-11-41 15,-8-4-2-15,-9-2-9 16,-9 5 31-16,-12 9 150 16,-6 8 1-16,0 12 91 15,-10 1-21-15,-13 7-32 16,-2 15 59-16,6 1 17 16,5 2-48-16,8-2 1 15,6-7-24-15,0-2-25 0,13-9 22 16,11-5-27-1,10 0-13-15,1-8-22 0,2-14-35 16,-6-4 25-16,-10-4-46 16,-5-4-21-16,-11-1-5 15,-5 3 52-15,0 3 52 16,-23 7 2-16,-4 8 62 16,-6 10-33-16,2 4-7 15,2 0 13-15,9 11 34 16,6 7-15-16,12-4-1 15,2 3-12-15,9-5-15 16,22-6-1-16,10-6-27 16,7 0-40-16,2-10 1 0,-3-12-10 15,-7-7 2 1,-9-3-18-16,-6-2-31 0,-10 1-1 16,-3 3 54-16,-6 3 43 15,-4 9 93-15,-2 8 14 16,0 7-19-16,0 3-72 15,0 2-16-15,0 23 0 16,0 15 24-16,0 13 19 16,0 5 19-16,0 6-46 15,0-3 2-15,-4-5-18 16,-3-8-5-16,-2-9-56 16,-2-4-66-16,0-13-169 15,2-12-334-15</inkml:trace>
  <inkml:trace contextRef="#ctx0" brushRef="#br0" timeOffset="87205.05">14226 7624 652 0,'0'0'1157'0,"0"0"-958"16,0 0-95-16,0 0 34 15,0 0-18-15,22 105 17 16,-33-62-43-16,-9 1 2 15,0-2-54-15,2-3-33 16,5-11-7-16,4-8-4 0,6-11 2 16,3-6-59-16,0-3-55 15,14-4-6-15,17-50-36 16,-4 1-415-16,-3-3-616 0</inkml:trace>
  <inkml:trace contextRef="#ctx0" brushRef="#br0" timeOffset="87307.2">14226 7624 781 0,'53'30'915'0,"-53"-22"-683"15,-4 19-138-15,-7 6 16 16,5 6-39-16,6 2-14 16,0-1-57-16,44-4-23 15,3-11-217-15,1-12-326 0</inkml:trace>
  <inkml:trace contextRef="#ctx0" brushRef="#br0" timeOffset="87624.3">14779 7916 952 0,'0'0'718'15,"0"0"-541"-15,0 0-123 16,0 0-39-16,0 0 5 16,0 0-1-16,0 0 6 15,54 0-25-15,-41-2-42 0,-5-4 29 16,-6 1 13-16,-2-1 16 16,0 4 14-16,-13 2-30 15,-7 0-30 1,-4 5-3-16,4 11-68 0,4-1-211 0</inkml:trace>
  <inkml:trace contextRef="#ctx0" brushRef="#br0" timeOffset="88502.77">15097 7636 1273 0,'0'0'404'0,"0"0"-271"16,0 0-45-16,0 0-50 16,0 0 15-16,0 0 54 15,0 0-19-15,52-53-10 16,-30 53-44-16,1 0 15 16,-4 11 6-16,4 15-2 15,-8 10-4-15,-3 6 20 16,-8 6-24-16,-4 2 8 15,0 0-8-15,-4-4-27 16,-12-3 13-16,1-9-16 16,1-6-8-16,3-8 17 15,2-6-23-15,5-6 8 0,4-4-4 16,0-4-4-16,2-4-2 16,22-24-9-16,9-18-108 15,6-19-114 1,3-7-21-16,-7-2-36 0,-8 11 194 15,-11 17 95-15,-12 19 216 16,-4 19-36-16,-2 8-109 16,-20 8-21-16,-3 22 20 15,0 12 34-15,10 6-4 16,9 7-44-16,6-4-26 16,8-3-29-16,24-5-1 15,7-9-23-15,9-10-153 16,25-10-94-16,-9-8-109 15,-8-6-948-15</inkml:trace>
  <inkml:trace contextRef="#ctx0" brushRef="#br0" timeOffset="88804.81">15987 7812 810 0,'0'0'1075'0,"0"0"-741"15,0 0-174-15,0 0 35 16,0 0-52-16,0 0-61 15,0 0-44-15,167 2-37 16,-105-2-2-16,1 0-20 16,9-10-108-16,-20 2-236 15,-11 0-808-15</inkml:trace>
  <inkml:trace contextRef="#ctx0" brushRef="#br0" timeOffset="93156.7">17195 7361 789 0,'0'0'318'16,"0"0"-186"-16,0 0-80 16,0 0-34-16,0 0 16 15,0 0 37-15,0 0 43 16,7-4-20-16,-2 1-27 16,-3 2-7-16,-2-1 22 15,2 0 28-15,-2 2-17 16,0 0-25-16,0 0-16 15,0 0-13-15,0 0-24 16,0-2 4-16,0 2 5 0,-2-2-24 16,-14-1 9-16,-2 1-9 15,-6 2 0-15,-5 0 0 16,-3 2 11-16,-3 16-11 16,2 8 19-16,-3 3-6 15,5 5 35-15,4 2 2 16,5 0-10-16,5-4 14 15,9-3-25-15,1-3 11 16,3-6-1-16,2-3-14 16,2-2 1-16,0-4-1 15,0 0-19-15,0-4 10 0,0-2-16 16,0-3 9-16,0-2 3 16,0 2-12-16,0 0 8 15,8 1-7-15,8 6 17 16,4-1 1-16,3 4-18 15,1 0-1-15,0 0 4 16,-4 0-4-16,-4 2-1 16,-5 2 1-16,-4 0 0 15,-7 3 3-15,0 2 4 16,-5 2-5-16,-21-1 11 16,-10 0 7-16,-6 0 5 15,-5-7-23-15,5-2 14 16,1-5-11-16,10-6-5 15,9-2-18-15,8 0-38 0,14-14-67 16,9-13-2-16,16 0-693 16</inkml:trace>
  <inkml:trace contextRef="#ctx0" brushRef="#br0" timeOffset="93360.23">17315 7592 740 0,'0'0'1034'0,"0"0"-798"15,0 0-176-15,0 0-59 16,0 0 82-16,0 0 21 16,-19 111 18-16,5-70-33 15,3-3-59-15,2-6-19 16,2-6-11-16,5-6 0 16,2-8-58-16,0-3-69 0,0-9-145 15,0-3-334 1,0-15 260-16</inkml:trace>
  <inkml:trace contextRef="#ctx0" brushRef="#br0" timeOffset="93756.93">17476 7552 1149 0,'0'0'150'16,"0"0"-41"-16,0 0 35 15,18 116 60-15,-18-76 16 16,0 1 1-16,0-2-62 15,0-3-63-15,-3-4-37 16,1-6-41-16,2-5-1 0,0-10-4 16,0-2-13-16,0-7 0 15,0-2-1-15,0 0-21 16,0 0 8-16,5-7-9 16,13-16-22-16,9-9-220 15,6-7-46-15,3 1 188 16,-1 8 91-16,-6 12 32 15,-6 9 73-15,-8 9 10 16,-1 0 30-16,-8 20 22 16,-4 5-1-16,-2 9-29 15,0 4 23-15,-6 2-70 16,-10-1-3-16,3-6-22 16,0-2-21-16,1-7-5 0,3-6-7 15,3-4-67-15,-1-4-64 16,2-10-154-16,1-2-252 15,2-16-383-15</inkml:trace>
  <inkml:trace contextRef="#ctx0" brushRef="#br0" timeOffset="94012.09">17906 7599 548 0,'0'0'812'0,"0"0"-591"15,0 0-49-15,0 0 14 16,0 0 22-16,0 0-35 0,105 121-44 16,-105-75-18-1,0 0-51-15,-13-2-9 0,-3-5-28 16,1-9-5-16,1-8-9 16,5-8-9-16,5-8-8 15,4-2-10-15,0-4-60 16,0 0 16-16,16-57 0 15,8 1-417-15,-2-4-396 0</inkml:trace>
  <inkml:trace contextRef="#ctx0" brushRef="#br0" timeOffset="94140.67">17906 7599 1405 0,'136'69'491'0,"-136"-69"-413"16,0 21 25-16,-7 4 103 16,1 10-46-16,4 2-68 15,2 1-25-15,0-2-67 16,8-4-44-16,15-6-100 15,13-9-69-15,-5-7-104 0,-4-6-799 16</inkml:trace>
  <inkml:trace contextRef="#ctx0" brushRef="#br0" timeOffset="94539.21">18374 7900 818 0,'0'0'640'0,"0"0"-413"15,0 0-129-15,0 0-6 16,0 0-2-16,0 0-4 16,0 0 13-16,4 11-43 15,4-6-21-15,-2-3-4 16,-1 1-3-16,-3-3 0 16,-2 0 26-16,0 0-2 15,0-5-38-15,0-4-5 0,0 1-9 16,0-1 17-16,0 7-17 15,0 2-25-15,-2 0-113 16,-7 7-192-16,3 5 25 16,0-3-897-16</inkml:trace>
  <inkml:trace contextRef="#ctx0" brushRef="#br0" timeOffset="95952.17">18650 7881 948 0,'0'0'936'15,"0"0"-597"-15,0 0-174 16,0 0 17-16,0 0-27 16,0 0-77-16,0 0-48 15,126-129-30-15,-80 75 0 16,2-2 1-16,-8-4-1 0,-5 3 1 16,-10 7 14-1,-8 10-9-15,-5 14 20 0,-8 10 2 16,-4 9-7-16,0 7-21 15,0 0-11-15,0 27-26 16,-16 17-26-16,-3 23 63 16,-4 13-12-16,0 12-1 15,0 2-83-15,-14 20-128 16,6-24-243-16,2-20-753 0</inkml:trace>
  <inkml:trace contextRef="#ctx0" brushRef="#br0" timeOffset="96971.4">13533 8453 667 0,'0'0'771'16,"0"0"-556"-16,0 0-165 16,0 0 8-16,0 0 56 15,133-21 53-15,-95 13-6 16,9 4-64-16,7 0-29 16,10 2-23-16,7 0 1 0,10 2-2 15,4 0-32 1,2 0 8-16,4 0-14 15,5 0-5-15,2 0 24 16,2 0-7-16,3 2-9 0,18 2 15 16,16 2-22-16,-12 0 7 15,-11-3-9-15,-16 3 0 16,-18-5 0-16,14 0-4 16,10-1 4-16,1 0 1 15,-5 0-1-15,0 0 0 16,4 0 2-16,-2 0 4 15,3 0 10-15,-1 0-16 16,4 0 0-16,-2 0 8 16,-2 7-7-16,-4-2-2 0,-5 4 2 15,-1 1-1-15,-5 0 0 16,0 0-2-16,0 2 2 16,1 0 1-16,1-2-1 15,3 0 8-15,-1-1-8 16,3-2-1-16,-5-1 1 15,3 0-5-15,-3-4 5 16,-2 2 9-16,-2 0-8 16,-4 0-2-16,-5 0-9 15,-6 0 9-15,-6 2-4 16,-8-2-56-16,-6 1-35 16,1-2-37-16,-12-1-143 15,-18-2-344-15</inkml:trace>
  <inkml:trace contextRef="#ctx0" brushRef="#br0" timeOffset="97652.86">16194 8947 1458 0,'0'0'565'16,"0"0"-442"-16,0 0-76 15,0 0-8-15,0 0 54 16,0 0 48-16,0 0-33 16,138-94-54-16,-106 90-48 15,-5 4 6-15,-3 0 4 16,-4 6-16-16,-6 13 10 15,-6 8 14-15,-6 4-11 16,-2 1 14-16,0 1-18 0,-6-1 14 16,-7-1 2-16,1-8-24 15,4-5 0-15,3-4 0 16,1-5 0-16,2-5-1 16,2-1-26-16,0-3-6 15,0 0-1-15,13-17-22 16,14-15-82-16,4-14-352 15,2-5-6-15,-4 3 222 16,-8 12 273-16,-13 12 381 16,-8 14-83-16,0 10-219 15,-16 0-50-15,-8 19 80 0,0 10 55 16,1 5-19 0,10 7-33-16,8 1-36 0,5-1-3 15,18-3-48-15,22-5-10 16,16-8-15-16,10-8-16 15,11-9-35-15,23-8-82 16,-22 0-154-16,-13 0-328 0</inkml:trace>
  <inkml:trace contextRef="#ctx0" brushRef="#br0" timeOffset="101043.46">2008 10196 1077 0,'0'0'644'16,"0"0"-438"-16,0 0 50 16,0 0 34-16,0 0-58 15,0 0-83-15,0 0-26 16,0 0-65-16,0 0-12 16,4 0-29-16,19 0 5 15,16 0-10-15,13-2-11 16,8 1-1-16,5 1-1 15,-1 0-52-15,1 0-20 16,-5 5-49-16,-2 16-98 16,-13-4-245-16,-16-2-546 0</inkml:trace>
  <inkml:trace contextRef="#ctx0" brushRef="#br0" timeOffset="101252.83">2068 10351 1920 0,'0'0'572'15,"0"0"-458"-15,0 0-41 16,0 0-34-16,0 0-30 16,0 0-9-16,166-30 0 15,-106 28-1-15,-3 2-72 0,19-5-110 16,-16 0-119-1,-10-5-481-15</inkml:trace>
  <inkml:trace contextRef="#ctx0" brushRef="#br0" timeOffset="101424.31">2813 10080 1485 0,'0'0'348'0,"0"0"-255"16,0 0-24-16,36 128-5 15,-36-69 21-15,-17 5-17 16,-18 4-24-16,-11 2-44 16,-33 11-118-16,13-17-242 0,7-14-776 15</inkml:trace>
  <inkml:trace contextRef="#ctx0" brushRef="#br0" timeOffset="102278.02">3493 10301 1633 0,'0'0'716'0,"0"0"-592"15,0 0-94-15,0 0-14 16,0 0 2-16,129-52 16 16,-80 24-11-16,3-4-13 15,0-5-10-15,-2-2-91 0,-8-5 14 16,-9 3-12-16,-13 1-68 15,-13 5 29-15,-7 8 99 16,0 5 29-16,-2 10 10 16,-9 6-10-16,0 6-13 15,2 2-6-15,2 26 19 16,3 16 50-16,2 16 48 16,2 16 25-16,0 9-6 15,-3 4-3-15,-1 1-35 16,-8-6-33-16,-3-13-28 15,-3-6 2-15,-7-14-19 16,-4-5 10-16,-4-9 9 16,-5-9-9-16,3-10-4 0,1-6 5 15,10-10-12 1,8-2 9-16,14-13-3 0,2-20-6 16,22-13-6-16,20-8-23 15,18-3 16-15,12-1-12 16,6 2-78-16,0 2-19 15,-7 4-16-15,5-9-66 16,-20 16-283-16,-16 4-336 0</inkml:trace>
  <inkml:trace contextRef="#ctx0" brushRef="#br0" timeOffset="102503.53">4411 9653 2009 0,'0'0'241'16,"0"0"-233"-16,0 0 1 16,-90 119 44-16,53-59 8 15,3 8-31-15,5 2-30 16,9 17-104-16,9-17-172 15,7-21-288-15</inkml:trace>
  <inkml:trace contextRef="#ctx0" brushRef="#br0" timeOffset="102812.39">4572 9895 1190 0,'0'0'790'0,"0"0"-721"16,0 0-47-16,0 0 65 15,-116 102 65-15,93-47 11 16,8 8-39-16,8 0-60 15,7 2-26-15,0-6-23 16,16-4-4-16,13-11-11 0,6-8-16 16,5-12-57-16,20-12-112 15,-10-9-127-15,-8-3-468 0</inkml:trace>
  <inkml:trace contextRef="#ctx0" brushRef="#br0" timeOffset="103070.36">4928 10074 1998 0,'0'0'322'0,"0"0"-304"15,0 0-18-15,0 0-2 0,0 0 2 16,0 0 115 0,0 0-17-16,-13 136-22 0,6-83-25 15,0-2-16-15,3-2-29 16,1-9 15-16,3-4-13 15,0-8-8-15,0-7-5 16,0-7-28-16,3-9-34 16,4-5-41-16,4 0 5 15,9-46 1-15,0-2-478 16,0-8-491-16</inkml:trace>
  <inkml:trace contextRef="#ctx0" brushRef="#br0" timeOffset="103250.57">5091 10066 1908 0,'0'0'525'0,"0"0"-495"16,0 0-30-16,0 0 0 16,0 0 33-16,0 0 50 15,-4 130 27-15,-4-75-71 0,2-4-24 16,-1 2-9-16,-1-7-2 16,0-8-4-16,4-4-26 15,-5-10-55-15,-11-8-105 16,3-7-163-16,-6-9-351 0</inkml:trace>
  <inkml:trace contextRef="#ctx0" brushRef="#br0" timeOffset="103412.5">4743 10024 867 0,'0'0'1489'15,"0"0"-1241"-15,0 0-172 0,125-32-67 16,-76 25 5-1,5 7-13-15,4-3-2 0,2 3-29 16,15-4-161-16,-17 0-288 16,-10-5-411-16</inkml:trace>
  <inkml:trace contextRef="#ctx0" brushRef="#br0" timeOffset="103604.33">5434 9907 2068 0,'0'0'251'0,"0"0"-186"0,54 136-47 16,-41-66 15 0,-11 7 65-16,-2 1-5 0,-17-1-15 15,-17-4-47-15,-6-3-23 16,-2-10-8-16,2-11-67 16,9-4-96-16,8-15-146 15,13-13-436-15</inkml:trace>
  <inkml:trace contextRef="#ctx0" brushRef="#br0" timeOffset="103930.23">5862 10453 1362 0,'0'0'850'16,"0"0"-642"-16,0 0-96 15,0 0 17-15,0 0-51 16,0 0-37-16,0 0 13 15,139 0-40-15,-93 0-9 16,-1 2-5-16,-5 4 0 16,-9 2-30-16,-22 4-222 15,-9-3-343-15,0 3-1207 0</inkml:trace>
  <inkml:trace contextRef="#ctx0" brushRef="#br0" timeOffset="104067.5">5889 10655 2184 0,'0'0'569'0,"0"0"-489"16,0 0-56-16,0 0-15 16,156 2-9-16,-100-2-10 15,17 0-50-15,-13-5-448 16,-13-5-1482-16</inkml:trace>
  <inkml:trace contextRef="#ctx0" brushRef="#br0" timeOffset="107441.89">7004 10050 924 0,'0'0'1136'16,"0"0"-822"-16,0 0-171 15,0 0 19-15,0 0-29 0,0 0-60 16,0 0 0-1,151-16-31-15,-104 16-23 0,2 0-18 16,5 6-1-16,1 4 0 16,3 2-66-16,9 0-134 15,-16-2-333-15,-10-5-1175 0</inkml:trace>
  <inkml:trace contextRef="#ctx0" brushRef="#br0" timeOffset="107728.97">7733 10144 2063 0,'0'0'313'15,"0"0"-290"-15,0 0-22 16,0 0 12-16,75-113-13 0,-50 70 0 16,-3-1-30-1,-2 2-189-15,-2 0 70 0,-2 1 97 16,-3 9 48-1,-2 6 4-15,-4 8 113 0,-3 10 93 16,-4 8-71-16,3 0-135 16,-3 14 10-16,0 21 26 15,0 13 34-15,-3 13 7 16,-13 10-41-16,-1 5-21 16,-5 4-15-16,-3 19-87 15,4-24-137-15,9-16-466 0</inkml:trace>
  <inkml:trace contextRef="#ctx0" brushRef="#br0" timeOffset="108391.23">8232 10198 899 0,'0'0'1213'0,"0"0"-1019"0,0 0-193 15,0 0 32-15,0 0 77 16,0 0-22-16,0 0-26 15,47-8-62-15,-28-1-7 16,-3-1 6-16,-3-1 1 16,-5 5 1-16,-8 1-1 15,0-2 2-15,-8 3 36 16,-9 2-38-16,-3 2-34 0,1 0 0 16,4 0 33-16,7 14 0 15,3 0-17 1,5 4-19-16,0-2-3 15,18-4-66-15,0-3-167 16,-1-9-572-16</inkml:trace>
  <inkml:trace contextRef="#ctx0" brushRef="#br0" timeOffset="112152.14">8792 9811 1209 0,'0'0'210'15,"0"0"-180"-15,0 0-30 16,0 0 2-16,0 0 91 0,0 0 217 15,0 0-128-15,13 0-110 16,-13 0-4-16,0 0-3 16,2 10-30-16,0 11 2 15,0 5 58-15,0 8-4 16,0 3-51-16,-2-2 10 16,4 2-16-16,-4-5-19 15,0-6 0-15,2 1-15 16,0-5 1-16,2-4-1 15,3-2-84-15,11-12-84 16,-1-4-153-16,1 0-416 0</inkml:trace>
  <inkml:trace contextRef="#ctx0" brushRef="#br0" timeOffset="112354.5">9119 9796 1415 0,'0'0'189'16,"0"0"9"-16,0 0-3 16,-20 130-34-16,8-86-48 15,6 2-29-15,-1-2-44 16,5 0-34-16,0-6-6 16,0-4-49-16,2-3-100 15,0-12-209-15,0-9-450 0</inkml:trace>
  <inkml:trace contextRef="#ctx0" brushRef="#br0" timeOffset="112747.54">8520 9668 1617 0,'0'0'735'0,"0"0"-508"16,0 0-61-16,0 0-60 15,0 0-59-15,175-21-33 16,-84 17-7-16,13 4-6 16,0 0-1-16,-19 0-7 15,6 0-48-15,9 4-185 16,-24 5-342-16,-15-6-1146 0</inkml:trace>
  <inkml:trace contextRef="#ctx0" brushRef="#br0" timeOffset="113367.7">9676 10082 947 0,'0'0'391'16,"0"0"-149"-16,0 0-28 16,0 0 28-16,0 0-18 15,0 0-94-15,0 0-11 16,0 0-18-16,0 0-44 15,0 0 19-15,0 0 0 16,3 0-31-16,-1 0 2 16,0 0-15-16,7 0-1 15,9 0-4-15,9 0-27 16,10 0 0-16,7 2 0 16,4 3 0-16,3-2 0 0,-2 1-27 15,4 4-71 1,-13-2-198-16,-11-1-450 0</inkml:trace>
  <inkml:trace contextRef="#ctx0" brushRef="#br0" timeOffset="117416.43">10796 9787 157 0,'0'0'722'0,"0"0"-571"15,0 0-151 1,0 0-6-16,0 0 6 0,0 0 35 16,0 0 199-16,-8 0-82 15,8 0-96-15,-2 0 51 16,0 0 30-16,0 0-20 16,-3 0-5-16,1-1-35 15,0-1-28-15,-6 2-20 16,2 0-17-16,-3 0-12 15,-5 0 0-15,-2 7 2 16,-2 8 4-16,-5 2 39 16,1 6 0-16,0 3 9 15,1 0 12-15,3 2 8 16,5-1-33-16,1 5 13 16,5-3-39-16,3 3 14 0,6-2-12 15,0 2 11-15,0-4 3 16,17-2 2-16,12-2-9 15,4-3 6-15,10-7-6 16,2-4-6-16,6-6-2 16,3-4-15-16,4 0 8 15,0-14-9-15,-1-11-6 16,-3-5 6-16,-7-5-56 16,-14-6-32-16,-10-3-16 15,-12-3-6-15,-11 1 40 16,0 3 25-16,-19 2 34 15,-10 5 10-15,-6 10 1 0,-5 6-20 16,-18 12-95 0,9 4-168-16,7 4-359 0</inkml:trace>
  <inkml:trace contextRef="#ctx0" brushRef="#br0" timeOffset="119342.93">7233 10629 768 0,'0'0'515'0,"0"0"-346"0,0 0-47 15,0 0 41-15,0 0 52 16,0 0-15-16,0 0-66 16,0 0-36-16,2 0-15 15,0 0-22-15,6 0-8 16,2 0-30-16,9 0-13 16,6 0 5-16,10-1-15 15,9-1 0-15,5 0 5 16,12 0-4-16,3-1-1 15,7 2 0-15,5-2 1 16,2 3 1-16,0 0-2 16,0 0 0-16,0 0 0 15,0 0-4-15,4 0 3 16,1 0 1-16,0 4-16 0,-1 1 3 16,-2-1-13-16,-1-1 16 15,-4 2 8-15,-4-1-4 16,1-2 6-16,-5-1-15 15,1 1 14-15,1 1 1 16,3-1-28-16,-3-2-6 16,0 2 16-16,-4 0-6 15,-2-1 24-15,1-1-12 16,1 2 12-16,2 1 4 16,4-1-4-16,3-2 0 15,1 0-1-15,3 0 1 16,0 0 5-16,-4 0-4 15,-1 0 7-15,-5 0 16 0,-4 0-24 16,-3 0 0 0,-3 2-1-16,-6 2 1 0,0 0-2 15,-1 0 2-15,0 0 0 16,3 0 13-16,0-2-12 16,1 1 12-16,6 2 3 15,1-3 0-15,5 0 2 16,1 1-18-16,4-1 6 15,-1 1-6-15,0-1 0 16,-1 0 0-16,-5 0 12 16,-3 0-12-16,-4-2 16 15,-7 0-16-15,-6 1 0 0,-7-1 0 16,-12 0-37-16,-15 0-51 16,-7 0-119-16,-4 0-457 15</inkml:trace>
  <inkml:trace contextRef="#ctx0" brushRef="#br0" timeOffset="120108.23">9155 11097 1094 0,'0'0'342'16,"0"0"-154"-16,0 0-34 16,0 0-15-16,0 0 42 15,0 0-46-15,0 0-24 0,22-60-16 16,-20 55-4-16,0 3-5 16,-2 2-31-16,0 0-28 15,0 0-12-15,0 0-8 16,0 0-7-16,0 0-10 15,0 17-12-15,0 7 21 16,-4 6 1-16,-3 5 10 16,3 4-2-16,2-3 1 15,0-4 1-15,2 0-9 16,0-3-2-16,0-5-14 0,0-2-83 16,2-7-82-16,11-4-97 15,1-8-298-15,1-3-812 0</inkml:trace>
  <inkml:trace contextRef="#ctx0" brushRef="#br0" timeOffset="120389.02">9413 11015 897 0,'0'0'300'0,"0"0"-5"16,0 0-72-16,0 0-8 0,-2 128-60 15,2-91-13-15,-2-2-52 16,2-1-41-16,-2 1-24 16,2-4-24-16,0-3 11 15,0-3-12-15,0-5-56 16,0-4-88-16,0-4-144 15,4-6-296-15,0-6-720 0</inkml:trace>
  <inkml:trace contextRef="#ctx0" brushRef="#br0" timeOffset="120740.15">8912 10955 1728 0,'0'0'531'0,"0"0"-378"16,0 0 19-16,0 0-21 16,0 0-83-16,0 0-29 15,160-46-4-15,-87 43-25 0,12 1-9 16,2 2 1-16,3 0 4 16,-1 0-6-16,-2 0-70 15,19 0-130-15,-23 2-286 16,-14-2-896-16</inkml:trace>
  <inkml:trace contextRef="#ctx0" brushRef="#br0" timeOffset="121424.22">12171 10642 1083 0,'0'0'1182'0,"0"0"-833"16,0 0-203-16,0 0-63 15,0 0-25-15,0 0-41 16,137-9-5-16,-79 9-6 15,3 0-6-15,-1 10-1 16,-6 4-25-16,-7 3-57 16,-12 9-148-16,-12-5-245 15,-19-4-377-15</inkml:trace>
  <inkml:trace contextRef="#ctx0" brushRef="#br0" timeOffset="121590.14">12129 10930 1448 0,'0'0'697'0,"0"0"-509"16,0 0-87-16,0 0 52 16,144 0-45-16,-76 0-64 15,7 0-44-15,1 0-12 16,-3 0-100-16,19 5-80 16,-21-1-312-16,-13 0-711 0</inkml:trace>
  <inkml:trace contextRef="#ctx0" brushRef="#br0" timeOffset="122333.17">13221 10767 1101 0,'0'0'725'0,"0"0"-454"15,0 0-103-15,0 0 59 16,0 0 15-16,0 0-73 15,0 0-79-15,71-3-53 16,-31 0-7-16,11 3-24 16,3 0 0-16,4 0-6 15,2 0-45-15,3 7-37 16,21-3-115-16,-14-4-184 16,-8 0-645-16</inkml:trace>
  <inkml:trace contextRef="#ctx0" brushRef="#br0" timeOffset="127692.45">16899 8627 1015 0,'0'0'499'0,"0"0"-412"16,0 0-62-16,0 0 48 15,0 0 54-15,0 0 0 16,0 0-42-16,22-53-69 15,0 41-9-15,3 0 27 16,4 0 21-16,0 5 29 16,0-2-25-16,0 7 12 15,-2 2 2-15,-3 0-27 16,-8 4-14-16,-10 15-17 16,-6 4 0-16,-4 12 10 15,-27 0 4-15,-14 5 51 16,-6-1 11-16,4-7-52 0,9-9-12 15,15-11-26-15,15-3 14 16,8-1-15-16,6-2-55 16,30 3-39-16,15 0 43 15,34-4-148-15,-9-2-177 16,-9-3-402-16</inkml:trace>
  <inkml:trace contextRef="#ctx0" brushRef="#br0" timeOffset="129456.59">9855 10906 831 0,'0'0'230'0,"0"0"-181"15,0 0 45-15,0 0 99 16,0 0 36-16,0 0-52 16,0 0-22-16,11-43-25 15,-7 34-4-15,-2 3 8 16,3 0-29-16,-3 4-29 15,1-2-25-15,1 0-11 16,5 2-6-16,4-2-26 16,5 0-2-16,9 1-6 15,0 3 2-15,2 0 8 16,-6 0-8-16,-6 9 11 0,-9 5-3 16,-8 4 1-1,0 7 22-15,-27 4 2 0,-10 5 16 16,-5 1-4-16,1-7-24 15,8-9-6-15,15-5-7 16,14-3-10 0,4-5-24-16,33 0-26 0,23 0 39 15,17-4-1-15,14-2-161 16,42 0-136-16,-21-8-160 16,-17-7-52-16</inkml:trace>
  <inkml:trace contextRef="#ctx0" brushRef="#br0" timeOffset="144297.41">14563 10485 514 0,'0'0'265'0,"0"0"613"16,0 0-729-16,0 0-79 15,0 0 43-15,0 0 8 16,31-14 19-16,-27 4-64 16,3-2-38-16,-1-2 115 15,2-3-130-15,-2-2 17 16,1-1 25-16,-1 1-57 16,4-6 41-16,1-3-49 15,4-6 0-15,1-4-28 0,2-8 28 16,1-7-30-16,2-3 15 15,-4-2 7-15,-1-2-14 16,-5 0 22-16,-4 5 0 16,0 9 9-16,-5 10 3 15,0 11 16-15,-2 8 65 16,0 11-69-16,0 6 4 16,0 4-28-16,0 27 0 15,-6 18-18-15,-8 18 18 16,-1 15 0-16,1 8-1 15,1 5 23-15,1-4-44 0,3-3 4 16,1-11-154 0,-6 5 22-16,1-20-358 0,2-17-463 15</inkml:trace>
  <inkml:trace contextRef="#ctx0" brushRef="#br0" timeOffset="144574.34">14090 10738 1809 0,'0'0'483'0,"0"0"-362"15,141 0-101-15,-17-3-10 16,34-10 116-16,10 1-118 16,-10 0 10-16,-35 3-2 15,-41 9-16-15,8 0-18 16,-30 0-169-16,-10 0-492 0</inkml:trace>
  <inkml:trace contextRef="#ctx0" brushRef="#br0" timeOffset="144951.41">14503 11017 674 0,'0'0'1012'15,"0"0"-626"-15,0 0-194 16,0 0-75-16,0 0 65 16,0 0-174-16,0 0-7 15,10-24 2-15,-14 49 26 16,-12 16 24-16,-6 7-5 0,2 8-29 15,0-2 22-15,7-4-41 16,6-3-8-16,7-6 2 16,0-3-67-16,0-5-37 15,15-11-102-15,14-22-66 16,-2 0 16-16,-2-9-539 16</inkml:trace>
  <inkml:trace contextRef="#ctx0" brushRef="#br0" timeOffset="145147.69">14723 11047 1465 0,'0'0'596'15,"0"0"-596"-15,0 0 46 0,0 0-15 16,0 0 15-16,-15 142 41 16,7-96 12-16,2 6-80 15,0-2 35-15,1 1-54 16,-2-2-60-16,0-4 53 15,-3-5-289-15,3-14-240 16,-3-12-403-16</inkml:trace>
  <inkml:trace contextRef="#ctx0" brushRef="#br0" timeOffset="145346.07">14117 11122 687 0,'0'0'1737'16,"0"0"-1432"-16,0 0-212 16,162-17-93-16,-28 11 0 15,35 3 16-15,8 3-16 16,-30 0-10-16,-16 0 2 16,-50 0-279-16,-25-7-345 0</inkml:trace>
  <inkml:trace contextRef="#ctx0" brushRef="#br0" timeOffset="149190.54">1430 12160 522 0,'0'0'1128'16,"0"0"-936"-16,0 0-116 15,0 0 82-15,0 0-98 0,0 0 16 16,-4-60 51-16,4 52-37 16,0 1 5-16,0 4 2 15,0 1-76 1,0 2 105-16,0 0-126 0,0 0 0 16,2 2-25-16,14 17 10 15,6 11-11-15,3 11 20 16,6 8 12-16,2 3 12 15,3 7-18-15,0-3 0 16,0-3 15-16,-5-4-6 16,0-4-9-16,-6-9 0 15,-4-6 21-15,-5-6-18 0,-3-8-3 16,-3-6-6 0,-6-6-22-16,-2-2 28 15,1-2 0-15,-3 0-2 0,2 0 16 16,-2 0 13-16,4-2-27 15,7-16 7-15,9-12-17 16,9-11 1-16,16-3-6 16,8-2 15-16,15 2-118 15,5 4 96-15,8 4-76 16,-2 6 46-16,0 6 50 16,-8 6 4-16,-13 6 13 15,-16 7-15-15,-10 5 22 16,-15 0-47-16,-13 12 25 0,-4 14 0 15,-10 13 46 1,-26 9 4-16,-11 8 16 0,-2 2-47 16,4-5 19-16,8-9-7 15,12-10-31-15,10-10 0 16,7-10-31-16,8-6 17 16,2-8-68-16,25 0 64 15,16-10-71-15,8-21-12 16,5-10-210-16,-5-12 43 15,-11 4 120-15,-13 5 148 16,-11 11 3-16,-12 17 276 16,-4 12-60-16,0 4-49 15,-4 4-167-15,-12 20 3 0,1 4 93 16,1 3-69 0,8-4 13-16,6 0-43 15,0-8 19-15,22-6-44 16,9-5 25-16,7-8-73 0,0 0 45 15,-3-10-144-15,-4-13 28 16,-8-1 24-16,-9 2 23 16,-6 7 97-16,-6 6 53 15,-2 8 11-15,0 1-28 16,0 8-5-16,0 13 3 16,0 4 69-16,7-1-57 15,7-6 62-15,5-4-108 16,4-7 0-16,6-7-11 15,2 0 11-15,0-9-7 16,-2-16-32-16,-6-4-98 0,-8-5 111 16,-3-7-74-16,-6 5-39 15,-2 9 138-15,-1 8 1 16,-3 19 95-16,0 0-95 16,0 38 30-16,0 35 136 15,-11 36-21-15,-7 24-22 16,-1-4 64-16,6-25-122 15,7-28 7-15,2-16-23 16,-2 8-31-16,-2 6 33 16,-1 5-51-16,0-15 0 15,-4-12-1-15,-3-11 1 16,-8-14 0-16,-10-5-1 16,-11-10 13-16,-3-6-40 15,1-6 28-15,7-4 0 0,11-22-15 16,17-14 15-16,12-15-19 15,3-10 18-15,25-9 2 16,11-5-3-16,5 1 2 16,3-1-68-16,-1 0-4 15,-10-30-145-15,-14 19-256 16,-17 10-345-16</inkml:trace>
  <inkml:trace contextRef="#ctx0" brushRef="#br0" timeOffset="149350.78">2255 12064 1413 0,'0'0'650'0,"0"0"-409"0,0 0-164 15,0 0 31-15,121-123-57 16,-59 100-29-16,6 14-44 16,11 23 13-16,-14 20-280 15,-20 12-420-15</inkml:trace>
  <inkml:trace contextRef="#ctx0" brushRef="#br0" timeOffset="149455.44">2454 13101 1704 0,'0'0'177'16,"0"0"-177"-16,0 0-219 16,0 0-588-16</inkml:trace>
  <inkml:trace contextRef="#ctx0" brushRef="#br0" timeOffset="150055.37">4300 12252 1213 0,'0'0'631'15,"0"0"-546"-15,0 0-5 16,0 0-80-16,0 0-20 16,0 0 20-16,4 104 89 15,-2-31 100-15,-2 13-72 16,3 6-31-16,-3-2 54 16,0-6-120-16,0-10-2 15,0-9-16-15,0-11 20 16,2-14-44-16,-2-11-7 15,0-10-98-15,0-11 83 16,0-8-80-16,0 0 50 16,-5-24 73-16,-17-68-269 15,1 3-475-15,4-6-7 0</inkml:trace>
  <inkml:trace contextRef="#ctx0" brushRef="#br0" timeOffset="150221.72">4360 12218 1205 0,'0'0'363'16,"0"0"-223"-16,125-9-75 15,-75 26 91-15,-9 17-93 16,-14 14 61-16,-18 7 12 16,-9 6-74-16,-11 5 18 15,-26 5-80-15,-7-1 16 16,-5-6-47-16,0-6-21 16,4-15-135-16,12-16-182 15,16-20-891-15</inkml:trace>
  <inkml:trace contextRef="#ctx0" brushRef="#br0" timeOffset="150470.73">5193 11918 72 0,'0'0'1919'16,"0"0"-1900"-16,0 0-19 15,-102 136 0-15,28-43 13 16,3 0 135-16,0 4-24 16,6-5 2-16,20-18-126 15,6 4 6-15,16-12-37 16,14-10 12-16,9-12-98 0,20-18-126 16,19-15-118-1,0-11-535-15</inkml:trace>
  <inkml:trace contextRef="#ctx0" brushRef="#br0" timeOffset="150686.27">5490 12010 1520 0,'0'0'681'16,"0"0"-645"-16,0 0-36 15,0 0-40-15,0 0 40 16,-20 153 179-16,15-86-121 15,5 3 38-15,0 1-18 0,0-6-64 16,11 0 10-16,3-9-24 16,-1-3-156-16,-7 2 61 15,-2-13-258-15,-4-16-438 0</inkml:trace>
  <inkml:trace contextRef="#ctx0" brushRef="#br0" timeOffset="150832.57">5093 12506 2286 0,'0'0'351'16,"0"0"-275"-16,0 0-52 15,127-46-24-15,-48 32-55 16,48 2-15-16,-17 2-82 0,-11 2-352 16</inkml:trace>
  <inkml:trace contextRef="#ctx0" brushRef="#br0" timeOffset="151813.11">6524 11833 1430 0,'0'0'217'16,"0"0"-112"-16,0 0-73 16,0 0-25-16,0 0-7 15,0 0 101-15,2 140 22 16,1-72 83-16,-3 5-114 16,0 4 8-16,0 2 21 15,0-1-80-15,0-2 10 16,0-8-51-16,0-5 16 15,0-13-16-15,0-8 0 16,0-12-41-16,0-7 6 16,0-2-110-16,4-9-14 0,0-12-98 15,-4 0-224-15,0-7-45 16</inkml:trace>
  <inkml:trace contextRef="#ctx0" brushRef="#br0" timeOffset="152827.29">6201 12390 1252 0,'0'0'287'0,"0"0"-126"15,0 0-74-15,0 0 87 16,0 0-113-16,0 0-60 16,0 0 20-16,153-97-14 15,-81 88-7-15,8 1 0 16,7 5 2-16,0 3 122 15,-4 0-51-15,-8 20 15 0,-15 5 56 16,-10 8-97-16,-17 11-4 16,-12 0-13-16,-11 2-15 15,-3-2 61-15,-7-4-76 16,0-8 0-16,0-6-18 16,0-11 18-16,0-3-25 15,2-9-50-15,-2-3-104 16,4 0 134-16,4-16-61 15,3-18-108-15,5-11-642 16,1 1 472-16,-1 6 384 16,-5 13 557-16,-3 13-78 15,-3 12-192-15,-2 0-212 16,1 7-39-16,3 14 115 0,3 0-81 16,11 5-4-1,4-3-36-15,8-5-9 0,5-6 10 16,-1-8-31-16,2-4-41 15,-8 0 9-15,-9-18-64 16,-11-9 35-16,-11-2-20 16,0-5-79-16,-14 3 153 15,-5 9 14-15,1 8 15 16,5 14 89-16,3 0-96 16,2 14 5-16,5 15 32 15,3 7-28-15,0 1 118 16,9-1-124-16,14-5-12 0,3-9 18 15,4-6-18-15,-4-6-8 16,-4-7 2-16,-2-3-52 16,-1 0 20-16,-4-5-19 15,1-15-26-15,1-5-6 16,1 0-116-16,3-1 45 16,-4 8 108-16,-1 11 46 15,-1 7 27-15,-4 13-21 16,-2 25 60-16,-6 18 101 15,-3 12-44-15,0 12-11 16,0 7 15-16,-3 0-98 16,1-4 122-16,2-7-122 15,0-8-21-15,0-11 31 0,5-12-38 16,1-9-1-16,3-13 0 16,-4-9-13-16,-3-10-29 15,0-4 42-15,-2-2 0 16,5-30-25-16,-1-19-106 15,7-33-34-15,11-35-4 16,9-28-154-16,5 12 18 16,-3 30 15-16,-6 40 290 15,-6 26 328-15,1 4 162 16,5 3-292-16,1 3-32 16,-1 16-143-16,0 8 81 15,-5 5-104-15,-3 5 6 16,-6 19 6-16,-9 8-4 15,-4 7-8-15,0 4 0 16,-15-2 3-16,-12-2-56 0,-6-7 5 16,-8-11-106-16,-8-9 49 15,-13-11-90-15,-52-7-11 16,12-18-160-16,1-5-206 0</inkml:trace>
  <inkml:trace contextRef="#ctx0" brushRef="#br0" timeOffset="152953.71">7137 12348 1332 0,'0'0'561'0,"0"0"-304"16,0 0 39-16,0 0-274 16,0 0-1-16,158-66-42 0,-111 66 19 15,-9 0-87 1,-7 0-62-16,-10-3-201 0,-8-12-202 0</inkml:trace>
  <inkml:trace contextRef="#ctx0" brushRef="#br0" timeOffset="153073.25">7505 11855 1868 0,'0'0'262'16,"0"0"-262"-16,0 0-38 15,-7 174 38-15,-15-49-2 16,0-17-206-16,6-19-321 0</inkml:trace>
  <inkml:trace contextRef="#ctx0" brushRef="#br0" timeOffset="153668">9008 11943 1558 0,'0'0'279'15,"0"0"-147"-15,0 0-132 16,0 0 0-16,0 118 16 16,0-43 64-16,-8 11 31 15,0 4-11-15,-1 0-98 16,3-3 95-16,-2-5-97 15,6-8 0-15,2-10-35 16,0-12 18-16,0-6-144 16,0-18-107-16,0-13-380 0</inkml:trace>
  <inkml:trace contextRef="#ctx0" brushRef="#br0" timeOffset="154845.46">8566 12453 895 0,'0'0'1006'16,"0"0"-842"-16,0 0-164 16,0 0-13-16,0 0 0 15,143-61-4-15,-68 52 17 16,31-2-18-16,27 2 18 16,30 4 0-16,-13 5 11 15,-35 0 3-15,-37 10 96 16,-36 14-60-16,-3 8-23 15,-10 12 77-15,-5 9-75 16,-17-1 33-16,-7 0 20 16,0-4-70-16,-3-6 59 0,-4-8-71 15,3-10 0-15,4-6-41 16,0-8 27-16,0-7-53 16,14-3 30-16,5-5-19 15,6-22 22-15,4-12-210 16,0-7-8-16,-6 1 96 15,-6 10 156-15,-11 12 271 16,-2 12 61-16,-4 9-240 16,0 2-68-16,0 2-24 15,0 16 0-15,0 4 57 16,0-1-37-16,8 2-7 16,7-3-13-16,6-6 12 15,3-8-49-15,3-6 22 16,0 0-68-16,-5-8 67 0,-2-13-109 15,-5-13-38-15,-1-1-58 16,-3 0 38-16,-1 6 183 16,-2 9 5-16,-3 13 128 15,1 7-52-15,0 0-60 16,4 14 14-16,1 5 15 16,3-3-49-16,-3-2 36 15,1-6-37-15,0-6 0 16,1-2 54-16,1 0-54 15,-1 0-24-15,-2-12-71 16,-2 4-71-16,0 8 144 16,0 0-19-16,-2 23 41 0,0 24 57 15,-5 17 82-15,-2 16 19 16,0 9 39-16,0 1-107 16,-9-1 52-16,-9-10-75 15,2-10-59-15,1-18 75 16,1-13-72-16,5-13-11 15,3-11 3-15,4-10 19 16,2-4 15-16,0-7-29 16,4-22-7-16,21-19-2 15,10-19-107-15,19-27-11 16,19-26 13-16,-4 8-36 16,-9 9 12-16,-13 21 6 15,-20 28 124-15,-4 6 89 16,-8 7 75-16,-13 24-34 15,-2 15-75-15,-4 2-55 0,-21 23 0 16,0 16-21-16,1 3 21 16,4 2 107-16,7-6-101 15,6-9 6-15,7-12-2 16,0-5 10-16,0-6 15 16,20-2-35-16,7-4 6 15,13 0-17-15,9 0 11 16,7-15-66-16,2-9 5 15,-1-5-37-15,-3 3 55 16,-7 6-23-16,-13 10 66 16,-10 10 48-16,-11 0-42 0,-6 10 21 15,-7 12 50 1,0 2-22-16,0 0 33 0,0-2-88 16,0-6 0-1,0-4-9-15,0-1 9 0,0-8-74 16,14 1 4-16,12-4-8 15,12 0-25-15,6 0-157 16,1 0-66-16,-5-4 185 16,-9 3 141-16,-6 1 20 15,-12 0 75-15,-3 9-60 16,-8 6-2-16,-2 3-33 16,-9 1-129-16,-16-5 36 0,1-3-309 15</inkml:trace>
  <inkml:trace contextRef="#ctx0" brushRef="#br0" timeOffset="155029.37">10220 12398 1940 0,'0'0'288'0,"0"0"-199"16,138-22-89-16,-73 17 0 15,-1-3-27-15,8-13-147 16,-16 1-103-16,-16-2-1360 0</inkml:trace>
  <inkml:trace contextRef="#ctx0" brushRef="#br0" timeOffset="155140.28">10809 12013 1699 0,'0'0'156'0,"-25"109"-156"15,-4-40-90-15,0 0-212 0</inkml:trace>
  <inkml:trace contextRef="#ctx0" brushRef="#br0" timeOffset="156295.07">12592 12308 1285 0,'0'0'488'16,"0"0"-370"-16,0 0-118 15,0 0-98-15,0 0 91 16,0 0-60-16,0 0 60 16,-18-90-12-16,-7 72 38 15,-4 4-6-15,-4 8 13 16,-7 6-25-16,-4 9 107 15,-8 32-40-15,1 17 41 0,5 12 50 16,5 6-86 0,14 1 30-16,12-7-29 0,15-9-72 15,0-8 126-15,20-9-128 16,20-10 0-16,14-10 27 16,10-12-27-16,9-12-16 15,8 0-76-15,6-30-64 16,2-14 64-16,0-8-159 15,-9-4 38-15,-13 4 83 16,-20 10 130-16,-24 17 143 16,-19 18 180-16,-4 7-248 15,-31 17 22-15,-14 20-48 16,-6 7 49-16,-3 2 25 0,7-4-62 16,9-3 2-1,12-12-63-15,8-8 24 0,11-7-30 16,7-9 6-16,0-1-64 15,5-2 40-15,21 0-12 16,10-5 24-16,6-20-107 16,0-5-83-16,1-6 89 15,-9 4-104-15,-10 8 217 16,-13 12 88-16,-7 12 34 16,-4 0-47-16,0 9-53 15,0 16 26-15,0 1 137 16,0 1-117-16,0-4-29 15,10-3 31-15,10-5-70 16,2-8 36-16,3-5-36 16,4-2 11-16,0-4-13 0,2-18 2 15,2-5-100-15,-4-4 35 16,-2 4 0-16,-7 4 63 16,-6 11 2-16,-6 8 0 15,-1 4-1-15,-3 5 1 16,1 18 0-16,-5 0 59 15,2 0-47-15,-2-3 24 16,3-5-36-16,1-7 13 16,5-3-34-16,7-5 21 15,7 0-33-15,16 0 24 16,5-4-103-16,8-8 12 16,1-2 50-16,-6 2 50 15,-4 8 10-15,-12 4 16 16,-10 0-20-16,-7 9 22 0,-12 10-18 15,-2 7-11-15,-2 2 1 16,-22-1-83-16,-24-2 63 16,9-6-314-16,-3-10-461 0</inkml:trace>
  <inkml:trace contextRef="#ctx0" brushRef="#br0" timeOffset="156489.99">12615 12364 1679 0,'0'0'391'0,"0"0"-228"0,0 0-7 15,164-24-125-15,-112 24-7 16,-6 0-24-16,-13 2 0 16,-12 7-18-16,-15-4-136 15,-6-5-211-15,-15 0-118 16,-7 0 109-16</inkml:trace>
  <inkml:trace contextRef="#ctx0" brushRef="#br0" timeOffset="156596.69">12989 12209 510 0,'0'0'1092'15,"0"0"-715"-15,162-9-211 16,-77 9-141-16,9 16 6 16,37 10-62-16,-24-4-132 15,-11-7-578-15</inkml:trace>
  <inkml:trace contextRef="#ctx0" brushRef="#br0" timeOffset="156876.29">14513 12055 1664 0,'0'0'522'16,"0"0"-330"-16,0 0-192 15,0 0-3-15,0 0 3 16,0 0 33-16,3 159 52 16,-10-94 23-16,3 2-63 0,2 1 8 15,-1 1-48-15,1-4 29 16,2 0-5-16,-2-5-29 16,-5-7-48-16,0-6-4 15,-6-13-161-15,-23-18-102 16,2-9-213-16,-1-7-970 0</inkml:trace>
  <inkml:trace contextRef="#ctx0" brushRef="#br0" timeOffset="157106">14115 12564 1640 0,'0'0'527'0,"0"0"-478"16,131-49-36-16,-53 31 21 15,11 4-25-15,7 6-9 16,-2 5 0-16,-12 3 17 15,-13 7 68-15,-19 17-32 0,-19 10 1 16,-16 4 59-16,-13 4-85 16,-2 2-4-16,-2-5-24 15,-13-1 22-15,1-11-32 16,3-8 10-16,3-4-85 16,0-10-27-16,8-10-125 15,0-19-36-15,0-10-558 0</inkml:trace>
  <inkml:trace contextRef="#ctx0" brushRef="#br0" timeOffset="157512.46">15047 12515 1942 0,'0'0'227'15,"0"0"-95"1,0 0-72-16,0 140 29 0,-5-92 63 16,-6-4-79-1,0-4-13-15,1-9-60 0,4-7 34 16,1-11-32-16,3-4-2 15,2-6-38-15,0-3 25 16,5 0-13-16,21-20 19 16,12-9-295-16,14-10-239 15,1 1 149-15,-2 4 149 16,-8 12 243-16,-14 10 483 16,-12 12-278-16,-7 0-7 15,-10 14-36-15,0 6-70 16,0 2 110-16,-8-2-128 0,0-4-44 15,1-6 20-15,5-1-50 16,2-9-1-16,4 3 0 16,28-1-24-16,19-2-15 15,16 0 40-15,8 0-156 16,4 0 114-16,-8 0-65 16,-13 0 17-16,-20 0 52 15,-16 7-4-15,-16 2 14 16,-6 2-82-16,-33-8-71 15,-7-1-30-15,-4-2-705 0</inkml:trace>
  <inkml:trace contextRef="#ctx0" brushRef="#br0" timeOffset="157671.04">14825 12222 1980 0,'0'0'312'0,"114"-6"-146"15,-31 6-165-15,29 2 8 16,25 20-9-16,24 2-98 16,-27-4 3-16,-28-8-783 0</inkml:trace>
  <inkml:trace contextRef="#ctx0" brushRef="#br0" timeOffset="158217.24">16488 11718 1401 0,'0'0'255'0,"0"0"-118"16,0 0-128-16,0 0 30 15,0 0 15-15,0 0 9 16,0 0 102-16,3 133-78 15,-19-80 12-15,-2 2-7 16,-4 3-63-16,-4 7 102 16,-5-1-91-16,-2 6-10 15,2-2 66-15,2-1-95 16,6 0 28-16,2-6 3 16,6-3-15-16,5-6 61 0,8-4-78 15,2-5 0 1,0-8 8-16,0-7-8 0,7-8 0 15,4-6 0-15,2-7 16 16,6-4-26-16,2-3 10 16,14-3 0-16,2-20-39 15,5-9 26-15,3-6-35 16,-7 1 6-16,-7 2 30 16,-8 12 12-16,-13 8 29 15,-5 9-29-15,-5 6 13 16,0 0-13-16,-5 18-11 15,-10 10-12-15,-5 8 46 0,2 4 24 16,0 1-47-16,5-7 0 16,4-5-3-16,2-7 3 15,3-3-36-15,-1-7-40 16,0-4-162-16,-5-8 1 16,1-11-295-16,-3-12-189 0</inkml:trace>
  <inkml:trace contextRef="#ctx0" brushRef="#br0" timeOffset="158362.77">16569 12312 1899 0,'0'0'698'0,"0"0"-501"16,0 0-196-16,154-7 43 0,-92 14-44 16,7 9-51-16,45 7 39 15,-18 0-321-15,-5-7-400 0</inkml:trace>
  <inkml:trace contextRef="#ctx0" brushRef="#br0" timeOffset="158451.07">17688 12446 1350 0,'0'0'735'16,"0"0"-735"-16,0 0-776 0</inkml:trace>
  <inkml:trace contextRef="#ctx0" brushRef="#br0" timeOffset="160178.26">2409 14494 163 0,'0'0'1635'16,"0"0"-1487"-16,0 0-48 0,0 0-99 15,0 0 51-15,120-117 45 16,-75 97-54-16,6 6 5 16,3 8-48-16,-5 6 0 15,-9 8 48-15,-11 29-47 16,-13 17 34-16,-12 12 69 15,-4 10-36-15,-6 4 42 16,-12-4-101-16,2-8 5 16,7-12 54-16,7-13-68 15,2-11 0-15,0-10 0 16,14-10 14-16,7-8-38 16,6-4 7-16,4-4-117 15,0-27 64-15,1-17-152 16,-3-15-47-16,-5-10 44 15,-3-11-324-15,-4 3 235 0,-5 14 314 16,-4 18 314 0,-5 15 274-16,-3 22-352 0,0 12-226 15,0 11-10-15,-9 29 0 16,-5 20 52-16,1 30 53 16,1 33-21-1,-1 23 101-15,3 2-122 0,-2-23 11 16,3-35 8-16,-2-28-56 15,0-4 14-15,-7 5-40 16,-4 3 0-16,-3 6 13 16,-4-14-13-16,-2-12 0 15,-5-12-10-15,1-10 23 0,-3-7-29 16,4-17 16-16,5 0 0 16,12-5 9-16,8-21 1 15,9-10-10-15,0-10 35 16,29-6-25-16,15-7 41 15,12 1-51-15,15-3-36 16,8-4 20-16,2 3-95 16,29-21-88-16,-23 19-73 15,-14 1-598-15</inkml:trace>
  <inkml:trace contextRef="#ctx0" brushRef="#br0" timeOffset="160381.13">3648 14718 1864 0,'0'0'503'0,"0"0"-463"16,0 0-17-16,0 0 40 16,170 19-63-16,-99-14 0 15,3 2 0-15,-9-2-57 16,-17 3-118-16,-19 2-330 15,-27-3-986-15</inkml:trace>
  <inkml:trace contextRef="#ctx0" brushRef="#br0" timeOffset="160484.2">3694 15066 1500 0,'0'0'401'0,"0"0"-363"0,164 5-38 15,-75-5-395 1,-4-10-597-16</inkml:trace>
  <inkml:trace contextRef="#ctx0" brushRef="#br0" timeOffset="161264.51">5122 14450 1453 0,'0'0'590'0,"0"0"-508"0,0 0 70 15,0 0-82-15,0 0-41 16,0 0-3-16,0 0-15 16,82-145-9-16,-59 98-2 15,-3-11 0-15,-1 3-36 16,2-1 36-16,-1 4 0 15,3 7 0-15,-6 8 14 16,-3 11-8-16,-5 6 87 16,-5 15-7-16,-4 1 66 15,0 4-152-15,0 4-28 0,0 22 15 16,-2 20 7 0,-9 35 6-16,-3 30 6 15,-1 28 19-15,3-10-7 16,1-24-18-16,5-30-66 15,-8 7-51-15,5-14-96 0,1-9-290 0</inkml:trace>
  <inkml:trace contextRef="#ctx0" brushRef="#br0" timeOffset="162136.5">4311 14865 1908 0,'0'0'350'0,"0"0"-146"15,0 0-50-15,0 0-93 16,0 0 80-16,0 0-99 16,0 0-27-16,13-4 13 15,11 0-27-15,7-2-2 16,8 1-18-16,16 5-146 15,-8 0-45-15,-7 5-402 0</inkml:trace>
  <inkml:trace contextRef="#ctx0" brushRef="#br0" timeOffset="162564.4">4969 15017 561 0,'0'0'1274'16,"0"0"-936"-16,0 0-165 15,0 0 26-15,0 0-149 16,0 0 63-16,139-22-110 15,-85 18 12-15,9 1-10 16,7 3-5-16,5 0 0 16,-2 0-21-16,-1 0-146 15,15 0 13-15,-20 0-369 0,-15 0-540 16</inkml:trace>
  <inkml:trace contextRef="#ctx0" brushRef="#br0" timeOffset="162941.22">5135 15252 1713 0,'0'0'531'0,"0"0"-484"16,0 0-47-16,0 0 0 15,0 0 31-15,0 0 44 16,-35 136 3-16,22-88 68 15,-1-4-118-15,5 5 8 16,3-3-36-16,4-6-17 16,2-4 16-16,0-10-150 15,0-3-118-15,6-14-58 16,3-9-357-16</inkml:trace>
  <inkml:trace contextRef="#ctx0" brushRef="#br0" timeOffset="163165.74">5272 15267 2015 0,'0'0'313'15,"0"0"-287"-15,0 0-26 16,0 0 0-16,0 0 23 16,0 0 7-16,-10 128 105 15,4-82-92-15,-1 3-35 16,1-1 62-16,4-6-69 15,-4 1-2-15,6-5-17 16,0 1-138-16,0-12 12 0,0-5-370 16,0-13-271-16</inkml:trace>
  <inkml:trace contextRef="#ctx0" brushRef="#br0" timeOffset="163331.16">4926 15304 1600 0,'0'0'845'16,"0"0"-748"-16,0 0-65 15,158-18-31-15,-84 18-1 16,34 0 0-16,-15 0-149 0,-16 2-355 16</inkml:trace>
  <inkml:trace contextRef="#ctx0" brushRef="#br0" timeOffset="164184.87">4425 14927 598 0,'0'0'1073'0,"0"0"-809"16,0 0-177-16,0 0 73 15,0 0-73-15,0 0-51 16,0 0 105-16,6 0-101 0,9 0-14 16,10 0 1-16,6 0-25 15,2 0 44-15,6 0-46 16,1 0 0-16,-3 3 4 16,-1 3-4-16,-2-3 0 15,-8 3 0-15,-8-6 15 16,-7 5-23-16,-5-5 8 15,-6 0 0-15,0 0-28 16,-10 0 28-16,-17 0-30 16,-13-5-44-16,-11-4-2 15,-5-4 69-15,-3 1-13 16,3-2 20-16,8 4 11 16,13-2 24-16,10 6 105 15,12 2 7-15,11 4-100 16,2 0 35-16,0 0-82 0,9 0 1 15,15 0 2-15,14 4-3 16,9 2 0-16,8 6-1 16,5-4-58-16,19 6-64 15,-17 0-220-15,-12-10-622 0</inkml:trace>
  <inkml:trace contextRef="#ctx0" brushRef="#br0" timeOffset="164784.94">6383 14391 887 0,'0'0'1007'16,"0"0"-804"-16,0 0-186 15,0 0 39-15,0 0-44 16,-153 64 63-16,106 21 88 0,0 33-33 16,12 31 5-16,12-11-95 15,19-36-31-15,4-36 51 16,11-28-60-16,15 1-30 15,11-3 23-15,7 0-105 16,25-22-38-16,-9-6-340 16,-6-8-405-16</inkml:trace>
  <inkml:trace contextRef="#ctx0" brushRef="#br0" timeOffset="165266.64">6462 14726 1132 0,'0'0'681'16,"0"0"-550"-16,0 0-130 15,0 0 56-15,118-28-51 16,-84 42 64-16,-1 16 88 15,-6 16-65-15,-12 9 63 16,-8 6-53-16,-7 6-75 16,0-4 97-16,-5-2-113 15,-8-11 9-15,0-8 3 16,1-11-17-16,6-9 17 0,2-12-24 16,1-6-7-1,3-4-41-15,0 0 48 0,0-4-16 16,9-25 10-16,9-17-307 15,6-14-217-15,1-8-90 16,-3-6 269-16,-7 16 351 16,-5 15 486-16,-6 22 41 15,-4 16-221-15,0 5-148 16,0 19-95-16,-2 13 14 16,0 12-56-16,2 3 123 15,0 2-142-15,17-7-2 16,12-2 0-16,8-9-85 15,27-6-33-15,-9-6-103 16,-3-9-471-16</inkml:trace>
  <inkml:trace contextRef="#ctx0" brushRef="#br0" timeOffset="167384.67">7237 14967 1854 0,'0'0'373'16,"0"0"-236"-16,0 0-49 15,0 0-38-15,0 0-38 16,0 0 112-16,0 0-97 16,132-12-18-16,-69 10 49 15,8 2-57-15,5 0 14 16,4 0-15-16,18 2-150 15,-20 10-72-15,-16-4-661 0</inkml:trace>
  <inkml:trace contextRef="#ctx0" brushRef="#br0" timeOffset="168225.47">8470 14770 1410 0,'0'0'539'15,"0"0"-234"-15,0 0-222 16,0 0-66-16,0 0 24 15,0 0-25-15,0 0-10 16,2 55 153-16,-4-15-113 0,-6 4 72 16,1 2-118-16,0 2 6 15,2-8-28-15,5 0 16 16,0-11-127-16,0-9-69 16,16-20-178-16,4 0 19 15,-2-8-697-15</inkml:trace>
  <inkml:trace contextRef="#ctx0" brushRef="#br0" timeOffset="168445.1">8682 14698 1908 0,'0'0'521'16,"0"0"-515"-16,0 0-11 15,0 0 5-15,0 0 0 16,-11 139 132-16,2-85-66 0,0 0-20 15,3-4-44-15,1-2 35 16,1-8-34-16,4-8-3 16,0 0-100-16,0-6-1 15,0-5-166-15,0-10-283 16,0-8-447-16</inkml:trace>
  <inkml:trace contextRef="#ctx0" brushRef="#br0" timeOffset="168654.42">8277 14659 1470 0,'0'0'648'0,"0"0"-272"16,0 0-268-16,0 0-97 15,120-26 26-15,-55 26-37 16,10 0 0-16,6 0 0 15,-4 0-117-15,24 3-2 16,-24-3-264-16,-14 0-439 0</inkml:trace>
  <inkml:trace contextRef="#ctx0" brushRef="#br0" timeOffset="168862.84">9237 14383 1460 0,'0'0'682'16,"0"0"-626"-16,0 0 12 16,114 129-40-16,-83-61 73 15,-9 28 17-15,-19 25-92 16,-3-9 74-16,-19-8-100 16,-18-16 0-16,-5-21-31 15,-28 28-79-15,8-10-118 16,11-24-314-16</inkml:trace>
  <inkml:trace contextRef="#ctx0" brushRef="#br0" timeOffset="170595.13">2369 16874 1408 0,'0'0'169'0,"0"0"-78"16,0 0-29-16,0 0 74 15,0 0 194-15,85-116-84 16,-66 98-95-16,4-1-76 15,-3 12-59-15,-2 2 44 16,0 5-60-16,-7 12 0 16,-2 20-23-16,-7 17 24 15,-2 11-1-15,0 7 25 16,-6 3-23-16,-2-7 33 16,6-6-35-16,2-11 2 15,0-14-11-15,21-6 9 16,1-8-24-16,7-6-13 15,0-7-57-15,2-5-29 16,-2-17-54-16,3-19-81 16,-3-15-29-16,-3-7-191 0,-4-4 106 15,-1 1 372-15,-6 12 98 16,-6 13 431-16,-4 17-221 16,-5 10-81-16,0 9-162 15,0 0-65-15,0 23 0 16,-3 23 6-16,-8 7 53 15,-2 22 67-15,-3 5-63 16,-2 6-15-16,-9 20 90 16,3-12-96-16,-5 5 4 15,2-9 0-15,2-16-37 0,-1 2 21 16,-3-9-30-16,0-18 0 16,-2-8-10-16,-2-13 10 15,2-8 0-15,-2-14 0 16,12-6 12-1,5 0 29-15,9-26-41 0,7-15 15 16,0-4 32-16,23-9-41 16,12-4 0-16,9 0 29 15,12 9-33-15,2 1-4 16,5 6-14-16,-1 2-145 16,17-8-6-16,-17 11-358 15,-11 1-559-15</inkml:trace>
  <inkml:trace contextRef="#ctx0" brushRef="#br0" timeOffset="170853.51">3430 17074 2034 0,'0'0'395'15,"0"0"-273"-15,0 0 31 16,0 0-86-16,0 0-21 16,0 0 4-16,0 0-49 15,116-8 18-15,-60 8-19 16,-1 0 0-16,-1 8-35 16,-5 11 14-16,-18 12-201 15,-13-1-69-15,-18-5-497 0</inkml:trace>
  <inkml:trace contextRef="#ctx0" brushRef="#br0" timeOffset="170985.6">3399 17394 1787 0,'0'0'796'0,"0"0"-729"16,0 0-13-16,0 0-54 16,0 0 0-16,0 0-8 15,187 3-63-15,-125-3-247 16,-4 0-531-16</inkml:trace>
  <inkml:trace contextRef="#ctx0" brushRef="#br0" timeOffset="172304.28">4422 17173 1375 0,'0'0'837'0,"0"0"-635"0,0 0 18 16,0 0-100-16,0 0-52 15,0 0 19-15,0 0-71 16,82-35 1-16,-35 34-17 15,7 1 12-15,6 0-3 16,3 0-9-16,-1 1-48 16,23 15-39-16,-16-5-226 15,-9-7-426-15</inkml:trace>
  <inkml:trace contextRef="#ctx0" brushRef="#br0" timeOffset="172765.22">5860 16888 1341 0,'0'0'215'15,"0"0"-215"-15,0 0-113 16,0 0 113-16,58-109 35 0,-45 75-19 16,3-2 19-16,1-3-34 15,1-7-1-15,1-3 54 16,-2-1-29-16,-1 6 56 15,-3 4 70-15,-3 8 99 16,-4 10-2-16,-2 10-119 16,-4 6-71-16,0 6-58 15,0 0-78-15,0 18 76 16,-2 14-36-16,-10 16 38 16,0 10 26-16,-1 15-12 15,-4 2 6-15,7-3-20 16,-2 3-24-16,3-3 23 15,-1 4-149-15,0-22-335 16,3-10-890-16</inkml:trace>
  <inkml:trace contextRef="#ctx0" brushRef="#br0" timeOffset="173010.45">5426 17183 2034 0,'0'0'553'0,"0"0"-494"15,0 0 64-15,0 0-38 0,0 0-42 16,0 0 9-16,137 0-51 16,-38 0-1-16,1 0 0 15,7 3-18-15,2 2-7 16,18 9-121-16,-13-7-160 15,-23 4-217-15</inkml:trace>
  <inkml:trace contextRef="#ctx0" brushRef="#br0" timeOffset="173435.07">5816 17481 1590 0,'0'0'553'0,"0"0"-494"16,0 0 110-16,0 0-19 15,0 0-88-15,0 0 1 16,0 0-63-16,0 0-9 16,0 18 3-16,0 9 6 0,-8 5 67 15,2 4-67-15,-1-2 2 16,3-2 23-16,0-6-13 15,2-1-12-15,2 0 0 16,0-3-91-16,0-4 27 16,0 1-150-16,0-12-99 15,2-1-62-15,9-6-277 0</inkml:trace>
  <inkml:trace contextRef="#ctx0" brushRef="#br0" timeOffset="173651.94">6009 17464 1393 0,'0'0'761'0,"0"0"-640"15,0 0-121-15,0 0-15 16,0 0 15-16,0 0 1 16,-18 102 104-16,12-56-71 15,-1 2-7-15,3 3 63 16,0-4-69-16,-2 3-21 15,4-2-19-15,2 7-115 16,0-7-30-16,0-20-461 0</inkml:trace>
  <inkml:trace contextRef="#ctx0" brushRef="#br0" timeOffset="174004.51">5526 17387 2148 0,'0'0'626'0,"0"0"-585"16,0 0 20-16,0 0-61 16,164-13 0-16,-67 8 11 15,-2 5-11-15,10 0 0 16,36 0-54-16,-41 0-233 15,-5 0-337-15</inkml:trace>
  <inkml:trace contextRef="#ctx0" brushRef="#br0" timeOffset="174825.22">6624 16987 1588 0,'0'0'282'15,"0"0"-156"-15,0 0-44 16,0 0 101-16,0 0-94 0,0 0-46 15,0 0 32 1,129-37-75-16,-108 60 49 0,-5 8 30 16,-5 13-35-16,-7 6 71 15,-4 6-88-15,0 2-26 16,-4 0 65-16,-9-7-64 16,-1 2 17-16,5-14-19 15,0-7 24-15,0-4-18 16,5-11-6-16,1-8 0 15,3-5-30-15,0-4 17 16,0 0-11-16,0-4 13 16,11-28-38-16,12-20-155 15,4-12-363-15,4-10 67 0,-2 6 291 16,-4 13 209-16,-8 16 325 16,-5 13 207-16,-8 16-214 15,-4 10-86-15,0 0-225 16,0 1 23-16,0 22-7 15,0 11 5-15,0 6 14 16,0 6-27-16,8-2 1 16,17 5-20-16,9-10 4 15,5-3-79-15,22 0-26 16,-10-4-203-16,-6-13-289 0</inkml:trace>
  <inkml:trace contextRef="#ctx0" brushRef="#br0" timeOffset="178216.41">7550 17235 1211 0,'0'0'403'0,"0"0"-270"15,0 0 17-15,0 0 29 16,0 0 11-16,0 0-61 16,0 0-41-16,0 2 34 15,0-2-33-15,0 0-26 16,4 0 40-16,9 0-102 15,10 0 8-15,10 0-7 16,14 0 18-16,8-2-24 0,11-2 4 16,3 0-48-1,-1 4 42-15,-3-4-100 0,-7 4-44 16,-6 0 1-16,1 0-96 16,-13 0-127-16,-13 0-489 15</inkml:trace>
  <inkml:trace contextRef="#ctx0" brushRef="#br0" timeOffset="178631.3">7906 16999 1446 0,'0'0'338'16,"0"0"-279"-16,0 0-48 16,0 0 70-16,0 0-58 15,0 0-8-15,0 0 40 0,-28 71 85 16,18-26 14-16,-1 1-81 16,3 10-72-16,-2-3 52 15,4 6-53-15,-1-5-52 16,7 4-72-16,0-13-247 15,0-14-868-15</inkml:trace>
  <inkml:trace contextRef="#ctx0" brushRef="#br0" timeOffset="179418.34">8844 17106 595 0,'0'0'262'0,"0"0"-145"16,0 0-88-16,0 0-3 15,0 0-20-15,54-126-6 16,-42 96 159-16,1 0-55 16,-2 2 20-16,3 2 62 15,-6 4-49-15,1 3-32 16,-2 10-99-16,-2-3 8 15,-3 6 20-15,-2-2-24 16,0 8 24-16,0-4 29 16,0 4-10-16,0 0 31 15,0 0-40-15,0 0-31 0,0 0 86 16,0 0-99-16,0 0-9 16,0 16 0-16,0 12 9 15,0 16 43-15,-12 11-18 16,-1 6-16-16,-7 6 37 15,-2 0-46-15,0 4 0 16,3-3 0-16,4 8-104 16,6-14-163-16,2-18-933 0</inkml:trace>
  <inkml:trace contextRef="#ctx0" brushRef="#br0" timeOffset="180648.21">8535 17209 1377 0,'0'0'371'16,"0"0"-240"-16,0 0-131 16,0 0 0-16,0 0 60 15,0 0-46-15,120-85 21 16,-91 67 13-16,5-4-10 15,-1 4 61-15,6-3-99 0,0-2 12 16,-1 0-42-16,0-3 27 16,-5 3-4-16,-4 2 1 15,-6-6 12-15,-5 8-6 16,-7-2 0-16,-3 7 0 16,0 0 47-16,-6 0-46 15,0 10 57-15,-2-4 35 16,0 8-38-16,0 0 61 15,0 0-98-15,0 0-6 16,0 0 28-16,0 0-40 16,0 0-8-16,0 0 7 15,0 0-38-15,-2 3 25 16,-10 16-21-16,-1 3 35 16,-3 4-11-16,-1 6 23 15,-4 4-12-15,4-2 49 0,-3 2-40 16,1 0 48-16,4 1-57 15,-1-2 17-15,6-3 34 16,1 3-51-16,-1-3 1 16,6-2 27-16,0 2-28 15,-1-1 27-15,3-8-27 16,0 0 0-16,0-2-6 16,2-7 6-16,-2 2-7 15,2-6 6-15,0-1-9 16,-2-4-9-16,-2 3 3 15,0 2-81-15,-7 6 8 16,3-6-165-16,-4-1-319 0</inkml:trace>
  <inkml:trace contextRef="#ctx0" brushRef="#br0" timeOffset="180876.22">8514 17486 2206 0,'0'0'488'15,"0"0"-488"-15,0 0-19 16,0 0 18-16,150-41 1 16,-83 29 0-16,9 2-1 0,4 7-2 15,0 3 2-15,15 0-116 16,-22 0-266-16,-15 3-955 0</inkml:trace>
  <inkml:trace contextRef="#ctx0" brushRef="#br0" timeOffset="182212.43">9868 17299 517 0,'0'0'381'0,"0"0"-291"16,0 0-37-16,0 0 95 15,0 0 91-15,0 0-56 16,0 0-56-16,0-4 59 0,0 4-15 15,0 0-44 1,0 0-7-16,0 0-110 0,0 0-4 16,0 0-6-16,0 0 15 15,0 0-20-15,0 0 5 16,0 0-1-16,-2 0-12 16,0 0 13-16,2 0-14 15,0 0 8-15,0 0-38 16,0 0 20-16,0 0-47 15,0 0 15-15,0 0 40 16,-9 0 5-16,-9 0 11 16,-3 0 13-16,2 0-13 15,1 0 109-15,9 0-87 0,5 4-11 16,4 13-22-16,19 0-114 16,4-7-124-16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29T07:55:42.52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25345 2328 1031 0,'0'0'264'16,"0"0"-183"-16,0 0-49 0,0 0-22 15,0 0 51-15,0 0-48 16,-2-57-6-16,0 38 57 16,2-2-41-16,-2 5 63 15,2 7 69-15,-3 1-91 16,1 6 109-16,-1 2-84 16,1 0-44-16,0 0 44 15,0 2-88-15,-5 24 19 16,-1 32-20-16,-2 8 19 15,1 18 73-15,3 4-92 16,6-16 12-16,0 0-9 16,11-17-3-16,13-17 0 15,8-14-2-15,11-16-45 0,3-8 19 16,5-18-76-16,3-28-143 16,1-33-36-16,-6-37-217 15,-11-32 297-15,-11 12 157 16,-16 33 46-16,-8 45 46 15,-3 42 194-15,0 12 85 16,0 4-59-16,0 22-215 16,-3 32-2-16,-6 36 96 15,3 33-67-15,3 25 40 16,3 9-118-16,0-27-73 16,0-42-112-16,0-42-702 0</inkml:trace>
  <inkml:trace contextRef="#ctx0" brushRef="#br0" timeOffset="209.94">25040 2996 2230 0,'0'0'273'16,"0"0"-215"-16,120 0-58 15,5-8 0-15,42-10-3 16,-6-1 15-16,-30 6-24 16,-6 2-200-16,-49 7-266 0,-9 0-54 15</inkml:trace>
  <inkml:trace contextRef="#ctx0" brushRef="#br0" timeOffset="554.7">25269 3252 1659 0,'0'0'326'0,"0"0"-249"15,0 0-36-15,0 0 2 0,47 139 143 16,-24-83-106-16,3-1-57 16,0-2 87-16,1-11-110 15,2-8 24-15,2-12-14 16,1-12 28-16,-1-10-3 16,-2-6-35-16,2-27-16 15,-2-22-18-15,0-26 7 16,-2-7-56-16,-2-2-63 15,10-18-130-15,-8 33 84 16,-2 14-168-16</inkml:trace>
  <inkml:trace contextRef="#ctx0" brushRef="#br0" timeOffset="824.88">26317 2442 1162 0,'11'110'324'0,"-4"20"-167"16,-7 21-70-16,-7-14 81 15,-24-15-59-15,-1-20-26 16,1-23-71-16,4-24 19 15,-2-6-22-15,-4 1-9 16,-7 4-84-16,-29-1-52 0,11-16-181 16,0-19-448-16</inkml:trace>
  <inkml:trace contextRef="#ctx0" brushRef="#br0" timeOffset="1042.33">24574 2544 768 0,'-70'129'237'0,"10"35"84"0,14 31-120 16,42-5 23 0,17-23 0-16,45-15-86 15,22-16-4-15,22-17-134 16,17-26-7-16,7-27-1 0,-26-29-192 15,-21-27-451-15</inkml:trace>
  <inkml:trace contextRef="#ctx0" brushRef="#br0" timeOffset="1315.32">26901 1676 1607 0,'0'0'440'0,"0"0"-440"15,0 0 0-15,-83 203 58 16,48-51-2-16,5 23 36 15,11-4-86-15,12-20-6 16,7-57-71-16,0-31-329 0</inkml:trace>
  <inkml:trace contextRef="#ctx0" brushRef="#br0" timeOffset="1497.35">26886 2953 2041 0,'0'0'235'0,"0"0"-235"15,0 0 0-15,129 0-8 16,-65 0-41-16,-12 0-24 16,-12-4-502-16</inkml:trace>
  <inkml:trace contextRef="#ctx0" brushRef="#br0" timeOffset="1634.35">26878 3148 1955 0,'0'0'300'15,"0"0"-251"-15,114 34-17 16,-40-22-30-16,26-6-2 16,36-8-183-16,-22-20-133 15,-11-8-815-15</inkml:trace>
  <inkml:trace contextRef="#ctx0" brushRef="#br0" timeOffset="1998.14">27826 2438 1264 0,'0'0'1006'0,"0"0"-876"15,0 0-114-15,0 0 45 16,-24 163-24-16,22-97-14 15,2-4 48-15,0-7-65 0,22-8-6 16,4-9 21-16,5-12-5 16,6-12-32-16,0-11-3 15,1-3-51-15,0-33 55 16,-5-19-190-16,-6-18-5 16,-5-10-7-16,-3 0 14 15,-9 9 194-15,-3 24 9 16,-5 23 233-16,0 21 12 15,-2 7-199-15,0 34 17 16,2 10 97-16,1 9-108 16,6-1 18-16,2-5-70 0,5-5-12 15,1-11-18-15,4-13-120 16,1-22-77 0,-5-13-52-16,-3-20-333 0</inkml:trace>
  <inkml:trace contextRef="#ctx0" brushRef="#br0" timeOffset="2140.06">28399 1705 1565 0,'0'0'493'0,"0"146"-478"16,-18-9 23-16,-2 23-38 16,5-8 38-16,10-31-78 0,5-46-35 15,0-29-401-15</inkml:trace>
  <inkml:trace contextRef="#ctx0" brushRef="#br0" timeOffset="2641.24">28491 2460 2013 0,'0'0'373'16,"0"0"-321"-16,0 0 50 16,0 0-93-16,0 0 9 15,0 0 41-15,0 0-36 16,82 109 47-16,-51-73-70 15,2-2 10-15,0-9 22 16,-4-4-32-16,-2-12 0 0,-2-6 3 16,-2-3 13-16,-1-17 21 15,-2-24-37-15,0-15-3 16,0-11-67-16,-2-3 67 16,-4 6-79-16,-6 20 32 15,-4 18-187-15,-4 19-278 0</inkml:trace>
  <inkml:trace contextRef="#ctx0" brushRef="#br0" timeOffset="2949.08">29106 2599 555 0,'0'0'923'16,"0"0"-634"-16,0 0-62 16,0 0 147-16,0 0-163 15,0 0-135-15,0 0 50 16,8 0-114-16,-3-2 11 16,6-5-23-16,11 2 27 15,9-4-66-15,10 2 39 16,10-2-45-16,7 4 18 15,4 1 5-15,4-3-17 0,-4 4 23 16,13-4-136 0,-17 1-67-16,-14-2-403 0</inkml:trace>
  <inkml:trace contextRef="#ctx0" brushRef="#br0" timeOffset="3416.47">29930 2317 1220 0,'0'0'749'0,"0"0"-695"15,0 0-41-15,0 0-13 16,27 118 185-16,-16-63-108 16,1 3-20-16,3-4 57 15,1-5-86-15,1-11 33 16,-1-10-61-16,-1-10 33 16,-1-10-63-16,-1-8 30 15,1-5-39-15,1-24-4 16,1-20-164-16,2-14 103 15,0-14-34-15,-1-1-108 16,-1 8 246-16,-3 14 144 0,-3 22 74 16,-8 18 103-16,0 14-185 15,-2 2-62-15,0 18-74 16,0 22 0-16,0 15 57 16,-6 16-57-16,-4 7 0 15,1 1-1-15,3-4-63 16,4-6-63-16,0-19-344 15,2-22-596-15</inkml:trace>
  <inkml:trace contextRef="#ctx0" brushRef="#br0" timeOffset="3685.86">30427 2377 1842 0,'0'0'453'16,"0"0"-453"-16,16 107 0 15,-9-54 10-15,3 0-2 16,7-4 17-16,-1-11 16 16,3-9-41-16,1-6 69 15,0-14-58-15,5-7 1 16,1-2 10-16,6-15-22 16,-1-21-39-16,4-21-60 15,0-15-59-15,-2-14 40 16,-2-2-128-16,-2 7 217 15,-9 20-33-15,-4 18 62 16,-8 22-180-16,-1 8-495 0</inkml:trace>
  <inkml:trace contextRef="#ctx0" brushRef="#br0" timeOffset="3861.49">31259 1698 1758 0,'0'0'609'0,"0"0"-567"16,0 0 20-16,-54 103-62 15,-14 14-12-15,-22 45-10 16,12-18-151-16,16-30-369 0</inkml:trace>
  <inkml:trace contextRef="#ctx0" brushRef="#br0" timeOffset="4309.03">27873 3138 590 0,'0'0'969'0,"0"0"-886"16,0 0 35-16,147 18-77 16,-2-15 57-16,71-3-12 15,40 0-24-15,18-21 120 16,-6-4-62-16,-27 4-68 16,-11 1 94-16,-28 3-146 15,-26-3 0-15,-47 6 40 16,-34 2-38-16,-35 7 10 15,-16 0-12-15,0 5-231 0,-5 0-68 16,-14 0-700-16</inkml:trace>
  <inkml:trace contextRef="#ctx0" brushRef="#br0" timeOffset="4638.34">28905 3483 1714 0,'0'0'288'16,"0"0"-276"-16,0 0-12 15,0 0 38-15,51 148 121 16,-30-95-95-16,0-3-4 15,4-4 95-15,2-6-117 16,0-9 20-16,-3-7-53 16,0-7 44-16,1-13-27 15,-3-4-22-15,1-10-12 16,2-25-16-16,-2-16-51 16,4-14-75-16,14-45-89 15,-5 16-395-15,-3 10-78 0</inkml:trace>
  <inkml:trace contextRef="#ctx0" brushRef="#br0" timeOffset="4964.32">29619 3356 1032 0,'0'0'302'0,"0"0"-205"16,0 0-14-16,0 0 31 15,0 0-66-15,0 0-18 16,0 0-30-16,102-83 18 16,-78 70 106-16,3 5-16 15,-2 6-21-15,-3 2 45 0,-6 2-82 16,-8 21 24-16,-8 8 18 16,0 10-61-16,-6 3 106 15,-12 0-131-15,3-3-6 16,8-6 27-16,7-7-10 15,9-8 6-15,28-6-23 16,24-12-12-16,15-2-26 16,51-34-142-16,-19-10-182 15,-5-8-638-15</inkml:trace>
  <inkml:trace contextRef="#ctx0" brushRef="#br0" timeOffset="5106.28">31609 2885 1698 0,'0'0'777'0,"0"0"-777"15,0 0-360-15,0 0 264 16,0 0-20-16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12/10/2024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62229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12/10/2024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75016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12/10/2024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32544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12/10/2024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4083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12/10/2024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3449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12/10/2024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06700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12/10/2024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3223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12/10/2024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49616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12/10/2024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3460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12/10/2024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17376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12/10/2024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3740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33B16-FD2C-438A-B7D5-584970F01CB8}" type="datetimeFigureOut">
              <a:rPr lang="vi-VN" smtClean="0"/>
              <a:t>12/10/2024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929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customXml" Target="../ink/ink10.xml"/><Relationship Id="rId4" Type="http://schemas.openxmlformats.org/officeDocument/2006/relationships/image" Target="../media/image4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emf"/><Relationship Id="rId5" Type="http://schemas.openxmlformats.org/officeDocument/2006/relationships/customXml" Target="../ink/ink12.xml"/><Relationship Id="rId4" Type="http://schemas.openxmlformats.org/officeDocument/2006/relationships/image" Target="../media/image4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customXml" Target="../ink/ink14.xm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customXml" Target="../ink/ink16.xml"/><Relationship Id="rId4" Type="http://schemas.openxmlformats.org/officeDocument/2006/relationships/image" Target="../media/image1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customXml" Target="../ink/ink18.xml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customXml" Target="../ink/ink21.xm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23187D-782D-4FE4-8E2C-1F6F33763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28" y="356486"/>
            <a:ext cx="9925560" cy="8382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756644B-38EF-4DA3-9211-8175FAA7F833}"/>
                  </a:ext>
                </a:extLst>
              </p14:cNvPr>
              <p14:cNvContentPartPr/>
              <p14:nvPr/>
            </p14:nvContentPartPr>
            <p14:xfrm>
              <a:off x="450000" y="1231560"/>
              <a:ext cx="11315520" cy="4902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756644B-38EF-4DA3-9211-8175FAA7F8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640" y="1222200"/>
                <a:ext cx="11334240" cy="492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449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CE9A16-5CDA-42D6-9FE6-39BB23C71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79" y="289780"/>
            <a:ext cx="5245370" cy="20003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F025879-9E48-4BB6-B845-CF03F89FA1DC}"/>
                  </a:ext>
                </a:extLst>
              </p14:cNvPr>
              <p14:cNvContentPartPr/>
              <p14:nvPr/>
            </p14:nvContentPartPr>
            <p14:xfrm>
              <a:off x="554760" y="2201040"/>
              <a:ext cx="10822320" cy="3208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F025879-9E48-4BB6-B845-CF03F89FA1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400" y="2191680"/>
                <a:ext cx="10841040" cy="322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010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1C38E1-AFBC-4854-AF83-1FCBD223F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62" y="355136"/>
            <a:ext cx="9158444" cy="7062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81B5547-532B-4014-B5AF-53D02FE2D9E3}"/>
                  </a:ext>
                </a:extLst>
              </p14:cNvPr>
              <p14:cNvContentPartPr/>
              <p14:nvPr/>
            </p14:nvContentPartPr>
            <p14:xfrm>
              <a:off x="520560" y="1193040"/>
              <a:ext cx="11078640" cy="5335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81B5547-532B-4014-B5AF-53D02FE2D9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1200" y="1183680"/>
                <a:ext cx="11097360" cy="535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B01AFD5-F8E7-4151-87FE-AFFBF22488DE}"/>
                  </a:ext>
                </a:extLst>
              </p14:cNvPr>
              <p14:cNvContentPartPr/>
              <p14:nvPr/>
            </p14:nvContentPartPr>
            <p14:xfrm>
              <a:off x="3809880" y="2914560"/>
              <a:ext cx="324360" cy="159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B01AFD5-F8E7-4151-87FE-AFFBF22488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00520" y="2905200"/>
                <a:ext cx="343080" cy="17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096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E8260A-4722-4594-913D-5A68A999C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93" y="255765"/>
            <a:ext cx="7055213" cy="190509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9DFCF3C-9393-41AA-8736-34AA1AA2B6C2}"/>
                  </a:ext>
                </a:extLst>
              </p14:cNvPr>
              <p14:cNvContentPartPr/>
              <p14:nvPr/>
            </p14:nvContentPartPr>
            <p14:xfrm>
              <a:off x="460440" y="529560"/>
              <a:ext cx="10537560" cy="5299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9DFCF3C-9393-41AA-8736-34AA1AA2B6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080" y="520200"/>
                <a:ext cx="10556280" cy="531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1871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B389E7-075F-4D40-BCE7-E83710E05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63" y="253945"/>
            <a:ext cx="6401129" cy="21210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676ECB4-D78A-44B7-86F4-0C1CA135175B}"/>
                  </a:ext>
                </a:extLst>
              </p14:cNvPr>
              <p14:cNvContentPartPr/>
              <p14:nvPr/>
            </p14:nvContentPartPr>
            <p14:xfrm>
              <a:off x="411120" y="2475360"/>
              <a:ext cx="11342880" cy="3494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676ECB4-D78A-44B7-86F4-0C1CA13517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1760" y="2466000"/>
                <a:ext cx="11361600" cy="351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53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850E07-4190-4328-A08E-864EE82BB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44" y="258043"/>
            <a:ext cx="4587505" cy="212217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B2F9F55-AAF8-45B0-B012-71DDB80CE4D1}"/>
                  </a:ext>
                </a:extLst>
              </p14:cNvPr>
              <p14:cNvContentPartPr/>
              <p14:nvPr/>
            </p14:nvContentPartPr>
            <p14:xfrm>
              <a:off x="549360" y="319680"/>
              <a:ext cx="11202480" cy="6216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B2F9F55-AAF8-45B0-B012-71DDB80CE4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000" y="310320"/>
                <a:ext cx="11221200" cy="623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1607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4554" y="218911"/>
            <a:ext cx="3244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>
                <a:solidFill>
                  <a:srgbClr val="FFFF00"/>
                </a:solidFill>
              </a:rPr>
              <a:t>4.Đạo hàm hàm ẩn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354240" y="516600"/>
              <a:ext cx="11469960" cy="49244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2000" y="505080"/>
                <a:ext cx="11488680" cy="494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952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67" y="268640"/>
            <a:ext cx="7162800" cy="6762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87800" y="327600"/>
              <a:ext cx="11145240" cy="61610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7000" y="316800"/>
                <a:ext cx="11168640" cy="618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F2FA59-4844-3470-49EF-E8005DD69F1D}"/>
                  </a:ext>
                </a:extLst>
              </p14:cNvPr>
              <p14:cNvContentPartPr/>
              <p14:nvPr/>
            </p14:nvContentPartPr>
            <p14:xfrm>
              <a:off x="3848760" y="294840"/>
              <a:ext cx="759240" cy="339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F2FA59-4844-3470-49EF-E8005DD69F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39400" y="285480"/>
                <a:ext cx="777960" cy="35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894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69" y="325966"/>
            <a:ext cx="5391150" cy="381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2517840" y="391680"/>
              <a:ext cx="961920" cy="297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06320" y="381240"/>
                <a:ext cx="98316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536760" y="442440"/>
              <a:ext cx="6035760" cy="3343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4160" y="431280"/>
                <a:ext cx="6060960" cy="336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773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90" y="238565"/>
            <a:ext cx="8839200" cy="838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357840" y="269640"/>
              <a:ext cx="10856520" cy="5696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8120" y="259920"/>
                <a:ext cx="10877400" cy="57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CF990BF-0FD1-A7B9-1CF8-CBAB54F33020}"/>
                  </a:ext>
                </a:extLst>
              </p14:cNvPr>
              <p14:cNvContentPartPr/>
              <p14:nvPr/>
            </p14:nvContentPartPr>
            <p14:xfrm>
              <a:off x="1116360" y="178560"/>
              <a:ext cx="1786320" cy="384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CF990BF-0FD1-A7B9-1CF8-CBAB54F3302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7000" y="169200"/>
                <a:ext cx="1805040" cy="40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2723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4554" y="218911"/>
            <a:ext cx="49039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>
                <a:solidFill>
                  <a:srgbClr val="FFFF00"/>
                </a:solidFill>
              </a:rPr>
              <a:t>5.Đạo hàm hàm mũ và logarit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6C0D0-4146-CD43-8D5B-68AD56422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35" y="986937"/>
            <a:ext cx="4931041" cy="37543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A9663BA-BF98-D138-1B5C-F3D25BE96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555" y="480521"/>
            <a:ext cx="4092948" cy="8324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5D4C64-BA57-437C-EAB1-35A7462AF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812" y="1811947"/>
            <a:ext cx="4264553" cy="392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3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74" y="283103"/>
            <a:ext cx="5988523" cy="8892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69660" y="939905"/>
              <a:ext cx="11452680" cy="55425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0300" y="930545"/>
                <a:ext cx="11471400" cy="55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AA1EAFB-C181-36D5-FFFA-162B5A92061F}"/>
                  </a:ext>
                </a:extLst>
              </p14:cNvPr>
              <p14:cNvContentPartPr/>
              <p14:nvPr/>
            </p14:nvContentPartPr>
            <p14:xfrm>
              <a:off x="6813360" y="535680"/>
              <a:ext cx="1884600" cy="581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AA1EAFB-C181-36D5-FFFA-162B5A9206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04000" y="526320"/>
                <a:ext cx="1903320" cy="59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6842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4554" y="218911"/>
            <a:ext cx="32239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>
                <a:solidFill>
                  <a:srgbClr val="FFFF00"/>
                </a:solidFill>
              </a:rPr>
              <a:t>6.Ý nghĩa đạo hàm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82" y="889351"/>
            <a:ext cx="10844830" cy="36713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2828520" y="4771440"/>
              <a:ext cx="2872800" cy="15026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16640" y="4763160"/>
                <a:ext cx="2891520" cy="151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/>
              <p14:cNvContentPartPr/>
              <p14:nvPr/>
            </p14:nvContentPartPr>
            <p14:xfrm>
              <a:off x="920160" y="4606920"/>
              <a:ext cx="9455400" cy="16398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8640" y="4596840"/>
                <a:ext cx="9470520" cy="166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052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26" y="260350"/>
            <a:ext cx="6257925" cy="6477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504360" y="878400"/>
              <a:ext cx="10778760" cy="5485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4640" y="867240"/>
                <a:ext cx="10797840" cy="550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897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24" y="257528"/>
            <a:ext cx="7038975" cy="11049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21200" y="1543320"/>
              <a:ext cx="7086240" cy="4932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840" y="1532880"/>
                <a:ext cx="7107840" cy="49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8781840" y="603360"/>
              <a:ext cx="2597760" cy="837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73200" y="594000"/>
                <a:ext cx="2617560" cy="85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960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37" y="257755"/>
            <a:ext cx="11225695" cy="12363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FD482E-5464-42E0-B1BC-98CE0CB32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02" y="3324214"/>
            <a:ext cx="3876063" cy="138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5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20</Words>
  <Application>Microsoft Office PowerPoint</Application>
  <PresentationFormat>Widescreen</PresentationFormat>
  <Paragraphs>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NGDIEP</dc:creator>
  <cp:lastModifiedBy>Nguyễn Điệp</cp:lastModifiedBy>
  <cp:revision>22</cp:revision>
  <dcterms:created xsi:type="dcterms:W3CDTF">2021-10-19T08:22:04Z</dcterms:created>
  <dcterms:modified xsi:type="dcterms:W3CDTF">2024-10-12T04:53:16Z</dcterms:modified>
</cp:coreProperties>
</file>