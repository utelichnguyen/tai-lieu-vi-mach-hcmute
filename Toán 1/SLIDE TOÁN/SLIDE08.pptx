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369" r:id="rId2"/>
    <p:sldId id="387" r:id="rId3"/>
    <p:sldId id="388" r:id="rId4"/>
    <p:sldId id="371" r:id="rId5"/>
    <p:sldId id="375" r:id="rId6"/>
    <p:sldId id="376" r:id="rId7"/>
    <p:sldId id="378" r:id="rId8"/>
    <p:sldId id="379" r:id="rId9"/>
    <p:sldId id="389" r:id="rId10"/>
    <p:sldId id="377" r:id="rId11"/>
    <p:sldId id="370" r:id="rId12"/>
    <p:sldId id="386" r:id="rId13"/>
    <p:sldId id="380" r:id="rId14"/>
    <p:sldId id="381" r:id="rId15"/>
    <p:sldId id="382" r:id="rId16"/>
    <p:sldId id="383" r:id="rId17"/>
    <p:sldId id="384" r:id="rId18"/>
    <p:sldId id="385" r:id="rId19"/>
  </p:sldIdLst>
  <p:sldSz cx="12192000" cy="6858000"/>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8" d="100"/>
          <a:sy n="78" d="100"/>
        </p:scale>
        <p:origin x="216"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1.wmf"/></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1-11-19T06:32:50.783"/>
    </inkml:context>
    <inkml:brush xml:id="br0">
      <inkml:brushProperty name="width" value="0.05292" units="cm"/>
      <inkml:brushProperty name="height" value="0.05292" units="cm"/>
      <inkml:brushProperty name="color" value="#FFFFFF"/>
    </inkml:brush>
  </inkml:definitions>
  <inkml:trace contextRef="#ctx0" brushRef="#br0">2327 13587 593 0,'0'0'204'16,"0"0"-204"-16,0 0 23 0,0 0-10 15,0 0 23-15,0 0 36 16,-16-4-34-16,14 4-37 16,-2 0 16-16,1 0-17 15,1 0 0-15,0 0 16 16,0 0-16-16,2 0-23 15,0 0 21-15,0 0 2 16,0 0-10-16,-5 0 10 16,2 0-66-16,-1 2-102 0</inkml:trace>
  <inkml:trace contextRef="#ctx0" brushRef="#br0" timeOffset="857.67">2242 13617 806 0,'0'0'77'0,"0"0"248"15,0 0-68-15,0 0-196 16,0 0-23-16,0 0-21 16,0 0 75-16,4 0-19 15,-4 0-60-15,0 0 82 16,0 0-69-16,3 0 18 16,-3 0 5-16,0 0-30 15,0 0 42-15,0 0-8 16,0 0-25-16,0 0 75 15,0 0-61-15,0 0 15 16,0 0-9-16,0 0-47 0,0 0 15 16,0 0-16-1,0 2 0-15,0 1-7 0,0-1 7 16,0 0 0-16,0-2-5 16,0 0 13-16,4 0 0 15,6 0-8-15,0 0 0 16,3-2 14-16,-1-5-14 15,-3 2 0-15,-5-2 13 16,-4 6-12-16,0-2 75 16,0 3-30-16,0 0 21 15,0 0 82-15,0 0-121 16,0 0-8-16,0 0-19 16,0 0 14-16,0 0-30 15,0 0 12-15,0 0-75 16,0 0 77-16,0 0-105 0,0 0 8 15,0 0-39 1,0 4-191-16,0 3-189 0</inkml:trace>
  <inkml:trace contextRef="#ctx0" brushRef="#br0" timeOffset="2468.19">3956 11989 732 0,'0'0'252'16,"0"0"-145"-16,0 0 25 16,0 0 86-16,0 0-99 15,0 0-23-15,0 0-35 16,0-4-46-16,0 4 50 16,0 0-47-16,0 0 1 0,0 0 73 15,0 0-71-15,0 0 1 16,0 0 3-16,0 0-17 15,0 0 45-15,0 0-43 16,0 0-9-16,0 0 65 16,0 0-60-16,0 0 22 15,0-2 9-15,0 2-37 16,0 0 93-16,0 0-54 16,0 0 11-16,0-2 81 15,0 2-21-15,-7-2-19 16,3-1-46-16,-2 3-16 15,4-3 7-15,-1 1-36 16,3 2 0-16,0 0-6 0,0 0 7 16,0 0-1-16,0 0 0 15,0 0 7-15,0 0-11 16,0 0 4-16,0 0 0 16,0 0-20-16,0 0 20 15,0 0-47-15,0 0-89 16,0 0-87-16,0 14-5 15,-2 9 43-15,-1-6-352 0</inkml:trace>
  <inkml:trace contextRef="#ctx0" brushRef="#br0" timeOffset="9099.61">7986 11943 965 0,'0'0'182'0,"0"0"-124"16,0 0-20-16,0 0 2 15,0 0 88-15,0 0-76 16,0 0 9-16,0-6 30 15,0 6-24-15,0 0 33 16,0 0-37-16,0 0-48 16,0 0 76-16,0 0-80 15,0 0 20-15,0 0 44 16,0 0-21-16,0 0 63 0,0 0-60 16,0-2-18-16,0 2 103 15,0 0-111-15,0 0-2 16,0 0 41-16,0 0-30 15,0 0 54-15,0 0-73 16,0 0-12-16,0 0 77 16,0 0-84-16,0 0 32 15,0 0 30-15,0 0-34 16,0 0 63-16,0 0-39 16,0 0-30-16,0-2 108 15,0-1-131-15,0 3 8 16,0 0-9-16,-6 0-57 15,-12 9-63-15,-2 7-486 0,2-6-1599 16</inkml:trace>
  <inkml:trace contextRef="#ctx0" brushRef="#br0" timeOffset="11328.78">6283 13643 763 0,'0'0'173'16,"0"0"-61"-16,0 0-40 16,0 0 3-16,0 0 60 0,0 0-96 15,0 0 23-15,0-3 55 16,0 1-10-16,0 2 17 15,0 0-29-15,0-2-21 16,0 2 75-16,0 0-83 16,0 0 1-16,0 0 10 15,-2 0-42-15,2 0 36 16,0 0-63-16,0 0 5 16,0 0 29-16,0 0-42 15,0 0 0-15,0 0 21 16,0 0-20-16,0 0 54 0,0 0-55 15,0 0 0 1,0 0 71-16,0 0-70 0,0 0 23 16,0 0 26-1,0 0-14-15,0 0 66 16,0 0-53-16,0 0-34 0,0 0 79 16,0 0-94-16,0 0 0 15,0 0 0-15,0 0-105 16,0 2-412-16,0 1-549 0</inkml:trace>
  <inkml:trace contextRef="#ctx0" brushRef="#br0" timeOffset="19233.91">2284 9767 861 0,'0'0'163'0,"0"0"-118"16,0 0-45-16,0 0-49 15,0 0 47-15,0 0-28 16,-9-15 23-16,7 15-1 16,0-3 16-16,2 1 2 15,0 2 45-15,0-2-45 16,0 2 62-16,0 0-71 15,0 0 1-15,0 0 5 16,0 0 2-16,0 0-5 0,0 0-4 16,0 0 1-1,0 0 96-15,0 0-48 0,0 0 47 16,0 0-3 0,0 0-54-16,0 0-4 0,0 0-35 15,0 0 1-15,0 0 59 16,0 0-21-16,0 0 17 15,0 0 15-15,0 0-8 16,0 0 53-16,0 0-40 16,0 0-35-16,0 0 74 15,0 0-92-15,0 0 19 16,0 0 21-16,0 0-29 16,0 0 50-16,0 0-59 0,0 0-24 15,0 0 87-15,0 0-76 16,0 0 24-16,0 0 15 15,0 0-36-15,0 0 49 16,0 0-64-16,0 0 19 16,0 0 23-16,0 0-35 15,0 0-7-15,0 0 41 16,0 0-29-16,0 0 47 16,0 0-57-16,0 0 10 15,0 0 64-15,0 0-70 16,0 0 20-16,0 0 26 15,0 0-52-15,0 0 90 0,0 0-56 16,0 0-22 0,-2-2 115-16,0 1-98 0,0-1 1 15,2 0 30-15,0 2-51 16,0 0 75-16,0 0-84 16,0 0 7-16,0 0-11 15,0 0 4-15,0 0-18 16,0 0 0-16,0 0-107 15,0 0 12-15,0 2-97 16,0 7-325-16,0 2 46 0</inkml:trace>
  <inkml:trace contextRef="#ctx0" brushRef="#br0" timeOffset="22722.74">4005 8562 400 0,'0'0'932'15,"0"0"-741"-15,0 0-119 0,0 0-59 16,0 0 29-16,0 0 72 16,0 0-94-16,0 0-11 15,0 0 10-15,0 0-18 16,0 0 33-16,0 0-31 15,0 0-3-15,0 0 93 16,0 0-58-16,2 0 44 16,1-4 3-16,-1-2 35 15,0 0 46-15,0 0-117 16,-2-2-6-16,2 2 106 16,-2 0-82-16,0 2-1 15,0-1 13-15,0 2-38 16,0 1 46-16,0 2-84 15,0 0 15-15,0 0 2 0,0 0-17 16,0 0 0-16,0 0-2 16,0 0 19-16,0 0-8 15,0 0-9-15,0 0 0 16,0 0 48-16,0 0-47 16,0 0 5-16,0 0-4 15,0 0 26-15,0 0-56 16,0 0 23-16,0 0-117 15,-2 26-147-15,-9 0-215 16,1 0-50-16</inkml:trace>
  <inkml:trace contextRef="#ctx0" brushRef="#br0" timeOffset="25282.85">6275 10182 675 0,'0'0'231'16,"0"0"-177"-16,0 0-30 16,0 0 50-16,0 0-17 15,0 0 41-15,0 0-55 16,-4 0-43-16,0 0 64 15,4 0-64-15,0 0 22 16,0 0-5-16,0 0-11 0,0 0 19 16,-2 0-25-1,2 0 7-15,0 0 25 0,0 0-22 16,0 0-8 0,-2 0 2-16,0 0-4 0,0 0-10 15,0 0-16-15,-1 0 26 16,1 0-6-16,0 0 7 15,2 0-1-15,0 0 48 16,0 0 11-16,0 0 42 16,0 0-53-16,0 0-38 15,0 0 66-15,0 0-62 16,0 0 30-16,0 0 35 16,0 0-26-16,0 0 42 15,0 0-85-15,0 0 8 16,0 0 7-16,0 0-19 15,0 0-6-15,0 0 1 0,0 0 17 16,0 0 23-16,0 0 3 16,0 0-20-16,0 0 63 15,0 0-47-15,0 0 14 16,0 0 18-16,0 0-52 16,0 0 116-16,0 0-66 15,0 0-26-15,0 0 77 16,0 0-62-16,0 0 4 15,0 0 15-15,0 0-77 16,0 0 87-16,0 0-88 16,0 0 0-16,0 0-28 15,0 0 28-15,0 0-66 0,0 0-104 16,0 3-405 0,0-2-252-16</inkml:trace>
  <inkml:trace contextRef="#ctx0" brushRef="#br0" timeOffset="26892.93">8007 8552 337 0,'0'0'649'0,"0"0"-526"16,0 0-16-16,0 0 47 16,0 0-6-16,0 0-2 15,0 0-37-15,2-2-67 0,-2 2 80 16,0 0-85-16,0 0-24 16,0 0 42-16,0 0-20 15,0 0 11-15,0 0 7 16,0 0-44-16,0 0 105 15,0 0-68-15,0 0 9 16,0 0 59-16,0 0-11 16,0 0 14-16,0 0-2 15,0-4-79-15,0 3 118 16,2-1-99-16,-2-1-5 16,0 3 41-16,0 0-59 15,0 0 17-15,0-2-49 0,0 2 9 16,0 0-3-16,0 0-6 15,0 0 0-15,0 0-22 16,0 0 13-16,0 0-26 16,0 0-77-16,0 0-160 15,0 7-387-15,0 0-667 0</inkml:trace>
  <inkml:trace contextRef="#ctx0" brushRef="#br0" timeOffset="29375.73">3954 11957 738 0,'0'0'227'0,"0"0"-118"15,0 0-5-15,0 0-20 16,0 0 17-16,0 0 31 16,0 0-84-16,0-16 58 15,0 14-53-15,0 0-6 16,0 2 40-16,0-2-25 16,0 2 18-16,0 0-4 15,0-2-34-15,0 2 90 16,0 0-84-16,-2-3-23 15,-1 3 31-15,3 0-41 16,-2-3 13-16,2 3-10 16,-2 0 7-16,2 0 10 15,0 0-35-15,0 0 0 0,0 0-8 16,0 0 16-16,0 0-8 16,0 0 0-16,0 0 1 15,0 0-14-15,0 0 13 16,0 8-3-16,0-2-8 15,0-3 12-15,0 3-1 16,0-5 0-16,0 1 8 16,7 0-8-16,-1-2 0 15,-1 0-27-15,0 0 20 16,-3 0 14-16,0 0-7 16,-2 0 0-16,0 0 8 15,0 0 58-15,0 0-65 16,0-4 35-16,-2-3 25 15,-5 2-37-15,-2 3-8 0,2 2-16 16,-3 0-98-16,-2 13 48 16,3 6-211-16,3 0-445 15</inkml:trace>
  <inkml:trace contextRef="#ctx0" brushRef="#br0" timeOffset="30377.05">4039 11971 849 0,'0'0'192'0,"0"0"-147"16,0 0 36-16,0 0-15 15,0 0-18-15,0 0 84 16,0 0-38-16,0 0 20 16,0 0 13-16,0 0-54 15,0 0 61-15,0 0-101 16,0 0-23-16,0 0 57 15,0 0-48-15,0 0 5 16,0 0 23-16,0 0-26 16,0 0 98-16,0 0-79 15,0 0-16-15,0 0 40 0,0 0-49 16,0 0-2 0,0 0-13-16,0 0 13 0,0 0 19 15,2 0-32 1,14 0 0-16,-1 0 19 0,5 0-13 15,5 0-6-15,-3 0 0 16,2 2-34-16,10 1 25 16,-7 2-231-16,-3-1-332 0</inkml:trace>
  <inkml:trace contextRef="#ctx0" brushRef="#br0" timeOffset="31103.05">4672 11976 700 0,'0'0'281'0,"0"0"-182"15,0 0 50-15,0 0-59 16,0 0 65-16,0 0-11 16,0 0-50-16,22 0 25 15,-17 0-15-15,-3 0-26 16,2 0 91-16,1 0-79 16,1 0-13-16,1 0-12 15,2 0-54-15,2 0 37 16,3 0-48-16,1 0 0 15,3 0-34-15,13 0 3 0,-4 0-197 16,-2 0-307-16</inkml:trace>
  <inkml:trace contextRef="#ctx0" brushRef="#br0" timeOffset="31703.45">5245 11993 620 0,'0'0'408'15,"0"0"-204"-15,0 0-40 16,0 0-45-16,0 0-8 15,0 0-35-15,0 0-75 16,40-5 67-16,-32 2-66 0,0 1-2 16,-4 2 40-1,5-2-9-15,-3 2 14 0,4 0-30 16,-2 0 5 0,1-2 5-16,3 2-25 0,-1 0-4 15,2 0-9-15,7 0-46 16,-5 0-93-16,-3 0-217 0</inkml:trace>
  <inkml:trace contextRef="#ctx0" brushRef="#br0" timeOffset="32289.1">5893 11959 1164 0,'0'0'348'16,"0"0"-242"-16,0 0 38 15,0 0-27-15,0 0-10 0,0 0-1 16,0 0-47-16,65 0 25 16,-47 0-81-16,5 0 16 15,2 0-6-15,2 0-13 16,16 0-94-16,-9 0-165 16,-3 0-639-16</inkml:trace>
  <inkml:trace contextRef="#ctx0" brushRef="#br0" timeOffset="33212.71">6643 11969 892 0,'0'0'211'0,"0"0"-140"16,0 0 78-16,0 0 80 15,0 0-90-15,0 0-33 16,0 0-18-16,0-5-25 16,2 5 56-16,2 0-28 15,2 0-44-15,4-2 117 16,1 2-127-16,2 0-2 16,1 0 6-16,-1 0-41 0,5 0 8 15,-1 0-8 1,8 0-81-16,10 2 16 0,-6 1-236 15,-2-1-348-15</inkml:trace>
  <inkml:trace contextRef="#ctx0" brushRef="#br0" timeOffset="33971.71">7287 11979 1088 0,'0'0'311'0,"0"0"-231"16,0 0 118-16,0 0-84 16,0 0 4-16,0 0 20 0,0 0-78 15,89-3-13 1,-67 3-47-16,0 0 12 0,17 0-30 15,-8 0-186-15,-2 0-474 0</inkml:trace>
  <inkml:trace contextRef="#ctx0" brushRef="#br0" timeOffset="34376.87">7797 11985 838 0,'0'0'271'16,"0"0"-138"-16,0 0-55 0,0 0-78 16,0 0-39-16,118 0-69 0</inkml:trace>
  <inkml:trace contextRef="#ctx0" brushRef="#br0" timeOffset="35486.94">3963 11964 426 0,'0'0'150'16,"0"0"-128"-16,0 0 11 16,0 0 75-16,0 0 82 0,0 0 3 15,0 0-51 1,-7 1 95-16,7-1-99 0,0 0-30 15,0 0 12-15,0 0-49 16,0 0 40-16,0 0-25 16,0 0-37-16,0 0 89 15,0 0-95-15,0 0 18 16,0 0 33-16,0 0-47 16,0 0 31-16,0 0-78 15,-2 0 16-15,-7 8-2 16,-4 4-14-16,-9 8 0 15,-3 4-11-15,-8 6-23 16,-19 11-69-16,10-8-187 0,1-6-449 16</inkml:trace>
  <inkml:trace contextRef="#ctx0" brushRef="#br0" timeOffset="36022.25">3557 12305 1113 0,'0'0'308'16,"0"0"-164"-16,0 0 50 15,0 0-83-15,0 0-52 16,0 0 49-16,0 0-91 16,-80 80-8-16,62-59-9 15,-9 5-58-15,3-5-115 16,2-6-785-16</inkml:trace>
  <inkml:trace contextRef="#ctx0" brushRef="#br0" timeOffset="36645.94">3202 12683 747 0,'0'0'721'16,"0"0"-536"-16,0 0-90 15,0 0-19-15,0 0 41 16,0 0-61-16,0 0-49 16,-79 84 35-16,60-62-42 15,-7 10-102-15,2-7-217 0,3-4-969 0</inkml:trace>
  <inkml:trace contextRef="#ctx0" brushRef="#br0" timeOffset="37124.46">2897 13032 1179 0,'0'0'277'0,"0"0"-174"16,0 0 53-16,0 0-78 15,0 0-47-15,0 0 19 16,0 0-50-16,-133 122-32 16,106-96-151-16,0-6-633 0</inkml:trace>
  <inkml:trace contextRef="#ctx0" brushRef="#br0" timeOffset="37629.6">2498 13353 1234 0,'0'0'376'0,"0"0"-277"16,0 0-35-16,0 0 13 15,0 0-40-15,0 0-6 0,0 0-31 16,-106 120-10 0,87-90 1-16,4-6-209 0,1-5-660 0</inkml:trace>
  <inkml:trace contextRef="#ctx0" brushRef="#br0" timeOffset="40705.71">2356 13654 656 0,'0'0'273'0,"0"0"-148"16,0 0 84-16,0 0-44 16,0 0-56-16,0 0 0 15,0 0-43-15,4-3-20 16,-1 2-28-16,-3 1-9 16,2 0 38-16,0-3-46 15,0 2-1-15,0-2 44 16,0 0-43-16,1 1 19 15,1-3 1-15,-2 3-15 16,3 0 64-16,-3 0-58 0,1 1 27 16,-1-1 7-16,2 0-33 15,0-1 18-15,3 1-31 16,0 0 10-16,0 1-7 16,1 1-3-16,1-2 0 15,1 2-4-15,-2 0 14 16,1 0-6-16,3 0-4 15,-2 0 0-15,1 0-16 16,1 0 16-16,1 0-12 16,1 0 12-16,1 0 0 15,1 0-16-15,1 0 16 0,2 2-26 16,-4-1 1-16,3 1 13 16,-3 0 6-1,1 1-1-15,-1-3 14 0,3 2-11 16,1-2 4-16,-2 2 0 15,1-2-20-15,-3 0 20 16,3 1-28-16,1 1 13 16,-4 2-9-16,3-4 11 15,-1 3 7-15,4-3 6 16,-1 0 3-16,-1 0-3 16,0 0-8-16,0 0 0 15,-1 0 16-15,1 0-22 16,-2 0 6-16,-1 0-25 15,1 0 11-15,-1 0 22 0,-1 0 0 16,-1 0-11-16,-1 0 22 16,-1 0 14-16,-1 0-25 15,0 0 0-15,0 0-9 16,0 0 9-16,0 2-13 16,3 0 11-16,-1-2 4 15,1 1-4-15,1-1 2 16,3 0 0-16,-1 2-7 15,6-2 7-15,-3 0-29 16,5 0 1-16,-1 0-36 16,3 0 43-16,-1 0-14 15,-1 0 35-15,-2 0-13 16,-2 0 13-16,0 0 0 16,-1-2-1-16,-3 2 16 0,4 0-8 15,-3 0-7-15,-1 0 0 16,1 0-1-16,0 0 1 15,-2 0 0-15,1 0-2 16,1-1 11-16,1 1-15 16,-2 0 6-16,1-2 0 15,-1 0-12-15,2-1 12 16,-3 3 0-16,-1 0 0 16,-2 0 12-16,1 0-15 15,-1 0 3-15,-2 0-3 16,0 0-16-16,0 0 19 15,1 0 0-15,1 0-7 16,0 0 17-16,0 0-16 0,4-2 6 16,-2 0-16-16,5 0 3 15,-1 1-19-15,4-3-4 16,-3-1 26-16,3 3 5 16,-4-1-9-16,0 0 14 15,-2 1 0 1,1 0-2-16,0 2 3 0,0 0-1 15,-2-1 0-15,3 1 9 16,-1 0-6-16,1-3-3 16,0 3-4-16,1 0-11 15,-1 0 24-15,-2 0-9 16,-3 0 0-16,-1 0 11 0,0 0 1 16,-2 0-12-16,-2 0-4 15,0 0 2-15,0 0 2 16,-2 0-1-16,-1 0-9 15,1 0-17-15,0 0 3 16,0 0 8-16,-1 0 4 16,3 3 5-16,0-2 7 15,0 3 0-15,2-1 0 16,3-3 0-16,-1 2-25 16,1-1-24-16,-2-1-37 15,1 2 18-15,1 0 0 16,-3 3 25-16,-1-3 31 15,1-1 12-15,-3 3 0 0,1-2 0 16,5 1 0 0,-1-3-8-16,1 2 9 0,1-2-1 15,3 0 0-15,-3 0 9 16,1 0-9-16,-1 0 0 16,1 0-3-16,-1 0-7 15,-1 0 11-15,1 0-1 16,-1 0 0-16,1 0 7 15,-1 0-33-15,-1 0 6 16,-1 0-53-16,1 0 62 16,1 0-2-16,-1 0 13 15,0 0 0-15,1 0 0 16,-4 0 6-16,4 0 1 16,-3 0 14-16,0 0 7 15,-1 0-28-15,0 0 29 16,3 0-6-16,-1 0-17 15,1 0 13-15,1 0-19 0,-1 0 0 16,-4 0 41-16,0 0-34 16,-5 0 33-16,3 0-24 15,-3 0-7-15,1 0 1 16,2 2-10-16,-1 1-32 16,5 0 26-16,-1-2 6 15,1-1-1-15,2 0 1 16,1 0 0-16,-2 0 29 15,2 0-13-15,-1 0 1 16,-2 0-1-16,3 0-7 0,-3 0 1 16,1 0-10-16,1 0-22 15,-3 3 5-15,2-2 10 16,3 2-12 0,1-2 17-16,2 2 2 0,0-2-8 15,0 2 8-15,-3-3 0 16,3 1-3-16,-3-1 3 15,2 5-2-15,-5-5-14 16,2 0-26-16,-1 0 19 16,-2 0-22-16,3 0 45 15,-1 0-4-15,3 0 5 16,-3 0-1-16,3 0 0 16,-3 0-7-16,1 0 6 0,-1 0-44 15,-2 0-72-15,5 2-12 16,-5 1-126-16,0-1-238 0</inkml:trace>
  <inkml:trace contextRef="#ctx0" brushRef="#br0" timeOffset="41087.71">6283 13689 179 0,'0'0'374'16,"0"0"-231"-16,0 0-5 15,0 0-14-15,0 0-70 16,0 0-31-16,0 0-23 15,132 0-40-15,-116 0-127 0</inkml:trace>
  <inkml:trace contextRef="#ctx0" brushRef="#br0" timeOffset="43670.02">8032 12008 704 0,'0'0'220'0,"0"0"-136"16,0 0 4-16,0 0 23 15,0 0-73-15,0 0 50 16,0 0-8-16,-12-7-9 16,12 7 67-16,0 0-37 15,0 0 3-15,-2 0 0 16,-3 0-65-16,1 0 65 15,0 0-104-15,-4 0 10 16,2 0 13-16,-3 0-22 16,-2 2 10-16,0 6 7 15,-2 3-6-15,-1 1 79 16,-4 0-72-16,2 1-18 0,-1 1 48 16,-1 0-48-1,3 0 18-15,-1 2-19 0,3-2 15 16,1 1-6-16,3-1-9 15,-1-1-1-15,0 0-7 16,1-1 9-16,1 2-1 16,-2-4 0-16,1 3 11 15,1-1-3-15,-2-3-8 16,2 2-5-16,-1 1-7 16,0-1 18-16,-2-1-6 15,2 0 0-15,0 0 13 16,2 0-13-16,-2 2 0 15,3-3-2-15,-1 3-6 0,0-1 16 16,0 0-8 0,1 1 0-16,-1 0 12 0,-1 0 3 15,-4-1-15-15,1 3 0 16,-1-2 11-16,2 1-4 16,-1 1-1-16,-1-5-6 15,1 3 7-15,3-2-5 16,-2-1-2-16,2 1 0 15,-1 0 1-15,-3 2 7 16,1 0-1-16,1 2-7 16,-2-1 1-16,-1 0 1 15,2 0-2-15,-3 2 0 16,1-3-2-16,-1 2 9 16,1 0 11-16,-3 0-18 15,3 0 0-15,-1 0 9 16,1-2-9-16,5 0 0 15,0-4-4-15,2 2 16 0,-1-1-9 16,1 0-3-16,-1 1 0 16,-2 0-8-16,0 0 8 15,1-1 0-15,-2-2 0 16,4 3 14-16,-3-3 21 16,0 1-35-16,0 0 0 15,0-2-1-15,0 2 1 16,0-1 0-16,0 2 0 15,-2 0 7-15,2 2 5 16,-2-3-12-16,2 1 0 0,0 0 6 16,0 1-6-16,-2 0 0 15,3 0-10-15,-4 2 29 16,1 0-15-16,-1-3-4 16,2 3 0-16,-1 1-7 15,1-3 7-15,-1 1 0 16,1-2-9-16,-2 1 24 15,3-2-8-15,-2 2-7 16,2-1 0-16,0-2-4 16,-2 1 4-16,0 1 0 15,2-4-9-15,-2 3 22 16,4-1-5-16,-2 0-8 16,3 0 0-16,1-2-8 0,-1 2 8 15,1-2 0-15,-2 3-10 16,1 0 22-16,-1 1-3 15,-2-2-9-15,0 4 0 16,0-1-11 0,1-2 11-16,-2-1 0 0,4 1-9 15,-1 1 27-15,1-2-15 16,-2 2-3-16,4-2 0 16,-3 1-3-16,1 0 3 15,-1 1 0-15,0-1-9 16,1-1 24-16,-3 2-18 15,5-1 3-15,-4 0 0 16,0 1-4-16,1 0 4 16,1 1 0-16,-1 0-8 15,0-1 17-15,0-1-1 0,3-1-8 16,0-2 0-16,-1-2-9 16,3-1 9-16,-1 0 0 15,1 0-1-15,-3 3 12 16,1 0-4-16,-2 2-7 15,-3 2 0-15,2 2-16 16,-2-4 16-16,0 3 0 16,1-1-1-16,0-2 13 15,2 1-8-15,-1 0-4 16,3-2 0-16,0 0-12 16,-2-2 12-16,4 3 0 15,-2-2 0-15,-3 2 12 16,3-2-18-16,-2 3 6 15,-4 0 0-15,-1 1-3 16,-3-2 3-16,-1 2 0 0,-1 0 0 16,-1 3 10-16,-3 1-26 15,2-1 16-15,0 0-70 16,0 0 43-16,-6 6-112 16,6-9-182-16,3 0-424 0</inkml:trace>
  <inkml:trace contextRef="#ctx0" brushRef="#br0" timeOffset="44776.33">5719 13668 613 0,'0'0'75'0,"0"0"-33"16,0 0-34-16,0 0 69 15,0 0 99-15,0 0-76 16,0 0 6-16,58 0-24 15,-48 0-12-15,3 0 50 16,3-5-99-16,1 1-20 16,1 0-2-16,2 0 10 15,-4 3 6-15,-1 1-15 16,-1-3 0-16,-6 3 47 16,1 0-46-16,1 0 27 15,-2 0-18-15,1 0 2 0,3 0-3 16,-4 0-9-16,1 0 0 15,3 0-7-15,-4 0 7 16,3 0 0-16,1 0-6 16,1 0 16-16,1 0-7 15,-1 0-3-15,0 0-35 16,1 0 34-16,-2-1-53 16,-2 1 41-16,-1 0 12 15,-3 0 2-15,-1 0 3 16,-1 0-4-16,-1 0 0 15,1 0 2-15,1 0-2 16,1 0 0-16,3 0-1 0,0 0-19 16,4 1-22-16,-2 2-90 15,9-3-23-15,-3 0 51 16,-5 0-224-16</inkml:trace>
  <inkml:trace contextRef="#ctx0" brushRef="#br0" timeOffset="44896.07">6435 13627 527 0,'0'0'0'0</inkml:trace>
  <inkml:trace contextRef="#ctx0" brushRef="#br0" timeOffset="48574.59">4016 8640 546 0,'0'0'260'0,"0"0"-104"16,0 0-36-16,0 0 22 15,0 0-23-15,0 0 61 16,0 0-83-16,0-12-30 16,0 11 79-16,0-2-68 15,0 3 7-15,0 0 18 0,0 0-25 16,0 0 24-16,0 0-51 16,0 0-27-16,0 0 92 15,0 0-94-15,0 0 17 16,0 0 35-16,0 0-35 15,0 0 20-15,0 0-59 16,0 0 8-16,0 0-8 16,0 0 0-16,0 0-17 15,0 0 17-15,0 4-8 16,0 17-3-16,0 3 11 16,-2 6 0-16,-2 3-28 15,-3 6 28-15,-5 21-155 16,-1-9-137-16,1-5-362 0</inkml:trace>
  <inkml:trace contextRef="#ctx0" brushRef="#br0" timeOffset="49192.25">3963 9326 995 0,'0'0'369'15,"0"0"-212"-15,0 0-132 16,0 0 2-16,0 0 5 16,0 0-16-16,0 0 158 15,3 27-101-15,-3-12-10 16,0 9 24-16,0 5-58 0,-3 3-12 16,-2 4-17-16,-1 14-93 15,1-11-133-15,3-7-679 0</inkml:trace>
  <inkml:trace contextRef="#ctx0" brushRef="#br0" timeOffset="49710.25">3898 9904 743 0,'0'0'519'0,"0"0"-326"0,0 0-28 15,0 0-55-15,0 0-87 16,0 0 90-16,0 0-80 16,7 0 5-16,-7 0 6 15,0 2-36-15,0 2 17 16,0 4-25-16,0 6 6 16,0 4 51-16,0 4-57 15,0 3 0-15,0 6-1 16,0 13-59-16,0-6-132 15,-5-6-390-15</inkml:trace>
  <inkml:trace contextRef="#ctx0" brushRef="#br0" timeOffset="50467.11">3914 10692 897 0,'0'0'368'0,"0"0"-247"15,0 0-54-15,0 0-20 16,0 0 34-16,0 0 75 16,0 0-95-16,-16 55 42 15,12-32-103-15,-1 0 9 16,3 3-23-16,0 6-44 15,2-5-235-15,-2-5-810 0</inkml:trace>
  <inkml:trace contextRef="#ctx0" brushRef="#br0" timeOffset="51002.02">3929 11090 393 0,'0'0'743'0,"0"0"-564"16,0 0-63-16,0 0 17 15,0 0-26-15,0 0-9 16,0 0-29-16,5 67-41 15,-5-42 42-15,-2 7-70 16,-3-6-26-16,1 11-52 16,1-10-198-16,1-8-321 0</inkml:trace>
  <inkml:trace contextRef="#ctx0" brushRef="#br0" timeOffset="51527.4">3974 11492 928 0,'0'0'169'0,"0"0"-17"15,0 0 17-15,0 0-31 16,0 0 47-16,0 0-78 15,0 0-16-15,0 63 8 0,0-43-72 16,0-1 19-16,0 1-46 16,0 2-15-16,0-2 2 15,0 8-122-15,0-7-185 16,0-4-480-16</inkml:trace>
  <inkml:trace contextRef="#ctx0" brushRef="#br0" timeOffset="53768.67">2242 9740 897 0,'0'0'498'16,"0"0"-392"-16,0 0-16 16,0 0-24-16,0 0 40 15,0 0-37-15,0 0 0 16,0-5 29-16,0 5-21 16,0 0 6-16,0-2 3 15,0 2-60-15,0-2 73 16,0 0-93-16,0-1-4 15,0 0 36-15,0 1-37 16,-6 2 15-16,-2 0-16 0,0 0 9 16,-3 0-16-16,-1 0 7 15,3 8 0-15,1 5-5 16,3-3 13-16,5-1 3 16,0-3-11-16,0 1 18 15,3-6 19-15,10-1-37 16,3 0 0-16,-1 0 16 15,-1-6-16-15,-6-3 0 16,-1-4-16-16,-5 4-33 16,-2 0 28-16,0 6-86 15,0 3-91-15,-9 0-43 0,-1 0-427 16</inkml:trace>
  <inkml:trace contextRef="#ctx0" brushRef="#br0" timeOffset="58850.02">2175 11598 159 0,'0'0'750'0,"0"0"-585"16,0 0-84-16,0 0 70 15,0 0-6-15,0 0-38 16,0 0 30-16,3 0-109 15,-3 0-27-15,0 0 18 16,0 0-17-16,0 0 39 16,0 0-6-16,0 3-18 0,2 2 90 15,-2-1-73-15,0 1 20 16,2 4-8-16,0 0-45 16,0 0 30-16,0 3-31 15,-2 1 0-15,3-1 15 16,-3 2-2-16,0-2-13 15,2 0 43-15,-2 0-43 16,0-1 42-16,2 0-42 16,-2 1 1-16,0 0-4 15,0 0 3-15,0-2 0 16,0 2 0-16,2-2 12 16,0-3-17-16,1 1 5 15,-3 1 0-15,3-3 2 16,-1 0-2-16,-2 2-1 15,0-2 0-15,2 4 2 0,-2-2 5 16,2 2-6-16,-2 0 0 16,2 1 2-16,-2 1-2 15,0-1 0-15,0-1-6 16,0 1 18-16,0-2-11 16,0 3-1-16,0-2 0 15,0 2 7-15,0 0-7 16,0 0 0-16,0 0-7 15,0-2 22-15,0 0-15 16,0-2 0-16,0 1 0 0,0-4-5 16,0 1 5-16,-2 1 0 15,2-2 0-15,0 2 16 16,0-1-7-16,0-1-9 16,0 2 0-16,0 0 2 15,0 1-2-15,0 1 0 16,0-1-1-16,0 0 10 15,0 2-9-15,0-2 0 16,0 2 0-16,0 0-6 16,0 0 6-16,0 2 0 15,0-3 0-15,0 3 13 16,0-1-10-16,-2 1-3 16,2 0 0-16,-2 2-6 0,2-2 7 15,-2 0-1 1,2-2 0-16,-3 0 14 0,3-2-17 15,0 2 3-15,0 0 0 16,0 0-6-16,0 2 7 16,0 0-1-16,0 0 0 15,0 3 15-15,0-3-12 16,0 0-3-16,0-3-7 16,0 1-4-16,0-2 17 15,0 1-6-15,0 1 0 16,0-5 12-16,0 4-13 15,0-1 1-15,0-3 0 16,0 4 7-16,0-1 0 0,0-1-7 16,0 4 0-1,0-1 2-15,0 2 7 0,-3-2-9 16,-1 2-3-16,2-2-5 16,0 0 9-16,2-2-1 15,0 0 0-15,0 2 9 16,0-2-6-16,0 1-3 15,0 0-3-15,0-1-3 16,-3 0 8-16,3-1-2 16,0 2 0-16,-2-1 6 15,2 1-3-15,-2-2-3 16,2 1 0-16,0 0-11 16,0 1 17-16,0-2-6 15,0 3 0-15,0-1 8 16,-2 0-11-16,2 2 3 15,0-1 0-15,0-1-5 16,0 1 7-16,-2 0-2 16,2 1 0-16,0-1 1 0,-2 0 1 15,2-1-2-15,-3 1 0 16,3 1-6-16,-2-3 13 16,2 0-4-16,0-1-3 15,0-2 1-15,0 0-9 16,0-1 8-16,0 1-1 15,0 0-7-15,0 0 16 16,0 1-3-16,0 0-5 16,0 0 0-16,0 0-12 15,0-1 12-15,0 4 0 16,0-3-12-16,0 0 24 16,0 0-5-16,0-1-7 0,0 2 0 15,0-2-10-15,0 2 10 16,0 0 0-16,0-2-9 15,0 2 21-15,0-2-11 16,0 1-1-16,0 0 0 16,0 0-3-16,0 3 3 15,0-2 0-15,0 0-10 16,0 0 22-16,0-1-12 16,0 2 0-16,2-2 0 15,-2 2-5-15,0-2 5 0,3 0 0 16,-3 0-6-1,0-1 15-15,0 0-6 0,0 2-3 16,0-4 0-16,2 3-7 16,-2-2 7-16,0 3 0 15,0-4-1-15,0 1 11 16,0 3-10-16,0-4 0 16,0 1 0-16,0 1-12 15,0-1 12-15,0 0 0 16,2 1-8-16,-2-3 19 15,0 3-15-15,0-2 4 16,0-1 0-16,0 0-16 16,2 1 16-16,-2-1 0 15,0 0-1-15,2 0 7 16,-2-1-9-16,0 3 3 0,0 1 0 16,0-2-9-16,0 3 9 15,0 1 0-15,0-2-1 16,0 4 12-16,0-2-10 15,0 2-1-15,0-2 0 16,0 2-4-16,0-1 4 16,0 0 0-16,0-3-9 15,0 4 19-15,0-4-8 16,0 2-2-16,0-2 0 16,0 4-14-16,0-3 14 15,0-1-16-15,0 0-11 16,2-1-8-16,-2-1 20 15,3-3 15-15,-3 0 0 0,0 3-12 16,0-3 12-16,0 0 0 16,0 2-1-16,0-2 2 15,0 2 3-15,0 0-4 16,0 0 0-16,0 1-7 16,0 2 19-16,0-1-12 15,0-1 1-15,2 2 15 16,-2 1-1-16,0-2-15 15,0 1 0-15,0-2-7 16,0 1 7-16,2 1 0 16,-2-2 0-16,0 3 11 15,0-1-10-15,0 2-1 0,0-1 0 16,0 1-10 0,0-2 10-16,0-1 0 0,0-1 0 15,0 4 15 1,0-2-39-16,0 0 24 0,0 1-77 15,0 4 11-15,0-4-117 16,-2-2-357-16</inkml:trace>
  <inkml:trace contextRef="#ctx0" brushRef="#br0" timeOffset="59528.97">2202 13593 808 0,'0'0'225'0,"0"0"-109"15,0 0-96-15,0 0-20 16,0 0-10-16,0 0-151 0</inkml:trace>
  <inkml:trace contextRef="#ctx0" brushRef="#br0" timeOffset="62395.98">4047 8514 104 0,'0'0'679'16,"0"0"-464"-16,0 0-48 15,0 0 5-15,0 0-24 16,0 0-27-16,0 0-31 16,27-12-58-16,-27 12-32 15,0 0-44-15,0 0-165 16,0 0-145-16</inkml:trace>
  <inkml:trace contextRef="#ctx0" brushRef="#br0" timeOffset="66909.16">8047 8557 694 0,'0'0'267'0,"0"0"-39"15,0 0-86-15,0 0 27 16,0 0-8-16,0 0-47 16,0 0 50-16,0 0-57 15,0 0-49-15,0 0 97 16,0 0-124-16,0 0-23 15,0 0-2-15,0 0 6 0,0 0-5 16,0 0-7 0,0 0-36-16,0 0 28 15,0 0-130-15,0 3-13 16,0 7 40-16,0 0-70 16,-2-1-321-16</inkml:trace>
  <inkml:trace contextRef="#ctx0" brushRef="#br0" timeOffset="67208.28">8047 8557 41 0</inkml:trace>
  <inkml:trace contextRef="#ctx0" brushRef="#br0" timeOffset="67448.88">8047 8557 41 0,'-19'39'950'0,"19"-41"-755"0,4 2-86 0,-4-2-20 0,2 2 45 0,-2 0-2 15,0 0-88 1,0-2 47-16,0 2-68 0,0 0 6 16,0 0 65-16,0 0-44 15,2 0 27-15,-2 0 1 16,0 0-60-16,0 0 97 15,0 0-115-15,0 0 12 16,0 0-9-16,0 0-3 16,0 0 0-16,0 0 0 15,2 0 0-15,0 0 7 16,-2 6-7-16,2 1-26 16,-2-2 20-16,0 4-49 15,0-4-8-15,0 5-51 0,0-4-182 16,0-4-288-16</inkml:trace>
  <inkml:trace contextRef="#ctx0" brushRef="#br0" timeOffset="68960.34">8067 8560 631 0,'0'0'261'15,"0"0"-204"-15,0 0-20 16,0 0 86-16,0 0-21 16,0 0 18-16,0 0 39 15,0 0-84-15,0 2 40 16,0-2-34-16,0 0-47 0,0 2 36 16,0 0-68-16,0 4 11 15,0 0 6-15,-2 2-3 16,2 0 44-16,0 2-54 15,0 3 1-15,0-2 46 16,0 3-42-16,0 1 4 16,-2 3-12-16,2-3 25 15,-2 3 3-15,-2 0-31 16,2-1 0-16,0 1 64 16,0-2-42-16,0 0 2 15,2-2-24-15,0 0 25 16,0 0-3-16,0 0-22 15,0 2 0-15,0 0-4 16,0 0 4-16,-2 0 0 16,-3 3-1-16,3-7 14 0,0 5 18 15,0 0-31 1,2-3 0-16,0 1 7 0,0-3-7 16,0 3 0-16,0-3-1 15,0-1 13-15,0 1-15 16,0 2 3-16,0-1 0 15,0-1 0-15,0-1 9 16,0 1-6-16,0 1-3 16,0-3 18-16,0 2-2 15,0-2-16-15,0 0 0 16,0 0-4-16,0-3 4 16,0 4 0-16,0-5 0 15,0 0 7-15,0 0-8 0,0-3 1 16,0 2 0-16,0-1 14 15,0 1-12-15,0-2-1 16,0 3-1-16,0-3 15 16,0 0-15-16,0-3 0 15,0 2 0-15,0-2-12 16,0 0 22-16,0 0-10 16,0 0 0-16,0 0 6 15,0 0-49-15,0 0-7 16,0 0-122-16,0 0-56 15,0 0-346-15</inkml:trace>
  <inkml:trace contextRef="#ctx0" brushRef="#br0" timeOffset="71839.73">8074 9249 821 0,'0'0'318'0,"0"0"-143"16,0 0-37-16,0 0 22 15,0 0-43-15,0 0-95 16,0 0 62-16,2 3-84 16,-2-1 0-16,0 5 24 15,0 0 9-15,0 3 17 16,0 2-32-16,2 3-8 16,-2-1 66-16,0 1-64 15,2 2 1-15,-2-3 25 16,0 2-37-16,0 2 35 0,2-3-36 15,-2 2 0-15,0-2 11 16,0 1-11-16,0 1 0 16,0 1 8-16,0 0-2 15,0 2 3-15,0-3-9 16,0 2 0-16,0-3-8 16,0 0 8-16,0 0 0 15,0-4 0-15,0 2 11 16,0-2 0-16,0-1-11 15,0 1 0-15,0-1-11 16,0 1 11-16,0 0 0 16,0-1-11-16,2 3 23 15,-2-2-10-15,0 1-2 0,2 1 0 16,-2-2-3-16,0 0 3 16,0 0 0-16,3 1-8 15,-3-1 21-15,0-3 4 16,0 3-17-16,0 1 0 15,0-4 6-15,3 3-6 16,-3-1 0-16,0 1 12 16,0 0-3-16,0 2 4 15,0-2-13-15,0 2 0 16,0-2-3-16,2 3 3 16,0-1 0-16,-2-1-6 15,0 1 18-15,0-2-12 16,0 2 0-16,0 0 0 0,0 0 15 15,0 2-8 1,0-2-7-16,0 2 25 0,0 0-16 16,0 1 12-16,0-3-21 15,0 1 0-15,0 2-2 16,0-1 2-16,0 0 0 16,0 0-1-16,-2 0 13 15,0 0-10-15,-1 1-2 16,3-3 0-16,-3 5 15 15,3-3-15-15,0 0 0 16,0 0-8-16,0 0 26 16,0 0-15-16,0 1-3 15,0-2 0-15,0-1-2 16,0 2 2-16,-2-2 0 0,0 0-1 16,2 3 12-16,0-3-5 15,0-1-6-15,0 1-5 16,0 1-7-16,0-1 13 15,0 0-1-15,0 1 0 16,0 2 15-16,-2 1-14 16,0-2-1-16,0 1 0 15,0 3-9-15,-1-6 9 16,1 3 0-16,0-1-7 16,0-2 23-16,0 2-14 15,0-2-2-15,-4 2 0 16,4-2-11-16,-2 2 11 15,2-2 0-15,0 0 0 16,-1 0 11-16,3 0-11 0,-2-2 0 16,2 2-2-1,0 1-8-15,-2-3 11 0,0 2-1 16,0-1 0-16,0 4 11 16,2-3-11-16,-4 2 0 15,2-2 0-15,2 0-17 16,-2 2 25-16,0-2-8 15,0 2 0-15,0-2 7 16,-1 0-8-16,-1 0 1 16,2 0-3-16,-2 0-5 15,-1 1 8-15,0-4 0 16,3 4 0-16,0-6 7 16,0 2-13-16,2-2 6 0,0 1 0 15,0 0-13 1,0-1 15-16,0 0-2 15,0 2 0-15,0-1 7 0,-3-1-11 16,1 3 4-16,0 0 0 16,-2 2-11-16,2-2 22 15,0 3-6-15,2-5-5 16,0 2 0-16,0-3-5 16,0 2 5-16,0-4-3 15,0 4-5-15,0-1 16 16,0-3 1-16,0 4-9 0,0 1 0 15,0-3-10 1,0 2 10-16,0-2 0 0,0 0-8 16,0-1 17-16,2 1-3 15,-2-2-6-15,2-2 0 16,-2 4-6-16,0-1 6 16,2-2 0-16,-2 2-7 15,0-2 24-15,0 3-17 16,0-4 0-16,0 3 0 15,0-1-1-15,2 0 1 16,-2 0-3-16,0 0-7 16,0-1 20-16,0 2-3 15,2-2-7-15,-2 3 0 16,2-1-17-16,-2-1 17 16,3 1 0-16,-3 1-1 0,2-2 17 15,0 1-17-15,0 3 1 16,-2-3 0-16,2 2 0 15,-2-3 0-15,0 4 0 16,0-3-12-16,0 2 28 16,0 0-16-16,0 2 0 15,0-3 0-15,0 0-4 16,0 1 4-16,-2 0 0 16,-2 0-9-16,-1 2 22 15,1-2-20-15,-2 2 7 16,1-1-104-16,0-4 4 15,3-3-160-15,2-4-317 0</inkml:trace>
  <inkml:trace contextRef="#ctx0" brushRef="#br0" timeOffset="76720.7">4092 8538 375 0,'0'0'391'0,"0"0"-176"15,0 0-83-15,0 0 83 16,0 0-59-16,0 0-39 15,0 0-7-15,0-7-43 16,0 7 41-16,0-3-27 16,0 3-5-16,0 0 83 0,0-2-109 15,0 2-6 1,0 0 10-16,0 0-37 0,0-2 35 16,0 2-52-16,3-2 2 15,3 0 16-15,5 2-18 16,1 0 0-16,-2 0-12 15,4 0 25-15,1 0-8 16,4 0-5-16,-2 0 0 16,1 0-9-16,3 0 9 15,-2 0 0-15,-1 0-2 16,3 0 10-16,-6 0-8 16,1 0 0-16,-1 0 0 0,-2 0-14 15,3 4 14 1,0 3-4-16,-1-4-2 0,5 1 12 15,0 1-12-15,2-3 6 16,1-2 0-16,2 0-9 16,-4 0 9-1,2 0 0-15,-3 0-7 0,-5 0 20 16,1 0-15-16,-5 1 2 16,1 1 0-16,-1 2-22 15,2 1 22-15,1-2-15 16,1 1 14-16,3 1 2 15,-1-4-9-15,4-1 8 16,1 0 0-16,1 0-10 16,0 0 10-16,0 0 0 15,2 0 0-15,-5 0 14 0,-1 0-12 16,-2 0-2 0,-5 0 0-16,2 0-18 0,-3 0 19 15,2 0-1-15,1 0 0 16,1 0 10-16,3 0-6 15,5 0-4-15,2 0-7 16,-2 0 0-16,2 0 8 16,0 0-1-16,-3 0 0 15,0 0 10-15,-2 0-6 16,-1 0-4-16,0 0 0 16,1 0-9-16,1 0 10 15,-2 0-1-15,2 0 0 16,-1 0 10-16,-1 0-4 0,4 0-6 15,0 0 0-15,1 0-4 16,2-1 16-16,3-2-12 16,2 1 0-16,0 2 9 15,4-2-5-15,-4 0-4 16,0 0-1-16,-2 2-7 16,-3-1 16-16,1 1 2 15,-2-2-10-15,-1 2 19 16,1 0-2-16,0 0-17 15,-2 0-2-15,4 0-5 16,0 0 13-16,-2 0-6 16,2 0 0-16,-2 0 8 0,1 0-5 15,0 0-3 1,1 0 0-16,-2 0 0 0,0 0 8 16,-1 0-4-16,-2 0-4 15,3 0 0-15,-5 0-3 16,3 0 3-16,-4 0 0 15,1 0-9-15,-1 0 21 16,0 0-8-16,-1 0-4 16,2 0 0-16,2 0-4 15,1 0 4-15,-1 0 0 16,2 0-5-16,-1 0 14 16,1 0-6-16,1 0-3 15,2 0 0-15,-2 0-3 16,0 0 3-16,0 0 0 15,0 0-4-15,0 0 16 16,-3 0-6-16,0 0-6 16,0 0 0-16,-1 0-11 15,0 0 11-15,2 0 0 0,-3 2-4 16,3-1 11-16,-2 1 1 16,0 0-8-16,1 2 0 15,-2-1-8-15,2 0 8 16,1-1 0-16,-1 0-9 15,2 0 21-15,3 0-7 16,0 0-5-16,2-2 0 16,-2 2-3-16,2-2 3 15,-2 2 0-15,-3-2-14 16,0 3 29-16,-1 0-15 0,1-1 0 16,-1 2 0-16,-2 2-4 15,2-2 4-15,-1 1 0 16,-1-3-11-16,-4 1 31 15,-1-1-25-15,1 2 5 16,0-1 0-16,0 1-3 16,-1-3 3-16,1 2 0 15,-1-2-1-15,2-1 11 16,-2 0-7-16,2 2-3 16,-3-2 0-16,-1 0-10 15,1 0 10-15,-1 0 0 16,1 0-6-16,1 0 21 15,-1 0-12-15,1 0-3 0,1 0 0 16,2 0-12 0,-2 0 12-16,3 0 0 0,1-2-1 15,-2 1 13-15,-1-2-12 16,1 2 0-16,-2-2 0 16,-1 2-9-16,1-2 9 15,1 1 0-15,0 2-1 16,0-2 18-16,-3 2-19 15,1-2 2-15,0 1 0 16,-3 1-12-16,0-2 12 16,-1 2 0-16,-6-2 0 15,1 2 14-15,-5 0-17 16,2-3 3-16,2 1 0 16,-2 0-18-16,2 0 18 15,1 2-17-15,-1-1-6 0,2-1-97 16,-6-1 81-16,-2 3-138 15,0 0-85-15,0-2-332 0</inkml:trace>
  <inkml:trace contextRef="#ctx0" brushRef="#br0" timeOffset="79562.48">6254 10210 689 0,'0'0'349'0,"0"0"-211"16,0 0-109-16,0 0 36 16,0 0-52-16,0 0 57 15,0 0 21-15,7 0-52 0,-7 0 34 16,0 0-73 0,0 0 14-16,0 0-3 0,0 0-11 15,0 0 0-15,0 0-1 16,0 0-2-16,0 0-16 15,0 0-83-15,0 0-36 16,0 0 53-16,0 0-24 16,0 0 73-16,0 0 36 15,0 0 15-15,0 0 116 16,0 0 19-16,0 0-16 16,0 0 35-16,0 0-128 15,0 0-3-15,0 0 8 0,0 0-45 16,0 0 19-1,0 0-20-15,0 5 0 16,0 6 68-16,0 3-35 0,0 0 31 16,0 0 14-16,0 0-55 15,0 1 49-15,0-3-65 16,0 2 1-16,0-2 37 16,0 2-39-16,0-3-6 15,0 3 6-15,0-3 12 16,0 1 7-16,0-2-25 15,0 1 0-15,0 1 19 16,0-3-19-16,0 3 0 16,0 1-1-16,0-4 15 15,0 1-10-15,2 0-4 16,0 0 0-16,0-2-6 0,2 3 6 16,-4-2 0-16,2 2 0 15,-2-2 10 1,0 1-10-16,0 2 0 0,0-3 0 15,0 1-6-15,2-3 6 16,-2 0 0-16,2-2 0 16,-2 2 11-16,2-1-11 15,0 1 0-15,-2 2 0 16,2-1-11-16,-2 1 11 16,0 2 0-16,0-2 0 15,0 3 10-15,0-1-7 16,0-1-3-16,0-2-2 15,0 2-5-15,0-3 7 16,0 2 0-16,0-1 0 16,0 1 13-16,0 2 11 0,0-1-24 15,0 1 0-15,0 1 18 16,0-3-5-16,0 1 8 16,0 0-21-16,0 2 21 15,0-2 2-15,0 2-23 16,0 0 0-16,0 2-11 15,0-2 22-15,-2 3-11 16,2-4 0-16,0 3 9 16,-2 2-1-16,2-2-8 15,0 3 0-15,0-2 23 16,0 0-22-16,0-1 8 16,0 0-9-16,0-1 7 0,-2-1-16 15,2 2 9-15,-2 3 0 16,0-2-8-16,0-1 24 15,2 3-9-15,0-2-7 16,0 2 1-16,0-2-12 16,0 0 11-16,0-1 0 15,0 0-4-15,0 0 17 16,0 1-13-16,0-2 0 16,0 2 0-16,0 0-6 15,0 0 6-15,0-2 0 16,0 2-9-16,0-4 23 15,0 1-7-15,0 0-7 16,0-1 0-16,0 1-13 16,0-2 13-16,-4 3 0 15,4-1-6-15,-2 2 18 0,2 3-8 16,0-2-4-16,0-1 0 16,-2 4-4-16,2-4 4 15,-2 1 0-15,0 2-12 16,0 0 27-16,-3 1 0 15,3 0-15-15,0 2 0 16,0 3 3-16,0-1-3 16,2 2 0-16,0-1-3 15,0 4 15-15,0-3 1 16,-2 1-13-16,2-1 0 16,-3 3-31-16,0-3 27 0,1 3-139 15,0-4-193-15,0-9-558 16</inkml:trace>
  <inkml:trace contextRef="#ctx0" brushRef="#br0" timeOffset="81449.11">6239 11955 588 0,'0'0'328'0,"0"0"-203"16,0 0-6 0,0 0-84-16,0 0 28 0,0 0 14 15,0 0 3-15,0 0 35 16,0 0-91-16,0 7 4 16,0 0 96-16,0 0-86 15,0 5-8-15,0-1 14 16,0 3-10-16,0 2 23 15,0 1-38-15,0-2-9 16,0 4 67-16,0-2-76 0,0 1 4 16,0 0 6-1,0 0 1-15,0 1 1 0,0-3-13 16,0-1 0-16,0 5 47 16,0-6-38-16,0 3-9 15,0-3 11-15,0 2-3 16,0-2 3-16,0-2-11 15,0 2 0-15,0 1 0 16,0-1 0-16,0-1 0 16,0-1-8-16,0 2 20 15,0-2-7-15,0 2-5 16,0-1 0-16,0 1-5 16,0 0 5-16,0-3 0 15,0 4-6-15,0-4 20 16,0 3 36-16,0-1-49 0,0-1 17 15,0 2 4 1,0-2-22-16,0 2 0 0,-3-3 0 16,3 1 16-16,-2 1-12 15,2-1-4-15,-2 0 0 16,2-3 25-16,0 4-24 16,0 0-1-16,0-1 0 15,0-1 23-15,0 1-16 16,0 0-7-16,0-1 0 15,0 1-4-15,0-1 4 16,0-1 0-16,0 3 8 16,0-1 15-16,0 1 9 15,0 1-32-15,0 0 0 16,0-2-13-16,0 1 14 16,0 1-1-16,0-4 0 0,0 2 14 15,0-2-5-15,0-1-9 16,0 2-2-16,0 0-8 15,0-1 10-15,0 3 0 16,0-1-1-16,0 0 10 16,0-1-7-16,0 1-2 15,0 0 0-15,0 3-14 16,0-3 16-16,0 0-2 16,0 2 0-16,0-1 9 15,0 1-5-15,0-2-4 16,0 5-4-16,0-2-5 15,0-1 10-15,0 1-1 0,2-1 0 16,0 3 8 0,1-3-5-16,0 0-3 15,1-1-3-15,-2 0-5 0,0 1 9 16,-2-3-1-16,2 4 0 16,-2-2 12-16,2 1-12 15,3 3 0-15,-3-2 0 16,0-3-4-16,0 2 10 15,0 1-6-15,2-1 0 16,-2 0 1-16,0 1-13 16,-2-2 12-16,2 3 0 15,-2-2 0-15,2-2 9 16,-2 0-4-16,0-1-5 0,2 1 0 16,-2-3-7-16,2-1 7 15,-2 1 0-15,3-1-9 16,-3-3 22-16,0 5-3 15,2-4-10-15,-2 1 0 16,0-2-11-16,0 1 11 16,0-2 0-16,0 3-8 15,0-4 22-15,0 2-11 16,0 0-3-16,0 2 0 16,0-2-3-16,0-1 3 15,2 3-58-15,4-4-69 16,0-3-98-16,-2 0-414 0</inkml:trace>
  <inkml:trace contextRef="#ctx0" brushRef="#br0" timeOffset="84060.97">6277 10221 614 0,'0'0'361'16,"0"0"-181"-16,0 0-40 15,0 0 66-15,0 0-97 16,0 0 19-16,0 0 7 16,0 0-66-16,0 0 40 15,0 0-47-15,0 0 18 16,0 0 66-16,0 0-63 16,0 0-13-16,0 0 6 15,0 0-70-15,0 0 85 0,0 0-70 16,0 0-13-1,0 0 21-15,0 0-23 0,0 0-6 16,0 0 0 0,0 0 16-16,0 0-8 15,0 0-8-15,0 0 0 0,0 0 1 16,0 0 5-16,0 0-1 16,0 0-5-16,0 0 20 15,6-6-33-15,3-2 13 16,3-3-18-16,-1 0 6 15,2 1 13-15,-2 1-1 16,2-1 0-16,1 1 12 0,-1-2-10 16,3-1-2-1,2 1-5-15,0-1-10 0,1 1 15 16,-1 1-12-16,1 2-19 16,-4 0 0-16,-1 1 4 15,-6 0 27-15,1 0-9 16,1 2 0-16,0-2 11 15,1-4-4-15,5 2-4 16,-1-3-24-16,1 1-6 16,2 3 36-16,-2-2-10 15,-6 4-1-15,2 0 13 16,-3-1-2-16,-3 2 0 16,1-2 7-16,2 0-2 15,2-1-5-15,2 0-29 16,3-4 18-16,2 0-30 0,-2 1 15 15,0-2-8-15,-1 1 34 16,-4 2-30-16,-2 1 30 16,0 2 0-16,-3 0-15 15,4 2 30-15,-1-3-21 16,-1-1 6-16,4-3-39 16,-1 0 14-16,2-2-15 15,1 0 21-15,1 0 6 16,-1-2 26-16,-4 0-13 15,4 2 0-15,-1-2 0 16,0 2-10-16,-1 2 10 16,1 1 0-16,-1-3-2 15,-2 2 11-15,1 3-10 16,3-3 1-16,-3 1 0 16,3-3-9-16,1 1 9 15,3-1 0-15,2-3-5 0,0 3 19 16,0-2-11-16,0 2-3 15,0-2 0-15,-2 2-9 16,0 0 9-16,-2-2 0 16,-3 2-9-16,3-2 19 15,-3 2-5-15,1 0-5 16,1 2 0-16,1-2-42 16,-1 1 39-16,1 1-36 15,-1-2-6-15,1 2 4 16,-1-1 32-16,1 1 3 15,-1-2 6-15,-1 0-13 16,2 1 13-16,-3 1-1 16,0-2-28-16,-2 2-67 15,3 1 28-15,-3-3-5 0,1 2-26 16,-4 0 86 0,1-1-35-16,-3 2 48 0,2 1 13 15,0-2-13-15,1 1 27 16,2 0-27-16,1-1-16 15,-2 0 2-15,0-2-89 16,-1-1 31-16,-1 1 17 16,1 0 13-16,-2 2 25 15,4-2 17-15,-2 0 0 16,5 2-10-16,-1-2 10 0,1 2 0 16,-4-3-2-16,3 6 15 15,-1-3-10-15,-3 2-3 16,-3 0-88-16,-2 0 46 15,4 0-10-15,-2-1 52 16,1-1 3-16,1 1-1 16,6 1 47-16,-3-1-49 15,3-3-22-15,-1 1 14 16,-2 1-21-16,-2 0 7 16,-2 1 5-16,-1 3 17 15,-1 3 72-15,2-1-53 16,-3-1 48-16,1 0 63 15,1-2-59-15,3 4-29 0,1-4-16 16,-2 4-14 0,1-2 30-16,0 2-42 0,2-3 0 15,-4 1 2-15,-1 2 4 16,-2-2-8-16,0 3 2 16,-4 3-86-16,0-1 40 15,0 2-208-15,-6-3-601 0</inkml:trace>
  <inkml:trace contextRef="#ctx0" brushRef="#br0" timeOffset="106553.6">2226 10229 639 0,'0'0'405'0,"0"0"-310"0,0 0 4 16,0 0 8-1,0 0 18-15,0 0 29 0,14-29-51 16,-14 25-2-16,0 2 69 16,0 1-70-16,0-3 13 15,0 1 11-15,0-1-53 16,0 3 33-16,0-2-52 16,0 1-13-16,0 2 95 15,0-1-105-15,0 1 9 16,0 0 15-16,-2 0-46 15,0 0 27-15,-4 0-34 16,4 0 0-16,-2 1-8 0,4 4 8 16,0-1 0-16,0 1-2 15,0-1 2-15,0 0-25 16,10-2 20-16,2-2-31 16,1 0 18-16,-1 0-14 15,-3 0-2-15,-1 0 33 16,-5-6-7-16,0 1-3 15,-3-6 11-15,0 1 0 16,0 2-9-16,-3-2 9 16,-4 4 0-16,1 4 23 15,1 2-13-15,-1 0 10 16,-2 0-20-16,4 7-54 16,2 12-44-16,0-1-190 0,2-4-490 15</inkml:trace>
  <inkml:trace contextRef="#ctx0" brushRef="#br0" timeOffset="108539.1">2251 10215 599 0,'0'0'395'0,"0"0"-152"15,0 0-107-15,0 0 2 16,0 0 22-16,0 0-80 16,0 0-26-16,0 0-4 15,0 0-38-15,0 0 46 0,0 0-58 16,0 0 12-16,0 0 73 16,0 0-31-16,0 0 8 15,0 0 16-15,0 0-44 16,0 0 36-16,0 0-70 15,0 0 2-15,0 0 14 16,0 0-16-16,2 4 0 16,0 3 32-16,-2 2-30 15,2 0 45-15,0 3-47 16,2-1 0-16,-4-1-3 16,2 0 3-16,0 2 0 15,0 0 0-15,0 0 13 16,0 0-14-16,0 0 1 15,1 1 0-15,-3-1-11 16,2-5 12-16,-2 3-1 0,2-2 0 16,-2 0 14-16,0 0-13 15,2 0-1-15,-2 1-3 16,2-2-9-16,-2 0 13 16,2 2-1-16,1-1 0 15,-3 0 12-15,3 2-9 16,-3-1-3-16,2 0-3 15,-2-1-3-15,0 2 6 16,0-1 0-16,0-2-1 16,0 1 13-16,0 1-12 15,0-2 0-15,0 2-4 16,0-2-7-16,0 4 20 16,0-3-9-16,0 1 0 0,0 0 1 15,0-2 2 1,0 4-3-16,0-6 0 0,0 4-7 15,-2-1 8-15,2-2-1 16,0 2 0-16,0-2 1 16,0 2 6-16,0 0-7 15,0 0 0-15,0 0-15 16,0 2 17-16,0-2-2 16,0 0 0-16,0 1 7 15,0 0-8-15,0 1 1 16,-3 0 0-16,-2 2 0 15,1 0 1-15,0-2 6 16,-1 2-7-16,1-3 1 0,2 2-7 16,0-2 6-1,2-2 0-15,-2 3-9 16,2-2 18-16,-4 0-6 0,4 0-3 16,0 0 0-16,-2 1-3 15,2-2 3-15,0 1 0 16,0-2-9-16,0 2 19 15,-2-2-7-15,2 1-3 16,0-2 0-16,0 1-6 16,0 1 6-16,0-2 0 15,0 1-7-15,0 1 17 16,0-1-7-16,0 2-3 0,0 0 0 16,0-1-9-1,0 2 9-15,-2-1 0 0,2 0 0 16,-2 0 8-16,0 2-1 15,2-5-7-15,-3 4 0 16,3-3-10-16,0 0 10 16,0 2 0-16,0 0-8 15,0 0 19-15,0 0-7 16,0 0-4-16,0 1 0 16,0-2-6-16,0 0 6 15,0 2 0-15,0-1-7 16,0 4 19-16,0 0-14 15,0 2 2-15,0 4 0 16,0 2-6-16,0 4 6 16,0 0 0-16,0 4-6 0,-2 0 5 15,-2 0-21-15,-2 3-106 16,-8 14-105-16,3-6-99 16,-3-5-1261-16</inkml:trace>
  <inkml:trace contextRef="#ctx0" brushRef="#br0" timeOffset="111090.1">2296 10190 942 0,'0'0'266'15,"0"0"-141"-15,0 0 79 16,0 0-59-16,0 0-46 0,0 0-14 16,0 0-44-16,2 0 47 15,-2 0-88-15,0 0-8 16,0 0-15-16,0 0-20 15,0 0-78-15,0 0-117 16,0 0-54-16,0 0 113 16,0 0 30-16,0-1 93 15,0-2-73-15,0 3 129 16,0 0 283-16,0-1-60 16,0-2-46-16,0 3 47 15,0 0-122-15,0 0-41 16,0-1 39-16,0 1-40 15,0 0 36-15,0-3 6 16,0 3-71-16,0 0 64 0,0-2-81 16,0-1-14-16,4-4 48 15,5 0-48-15,0-3 0 16,7-4 0-16,2-3 9 16,1 0-9-16,4-4 0 15,-1 1-35-15,0 0 33 16,-2 2-27-16,-1 0-8 15,-4 4 8-15,-1-2 29 16,-1 2-20-16,0 0 20 16,3-2-5-16,-3 0-6 15,3-3 11-15,-1 5-18 16,-1-3 10-16,-1 2 8 16,-2 1-4-16,-2 2 4 0,0 3-1 15,-2-4-1-15,2 1 3 16,2 0-1-16,0-2 0 15,2-2 7-15,2 0-11 16,4-1 4-16,-3-3 0 16,-1 1-9-16,1 1 21 15,-3 0-12-15,1 1 0 16,-1 2 1-16,-3 1-1 16,0 2 0-16,1-3-3 15,0 4-9-15,0-3 24 16,2 0-7-16,1 0-5 15,1 0 0-15,1 0 9 16,0 1-9-16,2-1 0 16,-3 2-7-16,3 1 19 15,-1-3-24-15,2-1 12 16,1 1 0-16,-3 0-27 0,-1-1 27 16,2 0 0-16,-4-1-11 15,1 3 24-15,-1-1-13 16,1-1 0-16,1 3-52 15,-1 0 51-15,1 0-128 16,-3 0 9-16,3 2 70 16,-3 0 39-16,1 0-5 15,-1 1 16-15,1-3 0 16,-1 5 23-16,0-1-23 0,3 0 0 16,-1-3 0-1,3 4 10-15,-2-3-20 0,-1 1 4 16,1-4-87-16,-3 1 55 15,3 2-47-15,-3-3 58 16,2 1 27-16,-1 2 1 16,1 0 36-16,1 2-37 15,-1 1 1-15,2-2-11 16,-2-1 10-16,-1 3-24 16,-1-1-51-16,3-2-27 15,-3 1 49-15,0 2 21 16,0-2 32-16,-1 1 11 15,-1-2-1-15,0 2 14 16,1-1 13-16,0 2-22 16,2 1 1-16,-1-2-16 0,-2 0-45 15,3-2 45-15,-1-2-93 16,-1 0-42-16,-4 0-60 16,1-2-206-16,0-1-99 15,-2 2 500-15,0-1 307 16,-1 2-148-16,6-7-138 15,-4 5-21-15,-1-2-290 0</inkml:trace>
  <inkml:trace contextRef="#ctx0" brushRef="#br0" timeOffset="111168.35">3927 8671 578 0,'0'0'0'0,"0"0"-27"0</inkml:trace>
  <inkml:trace contextRef="#ctx0" brushRef="#br0" timeOffset="111369.23">3927 8671 603 0,'49'-58'343'15,"-44"55"-223"-15,-3 1-85 16,2-2-23-16,4 3-5 16,-4-1 74-16,0-1-32 15,3 1-34-15,-1 0 99 16,2 0 30-16,-2 0-47 15,-2-2-72-15,1 2-3 16,-1 2-15-16,-4 0-7 0,0 0-138 16,0 0-139-16</inkml:trace>
  <inkml:trace contextRef="#ctx0" brushRef="#br0" timeOffset="111642.78">4049 8550 1232 0,'0'0'494'0,"0"0"-352"0,0 0-27 15,0 0 73-15,0 0-139 16,0 0-5-16,0 0 23 16,-79 145-66-16,32-67-1 15,5-11-80-15,2-8-437 0</inkml:trace>
  <inkml:trace contextRef="#ctx0" brushRef="#br0" timeOffset="112820.98">2358 10243 819 0,'0'0'187'0,"0"0"-134"16,0 0 34-16,0 0-47 15,0 0-29-15,0 0 16 16,0 0-27-16,2-4 0 16,-2 4-7-16,3 0 7 15,-3-4-29-15,0 0-171 16,0 2-636-16</inkml:trace>
  <inkml:trace contextRef="#ctx0" brushRef="#br0" timeOffset="115433.63">2331 10267 108 0,'0'0'496'16,"0"0"-336"-16,0 0 30 16,0 0-37-16,0 0-14 15,0 0-25-15,0 0 62 0,0 0-87 16,0 0-47-16,0 0 40 16,0-2-63-16,0 0-6 15,3-3-13-15,-1 3 14 16,0 0-5-16,-2 1-9 15,2 1 0-15,-2 0-4 16,0 0 5-16,0 0-1 16,0 0 0-16,0 0 7 15,0 0 22-15,0 0-5 16,2-2-18-16,2 2 30 16,1-2-34-16,4 0-2 0,0 2 0 15,4 0 17 1,3 0-15-16,-3 0-2 0,3 0 0 15,-1 0 29-15,3 0-16 16,-1 0 3-16,0 0-2 16,1 0 9-16,1 0 9 15,4 0-32-15,-5 0 0 16,2 0-15-16,-4 0 17 16,-3 0-2-16,-2 2 0 15,2 0 11-15,1 1-8 16,1-1-3-16,4-2-7 15,-2 2-9-15,5-2-16 16,1 0-6-16,-1 0 20 16,-2 0-18-16,0 0 9 15,0 3-11-15,-2-1-20 0,0 0 58 16,-1 0-22-16,0-1-7 16,0-1-10-16,-1 0-79 15,-1 2 87-15,1-2 5 16,-3 0 16-16,-1 0 1 15,-1 0 18-15,3 0-5 16,-2 0-4-16,4 0 10 16,0 3 1-16,2-3-11 15,-1 0-6-15,1 0-6 16,0 2-4-16,0 0 15 16,-3 0 0-16,1 0 1 15,-1-1-3-15,1 2 3 16,-1-3 0-16,1 2 0 15,3-2 8-15,-2 0-8 16,3 0 0-16,0 0 1 0,0 0 2 16,5 0-3-16,0 0 0 15,-1 0 7-15,5 0-6 16,-1 0 12-16,1 0 3 16,2 0-16-16,4 0 54 15,-2-2-54-15,-2-1 0 16,-2 2-10-16,-2 1 22 15,-3 0-12-15,-2 0 0 16,-1 0 13-16,-2 0-12 16,0 0-1-16,1 0 0 0,-1 0-4 15,4 0 10 1,-1 0 1-16,3 0-7 0,1 0 0 16,1 0-16-16,0 0 16 15,0 0-24-15,0 0 24 16,-3-2-16-16,3 0 16 15,0 0 0-15,-3 2 0 16,3 0-3-16,-1 0 3 16,1 0 0-16,0 0-6 15,0 0 17-15,2 0-5 16,-4 0-6-16,-2 0 0 16,2 0 49-16,-2 0-49 15,-1 0 0-15,0 0 15 16,3 0-13-16,-1 0 4 15,1 0-6-15,2 0-49 0,2 0 48 16,0 0-58-16,0-2 40 16,-1-1 18-16,-3 3 2 15,2 0-1-15,-5 0 0 16,3-2-6-16,0 2-26 16,-2 0 28-16,2 0-18 15,2 0 21-15,0 0 1 16,0 0-6-16,-1 0 6 15,-2 0 0-15,3 0-6 16,0 0 6-16,-2 0 0 16,1 0-1-16,1-1-10 15,-2-3-24-15,-3 2-68 16,0-1 55-16,1 3 25 0,-4 0 23 16,2 0 0-16,-3 0 9 15,1 0-8-15,4 0 73 16,1-2-72-16,1 0 17 15,2 2 24-15,-1-1-43 16,1-1-1-16,2 2-7 16,-5-2 16-16,3 2-4 15,-2 0-4-15,0 0 0 16,-4 0 4-16,2 0-4 16,-1 0 0-16,-4 0-7 15,0 0-12-15,-2 2 18 16,-3 0-13-16,-2-1 14 15,1-1-15-15,-6 0 15 16,3 0-45-16,-3 0 32 16,2 0-8-16,0 0 12 0,1-1-48 15,0-5 5-15,2 2 28 16,0-3-21-16,1 4 9 16,-1-4-26-16,-3 5 7 15,2 0 55-15,-2 1 0 16,-1-1 0-16,1 2 13 15,0 0-13-15,1 0-1 16,-1 0 0-16,1 0-16 16,0 0-33-16,2 0-54 15,-4 0-24-15,2 0 127 0,-4 0-41 16,1 0-55 0,-4 0 49-16,3 0 27 15,1 0-168-15</inkml:trace>
  <inkml:trace contextRef="#ctx0" brushRef="#br0" timeOffset="116054.73">6125 10243 649 0,'0'0'180'16,"0"0"-31"-16,0 0-133 16,0 0-16-16,0 0-75 15,0 0-448-15</inkml:trace>
  <inkml:trace contextRef="#ctx0" brushRef="#br0" timeOffset="122032.88">3297 13880 770 0,'0'0'355'16,"0"0"-178"-16,0 0-28 15,0 0-54-15,0 0 97 16,0 0-91-16,0 0-32 16,4 0 32-16,-4 0-16 0,0 0 2 15,0 0-27-15,0 0-44 16,0 0 103-16,0 0-95 16,0 0-24-16,0 0 25 15,0 0-13-15,0 0-12 16,0 0 0-16,0 0 8 15,0 0-13-15,0 0 5 16,0 0 0-16,0 0 6 16,0 0-6-16,0 0 30 15,0 0-30-15,0 0 7 16,0 0 7-16,-12 0-14 16,-1 6 0-16,-3 6-9 15,-3 2 18-15,-1 4-4 0,-3 2-5 16,1 1 0-1,4-3 3-15,3 1-3 0,1-2 0 16,1 1 2-16,4-6 7 16,2-1 4-1,1 3-13-15,-1-1 2 0,3 1 11 16,-4-1-13-16,2 1 0 16,2-1-7-16,-1-1 19 15,3-6-5-15,2 0-7 16,0 0 0-16,0-6-30 15,0 2 30-15,0-1-19 16,0-1 17-16,0 0 4 16,13 0-7-16,1 0 5 15,5 0 0-15,2-3-19 0,1-9 19 16,0-4-52-16,0-2 23 16,3-3-40-16,0 0 4 15,-6 1-99-15,0-2 15 16,-6 1 117-16,-2 6-31 15,-4 1 54 1,-3 4 9-16,0 2 1 0,-4 1 77 16,0 3-53-16,0 3-15 15,0 1 48-15,0 0-46 16,0 0 32-16,0 0 4 16,0 0-46-16,0 0 32 15,0 0-34-15,0 13 0 16,0 9 69-16,0 1-14 15,8 7 9-15,3-1 25 16,4 2-49-16,5-1 24 0,5-4-64 16,0-4 11-16,1-6-25 15,0-6 14-15,11-10-121 16,-8 0-151-16,-5 0-440 0</inkml:trace>
  <inkml:trace contextRef="#ctx0" brushRef="#br0" timeOffset="128302.79">1291 12013 1051 0,'0'0'618'0,"0"0"-536"16,0 0-18 0,0 0 185-16,0 0-71 0,0 0-48 15,0 0-6-15,0 0-58 16,0 0 16-16,0 0-58 16,0-2-22-16,6-8 101 15,5-6-102-15,9-12 0 16,5-6-1-16,4-10-25 15,-1-4 4-15,1-3-37 16,-2 0-60-16,0-2 109 16,-7 3-71-16,-3 4 43 15,-3 2 25-15,-5 5 12 16,-5 0-3-16,-1 7 3 16,-3 6 0-16,0 4-18 15,0 8 18-15,-5 4-1 16,-6 6-13-16,3 4 28 0,-6 0-17 15,3 0 3-15,-3 4 0 16,3 10-17 0,1 4 17-16,0 6 0 0,3 5-6 15,1 12 17-15,0 9 15 16,-2 10-11-16,2 6 3 16,1 4 64-16,1 1-61 15,2-8-8-15,2-8-10 16,0-11 22-16,0-12-14 15,0-12-11-15,0-8 0 16,0-8-11-16,4-4 11 16,5 0 0-16,7-5-1 15,3-18-60-15,8-5 49 16,2-6-52-16,2 1 20 0,-2-2 27 16,-4 6 14-16,-2 14 3 15,-8 11 3-15,-3 4 25 16,-6 18-1-16,-4 20 4 15,-2 12 4-15,0 2 50 16,0-4-25-16,0-6 4 16,0-10-49-16,7-11 10 15,17-12-1-15,7-9-24 16,9 0-46-16,5-14-42 16,13-21-162-16,-11 0-251 0,-9 5-701 15</inkml:trace>
  <inkml:trace contextRef="#ctx0" brushRef="#br0" timeOffset="131868.67">1534 15855 2015 0,'0'0'61'0,"0"0"-61"15,0 0 0-15,0 0 69 16,0 0 128-16,0 0-119 16,0 0-30-16,91-53-44 15,-45 14 22-15,6-7 5 16,-2-8-31-16,0-2-33 16,-5-3 17-16,-10 5-48 15,-11 4 0-15,-12 6 24 16,-12 10 40-16,0 10 13 15,-6 7 18-15,-15 12-30 0,1 5 7 16,-7 5-8-16,1 27 0 16,-5 15-1-16,-6 31 3 15,8 2 112-15,6 9-42 16,0 4-40-16,9-21 58 16,1 3-71-16,5-16-3 15,3-15-16-15,2-16 12 16,3-14-13-16,0-6 1 15,0-8-12-15,10-4-3 16,11-20 11-16,11-12-29 16,6-7-60-16,2-3-2 15,-2 6 83-15,-2 5-7 16,-10 21 12-16,-4 14-2 0,-8 0 18 16,-5 27 16-16,-3 9 28 15,-1 5-47-15,-3-2 103 16,-2 2-95-16,4-10-13 15,2 0-2-15,2-9-9 16,17-5-114-16,-4-10-368 16,2-5-1354-16</inkml:trace>
  <inkml:trace contextRef="#ctx0" brushRef="#br0" timeOffset="132037.16">2300 15957 2136 0,'0'0'261'0,"0"0"-261"0,0 0 0 16,0 0-3-16,0 0 3 15,145 0-9-15,-69-2-62 16,-14-8-214-16,-8 1-364 0</inkml:trace>
  <inkml:trace contextRef="#ctx0" brushRef="#br0" timeOffset="132226.91">2601 15779 1106 0,'0'0'854'0,"0"0"-707"16,0 0-118-16,-95 118 32 0,60-52 60 15,9 0-111 1,8-1-9-16,9-7-1 15,9-10-81-15,18-18-86 0,15-16-169 16,6-9-415-16</inkml:trace>
  <inkml:trace contextRef="#ctx0" brushRef="#br0" timeOffset="132527.68">2982 15843 1609 0,'0'0'507'15,"0"0"-418"-15,0 0-48 16,-133 135 46-16,95-84 112 0,9-5-114 16,13-11-37-16,11-12-32 15,5-6-7-15,13-15-18 16,16-2 8-16,8-10-86 16,5-20 7-16,-2-7-156 15,0-4-26-15,-8 1 89 16,-5 1 61-16,-10 16 112 15,-6 6 147-15,-8 17 103 16,-3 8-51-16,0 32-152 16,0 9 10-16,-10 14-31 15,1-5-26-15,5 13-49 16,4-21-280-16,0-16-488 0</inkml:trace>
  <inkml:trace contextRef="#ctx0" brushRef="#br0" timeOffset="132751.74">3580 15920 2331 0,'0'0'373'16,"0"0"-373"-16,0 0 0 15,0 0 20-15,0 0-8 16,0 0 32-16,0 0-44 15,89 16 0-15,-47-2-5 16,1-5 5-16,-1 5-166 16,-9 7-14-16,-13-7-192 0,-11-5-453 15</inkml:trace>
  <inkml:trace contextRef="#ctx0" brushRef="#br0" timeOffset="132901.81">3575 16160 2264 0,'0'0'546'0,"0"0"-518"16,0 0 30-16,0 0-14 16,0 0-22-16,0 0 1 15,142-15-23-15,-74 12-42 16,-10 3-152-16,-7 0-513 0</inkml:trace>
  <inkml:trace contextRef="#ctx0" brushRef="#br0" timeOffset="133219.16">4311 16160 933 0,'0'0'1627'15,"0"0"-1390"-15,0 0-237 16,0 0-9-16,0 0-2 15,2-116 11-15,16 80-6 16,4-1-42-16,2 3-97 16,3 3 126-16,-2 4-35 0,-8 7 53 15,-3 12 1-15,-7 8 48 16,-7 0-14 0,0 23-3-16,0 16 0 15,-7 11 52-15,-7 0-83 0,3 3-51 16,5-7-56-16,6-4-148 15,0-14-216-15,11-10-377 0</inkml:trace>
  <inkml:trace contextRef="#ctx0" brushRef="#br0" timeOffset="133479.56">4734 15913 2270 0,'0'0'282'15,"0"0"-266"-15,0 0-13 0,-83 121 10 16,75-75 92-16,8-2-62 16,4-3-30-16,27-15 36 15,12-9-49-15,8-17 9 16,0 0-9-16,-1-14 9 16,-10-15 5-16,-11-8-14 15,-16-7-12-15,-11-2 3 16,-2 2-46-16,-22 4-15 15,-12 4-38-15,-23 15-48 16,10 11-4-16,5 6-487 0</inkml:trace>
  <inkml:trace contextRef="#ctx0" brushRef="#br0" timeOffset="134615.26">1852 16589 1122 0,'0'0'212'0,"0"0"-124"15,0 0-57-15,0 0 156 16,0 0-15-16,0 0-90 16,0 0 18-16,-96-32-47 15,96 32 7-15,0 0 71 16,0 0-54-16,9 0-28 15,16 0-45-15,14 0 22 16,22 0-19-16,40 0-7 16,50 0 0-16,56 14 28 0,36 2-19 15,9 4 19-15,-5 2-28 16,-17 0 24-16,-3 0-16 16,-8 0-8-16,-16-3 0 15,-14 3-11-15,-15-5 12 16,-11 2-1-16,-16-1 0 15,-31-6 15-15,-29-6-54 16,-3 2 36-16,-30-4-206 16,-9-2-399-16</inkml:trace>
  <inkml:trace contextRef="#ctx0" brushRef="#br0" timeOffset="153855.7">9660 7974 205 0,'0'0'1034'15,"0"0"-806"-15,0 0-109 16,0 0-80-16,0 0 8 16,0 0 65-16,0 0-26 15,0 0-30-15,0 0-3 16,0 0-46-16,0 0 94 15,0 0-101-15,0 3 6 16,10-1 21-16,-4 0-26 16,3-2 12-16,2 2-13 15,-4-2 16-15,2 0 14 16,-5 0-30-16,-2 0 0 16,-2 0 72-16,0 0-7 15,0 0 20-15,0 0-4 0,0 0-45 16,-2 0 86-16,-4 0-110 15,2 0-11-15,1 0 14 16,3 6-4 0,0 2-11-16,0 2 0 0,3-2 0 15,14-3-18-15,5-5 18 16,1 0-25-16,2-3 17 16,-8-14-21-16,-3 0 6 15,-10-5 5-15,-4 0 15 16,0 4-25-16,-14 1 28 15,-15 8-24-15,-26 9-14 16,6 0-152-16,7 12-305 0</inkml:trace>
  <inkml:trace contextRef="#ctx0" brushRef="#br0" timeOffset="156474">10965 7528 743 0,'0'0'26'16,"0"0"252"-16,0 0 20 16,0 0-197-16,0 0 27 15,0 0-13-15,0 0 17 16,18-11-3-16,-18 11-37 15,0 0 33-15,0 0-60 0,0 0-21 16,0 0 73 0,0 0-74-16,0 3-13 0,0 16-2 15,0 16-10-15,0 13 88 16,0 10-92-16,-10 6 1 16,-1 0 17-16,1-5-32 15,0-5 0-15,3-10-2 16,1-9-62-16,4-8-22 15,0-15-200-15,0-6-249 16,-1-6-132-16</inkml:trace>
  <inkml:trace contextRef="#ctx0" brushRef="#br0" timeOffset="157208.72">10735 7429 799 0,'0'0'17'0,"0"0"936"16,0 0-678-16,0 0-246 15,0 0 28-15,0 0-57 16,140-23 0-16,-75 26 9 16,11 11-9-16,2-2 9 15,2 0-9-15,-4-4 13 16,-9-5-35-16,-7-3 22 0,-13 0-66 15,-11 0 48 1,-17-11-31-16,-10-3 40 0,-9 1 2 16,0-1 14-1,-13 3 76-15,-14 9-56 0,-4 2 10 16,-9 7 59-16,-3 28-12 16,1 15 18-16,3 15 2 15,5 9-59-15,7 0 64 16,11-4-105-16,6-6 3 15,7-11 10-15,3-11-10 16,0-11-1-16,7-6-6 16,6-14-50-16,3-5 33 15,6-6-41-15,5-1-21 16,4-24 14-16,5-9-88 16,2-6 39-16,-3 3 58 0,-4 4 56 15,-10 11 8-15,-8 12 48 16,-9 10-9-16,-4 0 23 15,0 21-17-15,0 6 63 16,0 5-85-16,3 3-19 16,10-8 50-16,12-2-53 15,12-7-7-15,11-8-2 16,4-10-6-16,6 0-18 16,-2-4-68-16,-2-16-39 15,-10-4 85-15,-10-5-82 16,-10-1 32-16,-10 2 45 15,-12 6 51-15,-2 6 91 0,-9 10 3 16,-15 6-67-16,-5 8 121 16,-2 19-49-16,4 6-30 15,11 6 5-15,11-2-44 16,5 2 47-16,23-7-77 16,19-6-4-16,14-6-35 15,6-8-64-15,5-9-66 16,14-3-112-16,-19-1-260 15,-13-13-477-15</inkml:trace>
  <inkml:trace contextRef="#ctx0" brushRef="#br0" timeOffset="157398.74">11847 7597 890 0,'0'0'123'0,"0"0"610"0,0 0-369 15,0 0-200-15,60-105-114 16,-19 92 20-16,5 12-70 16,4 1 0-16,-2 1-9 15,4 30-89-15,-14-5-139 16,-12-2-763-16</inkml:trace>
  <inkml:trace contextRef="#ctx0" brushRef="#br0" timeOffset="157659.41">12478 7427 751 0,'0'0'609'16,"0"0"-468"-16,0 0-141 16,0 0-2-16,114-4 2 15,-94 26 90-15,-13 11-8 16,-9 21-56-16,-23-7-26 16,-6-4-208-16</inkml:trace>
  <inkml:trace contextRef="#ctx0" brushRef="#br0" timeOffset="158283.79">13367 7371 568 0,'0'0'234'0,"0"0"410"0,0 0-58 15,0 0-359-15,0 0-156 16,0 0 30-16,0 0-40 16,56-40-26-16,-56 42 96 15,0 22-130-15,-11 18 19 16,-11 14 57-16,-3 10-63 15,-4 7 40-15,0-3-54 16,5-6 0-16,4-6 2 16,6-8-2-16,5-9-12 15,3-7 10-15,4-9-154 16,2-7-36-16,0-7-293 16,0-9-355-16</inkml:trace>
  <inkml:trace contextRef="#ctx0" brushRef="#br0" timeOffset="158577.74">12982 7706 758 0,'0'0'46'0,"0"0"770"16,0 0-647-16,116-32-169 15,-56 26 0-15,10 4-1 16,1 2 2-16,0 0 93 15,-4 16-12-15,-12 8-20 0,-10 5 68 16,-14 0-86 0,-16 2 43-16,-7 1 1 0,-8-5-59 15,0 0 86-15,-12-5-102 16,-3-4-4-16,-1-7-12 16,3-4 3-16,4-6-50 15,2-1-78-15,7-19-176 16,0-10-221-16,0-5-328 0</inkml:trace>
  <inkml:trace contextRef="#ctx0" brushRef="#br0" timeOffset="159070.68">13644 7671 664 0,'0'0'65'15,"0"0"-5"-15,0 0 853 16,0 0-624-16,0 0-172 0,0 0-43 16,0 0-15-16,38 104-58 15,-23-77 29-15,10-5 38 16,6-6-68-16,5-6 6 15,5-6-23-15,-2-4 14 16,-3 0-32-16,-7-5-11 16,-9-11-31-16,-9 3 58 15,-9 0 0-15,-2 2 19 16,-4 8 35-16,-21 3 4 16,-4 2 45-16,-4 19 33 15,4 7-58-15,4 5 75 16,10 1-107-16,9-5-26 15,6-2 19-15,4-8-8 16,25-6-8-16,9-6-4 0,13-7-66 16,4 0 65-16,8-17-125 15,0-10-12 1,-1-4 33-16,-2-10 15 0,-2-5 48 16,-7-3-25-16,-10 0-8 15,-15 6 74-15,-10 6 2 16,-10 13 121-16,-6 13 108 15,0 8-95-15,0 3-37 16,-8 14-87-16,-3 18 3 16,1 9 91-16,4 8-105 15,4 3 12-15,2 0 16 16,0-2-21-16,0-7 1 16,0-7-8-16,-9-6-72 0,-11-10 37 15,-20-12-191-15,1-6-108 16,1-2-371-16</inkml:trace>
  <inkml:trace contextRef="#ctx0" brushRef="#br0" timeOffset="159239.06">14195 7212 555 0,'0'0'694'0,"0"0"228"16,0 0-788-16,0 0-123 15,-74 125 36-15,26-55-47 16,-20 36-37-16,15-15-95 0,10-15-1062 16</inkml:trace>
  <inkml:trace contextRef="#ctx0" brushRef="#br0" timeOffset="159980.29">14922 8015 753 0,'0'0'1264'0,"0"0"-1047"16,0 0-135-16,0 0-82 15,0 0 0-15,0 0 2 0,0 0-1 16,167-127 14-16,-99 83-15 16,4-4 13-16,-3-6-32 15,-4-5 19-15,-12 1-12 16,-8 3 3 0,-14 1 18-16,-11 9-9 0,-13 9 40 15,-7 10-12-15,0 10 109 16,-15 12-134-16,-14 4 6 15,-9 18 7-15,-5 24 18 16,-3 19 53-16,1 15-19 16,7 4-67-16,11 3 92 15,9-8-93-15,9-11 0 16,9-13-5-16,0-11 16 16,4-13 1-16,17-13-12 15,4-9-27-15,4-5-6 16,8-8-63-16,5-20-66 0,5-11 42 15,0-3-13-15,-4 2 59 16,-8 8-2-16,-10 12 76 16,-14 16 18-16,-9 4-12 15,-2 24-6-15,-4 12 95 16,-9 6-47-16,1-2 7 16,5-1-55-16,7-9 0 15,0-6 7-15,16-7-7 16,10-10-9-16,9-7-13 15,2 0-113-15,19-18-70 16,-12-8-331-16,-4-4-85 0</inkml:trace>
  <inkml:trace contextRef="#ctx0" brushRef="#br0" timeOffset="160414.13">15923 7881 804 0,'0'0'730'16,"0"0"-494"-16,0 0-55 15,0 0-156-15,-58 126-13 16,42-98-2-16,5-10 2 15,7-6 0-15,0-8-12 16,4-4 0-16,0 0-34 16,6-8-6-16,9-14-208 15,3-6 109-15,7-4 0 16,-4 3 91-16,4 4 36 16,-5 8 12-16,-2 12 233 15,0 5-64-15,0 1-8 16,2 18 4-16,6 1-101 15,10-5-4-15,7-2-60 0,5-10 2 16,4-3 6 0,0 0-8-16,-6-17-48 0,-3-8-11 15,-12-4-53-15,-7-7 111 16,-8-4-60-16,-8-5 49 16,-3 3 12-16,-3 5 12 15,-2 11 106-15,0 11 50 16,0 15-61-16,0 0-2 15,-15 28-104-15,-1 17 6 16,-4 8 64-16,2 9-53 16,1 2 12-16,-1-1-30 15,1-5 27-15,4-10-63 0,-2-7-52 16,-11-12-109-16,5-11-27 16,-4-12-302-16</inkml:trace>
  <inkml:trace contextRef="#ctx0" brushRef="#br0" timeOffset="160576.03">15849 7578 2051 0,'0'0'658'16,"0"0"-546"-16,0 0-76 16,0 0-36-16,143-22-27 15,-79 22-6-15,34 11-104 16,-11 8-71-16,-8-1-729 0</inkml:trace>
  <inkml:trace contextRef="#ctx0" brushRef="#br0" timeOffset="161842.69">16928 8045 886 0,'0'0'1401'16,"0"0"-1140"-16,0 0-261 0,0 0-12 15,0 0-145-15,131-95 136 16,-64 52 12-16,2-6 9 16,1-5 73-16,-6-1-73 15,-8-4-33-15,-12 0 5 16,-15 2 15-16,-11 8 13 16,-11 9 46-16,-7 12-6 15,0 12 135-15,-11 14-142 0,-14 2-33 16,-2 22 0-1,-4 23 9-15,0 10 25 0,4 12-34 16,5 5 16-16,7-4-1 16,5-6-15-16,8-10 0 15,2-13-1-15,0-15 13 16,4-11-36-16,14-9 22 16,7-4-87-16,6-8 41 15,7-18-124-15,2-5 54 16,3-3 42-16,-8 1-11 15,-4 10 80-15,-12 11 14 16,-11 12 1-16,-8 0 80 16,0 21-1-16,0 9-16 15,-4 2-59-15,4-3 18 16,0-5-17-16,11-6-13 0,20-9 0 16,7-5-32-16,7-4-22 15,-3 0-98-15,-2-13 14 16,-11-8-54-16,-9 4 88 15,-8-2 90-15,-12 9 14 16,0 9 251-16,-3 1-97 16,-15 1-25-16,-2 21 23 15,3 2-74-15,7 1 39 16,10-4-117-16,0-2 0 16,20-6-19-16,16-8 19 15,7-5-72-15,-1 0-54 16,-2-11-71-16,-9-10 51 15,-11-8-69-15,-13-3-2 0,-7-1 183 16,-5 1 34 0,-17 6 200-16,-4 9 90 0,-1 9-82 15,2 8 25-15,5 0-171 16,9 12-47-16,11 7 32 16,0 2-46-16,23 2 13 15,14-8-14-15,7-3-69 16,6-5 22-16,1-7-112 15,-6 0-3-15,-6 0 58 16,-10-4 30-16,-6-4 59 16,-10 1 15-16,-6 3 33 15,-7 4 209-15,0 0-122 16,0 15-71-16,-7 22 14 16,-10 20 33-16,-8 15-2 15,-2 15-21-15,0 2-62 16,-2 2 81-16,5-5-92 15,2-9 0-15,4-14-10 0,3-12 29 16,3-14-16-16,7-14-3 16,1-11-73-16,4-12 73 15,0 0-74-15,0-31 38 16,0-17-116-16,16-32-13 16,15-39 77-16,18-27-76 15,2 7-95-15,-1 25 140 16,-10 41 119-16,-11 28 88 15,2 4 83-15,0 4-4 16,2 7 24-16,-6 16-132 0,-2 14-58 16,-4 0 124-16,-2 16-76 15,-6 16-10 1,-8 8 9-16,-5 4-42 16,-5 3 33-16,-17-5-39 0,-11-8-54 15,-8-10 52-15,-7-7-144 16,-13-12-36-16,-44-10-61 15,11-22-271-15,5-7-610 0</inkml:trace>
  <inkml:trace contextRef="#ctx0" brushRef="#br0" timeOffset="162053.87">17757 7592 512 0,'0'0'1214'0,"0"0"-734"16,0 0-341-16,0 0-14 0,133-107 10 15,-90 107-124-15,-7 5-11 16,-9 33-115-16,-19 36-162 15,-16 56-83-15,-44 12-300 16,-4-5 4-16,0-31 656 16,25-53 195-16,7-15 217 15,0 1 80-15,3-3-282 16,4-4 9-16,12-11-202 16,5-13-17-16,16-5-1 15,6-3-471-15</inkml:trace>
  <inkml:trace contextRef="#ctx0" brushRef="#br0" timeOffset="163966.01">19293 7618 649 0,'0'0'388'0,"0"0"-127"16,0 0-93-16,0 0 56 16,0 0-73-16,0 0 14 15,0 0 60-15,-9-21-44 16,9 21 20-16,0-1-75 15,0 1-63-15,0 0 97 0,0 0-126 16,0 0-14 0,0 0 7-16,0 0-14 0,0 6 12 15,16 12-25-15,3 7 1 16,6 8 47-16,6 4-48 16,5 6 0-16,2 1-2 15,0-2 19-15,4 0-34 16,-1-1-38-16,5 1-160 15,-11-12-161-15,-6-9-657 0</inkml:trace>
  <inkml:trace contextRef="#ctx0" brushRef="#br0" timeOffset="164309.04">20359 7657 573 0,'0'0'1240'16,"0"0"-722"-16,0 0-487 0,0 0 26 16,0 0-56-16,-128 7-1 15,63 25 114-15,-6 8-66 16,-2 8-36 0,6 4-12-16,-7 15-168 0,21-13-106 15,17-12-400-15</inkml:trace>
  <inkml:trace contextRef="#ctx0" brushRef="#br0" timeOffset="164718.6">20689 7903 649 0,'0'0'115'0,"0"0"-114"16,0 0 997-16,0 0-662 0,0 0-130 16,0 0 52-1,0 0-65-15,-37-53-17 0,37 52-71 16,10 1-86-16,17 0 54 16,13 0-73-16,6 0-25 15,3 0 10-15,-1 1-76 16,-11 9-39-16,-22 2-244 15,-10-2-254-15,-5-4-335 0</inkml:trace>
  <inkml:trace contextRef="#ctx0" brushRef="#br0" timeOffset="164851.51">20559 7943 629 0,'0'0'1124'16,"0"0"-513"-16,0 0-411 15,0 0-98-15,0 0-59 0,0 0 60 16,163 11-103-16,-98-4-24 15,20 3-39-15,-21 0-305 16,-11-2-560-16</inkml:trace>
  <inkml:trace contextRef="#ctx0" brushRef="#br0" timeOffset="167363.78">21852 7633 652 0,'0'0'124'0,"0"0"-83"16,0 0 737-16,0 0-287 16,0 0-300-16,0 0-40 15,0 0 36-15,91-59-77 16,-91 55-13-16,0 1-15 15,-13 3-74-15,-25 0 55 16,-18 0-63-16,-19 19-2 16,-12 13-8-16,-3 6 20 15,10 6-7-15,15-2-3 0,19-6 27 16,15-6-18-16,19-8-9 16,12-6-3-16,10-6-15 15,29-6 18-15,15-4-12 16,13 0-69-16,2-16-110 15,-3-12 102-15,0-6-75 16,-9-4 4-16,-10-3 78 16,-9 8 27-16,-13 5 55 15,-9 11 148-15,-10 10-12 16,-6 7 69-16,0 0-166 16,-4 22-29-16,-14 15 43 15,-7 8 5-15,-2 5 9 16,5 2-67-16,4-2 2 0,7-8-40 15,7-5-24-15,4-5-178 16,4-10-60-16,14-9-372 16</inkml:trace>
  <inkml:trace contextRef="#ctx0" brushRef="#br0" timeOffset="167946.39">22344 7267 684 0,'0'0'101'0,"0"0"-92"0,0 0-8 16,0 0 703-1,0 0-456-15,0 0-120 0,0 0-22 16,-18-4 104-16,16-1-117 16,0 4-31-16,2 0 45 15,0-5-31-15,0 1 6 16,12-2-79-16,7 0 37 16,1-2-22-16,3 6-18 15,-4 3 0-15,-2 0 56 16,-11 2-44-16,-6 15 23 15,-4 6-15-15,-32 5-11 16,-13 2 115-16,-9 0-106 16,5-2-17-16,8-8 24 15,18-6-16-15,16-5-1 16,11-4-8-16,0 2-15 0,27 2-35 16,15 2 32-1,12 1-192-15,19 3-77 0,-13-1-237 16,-10-1-452-16</inkml:trace>
  <inkml:trace contextRef="#ctx0" brushRef="#br0" timeOffset="168162.84">22334 7846 720 0,'0'0'1358'16,"0"0"-757"-16,0 0-451 16,0 0-83-16,0 0 38 15,0 0-105-15,0 0-51 16,-2 0 51-16,2 7-360 16,0-6-668-16</inkml:trace>
  <inkml:trace contextRef="#ctx0" brushRef="#br0" timeOffset="168763.54">22545 7890 1360 0,'0'0'1200'0,"0"0"-1200"0,0 0-477 15,0 0 477-15,0 0 61 16,138-112 119-16,-97 76 43 15,5-3-180-15,4 4-28 16,-4-2-15-16,1-2 6 16,-7 0-11-16,-7-1 5 15,-4 2 0-15,-8 4 58 16,-6 6-18-16,-8 4 13 16,-2 6 0-16,-5 4-52 15,0 4 84-15,0 3-85 16,-3 2-6-16,-6 3-5 15,0 2 11-15,-4 0-1 16,-7 9-5-16,-3 20 6 16,-8 11 6-16,-4 14-6 15,-3 9 18-15,0 6 42 0,2 2-48 16,5-3 31-16,7-6-43 16,6-7 20-16,7-11-3 15,6-10-17-15,5-11 0 16,0-6 0-16,0-9 11 15,3-8 5-15,12 0-16 16,12-2 0-16,10-18-40 16,9-6 40-16,4-5-60 15,2 8 32-15,-8 4 19 16,-8 14-14-16,-12 5 16 0,-12 10 7 16,-10 19-12-16,-2 10 12 15,0-1 0-15,0 0 34 16,0-6-20-16,17-6 49 15,10-8-63-15,12-6 15 16,9-6 13 0,6-6-28-16,4 0-60 0,13-20-103 15,-15-4-294-15,-11-2-370 0</inkml:trace>
  <inkml:trace contextRef="#ctx0" brushRef="#br0" timeOffset="195261.03">2456 17427 1363 0,'0'0'762'16,"0"0"-576"-16,0 0-167 15,0 0-18-15,0 0 99 0,-18 0 14 16,18 0 17-16,9-12-27 16,13-9-92-16,11-16 63 15,12-9-75-15,7-16-25 16,1-10 25-16,-2-2-41 15,-5 2 13-15,-11 9 12 16,-13 10 14-16,-9 12-20 16,-10 15 22-16,-3 12 0 15,0 14-8-15,-9 8 8 16,-11 33-1-16,-5 17 1 16,0 13 0-16,6 13 50 15,5-1-50-15,7-4 1 16,5-16 24-16,2-10-19 15,0-18-3-15,9-17-3 0,9-12-4 16,9-6-30-16,6-13 4 16,7-24-63-16,3-13-6 15,-1-2-44-15,-4 2 60 16,-7 10 61-16,-9 14 22 16,-9 17 40-16,-3 9-34 15,-6 27 4-15,-4 13 82 16,0 14-70-16,0 8 17 15,0-4-39-15,0-6 21 16,0-6-9-16,0-12-12 16,5-5-73-16,24-26-179 0,-5-3-428 15,3-3-794-15</inkml:trace>
  <inkml:trace contextRef="#ctx0" brushRef="#br0" timeOffset="195403.63">3292 17244 2350 0,'0'0'126'0,"0"0"-126"16,0 0-16-16,0 0-6 15,0 0 22-15,156 89-112 16,-114-74-164-16,-8-1-275 0</inkml:trace>
  <inkml:trace contextRef="#ctx0" brushRef="#br0" timeOffset="195530.49">3410 17503 791 0,'0'0'1683'0,"0"0"-1525"16,0 0-158-16,0 0-1 15,0 0-66-15,161 0-91 16,-101-4-137-16,-9 0-942 0</inkml:trace>
  <inkml:trace contextRef="#ctx0" brushRef="#br0" timeOffset="196266.72">4086 17656 1565 0,'0'0'1142'15,"0"0"-1021"1,0 0-115-16,0 0-6 0,0 0-1 15,0 0-8-15,53-144-15 16,-2 81-17-16,3 1-28 16,0 4-58-16,-10 10 86 15,-11 11-14-15,-12 12 55 16,-11 11 10-16,-7 14 27 16,-3 0 117-16,0 30-148 15,-9 16 0-15,-7 16 64 16,1 10-42-16,4-1-12 15,3-13-16-15,8-10-31 0,0-16 24 16,21-14-156-16,12-18-26 16,7 0-13-16,22-55-152 15,-8 8-190-15,-9-7-110 0</inkml:trace>
  <inkml:trace contextRef="#ctx0" brushRef="#br0" timeOffset="196461.61">4678 17348 846 0,'0'0'711'15,"0"0"-225"-15,0 0-248 16,0 0-84-16,0 0-74 15,0 0-27-15,-44 130 67 16,44-95-109-16,9-12-11 16,22-7 0-16,7-14-43 15,7-2-16-15,-5-14-50 16,-7-13-26-16,-8 0 77 0,-15-5-67 16,-10-2-51-16,0 5-48 15,-8 7 94-15,-13 10 95 16,-8 12-79-16,6 12-96 15,7 6-542-15</inkml:trace>
  <inkml:trace contextRef="#ctx0" brushRef="#br0" timeOffset="196580.71">4913 17478 204 0,'0'0'1701'0,"0"0"-1369"16,0 0-200-16,0 0-24 15,145-55-90-15,-103 41-18 16,18 6-36-16,-11 1-229 15,-9 4-309-15</inkml:trace>
  <inkml:trace contextRef="#ctx0" brushRef="#br0" timeOffset="196874.61">5610 17270 1617 0,'0'0'943'0,"0"0"-911"16,0 0 15-16,0 0-62 15,-118 99 24-15,89-62-9 16,9-6 18-16,9-9-12 16,11-3-12-16,0-16-56 15,9-3-99-15,17-3 112 16,6-21-159-16,3-10-58 16,2-3 64-16,-6 2 42 15,-5 3 160-15,-4 9 85 16,-6 15 120-16,-5 8 56 15,0 10-140-15,1 24-19 16,-2 11-52-16,1 4-50 16,10 9-41-16,-5-10-229 0,1-16-470 0</inkml:trace>
  <inkml:trace contextRef="#ctx0" brushRef="#br0" timeOffset="197049.06">6265 17142 1759 0,'0'0'706'0,"0"0"-639"16,-6 128-67-16,-36-24-107 16,4-11-79-16,-5-16-680 0</inkml:trace>
  <inkml:trace contextRef="#ctx0" brushRef="#br0" timeOffset="200390.77">10541 8690 1722 0,'0'0'325'16,"0"0"-247"-16,0 0-78 15,0 0 0-15,0 0 21 16,0 0-7-16,0 0 20 16,0-12 6-16,0 37-38 15,0 11 140-15,-7 6-50 16,1 2-91-16,-3-4 87 0,0-8-87 15,2-8 6-15,1-8 28 16,4-6-34-16,-1-6 31 16,3-2-32-16,0-2 0 15,0 0 42-15,0 0-42 16,0-18 2-16,5-8-2 16,12-4-43-16,6-6 25 15,6 2-22-15,-3 4 40 16,-1 7-23-16,-3 14 23 15,-6 9 0-15,-5 0 4 16,-2 18-3-16,-4 16 55 0,-3 6-56 16,-2 2 7-1,0 0 63-15,0-6-70 0,-7-3 0 16,-2-12 6-16,4-5 11 16,1-7-10-16,2-6-7 15,2-3 0-15,0 0 3 16,0-5-3-16,0-20-43 15,0-7-24-15,8-6-1 16,9 0 14-16,5 2-13 16,-2 8 66-16,-2 10-20 15,-5 8 21-15,-2 10 0 16,-2 0-7-16,-2 10 21 16,-3 9 7-16,-2 6-21 15,-2 3 9-15,2-2 27 16,4-1-36-16,2-4 0 15,7-3-6-15,8-8 22 0,8-6-28 16,9-4 12-16,5-2-89 16,1-20 36-16,1-7-127 15,-2 0 82-15,-7-5 49 16,-9 4 28-16,-12 4 21 16,-10 8 81-16,-7 10 88 15,0 8 49-15,-24 0-178 16,-9 15-12-16,-6 10 70 15,2 5-74-15,3 0 45 16,12-2-69-16,9-6 1 16,8-7-10-16,5-8 9 0,0-2-41 15,18-5 2 1,11 0-46-16,4-5 35 0,3-11-108 16,0 0-13-16,-5 2 112 15,-7 2 22-15,-4 5 37 16,-6 7 57-16,-5 0-33 15,-5 9 78-15,-2 11-89 16,-2 4 2-16,3-2-30 16,-3-4 6-16,0-7-116 15,0-6-84-15,0-5-389 0</inkml:trace>
  <inkml:trace contextRef="#ctx0" brushRef="#br0" timeOffset="200551.83">10960 8580 360 0,'0'0'2055'16,"0"0"-1732"-16,0 0-268 15,0 0-26-15,0 0-58 16,163-56-63-16,-76 46-60 16,-13 2-19-16,-14 1-388 0</inkml:trace>
  <inkml:trace contextRef="#ctx0" brushRef="#br0" timeOffset="204847.55">12273 8678 1456 0,'0'0'360'16,"0"0"-288"-16,0 0-46 0,0 0 92 16,0 0 3-16,0 0 22 15,0 0-45-15,-2-24-98 16,-11 24 54-16,-5 0-54 15,-7 12 0-15,-6 17 26 16,-5 12 2-16,-1 12 63 16,-1 3-9-16,7-2-81 15,6-4 68-15,7-11-69 16,9-12 0-16,9-8-1 16,0-14 1-16,11-5-6 0,16 0-81 15,4-15-127 1,4-16-20-16,-3-5-48 0,-3-8 152 15,-5-2 89-15,-5-2-23 16,-2 4 64-16,-5 5 47 16,-4 14 102-16,-3 9 191 15,-3 11-129-15,-2 5-116 16,0 18-48-16,0 18-14 16,0 11 104-16,0 5-114 15,0 2-6-15,0-4 15 16,0-4-32-16,4-10-78 15,19-5-148-15,-3-11-268 16,3-15-291-16</inkml:trace>
  <inkml:trace contextRef="#ctx0" brushRef="#br0" timeOffset="205024.03">12494 8899 1669 0,'0'0'802'0,"0"0"-634"15,0 0-158-15,0 0 17 16,127-2-27-16,-83 2 0 16,4 0-45-16,-4 0-16 15,5-6-139-15,-11 1-177 16,-11-2-658-16</inkml:trace>
  <inkml:trace contextRef="#ctx0" brushRef="#br0" timeOffset="205183.99">12784 8712 1756 0,'0'0'580'0,"0"0"-537"16,0 0 21-16,-47 123-64 16,29-69 13-16,0 10-38 15,5-11-167-15,4-16-420 0</inkml:trace>
  <inkml:trace contextRef="#ctx0" brushRef="#br0" timeOffset="205649.74">12987 8927 2221 0,'0'0'291'15,"0"0"-291"-15,0 0-15 16,120-104-76-16,-82 60 91 15,-1-4 21-15,-3-2-13 16,-3-3 21-16,-8 1-28 16,-7 2-2-16,-8 4 1 15,-8 6 0-15,0 7 37 16,0 12 21-16,-8 13 10 16,-11 8-9-16,-1 5-58 15,-4 32 5-15,-3 15 40 16,3 14-19-16,3 11 122 15,4-3-135-15,5-7-7 0,6-9 7 16,1-15-8-16,5-14-6 16,0-8 0-16,0-10 1 15,9-8-47-15,9-3 46 16,7-2-49-16,8-20-4 16,5-8-142-16,4-4 24 15,-1 2 91-15,-6 10 78 16,-6 13 2-16,-9 9 54 15,-11 19-4-15,-7 20 42 16,-2 2-45-16,0 5 2 16,-4-6-49-16,-5-3 24 15,2-7-57-15,-2-1 33 16,3-9-180-16,2-8-379 0</inkml:trace>
  <inkml:trace contextRef="#ctx0" brushRef="#br0" timeOffset="206081.86">13867 8860 2134 0,'0'0'615'0,"0"0"-494"0,0 0-88 16,0 0 19 0,0 0-52-16,131-25 1 0,-85 18-16 15,-7 4 15-15,-1 3-124 16,-11 0-192-16,-13 0-373 0</inkml:trace>
  <inkml:trace contextRef="#ctx0" brushRef="#br0" timeOffset="206223.29">13845 9006 897 0,'0'0'1368'0,"0"0"-1063"0,0 0-165 15,0 0-131-15,0 0 0 16,0 0-9-16,149 0-120 15,-80-14-26-15,-11-2-434 16,-9 1-1169-16</inkml:trace>
  <inkml:trace contextRef="#ctx0" brushRef="#br0" timeOffset="206493.4">14368 9022 1620 0,'0'0'915'16,"0"0"-842"-16,0 0-73 15,0 0-149-15,0 0-1 16,114-123 150-16,-89 79 21 16,-2 0 66-16,-2 0-45 15,-1 3-21-15,-1 11 31 16,-11 9-40-16,-1 10 119 16,-5 10 9-16,-2 1-112 0,0 18-20 15,0 20-8-15,-4 13 6 16,-5 4 1-16,-1 3-7 15,6-6-60-15,2-8-102 16,2-6-104-16,0-14-204 16,14-12-191-16</inkml:trace>
  <inkml:trace contextRef="#ctx0" brushRef="#br0" timeOffset="206762.62">14804 8816 1864 0,'0'0'767'0,"0"0"-597"16,0 0-155-16,0 0 3 16,-34 107-18-16,34-75 2 0,0-4 60 15,11-5-61 1,18-7 8-16,7-9 29 0,6-7-38 16,1 0 18-16,-6-14-18 15,-3-11 0-15,-8-8-10 16,-10-5 10-16,-9-2-9 15,-7 0 7-15,0 3 4 16,-7 10 19-16,-13 8-21 16,-9 14-66-16,-11 10 20 15,7 21-300-15,8 3-341 0</inkml:trace>
  <inkml:trace contextRef="#ctx0" brushRef="#br0" timeOffset="207371.81">15715 8911 1363 0,'0'0'840'16,"0"0"-593"-16,0 0-140 16,0 0 37-16,0 0-96 15,0 0-17-15,0 0 2 16,148 2-7-16,-91-2 8 15,1 0-34-15,0 0-52 16,-7 0-112-16,-3 0-150 16,-17 0-251-16,-12 0-1055 0</inkml:trace>
  <inkml:trace contextRef="#ctx0" brushRef="#br0" timeOffset="207664.59">15780 9019 1303 0,'0'0'382'16,"0"0"-230"-16,0 0 49 15,0 0-2-15,0 0-75 16,0 0 50-16,0 0-119 15,33 3-12-15,1-3 34 0,5 0-60 16,9 0 18 0,3 0-35-16,2 0 0 15,-1 0-42-15,-7 0-26 0,-6 0-114 16,1 0-52-16,-11 0-127 16,-8 0-281-16</inkml:trace>
  <inkml:trace contextRef="#ctx0" brushRef="#br0" timeOffset="207851.67">16459 8799 1498 0,'0'0'698'0,"0"0"-492"16,0 0-169 0,0 0 10-16,0 0-10 0,38 124 0 15,-64-69 108-15,-17 3-133 16,-7 3-6-1,-6-1-6-15,-25 11-155 0,17-15-84 16,10-14-472-16</inkml:trace>
  <inkml:trace contextRef="#ctx0" brushRef="#br0" timeOffset="209216.65">17144 9041 1144 0,'0'0'1021'15,"0"0"-768"-15,0 0-150 16,0 0-103-16,0 0 12 16,116-48-9-16,-56 19-3 15,3-10-2-15,-1-3-7 16,1-4-47-16,-11-4-2 16,-7-4-52-16,-11-1-23 0,-14 4 101 15,-13 4-37 1,-7 10 69-16,0 8 73 0,-3 12 8 15,-10 8 44-15,0 9-125 16,-6 9 20-16,0 25 7 16,-1 15 21-16,-1 18 18 15,6 7 1-15,4 2-67 16,4-4 57-16,7-14-57 16,0-12 0-16,0-13-13 15,0-14 13-15,9-10-35 16,7-9 25-16,4 0-7 15,9-17-12-15,9-15-74 16,9-4-100-16,1-4 93 16,2 3 29-16,-2 5 81 15,-7 17 72-15,-6 13 16 0,-10 2 41 16,-8 24-99-16,-9 12 11 16,-8 4 41-16,0 4-67 15,-3-1 4-15,-8-3-19 16,2-7-36-16,9-5-7 15,0-8-288-15,0-11-612 0</inkml:trace>
  <inkml:trace contextRef="#ctx0" brushRef="#br0" timeOffset="209436.52">18355 8872 857 0,'0'0'1600'0,"0"0"-1301"16,0 0-291-16,0 0-7 16,0 0-1-16,0 0 6 15,0 0 85-15,115-5-91 16,-66 3-14-16,1 2-28 16,-6 0-220-16,-13 0-222 15,-15 2-262-15</inkml:trace>
  <inkml:trace contextRef="#ctx0" brushRef="#br0" timeOffset="209571.45">18287 9007 1528 0,'0'0'901'0,"0"0"-703"16,0 0-150-16,0 0-5 0,116 10-43 16,-46-10 0-16,7 0-100 15,33-4-107-15,-19-7-189 16,-17 1-1378-16</inkml:trace>
  <inkml:trace contextRef="#ctx0" brushRef="#br0" timeOffset="210042.61">19360 9027 1579 0,'0'0'794'16,"0"0"-594"-16,0 0-101 16,0 0 56-16,0 0-119 15,0 0-4-15,0 0-27 16,106-100 20-16,-65 59-19 0,-1-2-6 16,-7 1 0-16,-1-3-33 15,-8 6 33-15,-6 4 0 16,-5 12-6-16,-8 9 15 15,-3 5 83-15,-2 9-92 16,0 0 7-16,0 9-23 16,0 19 16-16,-9 16 0 15,-2 6-1-15,-2 8 16 16,0-4-57-16,-1 8-46 16,5-15-283-16,5-18-256 0</inkml:trace>
  <inkml:trace contextRef="#ctx0" brushRef="#br0" timeOffset="210489.75">20015 8753 1172 0,'0'0'733'0,"0"0"-571"16,0 0-99-16,0 0-61 0,0 0 16 15,0 0 88-15,0 0-1 16,-98 75 51-16,75-34-116 15,8 1-10-15,7 0 34 16,8-5-49-16,0-5 29 16,15-8 6-16,18-9-49 15,12-7 89-15,8-8-90 16,7 0 0-16,-2-18-6 16,-4-8 23-16,-12-9-34 15,-13-6 13-15,-13-2-131 16,-12-6 112-16,-4 3-53 15,-6 5 43-15,-17 7 25 0,-17 20-26 16,5 9-122-16,4 5-418 16</inkml:trace>
  <inkml:trace contextRef="#ctx0" brushRef="#br0" timeOffset="212116.05">20590 8951 1580 0,'0'0'405'0,"0"0"-264"16,0 0 34-16,0 0-38 15,0 0 8-15,0 0-81 16,0 0-53-16,174-26 39 15,-103 16-50-15,3 1-25 16,22-2-57-16,-21 2-204 16,-15 2-485-16</inkml:trace>
  <inkml:trace contextRef="#ctx0" brushRef="#br0" timeOffset="212647.63">21690 8708 1513 0,'0'0'306'0,"0"0"-194"16,0 0-79-16,0 0-12 15,0 0 140-15,-116 31-28 16,73 0-19-16,1 10-3 0,0 1-73 16,7-4 24-16,10-4-62 15,6-6 2-15,8-5 8 16,11-9-10-16,0-5-6 15,0-2 6-15,22-7-27 16,7 0 26-16,4-7-103 16,4-13-116-16,1-4 48 15,-3-6-77-15,-2 2 36 16,-4 3 150-16,-8 4 63 16,-10 7 258-16,-7 10 0 15,-4 4-103-15,0 0-12 16,0 7-143-16,-7 18 73 0,-1 1 16 15,2 4-32-15,6 2 38 16,0-2-95-16,12-2 19 16,11-3-44-1,6-4 12-15,19-9-138 0,-7-6-241 16,-3-6-1515-16</inkml:trace>
  <inkml:trace contextRef="#ctx0" brushRef="#br0" timeOffset="212755.8">22178 8973 1925 0,'0'0'266'0,"0"0"-266"15,0 0-1920-15</inkml:trace>
  <inkml:trace contextRef="#ctx0" brushRef="#br0" timeOffset="-213941.92">10086 9970 1378 0,'0'0'558'16,"0"0"-352"-16,0 0-11 16,0 0 20-16,0 0-59 15,0 0-48-15,0 0 77 16,-4-22-136-16,4 20 10 15,0 2 16-15,0-2-62 16,12-1 65-16,19 1-78 0,11-5 1 16,14 1-6-16,8-1 5 15,1 2-7-15,1-2 5 16,-3 4-92-16,-7 3 32 16,-7 0-114-16,-13 0-318 15,-16 10-172-15</inkml:trace>
  <inkml:trace contextRef="#ctx0" brushRef="#br0" timeOffset="-213679.36">10194 10092 1096 0,'0'0'996'16,"0"0"-731"-16,0 0-8 16,0 0-64-16,0 0-78 15,0 0-97-15,0 0 20 16,106-23-23-16,-54 23-15 16,6 0-48-16,-2 0-40 15,15 0-228-15,-13-3-180 16,-16-3-343-16</inkml:trace>
  <inkml:trace contextRef="#ctx0" brushRef="#br0" timeOffset="-213497.96">10848 9747 2152 0,'0'0'464'16,"0"0"-378"-16,0 0-86 15,0 0 0-15,0 0 8 16,0 0 7-16,0 0 71 15,101 155-86-15,-123-85-3 16,-20 8-11-16,-37 26-124 16,13-18-146-16,3-17-343 0</inkml:trace>
  <inkml:trace contextRef="#ctx0" brushRef="#br0" timeOffset="-212928.01">11756 9837 821 0,'0'0'1058'16,"0"0"-741"-16,0 0-84 0,0 0 9 15,0 0-121-15,0 0-3 16,0 0-118-16,78 19 19 16,-34 6 31-16,4 8-50 15,-2 1 0-15,1 3-1 16,-3-2 16-16,-1 0-42 16,-5-4 24-16,-5 0-169 15,3-4-53-15,-9-5-350 16,-7-7-437-16</inkml:trace>
  <inkml:trace contextRef="#ctx0" brushRef="#br0" timeOffset="-212648.41">12681 9761 1343 0,'0'0'1006'15,"0"0"-720"-15,0 0-262 16,0 0 31-16,0 0-55 16,0 0 0-16,-114 88 36 15,52-27-34-15,-7 9 7 16,2 2-9-16,-11 14-224 0,18-17-132 15,15-18-861-15</inkml:trace>
  <inkml:trace contextRef="#ctx0" brushRef="#br0" timeOffset="-211945.95">12893 9968 1467 0,'0'0'536'15,"0"0"-228"-15,0 0-96 16,0 0 14-16,0 0-35 15,0 0-86-15,0 0 18 16,44-6-123-16,-6-3 9 16,7 4-18-16,1 1 9 15,4 4-27-15,-5 0-15 16,-5 0-81-16,-7 2-20 16,-15 10-182-16,-7 0-246 15,-11-2-260-15</inkml:trace>
  <inkml:trace contextRef="#ctx0" brushRef="#br0" timeOffset="-211779.93">12864 10142 846 0,'0'0'1288'0,"0"0"-987"16,0 0-93-16,0 0-52 16,0 0-103-16,0 0 6 15,140-2-59-15,-88 2-1 16,1 0-66-16,10 0-182 15,-14 9-91-15,-9-2-637 0</inkml:trace>
  <inkml:trace contextRef="#ctx0" brushRef="#br0" timeOffset="-210489.03">14316 9854 1101 0,'0'0'493'0,"0"0"-190"15,0 0-81-15,0 0 17 16,0 0 8-16,0 0-113 15,0 0 22-15,46-65-156 16,-73 67 21-16,-11 18-19 16,-9 11 5-16,-6 8-7 0,0 4 0 15,5 5 29-15,6-2 25 16,9-4-54-16,8-8 7 16,12-8-8-16,8-6 7 15,5-6-6-15,3-4 0 16,21-6 18-16,12-4-38 15,9 0 20-15,6-14-73 16,0-9 31-16,0-7-76 16,-3-5 9-16,-9 1 36 15,-5-1 3-15,-5 3 39 16,-9 8 32-16,-9 9-1 16,-5 7 125-16,-4 6-48 0,-2 2-11 15,0 0-66-15,0 20 45 16,0 9 4-16,0 10-49 15,-4 3 2-15,0 1-8 16,2-4 6-16,2-5-47 16,0-2-114-16,0-9-188 15,0-9-331-15</inkml:trace>
  <inkml:trace contextRef="#ctx0" brushRef="#br0" timeOffset="-210001.72">14721 9583 1273 0,'0'0'397'16,"0"0"-197"-16,0 0-74 16,0 0 68-16,0 0-39 15,0 0-93-15,0 0 90 16,-18-26-109-16,18 18-35 0,14 0 3 15,1-1 3-15,5 6-16 16,3 3 2-16,-4 0 0 16,-1 10-6-1,-11 15 26-15,-7 8-20 0,0 6 67 16,-29 0-37-16,-5 1 53 16,-1-3-83-16,8-12 14 15,9-6 7-15,9-9-21 16,9-6 0-16,0-3-12 15,18 2 7-15,9 1-13 16,7-3-77-16,14 3-175 16,-7-2-99-16,-10 1-785 0</inkml:trace>
  <inkml:trace contextRef="#ctx0" brushRef="#br0" timeOffset="-209763.87">15064 9743 1758 0,'0'0'652'16,"0"0"-588"-16,0 0-33 15,0 0 39-15,0 0 17 16,-98 126 53-16,71-65-113 16,10 6-15-16,3-2 24 15,8-3-36-15,6-4-7 16,0-5 6-16,2-11-106 15,16-5 0-15,13-4-179 0,-2-11-183 16,-3-8-280-16</inkml:trace>
  <inkml:trace contextRef="#ctx0" brushRef="#br0" timeOffset="-208635.13">15097 10231 1508 0,'0'0'547'0,"0"0"-413"16,0 0 57-16,0 0-65 16,0 0-64-16,0 0 57 15,118-77-119-15,-75 41 0 0,2-6-2 16,-2-2-21-16,-6-3 22 15,-6 6-37-15,-6 1 35 16,-10 8-32-16,-6 7 70 16,-2 11 4-16,-7 6 86 15,0 4-80-15,0 4 3 16,0 0-48-16,0 14-15 16,-2 16-12-16,-8 12 27 15,-2 11 0-15,0 1-1 16,3 1 20-16,0-2-38 15,3-7 19-15,1-7-199 0,5-11 6 16,7-10-332-16,10-13-111 16</inkml:trace>
  <inkml:trace contextRef="#ctx0" brushRef="#br0" timeOffset="-208334.68">15704 9974 1580 0,'0'0'633'0,"0"0"-500"16,0 0-133-16,0 0 0 16,0 0 39-16,0 0-6 15,-38 122 114-15,38-87-67 16,6-6-51-16,19-3 27 16,6-5-50-16,5-13 12 15,5-6-18-15,-2-2 30 0,-1-10-11 16,-2-12-19-16,-12-9-15 15,-6-3-8-15,-13-4 9 16,-5 2 7 0,0 1 6-16,-16 9 2 0,-8 6 81 15,-3 11-82-15,-2 9-43 16,-2 2-61-16,8 18-133 16,7-1-401-16</inkml:trace>
  <inkml:trace contextRef="#ctx0" brushRef="#br0" timeOffset="-208130.17">16100 10043 2246 0,'0'0'326'15,"0"0"-322"-15,0 0-4 16,0 0-18-16,157-25 5 15,-111 25 13-15,21 0-43 16,-9 0-230-16,-11 0-577 0</inkml:trace>
  <inkml:trace contextRef="#ctx0" brushRef="#br0" timeOffset="-207732.57">16935 9842 1892 0,'0'0'573'0,"0"0"-564"16,0 0 31-16,-114 36-10 15,64 0-21-15,4 8 49 16,6 0 46-16,9 0-51 15,11-4-1-15,11-6-52 16,9-7 0-16,0-12 0 16,11-4 0-16,13-11-17 15,8 0 5-15,1-9-144 16,2-17-45-16,-3-8-80 16,-1-4 20-16,-4 0 163 0,-5 4 98 15,-7 8 3-15,-3 9 390 16,-8 10-24-16,-4 7-178 15,0 0-191-15,0 18 22 16,0 12-32-16,0 6 10 16,0 5-8-16,0 7-78 15,3-13-155-15,3-11-291 0</inkml:trace>
  <inkml:trace contextRef="#ctx0" brushRef="#br0" timeOffset="-207520.94">17258 9687 2395 0,'0'0'344'15,"0"0"-344"-15,0 0-42 16,136 69 17-16,-103-15 14 16,-10 8 22-16,-17 10 26 15,-6 4 18-15,-6 2-44 16,-26 2-22-16,-8-2 10 15,-27 5-217-15,9-19-135 16,7-18-491-16</inkml:trace>
  <inkml:trace contextRef="#ctx0" brushRef="#br0" timeOffset="-206974.07">17933 10069 1681 0,'0'0'743'0,"0"0"-545"0,0 0-3 16,0 0-11-16,0 0-69 15,0 0-29-15,0 0-86 16,80-19 12-16,-41 19-63 16,-2 0 51-16,-6 10-95 15,-8 10-50-15,-12-2-309 16,-11-1-300-16</inkml:trace>
  <inkml:trace contextRef="#ctx0" brushRef="#br0" timeOffset="-206832.95">17890 10265 2121 0,'0'0'661'0,"0"0"-430"16,0 0-213-16,125 0 7 0,-55 0-9 15,3-7-4 1,5 2-22-16,18 1 10 0,-23 2-188 16,-15-1-416-16</inkml:trace>
  <inkml:trace contextRef="#ctx0" brushRef="#br0" timeOffset="-205518.8">19103 10316 1809 0,'0'0'540'0,"0"0"-395"0,0 0 43 15,0 0-8-15,0 0-57 16,0 0-110-16,0 0 34 16,81-104-47-16,-34 67-50 15,6-6 17-15,3 1-79 16,-3 2 3-16,-4 1 14 15,-6 4-5-15,-12 5 87 16,-9 6-35-16,-6 6 48 16,-10 6 14-16,-1 8 54 15,-5 2 67-15,0 2-135 16,0 4 32-16,-3 22-8 16,-10 9-23-16,-5 13 28 15,-1 8-2-15,2-1-15 16,5-3-14-16,7-6 2 15,5-7-195-15,13-13 33 0,14-10-218 16,4-12-261-16</inkml:trace>
  <inkml:trace contextRef="#ctx0" brushRef="#br0" timeOffset="-205223.73">19863 9968 2068 0,'0'0'312'15,"0"0"-177"-15,0 0-122 16,0 0 1-16,0 0 79 16,-69 101-43-16,69-69 17 15,21-5-67-15,19-3 6 16,11-10-41-16,7-9-26 16,0-5-33-16,-5-5 22 0,-10-17-44 15,-14-7 102-15,-16-6-17 16,-13-2 31-16,0-4 74 15,-23 3 54-15,-10 4 24 16,-7 6-22-16,0 12-111 16,0 8 1-16,6 8-20 15,17 3-209-15,10 16-62 16,7-1-563-16</inkml:trace>
  <inkml:trace contextRef="#ctx0" brushRef="#br0" timeOffset="-204390.02">20905 9583 1385 0,'0'0'399'16,"0"0"-269"-16,0 0 82 16,0 0-71-16,0 0-77 15,0 0-3-15,0 0-39 0,11-17 2 16,2 12-24-16,5 3 11 15,0 2 1-15,1 0-12 16,0 12 0-16,-8 10 33 16,-11 9-14-16,0 6 57 15,-16 3-1-15,-15 1-46 16,0-6 94-16,2-6-123 16,9-12 1-16,11-5 16 15,9-5-10-15,0-3-14 16,9-1-1-16,17-1-53 15,6 3 15-15,17-5-212 0,-7 0-282 16,-9 0-612-16</inkml:trace>
  <inkml:trace contextRef="#ctx0" brushRef="#br0" timeOffset="-204097.62">21312 10072 1692 0,'0'0'720'0,"0"0"-524"16,0 0 59-16,0 0-126 15,0 0-40-15,0 0-51 16,0 0-23-16,139-3-30 16,-86 3-18-16,3 0-115 15,20 0-45-15,-16 0-290 16,-7 0-289-16</inkml:trace>
  <inkml:trace contextRef="#ctx0" brushRef="#br0" timeOffset="-203732.92">22199 9881 1947 0,'0'0'376'0,"0"0"-195"15,0 0-181-15,0 0 6 16,0 0-1-16,-144 51 68 16,90-9 83-16,7 6-92 15,10 2-50-15,8-4 44 16,13-4-58-16,11-9 0 15,5-9-6-15,5-10 20 16,19-10-28-16,7-4-23 16,10-9-145-16,1-17 17 15,3-10-323-15,-3-4-111 16,-2-4 196-16,-5 4 256 16,-8 6 147-16,-4 10 743 15,-12 10-56-15,-4 10-189 16,-5 4-444-16,-2 4-52 0,0 20 1 15,0 10 7-15,0 4 39 16,0 2-49-16,0-2-38 16,0-4 6-16,9-5-223 15,2-13-223-15,0-8-292 0</inkml:trace>
  <inkml:trace contextRef="#ctx0" brushRef="#br0" timeOffset="-202952.09">22572 9508 942 0,'0'0'590'0,"0"0"-401"0,0 0-143 16,0 0-32-16,0 0 115 15,0 0-91-15,0 0-23 16,-9-9 26-16,7 4-31 16,-1 1 29-16,1 0 29 15,2 1-44-15,0-1 120 16,0-1-98-16,0 0-31 16,0 1 34-16,0 1-15 15,0-1 18-15,0 3 14 16,0 1-13-16,0 0 92 15,0 0-141-15,0 0 8 16,0 0-1-16,0 0-11 16,0 0 0-16,0 0 0 0,0 0 1 15,0 0 2 1,0 0-3-16,0 0 0 0,0 0-9 16,0 0 21-16,0 0-9 15,0 0-3-15,2 0 22 16,7 0-14-16,5 0-8 15,1 0-8-15,1 8-8 16,-3 12 22-16,-5 10-6 16,-8 4 0-16,0 6 10 15,-19 0 52-15,-8-1-62 16,-4-2 0-16,2-9 1 16,5-8 7-16,8-8-8 15,10-5 0-15,3-5 0 0,3-1-47 16,0-1-2-1,7 0 9-15,4 0 31 0,-2 0 15 16,-2 6-6-16,-5 4 7 16,-2 9 14-16,0 8 40 15,-14 12-61-15,-15 4 0 16,-4 6-10-16,-19 15-53 16,10-12-150-16,11-12-350 15</inkml:trace>
  <inkml:trace contextRef="#ctx0" brushRef="#br0" timeOffset="-202760.99">22766 10251 2299 0,'0'0'543'0,"0"0"-543"15,0 0-46-15,0 0-11 16,-71 121 56-16,34-80-16 15,0 3 34-15,-7 12-34 16,5-12-215-16,11-5-416 0</inkml:trace>
  <inkml:trace contextRef="#ctx0" brushRef="#br0" timeOffset="-200932.22">26892 9749 441 0,'0'0'1530'0,"0"0"-1224"16,0 0-249-16,0 0 132 16,0 0-69-16,0 0-30 15,0 0-16-15,-14-28-72 16,-17 47 26-16,-13 13-28 15,-10 10 0-15,-4 8 76 16,2 0-76-16,12-4 0 16,13-9-4-16,11-12 22 15,13-9-12-15,7-11-6 16,4-5-26-16,25 0-12 0,11-3 38 16,7-21-181-16,3-7-12 15,-6-6 0-15,-1-5 54 16,-10 1 23-16,-7 4 116 15,-8 7 7-15,-4 9 154 16,-9 11 84-16,-3 6-8 16,-2 4-116-16,0 2-45 15,0 24-76-15,0 15 0 16,0 8 33-16,0 9-33 16,0 0-11-16,0-7-62 15,6-1-204-15,7-13-255 16,1-18-660-16</inkml:trace>
  <inkml:trace contextRef="#ctx0" brushRef="#br0" timeOffset="-200414.05">27638 9682 1515 0,'0'0'518'0,"0"0"-368"16,0 0-52-16,0 0 39 15,0 0-116-15,0 0-5 16,0 0 53-16,-133 87-28 15,84-49 37-15,0 1-16 0,9-4-56 16,9-4 79-16,11-7-85 16,8-2 6-16,12-4 16 15,0 0-21-15,16-1 12 16,15 4-13-16,7-3 25 16,1-2-23-16,-2-2-2 15,-6 0-59-15,-6-4 21 16,-16 3-193-16,-5-3-120 15,-4-5-344-15</inkml:trace>
  <inkml:trace contextRef="#ctx0" brushRef="#br0" timeOffset="-200254.95">27287 10144 1527 0,'0'0'801'15,"0"0"-645"-15,0 0 37 0,0 0-77 16,0 0-35-16,0 0-78 15,114 49 37-15,-79-34-80 16,17 6 16-16,-10-7-445 16,-5-4-624-16</inkml:trace>
  <inkml:trace contextRef="#ctx0" brushRef="#br0" timeOffset="-199572.43">26357 9668 955 0,'0'0'689'0,"0"0"-415"16,0 0-46-16,0 0-66 15,0 0 55-15,0 0-185 16,0 0-26-16,-42 35 76 16,2 0-4-16,-5 4-10 15,-1-1-53-15,5-4 11 16,7-5 14-16,14-9-40 15,9-6 0-15,11-4-12 16,0-2 26-16,9 3-7 16,16-1-7-16,8 3 0 15,0-3-34-15,4-2 34 16,-6 0-56-16,-7 1-39 16,-6 3-96-16,-7 1-121 15,-9-3-399-15</inkml:trace>
  <inkml:trace contextRef="#ctx0" brushRef="#br0" timeOffset="-199412.65">26039 10086 1280 0,'0'0'858'16,"0"0"-611"-16,0 0-163 16,0 0 62-16,0 0-122 15,141 31 1-15,-93-16-50 16,8 12 8-16,-17-4-337 15,-7-5-1021-15</inkml:trace>
  <inkml:trace contextRef="#ctx0" brushRef="#br0" timeOffset="-192366.1">27955 10142 1423 0,'0'0'659'0,"0"0"-612"0,0 0-18 16,0 0 122-16,0 0 0 16,0 0-42-16,-31 0 85 15,31-2-165-15,0 2 31 16,0 0 0-16,0-4-53 16,7-4 86-1,15-5-93-15,12-12 8 0,8-8-44 16,7-4 25-16,0-5-68 15,-7 3 43-15,-4 0-30 16,-7 0 29-16,-6 6 31 16,-7 5 6-16,-5 3 20 15,-6 10-20-15,-3 7 80 0,-4 3-13 16,0 5-38 0,0 0 19-16,0 0-48 0,0 18 0 15,-15 15-32-15,-6 11 40 16,0 7-8-16,-2 4 0 15,5-4 24 1,5-4-84-16,7-7-36 0,6-4-177 16,0 1 24-16,2-10-293 15,9-8-212-15</inkml:trace>
  <inkml:trace contextRef="#ctx0" brushRef="#br0" timeOffset="-192050.54">28562 9864 1625 0,'0'0'825'0,"0"0"-679"0,0 0-115 16,0 0 15-16,0 0 11 16,0 0-38-16,-85 124 98 15,83-81-98-15,2-5 35 16,18-3-50-16,20-7 46 15,13-10 18-15,12-9-68 16,3-9 0-16,-1 0 11 16,-12-15-2-16,-11-9-9 15,-15-7 0-15,-12-8 31 16,-15-3-35-16,0-1 4 16,-15 5-38-16,-20 11 12 15,-12 13-49-15,-35 14-139 16,8 16-125-16,9 6-710 0</inkml:trace>
  <inkml:trace contextRef="#ctx0" brushRef="#br0" timeOffset="-191103.97">25588 9663 1547 0,'0'0'256'0,"0"0"-240"16,0 0 141-16,0 0-7 15,0 0 43-15,0 0-36 16,0 0-114-16,4-10 96 16,-4 8-72-16,0 2-60 15,-2-2 180-15,-9 0-186 16,-5 2-1-16,-8 0 7 15,-10 4 25-15,-3 22-2 0,-5 12-30 16,-1 10 0-16,5 8 45 16,7-1-36-16,10-5-9 15,11-9 37-15,10-7-25 16,0-9 43-16,24-11-55 16,14-9 0-16,12-5 11 15,2-3-11-15,2-23 0 16,-5-6-15-16,-13-9 46 15,-11-7-32-15,-12-1 1 16,-9-2 0-16,-4 7-53 16,0 12 53-16,-22 16-37 15,-23 16-51-15,8 10-397 0,1 12-25 16</inkml:trace>
  <inkml:trace contextRef="#ctx0" brushRef="#br0" timeOffset="-159930.47">9824 11048 580 0,'0'0'1230'0,"0"0"-937"15,0 0-241-15,0 0 38 16,-12-16 110-16,10 16-49 0,2-2-24 16,0 2-26-16,0 0-87 15,0 0 104-15,0 0-91 16,0 0-26-16,0 0 67 16,0 0-61-16,0 0 13 15,0 0-20-15,0 0 21 16,0 0-20-16,0 0-1 15,0 0 0-15,20 11-4 16,14 12 16-16,5 3-12 16,9 6 0-16,0-1 19 15,2 1-22-15,-3-2 3 16,-3-2-3-16,-2 1-30 16,-1-4 14-16,-6 1-65 15,-2 9-188-15,-8-10-340 16,-10-4-379-16</inkml:trace>
  <inkml:trace contextRef="#ctx0" brushRef="#br0" timeOffset="-159524.12">10699 10894 1949 0,'0'0'501'15,"0"0"-384"-15,0 0-57 16,0 0-26-16,0 0 41 16,0 0-75-16,0 0 19 15,-84 91 76-15,39-37-95 0,-1 6 0 16,-2 0-12-1,-7 20-58-15,8-15-146 0,12-15-389 16</inkml:trace>
  <inkml:trace contextRef="#ctx0" brushRef="#br0" timeOffset="-158706.99">11136 10742 1187 0,'0'0'1040'16,"0"0"-796"-16,0 0-159 15,0 0 100-15,0 0-105 16,0 0-36-16,0 0-43 16,5-34 33-16,-23 61-43 15,-6 14 9-15,-7 11-70 0,-12 24-67 16,7-13-335-16,9-15-511 0</inkml:trace>
  <inkml:trace contextRef="#ctx0" brushRef="#br0" timeOffset="-158247.34">11366 11155 1768 0,'0'0'676'0,"0"0"-546"0,0 0 18 16,0 0 0-16,0 0-95 16,0 0 91-16,0 0-144 15,5-10 18-15,16 7-26 16,11-4 10-16,4 5-4 15,4 2-10-15,-2 0-89 16,-5 0 47-16,-4 3-222 16,-7 9-113-16,-13 1-319 0</inkml:trace>
  <inkml:trace contextRef="#ctx0" brushRef="#br0" timeOffset="-158074.91">11311 11315 1788 0,'0'0'770'0,"0"0"-491"16,0 0-250-16,0 0 15 16,0 0 24-16,149-52-68 15,-98 42 12-15,0 6-12 16,-4 4-138-16,0 0-87 16,-12 11-331-16,-12 1-758 0</inkml:trace>
  <inkml:trace contextRef="#ctx0" brushRef="#br0" timeOffset="-155375.96">12478 11029 1185 0,'0'0'657'16,"0"0"-448"-16,0 0-35 16,0 0 80-16,0 0-19 15,0 0-53-15,0 0-83 0,-4-46-93 16,2 27 118-16,0-1-124 15,2-3 6-15,0-4 6 16,2 1-12-16,13-2-8 16,3 4 7-16,3 4 2 15,-6 4-22-15,-1 8 21 16,-6 6-18-16,-4 2-3 16,-1 10 9-16,-3 20 12 15,0 11-7-15,-23 10 25 16,-17 5-20-16,-11 3 2 15,-14-3-7-15,-2-7-12 0,1-6 21 16,3-14-4 0,12-6 2-16,11-14-21 0,11-4-17 15,11-5 38 1,13-2-4-16,5-20-25 0,9-5 5 16,22-5 7-16,14 6 16 15,4 9 2-15,5 11-8 16,-3 6 7-16,-1 8-8 15,-6 16-12-15,-4 4 20 16,-2 4-159-16,6 6-85 16,-6-10-261-16,-7-8-151 0</inkml:trace>
  <inkml:trace contextRef="#ctx0" brushRef="#br0" timeOffset="-155051.79">12864 10943 1790 0,'0'0'349'15,"0"0"-277"-15,0 0-39 16,0 0-25-16,0 0 129 16,-87 104-32-16,78-54-56 15,9-2 94-15,0-4-134 16,13-7-8-16,16-6 23 15,11-11-15-15,8-10-10 16,3-10 1-16,2 0-46 16,-6-14 17-16,-9-12-23 15,-14-7 3-15,-11-10 16 16,-13-3-59-16,0-1 60 16,-15 10-57-16,-14 9 41 15,-4 14 19-15,-21 14-129 0,10 5-216 16,5 14-437-16</inkml:trace>
  <inkml:trace contextRef="#ctx0" brushRef="#br0" timeOffset="-149729.66">13604 11037 542 0,'0'0'720'0,"0"0"-487"0,0 0-95 15,0 0-57-15,0 0 52 16,0 0-13-16,12-48-76 16,-12 45 88-16,0 2-60 15,0 1-19-15,0 0 61 16,0 0-68-1,-10 0 5-15,-13 0-51 0,-8 12 32 16,-6 9-5-16,-7 8-27 16,-2 5 1-16,2 2 76 15,7-5-44-15,5 1 13 16,8-7-43-16,8-7 34 16,7-3-7-16,9-6-30 0,0-1-34 15,2-6 5-15,21-2-30 16,8 0-2-16,4 0-77 15,1-18-82-15,2-6 89 16,-2-6 5-16,-5-4 15 16,-3-2 76-16,-1-1 16 15,-2 3 19-15,-5 5 63 16,-5 4-30-16,-3 7 122 16,-3 8-91-16,-3 8-23 15,-4 2 11-15,1 8-51 16,-1 18 98-16,-2 12-11 15,0 6-78-15,0 2 86 16,-2 3-96-16,-1-5 0 16,1-6-11-16,2-6-25 15,2-7-103-15,12-10-200 0,4-7-567 16</inkml:trace>
  <inkml:trace contextRef="#ctx0" brushRef="#br0" timeOffset="-149489.18">13867 11194 649 0,'0'0'1387'16,"0"0"-1031"-16,0 0-193 15,0 0-80-15,0 0 29 16,0 0-72-16,0 0-40 0,154-19 66 15,-110 17-66-15,1 0-2 16,-3 2-5 0,-6 0-171-16,2 0-35 0,-11 0-378 15,-10 0-1138-15</inkml:trace>
  <inkml:trace contextRef="#ctx0" brushRef="#br0" timeOffset="-147687.1">14770 10909 1154 0,'0'0'505'0,"0"0"-354"15,0 0-75-15,0 0 95 16,0 0 23-16,0 0-54 16,0 0 33-16,-3-31-58 15,1 24-55-15,0-1 13 16,0-1-52-16,2-1 4 15,0-2-25-15,0 2 24 16,0 0-55-16,6 0 31 16,6 4-54-16,-1 3 48 0,1 3-13 15,-4 0 10 1,-1 0 1-16,-3 26 8 0,-4 9-36 16,0 10 36-16,-7 2 0 15,-13 0 0-15,-4-5 9 16,2-4 5-16,-3-10-14 15,5-4 24-15,0-6 10 16,6-8-34-16,4-2 0 16,5-6 6-16,5 0 4 15,0-2 2-15,0 0-12 16,11-12-85-16,16-8-10 16,6 0-76-16,5 3 122 15,-2 8 41-15,-2 7 16 16,-5 2-22-16,-8 8 14 15,-5 14 0-15,-9 2 30 0,-7 5-30 16,0-3 22-16,-9 3 42 16,-13-3-37-16,-7 2 43 15,-3-4-70-15,1-2 15 16,0-2-17-16,6-3 2 16,8-5-73-16,12-8-63 15,5-2-367-15,0-2-449 0</inkml:trace>
  <inkml:trace contextRef="#ctx0" brushRef="#br0" timeOffset="-147195.87">15374 11003 1448 0,'0'0'296'0,"0"0"-252"15,0 0-30-15,0 0 87 16,0 0-36-16,-125 5 33 16,85 19 18-16,-2 8-15 15,-3 5 33-15,7 4-65 16,5-3-57-16,8-4 56 15,9-8-68-15,10-3 0 0,6-9-1 16,0-4 13-16,6-4-11 16,21-6-1-16,6 0-44 15,10-12 14-15,1-12-160 16,4-7 36-16,-4-4 91 16,1-1-31-16,-5-2 11 15,-7 4 7-15,-8 6 76 16,-9 10 85-16,-8 10 54 15,-8 8-27-15,0 0-53 16,0 23-53-16,-6 12 139 16,-8 3-106-16,1 2-38 15,1 0 44-15,4-2-44 0,1-4-1 16,5-4 0 0,2-4-123-16,0-9-106 0,0-12-615 0</inkml:trace>
  <inkml:trace contextRef="#ctx0" brushRef="#br0" timeOffset="-146208.15">15657 10708 1092 0,'0'0'643'0,"0"0"-508"15,0 0-70-15,0 0-58 16,0 0 27-16,0 0 154 15,0 0-89-15,0-58-46 16,7 51-10-16,6 4-43 16,5-4 41-16,5 3-41 15,-1 3 0-15,0 1-6 16,-2 0 6-16,-7 0 0 16,-3 14-2-16,-10 6 15 0,0 4 11 15,-10 4 10-15,-19 5-28 16,-7-4 73-16,-6 0-72 15,-5-4 16-15,5-4-23 16,5-7 33-16,5-1-19 16,10-6-14-16,10-6-8 15,8-1-19-15,4 0 25 16,0 0-20-16,14-1-36 16,8-10-101-16,4 1 153 15,-1 6-13-15,-3 4 19 16,-1 0 3-16,-6 5 18 15,1 12 32-15,-3 3 11 0,3 0-58 16,3-2 89-16,4-3-85 16,8-3-8-1,7-4 57-15,3-4-59 16,3-4-27-16,5 0-70 0,-11 0-278 16,-9 0-441-16</inkml:trace>
  <inkml:trace contextRef="#ctx0" brushRef="#br0" timeOffset="-143542.99">9814 12198 1661 0,'0'0'357'16,"0"0"-252"-16,0 0-28 15,0 0 166-15,0 0-135 16,0 0-48-16,0 0 19 15,0 3-63-15,4 4 11 16,13 3 12-16,5 7-31 16,5 0 76-16,-1 7-84 15,3 5 6-15,2 3 26 16,-2-3-31-16,4 2 5 16,0-4-6-16,0-1 17 15,-4-1-60-15,0-6 43 0,4 3-242 16,-6-5-76-1,-7-7-523-15</inkml:trace>
  <inkml:trace contextRef="#ctx0" brushRef="#br0" timeOffset="-143248.86">10537 12126 1506 0,'0'0'606'0,"0"0"-460"16,0 0-125-16,0 0 25 16,0 0 102-16,0 0-142 15,0 0 92-15,-63 80 4 16,32-39-82-16,0 2 21 15,0 1-41-15,0-2-45 16,4 0 18-16,4-2-190 16,10-9-273-16,5-14-603 0</inkml:trace>
  <inkml:trace contextRef="#ctx0" brushRef="#br0" timeOffset="-142905.9">10904 11930 780 0,'0'0'1157'0,"0"0"-879"15,0 0-129-15,0 0-47 16,0 0-56-16,0 0 35 16,0 0-81-16,-13 9 0 0,-7 23-9 15,-3 10 24-15,0 6-51 16,-12 14-96-16,12-12-349 15,2-11-696-15</inkml:trace>
  <inkml:trace contextRef="#ctx0" brushRef="#br0" timeOffset="-142582.03">10969 12354 1689 0,'0'0'710'16,"0"0"-486"-16,0 0-199 16,0 0 38-16,0 0-63 0,0 0-15 15,138-20 8 1,-104 20-151-16,-5 0-151 0,-9 6-304 16,-9 2-904-16</inkml:trace>
  <inkml:trace contextRef="#ctx0" brushRef="#br0" timeOffset="-142399.08">10846 12455 1607 0,'0'0'536'0,"0"0"-326"15,0 0-188-15,0 0-20 16,0 0 1-16,152-34-3 15,-96 34-39-15,-9 0-253 0,-5 1-481 0</inkml:trace>
  <inkml:trace contextRef="#ctx0" brushRef="#br0" timeOffset="-142084.18">11548 12272 785 0,'0'0'1011'16,"0"0"-665"-16,0 0-248 16,0 0-4-16,0 0 4 15,0 0-49-15,0 0 39 0,-81 84-67 16,87-55-20-16,19-4 77 16,8-6-78-16,7-5 10 15,5-11 6-15,3-3 2 16,-2 0-15-16,-9-10-3 15,-10-12-1-15,-12-4-45 16,-10-4 32-16,-5-2-10 16,-9-1 23-16,-16 0 2 15,-1 8-27-15,-3 8 26 16,-5 13-131-16,8 4-151 16,10 0-624-16</inkml:trace>
  <inkml:trace contextRef="#ctx0" brushRef="#br0" timeOffset="-141707.99">12427 12383 1410 0,'0'0'851'0,"0"0"-594"16,0 0-104-16,0 0-8 15,0 0-84-15,0 0-18 16,0 0-43-16,74-23 18 16,-37 23-24-16,3 0 6 15,5 3-50-15,-3 5-39 16,6 4-152-16,-11-3-116 16,-12-3-438-16</inkml:trace>
  <inkml:trace contextRef="#ctx0" brushRef="#br0" timeOffset="-141453.03">12465 12468 1096 0,'0'0'900'0,"0"0"-572"15,0 0-105-15,0 0-64 16,0 0-121-16,0 0 38 16,0 0-76-16,105 0 0 15,-60 0-9-15,1 0-21 16,-1 0-27-16,10 7-87 16,-12 1-180-16,-10-4-385 0</inkml:trace>
  <inkml:trace contextRef="#ctx0" brushRef="#br0" timeOffset="-141162.05">13018 12293 416 0,'0'0'925'0,"0"0"-711"15,0 0-179-15,0 0-16 0,0 0 102 16,0 0-23 0,0 0-8-16,27 58 9 0,-29-26-76 15,-12-3 46 1,1 2-69-16,-3-6 9 0,1-3 0 16,-1-4-7-16,0-5-2 15,0-5 0-15,3-4-68 16,-5-4 25-16,3 0-132 15,1-7-302-15</inkml:trace>
  <inkml:trace contextRef="#ctx0" brushRef="#br0" timeOffset="-140949.15">12436 12200 1502 0,'0'0'558'0,"0"0"-442"15,0 0 14-15,-145 44 5 0,112-9-73 16,10 4-4-16,15 6-23 16,8 2-13-16,0 1 6 15,27 2-28-15,10-6-62 16,9 0-2-16,31-6-172 16,-15-9-152-16,-6-9-714 0</inkml:trace>
  <inkml:trace contextRef="#ctx0" brushRef="#br0" timeOffset="-138964.4">14073 12163 535 0,'0'0'759'0,"0"0"-553"0,0 0-132 15,0 0 45-15,0 0-3 16,0 0 98-16,0 0-127 15,19-27-34-15,-42 27-12 16,-8 0-40-16,-6 11 51 16,-10 12 11-16,-2 5-25 15,3 2 106-15,-2 4-120 16,11-3-11-16,6 1 6 16,10-6-7-16,10-9 0 15,7 0-12-15,4-7 0 16,2-5-29-16,22-1 29 15,12-4-29-15,4 0-39 16,4-9-95-16,4-12-17 0,-6-2 7 16,-2-6 34-16,-4 0 123 15,-5-2-12-15,-4 4 21 16,-6 1 7-16,-2 6 0 16,-9 4 133-16,0 6 27 15,-6 7-17-15,-4 3 22 16,0 0-141-16,0 3-15 15,0 21 38-15,0 7-16 16,0 5 25-16,-2 3-56 16,-4 0 0-16,3-3-28 15,3-4 28-15,0-6-153 16,7-2-96-16,10-7-252 16,2-9-374-16</inkml:trace>
  <inkml:trace contextRef="#ctx0" brushRef="#br0" timeOffset="-138639.65">14598 12005 1570 0,'0'0'361'0,"0"0"-143"16,0 0-218-16,0 0 21 0,0 0 14 16,0 0 42-16,0 0 49 15,-102 146-30-15,84-88-95 16,4 3 96-16,8-1-97 16,3-4 12-16,3-6-5 15,0-7-7-15,7-6-11 16,13-6-40-16,7-5-152 15,15-8-28-15,-9-6-318 16,0-6-646-16</inkml:trace>
  <inkml:trace contextRef="#ctx0" brushRef="#br0" timeOffset="-137317.72">14993 12256 1141 0,'0'0'594'15,"0"0"-416"-15,0 0-21 0,0 0 25 16,0 0-69 0,0 0 67-16,0 0-113 0,0-6-50 15,0 3 49-15,0-4-56 16,0-1 14-16,0-6-24 15,0-3-3-15,13-2-35 16,5 0-1-16,2 3-10 16,0 5 34-16,-2 6 13 15,-9 5-4-15,-5 10 0 16,-4 21 6-16,-9 11-12 16,-22 10 12-16,-9 2 0 15,-9-2 9-15,-3-3-7 16,4-10 11-16,5-10-13 0,8-10 8 15,8-9 21 1,7-7-29-16,6-3 0 0,8 0 44 16,4-20-36-16,2-6-8 15,0-6-21-15,22-1-8 16,2 3-24 0,5 8 37-16,-2 8-5 0,-2 9 13 15,-3 5 14-15,-5 0-28 16,2 7 22-16,-1 10 0 15,1-2-18-15,4 2 18 16,2-2 0-16,4-3-13 16,2 0 28-16,0-3-5 15,2-4-10-15,-4-3 0 0,0-2-39 16,-4 0 39-16,-6 0-1 16,0 0-15-16,-9-2 32 15,-1-2 14-15,-4 3-7 16,-2-1-22-16,-3 2 103 15,0 0-95-15,0 0-8 16,0 0-1-16,-5 3 22 16,-4 10-11-16,2 1-11 15,5 0 0-15,2-2 6 16,0-1-5-16,6-3-1 16,15-2 18-16,4-3-5 15,4-3 25-15,2 0-38 16,0 0 0-16,-2-10-23 15,-2-6 23-15,-8-8-28 0,-7-3 19 16,-10-3-42-16,-2-3 35 16,-2 2 16-16,-18 3 0 15,-7 7 0-15,-4 6 1 16,-3 9-1-16,3 6 0 16,2 2-100-16,7 14-89 15,11-4-421-15</inkml:trace>
  <inkml:trace contextRef="#ctx0" brushRef="#br0" timeOffset="-136776.08">15886 12376 1147 0,'0'0'889'0,"0"0"-592"0,0 0-180 16,0 0 99 0,0 0-142-16,0 0-32 0,0 0-21 15,77 0-12 1,-44 0-18-16,-2 0 7 0,9 0-181 15,-9 10 6-15,-6 1-422 0</inkml:trace>
  <inkml:trace contextRef="#ctx0" brushRef="#br0" timeOffset="-135935.12">16636 12097 1077 0,'0'0'582'16,"0"0"-547"-16,0 0 1 15,0 0-36-15,0 0 0 16,0 0 41-16,0 0-9 15,13-84 3-15,7 76-35 0,5 2 19 16,-3 4 46 0,0 2-37-16,-2 0 8 15,-4 6 24-15,-7 14-51 16,-7 5 42-16,-2 9-8 0,-4 1-34 16,-21 3 112-16,-6 1-85 15,-5-3 5-15,-1-4 23 16,2-1-57-16,4-10 20 15,8-5-27-15,6-6 0 16,9-4 0-16,4-4 0 16,4-2 0-16,0 0 16 15,6 0-14-15,19-11-2 16,6-8-110-16,4 6 40 0,-1 1 39 16,-1 5 6-1,-6 7 9-15,-7 0 9 0,-2 0 14 16,-7 12-23-16,-2 2 16 15,-7 4 0-15,-2 3 91 16,0 4-79-16,-16-1 9 16,-8 2 13-16,-7-2-34 15,2-2 30-15,2-4-30 16,5-4 0-16,9-3-37 16,5-5 0-16,8-6-190 15,16 0-275-15,7 0-40 0</inkml:trace>
  <inkml:trace contextRef="#ctx0" brushRef="#br0" timeOffset="-135567.97">17148 12238 795 0,'0'0'769'0,"0"0"-595"15,0 0-155-15,0 0 27 16,0 0 43-16,-124-3 39 15,95 22 76-15,4 6-121 16,7-2-21-16,7 1-12 16,7-2-38-16,4-4 43 15,0-6-55-15,6-2 2 16,15-3-13-16,3-7 11 16,3 0-56-16,4 0-52 15,-3-17-102-15,1-1 154 16,-4 2-39-16,-5 2 53 0,-4 4 42 15,-9 4 70-15,-3 6 46 16,-4 0-57-16,0 16-57 16,0 10 131-16,0 6-127 15,-8 4 9-15,0-2-30 16,4-3-10-16,4-7-91 16,0-11-84-16,4-4-335 15,10-9-761-15</inkml:trace>
  <inkml:trace contextRef="#ctx0" brushRef="#br0" timeOffset="-135357.75">17474 12093 1228 0,'0'0'616'0,"0"0"-474"15,0 0-103-15,0 0 23 16,71 105 113-16,-69-63-53 15,-2 4-4-15,0 2-94 16,-15 1-3-16,-7-2 13 16,-7 2-34-16,-14 5-53 15,5-11-121-15,7-10-380 0</inkml:trace>
  <inkml:trace contextRef="#ctx0" brushRef="#br0" timeOffset="-134908.08">18154 12254 1079 0,'0'0'1013'0,"0"0"-711"15,0 0-60-15,0 0-102 16,0 0-101-16,0 0 25 16,0 0-62-16,141 0-2 15,-95 0 0-15,-1 0-78 16,-5 0-68-16,-9 0-186 15,-11 0-285-15,-11 0-898 0</inkml:trace>
  <inkml:trace contextRef="#ctx0" brushRef="#br0" timeOffset="-134730.02">18133 12392 1689 0,'0'0'595'15,"0"0"-406"-15,0 0-116 16,0 0-13-16,0 0-60 16,128-20 25-16,-88 20-68 15,20 0-29-15,-11 0-248 16,-4 4-347-16</inkml:trace>
  <inkml:trace contextRef="#ctx0" brushRef="#br0" timeOffset="-134391.97">19034 12264 1565 0,'0'0'315'0,"0"0"-174"16,0 0-111-16,0 0-19 15,0 0 135-15,0 0-19 16,0 0-23-16,-56 61-5 15,56-23-66-15,0-1 32 0,23-3-63 16,10-4 14 0,7-7 80-16,14-7-96 0,6-6 1 15,7-10 16 1,-3 0-7-16,-6-9-20 0,-8-15 7 16,-13-1 3-16,-10-9-41 15,-18-1 41-15,-9 0 0 16,-5 4-15-16,-30 4-38 15,-14 13 27-15,-40 7-116 16,9 7-193-16,6 0-294 0</inkml:trace>
  <inkml:trace contextRef="#ctx0" brushRef="#br0" timeOffset="-131327.62">20328 12189 1075 0,'0'0'369'16,"0"0"-114"-16,0 0-71 16,0 0 28-16,0 0 57 15,0 0-107-15,0 0 0 16,-3 0-32-16,3 0-94 0,0 0 101 15,0 0-100-15,0 0-36 16,7 0 40-16,18 0-40 16,12 0-1-16,7 0 0 15,8 0-69-15,2 0 68 16,-1 5-179-16,8 1-158 16,-17-2-196-16,-11 0-597 0</inkml:trace>
  <inkml:trace contextRef="#ctx0" brushRef="#br0" timeOffset="-131083.62">20374 12300 1485 0,'0'0'584'16,"0"0"-271"-16,0 0-92 15,0 0-44-15,0 0-35 16,0 0-113-16,0 0 4 16,96-16-33-16,-54 14 0 15,3 2-54-15,2 0-10 16,17 0-172-16,-10 0-92 16,-8 0-403-16</inkml:trace>
  <inkml:trace contextRef="#ctx0" brushRef="#br0" timeOffset="-130835.11">20945 12126 1525 0,'0'0'350'0,"0"0"-315"15,0 0-13-15,0 0 40 16,0 0-29-16,0 0 27 15,-5 132 39-15,-24-90-62 16,-2-3 13-16,-4-4-50 16,1-5 1-16,0-5 3 0,6-8-4 15,1-5-43 1,2-10-76-16,7-2-117 0,5 0-262 0</inkml:trace>
  <inkml:trace contextRef="#ctx0" brushRef="#br0" timeOffset="-130644.18">20345 11943 892 0,'0'0'1110'16,"0"0"-944"-16,0 0-61 16,-102 104-28-16,81-46-28 15,8 5 64-15,13-1-101 16,0 1-5-16,11-5-7 15,22-3-34-15,46 3 18 0,-10-16-199 16,4-11-339-16</inkml:trace>
  <inkml:trace contextRef="#ctx0" brushRef="#br0" timeOffset="-129526.03">21638 11955 709 0,'0'0'317'0,"0"0"-146"16,0 0-67-16,0 0 17 15,0 0 113-15,0 0-110 0,0 0-6 16,-2-11 11 0,2 11-38-16,0 0 46 0,0 0-55 15,0 0-60-15,0 0 54 16,0 0-76-16,0 15 0 15,0 15 14-15,0 12 19 16,-8 12 56-16,0 7-23 16,-3 2-53-16,-3 1 89 15,1 0-102-15,2-4 9 16,0-7 16-16,2 0-17 16,3-9 30-16,1-2-38 15,0-9 0-15,1-1 2 16,-1-9-2-16,1-5 0 15,2-8-9-15,2-3 27 0,-2-4-14 16,2-3-4-16,0 0 0 16,0 0 11-16,0 0-11 15,0 0 0-15,0 0 0 16,0 0 23-16,0 0-22 16,0 0-1-16,0 0 0 15,0 0-12-15,0 0 12 16,0 0 0-16,0 0-1 15,0 0 17-15,0 0-22 16,-2 2 6-16,-3 4-4 16,0 0-13-16,1 4 17 15,-1-3 0-15,3-4-1 16,2-1 13-16,0-2-14 0,0 0 2 16,0 0 0-1,0 0 11-15,0 0-2 16,0 0-4-16,0 0-5 0,0 0 23 15,0 0-17-15,0 0-6 16,0 0-2-16,0 0-8 16,0 0 17-16,0 0-7 15,9 0 0-15,13 0 18 16,3 2-4-16,6-2-14 16,5 2 0-16,1-2-11 15,4 3 11-15,-3-2-24 16,-1-1-44-16,-3 2-166 15,1-2 37-15,-10 0-280 0,-5-3-502 16</inkml:trace>
  <inkml:trace contextRef="#ctx0" brushRef="#br0" timeOffset="-129115.16">21738 11918 960 0,'0'0'869'16,"0"0"-563"-16,0 0-113 16,0 0-26-16,0 0 68 15,0 0-123-15,0 0-84 16,38-14 59-16,11 15-87 15,14 7 0-15,3-3-12 16,4 4-8-16,-5-3-23 0,1 2-215 16,-14 1-310-16,-17-6-637 15</inkml:trace>
  <inkml:trace contextRef="#ctx0" brushRef="#br0" timeOffset="-128264.15">23020 11811 712 0,'0'0'341'0,"0"0"-123"16,0 0 3-16,0 0 26 15,0 0-58-15,0 0 2 0,0 0-27 16,20-86-104-16,-42 82 56 15,-8 4-108-15,-5 0-7 16,-9 14 62-16,-3 14-11 16,0 6 16-16,7 3-7 15,11 1-61-15,9-9 75 16,8-3-75-16,10-9 0 16,2-4 12-16,2-6-5 15,21-4-11-15,4-3 4 16,8 0-91-16,3-10 66 15,3-12-112-15,-2-8-13 16,-1-3 64-16,-2 1-27 16,-9 6 66-16,-7 9 47 15,-9 7 83-15,-7 10 111 0,-4 0-163 16,0 14-21-16,0 18 71 16,0 10-38-16,-6 1 15 15,1 4-58-15,1-4 0 16,2-5-41-16,2-6 33 15,0-6-133-15,17-8-137 16,6-11-255-16,1-5-942 0</inkml:trace>
  <inkml:trace contextRef="#ctx0" brushRef="#br0" timeOffset="-128059.89">23410 11915 1677 0,'0'0'651'0,"0"0"-495"16,0 0-54-16,0 0-78 16,0 0-9-16,136-28 98 15,-89 28-113-15,0 0-1 16,-3 0-6-16,-3 2-120 16,-10 6-2-16,-14 4-129 15,-10-3-259-15,-7 0-181 0</inkml:trace>
  <inkml:trace contextRef="#ctx0" brushRef="#br0" timeOffset="-127895.06">23422 11997 1071 0,'0'0'388'0,"0"0"-201"0,0 0 90 16,0 0 42-16,0 0-104 15,0 0-32-15,124 18-174 16,-75-14-9-16,0 2-39 15,27-4-130-15,-14 2-121 16,-8-4-407-16</inkml:trace>
  <inkml:trace contextRef="#ctx0" brushRef="#br0" timeOffset="-127596">24257 11805 937 0,'0'0'920'16,"0"0"-690"-16,0 0-107 16,0 0 68-16,0 0-123 0,-98 108-1 15,98-68 34-15,2-4-91 16,27-6 104-16,9-8-91 16,14-8-23-16,8-8 52 15,2-6-52-15,-2 0 0 16,-6-20 0-16,-14-10-11 15,-13-5-34-15,-12-11 35 16,-13-3-3-16,-2 1 13 16,-9 6 18-16,-20 12-18 15,-10 13-18-15,-33 17-198 0,9 10-90 16,6 11-760-16</inkml:trace>
  <inkml:trace contextRef="#ctx0" brushRef="#br0" timeOffset="-126883.09">22957 12550 1425 0,'0'0'527'16,"0"0"-441"-16,0 0 3 15,0 0-39-15,0 0-49 16,0 0 57-16,-131 29 22 16,82 7-37-16,-2 8 114 15,8 0-136-15,10-4-2 16,12-4 22-16,11-6-40 16,7-7 29-16,3-5-30 15,11-9 0-15,18-4-46 16,8-5 12-16,7-2-107 15,0-18-13-15,3-8-57 16,-3-9 72-16,-3 1-1 16,-5-2 73-16,-7 6 67 15,-9 6 135-15,-9 8 75 0,-7 8 42 16,-4 8-120-16,0 2-52 16,0 2-80-1,-6 22 0-15,-10 8 53 0,1 9-51 16,-4 3 7-16,6 2-9 15,2-3 9-15,4 0-24 16,7-6-100-16,0-8-236 16,10-11-338-16</inkml:trace>
  <inkml:trace contextRef="#ctx0" brushRef="#br0" timeOffset="-126581.7">23412 12772 717 0,'0'0'1144'15,"0"0"-817"-15,0 0-133 16,0 0 15-16,0 0-96 15,0 0 28-15,0 0-141 16,62-5 6-16,-39 5-11 0,0 0 5 16,-1 0 0-16,-3 0-1 15,-2 0-129-15,-9 6 2 16,-8 8-194-16,0-4-252 16,-2 0-248-16</inkml:trace>
  <inkml:trace contextRef="#ctx0" brushRef="#br0" timeOffset="-126430.93">23412 12772 1719 0,'-58'128'489'0,"58"-128"-411"15,18 0 29-15,9 0 150 16,6 0-175-16,7 0-74 16,3 0-8-16,-1 0-44 0,14 0-109 15,-14 0-197 1,-6 5-557-16</inkml:trace>
  <inkml:trace contextRef="#ctx0" brushRef="#br0" timeOffset="-123964.52">24436 12492 1189 0,'0'0'0'0,"0"0"-649"0</inkml:trace>
  <inkml:trace contextRef="#ctx0" brushRef="#br0" timeOffset="-123715.1">24637 12386 362 0,'0'0'731'15,"0"0"-462"-15,0 0-60 16,0 0-83-16,0 0 36 16,-108 136-127-16,48-99 18 15,-2-5 13-15,-3-8-51 16,7-8 29-16,6-6-44 16,13-9 0-16,10-1-5 15,16 0 5-15,9-13-15 16,4-6 8-16,23 2-25 15,10 0 31-15,10 12 1 16,1 5 0-16,2 0 87 0,-2 13-87 16,-5 12 15-1,-2 0-8-15,-6 2-7 16,9-3-40-16,-9-6-226 16,-4-9-432-16</inkml:trace>
  <inkml:trace contextRef="#ctx0" brushRef="#br0" timeOffset="-123442.09">24901 12545 552 0,'0'0'1216'16,"0"0"-1045"-16,0 0-137 16,0 0 139-16,0 0-96 15,-27 112 0-15,27-89 7 16,21-3-66-16,10-8 61 0,6-9-79 15,4-3-23-15,-1 0 10 16,-7-12-54-16,-6-8-16 16,-11-6 12-16,-9-4-48 15,-7-1 117-15,0 1-14 16,-21 5 16-16,-5 6-17 16,-23 12 17-16,6 7-197 15,3 0-493-15</inkml:trace>
  <inkml:trace contextRef="#ctx0" brushRef="#br0" timeOffset="-123066.96">24313 12830 1670 0,'0'0'550'0,"0"0"-378"15,0 0-49-15,0 0 97 0,0 0-102 16,0 0-63-1,0 0 5-15,64-12-59 0,-14 12 8 16,10 0-9-16,11 5 12 16,12 4-18-16,4-6 6 15,2-1 0-15,-3 0-28 16,-9-2-16-16,-11 0-69 16,-6 3-81-16,-20-3-197 15,-13 1-298-15</inkml:trace>
  <inkml:trace contextRef="#ctx0" brushRef="#br0" timeOffset="-122570.77">24643 13089 1600 0,'0'0'358'0,"0"0"-270"15,0 0 35-15,0 0 27 16,0 0 16-16,0 0-40 16,0 0-83-16,-14-41 42 15,14 29-85-15,10 0-1 16,5 2-10-16,3 4 22 0,4 4-28 15,-2 2 16-15,-2 0 1 16,-3 3-31-16,-5 14 31 16,-6 5 0-16,-4 5 7 15,0 2 0-15,-18 0 55 16,-2-3-62-16,0-3 13 16,6-5-4-16,10-4-9 15,4-3-9-15,9-2 9 16,20 4-26-16,11-4 25 15,2 1-54-15,-2 0 55 16,-3 1-32-16,-10 2 32 16,-17 1-18-16,-10 5 18 15,-6-1-9-15,-35 2-7 16,-12 1 16-16,-12-2-125 16,-21-7 29-16,16-5-397 0,12-7-619 15</inkml:trace>
  <inkml:trace contextRef="#ctx0" brushRef="#br0" timeOffset="-121843.7">24633 12464 912 0,'0'0'363'0,"0"0"-186"16,0 0 8-16,0 0-44 0,0 0 12 15,0 0 43 1,0 0-63-16,4 0 0 0,-2 0-4 16,2 0-48-16,0-6 69 15,-2 3-139-15,1-2 18 16,-3-1 71-16,0 1-49 15,0-5-19-15,-5-1-32 16,-15-1 21-16,-9 4-69 16,-9 8 48-16,-6 0-111 15,-5 12-31-15,-14 28-99 16,12-3-226-16,9-6-254 0</inkml:trace>
  <inkml:trace contextRef="#ctx0" brushRef="#br0" timeOffset="-117653.04">9652 14195 1440 0,'0'0'386'16,"0"0"-314"-16,0 0-27 15,0 0 124-15,0 0-78 16,0 0 16-16,0 0-11 16,-9 0-96-16,9 0 99 15,0-4-99-15,0-2 17 16,0 1 1-16,0 2-17 16,0-1 43-16,0 4 22 15,0 0-60-15,0 0 113 16,0 0-119-16,0 0 4 15,0 7-23-15,-4 13 20 0,1-3-1 16,3 1 0 0,0-2 19-16,11-6-10 0,18-6-9 15,5-4-22-15,3 0 12 16,-5-7-41-16,-8-10 18 16,-13 1 32-16,-11 3-61 15,0 1 44-15,-8-1-33 16,-15 5-23-16,-8 8 57 15,6 0-193-15,8 0-405 0</inkml:trace>
  <inkml:trace contextRef="#ctx0" brushRef="#br0" timeOffset="-113560.97">11134 13622 1629 0,'0'0'301'15,"0"0"-250"-15,0 0 26 16,0 0-5-16,0 0 66 16,-107 122 14-16,80-61-85 15,5 2 15-15,4 1-82 16,5-6 9-16,4-3-48 16,6-9 33-16,3-4-154 15,14-14-127-15,8-10-390 0</inkml:trace>
  <inkml:trace contextRef="#ctx0" brushRef="#br0" timeOffset="-113262.8">11282 13922 1614 0,'0'0'251'16,"0"0"-190"-16,0 0 81 15,0 0 90-15,-81 121-140 16,81-88-27-16,0-4-4 16,23-7-28-16,8-7 39 15,9-6-72-15,5-9 15 0,1 0-15 16,-1-4 0 0,-7-12-34-16,-11-7 33 0,-10 2-25 15,-13-5 14-15,-4-1-1 16,-4 6 13-16,-18 0-16 15,-5 8 16-15,-6 2-78 16,6 7-99-16,9 2-415 0</inkml:trace>
  <inkml:trace contextRef="#ctx0" brushRef="#br0" timeOffset="-113054.11">11886 13716 1694 0,'0'0'312'0,"0"0"-180"16,0 0-30-16,0 0-39 15,19 155 102-15,-38-94-106 16,-8 4-7-16,-4-1-31 16,0-5-7-16,4-2-28 15,8-5-23-15,9-14-187 16,5-14-291-16</inkml:trace>
  <inkml:trace contextRef="#ctx0" brushRef="#br0" timeOffset="-112689.77">12248 14026 1788 0,'0'0'579'15,"0"0"-420"-15,0 0-13 0,0 0 23 16,0 0-92 0,0 0-65-16,0 0 45 0,74-5-57 15,-45 5 0-15,3 0-1 16,-3 0-53-16,-7 0-20 16,-11 12-189-16,-7 3-223 15,-4-1-102-15</inkml:trace>
  <inkml:trace contextRef="#ctx0" brushRef="#br0" timeOffset="-112546.53">12142 14205 1876 0,'0'0'521'16,"0"0"-487"-16,0 0 167 16,0 0-137-16,143-26-55 15,-87 18-18-15,15 0-98 0,-13 4-202 16,-12-1-696-16</inkml:trace>
  <inkml:trace contextRef="#ctx0" brushRef="#br0" timeOffset="-99780.85">10178 13776 1016 0,'0'0'682'15,"0"0"-478"-15,0 0-27 16,0 0 8-16,0 0-19 16,0 0-58-16,0 0-44 15,0 0 93-15,0 0-120 16,0 0 20-16,0 0 35 16,0 0-53-16,0 0 27 15,0 0-57-15,0 0 10 16,0 0 55-16,0 0-74 15,0 0 0-15,0 0 16 16,0 0 0-16,2 3-20 16,7 6 4-16,6 8 0 0,8 10-6 15,4 5 6-15,4 8 0 16,0-3-8-16,0 4 23 16,1-1 3-16,-1-1-18 15,2-4-61-15,-2-4 53 16,7 7-225-16,-7-8-252 15,-6-8-272-15</inkml:trace>
  <inkml:trace contextRef="#ctx0" brushRef="#br0" timeOffset="-99372.08">10829 13677 849 0,'0'0'1236'0,"0"0"-954"16,0 0-126-16,0 0-43 16,0 0-71-16,0 0 48 15,0 0-83-15,-45 109 80 16,20-44-22-16,-1 8-56 15,-1 2 15-15,1 1-24 16,-1-4-85-16,0 10-27 16,6-14-272-16,8-22-628 0</inkml:trace>
  <inkml:trace contextRef="#ctx0" brushRef="#br0" timeOffset="-95847.77">13147 13791 411 0,'0'0'704'0,"0"0"-461"16,0 0-30-16,0 0-25 15,0 0 4-15,0 0 46 16,0 0-115-16,6-35 59 15,-6 31-145-15,0-1-29 16,0 2 136-16,0-1-81 16,0 2-22-16,0-1 0 15,0 3-31-15,0-2 65 16,0 2-75-16,-2 0 0 16,-6 0-12-16,-8 2 12 0,-8 17-3 15,-3 3-10 1,-2 7 26-16,0 6-15 0,2 3 2 15,0 6 0-15,5-2 26 16,7 0-26-16,3-1 0 16,7-5 0-16,5-6 22 15,0-2 6-15,25-8-28 16,13-4 0-16,13-10 28 16,7-6-28-16,7 0 0 15,-1-4-1-15,-1-16 19 16,-12-5-31-16,-6-2 13 15,-14-9-11-15,-11-5-25 16,-13-7 23-16,-7-5-35 16,0-2 39-16,-20 1-42 0,-5 4 15 15,-14 6-122-15,4 9-134 16,6 14-392-16</inkml:trace>
  <inkml:trace contextRef="#ctx0" brushRef="#br0" timeOffset="-93263.98">13990 13999 1217 0,'0'0'518'16,"0"0"-337"-16,0 0 58 16,0 0 18-16,0 0-74 15,0 0 8-15,0 0-55 16,-9-46-75-16,9 41 95 0,0 5-116 16,0 0-34-16,-3 0 20 15,3 0-26-15,0 0-2 16,0 0-19-16,-2 0-127 15,0 9-81-15,-5 21-110 16,1-4-194-16,1-5-500 0</inkml:trace>
  <inkml:trace contextRef="#ctx0" brushRef="#br0" timeOffset="-93114.76">13976 14195 1817 0,'0'0'541'0,"0"0"-472"0,0 0-42 16,0 0-26-1,0 0 104-15,-75 114-83 0,23-76-16 16,-6 5 12 0,-4-3-18-16,-14 8-111 0,18-10-169 15,15-14-524-15</inkml:trace>
  <inkml:trace contextRef="#ctx0" brushRef="#br0" timeOffset="-92462.32">14632 13866 1397 0,'0'0'545'16,"0"0"-309"-16,0 0 26 16,0 0-33-16,0 0 31 15,0 0-161-15,0 0-64 0,-7-15 45 16,7 15-79-16,0 0 8 16,0 0-9-16,0 0 21 15,7 7-30-15,11 9 9 16,3 6 0-16,4 4-6 15,0-2 6-15,-3 1 0 16,2 1-1-16,-1 2 16 16,1-1-57-16,1 1 42 15,0 0-115-15,-6 1-2 16,4 2-162-16,-7-4-65 16,-5-5-274-16</inkml:trace>
  <inkml:trace contextRef="#ctx0" brushRef="#br0" timeOffset="-92034.88">15405 13705 1714 0,'0'0'514'0,"0"0"-360"15,0 0 54-15,0 0-54 16,0 0 49-16,0 0-116 16,0 0-80-16,7-37 24 15,-9 42-31-15,-18 26 0 16,-9 15-18-16,-11 16 36 16,-7 9-24-16,-5 4 6 15,6-7-71-15,4-3 8 16,3-9-149-16,6-3-32 15,8-10-243-15,10-16-734 0</inkml:trace>
  <inkml:trace contextRef="#ctx0" brushRef="#br0" timeOffset="-90794.02">15902 13694 1415 0,'0'0'310'15,"0"0"-117"-15,0 0-28 16,0 0-54-16,0 0 13 15,0 0-69-15,0 0-37 16,-20 6-18-16,-5 24 16 16,-4 14 76-16,-4 10-28 15,2 6-40-15,2 2 80 0,5-4-74 16,8-5-18-16,7-7-12 16,9-4 21-16,0-6-62 15,7-4-17 1,30 0-131-16,-1-6-95 0,-3-12-398 0</inkml:trace>
  <inkml:trace contextRef="#ctx0" brushRef="#br0" timeOffset="-90435.07">15857 14189 1692 0,'0'0'578'0,"0"0"-434"0,0 0-143 16,0 0 30-16,0 0-31 16,94-113-5-16,-58 87-23 15,-2-2 28-15,-3 0-73 16,-4 2-13-16,-6-1 32 16,-2 2 52-16,-7 1 4 15,0 6 39-15,-5 8 82 16,-3 0-53-16,-2 7-17 15,-2 3-45-15,0 0 29 16,0 0-31-16,0 20 0 16,0 5-6-16,-11 9 87 0,1 4-75 15,-4 2 0-15,3-3-12 16,1-3-24-16,4-5 11 16,6-4-133-16,0-4-168 15,4-9-224-15,10-5-798 0</inkml:trace>
  <inkml:trace contextRef="#ctx0" brushRef="#br0" timeOffset="-90122.97">16351 13939 1242 0,'0'0'551'15,"0"0"-457"-15,0 0-76 16,0 0-18-16,0 0 150 15,0 0-14-15,0 0 53 0,-79 108-95 16,79-79-54-16,0 2 45 16,11-4-67-16,14-2 11 15,4-7-20-15,4-8 20 16,3-4-26-16,0-6-3 16,-3 0-79-16,-6-4 77 15,-5-14-47-15,-8-6 22 16,-10-4 14-16,-4 0-1 15,0-2-3-15,-2 2 17 16,-12 6-43-16,-5 0-30 16,3 8-220-16,5 1-412 0</inkml:trace>
  <inkml:trace contextRef="#ctx0" brushRef="#br0" timeOffset="-89832">16874 13721 1438 0,'0'0'671'15,"0"0"-671"-15,0 0-2 16,0 0 2-16,0 0 175 0,50 130-17 15,-50-72-87 1,-8 4 47-16,-11-3-100 16,-4 0-2-16,1-7-16 15,-1-10 18-15,4-6-51 0,3-6 6 16,11-4-161-16,5-12-146 16,0-6-500-16</inkml:trace>
  <inkml:trace contextRef="#ctx0" brushRef="#br0" timeOffset="-89486.08">17291 14004 1940 0,'0'0'584'0,"0"0"-468"15,0 0-55-15,0 0 90 0,0 0-118 16,0 0-20-1,0 0 20-15,105 4-33 16,-70 3-28-16,1-1-51 0,-7-1-140 16,-2 3 0-16,-9 1-300 15,-9-4-476-15</inkml:trace>
  <inkml:trace contextRef="#ctx0" brushRef="#br0" timeOffset="-89338.98">17327 14134 1450 0,'0'0'791'0,"0"0"-614"16,0 0-111-16,0 0 21 16,0 0 113-16,0 0-195 15,140 0-5-15,-91 0-29 16,14 0-173-16,-12 7-147 0,-9-3-492 16</inkml:trace>
  <inkml:trace contextRef="#ctx0" brushRef="#br0" timeOffset="-86708.51">18241 13896 512 0,'0'0'519'0,"0"0"-392"16,0 0-34-16,0 0 81 15,0 0-10-15,0 0 36 16,0 0-105-16,11-22-52 16,-11 20 82-16,0 2-60 15,0 0 24-15,0 0 1 0,0 0-64 16,0 0 71 0,0 0-97-16,0 0 12 0,0 0 10 15,0 0-15-15,0 0-7 16,0 0 0-16,0 0 24 15,0 0-15-15,0 0-9 16,0 0 0-16,0 0-6 16,0 0 6-16,0 0 0 15,0 0 0-15,-9 0 12 16,-2 2-15-16,-1 7 3 16,-3 3 0-16,1-1-9 15,-1 5 9-15,1-4 0 16,-1 2-1-16,1 0 17 15,4 0 20-15,-1 0-36 16,1-2 0-16,4 1 11 0,-1-3-11 16,5 2 0-16,0-1-1 15,2 3 22-15,0-1-11 16,0 1-10-16,0 0 0 16,0 2-7-16,0-4 7 15,4-1 0-15,3 1-1 16,7 0 16-16,1-1-17 15,5 1 2-15,7-1 0 16,4-6-7-16,7 2 7 16,-1-2-5-16,1-5-5 15,1 0 20-15,-4 0-16 16,-1 0 6-16,-1-5 0 0,-4-2-3 16,0-5 11-16,-2-4-8 15,-2-2 7-15,-4-7 13 16,-3-1 12-16,-5-6-2 15,-3-1-15-15,-8-4 64 16,-2 2-79-16,0 0 0 16,-20 8 0-16,-14 8-48 15,-15 9-1-15,-11 8-50 16,-38 2-82-16,15 10-101 16,10 6-427-16</inkml:trace>
  <inkml:trace contextRef="#ctx0" brushRef="#br0" timeOffset="-84596.5">19348 14013 454 0,'0'0'1104'0,"0"0"-812"0,0 0-251 15,0 0 4-15,0 0 106 16,0 0-33-16,0 0-29 16,2 2-89-16,-2 4-108 15,0-1-10-15,0 3-259 16,0 1-460-16</inkml:trace>
  <inkml:trace contextRef="#ctx0" brushRef="#br0" timeOffset="-84466.98">19391 14253 1326 0,'0'0'327'0,"0"0"-252"16,0 0-75-16,0 0 50 15,-109 129-50-15,42-91-7 16,11-8-42-16,8-9-253 0</inkml:trace>
  <inkml:trace contextRef="#ctx0" brushRef="#br0" timeOffset="-83948.34">19971 14006 1553 0,'0'0'387'16,"0"0"-192"-16,0 0 21 16,0 0-78-16,0 0 94 15,0 0-184-15,0 0-14 16,0-7 12-16,6 7-45 15,12 5 37-15,9 13-38 16,2 3 2-16,5 5 35 16,1 1-37-16,3 2 0 15,-1 0 6-15,-1 0 9 16,-2 0-30-16,-3 0-24 0,7 5-193 16,-9-5 31-1,-4-8-436-15</inkml:trace>
  <inkml:trace contextRef="#ctx0" brushRef="#br0" timeOffset="-83605.59">20768 13871 1382 0,'0'0'349'16,"0"0"-300"-16,0 0-41 15,0 0 170-15,0 0 1 16,0 0 15-1,-79 135-77-15,50-86-93 0,-2 1 68 16,-4-1-92-16,4 0 0 16,5-3-11-16,1 6-52 15,9-11-130-15,8-14-392 0</inkml:trace>
  <inkml:trace contextRef="#ctx0" brushRef="#br0" timeOffset="-83140.86">21177 13786 1362 0,'0'0'346'0,"0"0"-133"15,0 0-173-15,0 0 42 16,0 0 65-16,0 0-10 16,0 0 4-16,-134 140-32 15,107-79-41-15,3 0 92 16,4 1-135-16,6-1-11 16,9-6 29-16,5 0-33 15,0-8 10-15,14-6-20 16,8-5-67-16,7-5 34 0,2-8-174 15,10-4-73 1,-8-7-94-16,-4-8-852 0</inkml:trace>
  <inkml:trace contextRef="#ctx0" brushRef="#br0" timeOffset="-82296.27">21727 13814 1169 0,'0'0'702'16,"0"0"-531"-16,0 0-66 0,0 0 73 16,0 0-57-1,0 0 50-15,0 0-106 0,0 0-22 16,0-9 15-16,0-6-49 15,2-1-9-15,11-4-14 16,4-1-40-16,5 2 25 16,-3 3 13-16,-2 7 16 15,-7 6-15-15,-7 3 15 16,-3 8-15-16,-7 19 8 16,-22 10 14-16,-11 5 77 15,-7 0-84-15,-5-6 1 16,6-5 12-16,1-10-7 0,12-7-3 15,8-8-3 1,10-3 17-16,6-3 30 16,9 0-47-16,0 0 0 0,5-12-8 15,17 1-30-15,4 3 5 16,5 4 21-16,8 4 1 16,-2 0-42-16,3 14 26 15,1 2-146-15,19-2-90 16,-13-8-315-16,-2-2-969 0</inkml:trace>
  <inkml:trace contextRef="#ctx0" brushRef="#br0" timeOffset="-82005.89">22193 13752 963 0,'0'0'962'0,"0"0"-814"16,0 0-134-16,0 0 23 15,0 0 15 1,0 0 122-16,0 0-95 0,-29 104-44 16,31-86 49-16,16-4-28 15,5-4 10-15,3-4-14 16,-2-6-40-16,1 0 61 16,-2-12-73-16,-6-9-8 15,-3-6-7-15,-8-3-7 16,-4 0-11-16,-2-2-7 15,0 8-54-15,-8 5 84 16,-25 18-222-16,1 1-347 0,1 0-479 16</inkml:trace>
  <inkml:trace contextRef="#ctx0" brushRef="#br0" timeOffset="-81715.09">21555 14180 1099 0,'0'0'910'15,"0"0"-600"-15,0 0-82 16,0 0-6-16,0 0-140 0,0 0 31 15,114-47-113-15,-58 45 0 16,7 2 3-16,8 0-1 16,3 0-2-16,-3 6 0 15,-3 2-94-15,11 6-26 16,-21-2-237-16,-12-3-428 0</inkml:trace>
  <inkml:trace contextRef="#ctx0" brushRef="#br0" timeOffset="-81190">21885 14383 631 0,'0'0'931'0,"0"0"-753"16,0 0-140-16,0 0-21 15,0 0 61-15,0 0-9 16,0 0 3-16,-24 0 33 16,24 0-69-16,0 0 46 15,0-1 1-15,6-4-76 16,10 2 17-16,-1-6-24 0,6 8-4 15,-3 1-14-15,-3 0 18 16,-1 0 0 0,-5 0-9-16,-7 5 21 0,-2 8 13 15,0 2-25-15,-7 6 1 16,-7 0 54-16,-1-1-55 16,4 1 6-16,4-6-6 15,7 2 18-15,0-5-2 16,7 0-16-16,15 0 0 15,3 1 16-15,2-4-10 16,-3 3 24-16,-6 0-30 16,-9 1 25-16,-9 2-6 15,-3 5-19-15,-28 2 0 16,-7 0 34-16,-8 0-34 0,-1-4-55 16,-3-2-50-16,15-4-229 15,11-8-369-15</inkml:trace>
  <inkml:trace contextRef="#ctx0" brushRef="#br0" timeOffset="-80524.27">22907 13735 1513 0,'0'0'584'16,"0"0"-453"-16,0 0 7 0,0 0-36 15,0 0-75-15,0 0 19 16,0 0-46-16,33 90 6 16,-20-37 45-16,-1 10-41 15,-6 2 23-15,-6 4 34 16,0 1-43-16,0-3 50 16,-9-4-74-16,-11-1 1 15,-7-9 14-15,-2-6-15 16,-4-4-2-16,4-7-54 15,0-9-153-15,9-4-102 16,11-14-537-16</inkml:trace>
  <inkml:trace contextRef="#ctx0" brushRef="#br0" timeOffset="-80092.01">23374 14171 1530 0,'0'0'548'0,"0"0"-292"16,0 0-53-16,0 0-36 16,0 0 43-16,0 0-148 15,0 0-7-15,23 0 0 16,2 0-53-16,4 0 40 15,4-5-42-15,3 4 0 16,-1 1-15-16,-4 0 15 16,-6 0-60-16,-8 3-46 15,-7 9-205-15,-10 8-61 16,-5-3-207-16,-13-5-996 0</inkml:trace>
  <inkml:trace contextRef="#ctx0" brushRef="#br0" timeOffset="-79946.19">23414 14328 1083 0,'0'0'1125'0,"0"0"-663"16,0 0-416-16,0 0 106 16,0 0 17-16,0 0-90 15,0 0-20-15,94-3-59 16,-53 3-81-16,1 0 79 16,13 0-219-16,-10 0-346 15,-9 7-570-15</inkml:trace>
  <inkml:trace contextRef="#ctx0" brushRef="#br0" timeOffset="-75546.96">24182 14369 1092 0,'0'0'838'15,"0"0"-671"-15,0 0-89 16,0 0 88-16,0 0-125 15,0 0 11-15,0 0 16 16,48-70-67-16,-19 50 19 16,5-1-20-16,1-8 0 15,4 3-49-15,-2 0 49 16,-1-4-26-16,-5 2 24 16,-4 2 4-16,-5 4 12 15,-4 3-14-15,-4 5 6 16,-6 6 50-16,-1 0-42 0,-5 7-8 15,0 1 78-15,-2 0-55 16,0 0 17-16,0 0-46 16,0 0-8-16,0 22 8 15,0 4 0-15,-6 12 15 16,-7 2 13-16,-3 0-19 16,3-1 15-16,1 0-24 15,3-5-122-15,9-1 29 16,0-10-373-16,2-9-365 0</inkml:trace>
  <inkml:trace contextRef="#ctx0" brushRef="#br0" timeOffset="-75133.04">25000 14089 834 0,'0'0'808'15,"0"0"-669"-15,0 0-41 16,0 0 4-16,0 0-9 16,0 0-1-16,0 0-12 15,-85 70 80-15,65-38-99 0,5 6-15 16,5-2 36-1,8-2-50-15,2-5 10 0,4-2-42 16,21-8 25-16,10-7-29 16,10-7 4-16,7-5-91 15,3 0 23-15,-1-17-85 16,-9-7 12-16,-10-10-24 16,-10-1 0-16,-16-3 150 15,-9 0 15-15,0 1 23 16,-19 10 208-16,-10 1-90 15,-4 12-89-15,0 4-52 16,-9 10-41-16,8 0-82 16,12 0-484-16</inkml:trace>
  <inkml:trace contextRef="#ctx0" brushRef="#br0" timeOffset="-74708.19">25439 14293 217 0,'0'0'1173'0,"0"0"-943"16,0 0-181-16,0 0-9 15,0 0 82-15,0 0-23 16,0 0 1-16,24 28-33 15,-4-28-56-15,-2 0 34 16,0 0-45-16,-7-5 0 16,-7-7 19-16,-4 1 60 15,0 2-15-15,-4 0-64 16,-19 9-56-16,4 0-46 16,1 0-500-16</inkml:trace>
  <inkml:trace contextRef="#ctx0" brushRef="#br0" timeOffset="-69877.02">26014 13726 1053 0,'0'0'353'16,"0"0"-228"-16,0 0-107 15,0 0 59-15,0 0 12 16,0 0-47-16,11-12 57 15,-11 12-71-15,0 0 32 16,0 0 50-16,0 0-41 16,0 0 43-16,0 0-84 15,0 0-19-15,0 0 46 16,0 2-54-16,-5 14-1 16,-10 6 62-16,-5 3-47 15,-5 4 32-15,0-3-47 0,-2-2 0 16,6-4 9-16,-2-3-9 15,5-6 0-15,5-3 8 16,7-4 2-16,1-4 16 16,3 4-26-16,2-4 0 15,0 0 30-15,0 0-21 16,0 0-9-16,20 0 53 16,9-6-47-16,14-1 9 15,5 2-15-15,6 1 0 16,0 2-9-16,-4 2 9 15,-3 0-18-15,-9 0-1 0,-5 0-85 16,-4 2-49 0,-8 2-177-16,-10-4-402 0</inkml:trace>
  <inkml:trace contextRef="#ctx0" brushRef="#br0" timeOffset="-69635.13">26252 13774 1857 0,'0'0'338'0,"0"0"-292"16,0 0-9-16,0 0 7 16,0 0 54-16,-93 130-25 15,73-95-54-15,4-2 45 0,2-3-64 16,8-3-27-16,2-6-10 15,4-2-143-15,4-12-74 16,13-3-132-16,6-4-379 0</inkml:trace>
  <inkml:trace contextRef="#ctx0" brushRef="#br0" timeOffset="-69120.33">26540 13747 1415 0,'0'0'472'0,"0"0"-465"16,0 0 45-16,0 0 11 15,0 0 48-15,0 0 66 16,-34 111-91-16,34-89-18 0,0-4-48 16,2-4-1-16,14-4 41 15,0-6-60 1,0-1 1-16,1-3-11 0,-3 0 2 15,-3-5-17-15,-5-10-23 16,-4-8-79-16,1-5 105 16,2 0-33-16,-1-2 55 15,7 2 9-15,5 6-9 16,3 4-1-16,2 7-18 16,1 11 7-16,-2 0-18 0,-2 0 30 15,-2 17 0 1,-7 4 16-16,-3 8 30 0,-4 1 21 15,-2 0 14-15,0 0-69 16,2-4 91-16,3-4-102 16,6-4-1-16,5-4 49 15,6-8-19-15,7-3 5 16,7-3-30-16,-1-5 26 16,1-16-22-16,-4-8-9 15,-9-7-42-15,-4-3 35 16,-11 2 14-16,-8 3 7 15,0 1-2-15,-2 9 11 16,-18 13-46-16,-4 7-59 16,-25 4-169-16,9 18-217 15,-1 3-449-15</inkml:trace>
  <inkml:trace contextRef="#ctx0" brushRef="#br0" timeOffset="-68601.97">26039 14195 639 0,'0'0'826'16,"0"0"-613"-16,0 0-159 15,0 0 161-15,0 0 34 16,0 0-67-16,0 0-17 16,2 0-102-16,17 0-23 0,10 0-40 15,16 0 25-15,9 0-1 16,15 0-24-16,9 0 0 16,6 0 70-16,3 0-69 15,-2 0 13-15,-4 5-14 16,-10-2 23-16,-9 1-22 15,-6 1-1-15,-10 0-47 16,-9-3 39-16,-14 2-111 16,-6-2-52-16,-17 2-94 15,0-2-282-15,0 0-94 0</inkml:trace>
  <inkml:trace contextRef="#ctx0" brushRef="#br0" timeOffset="-68023.06">26377 14476 1536 0,'0'0'238'16,"0"0"-191"-16,0 0-40 15,0 0 96-15,0 0 69 16,0 0-20-16,0 0 29 0,-18 2-136 16,18-2-14-16,0 0 33 15,0 0-9-15,0 0 33 16,0 0-88-1,0 0 21-15,0-2-29 0,0-6 8 16,4 6 0-16,8-2-6 16,1 1 21-16,3 3-30 15,-1 0 15-15,1 0 0 16,-3 0-31-16,-3 12 31 16,-8 5-30-16,-2 3 29 15,0 6-5-15,-4-5-8 16,-6 2 14-16,4-3 0 0,6-2-12 15,0-1 12 1,10-5 0-16,13-1 30 0,4 5-24 16,0-4 27-1,-1 2-33-15,-8 2 0 0,-6 0-8 16,-12 6 8-16,0-4 0 16,-17 7 10-1,-18 1-9-15,-7-1-2 0,-7-2-2 16,1-5-88-16,6-4 49 15,-4 0-185-15,12-2-157 16,10-9-376-16</inkml:trace>
  <inkml:trace contextRef="#ctx0" brushRef="#br0" timeOffset="-66998.98">27445 14305 1114 0,'0'0'593'0,"0"0"-473"16,0 0 120-16,0 0 24 15,0 0-31-15,0 0-19 16,0 0-113-16,71 0-47 15,-26-4-54-15,4 0 30 16,0 0-72-16,15 4 13 16,-12 0-296-16,-10 0-374 0</inkml:trace>
  <inkml:trace contextRef="#ctx0" brushRef="#br0" timeOffset="-58659.58">28145 13673 674 0,'0'0'370'0,"0"0"-268"15,0 0 68-15,0 0-102 16,0 0-39-16,0 0 81 16,2-15-47-16,0 12-15 15,-2 3-29-15,0 0-2 16,0 0 68-16,0 0-75 15,0 0-10-15,0 0 43 0,0 0 8 16,0 0 29-16,0 0-28 16,0 0-20-16,0 0 103 15,0 0-61-15,0 0-17 16,0 0 6-16,0 0-26 16,0 0 15-16,0 0-52 15,0 0 1-15,0 0 9 16,0 0-10-16,0 0 0 15,0 0 9-15,0 0-1 16,0 0 17-16,0 0-25 16,0 0 0-16,0 0-5 15,0 0 5-15,0 0-6 0,0 0-4 16,-2 4 20-16,-5 9 8 16,1 1-18-1,-1-2 0-15,4-1 1 16,3 1-1-16,0 0 0 0,0 1 7 15,0 0-6-15,6 0 24 16,4-1-25-16,1 0 0 16,3 0 1-16,-1-2-1 15,1 2 0-15,1 0 4 16,-1-3 8-16,-1 0-8 16,-2 2-4-16,0-6 0 15,-2 2-7-15,-5 0 7 16,1 1-8-16,-5-2 1 0,0-1 14 15,0 4-25-15,-2-1 9 16,-14 2 9-16,-2-2-37 16,-1-2 37-16,-2 1-25 15,1-6 23-15,5-1-8 16,-3 0-2-16,5 0-9 16,1-3 21-16,5-11-14 15,5-3 14-15,2-1 0 16,0-2 8-16,16-2-7 15,8-5 18-15,7 2-19 16,0-1 0-16,1 2 18 16,-5 2-18-16,-5 3 0 15,-6 6 32-15,-9 3-17 16,-5 3 48-16,-2 3-63 16,0-1 23-16,0 0-58 0,-4 1 9 15,-8 1-23-15,-1 3-50 16,-8 0-173-16,4 0-41 15,3 7-210-15</inkml:trace>
  <inkml:trace contextRef="#ctx0" brushRef="#br0" timeOffset="-57193.91">28566 13752 637 0,'0'0'260'0,"0"0"-138"16,0 0 9-16,0 0-12 16,0 0 4-16,0 0-17 15,0 0-77-15,0 0 53 16,0 0-71-16,0 0-9 0,0 0 47 15,0 0-3-15,0 0 10 16,0 0-1-16,0 0-55 16,0 0 59-16,-2 0-59 15,-2 0 0-15,-3 4 32 16,-2 7-1-16,0 1 17 16,0 2 31-16,0 3-58 15,0-2 105-15,0 4-69 16,1-3-44-16,0 0 37 15,2 0-36-15,2-2-1 16,1-2-13-16,3 0 25 16,0-3 17-16,0 0-42 15,0-2 0-15,5 0 14 16,8-2-6-16,5-1-8 16,2-4 0-16,7 0 0 0,-1 0-30 15,3-3 5 1,-4-8-27-16,-3-5 45 0,-3-3-35 15,-9 1 37-15,-3-3 4 16,-5 2 2-16,-2 1 43 16,0 2-20-16,0 2-8 15,-13 3 26-15,1-3-42 16,-1 9-39-16,5-2 5 16,-2 7-120-16,4 0-23 15,3 0-410-15</inkml:trace>
  <inkml:trace contextRef="#ctx0" brushRef="#br0" timeOffset="-56725.12">28940 13800 546 0,'0'0'917'16,"0"0"-812"-16,0 0-89 0,0 0 0 16,0 0-16-16,0 0 0 15,0 0 140-15,-40 10-58 16,25 8 12-16,1 0 33 15,4 0-39-15,0 1 19 16,4-4-63-16,3-1-44 16,3 0 74-16,0-4-67 15,0-2 7-15,16-2 5 16,4-3-7-16,7-3 7 16,2 0-19-16,-2 0-46 15,-3-3 27-15,-3-8-9 16,-6-6 12-16,-7 1 7 15,-5-4 18-15,-3 0 2 0,0 2-5 16,0 0 2-16,-9 4 21 16,-2 3-29-16,-1 2-28 15,0 6-47-15,1 3-177 16,1 0-388-16</inkml:trace>
  <inkml:trace contextRef="#ctx0" brushRef="#br0" timeOffset="-55869.06">29264 13805 567 0,'0'0'918'15,"0"0"-700"-15,0 0-124 16,0 0 54-16,0 0-125 16,0 0-5-16,0 0 4 15,-4 3-22-15,-3 14 116 16,0 4-63-16,2-1-8 15,5-3 86-15,0 0-117 16,14-3 35-16,11-4-7 0,3-2-42 16,11-6 0-16,0-2-41 15,3 0-92-15,-1-4 57 16,-3-10-67-16,-7-6 60 16,-8-4 40-16,-8-4-8 15,-11 0 51-15,-4-4 18 16,0 4-5-16,-11 0 152 15,-9 5-116-15,-4 7-21 16,-3 7-18-16,-2 6-10 16,-16 3-57-16,7 10-233 15,3 7-614-15</inkml:trace>
  <inkml:trace contextRef="#ctx0" brushRef="#br0" timeOffset="-55214.77">28392 14195 227 0,'0'0'1259'16,"0"0"-1018"0,0 0-219-16,0 0 41 0,0 0-29 15,0 0 27-15,0 0 17 16,112 0-10-16,-46 0 5 16,17 0-73-16,9 0 28 15,8 0 22-15,3 0-34 16,19 0-7-16,-15 0 26 15,5 0-35-15,-4 0 16 16,-19 0-16-16,5 0 0 0,-16 0-3 16,-15 0 3-1,-18 0-49-15,-16 5-14 0,-25 4-99 16,-4-1-192-16,0-4-318 0</inkml:trace>
  <inkml:trace contextRef="#ctx0" brushRef="#br0" timeOffset="-35245.83">28566 14672 358 0,'0'0'1571'16,"0"0"-1314"-1,0 0-184-15,0 0-36 0,0 0 131 16,0 0-55-16,-2 0-76 15,2 0 26-15,0 0-63 16,0 0-1 0,0 0 0-16,0 0-173 0,2 0-324 0</inkml:trace>
  <inkml:trace contextRef="#ctx0" brushRef="#br0" timeOffset="-34819.99">28682 14737 1213 0,'0'0'695'0,"0"0"-598"16,0 0 84-16,0 0 32 16,0 0-5-16,0 0-65 0,0 0-90 15,-71-75-8-15,84 53-45 16,14-2-19-16,2 8-22 15,-2 8 41-15,-8 8-35 16,-5 0 33-16,-14 24-23 16,0 18 19-16,-14 12 6 15,-23 6 0-15,-10 1 27 0,-6-6-27 16,-3-6 0 0,0-11 7-16,4-10 5 0,10-16 17 15,7-7-29-15,8-5 0 16,11-5-24-16,12-19 24 15,4-5-46-15,9 3 28 16,20 1 7-16,7 13-6 16,6 10 17-16,1 2 0 15,-4 16-2-15,-1 10 2 16,0 2-6-16,3-1-49 16,19-13-175-16,-10-5-117 15,-2-9-638-15</inkml:trace>
  <inkml:trace contextRef="#ctx0" brushRef="#br0" timeOffset="-34512">29065 14658 1595 0,'0'0'812'0,"0"0"-721"16,0 0-33-16,0 0-58 15,0 0 0-15,0 0 56 16,0 0-56-16,105 33 0 15,-71-30-1-15,-1-1-3 16,-4-2-5-16,-4 0-57 16,-8 0 41-16,-7 0-2 15,-6 0 27-15,-4 0-7 16,0 21-13-16,-9 11 20 16,-13 16 52-16,-7 10-14 15,-2 10-25-15,-1-3 39 16,1-2-52-16,4-9 0 0,3-9-12 15,4-9-104-15,2-13-68 16,4-6-291-16,1-15-367 0</inkml:trace>
  <inkml:trace contextRef="#ctx0" brushRef="#br0" timeOffset="-34379.08">28956 14997 1438 0,'0'0'927'15,"0"0"-597"-15,0 0-236 16,119-93-13-16,-53 77-38 15,13 5-37-15,5 3-12 0,30-4-118 16,-19 1-438 0,-12 2-1130-16</inkml:trace>
  <inkml:trace contextRef="#ctx0" brushRef="#br0" timeOffset="-33877.08">30298 14129 1512 0,'0'0'804'0,"0"0"-553"16,0 0-98-16,0 0 23 15,0 0-48-15,0 0-100 16,0 0 14-16,69-10-42 15,-28 10-57-15,1 3 56 16,-3 17-222-16,-9-1-166 16,-14-3-497-16</inkml:trace>
  <inkml:trace contextRef="#ctx0" brushRef="#br0" timeOffset="-33754.86">30278 14293 1239 0,'0'0'1242'16,"0"0"-1029"-16,0 0-189 0,0 0 91 15,134 0 0-15,-72-4-115 16,34-1-2-16,-13 5-159 16,-10-5-498-16</inkml:trace>
  <inkml:trace contextRef="#ctx0" brushRef="#br0" timeOffset="-33128.32">31861 13627 1360 0,'0'0'805'16,"0"0"-805"-16,0 0 12 15,0 0-12-15,0 0 37 16,-132 85 1-16,76-43 131 0,1 0-127 15,8-6-35-15,7-8 22 16,9-10-27-16,8-6 25 16,11-6-27-16,2-4 0 15,10-2 45-15,0 0-38 16,6 0 59-16,23 0-33 16,12 2-17-16,8 4-28 15,4 2 12-15,3 0 0 16,-2 0-30-16,-3-6 30 15,-4-2-61-15,-7 0-13 16,-7 0-78-16,-8-10 62 16,-9-8-44-16,-10-3 50 15,-6 2 84-15,0-1 10 16,0 6 130-16,0 9 67 16,-4 5-63-16,-12 0-41 0,-1 12-86 15,-10 23-5-15,0 9 92 16,-2 8-104-16,2 2 0 15,4 0 0-15,6-3-38 16,8 1-107-16,6-14-164 16,3-14-423-16</inkml:trace>
  <inkml:trace contextRef="#ctx0" brushRef="#br0" timeOffset="-32347.8">32146 13820 1936 0,'0'0'282'16,"0"0"-239"-16,0 0 52 16,0 0-13-16,0 0-23 15,-96 112 67-15,96-82-103 16,0-3 20-16,20-5 9 15,7-4-50-15,4-10 53 16,0-7-55-16,-2-1-11 16,-4-8-10-16,-7-18-39 15,-7-7-66-15,1-4 51 16,-8-1 35-16,2 2 40 16,3 8 49-16,3 6-23 15,5 8 102-15,3 6-115 16,3 6-1-16,1 2-12 15,0 2 15-15,-3 18-9 0,-6 6-6 16,-1 6 0-16,-3 2 111 16,-7 0-73-16,0-4 9 15,2-2-12-15,-2-5-28 16,2-9 11-16,5-5-18 16,7-4 0-16,3-5 18 15,3-5-18-15,2-18-15 16,-3-10-9-16,-3-8-41 15,-7 4 59-15,-8-3-15 16,-3 6 21-16,-2 9 62 16,0 8-48-16,0 8 5 0,0 4 13 15,0 3-31-15,0 2 14 16,0 0-15-16,0 0 0 16,9 0-33-16,6 0 33 15,8 4-12-15,2 2 6 16,4-2 12-16,2 0-18 15,-2-1 12-15,-3 4 0 16,-6 1-9-16,-4 9 9 16,-9 0 0-16,-5 12-1 15,-2 0 18-15,0 1-7 16,0-3-10-16,0-8 0 16,4-6 3-16,7-12-1 0,5-1-2 15,7-3 30 1,-4-22-24-16,6-13 13 0,-5-3-19 15,-7-5-3-15,-6 2-39 16,-4 5 42-16,-3 11-27 16,0 6 12-16,-10 12-134 15,-32 10-208-15,2 20-427 16,0 6-424-16</inkml:trace>
  <inkml:trace contextRef="#ctx0" brushRef="#br0" timeOffset="-31908.13">31179 14284 2277 0,'0'0'371'0,"0"0"-210"15,0 0-78-15,129 0-53 16,1 0-16-16,47 0-1 16,28 0 4-16,5 0-17 15,-15 0 0-15,-33 3 64 16,-33 1-46-16,-38-2-9 16,-26 2-9-16,-22-4 21 15,-3 4-32-15,-5 0 11 16,-6 2-110-16,-29 2-101 15,-2 1-385-15,-23-4-139 0</inkml:trace>
  <inkml:trace contextRef="#ctx0" brushRef="#br0" timeOffset="-31529.1">31575 14684 796 0,'0'0'1482'16,"0"0"-1292"-16,0 0-86 16,0 0 72-16,0 0-29 15,0 0-147-15,0 0 24 0,135-90-28 16,-104 90 4-16,-12 0-11 15,-9 20 10-15,-10 11-1 16,-12 8-11-16,-23 7 13 16,-10-1 0-16,3-1-2 15,4-8 2-15,11-4 0 16,12-8 13-16,12-2-4 16,3-2 20-16,14-2-29 15,17-4 10-15,13-4-29 16,10-6-24-16,26-4-196 15,-13-11-280-15,-9-10-447 0</inkml:trace>
  <inkml:trace contextRef="#ctx0" brushRef="#br0" timeOffset="-31205.15">32037 14645 1428 0,'0'0'799'15,"0"0"-534"-15,0 0-43 16,0 0-79-16,0 0-68 15,0 0-75-15,0 0 31 16,163 7-31-16,-105-3 0 16,-3-2-34-16,-4-2 29 15,-11 0-32-15,-8 0 28 16,-12 0 9-16,-12 0 3 16,-8 0-3-16,0 0 0 15,0 0 28-15,0 0-28 0,-2 10-10 16,-13 13 2-1,-3 12 16-15,-4 9-7 0,-2 7-1 16,-1 7 0 0,0 4-14-16,-2-4 14 0,1 0-11 15,0-8-41-15,-1-6-154 16,-12-1-18-16,6-16-272 16,4-8-553-16</inkml:trace>
  <inkml:trace contextRef="#ctx0" brushRef="#br0" timeOffset="-31080.7">32008 15083 441 0,'0'0'2153'16,"0"0"-1895"-16,116-58-152 15,-52 32 42-15,10 3-129 0,4 4-4 16,38 7-15-16,-18 0-130 16,-13 6-368-16</inkml:trace>
  <inkml:trace contextRef="#ctx0" brushRef="#br0" timeOffset="-27912.08">9286 15548 1455 0,'0'0'583'15,"0"0"-527"-15,0 0-20 16,0 0 112-16,0 0-25 15,0 0 64-15,0 0-109 16,0-28-53-16,0 28 59 16,0 0-65-16,7 0 9 0,13 0-16 15,11 20 11-15,9 10 34 16,5 7-57-16,-1 7 0 16,1 0-3-16,-5-4 4 15,2-5-1-15,1-6 0 16,20-12-132-16,-11-4-78 15,-7-13-436-15</inkml:trace>
  <inkml:trace contextRef="#ctx0" brushRef="#br0" timeOffset="-27107.9">10046 15316 1592 0,'0'0'626'15,"0"0"-606"-15,0 0-19 16,-80 114 40-16,38-54 89 16,-3 11 2-16,5-7-65 15,2 2 78-15,14-8-141 16,8-14 14-16,16-8-9 16,3-10-9-16,30-12-27 15,21-9-13-15,10-5-105 16,11-17 28-16,4-7-164 15,-6-12-13-15,-6 0 21 16,-16 2 67-16,-15 7 206 16,-18 4 253-16,-18 15 67 0,0 8 62 15,-29 0-182-15,-18 8-143 16,-6 15 66-16,-1 4-68 16,9-5-1-16,12-4-54 15,18-8 36-15,13-6-72 16,2-4 35-16,15 0-96 15,22-4 74-15,6-15-88 16,4-2-50-16,-7 1 33 16,-11 3 59-16,-9 4 69 15,-16 9 10-15,-4 4 49 16,0 8 50-16,-11 13-20 16,-5 8 9-16,1-3-56 15,4-3-18-15,11-9 14 0,0-7-38 16,18-7 0-16,19 0-34 15,11-4 21-15,3-20-80 16,-2-1-15-16,-2-2-33 16,-12-1 140-16,-10 11-36 15,-10 4 37-15,-7 13 52 16,-8 0 28-16,0 10-42 16,0 19 62-16,-8 4-82 15,4 1 62-15,4-6-80 16,0-10 0-16,14-10-24 15,9-8 6-15,9 0-58 16,2-17-110-16,-5-9-177 0,-5-6-10 16,-6 1 26-1,-5 4 151-15,-4 6 196 0,-4 15 163 16,-3 6 205-16,-2 14-142 16,0 34-27-16,-4 33 60 15,-12 2-159-15,-7 12-63 16,1 3 55-16,0-22-46 15,1 6-13-15,9-16-33 16,1-13-54-16,3-18 5 16,2-16-135-16,-11-19-96 15,-2-12 27-15,-1-16-599 0</inkml:trace>
  <inkml:trace contextRef="#ctx0" brushRef="#br0" timeOffset="-26965.06">10240 15522 1528 0,'0'0'634'16,"0"0"-417"-16,39-139 90 0,-4 98-185 16,9 7-110-16,10 17-12 15,4 17-6-15,9 34-169 16,-16 19-151-16,-17 10-539 0</inkml:trace>
  <inkml:trace contextRef="#ctx0" brushRef="#br0" timeOffset="-26874.04">10423 16196 1677 0,'0'0'521'0,"0"0"-521"16,0 0-21-16,0 0-319 0</inkml:trace>
  <inkml:trace contextRef="#ctx0" brushRef="#br0" timeOffset="-25579.04">11411 15548 392 0,'0'0'1447'15,"0"0"-1153"-15,0 0-186 16,0 0-98-16,0 0 79 16,0 0-16-16,0 0-61 15,-3 0 32-15,3 0-44 16,0 0 0-16,0 0-1 0,0 0 10 16,0 0-9-16,0 0 0 15,0 0 9-15,0 0 1 16,0 0-10-1,0 0 0-15,0 0 6 0,0 0 0 16,0 0-6-16,0 0 0 16,0 0 9-16,0 0-3 15,0 0-6-15,0 0 0 16,0 0 5-16,-2 0-4 16,0 0 9-16,-2 0-10 15,4 0 25-15,0 0 37 16,0 0-60-16,0 0 8 0,0 0 60 15,0 0-46 1,0 0 6-16,-3 0-21 0,3 0 16 16,0 0 31-16,0 0-56 15,0 0 0-15,0 0 28 16,0 0-20-16,0 0 2 16,0 0-10-16,0 0 12 15,0 0-6-15,0 0-6 16,0 0 0-16,0 0-14 15,0 0 15-15,0 0-1 16,0 0 0-16,0 0 11 16,0 0-2-16,0 0-9 15,0 0 0-15,0 0 25 16,0 0-14-16,0 0 5 16,0 0-16-16,0 0 14 0,0 0-5 15,0 0-9-15,0 0 0 16,0 0-14-16,0 4 14 15,14 10 0-15,10 13 0 16,5-1 10-16,5 9-7 16,-1 2-3-16,0-1 0 15,1 4-16-15,-3-8 16 16,2 5-1-16,10 10-93 16,-7-7-216-16,-5-9-225 0</inkml:trace>
  <inkml:trace contextRef="#ctx0" brushRef="#br0" timeOffset="-25345.74">12280 15520 1935 0,'0'0'338'16,"0"0"-338"-16,0 0 9 16,-136 125-9-16,84-61 83 15,6 2-83-15,-6 16-13 16,17-12-225-16,10-21-709 0</inkml:trace>
  <inkml:trace contextRef="#ctx0" brushRef="#br0" timeOffset="-25012.94">12837 15802 1128 0,'0'0'1174'16,"0"0"-1060"-16,0 0-114 0,0 0-3 15,-140 17-3-15,100 7 12 16,6 2 69-16,14 0-75 16,9-8 0-16,11-4-15 15,0-9 13-15,27-5 1 16,9 0-41-16,8-19-180 15,1-11 44-15,5-28-206 16,-9 3-181-16,-10 6-407 0</inkml:trace>
  <inkml:trace contextRef="#ctx0" brushRef="#br0" timeOffset="-24863.3">12910 15538 143 0,'0'0'1052'16,"0"0"-385"-16,0 0-303 16,0 0-53-16,0 0-129 15,0 0-151-15,0 0-31 0,-4-12-11 16,-7 65 11-16,3 6 30 15,-2 8-30-15,6 3-22 16,2-9-44-16,2-6-90 16,0-1-80-16,0-18-288 15,0-9-753-15</inkml:trace>
  <inkml:trace contextRef="#ctx0" brushRef="#br0" timeOffset="-24277.3">12652 15641 1677 0,'0'0'600'0,"0"0"-580"0,0 0 26 15,165-22-81-15,-95 22 35 16,5 4-52-16,0 15 52 16,-5 12 0-16,-14-1 0 15,-14 2 61-15,-17 3-44 16,-19 2 120-16,-6-3-103 15,-6-1-9-15,-21-6 25 16,-4-5-49-16,-1-8-2 16,3-6-8-16,9-8-31 15,7 0 19-15,9-22-135 16,4-6-160-16,4-5-11 16,19 4-152-16,-2 12 479 0,0 5 23 15,-8 12 199 1,-4 3 65-16,-7 19-79 0,-2 4-66 15,0 2-5 1,0-2-94-16,7 1-8 16,8-9-24-16,12-9-1 0,11-4 63 15,7-5-73-15,4 0-64 16,-1-23-14-16,2-7-69 16,-6-8-15-16,-5-6-59 15,-4-10-60-15,-4-2 111 16,-4 2 170-16,-5 4 3 15,-6 11 340-15,-8 16 8 16,-5 13-13-16,-3 10-271 16,0 1-27-16,0 30-62 15,-13 13 38-15,-1 10-16 0,-1 7 49 16,2 8-48-16,-1-2 39 16,3-5-40-16,1-8 1 15,6-6-23-15,2-11 22 16,2-6-101-16,0-25-75 15,0-5-143-15,0-1-319 0</inkml:trace>
  <inkml:trace contextRef="#ctx0" brushRef="#br0" timeOffset="-24127.02">13394 15654 1942 0,'0'0'737'16,"0"0"-588"-16,0 0-75 0,139-39-63 15,-85 39 16-15,1 0-27 16,5 10-120-16,-13 16-66 16,-16 2-436-16</inkml:trace>
  <inkml:trace contextRef="#ctx0" brushRef="#br0" timeOffset="-24006.69">13257 16237 1940 0,'0'0'354'0,"0"0"-354"16,0 0-88-16,0 0-26 16,0 0-633-16</inkml:trace>
  <inkml:trace contextRef="#ctx0" brushRef="#br0" timeOffset="-23546.97">14825 15490 1418 0,'0'0'811'0,"0"0"-681"15,0 0-109-15,0 0-18 16,-117 22 22-16,59 18-25 16,-4 13 70-16,1 7-15 15,12 2 38-15,11-5-93 16,18-4 14-16,16-7 45 0,4-9-59 16,20-7-31-16,18-12-36 15,26-18-138-15,-8 0-186 16,-8 0-464-16</inkml:trace>
  <inkml:trace contextRef="#ctx0" brushRef="#br0" timeOffset="-23296.95">14467 15763 1614 0,'0'0'801'0,"0"0"-689"16,0 0-69-16,0 0-10 15,0 0-24-15,0 0 1 16,169-14-10-16,-100 9-25 0,1-2-21 15,-10 5 46 1,-12-2-14-16,-12 4 8 0,-16 0 12 16,-8 0 43-16,-12 22-23 15,0 8 3-15,-3 12 98 16,-12 2-114-16,-4 0-7 16,4 0 8-16,7-3-14 15,5-10-58-15,8-12-108 16,16-5-163-16,4-14-327 0</inkml:trace>
  <inkml:trace contextRef="#ctx0" brushRef="#br0" timeOffset="-23098.07">15253 15661 1773 0,'0'0'206'0,"0"0"-191"16,0 0 160-16,-26 123-50 15,12-74 9-15,4-5-30 16,3-1-86-16,2-8 26 16,0-4-44-16,3-9-97 15,2-18-23-15,-2-4-348 16,0 0-292-16</inkml:trace>
  <inkml:trace contextRef="#ctx0" brushRef="#br0" timeOffset="-22970.56">15113 15598 1770 0,'0'0'839'0,"0"0"-662"0,0 0-177 16,140-64-128-1,-86 54 28-15,22 10-143 0,-11 0-66 16,-9 0-341-16</inkml:trace>
  <inkml:trace contextRef="#ctx0" brushRef="#br0" timeOffset="-22724.08">15766 15584 378 0,'0'0'1359'16,"0"0"-852"-16,0 0-436 16,0 0-69-16,0 0 70 15,-38 103 1-15,14-53 0 16,0 3 17-16,-3-2-60 0,4-1 18 16,5-9-48-1,5-10 0-15,5-13-2 16,4-5 3-16,4-9-1 0,0-4 36 15,12 0 10 1,13 0 24-16,6 0-70 0,5-4 8 16,-1 0-43-16,3 0-27 15,16-1-144-15,-13 5-176 16,0-1-560-16</inkml:trace>
  <inkml:trace contextRef="#ctx0" brushRef="#br0" timeOffset="-22529">16208 15738 1661 0,'0'0'779'0,"0"0"-709"0,0 0-64 15,0 0-6 1,0 0 30-16,-100 131 110 0,66-85-71 16,2 2-68-16,6-8 38 15,4-9-39-15,8-9-54 16,5-8-55-16,1-14-87 15,1 0-109-15,5-16-356 0</inkml:trace>
  <inkml:trace contextRef="#ctx0" brushRef="#br0" timeOffset="-22347.17">16235 15719 1891 0,'0'0'273'0,"0"0"-205"16,0 0-37-16,0 0-30 0,100 118 83 15,-80-78 11-15,5-4-35 16,-2-4 22-16,6-6-82 16,1-7-6-16,-1-11-46 15,6-8-124-15,-6-20-179 16,-4-4-728-16</inkml:trace>
  <inkml:trace contextRef="#ctx0" brushRef="#br0" timeOffset="-22219.06">16725 15538 1724 0,'0'0'941'0,"0"0"-941"16,0 0-57-16,0 0 47 15,-67 153 10-15,11-65-29 16,5-10-8-16,9-12-455 0</inkml:trace>
  <inkml:trace contextRef="#ctx0" brushRef="#br0" timeOffset="-21449.01">17302 15316 606 0,'0'0'869'0,"0"0"-665"16,0 0-181-16,0 0-14 16,0 0 18-16,0 0 127 15,0 0 72-15,-31 138-86 16,11-76-28-16,0 9 77 0,0 1-79 15,2 0-23 1,3-6-35-16,8-8-37 0,5-4 21 16,2-13-36-16,2-10 0 15,15-9 10-15,8-9-10 16,4-7-6-16,7-6 0 16,1-9-82-16,0-14 51 15,-4-4-81-15,-8 0-1 16,-10 4 112-16,-9 11 7 15,-6 10 55-15,0 2-55 16,0 10 38-16,-4 17-26 16,-5 5-10-16,5 3 16 15,2-4-2-15,2-3-15 16,0-6-2-16,0-4-38 0,0-14-134 16,0-4-91-16,0 0-445 0</inkml:trace>
  <inkml:trace contextRef="#ctx0" brushRef="#br0" timeOffset="-21313.82">17438 15611 2205 0,'0'0'619'0,"0"0"-520"16,0 0-99-16,151-36-58 16,-95 36 48-16,21 4-172 15,-15 15-285-15,-11 2-642 0</inkml:trace>
  <inkml:trace contextRef="#ctx0" brushRef="#br0" timeOffset="-20344.43">18442 15562 550 0,'0'0'700'16,"0"0"-354"-16,0 0-53 16,0 0 48-16,0 0-138 15,0 0 3-15,0 0-206 0,19-19 11 16,-67 51 11-16,-12 4 9 16,-1-2-1-16,8-2-30 15,15-14 26-15,15-4-10 16,19-6-16-16,4-4 0 15,15 2 36-15,26-2-24 16,14 0 7-16,13-1-19 16,3 0-108-16,-3-3 54 15,-3 0-127-15,-1 0-138 16,-14 0-263-16,-17-3-739 0</inkml:trace>
  <inkml:trace contextRef="#ctx0" brushRef="#br0" timeOffset="-20155.84">18590 15557 446 0,'0'0'1343'0,"0"0"-1064"15,0 0-216-15,0 0 128 16,-44 116-102-16,28-62-24 16,3-4-38-16,4-2 0 15,5-8-12-15,4-4-15 16,0-10-122-16,29-13-53 15,2-8-150-15,3-5-494 0</inkml:trace>
  <inkml:trace contextRef="#ctx0" brushRef="#br0" timeOffset="-19482.07">18880 15642 1877 0,'0'0'288'0,"0"0"-241"16,0 0 6-16,0 0 2 15,-47 121 46-15,47-91-27 16,0-7-46-16,18-6 90 16,5-2-118-16,2-12 0 15,-6-3-11-15,-1 0-8 16,-7 0 6-16,-2-18-38 16,-2-8-97-16,-2-6 118 15,1 1-31-15,5-1 35 0,5 7 26 16,6 11 34-16,2 4 0 15,3 10-34-15,2 2 1 16,-2 20 35-16,-2 8-36 16,-5 2 21-16,-5 2 64 15,-1-1-57-15,-3-1 46 16,0-5-72-16,0-5 29 16,0-4 8-16,3-6-39 15,1-7 0-15,3-5 37 16,0 0-37-16,0-17 0 15,-3-7-35-15,-8-12-102 16,-7-3 104-16,0-2-53 16,0 3 65-16,-13 10 21 0,4 6 65 15,2 8 20-15,7 10-52 16,0 0-20-16,5 4 17 16,19 0-30-16,8 0-33 15,7 0 27-15,1 4-22 16,3 7 22-16,-1 9-1 15,-4-3 7-15,-7 7 31 16,-6 5 3-16,-9 5 33 16,-8-1 12-16,-1 4-53 15,-3-10 12-15,3-1-38 16,4-8 0-16,7-8 43 16,6-8-35-16,8-2-8 15,3-12 0-15,2-18-33 16,-6-10 15-16,-10-6-112 15,-7-6 30-15,-12 2 76 0,-2 2 2 16,-2 7 18-16,-22 14-11 16,-8 12 0-16,-24 15-165 15,8 0-312-15,1 11-1190 0</inkml:trace>
  <inkml:trace contextRef="#ctx0" brushRef="#br0" timeOffset="-19077.01">18305 16062 1813 0,'0'0'613'15,"0"0"-481"-15,0 0 126 16,0 0-174-16,0 0-21 16,0 0 12-16,0 0-44 15,148 0 9-15,-24 0-40 16,46 4 0-16,19-4-6 0,1 0 6 15,-18 0 0-15,-46 0-9 16,-28 0 26-16,-29 0-11 16,-13 0-6-16,-2 0-48 15,-3 0 47-15,-11 0-203 16,-19 9-104-16,-26 8-192 16,-24-3 12-16,-9-4-681 0</inkml:trace>
  <inkml:trace contextRef="#ctx0" brushRef="#br0" timeOffset="-18724.05">18693 16312 2056 0,'0'0'693'0,"0"0"-627"0,0 0-17 15,0 0 10-15,0 0-58 16,0 0 18-16,150-28-19 16,-104 20-26-16,-3-2-9 15,-10 6 30-15,-11 0-14 16,-8 0 13-16,-10 4 12 16,-4 0-5-16,0 0-1 15,0 12 0-15,-15 20-6 16,-7 9 6-16,-3 10 0 15,0 9-1-15,0 3 16 0,4-1-5 16,3 0-10 0,3-12-37-16,5-6 8 0,6-8-197 15,-3-13-50-15,5-9-276 16,-5-10-557-16</inkml:trace>
  <inkml:trace contextRef="#ctx0" brushRef="#br0" timeOffset="-18603.09">18685 16549 2152 0,'0'0'658'16,"0"0"-542"-16,129-76-74 16,-47 48 12-16,29-2-54 15,47 7-54-15,-23 9-130 16,-13 5-415-16</inkml:trace>
  <inkml:trace contextRef="#ctx0" brushRef="#br0" timeOffset="-18081.66">20884 15534 1467 0,'0'0'918'15,"0"0"-682"-15,0 0-215 16,0 0-21-16,0 0 3 15,0 0-3-15,-26 166 119 16,13-89-98-16,-1 8-3 16,1-2-18-16,-3-11-8 15,5-5-35-15,0-18-97 16,-1-5-93-16,6-17-97 16,-1-13-464-16</inkml:trace>
  <inkml:trace contextRef="#ctx0" brushRef="#br0" timeOffset="-17324.55">21117 16633 1696 0,'0'0'1048'16,"0"0"-976"-16,0 0-72 16,0 0-614-16,0 0-939 0</inkml:trace>
  <inkml:trace contextRef="#ctx0" brushRef="#br0" timeOffset="-1266.06">21286 15603 230 0,'0'0'1203'16,"0"0"-999"0,0 0-35-16,0 0-37 0,0 0-3 15,0 0-17-15,0-10-49 16,0 10 18-16,0 0-46 16,0 0-24-16,0 0 90 15,-7 8-101-15,-16 16 1 16,-12 12 68-16,-17 12-29 15,-10 6 26-15,-7 2-66 16,-4-1 1-16,5-6 10 0,8-15-11 16,12-10 0-16,12-10 8 15,9-9-7-15,11-5 11 16,12-5-12-16,4-19-71 16,11-6 69-16,23-2-123 15,8 2 35-15,10 8 32 16,-4 13 33-16,-3 9 7 15,-9 9 18-15,-9 25 0 16,-10 11 86-16,-8-3-51 16,0 2-11-16,2-10-2 15,5-10-16-15,11-10 15 16,10-14-21-16,11 0-38 16,4-24 8-16,2-17-163 15,0-12-8-15,-6-10 16 16,-7-7-115-16,-5-3 165 0,-7-2 88 15,-9 7 47-15,-9 16 297 16,-5 20 32-16,-6 19-23 16,0 13-179-16,-15 31-116 15,-16 23 96-15,-8 18 3 16,-3 16-52-16,-3-4 73 16,8 2-129-16,8-15-2 15,11-12 9-15,11-14 3 16,7-15-24-16,0-15 12 15,18-15-48-15,13 0 21 16,11-15-56-16,6-19-63 16,1-2 16-16,-3 0-53 15,-8 4 74-15,-7 14 57 0,-13 18 52 16,-9 0 28 0,-9 19 5-16,0 16 48 0,0 4-24 15,0-2-26-15,0-7 27 16,0-5-58-16,0-10 1 15,18-9 46-15,9-6-47 16,6 0-20-16,5-23-82 16,5-9-106-16,-3-3 3 15,-5 0 81-15,-3-4 61 16,-8 15 63-16,-9 6 79 16,-9 18 108-16,-6 0-5 15,0 18-74-15,-14 14 38 0,-1 2-134 16,1 0 9-1,7-4-42-15,7-18-32 16,2-6-207-16,14-6-444 0</inkml:trace>
  <inkml:trace contextRef="#ctx0" brushRef="#br0" timeOffset="-1149.02">22026 15627 2268 0,'0'0'343'0,"0"0"-343"15,0 0-192-15,0 0-154 16,0 0-641-16</inkml:trace>
  <inkml:trace contextRef="#ctx0" brushRef="#br0" timeOffset="760.99">22808 15811 1570 0,'0'0'328'0,"0"0"-268"16,0 0-18-16,0 0 25 15,0 0 70-15,0 0-66 16,0 0-62-16,-92 14 99 16,48 16-51-16,-5 6-25 15,1 5 64-15,2 0-55 16,11 2 2-16,6-7-25 16,11-4 8-16,7-10 12 15,9-8-38-15,2-6 0 16,0-3 0-16,18-5 1 15,8 0-2-15,10-13-22 16,4-9-108-16,2-10 115 0,-1-5-79 16,-3-2 7-1,-7 3 53-15,-9 5 12 0,-9 7 23 16,-6 12 36-16,-5 8-18 16,-2 4 85-16,0 12-103 15,-11 20 0-15,-6 12 52 16,-1 7-29-16,4 2 1 15,9-8-24-15,5-5 18 16,0-6-39-16,2-5 21 16,30-8-147-16,-3-7-102 15,0-6-475-15</inkml:trace>
  <inkml:trace contextRef="#ctx0" brushRef="#br0" timeOffset="991.58">23115 16026 1460 0,'0'0'544'16,"0"0"-475"-16,0 0 56 15,0 0 23-15,0 0-77 16,0 0-40-16,0 0-31 15,126 14-23-15,-86-6 23 16,4 0-186-16,-11 2-127 16,-10-6-364-16</inkml:trace>
  <inkml:trace contextRef="#ctx0" brushRef="#br0" timeOffset="1134.52">23150 16179 1844 0,'0'0'342'0,"0"0"-301"15,0 0 49-15,0 0-37 16,0 0 7-16,0 0-60 16,185 12-11-16,-121-12-181 15,-4 0-477-15</inkml:trace>
  <inkml:trace contextRef="#ctx0" brushRef="#br0" timeOffset="2454.82">24340 15758 932 0,'0'0'703'16,"0"0"-552"-16,0 0-90 16,0 0-61-16,0 0 24 15,0 0 98-15,0 0-112 16,-18 0-1-16,15 0 38 0,3-5 12 15,0-3 59-15,0-2-118 16,3-2 50-16,11-2-75 16,-2 0 25-1,-3 2 0-15,1 8 19 0,-10 4-9 16,0 0 27-16,0 7-37 16,-23 19 0-16,-14 11 126 15,-15 4-109-15,-8-2 1 16,-9-3 16-16,4-4-25 15,5-9 6-15,11-7-15 16,13-12 0-16,14-4 7 16,11 0-7-16,11-17-9 15,0-5-4-15,21-4-60 0,16 2 51 16,3 9-17 0,4 8 27-16,-1 7-20 0,-1 0 32 15,-1 19-9-15,-2-2 0 16,-1 1 18-16,2-4-21 15,1-5 0-15,1-6-139 16,3-3 50-16,-3-3-182 16,0-16-55-16,-4-3 130 15,-9 0 145-15,-9 8 63 16,-8 1 128-16,-12 13 136 16,0 0-54-16,-3 17-84 15,-8 15 79-15,0 0-40 16,6 7-70-16,5-12-3 15,0 0-73-15,18-14-17 16,11-4 59-16,8-9-61 0,6 0-33 16,-1-22-28-1,-6-5-62-15,-7-9 22 0,-13-4 0 16,-10-4 65-16,-6 3 7 16,0 2 29-16,-8 11 0 15,-13 10 29-15,-18 18-29 16,1 4-79-16,1 16-405 0</inkml:trace>
  <inkml:trace contextRef="#ctx0" brushRef="#br0" timeOffset="2713.93">24103 16110 1415 0,'0'0'930'0,"0"0"-682"16,0 0-158-16,0 0 63 15,0 0-68-15,0 0-85 16,119-12 57-16,-48 8-57 16,11 4-3-16,5 0-7 15,0 0-23-15,-5 0-8 16,13 12-179-16,-26-6-274 15,-19 2-174-15</inkml:trace>
  <inkml:trace contextRef="#ctx0" brushRef="#br0" timeOffset="3408.04">24357 16388 1373 0,'0'0'606'16,"0"0"-495"-16,0 0-30 15,0 0 138-15,0 0-102 16,0 0-1-16,0 0-17 16,-19 0-75-16,19 0 26 15,0 0-50-15,0 0 0 16,0 0-3-16,0 0 3 15,0 0-13-15,0 0 10 16,0 0 0-16,0 0-16 16,0 0 19-16,0 0-3 0,0 0-30 15,0 0 33 1,0 0-21-16,0 0 21 0,0 0 0 16,0 0 3-16,0 0-3 15,0 0 0-15,0 0 0 16,4-1 0-16,11 1-13 15,-3 0 12-15,-1 0 2 16,-3 0-6-16,-6 10 5 16,-2 16 0-16,0 0 43 15,-6 6-42-15,-7 0 11 16,-1-2-4-16,5-7 7 16,9-2-9-16,0-3-6 0,5-4-26 15,19 0-4 1,6-6 27-16,-1 2 3 0,-3-2 5 15,-5-2-5-15,-13 6 33 16,-8 6-33-16,-4 1 0 16,-29 7-3-16,-12 1 3 15,-11 0-95-15,-20-5-96 16,14-4-300-16,8-10-379 0</inkml:trace>
  <inkml:trace contextRef="#ctx0" brushRef="#br0" timeOffset="4198">24348 15738 978 0,'0'0'571'0,"0"0"-385"15,0 0-66-15,0 0-4 16,0 0 66-16,0 0-73 15,0 0-54-15,-4 0 72 0,4 0-66 16,-2-7-3-16,0-7 4 16,-2-3-15-16,-4-3 48 15,-3 1-77-15,-4-1-8 16,-7 4 22-16,-7 2-32 16,-7 8-1-16,-7 6-29 15,-17 10-183-15,9 13-14 16,8 2-420-16</inkml:trace>
  <inkml:trace contextRef="#ctx0" brushRef="#br0" timeOffset="6117.95">20079 15891 1704 0,'0'0'650'0,"0"0"-594"15,0 0 14-15,0 0-64 16,0 0 0-16,0 0 123 15,0 0-83-15,3-26-23 16,-3 26-23-16,3 18 20 16,-1 12-12-16,0 11 5 15,0 0-13-15,-2 2 75 0,0-6-75 16,4-10 12-16,5-5-12 16,5-13 26-16,5-6 21 15,8-3-47-15,12-3 11 16,3-24-8-16,4-9-3 15,1-8-25-15,-3-11-26 16,14-21-155-16,-12 6-81 16,-11 12-437-16</inkml:trace>
  <inkml:trace contextRef="#ctx0" brushRef="#br0" timeOffset="6783.52">20102 15177 508 0,'0'0'923'0,"0"0"-680"0,0 0-146 15,0 0 36-15,0 0 17 16,0 0 64-16,0 0-86 16,-4-2-65-16,4 2 38 15,-3 0-84-15,1 0-7 16,-2 7-10-16,-6 6 24 15,-1 13 10-15,1-3-34 16,-4 0 1-16,3-2 8 16,2-5-9-16,2-4-12 15,5-3-73-15,2-9-211 16,0 0-234-16,0 0-481 0</inkml:trace>
  <inkml:trace contextRef="#ctx0" brushRef="#br0" timeOffset="6915.92">20122 15031 1594 0,'0'0'402'0,"0"0"-402"15,0 0-94-15,0 12 6 16,0 11-106-16,0-2-150 16,7 1-840-16</inkml:trace>
  <inkml:trace contextRef="#ctx0" brushRef="#br0" timeOffset="6967.9">20102 15177 1311 0</inkml:trace>
  <inkml:trace contextRef="#ctx0" brushRef="#br0" timeOffset="7154.02">20102 15177 1311 0,'93'107'350'0,"-93"-89"-79"0,0 0-147 16,-2-1-14-16,-4-3 14 0,1-5-78 15,1-7 60-15,4-2-65 16,0 0-35-16,0 0 62 16,7-18-68-16,11-6-31 15,6-6-30-15,5 2-10 16,-3 6 70-16,1 3-25 15,-6 16 25-15,-6 3-32 16,-3 3 33-16,-8 21 0 16,-2 3-7-16,-2 3 20 15,0-2 1-15,0 2-14 0,0-7-187 16,2-6-291-16</inkml:trace>
  <inkml:trace contextRef="#ctx0" brushRef="#br0" timeOffset="8174.03">20610 15170 1318 0,'0'0'588'15,"0"0"-421"1,0 0 34-16,0 0-31 0,0 0-130 16,0 0 36-1,0 0-76-15,0 0 0 0,-85 56 77 16,66-28-66-16,5-6 2 15,5-4-1-15,9-4 9 16,0-6 0-16,3-4-21 16,14-4-25-16,8 0 11 15,6 0-74-15,0-18-87 16,-2-8-65-16,0-6-36 16,0-26-10-16,-2-3-97 15,-9 9-682-15,-7 12 1065 0,-9 32 22 16,-2 8 1224-16,0 0-750 15,0 6-407-15,-18 24 46 16,-6 10 53-16,-3 10-98 16,0 3 77-16,3-3-103 15,6-10-39-15,4-9-25 16,8-6 27-16,4-12-21 16,2-6-6-16,0-7-76 15,11 0 76-15,11-4-75 16,9-12-60-16,3-4-35 15,-1-2 31-15,0 5 105 16,-6 10 21-16,-9 2 13 16,-5 5 87-16,-6 5-86 0,-5 15 8 15,-2 1 22 1,0-2-20-16,0-1-22 0,0-6-60 16,0-8-223-16,0-4-371 0</inkml:trace>
  <inkml:trace contextRef="#ctx0" brushRef="#br0" timeOffset="8716">20958 14895 1164 0,'0'0'361'15,"0"0"-274"-15,0 0 25 16,0 0 43-16,0 0-24 16,0 0 54-16,0 0-110 15,-5 0-27-15,5 0-28 16,0 0-5-16,0 0 24 15,0 0-39-15,0 0 6 16,0 0-3-16,0 0-3 16,0 0 0-16,0 0 16 15,0 0-15-15,0 0 57 0,0 0-52 16,0 0 7-16,0 0 38 16,0 0-45-16,0 0-6 15,0 0 19-15,0 0-7 16,0 0 13-16,7 0-25 15,5 0 0-15,-4 0-15 16,1 0 15-16,-4 14 0 16,-5 13-10-16,0 6 20 15,-12 6 35-15,-7-4-45 16,-1-3 15-16,1-6 10 16,6-8-25-16,9-8 0 15,4-3-6-15,0-2 11 16,25-1-23-16,19-4-49 0,-2 0-280 15,-4 0-408-15</inkml:trace>
  <inkml:trace contextRef="#ctx0" brushRef="#br0" timeOffset="8890.18">21266 15003 1726 0,'0'0'302'15,"0"0"-247"-15,0 0 27 16,4 102 4-16,-6-53-5 15,-20 2 54-15,-9 7-118 16,-9 4 2-16,-8-4-19 16,-7-5-10-16,-37 11-42 15,13-12-190-15,2-17-347 0</inkml:trace>
  <inkml:trace contextRef="#ctx0" brushRef="#br0" timeOffset="9266.94">19734 14891 933 0,'0'0'1017'0,"0"0"-816"15,0 0-160-15,-116 46 17 16,76 5 133-16,7 10-114 15,6 5 7-15,16 1-16 16,11-4-66-16,15-3 11 16,33-5-13-16,52 0-97 15,-9-16-38-15,-4-13-476 0</inkml:trace>
  <inkml:trace contextRef="#ctx0" brushRef="#br0" timeOffset="12654.96">25468 16013 1136 0,'0'0'644'16,"0"0"-410"-16,0 0-167 16,0 0 84-16,0 0 22 0,0 0-105 15,0 0-7 1,-3 3-61-16,-7 17 0 15,-6 6 42-15,-5-1-36 0,4-2-6 16,1 0 4-16,3-4 11 16,1-3-30-16,8-7-59 15,2-4-279-15,2-5-187 16,0 0-747-16</inkml:trace>
  <inkml:trace contextRef="#ctx0" brushRef="#br0" timeOffset="13024.06">25507 15833 1706 0,'0'0'660'0,"0"0"-648"15,0 0 1-15,0 0-26 16,0 0-112-16,0 0-96 16,0 0 72-16,27 62-108 0,-11-17-241 15,2-4-329 1,-2-5 827-16,-10-15 487 0,-4-3-136 15,-2 4 25-15,0 6-56 16,0 2-85-16,-4 2-13 16,-10-6-84-16,1-6-84 15,0-4 65-15,4-6-96 16,4-6-6-16,5-4 14 16,0 0-23-16,5-4 53 15,19-13-61-15,10-6-131 0,6-3 114 16,2 6-20-1,-4 8 21-15,-5 8 7 16,-6 4 18-16,-11 0-15 16,-7 16 6-16,-9 4 0 0,0 6-49 15,0 4-2-15,-9-6-144 16,2-6-311-16</inkml:trace>
  <inkml:trace contextRef="#ctx0" brushRef="#br0" timeOffset="13603.97">26161 16012 1121 0,'0'0'581'0,"0"0"-470"16,0 0-24-16,0 0 10 15,0 0-11-15,0 0 8 16,0 0-4-16,-118 72 95 0,80-36-127 16,7-2-12-1,6-2 32-15,9-6-35 0,10-8-10 16,6-4-33-16,0-4 12 16,8-6-8-1,19-4-4-15,9 0-52 0,7-6-15 16,1-16-102-1,1-8-36-15,11-37-42 0,-16 9-229 16,-7-1-55-16</inkml:trace>
  <inkml:trace contextRef="#ctx0" brushRef="#br0" timeOffset="13865.98">26342 15700 1249 0,'0'0'773'16,"0"0"-466"-16,0 0-281 15,0 0-13-15,0 0 68 16,-81 159 22-16,43-81 10 0,1 2-34 15,2-3-79-15,10-11 76 16,6-15-76-16,13-13 0 16,6-11-7-16,0-13 7 15,11-6-15-15,20-8-10 16,10 0-113-16,3-14 46 16,3-4-85-16,-5 2 75 15,-9 6 89-15,-10 10 3 16,-12 0 10-16,-11 22 0 15,0 6 7-15,-7 7-42 16,-15 5-61-16,4-15-238 16,4-4-511-16</inkml:trace>
  <inkml:trace contextRef="#ctx0" brushRef="#br0" timeOffset="14080.06">26780 16087 1408 0,'0'0'209'15,"0"0"-133"-15,-33 121-29 16,-5-59 45-16,-7 2-23 16,-5-1-25-16,-6-1 19 15,0-13-63-15,-25 4-82 16,15-16-171-16,8-16-564 0</inkml:trace>
  <inkml:trace contextRef="#ctx0" brushRef="#br0" timeOffset="14407.83">25298 15731 1662 0,'0'0'350'16,"0"0"-209"-16,0 0-121 15,0 0 5-15,-117 160 129 16,90-78-84-16,2 15-23 16,7 1-30-16,13-17-17 15,5 2 0-15,38 4-137 16,16-21-121-16,6-26-326 0</inkml:trace>
  <inkml:trace contextRef="#ctx0" brushRef="#br0" timeOffset="15064.73">27162 16436 1793 0,'0'0'470'15,"0"0"-337"-15,0 0 26 16,0 0-41-16,0 0 7 16,114-53-125-16,-114 57 19 15,0 24-23-15,-31 12 4 16,-14 4-12-16,-9 0-3 16,-4-4-148-16,0 1-40 15,14-18-122-15,15-7-383 0</inkml:trace>
  <inkml:trace contextRef="#ctx0" brushRef="#br0" timeOffset="15541.27">27889 15673 1612 0,'0'0'690'16,"0"0"-690"-16,0 0-7 15,0 0 7-15,-31 111 52 0,-1 0 92 16,1 2-46 0,4-11-6-16,3-16-34 0,5-24-46 15,2 0 28-15,1 1-40 16,5-23 0-16,7-14-6 15,2-13 18-15,2-8-10 16,0-5-2-16,0-8-8 16,19-24-29-16,8-12-67 15,9-9 11-15,4-1 31 16,2 8 16-16,-2 7 46 16,-9 20 57-16,-6 15-56 15,-7 4 77-15,-7 23-78 0,-11 12 27 16,0 9 46-16,-11 11-31 15,-16-2-5 1,-6-2-12-16,-2-3-7 0,1-8 21 16,5-8-39-1,9-10-28-15,4-7-20 0,9-8-138 16,7-7-155-16,2-14-358 16,17-4-624-16</inkml:trace>
  <inkml:trace contextRef="#ctx0" brushRef="#br0" timeOffset="16515.99">27721 16177 1575 0,'0'0'335'0,"0"0"-217"15,0 0-31 1,0 0 69-16,0 0 64 0,0 0-112 16,0 0-30-1,105 104-8-15,-92-78-69 0,1 6 54 16,-5-2-55-16,0 2 1 16,-3-4 11-16,1-2-12 15,-2-8 0-15,-1-4-9 16,0-6-12-16,-1-4-6 15,-1-4-56-15,2-8-2 16,0-21 58-16,2-10-299 16,0-14 99-16,3-6 136 15,-1-2-5-15,4 7 28 16,-3 14 68-16,-3 17 258 16,-6 18 41-16,0 5-234 0,0 17-50 15,-6 29 67 1,-13 7 2-16,-2 14-8 15,-2-8-33-15,5 0-42 0,5-11 51 16,5-17-52-16,5-12-7 16,3-11-26-16,0-16-59 15,3-16-21-15,5-10-481 0</inkml:trace>
  <inkml:trace contextRef="#ctx0" brushRef="#br0" timeOffset="16719.16">27918 15932 1994 0,'0'0'363'0,"-10"106"-260"0,-7-31 6 16,-6 16-42-16,5-7 66 15,5-7-92-15,9-15-30 16,2-12 29-16,2-14-40 16,0-9 0-16,2-18-1 15,9-4-83-15,0-5-16 16,0-19-89-16,2-57-353 15,-1 5-55-15,-3-6-660 0</inkml:trace>
  <inkml:trace contextRef="#ctx0" brushRef="#br0" timeOffset="16840.07">27962 16036 1898 0,'0'0'473'0,"0"0"-393"0,0 114 17 16,-4-46-32-16,-3 2-28 15,3-2-7-15,2-5-30 16,2-1-113-16,0-14-156 15,2-16-676-15</inkml:trace>
  <inkml:trace contextRef="#ctx0" brushRef="#br0" timeOffset="18056.02">22307 17536 1669 0,'0'0'498'0,"0"0"-427"16,0 0 45-16,0 0-57 15,0 0 24-15,0 0-12 16,156-82-59-16,-105 37-6 16,4-7-6-16,-5 2-44 15,-5-8 30-15,-10 6-38 0,-10 6 20 16,-10 10 32-16,-8 5 36 16,-7 17 84-16,0 10-72 15,0 4-27-15,-13 27-18 16,-10 22 10-16,-8 32 17 15,2 7 33-15,0 7-29 16,2-6 27-16,12-23-61 16,1 1 8-16,7-18 12 15,5-15-20-15,2-15-7 16,0-13 6-16,11-6-30 16,16-10 19-16,6-20-24 15,10-14-138-15,3-6 119 16,4 0-67-16,-6 6 49 0,-5 9 67 15,-10 17 6 1,-10 18 21-16,-9 0-21 0,-8 26 0 16,-2 15 121-16,0 9-89 15,-16 2 18-15,-5 1-10 16,4-4-39-16,1-6-2 16,12-4-60-16,4-13-246 15,0-12-412-15</inkml:trace>
  <inkml:trace contextRef="#ctx0" brushRef="#br0" timeOffset="18238.26">23248 17584 1958 0,'0'0'556'0,"0"0"-501"0,0 0 34 15,0 0-81-15,0 0 17 16,0 0-6-16,0 0-19 15,118 3-117-15,-91 16-142 16,-8-1-285-16,-9 0-788 0</inkml:trace>
  <inkml:trace contextRef="#ctx0" brushRef="#br0" timeOffset="18356.02">23294 17758 1991 0,'0'0'623'15,"0"0"-565"-15,0 0-4 16,0 0 23-16,0 0-71 15,0 0-6-15,172-4-176 0,-96-6-346 16,-5-2-1060-16</inkml:trace>
  <inkml:trace contextRef="#ctx0" brushRef="#br0" timeOffset="18671.26">24041 17915 1445 0,'0'0'778'0,"0"0"-677"16,0 0-73-16,0 0 19 15,0 0-46-15,38-113 10 16,-5 69-11-16,2-6-37 16,4-2 36-16,-3 6-65 15,-3-3 57-15,-4 14 9 0,-6 8 127 16,-11 9 72-16,-7 15-68 15,-5 3-130-15,0 3 46 16,-7 29-47-16,-13 16 0 16,-6 7 31-16,-1 6-31 15,5-6-1-15,8-6-27 16,9-10-179-16,5-17 36 16,19-11-168-16,3-11-388 0</inkml:trace>
  <inkml:trace contextRef="#ctx0" brushRef="#br0" timeOffset="18926.68">24487 17616 1553 0,'0'0'839'0,"0"0"-732"15,0 0-87-15,0 0-2 16,-74 128 107-16,61-88-56 16,11-8-53-16,2-6 57 15,13-7-65-15,22-6-7 16,13-13-1-16,5 0-46 15,-2-18 15-15,-4-8-51 16,-11-9-15-16,-12-11 72 16,-11 1-8-16,-11-3 33 15,-2 4 23-15,0 12-6 16,-12 10 0-16,-9 12-17 16,-6 10-124-16,6 13-152 0,2 10-363 15</inkml:trace>
  <inkml:trace contextRef="#ctx0" brushRef="#br0" timeOffset="19190.48">25148 17762 1918 0,'0'0'670'16,"0"0"-470"-1,0 0-84-15,0 0 0 0,0 0-116 16,0 0 21-16,155 0-50 16,-104 4 19-16,13-1-177 15,-12-3-321-15,-12 0-609 0</inkml:trace>
  <inkml:trace contextRef="#ctx0" brushRef="#br0" timeOffset="21496.46">28165 17616 1521 0,'0'0'375'16,"0"0"-291"-16,0 0-8 15,0 0 39-15,0 0-47 16,0 0 46-16,0 0-99 16,-14-6-14-16,14 6 38 0,0 0-15 15,0 0 4-15,0 0-28 16,0-4 19-16,0 4 12 16,0 0-31-16,0 0 0 15,0 0 18-15,0 0-17 16,0 0 14-16,0 0-15 15,0 0 21-15,0 0 24 16,0 0-45-16,0 0 0 16,0 0 12-16,0 0-5 15,0 0-7-15,0 0 0 0,0 0 9 16,0 0-1 0,0 0-2-16,0 0-6 0,0 0 73 15,0 0-49-15,0 0-12 16,0 0-12-16,0 0 15 15,0 0-54-15,0 0-13 16,0 0-124-16,-4 0-156 16,-5 0-510-16</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1-11-19T06:40:45.637"/>
    </inkml:context>
    <inkml:brush xml:id="br0">
      <inkml:brushProperty name="width" value="0.05292" units="cm"/>
      <inkml:brushProperty name="height" value="0.05292" units="cm"/>
      <inkml:brushProperty name="color" value="#FFFFFF"/>
    </inkml:brush>
  </inkml:definitions>
  <inkml:trace contextRef="#ctx0" brushRef="#br0">26128 17374 1252 0,'0'0'724'0,"0"0"-579"16,0 0-120-16,0 0 167 15,0 0-79-15,0 0-86 16,-29 0-9-16,29 0-18 15,0 0-69-15,2-17-204 16,4 3-760-16</inkml:trace>
  <inkml:trace contextRef="#ctx0" brushRef="#br0" timeOffset="787.02">26128 17374 1415 0,'46'-81'759'16,"-48"81"-657"-16,0 0-71 15,2 0 113-15,0 0-25 16,0 0 33-16,0 0-118 16,0 0 0-16,0 0 31 15,0 0-46-15,0 0-1 16,0-3-18-16,4-17 1 0,10 8-32 16,3-5 9-16,-1 7-44 15,-3 6 66-15,-3 4-21 16,-6 0 15-16,-4 17-2 15,0 14 16-15,-16 5 79 16,-17 10-87-16,-11 3 0 16,-10-1 12-16,-4-7-12 15,2-7-12-15,4-5-29 16,10-15-108-16,9-6 93 16,13-8-71-16,9-5 1 15,11-16-13-15,0-4-30 16,11-1 158-16,16 9 11 15,4 4 11-15,2 13 96 16,-2 0-39-16,-2 5 24 0,-2 12 1 16,-2 5-48-1,0 1-19-15,-1-2-26 0,2-7-60 16,3-9 27-16,2-5-158 16,0 0-39-16,-1-14-26 15,-4-8 9-15,-5-5 225 16,-3 5 22-16,-9 5 173 15,-3 10 179-15,-6 3-69 16,0 4-124-16,0 11-67 16,0 14-57-16,0 8 49 15,0-3-59-15,0-2-4 0,2-6 13 16,21-10-34 0,6-7-30-16,2-5 1 0,0-5-70 15,-4-21-8-15,-5-6 50 16,-6-9 0-16,-8-2 47 15,-1 2 11-15,-4 2-1 16,-3 7 92-16,0 9-13 16,0 11-79-16,-29 12-16 15,0 18-226-15,2 4-307 0</inkml:trace>
  <inkml:trace contextRef="#ctx0" brushRef="#br0" timeOffset="1105.52">25908 17762 2067 0,'0'0'563'16,"0"0"-473"-16,0 0-89 15,0 0 77-15,0 0-36 0,146 0-41 16,-93-4 27-16,3 4-20 16,-4 0-8-16,-6-4 0 15,-3-1-56-15,-7 5-47 16,-1 0-111-16,-10 0-324 15,-12 0-445-15</inkml:trace>
  <inkml:trace contextRef="#ctx0" brushRef="#br0" timeOffset="1582.84">26109 17965 945 0,'0'0'792'16,"0"0"-659"-16,0 0-89 16,0 0 122-16,0 0 2 15,0 0 17-15,0 0-96 16,-10 0-8-16,10 0 35 15,0-3-73-15,8-9-24 16,5 7-19-16,3-4 23 16,3 2-26-16,-4 5 3 15,1 0 0-15,-5 2-8 16,-5 0 16-16,-6 4-8 0,0 14 46 16,-2 4-32-1,-11 3 62-15,-1 6-76 16,5-7 6-16,7 2 0 0,2-8-6 15,2 4 0-15,19-4 0 16,-2 5-7 0,-1-10-10-16,-5 5 17 0,-10 0-6 15,-3 0-13-15,-13 4 20 16,-21 5-1-16,-9-5 0 16,-3-5-106-16,-8-6-69 15,12-8-172-15,15-3-481 0</inkml:trace>
  <inkml:trace contextRef="#ctx0" brushRef="#br0" timeOffset="2155.07">26843 17769 1377 0,'0'0'881'0,"0"0"-684"16,0 0-57-16,0 0 140 15,0 0-129-15,0 0-64 16,0 0-78-16,64-25 21 15,-33 17-59-15,-2 8 29 16,-4 0-86-16,-9 0-12 16,-16 13-288-16,0 10-238 15,-18-5-594-15</inkml:trace>
  <inkml:trace contextRef="#ctx0" brushRef="#br0" timeOffset="2270.92">26843 17769 1159 0,'-29'142'1199'0,"31"-142"-993"0,23 0-124 15,10-10-20 1,8-3 16-16,1-1-60 0,10 1-18 16,-12 0-277-16,-13 4-575 0</inkml:trace>
  <inkml:trace contextRef="#ctx0" brushRef="#br0" timeOffset="9477.56">27683 17473 1581 0,'0'0'341'16,"0"0"-248"-16,0 0 151 16,0 0 2-16,0 0-32 15,0 0-79-15,0 0-89 16,0 0 18-16,0 0-64 15,0 0 12-15,0 0 29 16,0 0-41-16,3 0 0 16,10 0 21-16,9-18-9 15,9 0-24-15,7-6-28 16,-2-2-87-16,0 4 89 16,-3 0-59-16,-6 4 0 15,-4 4 71-15,-8 2 15 0,-7 6 11 16,-2 3 0-16,-4-2 0 15,-2 5 67-15,0 0-67 16,0 0 0-16,0 0 18 16,-5 22-17-16,-8 10 48 15,-6 12-4-15,0 5-35 16,-1 0 55-16,4-4-64 16,0-10-1-16,8-9 0 15,6-3-33-15,2-9-110 16,2-8-134-16,15-3-310 15,3-3-355-15</inkml:trace>
  <inkml:trace contextRef="#ctx0" brushRef="#br0" timeOffset="9766.89">28169 17441 1847 0,'0'0'346'0,"0"0"-273"16,0 0-55-16,0 0 118 15,-37 125-23-15,37-107-30 16,2-4-25-16,27-2-46 16,9-10-12-16,11-2-85 15,2-6-68-15,2-16 73 16,-8-8-109-16,-7-2-15 16,-11-4 89-16,-14-5 96 15,-9 5 19-15,-4 1 82 16,0 4 25-16,-11 9 130 0,-11 8-157 15,-7 9-58 1,-5 5-22-16,-21 14-17 16,6 6-131-16,6 1-462 0</inkml:trace>
  <inkml:trace contextRef="#ctx0" brushRef="#br0" timeOffset="10077.02">27783 17696 2143 0,'0'0'601'16,"0"0"-580"-16,0 0-10 15,0 0 54-15,0 0-14 16,0 0 16-16,0 0-67 16,170 22 6-16,-103-14 3 15,2-2-9-15,-2 2 0 16,-2-8-7-16,-5 4-75 16,-2 1-145-16,-14-5-318 15,-15 5-474-15</inkml:trace>
  <inkml:trace contextRef="#ctx0" brushRef="#br0" timeOffset="10884.59">28013 17959 1107 0,'0'0'262'0,"0"0"-224"16,0 0-36-1,0 0 130-15,0 0-49 0,0 0-26 16,0 0-14-16,-18 0-42 15,18 0 39-15,0 0-24 16,0 0-15-16,0 0 44 16,0 0-44-16,0 0-1 15,0 0 61-15,-2 0-20 16,2 0 34-16,0-4-23 16,0 4-43-16,0 0 37 15,0 0-46-15,0 0 0 16,0 0-6-16,0-5 15 15,-2 5-18-15,2-3 2 0,-2 3 7 16,2-2-11-16,0-2 12 16,-2 4-1-16,2 0 10 15,0-5-3 1,0 2 8-16,0-1-15 0,0 2 0 16,0 0 20-16,0-4-19 15,0 6 26-15,0-4 37 16,0 4-26-16,0 0 52 15,0 0-39-15,4 0-45 16,2 0 49-16,4 0-55 16,1 0 0-16,0 0-8 15,-2 10 19-15,0 1 3 0,-5 8-14 16,-2 3 0-16,-2 4 52 16,0-2-46-16,0-2-6 15,-10 0 43-15,-4-4-32 16,3 0 24-16,0-6-35 15,6-7 0-15,0 0-10 16,5-5 10-16,0 0-27 16,12 0-20-16,12 0-38 15,5-5 8-15,0 3 34 16,-4-1 43-16,-9 3 43 16,-8 0 10-16,-8 0 14 15,0 14 19-15,-8 9-16 16,-26 4 6-16,-11 7-76 0,-8 2-10 15,-2-3-38-15,-3-1-134 16,12-10-151-16,17-10-675 0</inkml:trace>
  <inkml:trace contextRef="#ctx0" brushRef="#br0" timeOffset="11550.96">29389 17536 1538 0,'0'0'597'16,"0"0"-475"-1,0 0-43-15,0 0-11 0,0 0 33 16,0 0-33-16,-56 106-8 15,43-62-2-15,4-7-48 16,-1-6 16-16,4-9-26 16,4-3-15-16,2-7-7 15,0-11-118-15,0-1-104 16,0-18-81-16,0-3-71 0</inkml:trace>
  <inkml:trace contextRef="#ctx0" brushRef="#br0" timeOffset="11904.98">29409 17329 1468 0,'0'0'679'16,"0"0"-679"-16,0 0-106 0,0 0 34 15,0 0 43 1,0 0-33-16,52 138 7 0,-35-93 55 16,1-3-16-16,-3 2 16 15,-1-4 64-15,-7-1 55 16,-7-2 27-16,0-7 23 15,0-2-70-15,0-5-8 16,-3-6-83-16,-1-9 10 16,2-8 16-16,2 0-34 15,0 0-8-15,9-12 2 16,15-12-110-16,7-6 34 16,7 2-7-16,-2 6 55 15,-3 14 34-15,-4 8 55 0,-7 0 32 16,-6 18 11-16,-7 8-53 15,-4 6 3-15,-5-2-48 16,0-2-29 0,0-2 4-16,0-12-191 0,0-10-276 15,2-4-688-15</inkml:trace>
  <inkml:trace contextRef="#ctx0" brushRef="#br0" timeOffset="12140.08">30086 17517 1972 0,'0'0'241'16,"0"0"-214"-1,0 0 5-15,-102 125 29 0,71-76 86 16,8 0-28-16,10-8-87 16,10-6 27-16,3-9-59 15,6-12-18-15,17-9-2 16,14-5-41-16,3-8-16 15,4-25-140-15,3-11-112 16,7-46 87-16,-12 10-92 16,-7-4-207-16</inkml:trace>
  <inkml:trace contextRef="#ctx0" brushRef="#br0" timeOffset="12397.15">30383 17223 1117 0,'0'0'936'0,"0"0"-756"15,0 0-121-15,0 0 125 16,-83 160-56-16,43-79-15 0,1 3-21 15,2-4-77 1,6-8 44-16,7-14-59 0,8-14 0 16,10-12-6-1,6-18 6-15,0-9-6 0,24-5-68 16,14-5-27-16,10-19-11 16,4-5-76-16,-3 3 93 15,-9 6 68-15,-11 11 27 16,-16 9 65-16,-13 14-32 15,0 16-32-15,-13 6 75 16,-11 0-76-16,-1 0-15 16,5-5-35-16,7-13-181 15,10-9-404-15</inkml:trace>
  <inkml:trace contextRef="#ctx0" brushRef="#br0" timeOffset="12587.03">30809 17642 2061 0,'0'0'233'15,"0"0"-233"-15,-36 134 30 16,1-76-45-16,-6 5 15 16,-7-10 0-16,-6 0-9 15,-25 1-7-15,15-18-192 16,6-10-389-16</inkml:trace>
  <inkml:trace contextRef="#ctx0" brushRef="#br0" timeOffset="12910.79">29399 17270 1731 0,'0'0'532'16,"0"0"-418"-16,0 0-113 15,-139 150 44-15,101-71 57 16,9 9-44-16,11 7-1 16,15-8-57-16,24 10-101 15,21-18-66-15,9-25-385 0</inkml:trace>
  <inkml:trace contextRef="#ctx0" brushRef="#br0" timeOffset="13070.97">31380 17766 2586 0,'0'0'0'0,"0"0"-1594"0</inkml:trace>
  <inkml:trace contextRef="#ctx0" brushRef="#br0" timeOffset="23117.84">1350 15298 1137 0,'0'0'366'0,"0"0"-263"16,0 0-7-16,0 0-3 15,0 0-36-15,0 0 78 16,-49-58-57-16,47 54-71 16,2 1 102-16,0 3-107 15,0 0 15-15,-2 0 39 16,2 0-41-16,0 0 46 15,0 0-61-15,0 0 0 16,0 0 9-16,0 0-9 16,0 11 0-16,7 24 10 15,13 46 35-15,-5 53 79 16,-6 45-115-16,-9 13 14 16,0-13 11-16,0-51-34 0,-2-46 0 15,2-24-14-15,0-14-6 16,7 1-58-16,37-23-181 15,-2-9-275-15,1-13-296 0</inkml:trace>
  <inkml:trace contextRef="#ctx0" brushRef="#br0" timeOffset="24317.88">1221 15212 1709 0,'0'0'373'0,"0"0"-356"0,0 0-3 16,0 0-3-16,0 0-10 15,0 0 74-15,0 0-75 16,74-39 19-16,-12 25 39 15,14-4-48-15,29 1 3 16,26-12 39-16,32 0-21 16,11-6 45-16,-7 7-76 15,-11 7 10-15,-14 6 4 16,10-2-14-16,9 3 0 16,-1-4-12-16,3 4 34 15,-10-3-47-15,-10-1 16 16,-8 0-70-16,-29 1 60 15,-19 4-65-15,-20 3 11 0,-7-1 53 16,9-1 0-16,3 3 6 16,3-4-13-16,-8 4 27 15,-11 1-34-15,-9 3 34 16,-9 1 0-16,-9 1 0 16,-2 3 13-16,-7 0 15 15,-3 0-28-15,4 0 0 16,1 0 46-16,4 0-46 15,3 0 0-15,2 0-1 16,0 2 23-16,1 1-19 16,-3 4-3-16,-5-4 0 15,-3 2-15-15,-4 4 15 16,-1 0 0-16,2 4-7 0,0 6 24 16,2 3-12-1,-3 0-5-15,4 6 0 0,-3 2-9 16,-1-6 9-16,-1-2 0 15,-3-2-18-15,3-4 36 16,-1 1-20-16,6-8 2 16,-1 5 0-16,4 2-7 15,3-2 7-15,0 0 0 16,-1 0-13-16,1 2 32 16,0-2-19-16,0-1 0 15,0 0 0-15,1 1-10 16,1-3 10-16,2 1 0 0,0-4-11 15,-4 2 29 1,-4 2-9-16,-1 2-9 16,-4 5 0-16,2 6-13 0,2 3 13 15,-2-1 0-15,5 5-6 16,-3-3 22 0,1 3-19-16,-2-6 3 0,0 3 0 15,-1-3-3-15,-3-1 3 16,-3 3 0-16,-3 0-18 15,-1 3 36-15,-6 3-11 16,-2 1-7-16,0 4 0 16,-2 0-7-16,0 7 7 15,0 1 0-15,0 8-10 16,0 2 23-16,0 2-7 16,-2 3-6-16,-8-1 0 0,4 2 13 15,-3-1-13 1,3-3 0-16,-2-1 9 0,-2-4 8 15,-3 0 34 1,-5 0-12-16,-12 2-37 0,-5 2 101 16,-14 2-102-16,-9 7-1 15,-11-1 4-15,-7-4 2 16,-2-4-12-16,-34 11-104 16,23-18-105-16,5-10-37 0</inkml:trace>
  <inkml:trace contextRef="#ctx0" brushRef="#br0" timeOffset="59556.98">26500 14485 675 0,'0'0'262'0,"0"0"-152"16,0 0-63-16,0 0 75 15,0 0-92-15,0 0 175 16,56-17 25-16,-54 17-162 16,-2 0-4-16,0 0 33 15,0 0-21-15,0 0 83 16,0 0-99-16,0 0-23 15,0 0 21-15,0 0-26 16,0 0 19-16,0 0-35 16,0 0 3-16,0 0 21 15,0 0-40-15,0 0 0 0,0 0 11 16,0 0-10-16,0 0 6 16,0 0-7-16,0 0 6 15,0 0-2-15,0 0-4 16,0 0 0-16,0 0 5 15,0 0 1-15,0 0-6 16,0 0 0-16,0 0 8 16,0 0-2-16,2 0-6 15,-2 0 0-15,0 0-13 16,0 0 26-16,0 0-13 16,0 0 0-16,0 0 1 15,0 0-1-15,0 0 0 0,0 0 0 16,0 0-6-1,0 0 13-15,0 0-4 16,0 0-3-16,0 0 6 0,0 0-16 16,0 0 10-16,0 0 0 15,0 0 1-15,0 0 8 16,0 0-6-16,0 0-3 16,0 0 2-16,0 0-1 15,0 0-1-15,-2 0-1 16,-14 0-10-16,-2 0 20 15,-6 3-10-15,-5 4 1 16,0 3 0-16,-2 2-7 16,-1 0 7-16,3-2 0 0,-2 2-6 15,4 0 13 1,3-3-4-16,2 6-3 0,6-7 2 16,3 6 13-16,1-6-15 15,6 6-2-15,-1 0 1 16,5 3 2-16,2 2 9 15,0-1-10-15,0 0 0 16,0-4-9-16,7 2 9 16,5-7-6-16,5 1-2 15,1-7 16-15,-1-1-1 16,6-2-7-16,-3 0 0 16,4 0-22-16,0-12 22 15,3 0-12-15,0-6 5 16,0 0-11-16,-2-2 10 15,-2 0-50-15,-2-1 36 0,-1 2-5 16,-5-1 27-16,-1 1 0 16,-3 6-4-16,-4 3 11 15,-3-2 57-15,1 6-13 16,-3-4-51-16,3 2 110 16,-3 4-79-16,0-4 5 15,-2 6 36-15,2 0-65 16,-2 2 29-16,0 0-36 15,2 0 0-15,-2 0 6 16,0 0-6-16,0 0 0 16,0 0 26-16,0 0-25 15,0 0 37-15,0 0-38 16,0 0 0-16,0 0-1 0,0 0 1 16,0 0 0-1,0 0-8-15,0 0 19 0,0 0-22 16,0 0-2-16,0 0-11 15,7-3-10-15,2 0-5 16,4-1-12-16,-4-3 50 16,3 4-20-16,-4-1 20 15,-3-1-18-15,-1 5 19 16,-2-3-13-16,-2 3 13 16,0 0 0-16,0 0 10 15,0 0 2-15,0 0 23 16,0 0-35-16,0 0 0 0,0 0 6 15,0 0-6-15,0 0 0 16,0 0-11-16,0 0 23 16,0 8-19-16,-2 6 7 15,-5 2 0-15,-1 4 6 16,1 2-6 0,-2 5 0-16,2-6 22 0,-1 3-21 15,0 1 23-15,4-2-24 16,0 0 0-16,-1-2 3 15,1-3-3-15,0 4 0 16,-1-4-1-16,0-4 14 16,1 4 15-16,-3-1-28 15,1 1 0-15,-3-2 16 16,0 0-16-16,0 2 0 16,-2-8 23-16,-1 2-22 0,-1 2 45 15,-5-7-46-15,1 4 8 16,-6 1 27-16,1-3-34 15,-3 4-1-15,1 0 6 16,2-4 9-16,1 2 1 16,4-2-16-16,1 1-7 15,3 0-26-15,1 0-85 16,-1-6-162-16,5 0-248 16,0-4-657-16</inkml:trace>
  <inkml:trace contextRef="#ctx0" brushRef="#br0" timeOffset="61046.16">26699 14418 895 0,'0'0'353'16,"0"0"-253"-16,0 0-29 15,0 0 41-15,0 0-46 16,0 0 5-16,0 0-35 15,-35-5 40-15,24 5-30 16,1 0-20-16,-4 0 62 16,-1 0-59-16,-6 0 15 15,1 2-2-15,-4 5-36 16,-5 3 27-16,0 2-33 16,-2-1 0-16,-2 5 8 15,1-4-6-15,0 2-2 0,6 1 18 16,0-1-8-16,3 0 40 15,3-2-47-15,2 0 9 16,4-1 37-16,1 1-48 16,3 2 10-16,-2 1 17 15,3 2-19-15,1-5 46 16,0 1-55-16,2 1 0 16,4-4 12-16,-3-1-12 15,5 3 0-15,0-3-1 16,0-3 16-16,0 6-4 15,0-5-11-15,0 5 0 16,0-3 3-16,0 3-3 16,0-2 0-16,2 3-1 15,3-4 14-15,1 0-3 16,4-1-10-16,-4 2 0 0,3-9-7 16,-1 3 7-16,2-1-6 15,1-1 5-15,0-2 2 16,3 0-1-16,3 0 0 15,3 0-15-15,5-5-1 16,2-4-11-16,2-4 5 16,0-1 3-16,-2 0-34 15,0 2 39-15,-4-2-26 16,0 5-7-16,-3-8 40 16,-2 3-17-16,-2-1 8 0,-1-2 15 15,1-1-72-15,-3 0 54 16,1-6-37-1,-1 2-3-15,1 0 51 16,-6 1-35-16,1 1 38 0,-1 5 4 16,-2 1 2-16,-2 4 12 15,-4 5-11-15,0 2 21 16,0 3 46-16,0 0-37 16,0 0-7-16,0 0-7 15,0 0 2-15,0 0 2 16,0 0-22-16,-4 0 0 15,-6 1 0-15,-1 12 0 16,1 1 0-16,-4 4 0 0,3 3 20 16,-3 0 15-1,3 1-34-15,-2 0 6 0,-1 2 44 16,3 0-40-16,-2 2 25 16,2 4-25-16,2-3 11 15,0 4 30-15,0-4-52 16,0 1 0-16,0-2 10 15,2 0-8-15,-1-3 8 16,-1 0-10-16,-1-2 19 16,0-1-7-16,-1-3-12 15,-3 1 0-15,-1-2 22 16,-1 0-14-16,-2-4 15 16,2 0-23-16,-2-2 23 15,1-4-4-15,-1-2-19 16,0 0 0-16,-2 0 26 0,0 0-25 15,0-4 7 1,0 0-8-16,1 0 9 0,4 0-45 16,1 0 32-16,6 0-110 15,-1-10-84-15,5 2-361 16,2-1-860-16</inkml:trace>
  <inkml:trace contextRef="#ctx0" brushRef="#br0" timeOffset="61539.96">26390 14988 1222 0,'0'0'580'15,"0"0"-422"-15,0 0-28 16,0 0-16-16,0 0-89 15,0 0-3-15,0 0-7 16,-77 9-15-16,50 7-18 16,0 0 17-16,2 2-110 15,-4-4-75-15,10-6-203 16,3-4-895-16</inkml:trace>
  <inkml:trace contextRef="#ctx0" brushRef="#br0" timeOffset="61749.23">26272 15033 988 0,'0'0'829'0,"0"0"-733"16,0 0-96-16,0 0 0 0,0 0-2 15,0 0 2 1,-113 62-176-16,93-45-415 0</inkml:trace>
  <inkml:trace contextRef="#ctx0" brushRef="#br0" timeOffset="121804.19">20583 9997 935 0,'0'0'271'0,"0"0"9"16,0 0-64-16,0 0-71 0,0 0 27 15,0 0-98-15,17-15-19 16,-17 13-7-16,0 2-46 15,0 0 89-15,0 0-37 16,0 0-13-16,0 0 91 16,0 0-45-16,0 0 5 15,0 0 0-15,0-2-62 16,0 0 70-16,0-4-95 16,0-2 11-16,4-1-11 15,0 0-5-15,3 1 0 0,-3 2-2 16,0 2 14-16,-4 0-10 15,2 4-2-15,-2 0 0 16,0 0-6-16,0 0 7 16,0 0-1-16,0 0 0 15,0 0 27-15,0 0-19 16,0 0-8-16,-10 0 0 16,-8 0-9-16,-6 0 9 15,-5 0 0-15,-7 12 0 16,0 4 15-16,-2 4-14 15,0 2-1-15,1 6 0 16,-2 0-12-16,8 2 13 16,4-2-1-16,5-2 0 15,6-4 18-15,6-1-11 16,5-3-7-16,5-3 0 0,0-2-1 16,2-1 1-16,18-5 0 15,5-3-6-15,8-4 27 16,3 0-42-16,4-5 21 15,-2-13-52-15,-1-7 51 16,0 0-59-16,-4-6 25 16,-4-1 5-16,-5 0-70 15,-1-1 90-15,-7 6-32 16,-6 3 42-16,-3 8 3 16,-5 8 40-16,-2 4 29 15,0 2-29-15,0 2-22 16,0 0 21-16,-4 18-42 15,-5 13 0-15,1 6 30 16,5 7-21-16,3-1 10 16,0-3-19-16,20-8 12 0,9-6-6 15,6-10-6-15,19-16-83 16,-7 0-144-16,-9 0-814 0</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4-11-04T03:25:10.814"/>
    </inkml:context>
    <inkml:brush xml:id="br0">
      <inkml:brushProperty name="width" value="0.05292" units="cm"/>
      <inkml:brushProperty name="height" value="0.05292" units="cm"/>
      <inkml:brushProperty name="color" value="#FFFFFF"/>
    </inkml:brush>
    <inkml:brush xml:id="br1">
      <inkml:brushProperty name="width" value="0.05292" units="cm"/>
      <inkml:brushProperty name="height" value="0.05292" units="cm"/>
      <inkml:brushProperty name="color" value="#FF0000"/>
    </inkml:brush>
  </inkml:definitions>
  <inkml:trace contextRef="#ctx0" brushRef="#br0">21587 1155 603 0,'0'0'85'0,"0"0"-65"0,0 0-19 0,0 0 152 0,0 0 181 16,0 0-125-16,13 4-99 15,-11-4-4-15,-2 0 26 16,4 0-7-16,-4 0 16 16,0 0 3-16,0 0 8 15,0 0-19-15,0 0-39 0,0 0-22 16,0 0-13-1,0 0-2-15,0 0-5 0,0 0-10 16,0 0-5-16,0 0 0 16,0 0 1-16,0 0-16 15,0 0-5-15,0 0 1 16,0 0-18-16,0 0 15 16,0 0-13-16,0 0-2 15,0 0 0-15,0 0-10 16,0 4 3-16,0 2 7 15,0 2 2-15,0 2 4 16,2 0-6-16,-2 2 6 16,2 0 9-16,-2 0-15 0,2-2 1 15,0 2 8-15,0 0-8 16,-2-2 8-16,2 2 0 16,1-2-8-16,-1 0 11 15,-2 0-10-15,2 0 7 16,-2-2-3-16,0 2-5 15,2-2 9-15,-2 2-10 0,0 1 0 16,0-2 0-16,0 1 1 0,2 0-1 16,-2 1 6-1,0 0-5-15,2 1 6 0,-2 2-7 16,0-1 1-16,3-1-1 16,0-2-1-16,-3 1 1 15,2 0 8-15,0-1-8 16,-2 0 1-16,2 2 0 15,-2-2 6-15,0 0-6 16,0-2 9 0,0 2-9-16,0 0-1 0,0 0 6 15,0 0 1-15,0 0 1 16,2 0-8-16,-2 0 0 0,0 2-9 16,0 0 9-16,0 0 10 15,0 0-10-15,0-2 0 16,0 2-2-16,0 0 2 15,0 0-1-15,0 2-5 16,0-2 6-16,0-2 0 16,0 3 6-16,0-2-6 15,0 1 0-15,0 1 0 16,0 1 0-16,0-1-4 16,0 1 4-16,0 3 7 15,0-3-7-15,0-2-1 16,0-1 1-16,0 2-1 15,0-3 0-15,0 2 1 0,0-2 0 16,0 4 0-16,0-2 7 16,0 2-7-16,0 0 0 15,0 0-1-15,0 0 1 16,0 0-1-16,0 0 1 16,0 0 0-16,0 0 0 15,0 0 0-15,-4-2 1 16,2 2-1-16,2 0 0 15,0 1-1-15,0-5 1 16,0-1 0-16,0 1 0 16,0-2 0-16,0 2 0 15,0 1 1-15,0-1 2 16,-2 2-2-16,-4-1-1 0,4 3 0 31,0 1 0-31,0-1-1 0,2-2 9 16,0 0-13-16,0 2 5 0,0-4-1 15,0 2-4 1,0 0 5-16,0 0 2 16,0 0 4-16,0 0-6 0,0 0 0 15,0 0-1-15,0 0 1 16,0 0-6-16,0 0 6 16,0 2 1-16,0-2 0 0,0 0 0 15,0 2 0 1,0-2-1-16,0-2 5 0,0 3-5 15,0-4 6-15,0 1-6 16,0 0-5-16,0 2 4 16,0-2 1-16,0 1 0 15,0-1 8-15,0 0-7 16,0-1-2-16,0 4 0 16,0-3 0-16,0 2 2 15,0-2-2-15,0-2-1 16,0 2 2-16,0-2-1 15,0 2-4-15,0 0 4 16,0 0 1-16,0 0 0 0,0 2 6 31,0 0-6-31,0 0 0 0,0 0-1 0,0 0 1 16,0 0-1-16,0 0 0 16,0 0 1-16,0 0 0 15,2 0 0-15,-2 2 1 16,2 0 5-16,0-2-6 15,-2 1-7-15,3-2 7 16,0 0 2-16,-3 0-2 16,0 0 2-16,0 0 4 15,0 0-5-15,0-1-1 16,0-2-5-16,0 2 4 16,0 0 1-16,0-2 0 0,0 0 0 15,0 2-1 1,0-2 1-16,0 0 0 0,0 2 0 15,0 0-1-15,0 0 1 32,0 0 1-32,0-2 0 0,0 2 0 0,0-4-1 31,0 2 0-31,0 0 0 16,0 0 0-16,0 2-1 15,0-4 0-15,0 2 1 16,0 0-1-16,0-2 1 15,0 0 1-15,0 0 0 16,0 0 0-16,0-2-1 0,0 2 1 16,0 0 0-16,0 0-1 15,0 2 0-15,2 0 1 16,-2 0-2-16,0 0-3 16,2 2 4-16,-2-2 1 15,0 2-1-15,2 1 1 16,-2-1 1-16,0-1-2 15,0 4-1-15,0-2 1 16,0 2 0-16,2 0 0 16,-2 4 0-16,3-3 1 15,-3-2 3-15,2 0-4 16,-2-4-6-16,2-2 6 16,-2 0 0-16,2-4 0 0,-2-2 1 15,0 2-1-15,2-2 0 16,-2 0 0-16,0 0-1 15,0 0-45-15,2 0-59 16,-2-10-247-16,2-9-582 0</inkml:trace>
  <inkml:trace contextRef="#ctx0" brushRef="#br0" timeOffset="3103.85">20558 1831 446 0,'0'0'95'0,"0"0"601"0,0 0-389 15,0 0-136-15,0 0-40 16,0 0 35-16,0 0 1 16,28 2-26-16,-16-8-32 15,1-2-30-15,3 2-14 16,-1-2-32-16,4 1-5 16,-2 1-1-16,1 2-9 15,0 0-6-15,2 0 1 16,0 0-4-16,0 2-1 15,4 2-7-15,-1-1 10 16,1 1-11-16,3-4 6 16,0-1-5-16,-1 1 7 15,1-1-8-15,2 1 0 0,-4-1 1 16,-1 1 0 0,1 0-1-16,-3 0-4 0,2 3 4 15,-1 1 6-15,-1-3-6 16,0 3 0-16,3 0 0 15,-1-4 0-15,3 4 0 16,2-4-1-16,3 0-7 16,1 2 7-16,2-2-3 15,1 0 4-15,-1 2 1 16,1 2-1-16,0-2 1 16,-4 2-1-16,-1 0-1 0,-2 0 1 15,-3 0 0-15,0 0 1 16,1 0-1-16,0 0 0 15,0 0 0-15,2 0-6 16,0 0 6-16,2 0 3 16,3 0 4-16,-3 0-7 15,-2 0 0-15,0 0 0 16,-2 0 8-16,0 0 4 16,-2 0-5-16,4-2-6 15,1 0 0-15,-1 2 19 16,0-2-19-16,2 0 7 15,-2 2 8-15,2 0-7 0,-2-2 8 16,2 2-2-16,0-2-6 16,3 0 4-16,-1 0-12 15,2 0 9-15,2 2-1 16,-4 0 0-16,3 0-3 16,-1 0 7-16,-1 0-4 15,-1 0 0-15,0 0-8 16,3 0 10-16,-3 0-5 15,4 0-6-15,-2 0 0 16,1-2 8-16,1 2-8 16,-1 0 12-16,2 0-3 15,0 0 2-15,0 0-4 16,-1 0-6-16,2 0 5 0,-1 0-5 16,-5 0 0-16,0 0-1 15,1 0 8-15,-3 0 2 16,0 0-4-16,2-2-6 15,-1 0 12-15,1 0-5 16,2 2 11-16,-1 0 0 16,0 0 5-16,-3 0-22 15,3 0 7-15,-1 0-7 16,0 0 7-16,-2 0-8 16,1 0 0-16,-1 0 0 15,-2 0 1-15,2 0-1 16,0 0 0-16,-2 0 1 15,2 0 1-15,-2 0-2 0,-2 0 0 16,-1 0 0-16,-1 0 1 16,2 0-2-16,0 0 2 15,2 0 0-15,-3 0 6 16,1-2-7-16,-3 0 0 16,1 2 6-16,-1-2-5 15,1 2-1-15,4-2 0 16,7 0 0-16,6-2 0 15,9 0 8-15,12 0-2 16,3 2 6-16,11 0 6 16,2 0 0-16,4 2-8 15,2 0-8-15,-1 0 5 0,-2 0-7 16,1 0-6-16,-3 0 6 16,0 0 0-16,-4 2 1 15,-2 2 0-15,-5 2-1 16,-7 0 11-16,-8 0-11 15,-8 0-2-15,-9-2-2 16,-9 0 4-16,-8-2 0 16,-2 0 0-16,-5 0 1 15,-2-2-1-15,1 0 0 16,-4 0 0-16,6 0 1 16,-1 0-1-16,0 0 1 15,3 0-2-15,-1 0 1 16,1 0 0-16,3 0 0 0,-4 0-1 15,1 0 0-15,3 0 0 16,2 0 1-16,3 0 0 16,2 0 0-1,3 0 0-15,0 0 0 16,5 0 1-16,0 0-1 16,6 0 0-16,0 0 0 15,5 0 1-15,1 0-1 0,1 0 1 16,2 2-1-16,0 2 1 15,2 0-1-15,2 0-1 16,1 0 0-16,-2 0 1 0,-2 2 1 16,0 0-1-16,-2 2 1 15,-1 0-1-15,1-1 0 16,-2-2 0-16,-2 1 0 16,1-4 6-16,-3 3-6 15,1-5-5-15,-1 0 5 16,0 0 0-16,-1 0 0 15,1 0 0-15,-2 0 0 16,3 0 0-16,1 0 1 16,-1 0-1-16,-1 0 1 15,-3 0-1-15,4 0 1 16,-1 0 0-16,0 0-1 0,6 0 0 16,-2 0 0-16,3 0 1 15,1 1-1-15,0 3 1 16,-2 2-1-16,0-2-7 15,4 0 7-15,-1-1 0 16,0 0 5-16,2 1-5 16,-1-1 0-16,2-2 1 15,-2-1-1-15,0 3-1 16,2 1 1-16,-4-3-1 16,2 2 1-16,2 0 0 15,-2 0-1-15,4 1 2 16,2 0 4-16,0 0-5 15,3 2 0-15,1-1 5 16,0 4-4-16,1-4-1 16,1 2 0-16,1 1-1 0,-1-1 1 15,-1 2 0-15,-1 0 0 16,-2 0 9-16,0-1-8 16,1-2-1-16,1 0 4 15,0 0-3-15,-1 0-2 16,-1 0 1-16,-2-2 0 15,-4-2 0-15,-4 0 9 16,0-2-15-16,-3 2 8 16,-3-2-2-16,0 2 4 15,1-2-4-15,-3 2-7 16,-3-2 7-16,-2 0 6 16,-5 0-5-16,-8 0-1 15,-4 0-1-15,-6 0 1 0,-8 0 1 16,1 0-1-16,-3 0 3 15,2 0 3-15,4-4-5 16,1-2 0-16,3 2 6 16,-1-2-6-16,0 0-1 15,0-2 0-15,-2 2 3 16,1 0-2-16,-3 2-2 16,-3 0 1-16,-4 0-1 15,0 1-10-15,-2 3-26 16,-33 0-38-16,-13 0-133 15,-14 0-520-15</inkml:trace>
  <inkml:trace contextRef="#ctx0" brushRef="#br0" timeOffset="5343.34">20561 2837 616 0,'0'0'137'0,"0"0"442"0,0 0-318 15,0 0-141-15,0 0 5 0,0 0-5 16,129-2 5 0,-96-4-22-16,5 0-32 0,-1 2-22 15,6 0-3-15,-1 2-36 16,3 0 5-16,1 0-5 16,2 2-9-1,0-2 9-15,6-2-9 0,0 2 6 16,1-4-6-16,3 2 0 15,0-2 13-15,4 0-4 16,3 2-10-16,-1-2 1 16,2 0 11-16,-2 2 0 0,1 0-11 15,-1 0-1-15,1-2 1 16,-1 0 8-16,-2 0-8 16,3 0 8-16,-3-2 27 15,1 0 19-15,1 2-7 16,1-2-31-16,-1 2-3 15,2 0-14-15,-2 0 0 16,-1 0 1-16,1 2 0 16,1-1 6-1,-1 2 8-15,3 1-13 16,-3-2 30-16,3 0-3 16,1-1-19-16,1 4 7 0,-1-3-11 15,3 0 0-15,1-1 1 0,-3 1-7 16,-2 3 17-16,0-2 20 15,-5 2-17-15,0-1-1 16,-2 0-7-16,1 0 10 16,-1-1-14-16,2 2 8 15,3-2-5-15,2 3-4 16,2-1-1-16,0-2 2 16,4 0-8-16,1-1 6 15,6-3 2-15,3 2-8 16,4-4-1-16,4 4 1 0,3-5 0 15,4 2 0-15,18-3 8 32,-10 4 3-32,6-2 4 0,0 4-14 0,-14-2 11 15,12 3 0-15,0 2-10 16,-4 0-4-16,4 2-2 16,-3 0 4-16,2 0 5 15,-4 0-5-15,0 0-1 16,-7 0 0-16,-7 0 1 15,-6 8-6-15,-8 2 5 16,-6 1 1-16,-3-2 0 16,-8 1 0-16,-3 0 0 15,-3-2 8-15,0 0-8 0,0 1 0 16,-2-4 1 0,2 0-1-16,0-1 1 0,2 0 10 15,4 0-10-15,2-3 0 16,5 2 0-16,2-1 6 15,7-2-5-15,-1 0 7 16,6 2 3-16,-6-2-11 16,2 2 7-16,-7-2 3 15,-3 1-11-15,2 2 9 16,1-2-9-16,1-1 0 16,4 0 3-16,6 0-3 15,4 0 0-15,4 0 5 0,-1 0-5 16,1 0 0-16,-2 0-1 15,-4 0 1-15,-5 0 1 16,0 0 0-16,2 0-1 16,2 0 1-1,5 0-1-15,3 0 0 0,3 0 0 16,3 0 0-16,-3 0 2 16,1 0-1-16,-3 0-1 15,-6 0 6-15,-3 0-6 16,-6 0 0-1,-5 0 0-15,-6 0 0 0,-3 0 11 16,-6 0-10-16,-4 0 17 16,-6 0-7-16,-3 0-5 0,-3 0-6 15,0-5 6-15,-4-1-6 16,0-2 13-16,-3 0 1 16,0-1-5-16,-4 1 19 15,5 1-17-15,-1-1 17 16,7-1-22-16,7 1-6 15,11 0 2-15,11-2 7 16,6 2-9-16,6 1 0 16,-6 0 0-16,-5 3 0 15,-15 0 6-15,-12 2-4 16,-14 2 4-16,-12-1-6 16,-10 1 0-16,-7 0-24 15,0 0-45-15,-40 0-60 16,-7 0-439-16,-8-5-430 0</inkml:trace>
  <inkml:trace contextRef="#ctx0" brushRef="#br0" timeOffset="6470.62">20681 1006 371 0,'0'0'100'0,"0"0"1202"0,0 0-731 16,0 0-309-16,0 0-92 16,0 0-41-16,0 0-37 15,6-22-21-15,5 21-15 16,3 1-38-16,3 0-17 16,6 0 7-16,2 5-8 15,-2 15-1-15,-2 10 1 16,-7 9 6-16,-10 5 24 0,-4 2-21 15,0 2 8 1,0 0 5-16,-7-4-13 0,-2-6-8 16,7-7 5-16,0-9-6 15,2-12 0-15,0-9 8 16,0-1-7-16,0-4 16 16,6-21-17-16,8-12-54 15,1-11-22-15,5-8-51 16,5-6-110-16,-3 2-48 15,-2 8 98-15,-5 11 122 16,-5 15 65-16,-10 16 96 16,0 10 71-16,-12 0-55 15,-9 22 30-15,-2 13 7 0,7 4-44 16,9 5-23-16,7 3-51 16,12-3 1-16,26-4-11 15,10-6-21-15,6-8-11 16,17-2-35-16,-13-6-146 15,-15-10-458-15</inkml:trace>
  <inkml:trace contextRef="#ctx0" brushRef="#br0" timeOffset="7473.49">20409 2464 360 0,'0'0'163'0,"0"0"755"0,0 0-536 15,0 0-116-15,0 0 39 16,0 0-38-16,0 0-118 15,35-32-28-15,-3 8-47 16,1-4-49-16,2-4-23 16,-1-4-2-16,-5-5-3 0,-4 0-24 15,-10-1-2-15,-4 3-17 16,-6 3 3-16,-5 8 11 16,0 6 26-16,0 8 6 15,0 8 13-15,-5 6-4 16,-1 0-9-16,1 20-4 15,-2 14 4-15,3 13 18 16,-3 11 18-16,5 7-5 16,0 10-7-16,0 1-10 15,2-2-2-15,0-3-3 16,0-6-2-16,-2-8 4 16,-1-9-5-16,-4-8 1 0,-2-10-1 15,-7-10-6-15,-5-8 13 16,-6-10 5-16,0-2-12 15,-2-4 0-15,4-18-5 16,6-4 8-16,7-4-2 16,10-2-6-16,2 0-1 15,12 0 0-15,19 0-6 16,9-3 5-16,4 2-8 16,5 0-45-16,1 1-90 15,2-8-218-15,-9 8-253 16,-11 4-574-16</inkml:trace>
  <inkml:trace contextRef="#ctx0" brushRef="#br0" timeOffset="7645.87">20854 1919 492 0,'0'0'1090'0,"0"0"-467"16,0 0-378-16,0 0-148 0,0 0-69 15,0 0 23-15,0 0 71 16,-29 108-62-16,14-50-39 16,-1 2-21-16,9 12-157 15,3-15-318-15,4-15-488 0</inkml:trace>
  <inkml:trace contextRef="#ctx0" brushRef="#br0" timeOffset="7880.7">20993 2149 638 0,'0'0'251'16,"0"0"324"-16,0 0-309 15,0 0-155-15,0 0 42 16,0 0 39-16,-110 135-15 15,108-85-16-15,2 4-57 0,0-4-59 16,16-2-38-16,10-8-7 16,19-3-170-1,-7-13-219-15,-5-10-410 0</inkml:trace>
  <inkml:trace contextRef="#ctx0" brushRef="#br0" timeOffset="8271.92">21053 2312 375 0,'0'0'171'0,"0"0"813"15,0 0-691-15,0 0-173 16,0 0 34-16,0 0-23 0,0 0-14 16,86 32 48-16,-86 6-48 15,0 6 3-15,0 0-34 16,-9-4-36-16,3-9-15 15,2-9-33-15,4-11-1 16,0-11 12-16,0 0 10 16,0-10-23-16,4-17-2 15,7-12-153-15,0-5-17 16,0-2 13-16,0 4 67 16,-1 12 71-16,-4 10 21 15,-2 16 103-15,-4 4-65 16,3 18 30-16,-1 12 76 15,2 6-63-15,8-2-45 0,3-4-29 16,3-6 4-16,4-7-11 16,0-8-75-16,-1-9-105 15,-6-2-150-15,-8-16-386 0</inkml:trace>
  <inkml:trace contextRef="#ctx0" brushRef="#br0" timeOffset="8413.2">21355 2148 1071 0,'0'0'1170'0,"0"0"-923"0,0 0-15 16,0 0-118-16,52 122-43 15,-52-68-26-15,0 6-37 0,-13 26-8 16,-12-14-318-16,0-13-699 0</inkml:trace>
  <inkml:trace contextRef="#ctx0" brushRef="#br0" timeOffset="9566.04">20382 3565 581 0,'0'0'169'0,"0"0"823"0,0 0-412 0,0 0-300 16,0 0-16-16,0 0-115 0,0 0-70 15,0-10-10 1,33-10-37-16,3-6-5 0,2-4-27 15,0-6 0-15,-2-2-20 16,-7-4-10-16,-8 3-13 16,-5 3-2-16,-5 4-1 15,-9 10 13-15,0 6 21 16,-2 12 0-16,0 4 12 16,0 6-18-16,-2 28 3 15,-6 17 15-15,-1 13 24 16,-1 14 13-16,4 8 6 15,-3 4-8-15,3 3-7 16,-4-9-5-16,-1-6-16 16,1-10 7-16,-9-16-5 0,2-12 0 15,-5-14-2-15,-1-12 8 16,1-14 32-16,2 0-16 16,6-22-10-16,8-14-21 15,6-8-7-15,2-4-11 16,25-4-18-16,10-2-18 15,11-1-9-15,4 4-30 16,2-2-80-16,0 3-30 16,-3-2-43-16,-6 2 19 15,-6-2 55-15,-2 4 106 16,-13 1 66-16,-6 7 34 16,-10 7 100-16,-5 6 82 15,-3 9 20-15,0 8-24 0,-11 10-81 16,-7 0-100-16,-2 24-29 15,0 14 13-15,2 13 13 16,9 9 2-16,5 4-10 16,4 0-10-16,4-6-10 15,21-10-22-15,8-7-81 16,2-13-88-16,13-20-123 16,-13-8-256-16,-10 0-907 0</inkml:trace>
  <inkml:trace contextRef="#ctx0" brushRef="#br0" timeOffset="9895.45">20959 3389 550 0,'0'0'1371'0,"0"0"-1067"0,0 0-199 0,0 0-69 0,0 0-17 0,0 0 23 16,0 0 47-16,82 82 3 15,-75-42-10-15,-4 4 2 16,-3-4 2-1,0-4-11-15,0-8-38 0,-3-7-20 16,0-13-4-16,1-8 1 16,2 0-1-16,0-22-13 15,0-15-170-15,2-7-41 0,8-4-59 16,-3 2-48-16,-1 8 90 16,-2 10 228-16,-2 16 200 15,1 12 69-15,-1 0-158 16,3 18 15-16,6 8-10 15,4 2-53-15,5-2-39 16,7-6-24-16,2-4-18 16,0-14-188-16,-4-2-168 15,-12 0-539-15</inkml:trace>
  <inkml:trace contextRef="#ctx0" brushRef="#br0" timeOffset="10067.9">21262 3274 232 0,'0'0'1752'16,"0"0"-1402"-16,0 0-182 0,0 0-39 16,0 0-2-16,51 140-30 15,-51-85-43-15,-4 1-42 16,-19 14-12-16,6-14-231 16,3-16-424-16</inkml:trace>
  <inkml:trace contextRef="#ctx0" brushRef="#br0" timeOffset="10599.49">21645 3291 494 0,'0'0'82'0,"0"0"-82"0,0 0 16 0,0 0 679 16,0 0-174-16,0 0-296 15,0 0 24-15,-8 7 15 16,8-7-17-16,0 0-103 16,0 4-62-16,0 7-42 15,0 8-31-15,0 12 2 16,-3 11 37-16,-4 12 13 0,3 10 2 16,-1 6-7-16,5 6-22 15,0 3-21-15,0-2-13 16,9-2-17-16,22 3-102 15,-2-18-397-15,-2-21-1054 0</inkml:trace>
  <inkml:trace contextRef="#ctx0" brushRef="#br0" timeOffset="11996.01">22207 1243 593 0,'0'0'0'0,"0"0"0"0,0 0 140 0,0 0 382 16,0 0-166-16,0 0-41 15,0 0-12-15,6-44-20 16,-6 40-73-16,0-2-64 16,-2 2-82-16,-5 0-37 15,1 4-12-15,0 0-4 16,-6 0-10-16,-1 2 11 0,-5 18-3 16,-2 4 17-16,0 10 17 31,6 6-12-31,7 0 4 15,7 0-19-15,0-1-1 0,16-10 0 16,16-7-4-16,7-5 11 16,11-13-21-16,3-4 0 0,0-4-1 15,-5-21-23-15,-6-4-1 16,-11-6 23-16,-11-6-16 0,-13-4-2 16,-7 1-4-1,-3 0 14-15,-21 8 8 0,-10 8-13 16,-5 10-17-16,-17 16-84 15,8 2-359-15,9 0-539 0</inkml:trace>
  <inkml:trace contextRef="#ctx0" brushRef="#br0" timeOffset="13268.39">30254 1614 499 0,'0'0'1453'0,"0"0"-1079"0,0 0-143 16,0 0-23-16,0 0-58 15,0 0-79-15,0 0-20 0,72-70-22 16,-45 36-17-16,2-5-12 16,2-1 0-16,-3-2-9 15,1 2-9-15,-6 8 9 16,-5 6 9-16,-7 10 6 16,-5 8 6-16,-6 8 12 15,0 0-12-15,0 10-12 16,-4 18 16-16,-9 10 13 15,-1 6-23-15,5 3-6 16,3-1-5-16,6-5-34 16,0 4-106-16,15-13-316 15,5-14-280-15</inkml:trace>
  <inkml:trace contextRef="#ctx0" brushRef="#br0" timeOffset="13732.49">30742 1261 1220 0,'0'0'1247'16,"0"0"-1061"-16,0 0-114 15,0 0 55-15,0 0-29 16,-42 104-35-16,42-71-24 16,0-4-24-16,13-4 3 15,5-7-17-15,-3-8 5 16,2-10-6-16,-9 0-12 15,1-9 6-15,-2-14-29 0,0-12-40 16,1-5-3-16,6 0-19 16,6 4 60-16,7 6 36 15,2 8 1-15,4 10 6 0,-2 10 0 16,-4 2 30-16,-4 10 4 16,-8 16 24-16,-6 6-14 15,-4 6 41-15,-5 5-34 16,0-3 18-16,0-4-23 15,8-7-29-15,10-4 5 16,8-14-11-16,11-8-16 0,3-3 23 16,2-14-24-16,-2-20-1 15,-6-11-6-15,-13-3-5 16,-5-4 4-16,-11 4-2 16,-5 8-1-16,-2 14 10 15,-38 24-47-15,1 2-104 16,-1 12-527-16</inkml:trace>
  <inkml:trace contextRef="#ctx0" brushRef="#br0" timeOffset="14407.8">30644 1874 538 0,'0'0'59'0,"0"0"-46"15,0 0 1110-15,0 0-757 16,0 0-163-16,0 0-13 16,0 0-11-16,0 3-56 15,0-2-18-15,0 4-36 16,13-1-44-16,14 0 30 0,10 0 14 15,11-4-15-15,14 0 2 16,13 0-41-16,8-12 0 16,2-4-15-16,0 0-15 15,2-2-65-15,-22 5-189 16,-19 3-582-16</inkml:trace>
  <inkml:trace contextRef="#ctx0" brushRef="#br0" timeOffset="15397.34">26258 1081 534 0,'0'0'16'0,"0"0"1255"0,0 0-772 0,0 0-281 16,0 0 9-16,0 0-50 15,0 0-76-15,13-62-63 16,-45 77-5-16,-10 10-27 15,-7 4 17-15,-7 4-1 16,-2 1-22-16,5-2 18 16,4-6-17-16,9-4 1 15,15-6-3-15,9-8 1 16,14-6 0-16,2 0-6 16,12-2-9-16,21 0 3 15,21 0 12-15,13 0 0 16,14 0 0-16,11 0 0 15,-1-4-7-15,-4-6-28 0,-13 4-56 16,-14 2-173-16,-15 4-114 16,-20 0-311-16,-17 0-800 0</inkml:trace>
  <inkml:trace contextRef="#ctx0" brushRef="#br0" timeOffset="15601.5">26360 1083 929 0,'0'0'646'0,"0"0"153"16,0 0-524-16,0 0-81 15,0 0-85-15,0 0-56 0,0 0 6 16,0 0-12 0,-85 110-11-16,68-66-17 0,1 0-18 15,5-2-1-15,1-6-23 16,6-8-40-16,4-6-138 15,0-8-141-15,14-6-200 16,3-8-394-16</inkml:trace>
  <inkml:trace contextRef="#ctx0" brushRef="#br0" timeOffset="15867.22">26572 1123 497 0,'0'0'1597'0,"0"0"-1268"15,0 0-194-15,0 0 11 16,0 0-17-16,0 0-64 16,0 0-50-16,33 34 33 15,-10 2-13-15,0 6-1 16,2 2-9-16,-2-4-4 16,-8-1-9-16,-6-10-6 15,-4-4-4-15,-5-11 3 16,0-9-5-16,-3-5-34 15,-17 0-50-15,-18-28-183 16,3-8-393-16,-1-6-927 0</inkml:trace>
  <inkml:trace contextRef="#ctx0" brushRef="#br0" timeOffset="16009.03">26572 1123 1139 0,'-10'-107'948'0,"39"97"-407"15,12-2-362-15,12-2-50 16,5 0-45-16,2 2-35 15,-4 2-49-15,-7 10-12 16,-13 0-332-16,-19 0-815 0</inkml:trace>
  <inkml:trace contextRef="#ctx0" brushRef="#br0" timeOffset="16903.5">26071 1991 466 0,'0'0'14'0,"0"0"1331"0,0 0-980 16,0 0-208-16,0 0-34 16,0 0-4-16,0 0 30 15,-14-52-37-15,-1 52-63 16,-6 20 2-16,-1 12 33 15,-1 8-11-15,6 8-4 0,8 4-27 16,9 1-8-16,0-3-10 16,20-8-15-16,17-8 14 15,15-10-7 1,10-14-7-16,3-10-5 0,-3-2-4 16,-6-26-23-16,-14-10-21 15,-15-8-16-15,-15-4-7 16,-12 0-10-16,-14 1 4 15,-20 11 3-15,-10 10-102 16,-22 24-4-16,7 4-178 16,12 0-503-16</inkml:trace>
  <inkml:trace contextRef="#ctx0" brushRef="#br0" timeOffset="99696.09">27752 2276 1324 0,'0'0'354'0,"0"0"-193"16,0 0-148-16,0 0 15 0,0 0 89 16,0 0 152-1,0 0-131-15,0 0 31 0,0 0 15 16,0 0-49-16,0 0-34 16,0 0-49-16,0 0-19 15,0 0 28-15,0 0-22 16,0 0 14-16,0 0-16 15,7-2 13-15,7-2 26 16,8 0-46 0,9-2-2-16,11 2 9 0,7 0-36 15,4 0 4-15,6 4 1 16,1 0-5-16,0 0-2 16,0 0-70-16,15 0-41 15,-12 0-71-15,-12 0-493 0</inkml:trace>
  <inkml:trace contextRef="#ctx0" brushRef="#br0" timeOffset="100119.52">28145 1987 2143 0,'0'0'883'0,"0"0"-778"0,0 0-54 0,0 0 78 16,0 0-64-16,0 0-46 15,0 0-19-15,-21 100 0 16,17-42 9-16,-5 9-9 15,-3 3-60-15,-7 10-84 16,-1-18-395-16,2-14-1233 0</inkml:trace>
  <inkml:trace contextRef="#ctx0" brushRef="#br0" timeOffset="101372.49">23459 2276 454 0,'0'0'1819'0,"0"0"-1229"16,0 0-404-16,0 0-9 16,0 0-57-16,0 0-36 15,0 0 1-15,56-10-29 16,-1 1-17-16,19 1-6 16,13-2-8-16,1 2-8 15,-1 3-17-15,-6 0-45 0,6 5-42 16,-20 0-131-16,-16 3-440 15</inkml:trace>
  <inkml:trace contextRef="#ctx0" brushRef="#br0" timeOffset="103662.16">22632 3202 1152 0,'0'0'389'0,"0"0"-114"0,0 0-18 0,0 0 11 16,0 0-87-16,0 0-17 16,0 0-40-16,-2-44-42 15,-2 40-7-15,2 2 7 16,2 0-30-16,0 0-4 15,0 2-1-15,0 0-28 16,0 0-7-16,0 0-1 16,0 0-11-16,0 0 0 15,0 0 0-15,0 0 0 16,0 0 0-16,10 6 0 0,9 6 7 16,2 2-6-1,8 2-1-15,3 0 4 0,1 0 2 16,5 0-6-16,0 2 9 15,0-2-7 1,-1 2-1-16,1 2-1 0,1 1 0 16,-2 1-2-16,1 1 7 15,0 4-13-15,-2-1 8 0,2 0-7 16,-3 2 7 0,1-2 1-16,1 0 0 0,2-2-2 15,1 0 2-15,0-2 4 16,3-2-4-16,-4 0 0 15,1-4 7-15,2 1-8 16,-1-6 0-16,-1 0-1 16,-3-1 3-16,2-2-2 15,-6 2 5-15,1-2-4 16,-1 2 4-16,-2 0-5 16,0-1 0-16,-4 0-1 15,0 0-15-15,-3 2 16 16,-2-1 0-16,1 0 0 15,-4 0-1-15,0-2-4 0,-1 0 5 16,-1-2 6-16,-1-2-6 16,-1-2 0-16,-1-2 0 15,-3 2-56-15,0-2-49 16,-4 0-197-16,-2 0-417 0</inkml:trace>
  <inkml:trace contextRef="#ctx0" brushRef="#br0" timeOffset="104373.87">23786 3950 456 0,'0'0'931'0,"0"0"-613"0,0 0-23 16,0 0-4-16,0 0-34 16,0 0-22-16,0 0-78 15,0-10-69-15,0 8-12 16,4-2-28-16,10 0-12 15,3-2-4-15,6 2-32 16,2 2 14-16,4 0-5 16,0 2-2-16,2 0 5 15,2 0-12-15,-1 2 0 16,-1 8 0-16,2 0-10 16,0 0 10-16,1 2 0 0,1-2-2 15,0 0 2-15,-4-2-17 16,0-2 1-16,-2-2-10 15,-3-4-11-15,1 0-52 16,2 0-172-16,-7-10-240 16,-9-4-447-16</inkml:trace>
  <inkml:trace contextRef="#ctx0" brushRef="#br0" timeOffset="104597.72">24417 3521 428 0,'0'0'1958'0,"0"0"-1589"16,0 0-227-16,0 0-30 16,0 0-39-16,0 0-38 15,0 0 4-15,-4 108 4 16,2-42-5-16,-14 9-38 15,-2 3-13-15,-18 24-59 16,7-22-252-16,3-14-737 0</inkml:trace>
  <inkml:trace contextRef="#ctx0" brushRef="#br0" timeOffset="105631.25">27050 4271 2085 0,'0'0'460'0,"0"0"-307"0,0 0 52 0,0 0-78 16,0 0-34-16,0 0-9 16,0 0-51-1,16-16-27-15,18 8 7 0,15-4-7 16,18-6-3-16,28-8-1 15,39-15-1-15,42-13-1 16,22-12 0-16,9-2-19 16,-3 0 19-16,-17 4-33 0,-5 0 0 15,-11 4-2 1,-15 5 35-16,-31 11-6 0,-31 12 6 16,-25 8 0-16,-16 2 0 15,3 0-18-15,2-2 17 16,-4 2 0-16,-14 6 1 15,-11 6 1-15,-11 2-1 16,-10 2-1-16,-3 4 0 16,-5-4-83-16,0 2-237 15,-5-2-518-15</inkml:trace>
  <inkml:trace contextRef="#ctx0" brushRef="#br0" timeOffset="105928.72">29506 3184 2092 0,'0'0'803'16,"0"0"-692"-16,0 0-73 16,0 0 5-16,0 0-24 15,166-38-11-15,-96 38 4 16,-3 0-2-16,-3 6-10 15,-10 8 6 1,-16 6-5-16,-13 4-1 0,-17 8-12 0,-8 6 12 16,-13 10 7-1,-23 5-6-15,-4 3 2 0,-6 0-3 16,-12 16-62-16,8-16-208 16,13-11-524-16</inkml:trace>
  <inkml:trace contextRef="#ctx0" brushRef="#br0" timeOffset="107966.04">25945 3874 1128 0,'0'0'343'0,"0"0"-101"0,0 0-5 0,0 0 26 16,0 0-37-16,0 0-43 15,0 0-7-15,20-52-88 16,-20 46 2-16,0 0-47 15,0 0-3-15,-4 2-8 16,-9 0-32-16,-3 1 0 16,-7 2-1-16,-3 1-3 15,-6 0 4-15,-1 4 0 16,-5 10 1 0,3 0 12-16,2 4-1 15,1 0-4-15,8 4 31 0,3 0-15 0,6 4 9 16,7 2-9-1,-2 2 3-15,8 5 7 0,2-2-8 16,0 2-15 0,0-3 11-16,16-5-21 0,3 0 10 15,8-7-11 1,6-4 7-16,8-2-7 0,3-4-15 0,4-4 8 16,0-4-2-1,2-2-27-15,-4 0-12 0,1 0-30 16,-5-12-15-16,-4-4-61 15,-7-2-105-15,-6-4 86 16,-5-6 42-16,-5-3 45 16,-3-5 54-16,-4-4 32 15,1-4 36-15,1 0 16 16,-4 2 18-16,1 6 22 16,-1 10 24-16,-4 8 55 15,0 10-30-15,-2 6-59 16,0 2-39-16,0 0-13 15,0 12-30-15,0 14 15 16,0 12 43-16,0 8-20 16,0 6 4-16,0 4-17 0,0-2-13 15,0-1 6-15,0-9-18 16,0-8 0-16,0-6 0 16,0-6-31-16,8-8-20 15,-4-4-21-15,0-8-39 16,-1-4-158-16,-1 0-116 15,-2-10-349-15</inkml:trace>
  <inkml:trace contextRef="#ctx0" brushRef="#br0" timeOffset="108170.21">26061 3796 608 0,'0'0'2003'0,"0"0"-1619"0,0 0-274 32,0 0-44-32,143-57-3 0,-70 39-43 0,8 3-17 15,-6 0-3-15,8 4-93 16,-21 2-209-16,-18 1-580 0</inkml:trace>
  <inkml:trace contextRef="#ctx0" brushRef="#br0" timeOffset="109073.8">26142 3427 738 0,'0'0'677'0,"0"0"-361"0,0 0-17 16,0 0-21-16,0 0-56 15,0 0-65-15,-132-36-64 32,98 36-45-32,-4 0-18 15,-4 0-7-15,-3 5 9 0,-3 12 9 0,-1 5-4 16,-2 4 1-1,-1 4-13-15,3 4 3 16,5 4-11-16,6 6 1 16,2 0 9-16,8 7-12 0,3 0-2 0,7 3 16 31,5 3-17-31,3 1 9 16,8 2-6-16,2 0-6 15,0-2-3-15,2-1-6 16,14-5 7-16,2-4 2 15,2-4-7-15,5 0 5 16,4-2 2-16,4-2-7 16,7-1-1-16,7-7 5 15,7-2 3-15,6-8-9 0,7-4-2 16,4-6-7-16,2-4-4 16,-1-2 1-16,-3-2 11 15,-5-2 1-15,-8-2-9 16,-2 0 2-16,-8 0-8 15,-1 0 13-15,-3-8 1 16,0-9-11-16,3-4 11 16,1-8-30-16,2-3 11 15,0-5 19-15,-3-3-17 0,-5-5 6 0,-2 3 10 16,-9-4-2-16,-2-2 2 16,-7-5 4-16,-3-8 7 15,-3-10 16-15,-5-7 14 16,-5-6 18-1,-4-2 16-15,0 1 4 0,-25 1 11 16,-12 2-23-16,-19 6-23 16,-30 0 2-16,-39 5-44 15,-43 19-1-15,-14 26-24 16,3 26-31-16,19 34-56 16,58 10-84-16,15-1-419 0</inkml:trace>
  <inkml:trace contextRef="#ctx0" brushRef="#br0" timeOffset="133702.82">20611 5261 920 0,'0'0'902'0,"0"0"-377"0,0 0-268 0,0 0-5 15,0 0-84 1,0 0-17-16,-17-18-36 0,17 14 8 15,0 3-21 1,0-2-63-16,0 2-2 16,0-6-37-16,0-3-3 15,13-8-10-15,9-10-11 0,3-6-8 16,6-4-1 0,-2-2-13-16,-5 4 8 0,-4 4 11 0,-7 8 5 15,-7 7 14-15,-4 10 8 16,-2 5 8-16,0 2-8 15,0 9-27-15,0 28-37 16,0 35 52-16,-2 42 4 16,-4 37 5-16,6 9 3 15,0-24 0-15,0-35 2 16,0-39-2-16,-4-8 1 0,-5 6-1 16,-4 0 6-1,-7 3 2-15,-11-13-8 16,-11-14 0-1,-5-16 5-15,-3-18-5 0,8-2 0 16,13-38-1-16,21-17 0 16,8-13-11-1,29-8-9-15,21 0 10 16,20 2 10-16,7 4-32 16,4 8-10-16,2 5-44 15,-6 9-176-15,10-2-193 16,-20 12-107-16,-15 10-490 0</inkml:trace>
  <inkml:trace contextRef="#ctx0" brushRef="#br0" timeOffset="134139.7">21728 5213 1943 0,'0'0'558'0,"0"0"-394"15,0 0-95-15,0 0-38 0,-154 35 11 16,105 5 1 0,4 10 2-16,14 6-35 0,13 0-4 15,14-4-3-15,4-8-3 16,15-9-43-16,19-17-70 16,6-17-30-16,2-1 13 15,0-30-103-15,-3-18-77 16,-8-12-58-16,-12-12 23 15,-5-8 82-15,-7-6 263 16,-7 3 243-16,0 9 244 0,0 14-144 0,0 16 38 16,-2 20-29-16,-3 17-173 15,1 7-133-15,-1 21-46 16,-2 27 0-16,3 14-6 16,0 16 12-16,4 8-4 15,0 3 5-15,0-5-7 16,0-6-28-16,4-10-101 15,-4-14-150-15,0-18-257 16,-2-19-369 0</inkml:trace>
  <inkml:trace contextRef="#ctx0" brushRef="#br0" timeOffset="134672.19">21413 5161 1508 0,'0'0'695'0,"0"0"-489"16,158-58-142-16,-73 42-48 15,4 8 44-15,-2 8 62 16,-9 2-34-16,-16 26-62 16,-17 12-26-16,-20 10 1 15,-21 8 17-15,-4 1 4 0,-10-5 26 32,-13-8-32-32,3-14-15 0,5-12-1 15,7-16-10 1,8-4-2-16,0-22-17 15,8-18-260-15,13-6-59 16,2 0 6-16,-1 12 174 16,-5 11 168-16,-5 18 144 15,-7 5-41-15,-5 18 26 16,0 14 27-16,0 8-8 16,0 0-47-16,0 0-40 0,0-8-26 15,4-8-24 1,21-8 14-16,8-14 12 0,7-2-27 15,5-18-10-15,-1-22-60 16,-2-12-31-16,-1-10 7 16,-8-9-33-16,-4-1 12 15,-4 2 58-15,-6 10 47 16,-5 18 82-16,-7 18 149 16,-5 24-66-16,-2 2-165 15,0 38-14-15,0 20 14 16,0 15 25-16,0 8 1 15,-2 6 11-15,2-3-1 16,0-8-17-16,0-10-1 16,0-18-18-16,-3-13-38 15,-8-19-50-15,-23-18-88 0,3-25-120 16,-4-12-784-16</inkml:trace>
  <inkml:trace contextRef="#ctx0" brushRef="#br0" timeOffset="134766.16">22385 5019 2006 0,'0'0'770'0,"0"0"-648"0,0 0-103 15,160-30-19-15,-89 38-1 0,-13 16-198 0,-17 6-555 0</inkml:trace>
  <inkml:trace contextRef="#ctx0" brushRef="#br0" timeOffset="134907.23">22165 5897 2499 0,'0'0'184'0,"0"0"-184"16,0 0-336-16,0 0-521 0</inkml:trace>
  <inkml:trace contextRef="#ctx0" brushRef="#br0" timeOffset="136196.76">23733 5270 492 0,'0'0'46'0,"0"0"959"0,0 0-655 0,0 0-99 15,0 0 18-15,13-115 74 16,-11 85-127-16,-2 4-77 15,0 6-50-15,-10 8-50 16,-24 10-39-16,-15 2-13 16,-14 26 13-16,-12 20-9 15,1 16 8-15,7 13-9 16,14 3 10-16,21-2 8 16,22-4-8-16,10-8-1 15,20-10 0-15,24-12 0 0,14-11-32 16,13-15-12-16,8-14-30 15,-4-2-27-15,-1-18-116 16,-12-14-65-16,-13-9-51 16,-14-4-28-16,-10-4 28 15,-13 5 249-15,-10 4 85 16,-2 8 338-16,0 10 12 16,0 8 17-16,0 6-49 15,0 4-179-15,0 4-106 16,2-2-33-16,25 2-59 15,15-4 55-15,12-2 2 0,6-4-23 16,2 0-11-16,-4-2 5 16,-7-2 31-16,-8 1 4 15,-14 3-4-15,-10 2 8 16,-7 3 71-16,-10 3 27 16,-2 2-30-16,0 0-47 15,0 2-28-15,-2 20-1 16,-10 12 0-16,2 12 6 15,3 10 13-15,2 4-11 16,3 2 4-16,2-4-6 16,0-8-6-16,0-7 0 15,0-13-23-15,0-10-26 16,0-10-96-16,0-10-113 0,-7-18 1 16,-13-12-516-16</inkml:trace>
  <inkml:trace contextRef="#ctx0" brushRef="#br0" timeOffset="136314.12">24035 5252 1132 0,'0'0'1448'0,"0"0"-1083"0,0 0-284 0,117-43-56 0,-51 36-18 16,13 0-7 0,6 3 0-16,2 4-104 0,19 0-205 15,-23 0-270-15,-16 0-290 16</inkml:trace>
  <inkml:trace contextRef="#ctx0" brushRef="#br0" timeOffset="136698.43">24912 5081 1590 0,'0'0'396'16,"0"0"-206"-16,0 0-60 15,0 0-87-15,0 0 95 16,-25 118-9-16,14-50-11 15,-1 11-36-15,6 1-37 16,-1 0 1-16,5-8-6 0,0-9-22 16,2-15-1-1,0-12-11-15,0-14-5 16,0-10-1-16,-2-10 6 0,2-2 26 16,0-4 11-16,0-18-34 15,0-6 9-15,0 0-18 16,6 2 14-16,10 4 17 15,4 5-7-15,11 7-12 16,7 2-12-16,9 4 0 16,7 3 0-16,-1 1 0 15,-2 0-36-15,-1 1-63 16,2 9-225-16,-11-3-251 16,-10-6-232-16</inkml:trace>
  <inkml:trace contextRef="#ctx0" brushRef="#br0" timeOffset="137706.82">25020 5085 2036 0,'0'0'703'0,"0"0"-530"16,0 0-142-16,0 0-31 0,0 0-3 15,0 0 3 1,-52 158 33 0,38-79 14-16,1 5 3 0,-1-2-33 0,3-6 7 15,2-9-2-15,0-16-10 31,2-12-2-31,5-15-10 16,0-14-12-16,2-10-12 0,0-2-5 16,0-33 29-16,14-20-241 15,7-17-8-15,4-11-42 16,0 3 52-16,2 12 239 16,-6 18 142-16,0 18 118 15,-1 18 37-15,2 11-157 16,5 3-91-16,4 21 37 15,7 13-36-15,2 8 0 16,2 6-5-16,1 2-35 16,-5-2 17-16,-1-2-17 15,-8-4-9-15,-2-7-2 0,-10-9-9 16,-3-8 4 0,-5-8-11-16,-5-10-41 0,1 0 32 15,0-21 26-15,-3-21-87 16,0-14-95-16,0-12 40 15,-2-8 96-15,0 2 46 16,0 0 24-16,0 6 128 16,0 7-19-16,0 9 16 15,0 12-9-15,-2 12-54 16,2 12-57-16,0 6-29 0,0 10-2 16,0 0-77-16,5 12-164 15,19 30-45-15,-4-2-315 16,0-2-968-16</inkml:trace>
  <inkml:trace contextRef="#ctx0" brushRef="#br0" timeOffset="138226.74">25828 5185 1807 0,'0'0'679'0,"0"0"-640"16,0 0-39-16,0 0 0 15,-14 129 46-15,3-67 100 0,2 6-4 16,0 0-60-16,2-2-34 16,1-9-40-16,1-11-2 15,3-16 1-15,2-12-7 16,0-12-6-1,0-6-3-15,0-14 8 0,0-26-103 16,0-17-63-16,11-11 81 16,9-6 28-16,4 2 27 15,5 8 31-15,2 11 20 0,-2 17 50 16,-2 22 82-16,-4 14-98 16,-1 13-19-16,-2 27 21 15,-4 14-6-15,-3 8 2 16,-1 0 2-16,1-4-2 15,-1-9-7-15,2-13-30 16,-3-14 6-16,1-16-1 16,1-6-2-16,7-25 59 15,9-39-20-15,15-36-42 0,14-32-15 16,1 3 0-16,-13 29-25 16,-15 36-32-16,-15 30-15 15,-3 6-24-15,-3 9-86 16,-4 5-328-16,-4 13-631 0</inkml:trace>
  <inkml:trace contextRef="#ctx0" brushRef="#br0" timeOffset="138760.14">27650 4754 2569 0,'0'0'457'0,"0"0"-382"0,0 0-75 16,0 0-11-16,0 0-19 0,0 0 30 16,-12 155 29-16,-1-21 20 15,5 14-1-15,0-3-46 16,8-35 7-16,0-36-9 15,0-20-9-15,0-11-27 16,0-1-27-16,6-6-97 16,-6-14-188-16,0-12-150 15,-19-10-220-15</inkml:trace>
  <inkml:trace contextRef="#ctx0" brushRef="#br0" timeOffset="139271.35">27384 5386 2162 0,'0'0'667'0,"0"0"-564"15,114-58-97-15,-34 37-5 0,11 7-2 16,8 5-6 0,-1 9 6-16,-13 0 1 0,-18 23-15 15,-25 16 6-15,-26 7-22 16,-16 6 31-16,-10 0 15 16,-17-6 21-16,1-10-2 15,4-8-17-15,11-16-16 16,6-12 12-16,5 0 11 15,2-27-24-15,23-14-136 16,6-5 2-16,2 2 0 16,-2 10 31-1,-6 12 87-15,-9 14 16 0,-9 8 31 16,-7 12-6-16,0 20 72 16,0 8 16-16,0 4-10 15,0 0-48-15,0-3-25 16,0-9-8-16,8-9-21 15,17-10 5-15,4-13-6 16,6 0-18-16,1-27-86 16,-1-13-75-16,-6-10 19 15,-2-4 0-15,-6 0 46 16,-4 6 114-16,-5 12 2 16,-6 16 263-16,-4 20-1 0,-2 0-232 15,0 28-18-15,0 14 23 16,-4 8 14-16,0 2-21 15,-1-4-21-15,3-6-9 16,-1-10-21-16,1-17-148 16,-2-12-203-16,-3-3-328 0</inkml:trace>
  <inkml:trace contextRef="#ctx0" brushRef="#br0" timeOffset="139396.37">28388 4975 2624 0,'0'0'498'0,"0"0"-468"0,0 0-30 0,0 0-72 0,-12 142-200 16,-12-50-310-16,-1 5-251 15</inkml:trace>
  <inkml:trace contextRef="#ctx0" brushRef="#br0" timeOffset="139505.97">28220 5897 1435 0,'0'0'811'0,"0"0"-515"16,0 0-141-16,0 0-155 15,0 0-18-15,0 0-316 16,0 0-1164-16</inkml:trace>
  <inkml:trace contextRef="#ctx0" brushRef="#br0" timeOffset="139773">29132 5216 2213 0,'0'0'556'16,"0"0"-462"-16,0 0-42 15,0 0-6-15,0 0-37 16,0 0-9-16,0 0 17 16,100 91-5-16,-94-34 10 0,-4 5 20 15,-2-2-15 1,0-4-3-16,0-12-11 0,-4-13-7 15,2-13-6-15,2-18 1 16,0 0-1-16,0-31 0 16,14-19-158-16,13-56-159 15,-4 12-262-15,2 7-625 0</inkml:trace>
  <inkml:trace contextRef="#ctx0" brushRef="#br0" timeOffset="139898.35">29354 5159 1803 0,'0'0'673'0,"0"0"-499"16,0 0-27-16,-27 120-33 15,17-61 12-15,7-1-77 16,3-4-31-16,11-4-6 16,22-12-12-16,15-10-74 15,23-28-185-15,-11 0-319 0,-8-10-849 16</inkml:trace>
  <inkml:trace contextRef="#ctx0" brushRef="#br0" timeOffset="140055.14">29793 5229 2730 0,'0'0'318'16,"0"0"-318"-16,0 0-4 15,0 0 4-15,143 27 0 16,-92-12-2-16,16 12-104 16,-15-7-270-16,-15-2-366 0</inkml:trace>
  <inkml:trace contextRef="#ctx0" brushRef="#br0" timeOffset="140195.79">29747 5502 2512 0,'0'0'444'15,"0"0"-444"-15,0 0-10 16,0 0 10-16,158 28 0 16,-90-26-54-16,38-2-133 15,-20 0-426-15,-10-14-508 0</inkml:trace>
  <inkml:trace contextRef="#ctx0" brushRef="#br0" timeOffset="140634.62">30578 5161 2531 0,'0'0'262'0,"0"0"-262"16,0 0-46-16,0 0 46 15,-110 137 73-15,66-81 45 16,2 2-64-16,3-4-24 15,10-10-28-15,8-10 3 16,7-12-5-16,9-11 0 16,5-11 9-16,0 0 26 15,27-13-17-15,9-5-18 16,6 2-19-16,9 2-12 16,3 8 17-16,-2 4-5 15,-2 2 8-15,-2 0 11 0,-4 0 0 16,-5-2 5-16,-2-6-4 15,-6-8 9-15,-7-6 7 16,-4-8-11-16,-4-4-6 16,-7 2 2-16,-5 4 12 15,-4 12 27-15,0 10 5 16,0 6-43-16,-6 10-3 16,-12 26 0-16,-2 10 6 15,0 12 14-15,4 4-11 16,3-2-9-1,8-7-23-15,5-11-31 16,5-23-118-16,17-10-391 0,5-9-731 0</inkml:trace>
  <inkml:trace contextRef="#ctx0" brushRef="#br0" timeOffset="140822.07">31112 5278 2316 0,'0'0'113'0,"0"0"-113"0,0 0-89 0,0 0 89 16,0 0 104-16,0 142 50 16,0-92-36-16,0 2-8 15,12-4 22-15,-4-5-45 16,-1-7-49-16,-3-6-12 16,-4-9-15-16,0-6-11 0,-21-15-84 15,-8 0-219 1,0-18-565-16</inkml:trace>
  <inkml:trace contextRef="#ctx0" brushRef="#br0" timeOffset="140947.24">31243 5155 2812 0,'0'0'462'0,"0"0"-444"16,143-40-18-16,-87 28-49 15,0 4-19-15,-18 4-159 16,-14 4-998-16</inkml:trace>
  <inkml:trace contextRef="#ctx0" brushRef="#br1" timeOffset="-164058.64">23688 16481 914 0,'0'0'130'0,"0"0"-127"0,0 0 10 15,0 0 66-15,0 0 220 0,98-111-157 16,-82 79-55-16,-3-8 55 15,1 0-45-15,-1-6-42 16,-1 2 12-16,1 0 3 16,-3 4 14-16,0 8 66 15,-4 6-24-15,-1 12-63 16,-5 2-35-16,0 10 15 16,0 2-20-1,0 0-23-15,0 10-21 0,0 20 19 31,0 20-14-31,0 30 16 16,0 32 7-16,0 31-1 0,0-13 5 16,0-28-11-16,-5-35 6 15,-1-21-6-15,-4-2 8 16,0 4-8-16,-6-2 8 16,-6-10-8-16,-5-10 15 15,-8-4 0-15,-4-12 41 16,-1-6 22-16,3-4-35 15,5-6 7-15,10-20-6 16,13-10-20-16,9-4 0 16,9-4-14-16,32-6-10 15,13 6-7-15,11 4-58 16,32-9-97-16,-20 13-103 16,-12 8-271-16</inkml:trace>
  <inkml:trace contextRef="#ctx0" brushRef="#br1" timeOffset="-163634.7">24482 16302 1250 0,'0'0'531'0,"0"0"-465"0,0 0 26 0,0 0 36 0,0 0-40 15,0 0 4-15,0 0 2 16,-143 99-15-16,114-59-26 16,2 0-19-16,9-8-2 15,8-6-32-15,7-8 0 16,3-10-30-16,0-8-41 15,13-4-18-15,19-40-162 16,-3 0-257-16,-2-6-155 0</inkml:trace>
  <inkml:trace contextRef="#ctx0" brushRef="#br1" timeOffset="-163460.73">24557 15994 1577 0,'0'0'546'15,"0"0"-329"-15,0 0-53 0,0 0-120 16,0 0-44-16,0 0 0 15,0 0 52-15,-24 142-12 16,12-74-4-16,6 4-28 16,-1-5 6-16,5-5-14 15,0-4-74-15,-7 0-109 16,2-18-306-16,-2-14-558 0</inkml:trace>
  <inkml:trace contextRef="#ctx0" brushRef="#br1" timeOffset="-162895.42">24301 16204 1631 0,'0'0'214'16,"0"0"-193"-16,152-22-2 16,-84 22 26-16,-1 0 34 15,-7 8 28-15,-8 20-20 16,-17 2-3-16,-14 6 13 0,-13 5-13 15,-8-5-5 1,0-6 24-16,-20-2-21 0,-2-6-11 16,-2-8-21-16,3-10-18 15,4-4-31-15,7 0-2 16,6-12-26 0,4-12-145-16,2-6 32 15,19 2-40-15,1 6 86 0,0 8 48 16,-4 14-10-16,-7 0 25 15,-4 14 1-15,-5 12 30 16,-2 6 69-16,0 4 20 16,3-4-24-16,3-2-12 15,5-12-36-15,7-6 3 16,7-10-20-16,2-2-38 16,2-6-81-16,-1-24-59 0,-4-6-16 15,-1-12-35-15,-5-2 46 16,-3-5 171-16,-2 7 12 15,1 4 108-15,-3 16 46 16,-1 10 67-16,-6 18-38 16,-2 4-147-16,-2 28 7 15,0 12 36-15,0 10-3 16,0 5-17-16,0-1-23 16,0-4-17-16,0-10-17 15,0-8-2-15,0-6-79 0,0-12-106 16,-10-18-64-16,0 0-130 15,-5-12-393-15</inkml:trace>
  <inkml:trace contextRef="#ctx0" brushRef="#br1" timeOffset="-162753.95">24972 16124 1935 0,'0'0'638'0,"0"0"-404"16,0 0-14-16,0 0-108 0,133-54-81 15,-99 54-22-15,-5 0-9 16,-13 28-81-16,-8 10-228 16,-8 4-606-16</inkml:trace>
  <inkml:trace contextRef="#ctx0" brushRef="#br1" timeOffset="-162628.81">24740 16798 134 0,'0'0'1347'16,"0"0"-1135"-16,0 0-212 15,0 0-222-15</inkml:trace>
  <inkml:trace contextRef="#ctx0" brushRef="#br1" timeOffset="-161797.02">25867 16306 778 0,'0'0'929'0,"0"0"-745"0,0 0-132 16,0 0 50-16,0 0 38 15,-118-30-16-15,67 52 39 16,0 9-4-16,-1 15-15 15,10 2-15-15,9 6-72 0,15-4-21 16,11-2 0 0,7-4-34-16,18-12 11 15,18-6-13-15,8-12-15 0,8-6-55 16,-2-8-177-16,4-4-92 16,-14-14-41-16,-15 0-322 0</inkml:trace>
  <inkml:trace contextRef="#ctx0" brushRef="#br1" timeOffset="-161530.39">25809 16445 1113 0,'0'0'640'16,"0"0"-406"-16,0 0-83 15,0 0-18-15,0 0-19 16,139-70-13-16,-101 64-31 0,2 2-25 16,-5-5-44-1,-6 9 11-15,-4-5-12 0,-7 2 1 16,-9 2 6-16,-5 1 31 15,-4 0 9-15,0 0 56 16,0 0-32-16,0 0-30 16,0 1-41-16,0 20-1 15,0 7 1-15,0 12 1 16,0 0 5-16,0 8 13 16,0-6-18-1,-2 2-2-15,0-10-11 0,-1-6-145 16,-3-6-123-16,-1-13-260 15,-4-4-697-15</inkml:trace>
  <inkml:trace contextRef="#ctx0" brushRef="#br1" timeOffset="-161358.67">25903 16194 2320 0,'0'0'564'16,"0"0"-500"-16,0 0-39 15,120-40 9-15,-62 32-33 16,9 8-2-16,22 0-92 16,-16 0-400-16,-15 10-498 0</inkml:trace>
  <inkml:trace contextRef="#ctx0" brushRef="#br1" timeOffset="-160904.25">26524 16176 1101 0,'0'0'496'0,"0"0"-248"16,0 0-17-16,-39 130-52 16,28-88-81-16,-1-2-33 15,3-5-22-15,5-11-33 16,0-4-8-16,-1-14 5 15,0-6-7 1,-1 0 0-16,1-24-34 0,3-10-33 0,2-6 54 16,0-6-29-16,13 1 14 15,12 11 28-15,4 10 17 16,2 16 26 0,-2 8-18-1,0 14 10-15,-2 24 17 0,-2 8-3 16,-6 7 24-16,-1 1 5 0,-3-4-29 15,2-6 6-15,-5-12-21 16,2-10-20-16,-3-10 7 16,-2-12 0-16,5-8 43 15,-1-24-10-15,5-20-38 16,-1-10 5-16,4-6-20 16,3-5 11-16,1 3-12 0,2 12-49 15,4 8-99-15,-9 20-182 16,-6 16-534-16</inkml:trace>
  <inkml:trace contextRef="#ctx0" brushRef="#br1" timeOffset="-160433.91">27124 16222 1810 0,'0'0'659'0,"0"0"-609"0,0 0 40 16,0 0 103-16,-76 112-66 15,54-63-61-15,2-5-30 16,6-4-10-16,8-4-25 16,1-14-1-16,3-8 0 15,2-10-6-15,0-4-4 16,0-16 9-16,0-20-28 15,9-10-12-15,13-11-11 16,12 2 9-16,1 2 4 16,4 13-17-16,-6 18 37 15,-2 18 6-15,-7 4-1 16,-4 34 14-16,-1 6 55 16,-4 10 14-16,-1 3 1 0,-1-3-19 15,0-10-12-15,1-12-2 16,1-10-22-16,-1-10 24 15,-2-8 23-15,7-14 16 16,0-26-18-16,2-10-45 16,3-12 7-16,3-5-22 15,2-5-2-15,0 6-44 16,0 8-57-16,2 10-66 16,-9 16-321-16,-6 14-660 0</inkml:trace>
  <inkml:trace contextRef="#ctx0" brushRef="#br1" timeOffset="-159982.92">28552 15963 2189 0,'0'0'284'0,"0"0"-209"0,0 0-56 15,0 0-19-15,0 0 45 0,-46 147 77 16,25-65 23-16,1 10-42 15,7 7-79-15,1-9-1 16,6-6-23-16,4-8 0 16,0-18-53-16,-5-5-171 0,-2-21-148 15,0-14-433-15</inkml:trace>
  <inkml:trace contextRef="#ctx0" brushRef="#br1" timeOffset="-159469.34">28049 16441 1996 0,'0'0'727'0,"0"0"-551"16,0 0-93-16,0 0-62 16,171-85-3-16,-82 76-15 15,11 0-2-15,1 9-1 16,-23 0 0-16,-4 23-1 16,-26 7 1-16,-23 10-27 15,-19 6 13-15,-6 2 14 16,-13-8 0-16,-11-4 17 15,1-14-10-15,8-4 2 16,3-14 11-16,12-4-19 0,0-4-2 16,2-22 1-1,21-6-114-15,4-4 1 0,0-2 34 16,-3 10 52-16,-8 10 27 16,-7 14 21-16,-5 4-14 15,-1 0-1-15,-3 18-6 16,2 4 23-16,2 4-8 15,3-2 2-15,6-2-5 16,5-8-6-16,4-6-6 16,3-8-46-16,0 0-109 15,-2-10-138-15,0-16-194 16,-5-4 132-16,-5-2 77 16,3-4 21-16,-5 8 257 15,0 12 11-15,-2 10 474 16,-4 6-264-16,-1 14-48 0,-2 18-17 15,0 4-36-15,1 4-49 16,-1-6-34-16,2-6-37 16,0-14-55-16,2-6-179 15,-6-8-373-15</inkml:trace>
  <inkml:trace contextRef="#ctx0" brushRef="#br1" timeOffset="-159327.81">29036 16036 2522 0,'0'0'481'0,"0"0"-411"0,0 0-41 0,0 0-29 15,0 0-17-15,-9 132-143 16,-13-60-423-16,1 0-402 0</inkml:trace>
  <inkml:trace contextRef="#ctx0" brushRef="#br1" timeOffset="-159233.34">28844 16745 1433 0,'0'0'497'16,"0"0"-437"-16,0 0-60 16,0 0-1033-16</inkml:trace>
  <inkml:trace contextRef="#ctx0" brushRef="#br1" timeOffset="-158761.46">29672 16204 2486 0,'0'0'380'15,"0"0"-260"-15,0 0-58 0,0 0-35 16,0 0-21-16,0 0 3 16,117 72-9-16,-101-23 21 15,-8 9-19-15,-6-4 25 32,-2-2-14-32,0-6 5 15,-4-14-4-15,-5-6-14 16,2-14 0-16,5-12 15 15,2 0-15-15,0-26 0 16,9-18-40-16,13-18-49 0,3-6-60 16,2-8-65-1,-3 13 106-15,-6 15 108 0,-9 20 164 16,-7 20 42-16,-2 8-124 16,0 0-67-16,-11 28 31 15,-2 6-10-15,2 6-18 16,9 1 7-16,2-1-25 15,10 0-1-15,42-8-104 16,-4-6-200-16,-5-12-473 0</inkml:trace>
  <inkml:trace contextRef="#ctx0" brushRef="#br1" timeOffset="-158542.17">30343 16272 2266 0,'0'0'577'16,"0"0"-381"-16,0 0-31 15,0 0-96-15,0 0-14 16,0 0-22-16,0 0-26 16,114 8-7-16,-58 0-53 15,-2-6-37-15,-8 2-105 16,-13 0-462-16,-16 0-628 0</inkml:trace>
  <inkml:trace contextRef="#ctx0" brushRef="#br1" timeOffset="-158420.92">30453 16365 704 0,'0'0'1311'0,"0"0"-1011"0,0 0-48 16,0 0 32-16,0 0-156 16,0 0-117-16,0 0-11 15,158 23-181-15,-104-20-396 16,-6-1-879-16</inkml:trace>
  <inkml:trace contextRef="#ctx0" brushRef="#br1" timeOffset="-157962.72">31251 16172 1448 0,'0'0'562'0,"0"0"-457"15,0 0 64-15,0 0-52 16,-94 104 24-16,72-55-16 16,-1 1-33-16,0-2-35 15,0-4-39-15,2-12-12 16,3-10 9-16,5-8-15 16,5-10 7-16,5-4 17 0,3 0 49 15,0-14-4-15,3-8-69 16,18 0-6-16,6 4 0 15,4 6-17-15,6 6 11 16,0 6 0-16,1 0-18 16,-5 0 8-16,1 0-38 15,-3 0-37-15,-4 0-3 16,-3-4-11-16,-4-10 67 16,-6 2 44-16,-6-2 15 15,-6 0 158-15,-2 6 18 16,0 4-40-16,0 4-73 15,0 0-72-15,-2 22 0 16,-11 8-6-16,2 6 0 16,-2 4-12-16,2 14-52 15,3-14-280-15,6-10-343 0</inkml:trace>
  <inkml:trace contextRef="#ctx0" brushRef="#br1" timeOffset="-157711.45">31633 16333 1367 0,'0'0'923'0,"0"0"-773"0,0 0 10 0,0 0-62 15,0 0-47 1,0 0 37-16,0 0-15 0,-24 134-25 15,24-92-25-15,2 2-5 16,3-10 0-16,-5-6-9 16,0-6-2-16,0-8-4 15,0-10 10-15,0-4-26 16,-12-14 7-16,-3-12-172 16,-1-4-647-16</inkml:trace>
  <inkml:trace contextRef="#ctx0" brushRef="#br1" timeOffset="-157570.79">31673 16288 2009 0,'0'0'804'0,"0"0"-678"15,0 0-16-15,154-22-60 16,-100 10-50-16,8-6-2 16,-12 4-258-16,-11 0-1051 0</inkml:trace>
  <inkml:trace contextRef="#ctx0" brushRef="#br1" timeOffset="-156034.83">16583 17079 1605 0,'0'0'613'0,"0"0"-473"0,0 0 27 0,0 0 3 16,0 0-4-16,0 0-26 15,0 0-52-15,0-21-28 16,5 19 23-16,1-2-76 16,5-4 19-16,10-2-26 15,3-2 0-15,10-2-3 16,1 0 3-16,3 6-19 16,-5 2 18-16,-6 2-42 15,-9 4 20-15,-11 0-19 0,-7 0-12 16,-5 4 20-16,-26 6 7 15,-12 8 27-15,-5-4 15 16,-2-2-13-16,8-2 8 16,11-6-10-16,11-4 21 15,13 0 31-15,7 0-7 16,0 0 17-16,23 0 7 16,12-14-68-16,5 2-2 15,7-2-44-15,16 0-53 16,-13 0-135-16,-9 6-632 0</inkml:trace>
  <inkml:trace contextRef="#ctx0" brushRef="#br1" timeOffset="-155202.58">19292 16964 954 0,'0'0'389'0,"0"0"-132"0,0 0-56 0,0 0-18 15,0 0-32-15,0 0 6 16,0 0 0-16,39 26-65 16,-10-26 0-16,2 0-38 15,2 0-27-15,-2-8-10 16,-2 2-16-16,-7 2-1 16,-10 0 4-16,-6 4-4 15,-6 0 0-15,0 0 0 0,-20 0 2 16,-7 0 25-16,-1 0-26 15,-1 0 0-15,8 0 27 16,11 0-9-16,10 0 23 16,0 0-5-16,17 0-26 15,16 0-11-15,10 0-39 16,22-4-204 0,-13-2-302-16,-9 2-441 0</inkml:trace>
  <inkml:trace contextRef="#ctx0" brushRef="#br1" timeOffset="-153935.23">22323 16834 1290 0,'0'0'794'0,"0"0"-574"0,0 0-112 16,0 0 6-16,0 0 19 15,0 0-5-15,0 0-89 16,46 4-27-16,-15-4-6 16,2 0 0-16,-1 0-3 15,-5 0-3-15,-5 0 0 16,-6 0 0-16,-7 0-3 16,-7 0-23-16,-2 0-23 15,0 0-30-15,-11 4 22 16,-9-2 39-16,-7 2 18 15,4 4 0-15,4-4 14 0,9-2 23 32,10 2 0-32,0-4 11 15,16 4 81-15,20-4-50 16,13 0-12-16,4 0-67 16,1 0-9-16,-5-4-133 15,-15 0-414-15,-19 2-1011 0</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1-11-19T06:43:21.905"/>
    </inkml:context>
    <inkml:brush xml:id="br0">
      <inkml:brushProperty name="width" value="0.05292" units="cm"/>
      <inkml:brushProperty name="height" value="0.05292" units="cm"/>
      <inkml:brushProperty name="color" value="#FFFFFF"/>
    </inkml:brush>
  </inkml:definitions>
  <inkml:trace contextRef="#ctx0" brushRef="#br0">1317 7529 1197 0,'0'0'267'16,"0"0"-189"-16,0 0-40 16,0 0 105-16,0 0-15 15,0 0-6-15,45-12-34 16,-35 12-51-16,2 0 45 15,1 0-26-15,0 0-29 0,1 0 78 16,3 4-74 0,-1 8-4-16,3 5 20 0,-2 3-23 15,1 0 44-15,-1 1-20 16,4 0-39-16,-1-1 64 16,0 2-73-16,2-2 0 15,1 0 0-15,-1 1 14 16,-2-4-7-16,0 3-7 15,0-2-32-15,2 0 0 16,1-4-122-16,8-6-84 16,-4-5-135-16,-5-3-525 0</inkml:trace>
  <inkml:trace contextRef="#ctx0" brushRef="#br0" timeOffset="353.67">2026 7289 1245 0,'0'0'907'0,"0"0"-750"16,0 0-52-16,0 0-25 0,0 0-32 16,0 0 28-1,0 0-76-15,-12 22 16 0,-1 20 87 16,-3 12-64 0,-1 9-13-16,-3 0 6 0,-1 0-31 15,4-5 22-15,-1-4-23 16,7-6-34-16,4-6 26 15,7-7-221-15,0-8-284 16,11-13-422-16</inkml:trace>
  <inkml:trace contextRef="#ctx0" brushRef="#br0" timeOffset="1140.58">2346 7602 1610 0,'0'0'508'0,"0"0"-458"16,0 0-13-16,0 0 41 16,0 0-17-16,0 0 35 15,0 0-35-15,-106 55-40 16,65-16 78-16,4 3-70 15,-1 4 8-15,5-2 12 16,8-5-23-16,7-7 8 16,9-10-34-16,5-8 0 15,4-6-37-15,4-8 37 0,25 0-24 16,7-20-12-16,9-11-103 16,1-7-11-1,-1-4-103-15,-5-4 30 0,-5 4 98 16,-10 4-8-16,-7 8 133 15,-9 10 46-15,-7 9 128 16,-2 11 48-16,0 0-119 16,-13 13-57-16,-7 11 117 15,-3 5-98-15,6 4 6 16,3-3 19-16,7-2-52 16,5-6 12-16,2-4-50 15,0-8 0-15,15-3-1 16,8-7 1-16,6 0-18 15,4-9-19-15,3-11-48 0,0-2 40 16,-2-2-56-16,-3 2 56 16,-10 4 22-16,-2 8 29 15,-11 10-6-15,-3 0 25 16,-5 10-6-16,0 15 84 16,0 10-69-16,-5 0-6 15,-3-4 85-15,-1-7-111 16,2-6 13-16,4-7 6 15,3-10-15-15,0-1 15 16,3 0-21-16,17-22-76 16,9-6 31-16,4-7-101 0,5-3-1 15,3-1 7 1,-1 7 22-16,-5 12 94 16,-6 10 24-16,-2 10 2 15,-9 2 91-15,-7 24-58 0,-2 4 37 16,-7 2-3-16,-2-2-49 15,0-3 5-15,0-5-25 16,0-4-11-16,-2-7-8 16,-7-4-91-16,-14-7-92 15,4 0-169-15,-4 0-1046 0</inkml:trace>
  <inkml:trace contextRef="#ctx0" brushRef="#br0" timeOffset="1331.72">2142 7481 1295 0,'0'0'744'16,"0"0"-554"-16,0 0-11 15,69-112 1-15,-27 82-25 16,7 7-92-16,3 10-63 16,3 9 56-16,-4 4-56 15,-5 26-69-15,-15 62-126 16,-14-6-151-16,-13 5-343 0</inkml:trace>
  <inkml:trace contextRef="#ctx0" brushRef="#br0" timeOffset="1421.66">2452 8090 950 0,'0'0'610'15,"0"0"-327"-15,0 0-97 16,-34 117-111-16,34-107-75 0,0-6-44 16,9-4-285-16</inkml:trace>
  <inkml:trace contextRef="#ctx0" brushRef="#br0" timeOffset="2088.8">3292 7166 641 0,'0'0'1216'16,"0"0"-1023"-16,0 0-134 16,0 0 33-16,0 0-11 15,0 0 18-15,0 0-68 16,9-16-10-16,-9 61 67 15,0 16-11-15,0 11-22 16,0 13 73-16,-4 4-47 0,-1-4-33 16,0-4-41-16,5-9 23 15,0-12-4-15,0-10-26 16,12-8 0 0,5-11-11-16,1-7 11 0,5-10-31 15,-1-8-18-15,0-6-126 16,3-14 38-16,-8-12-225 15,-5-6-424-15</inkml:trace>
  <inkml:trace contextRef="#ctx0" brushRef="#br0" timeOffset="2703.32">3136 7650 1854 0,'0'0'370'0,"0"0"-197"15,0 0-65-15,0 0 32 16,0 0-140-16,0 0 15 15,0 0-7-15,136-8-8 16,-82 8 0-16,-1-2-2 16,-4 2 1-1,-7 0-19-15,-9 0 20 0,-12 10-24 16,-15 14 16-16,-6 10 16 16,0 7 36-16,-15 3 29 15,-1-4-60-15,3 1 68 16,7-11-81-16,6-6 0 15,0-9-9-15,2-8 9 16,17-7 0-16,8 0-1 16,4-10-69-16,3-12 30 0,-3-8-75 15,-7-4-16-15,-7 0 53 16,-13 0-30-16,-4 6 31 16,-4 6 77-16,-23 8 37 15,-5 10 77-15,-3 4-49 16,4 0 6-16,2 6 48 15,8 2-77-15,11-2-24 16,10-2-5-16,0-4-1 16,10 0 24-16,19 0-36 15,13-4-35-15,8-10 24 16,1-4-58-16,-2 1 12 16,-4-1 26-16,-12 4 30 15,-10 7-22-15,-15 7 23 0,-8 0 0 16,0 12 20-1,-16 16 38-15,-5 8 13 0,0 2 7 16,7 5-66-16,8-6 85 16,6-3-97-16,0-4 9 15,16-6 9-15,11-6-18 16,6-7-12-16,7-10 6 16,2-1-118-16,-1 0 30 15,-4-13-123-15,-1-15-149 16,-13 4-181-16,-8-1-880 0</inkml:trace>
  <inkml:trace contextRef="#ctx0" brushRef="#br0" timeOffset="2983.51">3432 7552 882 0,'0'0'1178'15,"0"0"-935"-15,0 0-69 16,0 0 30-16,79-117-136 16,-46 103 16-16,3 6-84 0,-1 8 16 15,-4 0-10 1,-2 12-6-16,-8 10-79 0,-6 2-83 15,-3 2-97-15,-6-6-66 16,-2-8-430-16</inkml:trace>
  <inkml:trace contextRef="#ctx0" brushRef="#br0" timeOffset="3156.6">3925 6960 1935 0,'0'0'766'16,"0"0"-700"-16,0 0-37 16,0 0-54-16,0 0 25 15,-38 167-1-15,7-63-65 0,4-16-239 16,4-16-619-16</inkml:trace>
  <inkml:trace contextRef="#ctx0" brushRef="#br0" timeOffset="4961.68">4549 7553 1326 0,'0'0'309'15,"0"0"-126"-15,0 0-87 16,0 0 30-16,0 0 63 16,0 0-37-16,0 0-2 15,11-68-56-15,-11 62-31 16,-4 2 38-16,-11 4-101 0,-8 0-6 15,-4 10-4-15,-4 18 20 16,0 12 12-16,2 13-22 16,4 3 9-16,10 2 38 15,5-4-47-15,10-6 0 16,0-7 4-16,8-9 2 16,13-9 15-16,11-9-21 15,3-7-2-15,8-7-44 16,1 0-14-16,4-18-80 15,-7-8 55-15,-2-4-23 16,-8-3 52-16,-9 1-58 16,-8 4 46-16,-8 5 51 0,-4 10 34 15,-2 6 43-15,0 7 39 16,0 0-81-16,0 11 0 16,-4 13 16-16,-2 5-24 15,1-2 89-15,5-3-99 16,0-1 0-16,0-9 10 15,9-5 1-15,8-7 5 16,4-2-16-16,1 0 1 16,3-11-35-16,1-10 27 15,-2-6-72-15,-3-2 24 16,-1-1 6-16,-5 2 37 16,-1 2 5-16,1 6 7 0,1 3 20 15,4 8-20 1,5 3 0-16,4 2 0 0,4 0 1 15,0 1 25-15,1 3-26 16,-3 0 14-16,-4 0 53 16,-9 0-53-16,-7 3-4 15,-9 14 26-15,-2 6-4 16,-2 5 53-16,-18 5-47 16,-2-4-22-16,3-5 29 15,7-6-45-15,5-8 0 16,4-6-8-16,3-4 8 15,0 0-6-15,7-2-6 0,11-14-74 16,4-5 75 0,3-2-35-16,-3 0 18 0,-4 11 16 15,-2 5 24-15,-5 7-9 16,-5 0-3-16,-2 22 0 16,-4 7 5-16,0 5-5 15,0-3-16-15,0-4-1 16,0-8-125-16,0-7-133 15,0-10-328-15</inkml:trace>
  <inkml:trace contextRef="#ctx0" brushRef="#br0" timeOffset="5184.1">5087 7209 2058 0,'0'0'314'0,"0"0"-250"16,0 0-18-16,0 0-34 15,129 22 7-15,-107 4-19 16,-6 6 12-16,-14 7-44 16,-9 16 6-16,-22-9-217 15,-4-5-595-15</inkml:trace>
  <inkml:trace contextRef="#ctx0" brushRef="#br0" timeOffset="6329.79">5839 7546 1549 0,'0'0'538'15,"0"0"-418"-15,0 0-29 16,0 0-33-16,0 0-49 16,0 0 38-16,0 0 2 15,-8 48 9-15,8-4 81 0,8 7-122 16,6-4-16-16,4-2 29 16,2-12-29-16,3-5 0 15,4-12-1-15,4-7 19 16,2-9-29-16,3 0 10 15,-3-23-84-15,-2-7 38 16,-8-3-53-16,-10-8-19 16,-6 4 18-16,-7 2 54 15,0 7 46-15,-7 12 111 16,-4 7-19-16,0 9-2 16,1 0-89-16,6 5 17 15,4 11-18-15,2 0 24 16,25-2-17-16,13-3-7 15,7-8-47-15,5-3 46 16,-2 0-25-16,-5 0-13 0,-11 0 20 16,-17 0 11-16,-12 0-32 15,-5 14 39-15,-9 6 1 16,-20 6 29-16,-3 0-21 16,3-4 18-16,8-3-24 15,5-7 26-15,9-9-13 16,7-3-15-16,0 0-27 15,9-14-4-15,16-8-207 16,4-3 124-16,4-1 46 16,0 3-42-16,-4 7 98 15,-6 9 3-15,-8 7 9 0,-3 0 46 16,-6 11 20 0,-1 13 52-16,-3 1-3 15,0 1-91-15,4-1 40 16,4-9-64-16,5-5 0 0,5-10-12 15,3-1 12-15,4-1-16 16,2-19-67-16,-5-5-94 16,-2-8 71-16,-1-1-4 15,-6-3-5-15,-1-5 80 16,-1 0-8-16,-5 0 43 16,2 6 41-16,-6 10 74 15,0 10 150-15,-1 7-60 16,-3 9-144-16,0 0-23 15,0 25-14-15,0 5-24 0,0 10 19 16,0 6-1-16,0 2 38 16,0 1-56-16,0 4 6 15,-3-5 3-15,1-3-9 16,2-8 0-16,0-7 0 16,0-7-40-16,0-12 23 15,0-4-169-15,0-7-105 16,0-8 57-16,0-10-542 0</inkml:trace>
  <inkml:trace contextRef="#ctx0" brushRef="#br0" timeOffset="6505.61">6694 7638 1490 0,'0'0'405'0,"0"0"-281"16,0 0 61-16,0 0-103 15,131-42-43-15,-79 33 65 16,1 1-91-16,0 4-6 15,-1 1-7-15,-10 3-22 16,-11 0-79-16,-17 0-163 16,-12 2-274-16,-2 3-64 0</inkml:trace>
  <inkml:trace contextRef="#ctx0" brushRef="#br0" timeOffset="6714.55">6300 7513 1245 0,'0'0'822'0,"0"0"-579"16,0 0-115-16,0 0 57 16,46-116-114-16,-19 96-70 15,2 8 31-15,0 12-32 16,4 24-138-16,-8 20-181 15,-12 11-484-15</inkml:trace>
  <inkml:trace contextRef="#ctx0" brushRef="#br0" timeOffset="6814.42">6406 8104 1028 0,'0'0'679'0,"0"0"-314"16,0 0-222-16,0 0-143 0,0 0-6 15,0 0-512-15</inkml:trace>
  <inkml:trace contextRef="#ctx0" brushRef="#br0" timeOffset="7396.87">7467 7139 1395 0,'0'0'512'0,"0"0"-343"0,0 0 51 16,0 0-36-1,0 0-105-15,0 0-8 0,0 0-71 16,15 25 9-16,-15 51 90 16,-2 5-55-16,-4 11 0 15,-1 2 8-15,3-15-52 16,2 1 33-16,2-10-33 15,0-13 0-15,0-17-2 16,6-6 2-16,7-13-18 16,3-9-40-16,2-8-127 0,0-8-54 15,-4-18-274-15,-10-6-207 16</inkml:trace>
  <inkml:trace contextRef="#ctx0" brushRef="#br0" timeOffset="7918.55">7342 7622 1527 0,'0'0'500'15,"0"0"-243"-15,0 0-79 16,0 0-93-16,0 0-57 16,0 0-21-16,156-79-1 15,-95 77-6-15,-3 2 0 16,-7 11 5-16,-9 19-4 16,-17 12-1-16,-14 5 78 15,-11 6-47-15,-3-3 55 16,-19-4-80-16,-2-8 11 15,4-10 10-15,6-10-27 0,7-9 0 16,7-9-6-16,0 0 3 16,7-21-3-16,18-11-206 15,4-8-8-15,4-5 54 16,-4 8-103-16,-4 7 242 16,-9 13 27-16,-10 16 156 15,-4 1-20-15,-2 20-64 16,0 14 11-16,0 3 49 15,-4-2-114-15,2-1 15 16,2-7 4-16,0-9-35 16,4-5 26-16,11-8-28 0,8-5-21 15,2 0 0 1,4-14-113-16,0-11-104 16,0-7 29-16,-2-2 22 15,-4-4-26-15,0 6 37 0,-7 6 176 16,-5 12 183-16,-7 14 93 15,-2 0-128-15,-2 24 46 16,0 8-90-16,0 4-11 16,0 1-75-16,0-4 1 15,0-5 5-15,0-8-24 16,0-5-33-16,0-13-60 16,0-2-182-16,0 0-227 0</inkml:trace>
  <inkml:trace contextRef="#ctx0" brushRef="#br0" timeOffset="8080.7">8045 7444 1463 0,'0'0'911'16,"0"0"-636"-16,0 0-194 16,0 0-48-16,0 0-33 15,0 0-149-15,-5 134 105 16,-11-60-232-16,-3-2-552 0</inkml:trace>
  <inkml:trace contextRef="#ctx0" brushRef="#br0" timeOffset="8168.52">7940 8165 1698 0,'0'0'642'0,"0"0"-588"0,0 0-54 16,0 0-567-16</inkml:trace>
  <inkml:trace contextRef="#ctx0" brushRef="#br0" timeOffset="8705.78">8734 7311 1800 0,'0'0'600'15,"0"0"-468"-15,0 0-123 16,0 0 43-16,0 0-40 16,4 153 21-16,-4-74 41 15,0 10-44-15,-2 1 5 16,-3-8-35-16,5-9-47 16,0-15 16-16,0-19-118 15,0-13-45-15,0-26-97 16,5 0-233-16,-5-6-734 0</inkml:trace>
  <inkml:trace contextRef="#ctx0" brushRef="#br0" timeOffset="9353.34">8551 7615 1886 0,'0'0'400'0,"0"0"-216"16,0 0-184-16,115-29-6 15,-55 17-6-15,10-5 18 16,1-4-6-16,-2-5 0 15,-5-5 6-15,-8-1-6 16,-13 0 0-16,-14-2-29 16,-14 4 28-16,-10 2 1 15,-5 7 0-15,-3 6 16 16,-16 15-4-16,-8 0 13 0,-2 29-9 16,-2 22-16-16,2 14 69 15,4 6-26-15,9 1 15 16,10-5-50-16,6-9 20 15,0-14-7-15,14-13-21 16,9-11-5 0,9-17-10-16,8-3 15 0,2-12-38 15,6-13-31-15,-4-7-49 16,-6 1 117-16,-10 4-55 16,-7 8 55-16,-13 9 1 15,-6 10 40-15,-2 0-10 16,0 26-2-16,-4 4-10 15,-4 4 56-15,5-5-74 0,3-6 0 16,0-9 3 0,11-5 3-16,14-9-12 0,6 0-3 15,0-9-120-15,-4-8 35 16,-4-3-58-16,-8 8 47 16,-8 1 103-16,-5 8 2 15,-2 3 51-15,0 0 19 16,0 19-9-16,0 13 147 15,0 4-147-15,0 0-48 16,15-6 32-16,8-7-44 16,8-13 5-16,5-10-6 15,1 0-9-15,-3-22-16 16,-7-9-49-16,-14-5-26 16,-8 0 72-16,-5 1 1 0,0 2 27 15,-11 5 43-15,-9 8-19 16,-5 8 55-16,-2 12-79 15,-15 3-95-15,9 17-197 16,4 1-493-16</inkml:trace>
  <inkml:trace contextRef="#ctx0" brushRef="#br0" timeOffset="9550.67">9670 7445 1962 0,'0'0'341'0,"0"0"-341"15,0 0-133-15,0 0 30 0,0 0 61 16,-16 130 35-16,7-60-4 16,3-15-268-16,3-9-1335 0</inkml:trace>
  <inkml:trace contextRef="#ctx0" brushRef="#br0" timeOffset="9758.79">9897 7756 2199 0,'0'0'381'0,"0"0"-381"0,0 0-34 15,0 0 12 1,0 0 22-16,-15 121 0 0,10-90 49 15,2 0-39-15,3-3 2 16,0-5-12-16,0-6-101 16,0-13-53-16,0-4-198 15,0 0-229-15</inkml:trace>
  <inkml:trace contextRef="#ctx0" brushRef="#br0" timeOffset="9927.04">9484 7333 1045 0,'0'0'1566'0,"0"0"-1317"15,0 0-219-15,0 0-6 0,0 0-24 16,152-30-17-16,-72 35-12 16,-13 15-225-16,-9-1-304 0</inkml:trace>
  <inkml:trace contextRef="#ctx0" brushRef="#br0" timeOffset="10541.45">10880 7671 1557 0,'0'0'812'0,"0"0"-693"16,0 0-49-16,0 0-70 16,0 0-36-16,0 0 36 0,0 0 21 15,-125 39 74-15,98 0-17 16,10 5-77-16,5-7 30 16,10-7-31-16,2-9-66 15,0-14 53-15,14-7-25 16,10 0 32-16,3-18-2 15,1-12-158-15,1-8 15 16,-4-6-91-16,-5-8 37 16,-4-4 159-16,-2-7 9 15,-4 1 37-15,0 4 31 16,-6 11 108-16,-2 13 187 16,1 11-87-16,-3 13-60 15,0 6-29-15,0 4-124 16,0 0-17-16,0 14-9 15,0 20 7-15,0 13 23 0,0 12-30 16,-3 12 0-16,-6 5-8 16,2-2 8-16,1-3-47 15,2-12-61-15,-1-10-66 16,3-13-18-16,0-14-306 16,-1-12-267-16</inkml:trace>
  <inkml:trace contextRef="#ctx0" brushRef="#br0" timeOffset="11331.27">10634 7567 1817 0,'0'0'340'0,"0"0"-263"16,0 0-77-16,0 0-56 16,146-47 56-16,-97 47 11 15,2 0 54-15,0 21 57 16,-1 12-36-16,-11 4 55 15,-3 8-69-15,-9 2-31 16,-3-1 37-16,-3-7-78 16,-2-5 0-16,4-12-1 15,4-6 21-15,2-11 11 16,2-5-31-16,4 0-29 16,1-23 28-16,-7-7-126 15,-4-7 3-15,-12-2 20 16,-6 1-17-16,-7 8 121 15,0 7 59-15,-5 14 78 16,-10 9 58-16,-6 0-147 0,4 26-10 16,1 8 7-16,5 5-44 15,9 0 59-15,2-1-60 16,2-6-4-16,18-6-29 16,4-10 15-16,5-10-60 15,5-6-42-15,2 0-63 16,-3-18-75-16,1-10-68 15,-5-2 37-15,-2-2 190 16,-10 6 99-16,-3 8 160 16,-10 7 387-16,-4 11-296 15,0 0-97-15,-4 20-134 0,-10 5-8 16,3-1 67 0,-1 0-78-16,8-7 5 15,4-6-6-15,0-7-5 16,6-4-5-16,17 0-11 0,6-10-110 15,4-10-19-15,3-4-97 16,0-1 34-16,-2 2 101 16,-3 6 112-16,-6 6 43 15,-8 9 137-15,-9 2-31 16,-4 4 23-16,-4 19-107 16,0 0-15-16,0-2 10 15,-6-4-59-15,2-7 40 16,4-8-41-16,0-2 0 15,18 0-33-15,13-12-40 0,9-5-80 16,5-4 10 0,-1 3 26-16,-2 4 111 0,-3 6 6 15,-10 8 28 1,-7 0 148-16,-6 3-87 0,-5 11-52 16,-7 9-33-16,-4 0-4 15,0-2-1-15,-31-1-133 16,-1-6-160-16,-1-8-329 0</inkml:trace>
  <inkml:trace contextRef="#ctx0" brushRef="#br0" timeOffset="11495.88">11321 7421 2041 0,'0'0'553'16,"0"0"-370"-16,0 0-183 15,0 0-15-15,139-47-13 16,-113 47-33-16,-8 3-72 16,-9 9-472-16</inkml:trace>
  <inkml:trace contextRef="#ctx0" brushRef="#br0" timeOffset="11672.47">11718 7258 1716 0,'0'0'333'0,"0"0"-300"0,0 0-33 15,0 0-98-15,0 0 35 16,0 0 62-16,-8 109-12 16,-28-63-85-16,2-6-1359 0</inkml:trace>
  <inkml:trace contextRef="#ctx0" brushRef="#br0" timeOffset="12115.09">12746 7279 1397 0,'0'0'903'16,"0"0"-777"-16,0 0-99 16,0 0-54-16,0 0 54 0,0 0-14 15,2 124 78-15,-18-52 6 16,-1 9 7-16,-4 5-104 16,8-4 12-16,9-8-4 15,4-16-8-15,0-14 0 16,15-12-6-16,8-14-17 15,1-11-22-15,10-10-144 16,-9-19-371-16,-6-6-887 0</inkml:trace>
  <inkml:trace contextRef="#ctx0" brushRef="#br0" timeOffset="12263.4">12378 7503 1790 0,'0'0'786'15,"0"0"-622"-15,0 0-155 16,0 0 31-16,156-4-40 16,-64 8-83-16,-12 10-79 15,-11-3-462-15</inkml:trace>
  <inkml:trace contextRef="#ctx0" brushRef="#br0" timeOffset="12399.81">13056 7899 2147 0,'0'0'506'0,"0"0"-506"0</inkml:trace>
  <inkml:trace contextRef="#ctx0" brushRef="#br0" timeOffset="14818.74">1190 8815 1094 0,'0'0'400'0,"0"0"-183"16,0 0-50-16,0 0-34 15,0 0 98-15,0 0-89 16,0 0-45-16,-5-50-4 16,5 43-29-16,0 5-1 0,0-3-11 15,0 3-41 1,0 0 96-16,0 2-100 0,0 0-6 15,3 0 14-15,10 4-5 16,7 12-10-16,7 6 0 16,8 4 12-16,4 2 8 15,3 1-20-15,2-2 0 16,-3 1-6-16,1-4 7 16,-7-4-2-16,1-1-72 15,2-10-212-15,-11-1-44 16,-5-5-434-16</inkml:trace>
  <inkml:trace contextRef="#ctx0" brushRef="#br0" timeOffset="15039.63">1758 8681 1886 0,'0'0'307'0,"0"0"-232"16,0 0-7-16,-14 104 15 16,4-56 41-16,-1-2-120 15,4 0 8-15,0-4-24 16,7-2-101-16,0-9-234 16,0-13-727-16</inkml:trace>
  <inkml:trace contextRef="#ctx0" brushRef="#br0" timeOffset="17249.64">3194 8860 667 0,'0'0'856'16,"0"0"-544"-16,0 0-111 16,0 0 61-16,0 0-94 15,0 0-51-15,0 0-15 0,0-13-86 16,0 13-4-16,0 0-12 15,0 0 9-15,0 0-18 16,0 0 9-16,0 0-5 16,0 0-5-16,0 0 10 15,0 0 0-15,0 0-1 16,0 0 3-16,0 0 7 16,0 0-9-16,0 0 0 15,0 0-18-15,0 0 18 16,0 0-12-16,0 0 11 0,0 0-28 15,0 0 7-15,-3 0-64 16,-7-2-125-16,-2 0-65 16,1-1-988-16</inkml:trace>
  <inkml:trace contextRef="#ctx0" brushRef="#br0" timeOffset="35144.96">2097 8615 1174 0,'0'0'197'16,"0"0"0"-16,0 0-48 15,0 0-77-15,0 0-14 0,0 0 14 16,2-37-9-16,-2 33 50 16,0 2-7-16,0 2-32 15,0 0 86-15,0 0-101 16,0 0 2-16,0 0 39 15,0 0-32-15,0 0 29 16,0 0-56-16,0 0-40 16,0 0 92-16,-4 0-92 15,-3 0-1-15,-4 6 9 16,-9 10 8-16,-2 10-8 16,-5 11-9-16,-2 9 0 15,0 7 0-15,2 7 0 16,5-2 0-16,4 0-12 15,7-9 28-15,9-11-8 16,2-7-8-16,7-10-83 16,19-9 49-16,14-8-139 15,25-4-43-15,-7 0-247 0,-9-12-298 0</inkml:trace>
  <inkml:trace contextRef="#ctx0" brushRef="#br0" timeOffset="35492.93">2325 8603 1415 0,'0'0'362'15,"0"0"-202"-15,0 0-28 16,0 0 52-16,0 0-91 16,0 0-19-16,0 0-25 15,-8 46 8-15,4-2 56 16,0 7-61-16,0 6-28 16,4-3 62-16,0-2-86 15,0-4 1-15,0-6 9 16,12-5-2-16,5-10-16 15,3-6-71-15,2-7-119 0,9-14 19 16,-4 0-143-16,-5 0-264 16</inkml:trace>
  <inkml:trace contextRef="#ctx0" brushRef="#br0" timeOffset="35684.48">2146 8879 1719 0,'0'0'361'0,"0"0"-116"16,0 0-67-16,0 0-69 16,0 0-57-16,0 0-52 15,0 0 30-15,156-34-30 16,-102 28-39-16,-1-2 1 16,7-7-202-16,-15 1-150 0,-12-1-328 15</inkml:trace>
  <inkml:trace contextRef="#ctx0" brushRef="#br0" timeOffset="35888.1">2614 8490 1603 0,'0'0'275'16,"0"0"-125"-16,0 0 33 15,0 0-42-15,0 0 1 16,105 157-48-16,-96-93-51 15,-7 4 51-15,-2 2-94 16,-4 0 0-16,-16-4-1 16,-5-8-91-16,-2-4-46 0,10-15-331 15,5-19-827-15</inkml:trace>
  <inkml:trace contextRef="#ctx0" brushRef="#br0" timeOffset="36410.54">3143 8860 199 0,'0'0'1181'0,"0"0"-866"16,0 0-116-1,0 0 106-15,0 0-49 0,0 0-26 16,0 0-38-16,-16-17-80 16,16 14 8-16,0 3-89 15,0 0-14-15,0 0 7 16,0 0-24-16,9 0 0 15,13 0-12-15,7 3 25 16,7 3-5-16,1 2-8 16,2-5-39-16,-1 2 37 15,-5-3-108-15,-6 0-97 16,-12 1-104-16,-5-3-302 16,-10 2-381-16</inkml:trace>
  <inkml:trace contextRef="#ctx0" brushRef="#br0" timeOffset="36587.61">3123 8969 1774 0,'0'0'542'0,"0"0"-404"15,0 0 82-15,0 0-41 16,0 0-124-16,0 0 17 16,0 0-72-16,139 2 12 15,-98-2-37-15,-5 2-2 16,4 3-200-16,-11-2-131 15,-7 1-500-15</inkml:trace>
  <inkml:trace contextRef="#ctx0" brushRef="#br0" timeOffset="39677.75">3943 8640 1285 0,'0'0'395'0,"0"0"-315"15,0 0-61-15,0 0 107 16,0 0-14-16,0 0 26 15,0 0 2-15,0-2-78 16,0 2 69-16,0 0-97 16,0 0-21-16,0 0 65 15,0-2-47-15,0 2 3 16,0-4 32-16,2-1-60 16,2-4 58-16,-1 1-64 15,-1 1 0-15,-2 2 5 16,0 3-4-16,0 2 15 15,-13 0-7-15,-10 0 15 0,-6 0-5 16,0 7-19 0,0 7 0-16,4 1-3 0,8 5 10 15,9 6-7-15,2 3 0 16,6 3 24-16,0 4 14 16,19 3-38-16,3-6 1 15,5-1 16-15,-3-5-10 16,-2-3-7-1,-8-10 0-15,-3 1 18 0,-9-5-9 16,-2-3-9-16,0 0 0 16,-18 0 17-16,-11 0-16 15,-4 2 8-15,1-5-9 16,5-1-46-16,10-3 46 16,17 0-182-16,0 0-158 15,5-10-376-15</inkml:trace>
  <inkml:trace contextRef="#ctx0" brushRef="#br0" timeOffset="40027.83">4226 8426 1971 0,'0'0'390'0,"0"0"-225"15,0 0-165-15,0 0 10 16,0 0 14-16,0 0 4 16,-40 102 11-16,22-56-39 15,-2 20-19-15,4-11-68 16,3-14-481-16</inkml:trace>
  <inkml:trace contextRef="#ctx0" brushRef="#br0" timeOffset="40382.28">4525 8485 1388 0,'0'0'665'15,"0"0"-534"-15,0 0-121 0,0 0 5 16,0 0 108 0,0 0-19-16,-67 147 7 0,53-97 7 15,5 4-87 1,7-1 64-16,2-5-95 0,0-6 0 15,5-8-13-15,13-3 13 16,1-10-63-16,6-7-63 16,20-10-136-16,-7-4-69 15,-3 0-422-15</inkml:trace>
  <inkml:trace contextRef="#ctx0" brushRef="#br0" timeOffset="40601.64">4739 8661 1572 0,'0'0'299'0,"0"0"-107"16,0 0 107-16,0 0-186 15,0 0-93-15,0 0 45 16,0 0-14-16,-7 120-8 16,7-70-43-16,0-2 30 15,4-2-65-15,3-7 1 16,-1-8-76-16,2-7-15 15,0-9-141-15,-3-8-283 16,-1-7-874-16</inkml:trace>
  <inkml:trace contextRef="#ctx0" brushRef="#br0" timeOffset="40774.98">4612 8828 1460 0,'0'0'614'16,"0"0"-381"-16,0 0-161 15,0 0-24-15,0 0-20 16,0 0-13-16,143-13 13 16,-108 13-28-16,1 0-114 15,-3 0-115-15,-6-1-270 16,-12-8-550-16</inkml:trace>
  <inkml:trace contextRef="#ctx0" brushRef="#br0" timeOffset="40956.75">5053 8508 1179 0,'0'0'1010'0,"0"0"-797"16,0 0-121-16,0 0 37 15,0 0-21 1,94 116-41-16,-83-64-25 0,-7 7-27 16,-4 3 22-16,0-2-37 15,-4-2-148-15,-14 3-60 16,3-20-291-16,3-10-517 0</inkml:trace>
  <inkml:trace contextRef="#ctx0" brushRef="#br0" timeOffset="41390.64">5459 8851 535 0,'0'0'1324'0,"0"0"-843"15,0 0-296-15,0 0 18 16,0 0 27-16,0 0-127 16,0 0-45-16,-4 0 28 15,4 0-73-15,12-2 1 16,9 0-14-16,6-2 25 15,2 1-16-15,0 2-9 16,0 1-76-16,-5 0 28 16,-4 0-88-16,-18 0-206 15,-2 8-352-15,0 2-961 0</inkml:trace>
  <inkml:trace contextRef="#ctx0" brushRef="#br0" timeOffset="41545.71">5426 9002 1982 0,'0'0'468'0,"0"0"-354"0,17 0-3 16,10 0 2-16,2 0-76 15,4-3-29-15,0-1 28 16,-4 2-36-16,0 2-168 16,-8 0-184-16,-8 4-541 0</inkml:trace>
  <inkml:trace contextRef="#ctx0" brushRef="#br0" timeOffset="42755.24">6221 8620 606 0,'0'0'749'16,"0"0"-570"-16,0 0-88 15,0 0 10-15,0 0 5 16,0 0 26-16,0 0-26 16,0-3-24-16,-2 10-41 0,-7 14 33 15,-9 5 33 1,-4 8-42-16,-5 4-11 15,-2 0-20-15,-5-3-22 0,3-6 27 16,4-5-39-16,6-7 0 16,2-6 7-16,9-7-1 15,5-2 21-15,2-2-1 16,3 0-15-16,0 0 59 16,0 0-66-16,16 0-4 15,9 0-1-15,6 0-3 16,7-4 3-16,2-2 1 15,3-1-52-15,-4 0 15 16,-1 2-67-16,-1-2-20 16,2 0-90-16,-5 4-110 15,-12-3-370-15</inkml:trace>
  <inkml:trace contextRef="#ctx0" brushRef="#br0" timeOffset="43046.06">6294 8610 1582 0,'0'0'661'0,"0"0"-506"16,0 0-104-16,0 0-50 0,0 0 105 15,0 107 31-15,0-51-34 16,0-1-46-16,0 3-35 16,0-7-10-16,0-7-12 15,0-3-23-15,0-10-66 16,0-6-139-16,2-9-234 16,8-9-365-16</inkml:trace>
  <inkml:trace contextRef="#ctx0" brushRef="#br0" timeOffset="43371.53">6634 8531 1788 0,'0'0'489'16,"0"0"-423"-16,0 0-32 16,0 0-19-16,0 0-15 15,0 0 126-15,0 105-38 16,0-48-12-16,0 3-12 16,0 1-26-16,0-8-15 15,0-7-23-15,4-6 1 16,5-8 15-16,2-7-16 15,3-8-13-15,1-5-89 0,3-5-60 16,2-7-109 0,-5-3-267-16,-6-11-993 0</inkml:trace>
  <inkml:trace contextRef="#ctx0" brushRef="#br0" timeOffset="43529.02">6502 8851 1542 0,'0'0'699'0,"0"0"-507"16,0 0-85-16,0 0-55 16,0 0-46-16,127-30 9 15,-84 24-15-15,12-2-80 16,-8 2-186-16,-12-1-488 0</inkml:trace>
  <inkml:trace contextRef="#ctx0" brushRef="#br0" timeOffset="44127.78">6903 8361 1033 0,'0'0'646'15,"0"0"-455"-15,0 0-22 16,0 0-9-16,0 0-30 16,0 0 8-16,0 0-13 15,-22-17-13-15,20 15-36 16,2 0-25-16,0-2-18 16,0 0-20-16,0-5 3 0,0 1-16 15,11 0-34-15,4 2 21 16,3 3-2-16,0 3 14 15,-2 0-10-15,-3 9 11 16,-4 16 12-16,-9 4 11 16,0 5 14-16,0 3 3 15,-9-4-23-15,2-4-4 16,5-5-13-16,2-6 1 16,7-2 10-16,15-4-11 15,5-2-8-15,-3 0 0 16,-5-2-7-16,-11 1-1 15,-8 3-14-15,0 6-36 16,-20 5 51-16,-16 5-31 16,-22 16-88-16,9-9-94 15,5-5-505-15</inkml:trace>
  <inkml:trace contextRef="#ctx0" brushRef="#br0" timeOffset="45279.54">7229 8883 1408 0,'0'0'510'16,"0"0"-290"-16,0 0 39 15,0 0-16-15,0 0-49 16,0 0-56-16,0 0-32 15,-3-14-49-15,8 14-39 16,17 0-17-16,7 0-1 0,9 0 0 16,5 0-29-1,1 0-43-15,16 0-153 0,-8 0-258 16,-10-2-262-16</inkml:trace>
  <inkml:trace contextRef="#ctx0" brushRef="#br0" timeOffset="45834.81">7976 8632 988 0,'0'0'768'0,"0"0"-595"16,0 0-35-16,0 0-4 15,0 0-1-15,0 0-9 16,0 0-54-16,-39-112-31 15,53 91-39-15,6 2 2 16,4 4-2-16,-1 8-2 16,-1 7-4-16,-5 0 6 15,-3 20 0-15,-9 16 3 16,-5 12 33-16,-2 10 8 16,-25 3-2-16,-7-3-17 0,-3-4-5 15,-4-12-8-15,5-10-11 16,3-13 12-16,6-8-13 15,8-9-12-15,7-2 6 16,8-2-42-16,4-16-53 16,4-1 40-16,21-2 15 15,6 5 23-15,4 8 3 16,6 8 11-16,-1 0 8 16,0 0-10-16,-3 10 10 15,2-2-11-15,-6-4-142 16,9-4-47-16,-10-4-109 15,-6-13-300-15</inkml:trace>
  <inkml:trace contextRef="#ctx0" brushRef="#br0" timeOffset="46079.94">8327 8590 1378 0,'0'0'637'0,"0"0"-491"16,0 0-118-16,0 0 23 15,0 0 21-15,-48 139-16 16,21-89 20-16,0-4-33 15,7-11-19-15,2-6-24 16,7-9 0-16,6-10 8 16,5-6-7-16,0-4 4 15,16 0-3-15,13 0-2 16,7-2 0-16,6-8-46 0,1 0 4 16,-1 0-5-1,-2 0-57-15,-4 3-16 0,-8-4-32 16,-5 3-113-16,-11-2-258 15</inkml:trace>
  <inkml:trace contextRef="#ctx0" brushRef="#br0" timeOffset="46239.68">8472 8698 1045 0,'0'0'814'16,"0"0"-581"-16,0 0-180 15,0 0 82-15,0 0-33 16,-20 147-18-16,14-95-33 15,-3 2-38-15,0 1-13 0,0 3-119 16,2-14-234 0,3-14-486-16</inkml:trace>
  <inkml:trace contextRef="#ctx0" brushRef="#br0" timeOffset="47759.7">8811 8497 927 0,'0'0'391'16,"0"0"-139"-16,0 0-81 15,0 0-37-15,0 0 12 16,0 0 9-16,0 0-22 0,2 0-65 16,-2 0-35-16,0 11-26 15,0 17 11-15,-4 10 40 16,-3 10-34-16,1 5-2 16,0 1 12-16,0-2-7 15,6-5-2-15,0-8-4 16,0-7-10-16,0-6-1 15,0-4-9-15,10-8-1 16,3-4-42-16,1-3-55 16,3-7-97-16,1 0-124 15,-5-5-311-15</inkml:trace>
  <inkml:trace contextRef="#ctx0" brushRef="#br0" timeOffset="47942.05">8640 8782 1341 0,'0'0'621'0,"0"0"-420"16,0 0-96-16,0 0-36 15,0 0 22-15,0 0-54 16,140-7-27-16,-95 7-10 16,-1 0-24-16,10-2-115 15,-12-6-226-15,-9-4-933 0</inkml:trace>
  <inkml:trace contextRef="#ctx0" brushRef="#br0" timeOffset="48458.48">9114 8298 1139 0,'0'0'510'16,"0"0"-424"-16,0 0 50 16,0 0-16-16,0 0 5 15,0 0 9-15,0 0-7 16,-11-23-41-16,27 15-74 16,2 2-12-16,2 5-7 15,-5 1 7-15,-1 0-1 16,-9 17 1-16,-5 9 41 15,0 11 1-15,-23 4 19 0,-6-2 12 16,2-3-8 0,2-10-4-16,12-6-32 0,9-11-28 15,4-2 26-15,9-5-18 16,20-2 6-16,6 0-15 16,6 0-10-16,1 0-50 15,-4-4-103-15,-1 2-110 16,-10 2-221-16,-11 0-546 0</inkml:trace>
  <inkml:trace contextRef="#ctx0" brushRef="#br0" timeOffset="50250.95">9353 8865 1144 0,'0'0'410'16,"0"0"-226"0,0 0-20-16,0 0 29 0,0 0 51 15,0 0-53 1,0 0-21-16,-2-8-46 0,8 4-54 16,12 2-39-16,9-2-20 15,2 0-5-15,7 0-2 16,2 2-4-16,-3 0 0 15,4 0-58-15,-6 0-136 16,-6-1-43-16,-3-6-144 16,-8 4-272-16,-8-7-605 0</inkml:trace>
  <inkml:trace contextRef="#ctx0" brushRef="#br0" timeOffset="50444.44">9634 8652 776 0,'0'0'1051'0,"0"0"-884"16,0 0-120-16,0 0 65 15,-29 125 32-15,20-71-25 16,-2 1-49-16,1 0-27 16,4-1-36-16,4-6-7 15,2 6-55-15,0-13-161 16,0-15-282-16</inkml:trace>
  <inkml:trace contextRef="#ctx0" brushRef="#br0" timeOffset="51163.68">10084 8668 1521 0,'0'0'374'0,"0"0"-201"16,0 0 2-16,0 0-46 15,0 0-24-15,0 0-2 16,0 0-20-16,-42-36-28 16,42 24-49-16,2 0-6 0,13-2-52 15,6 0 1-15,-3 4 28 16,1 4 16-16,-3 6 6 16,-3 0-12-16,-1 5 10 15,-3 18 3-15,-9 9 6 16,0 8 18-16,-5 4 6 15,-17 4-5-15,-5-7 11 16,-2-7-14-16,2-5-14 16,6-12 7-16,4-5-15 15,9-6 1-15,4-4 0 16,4-2-1-16,0 0 0 16,4-11-82-16,15-3-22 15,8-3 61-15,2 5 13 0,0 6 9 16,-4 6 1-1,-5 0 10-15,-2 10 10 0,-9 12 12 16,-5 2 10-16,-4 4 15 16,0 0-17-16,-16 1-1 15,-1-4-19-15,-5-3-19 16,-1-1-56-16,8-10-207 16,1-4-415-16</inkml:trace>
  <inkml:trace contextRef="#ctx0" brushRef="#br0" timeOffset="52281.81">10601 8550 806 0,'0'0'363'0,"0"0"-117"16,0 0-25-16,0 0-37 15,0 0-26-15,0 0-9 0,0 0-52 16,-15-12-19-16,5 12-41 16,0 0-9-16,-5 2-8 15,-2 18 14-15,-1 10 7 16,-1 11 26-16,1 6-15 15,0 8 11-15,4 3-21 16,4-2 1-16,5-6-9 16,5-6-10-16,0-9-12 15,0-9 10-15,11-6-10 16,7-8 6-16,6-8-16 16,3-4-2-16,2 0 0 15,-2-16-35-15,-3-7-32 0,-8 0-1 16,-7-4-5-16,-9 3 23 15,0 5 50-15,-14-1 0 16,-5 8 20-16,-6 3-16 16,0 7-4-16,5 2 0 15,3 0-66-15,7 2-138 16,8 7-157-16,2-6-467 0</inkml:trace>
  <inkml:trace contextRef="#ctx0" brushRef="#br0" timeOffset="52642.7">10896 8458 1365 0,'0'0'386'15,"0"0"-240"-15,0 0-92 16,0 0-23-16,0 0-9 16,0 0 70-16,0 0 82 15,2 80-64-15,0-36-32 16,-2 6-9-16,0 4-11 16,0 0-30-16,0 0-12 15,0-5 7-15,0-6-5 16,0-4-11-16,0-7 1 15,6-4-2-15,4-7-6 0,3-5-1 16,3-4-47-16,1-7-8 16,4-3-66-1,6-2-100-15,-8-5-116 16,-1-9-401-16</inkml:trace>
  <inkml:trace contextRef="#ctx0" brushRef="#br0" timeOffset="52832.74">10757 8770 1258 0,'0'0'614'0,"0"0"-351"15,0 0-21-15,0 0-19 0,0 0-51 16,0 0-111-16,0 0-34 16,137-23-13-16,-91 23-14 15,-1 0-48-15,13 0-152 16,-12 0-106-16,-7 4-295 0</inkml:trace>
  <inkml:trace contextRef="#ctx0" brushRef="#br0" timeOffset="53364.56">11392 8828 649 0,'0'0'721'0,"0"0"-490"15,0 0-53-15,0 0 33 16,0 0 34-16,0 0-15 16,0 0-43-16,-2-7-56 15,2 5-66-15,0 2-38 16,10-4 1-16,9 0-16 16,8 0-5-16,6-1-5 15,3 5-1-15,5 0-1 16,-1 0 0-16,-3 0-55 15,-3 0-79-15,-5 0-39 16,-3 0-87-16,-5 0-233 16,-10 0-331-16</inkml:trace>
  <inkml:trace contextRef="#ctx0" brushRef="#br0" timeOffset="53929.2">11542 8652 77 0,'0'0'1310'15,"0"0"-804"-15,0 0-255 16,0 0 4-16,0 0-12 15,0 0-56-15,0 0-75 16,-2 5-70-16,0 14-42 16,2 17-1-16,-5 10 1 15,-1 11 0-15,-4 2-6 16,-3-1-82-16,2-7-136 16,-3 5-65-16,6-15-223 15,4-13-485-15</inkml:trace>
  <inkml:trace contextRef="#ctx0" brushRef="#br0" timeOffset="55812.7">12273 8594 689 0,'0'0'624'0,"0"0"-423"16,0 0-73-16,0 0-1 15,0 0-18-15,0 0 9 16,0 0 5-16,-33-24-11 16,26 20-49-16,1 2-18 15,-1 2-5-15,2 0-18 16,-2 0-19-16,-1 0 12 15,-3 5-14-15,-3 10 15 16,-4 7 26-16,1 7 2 16,-4 7 8-16,2 5 21 15,3 8-25-15,3-1 0 16,3-2-26-16,8-6 2 16,2-3 0-16,0-10-5 0,14-5-1 15,7-6-13-15,6-7-5 16,5-9-12-16,-1 0-27 15,-4 0-33-15,-5-13 2 16,-11-1 26-16,-11 0 35 16,0-2-2-16,-4 4 11 15,-19 0 13-15,-3 5-12 16,-1 2-1-16,3 5-1 16,5 0-70-16,11 0-176 15,6 0-243-15,2 0-375 0</inkml:trace>
  <inkml:trace contextRef="#ctx0" brushRef="#br0" timeOffset="56232.48">12592 8649 1370 0,'0'0'291'16,"0"0"-205"-16,0 0 75 0,0 0 19 16,-74 109 16-16,65-66-32 15,9 1-61-15,0-3-23 16,7-4-33-16,15-7-25 15,10-5-3-15,5-11-2 16,4-11-17-16,1-3 0 16,0 0-27-16,-6-19-19 15,-6-6 13-15,-9-5 3 16,-7-5 8-16,-12-4-8 16,-2-3 23-16,0-2 7 15,-14 4 34-15,-1 5 19 16,-3 10 10-16,1 9-63 15,-2 7-4-15,-3 9-125 16,7 2-229-16,1 12-555 0</inkml:trace>
  <inkml:trace contextRef="#ctx0" brushRef="#br0" timeOffset="56383.25">13252 8883 2223 0,'0'0'0'0,"0"0"-35"15,0 0-1020-15</inkml:trace>
  <inkml:trace contextRef="#ctx0" brushRef="#br0" timeOffset="68319.82">1281 10185 620 0,'0'0'954'16,"0"0"-744"-16,0 0-180 15,0 0 11-15,0 0 68 16,0 0-1-16,0 0 47 15,0 0-72-15,0 0-45 16,0 0 63-16,0 0-45 16,-2 0 43-16,2 0 5 15,0 0-62-15,0 0 61 16,-2 0-65-16,2 0-27 16,0 0 74-16,-2 0-84 15,2 0 18-15,0 0-19 16,0 0 29-16,0 0-26 15,0 0-3-15,0 0 0 0,4 4-6 16,16 5 6-16,7 5 0 16,4 7-15-16,-2 0 36 15,0 6-26-15,-3-3 5 16,-1-1 0-16,0 2-34 16,-1-4 31-16,3 0-127 15,4 2-167-15,-4-9-307 16,-9-2-426-16</inkml:trace>
  <inkml:trace contextRef="#ctx0" brushRef="#br0" timeOffset="68633.69">1956 10028 325 0,'0'0'1769'0,"0"0"-1527"16,0 0-173-16,0 0 43 0,0 0-65 15,0 0 11 1,0 0-29-16,-69 76-7 0,38-28 53 15,2 5-75 1,4-2-11-16,6-5-17 0,7 1-140 16,8-15-133-1,4-14-475-15</inkml:trace>
  <inkml:trace contextRef="#ctx0" brushRef="#br0" timeOffset="69105.2">2217 9849 1204 0,'0'0'821'0,"0"0"-498"16,0 0-113-16,0 0 23 15,0 0-176-15,0 0-42 16,0 0-15-16,-18 32 13 16,1 11-5-16,-3 7-8 15,0 4 0-15,0 0-18 16,4-4 18-16,3-6-185 15,8-3-46-15,3-15-360 16,2-11-1158-16</inkml:trace>
  <inkml:trace contextRef="#ctx0" brushRef="#br0" timeOffset="69416.88">2445 9958 965 0,'0'0'957'0,"0"0"-745"16,0 0-182-16,0 0-29 15,0 0 152-15,0 0-61 16,-56 126-25-16,43-72 28 15,2 2-18-15,6 1-4 0,5-6-73 16,0-2 11-16,5-9 10 16,10-6-21-16,7-6-21 15,1-8-43-15,6-8-66 16,13-12-73-16,-7 0-180 16,-3 0-290-16</inkml:trace>
  <inkml:trace contextRef="#ctx0" brushRef="#br0" timeOffset="69627.58">2688 10092 1500 0,'0'0'334'0,"0"0"-135"16,0 0-12-16,0 0-128 0,0 0-50 16,0 0 142-16,0 0-99 15,0 147-19-15,2-95-17 16,-2 0-5-16,3-9-4 15,1-2-7-15,0-9-71 16,3-6 4-16,4-4-149 16,-2-7-106-16,-5-8-365 0</inkml:trace>
  <inkml:trace contextRef="#ctx0" brushRef="#br0" timeOffset="69799.78">2514 10343 1791 0,'0'0'393'0,"0"0"-239"16,0 0-37-16,0 0-95 15,138-34 21-15,-89 27-43 16,-1-1-59-16,2-1-9 16,-9-1-226-16,-13 0-287 0</inkml:trace>
  <inkml:trace contextRef="#ctx0" brushRef="#br0" timeOffset="69997.03">3015 9968 1839 0,'0'0'365'16,"0"0"-224"-16,58 104-14 0,-40-45-9 15,-9 4-29 1,-7 6 1-16,-2-4-90 0,-2 2 9 15,-20-7-30-15,-4-5 7 16,-9-8-185-16,12-10-133 16,7-17-360-16</inkml:trace>
  <inkml:trace contextRef="#ctx0" brushRef="#br0" timeOffset="70372.7">3347 10314 149 0,'0'0'1584'15,"0"0"-1199"-15,0 0-79 16,0 0-54-16,0 0-55 16,0 0-61-16,0 0-87 0,34 0-5 15,-7 0-44-15,4 0 0 16,2 0-2-16,-2 0 2 15,-2 0-28-15,-6 0-33 16,-17 5-161-16,-6 7-93 16,0 2-349-16</inkml:trace>
  <inkml:trace contextRef="#ctx0" brushRef="#br0" timeOffset="70526.64">3312 10479 1144 0,'0'0'985'15,"0"0"-748"-15,0 0-22 0,0 0-73 16,0 0-47 0,0 0-95-16,149-20 23 0,-107 14-47 15,12 4-48-15,-9 2-257 16,-9 0-441-16</inkml:trace>
  <inkml:trace contextRef="#ctx0" brushRef="#br0" timeOffset="72329.5">4034 10393 1239 0,'0'0'333'15,"0"0"-180"-15,0 0-40 0,0 0 109 16,0 0-46-16,0 0-8 15,0 0 23-15,-68 2-83 16,68-2-2-16,0 0-18 16,0 0-74-16,12-14 79 15,11-7-93-15,6-6 0 16,4-5-21-16,1-2 21 16,-3 0-24-16,-2-1-36 15,-4 3-54-15,-6 4 106 16,-7 5-72-16,-4 6 49 0,-3 8 31 15,-5 2 14-15,0 7 24 16,0 0-38-16,0 0 30 16,0 19-39-16,0 12 11 15,-2 12-2-15,-5 6 46 16,-1 6-45-16,0-3 0 16,2-6-1-16,1-5-12 15,5-10 0-15,0-11-153 16,16-8-203-16,4-8-202 0</inkml:trace>
  <inkml:trace contextRef="#ctx0" brushRef="#br0" timeOffset="72743.8">4585 10176 608 0,'0'0'1011'0,"0"0"-817"15,0 0-48-15,0 0 24 16,0 0-77-16,0 0 58 16,0 0-112-16,-34-17-38 15,34 5 21-15,0 0-22 16,7-3-44-16,11 3 24 16,-1 5 13-16,2 7-12 15,-9 0 19-15,-2 17 0 16,-8 15 32-16,0 11 4 15,-18 4 13-15,-16 6-6 16,-5-3-31-16,-9-7 54 0,3-6-66 16,3-13 0-16,5-7-2 15,8-12 2 1,10-5 0-16,11 0 0 16,8-4 13-16,0-12-31 0,8 2 18 15,19 0-25-15,9 2 6 16,7 6 19-16,3 4-5 15,5 2 4-15,3 0-115 16,13 0-51-16,-13 0-324 16,-12 0-494-16</inkml:trace>
  <inkml:trace contextRef="#ctx0" brushRef="#br0" timeOffset="73015.12">5033 9956 1633 0,'0'0'249'0,"0"0"-204"16,0 0-30-16,0 0 174 16,-16 136-58-16,7-78-9 15,1 0 23-15,3 1-111 16,2-5-17-16,3-6-17 15,0-8 24-15,10-5-7 16,7-8-17-16,4-9-52 16,1-5 5-16,11-13-142 0,-8 0-154 15,-5-7-296-15</inkml:trace>
  <inkml:trace contextRef="#ctx0" brushRef="#br0" timeOffset="73181.72">4788 10261 1776 0,'0'0'470'16,"0"0"-418"-16,0 0 13 15,0 0-4-15,0 0-35 16,123 0 25-16,-70 0-51 16,20-7-154-16,-12-3-142 15,-12-1-491-15</inkml:trace>
  <inkml:trace contextRef="#ctx0" brushRef="#br0" timeOffset="73615.77">5354 9798 1517 0,'0'0'474'16,"0"0"-385"-1,0 0 63-15,0 0-10 0,0 0-77 16,0 0 19-16,0 0-84 15,45-56 0-15,-26 56-17 16,-1 1 17-16,-7 21 0 16,-11 9 22-16,0 5 1 15,-13 6 111-15,-16-2-76 16,0-6-42-16,7-8 66 16,6-10-75-16,10-7-6 15,6-4 12-15,0-5 5 16,19 0-20-16,8 0 2 0,7 0-112 15,1 0 0-15,10-5-201 16,-9 3-294-16,-9-1-424 16</inkml:trace>
  <inkml:trace contextRef="#ctx0" brushRef="#br0" timeOffset="75273.82">5507 10395 517 0,'0'0'1133'0,"0"0"-799"15,0 0-114 1,0 0 66-16,0 0-34 0,0 0-131 15,0 0-14-15,50-26-107 16,-17 20 0-16,5 3-10 16,3 3 10-16,0 0-2 15,13 0-220-15,-10 0-117 16,-7 0-279-16</inkml:trace>
  <inkml:trace contextRef="#ctx0" brushRef="#br0" timeOffset="76211.45">6373 10127 1270 0,'0'0'528'0,"0"0"-400"15,0 0-72-15,0 0-55 16,0 0 61-16,0 0 0 16,0 0-56-16,-9-14 39 15,9 14-45-15,-2 0 0 16,-3 7 0-16,-2 11 20 16,-1 3 30-16,1 2-18 15,-3 2-32-15,0 3 86 16,1 0-84-16,-5 3 15 15,-1 3 40-15,-3 1-48 16,-2-3 23-16,-2-4-32 16,4-4 14-16,2-6 5 15,3-4-19-15,2-5 0 16,4-7 13-16,3 1-13 0,1-3 21 16,3 0-21-1,-2 0 9-15,0 0 17 0,2-4-26 16,0-4-16-16,0 0 6 15,0 0 20-15,0 2-17 16,9 0 7-16,11 2-11 16,9 4-8-16,4 0 19 15,8 0-3-15,1 0-15 16,-3 0-1-16,0 0-39 16,-6-5-67-16,-6 0-65 15,-7-4 82-15,-6-3-237 16,-8-3-160-16,-6-3-63 0,0-2-5 15,0 0 573-15,-2 3 973 16,-4 3-431-16,0 9-178 16,2 3-145-16,0 2-79 15,-1 7-41-15,1 19 3 16,-3 13-5-16,0 7-41 16,3 5-50-16,-3 4 54 15,1 1-60-15,1 0-81 16,3 4-18-16,0-11-163 15,2-17-354-15</inkml:trace>
  <inkml:trace contextRef="#ctx0" brushRef="#br0" timeOffset="77602.61">6756 10221 651 0,'0'0'746'16,"0"0"-477"-16,0 0-126 0,0 0 43 15,0 0-108-15,0 0-48 16,0 0 59-16,-40-39-54 16,29 39-20-16,-3 16-15 15,3 5 15-15,3 7 75 16,3 6-25-16,5 4-32 15,0 3 37-15,0 0-42 16,18-3 0-16,0-1 5 16,1-8-24-16,-1 0 64 15,-2-8-73-15,-3-5 0 16,-6-4 7-16,-3-1-6 16,-4-6-1-16,0 0 0 0,-6-1 12 15,-12-2-6-15,-6-2-6 16,1 0-30-16,8-9 23 15,3-12-32-15,12-9-18 16,0-7-14-16,19 0-20 16,12-4 75-16,2 1 3 15,0 2 5-15,-4 2 8 16,-6 6 24-16,-8 7 81 16,-8 6 46-16,-7 6-80 15,0 4 46-15,-3 5-117 16,-9 2-112-16,1 0-7 15,11 5-176-15,0 8-308 16,0-6-574-16</inkml:trace>
  <inkml:trace contextRef="#ctx0" brushRef="#br0" timeOffset="77892.69">7220 10069 1437 0,'0'0'270'16,"0"0"-211"-16,0 0 106 16,0 0-134-16,0 0-31 15,0 0 153-15,0 0-20 16,-23 106-22-16,15-52 1 16,-1 6-85-16,-1 2 105 0,6-4-99 15,4-3-33-15,0-8 39 16,0-5-38-16,11-5-1 15,9-9 0-15,7-6 4 16,2-8-38-16,0-6 0 16,2-6-94-16,3-2-74 15,-12-14-183-15,-7-5-507 0</inkml:trace>
  <inkml:trace contextRef="#ctx0" brushRef="#br0" timeOffset="78045.52">7095 10447 818 0,'0'0'1295'0,"0"0"-1011"16,0 0-201-16,0 0 10 0,0 0-84 15,0 0-7-15,154-26-2 16,-90 16-174-16,-12 4-180 16,-8-2-1328-16</inkml:trace>
  <inkml:trace contextRef="#ctx0" brushRef="#br0" timeOffset="78913.64">7725 10430 553 0,'0'0'979'16,"0"0"-678"-16,0 0-44 15,0 0 75-15,0 0-210 16,0 0-49-16,0 0-67 16,110-19 24-16,-67 17-29 15,1 2-1-15,0 0-85 16,5-2-80-16,-11 2-335 16,-11-4-283-16</inkml:trace>
  <inkml:trace contextRef="#ctx0" brushRef="#br0" timeOffset="79131.2">7976 10200 1475 0,'0'0'629'0,"0"0"-544"15,0 0-52-15,0 0 35 16,-32 105-3-16,23-57 69 15,2 2-99-15,3 0-17 16,4-4-18-16,0-6-77 16,2-8-79-16,14-9-184 15,2-11-340-15</inkml:trace>
  <inkml:trace contextRef="#ctx0" brushRef="#br0" timeOffset="79643.95">8390 10207 575 0,'0'0'1089'0,"0"0"-864"16,0 0-97-16,0 0-85 15,0 0-10-15,0 0-1 0,0 0-31 16,-5-109 43-16,19 101-44 16,1 7 0-1,1 1-6-15,-3 7 21 0,-4 19 26 16,-4 11 72-16,-5 7-36 16,0 2 19-16,-11-1-67 15,-7 0-29-15,-2-12 51 16,2-6-51-16,5-8 0 15,6-12-1-15,3-2 18 16,4-5-2-16,0 0-15 16,0 0 0-16,19-7-33 15,4-7-21-15,2 2-14 16,1 4 34-16,-4 5 23 16,-2 3 10-16,-3 5 1 15,-5 15 0-15,-7 6 70 0,-5 1-51 16,0 2 8-16,-11 2 4 15,-14-4-22-15,-2 0 13 16,1-8-22-16,1-1-44 16,5-5 6-16,9-13-166 15,6 0-147-15,5 0-502 0</inkml:trace>
  <inkml:trace contextRef="#ctx0" brushRef="#br0" timeOffset="80010.55">8950 10046 1356 0,'0'0'365'0,"0"0"-208"16,0 0-44-16,0 0 29 15,0 0-20-15,0 0 24 16,-135 23-32-16,110 21-38 15,0 9 35-15,7 10-69 16,7-1-42-16,9-4 76 16,2-6-76-16,2-9 1 15,19-8 14-15,6-11-2 16,4-8-16-16,4-10 3 16,-4-6 0-16,0 0-31 0,-7-10 31 15,-10-10-9 1,-10-4 3-16,-4 0 12 0,-2 0 21 15,-21 4-27-15,-6 6 7 16,0 6-29-16,-2 8 2 16,-4 0-206-16,10 0-332 15,8 2-1095-15</inkml:trace>
  <inkml:trace contextRef="#ctx0" brushRef="#br0" timeOffset="80117.48">9101 10314 1818 0,'0'0'0'0,"0"0"-500"16</inkml:trace>
  <inkml:trace contextRef="#ctx0" brushRef="#br0" timeOffset="82224.56">1239 11562 1699 0,'0'0'388'16,"0"0"-315"-16,0 0 19 15,0 0 4-15,0 0 21 16,0 0 10-16,0 0-74 16,-2 0 8-16,13 2-59 15,9 6 10-15,7 0 97 16,8 6-109-16,7 2 0 16,4 0 13-16,0 2-6 15,1-2 2-15,-1 0-9 16,-3-3-70-16,-1 1-30 15,0-5-156-15,-7 0-269 16,-12-5-322-16</inkml:trace>
  <inkml:trace contextRef="#ctx0" brushRef="#br0" timeOffset="82458.47">1939 11414 1388 0,'0'0'661'16,"0"0"-593"-16,0 0-55 15,0 0 69-15,0 0-57 16,0 0 103-16,0 0-22 16,-27 141-72-16,16-92-1 15,-5-5-33-15,5 1-60 16,-2 1 14-16,6-12-242 15,3-10-374-15</inkml:trace>
  <inkml:trace contextRef="#ctx0" brushRef="#br0" timeOffset="82804.97">2175 11315 1684 0,'0'0'379'15,"0"0"-269"-15,0 0 4 16,0 0-25-16,0 0-74 16,0 0 40-16,0 0-39 15,0 53 3-15,-4-17 24 16,-3 4-43-16,-2 1 0 16,3 6-23-16,1-11-237 0,3-10-279 15</inkml:trace>
  <inkml:trace contextRef="#ctx0" brushRef="#br0" timeOffset="83110.08">2436 11319 1356 0,'0'0'289'0,"0"0"-98"0,0 0-7 16,-38 113-10-16,25-65-73 16,1 1 66-16,6-2-122 15,4-1-35-15,2-6 17 16,0-6-26-16,8-5-1 15,13-10-27-15,16-9-123 16,-3-6-94-16,-3-4-389 0</inkml:trace>
  <inkml:trace contextRef="#ctx0" brushRef="#br0" timeOffset="83354.55">2703 11416 153 0,'0'0'1435'0,"0"0"-1149"0,0 0-38 16,0 0-187-16,0 0-60 16,0 0 26-16,0 0 95 15,0 95-13-15,-2-44-56 16,0 1-53-16,2-2 58 16,0-6-58-16,0-4 0 15,0-8-7-15,2-7 7 16,5-7-61-16,-1-8-104 15,-1-10-150-15,-5 0-35 16,0-2-321-16</inkml:trace>
  <inkml:trace contextRef="#ctx0" brushRef="#br0" timeOffset="83503.92">2637 11624 1512 0,'0'0'326'0,"0"0"-153"0,0 0-36 16,0 0-84-16,0 0-41 15,0 0 72-15,143-11-84 16,-112 11-84-16,2 0-74 16,-6 0-215-16,-10-5-439 0</inkml:trace>
  <inkml:trace contextRef="#ctx0" brushRef="#br0" timeOffset="83687.39">3044 11330 1362 0,'0'0'578'0,"0"0"-493"0,0 0 37 16,0 0 5-16,41 148 11 15,-37-92-110-15,-4 4 79 16,0 2-107-16,0-1-1 16,0-5-11-16,-2-6-178 15,0-16-178-15,2-14-459 0</inkml:trace>
  <inkml:trace contextRef="#ctx0" brushRef="#br0" timeOffset="83998.9">3403 11647 1592 0,'0'0'388'16,"0"0"-166"-16,0 0 3 16,0 0-103-16,0 0 14 15,0 0-45-15,0 0-91 16,50-3 61-16,-26 3-61 15,0 0-14-15,3 0 5 16,-2 0-131-16,-5 0-105 0,-7 4-314 16,-9 0-583-16</inkml:trace>
  <inkml:trace contextRef="#ctx0" brushRef="#br0" timeOffset="84145.93">3388 11722 1403 0,'0'0'581'15,"0"0"-443"-15,0 0-113 16,0 0 21-16,0 0 34 16,0 0-79-16,0 0-2 15,140 15-31-15,-97-15-160 0,-1 0-446 16</inkml:trace>
  <inkml:trace contextRef="#ctx0" brushRef="#br0" timeOffset="84487.05">3995 11454 1137 0,'0'0'680'0,"0"0"-355"16,0 0-179-16,0 0-138 15,0 0 53-15,0 0 28 16,0 0-17-16,-75 104 22 15,75-66-51-15,0-1-4 16,0-8-23-16,17-5-1 0,4-5 45 16,6-12-60-16,4-7-39 15,2 0 17-15,-4-7-54 16,-4-16 12-16,-7-7-18 16,-9-1-53-16,-9-6 105 15,0 3-14-15,-9 2 44 16,-7 8 127-16,1 8-51 15,1 10-76-15,-1 6-83 16,3 0-235-16,6 8-271 0</inkml:trace>
  <inkml:trace contextRef="#ctx0" brushRef="#br0" timeOffset="85036.64">4743 11618 35 0,'0'0'1555'0,"0"0"-1071"15,0 0-197-15,0 0-34 0,0 0-73 16,0 0-93-1,0 0-72-15,16 0 40 0,13 0-55 16,4 0 0-16,5 0-4 16,2 0 4-16,-2 0-42 15,0 0-95-15,-2-3-158 16,-7 2-185-16,-11 0-566 0</inkml:trace>
  <inkml:trace contextRef="#ctx0" brushRef="#br0" timeOffset="85279.65">4794 11743 918 0,'0'0'988'0,"0"0"-504"16,0 0-349-16,0 0 49 15,0 0-130-15,0 0-53 16,0 0 61-16,79 0-62 16,-39 0 0-16,2 0 0 15,1-3-175-15,5-2-3 16,-7-1-344-16,-12-1-715 0</inkml:trace>
  <inkml:trace contextRef="#ctx0" brushRef="#br0" timeOffset="85561.65">5216 11522 717 0,'0'0'718'15,"0"0"-631"-15,0 0-80 16,0 0 121-16,0 0-8 15,0 0 1-15,0 0 64 16,48 140-104-16,-54-97-10 16,-17-4-39-16,0 2-23 15,-9-5 22-15,3-6-31 0,0-6-40 16,5-6 0-16,-1-10-122 16,0-8-30-16,6 0-72 15,3-10-277-15</inkml:trace>
  <inkml:trace contextRef="#ctx0" brushRef="#br0" timeOffset="85762.82">4850 11485 1512 0,'0'0'650'0,"0"0"-505"16,0 0-53-16,0 0-8 15,-132 53-32-15,106-13 82 16,6 8-76-16,9 6-56 15,8 3 50-15,3-3-52 16,3-6-7-16,19-4 6 0,7-9-96 16,22-10 13-16,-4-9-198 15,-7-10-495-15</inkml:trace>
  <inkml:trace contextRef="#ctx0" brushRef="#br0" timeOffset="87005.79">5648 11740 1332 0,'0'0'372'0,"0"0"-153"16,0 0 6-16,0 0-18 16,0 0 41-16,0 0-155 15,0 0-34-15,0 0-3 16,21-14-47-16,8-5 24 15,4-9-33-15,2-3-57 16,3-2 51-16,-5 2-140 16,-1-1 21-16,-8 2 7 0,-6 5-25 15,-5 6 93-15,-4 3 16 16,-6 8 34 0,-3 2 136-16,0 6-88 0,0 0-35 15,0 2 7-15,0 20-19 16,-9 6 96-16,-2 8-73 15,2 4-9-15,2 2 26 16,0-4-41-16,5 0-10 16,2 3 3-16,0-11-181 15,0-10-385-15</inkml:trace>
  <inkml:trace contextRef="#ctx0" brushRef="#br0" timeOffset="87504.43">6333 11530 1371 0,'0'0'765'0,"0"0"-633"16,0 0-116-16,0 0 37 0,0 0 27 15,0 0-37-15,0 0 54 16,-60-86-97-16,68 65 0 16,5 5-13-16,3 9 27 15,-3 7-28-15,-5 0 11 16,-4 23 3-16,-4 18 24 15,-7 13-23-15,-21 6-1 16,-13 2 17-16,-5-4-11 16,-2-9 31-16,4-11-37 15,3-14 0-15,8-10-19 16,6-12 19-16,8-2-30 16,9-6 30-16,8-16-79 15,2-4 18-15,12-1-4 16,17 5-18-16,4 7 68 15,7 11-16-15,0 4 1 0,5 0 29 16,-3 15-20-16,16 4-119 16,-11-5-258-16,-9-7-433 0</inkml:trace>
  <inkml:trace contextRef="#ctx0" brushRef="#br0" timeOffset="87738.23">6631 11379 1126 0,'0'0'701'0,"0"0"-660"0,0 0-15 15,0 0 8-15,0 0 96 16,-2 123 65 0,-1-73-81-16,3-1-19 0,0 2-79 15,3-5 11-15,13-5-11 16,1-7-16-16,1-9-56 15,5-7-26-15,1-11-172 16,-4-7-137-16,-6 0-603 0</inkml:trace>
  <inkml:trace contextRef="#ctx0" brushRef="#br0" timeOffset="87892.2">6439 11686 1741 0,'0'0'556'0,"0"0"-418"15,0 0-79-15,0 0-26 16,0 0-33-16,148-15-31 16,-77 3-21-1,-11 0-411-15,-9 0-740 0</inkml:trace>
  <inkml:trace contextRef="#ctx0" brushRef="#br0" timeOffset="88259.74">6961 11300 1324 0,'0'0'698'15,"0"0"-441"-15,0 0-122 16,0 0-129-16,0 0 16 16,0 0-22-16,0 0-25 15,64-4 16-15,-54 27 3 16,-10 12 6-16,0 3 27 16,-20 2-26-16,-9-1 102 15,2-8-79-15,5-7-6 16,8-10 40-16,12-6-57 15,2-8 39-15,4 0-12 16,23 0-13-16,7-5-30 0,3-6-64 16,13-1-69-16,-13 2-154 15,-6 2-557-15</inkml:trace>
  <inkml:trace contextRef="#ctx0" brushRef="#br0" timeOffset="88490.9">7376 11705 1699 0,'0'0'709'0,"0"0"-548"15,0 0-21-15,0 0-94 16,0 0-28-16,0 0-18 15,0 0-46-15,147-12-35 16,-107 12-225-16,-7 0-466 0</inkml:trace>
  <inkml:trace contextRef="#ctx0" brushRef="#br0" timeOffset="89132.66">8275 11396 1925 0,'0'0'319'16,"0"0"-319"-16,0 0-132 15,0 0 132-15,0 0 58 16,-68 126 53-16,44-70 84 15,-1 1-144-15,-1-3-44 16,-1-10 37-16,4-12-43 16,6-10-1-16,1-11 0 15,7-4 24-15,5-7 28 16,2 0-52-16,2-12-9 16,0-8 8-16,8-5-27 15,13 3 1-15,2 3 19 16,4 5 8-16,5 3-12 15,1 2 12-15,3 7 0 16,-2-5-9-16,-3 2 11 0,-2-2-4 16,-5-3 2-16,-4-2-118 15,-6-3 61-15,-5 1-120 16,-7 3 66-16,0 1 111 16,-2 6 44-16,0 4 89 15,0 0-96-15,0 4-4 16,-7 22 27-16,1 10-49 15,-2 8 1-15,2 7 6 16,2-3-18-16,2-2-18 16,2-2-111-16,0-12-383 15,2-14-875-15</inkml:trace>
  <inkml:trace contextRef="#ctx0" brushRef="#br0" timeOffset="89559.72">8557 11450 664 0,'0'0'609'0,"0"0"-244"15,0 0-127-15,0 0-18 16,0 0-104-16,11 130-45 15,5-92 45-15,-3 0-97 16,3 0 21-16,-7-3-21 0,-3-1 2 16,-6-3 1-16,0-2-22 15,-4-5 0-15,-16-6 6 16,-2-6-6-16,-3-6-7 16,3-6 1-16,1 0-22 15,11-11 5-15,5-14-12 16,5-6-60-16,11-5 50 15,18-4-34-15,7-2 79 16,2 3 17-16,0 2 10 16,-7 4 41-16,-6 4-47 15,-10 5 17-15,-8 8 114 16,-7 6-105-16,0 6-29 16,0 4-18-16,-5 0-255 15,-4 0-105-15,7 4-771 0</inkml:trace>
  <inkml:trace contextRef="#ctx0" brushRef="#br0" timeOffset="89833.56">8952 11333 1475 0,'0'0'294'16,"0"0"-159"-16,0 0-135 15,0 0 77-15,0 0 120 16,-25 111-46-16,14-58 11 16,2 2-96-16,2 3-34 0,5-1 73 15,2-6-104-15,0-2 5 16,0-5-6-16,4-9-2 16,6-9 1-16,3-5-93 15,-2-10-68-15,5-11 32 16,-5 0-132-16,-5-9-354 0</inkml:trace>
  <inkml:trace contextRef="#ctx0" brushRef="#br0" timeOffset="89965.77">8829 11729 937 0,'0'0'1162'16,"0"0"-776"-16,0 0-183 16,0 0-50-16,0 0-153 15,0 0 18-15,0 0-51 0,140-56-7 16,-74 55-188-16,-14 1-240 15,-2 0-331-15</inkml:trace>
  <inkml:trace contextRef="#ctx0" brushRef="#br0" timeOffset="90321.96">9487 11610 1967 0,'0'0'550'16,"0"0"-466"-16,0 0 20 16,0 0-104-16,0 0 0 15,0 0 3-15,0 0 3 16,138-24-5-16,-107 24-1 16,-4 0-144-16,-4-2 15 0,-11-4-178 15,-7 0-66 1,-5-2-293-16</inkml:trace>
  <inkml:trace contextRef="#ctx0" brushRef="#br0" timeOffset="90461.69">9672 11510 801 0,'0'0'997'15,"0"0"-711"-15,0 0-182 16,0 0-104-16,0 0 0 16,0 0 55-16,-38 118-37 15,25-66-6-15,2 5-12 16,3 4-83-16,6-10-205 15,2-17-879-15</inkml:trace>
  <inkml:trace contextRef="#ctx0" brushRef="#br0" timeOffset="91032.61">10061 11485 1343 0,'0'0'536'0,"0"0"-250"16,0 0-102-16,0 0-75 16,0 0-28-16,0 0-19 0,0 0-19 15,-2-92-43-15,14 87-6 16,1 3-34-16,1 2 40 16,-1 4-10-16,-9 20-1 15,-4 10 22-15,0 8 2 16,-8 4-13-16,-15 0 14 15,0-7 36-15,4-10-50 16,5-8 0-16,8-12-7 16,6-5 19-16,0-4 9 0,0 0-21 15,18 0-76 1,3-11 75-16,4 2-115 16,0 4-3-16,-3 2 77 0,-4 3 15 15,-2 0 27 1,-5 12 14-16,-7 9 4 0,-4 0 108 15,0 4-93-15,-9-2-8 16,-15 2 41-16,-3-3-50 16,-1-6 11-16,3-4-27 15,5-5-85-15,11-7 24 16,5 0-216-16,4-3-403 0</inkml:trace>
  <inkml:trace contextRef="#ctx0" brushRef="#br0" timeOffset="91349.77">10508 11393 1415 0,'0'0'508'16,"0"0"-417"-16,0 0-91 16,0 0 1-16,0 0 103 15,0 0 81-15,-132 121-83 16,116-75 44-16,10 0-127 15,6-2-7-15,0-5 29 16,8-10-30-16,11-7 8 16,1-6-19-16,0-7-1 15,0-7-26-15,-5-2 27 16,-3 0-4-16,-10-16-17 0,-2-2 20 16,-4-3 0-16,-23 3 0 15,-2 6 1-15,-2 9-45 16,2 3 35-16,2 1-194 15,8 12-180-15,11-3-550 0</inkml:trace>
  <inkml:trace contextRef="#ctx0" brushRef="#br0" timeOffset="91789.98">10962 11671 1360 0,'0'0'655'0,"0"0"-376"15,0 0 8 1,0 0-64-16,0 0-158 0,0 0 21 16,0 0-86-16,98-36-7 15,-69 34-14-15,-2 2-55 16,0 0-123-16,-9 0-116 16,-7 0-376-16</inkml:trace>
  <inkml:trace contextRef="#ctx0" brushRef="#br0" timeOffset="91954.06">10952 11767 1726 0,'0'0'583'0,"0"0"-470"16,0 0-106-16,0 0 42 0,0 0-49 15,0 0-25-15,137-16 9 16,-87 13-258-16,-4-1-388 0</inkml:trace>
  <inkml:trace contextRef="#ctx0" brushRef="#br0" timeOffset="92227.75">11612 11543 1726 0,'0'0'616'15,"0"0"-518"-15,0 0-98 16,0 0-12-16,0 0 12 0,0 0 49 15,0 0-40-15,-87 133 77 16,95-101-86-16,21-7 1 16,11-10-28-16,7-10 24 15,7-5-18-15,-3-10-16 16,-6-15-43-16,-10-3 73 16,-14 0-44-16,-19 1-82 15,-2 0 95-15,-21 3 7 16,-14 6 31-16,-8 7-9 15,-15 8-94-15,9 3-174 0,7 0-560 16</inkml:trace>
  <inkml:trace contextRef="#ctx0" brushRef="#br0" timeOffset="93924.61">4813 12901 192 0,'0'0'1120'16,"0"0"-840"-16,0 0-84 0,0 0 12 16,0 0-19-16,0 0 95 15,0 0-145-15,-12 0-4 16,12 0 19-16,0 0-73 15,0 0 20-15,0 0-101 16,0 0 30-16,14 0-15 16,10-4-15-16,10 0-13 15,4-1 2-15,1 0-41 16,3 1-38-16,8 1-171 16,-13-1-337-16,-8-1-480 0</inkml:trace>
  <inkml:trace contextRef="#ctx0" brushRef="#br0" timeOffset="94163.45">4859 12985 1631 0,'0'0'601'0,"0"0"-479"15,0 0-14-15,0 0-19 16,0 0 29-16,0 0-118 16,0 0 6-16,152-14-20 15,-105 11-4-15,-5 1-107 16,7-2-156-16,-13 0-292 16,-9-3-566-16</inkml:trace>
  <inkml:trace contextRef="#ctx0" brushRef="#br0" timeOffset="94396.28">5338 12755 1141 0,'0'0'506'16,"0"0"-486"-16,0 0 34 16,0 0-26-16,0 0 42 15,0 0 62-15,0 0-22 16,54 92-7-16,-56-56-19 15,-21 1-38-15,-3-3 50 16,-3-4-96-16,-5-5-15 0,-1-5-1 16,-1-6-135-16,-17-11-57 15,7-3-174-15,7 0-372 0</inkml:trace>
  <inkml:trace contextRef="#ctx0" brushRef="#br0" timeOffset="94544.55">4685 12832 1285 0,'0'0'822'0,"0"0"-704"16,0 0-88-16,-136 64 47 16,105-19-45-16,9 8 32 15,11 5-53-15,11 4 0 16,4-2-22-16,58 5-105 16,-1-20-172-16,1-13-572 0</inkml:trace>
  <inkml:trace contextRef="#ctx0" brushRef="#br0" timeOffset="95418.73">5953 12677 849 0,'0'0'909'0,"0"0"-602"15,0 0-117-15,0 0-21 0,0 0-145 16,0 0-9 0,0 0-15-16,-4 20 12 0,4 18 40 15,2 11-27-15,5 4 0 16,-1 7 74-16,0 2-80 16,-4 1-3-16,-2-1 7 15,0 2-8-15,0-2 19 16,0-4-34-16,0 0 0 15,0-5-3-15,0-7 3 16,2-9 0-16,2-3-3 16,-2-8 24-16,3-7-21 0,-1-3 0 15,-2-4 0 1,3 1-8-16,-2-2 8 16,-3 0 0-16,0-3-1 15,0-3 11-15,0 2-10 0,0-4 0 16,0-1 0-1,0 0-6-15,0-2 6 0,0 0 0 16,0 0-1-16,0 0 12 16,0 0-11-16,0 0 0 15,0 0 0-15,0 2-12 16,0-2 12-16,0 0 0 16,0 3-6-16,0-3 10 15,2 0-20-15,0 0 7 16,0 0 9-16,2 0 3 15,5 0-2-15,3 0-1 0,5 0 0 16,8 0 16-16,2 0-8 16,6 0-8-16,0-3-37 15,1-3 26-15,-3 1-123 16,0-3-127-16,-6-1-234 16,-11 1-602-16</inkml:trace>
  <inkml:trace contextRef="#ctx0" brushRef="#br0" timeOffset="95879.46">5871 12668 1390 0,'0'0'923'16,"0"0"-664"-16,0 0-126 15,0 0 73-15,0 0-176 16,0 0-24-16,0 0-2 15,89-5 10-15,-46 10-28 16,3 2-41-16,12-2-197 16,-8 2-96-16,-13-5-946 0</inkml:trace>
  <inkml:trace contextRef="#ctx0" brushRef="#br0" timeOffset="97839.72">6751 12526 1305 0,'0'0'394'0,"0"0"-198"16,0 0 53-1,0 0-32-15,0 0-89 0,0 0 88 16,0 0-143-16,8-37-21 15,-8 37-2-15,0 0-50 16,0 19 2-16,0 18-2 16,4 11 0-16,-2 10 59 15,2 3-59-15,3-6 0 16,-1-6 8-16,2-10 4 16,3-8-9-16,2-9-3 15,5-7-42-15,4-4 30 16,1-8-177-16,-6-3-73 15,-3-1-262-15,-10-13-535 0</inkml:trace>
  <inkml:trace contextRef="#ctx0" brushRef="#br0" timeOffset="97992.67">6634 12753 1982 0,'0'0'382'15,"0"0"-164"-15,0 0-85 16,0 0-66-16,0 0-28 15,0 0-32-15,144-18-14 16,-79 18-104-16,-12 6-260 16,-8 0-424-16</inkml:trace>
  <inkml:trace contextRef="#ctx0" brushRef="#br0" timeOffset="98929.55">7413 12770 1207 0,'0'0'504'0,"0"0"-262"0,0 0 68 16,0 0-94-16,0 0 55 15,0 0-150-15,0 0-78 16,-4-9 34-16,8 9-77 16,15-2 0-16,3 2 0 15,4 0-11-15,5 0 5 16,-2 0-66-16,-2 0-128 16,-4 6 8-16,-5 2-332 15,-12 0-207-15</inkml:trace>
  <inkml:trace contextRef="#ctx0" brushRef="#br0" timeOffset="99079.56">7436 12881 937 0,'0'0'1052'15,"0"0"-802"-15,0 0-198 16,0 0 52-16,0 0 38 16,0 0-136-16,0 0-6 15,141-2-5-15,-77-5-123 16,-8 0-149-16,-10 0-678 0</inkml:trace>
  <inkml:trace contextRef="#ctx0" brushRef="#br0" timeOffset="99342.65">8022 12811 1440 0,'0'0'835'15,"0"0"-835"-15,0 0-37 0,0 0 37 16,0 0 0-1,45-138 16-15,-36 98 153 16,-1 3-135-16,2 3-5 0,-6 9 58 16,1 6 76-16,-5 9 19 15,2 6-136-15,-2 4-25 16,0 0-10-16,0 21-11 16,0 16-12-16,0 16-2 15,0 7-19-15,0 6-13 16,0-2-135-16,-5 10-83 15,3-16-59-15,0-15-681 0</inkml:trace>
  <inkml:trace contextRef="#ctx0" brushRef="#br0" timeOffset="101063.01">6869 13288 1243 0,'0'0'232'15,"0"0"-115"-15,0 0 2 16,0 0-50-16,0 0 114 16,0 0-81-16,0 0-12 15,5-27 10-15,-5 27-46 0,0 0 27 16,0 0-81 0,0 0 21-16,0 0-12 15,0 0-9-15,0 18 0 0,0 10 10 16,0 11 1-1,0 10 36-15,0 6-32 0,0-2-6 16,0-1 56-16,0-3-65 16,0-7 0-16,0-6 3 15,3-9 6-15,3-4-18 16,7-8-13-16,3-4-124 16,4-7 12-16,5-4-130 15,-5 0-232-15,-7-8-329 0</inkml:trace>
  <inkml:trace contextRef="#ctx0" brushRef="#br0" timeOffset="101244.69">6730 13554 1793 0,'0'0'583'16,"0"0"-473"-16,0 0 44 15,0 0-25-15,0 0-110 16,0 0-6-16,151-17-13 15,-98 17-58-15,-1 0-12 16,12 0-159-16,-10 0-293 16,-12 0-428-16</inkml:trace>
  <inkml:trace contextRef="#ctx0" brushRef="#br0" timeOffset="101516.7">7548 13534 1585 0,'0'0'676'15,"0"0"-558"-15,0 0 0 16,0 0-5-16,0 0-106 15,0 0 36-15,118-26-43 16,-80 26-58-16,-5 0-9 16,-8 0-138-16,-10 3-114 0,-11 8-194 15,-4 1-201-15</inkml:trace>
  <inkml:trace contextRef="#ctx0" brushRef="#br0" timeOffset="101662.7">7581 13622 1882 0,'0'0'376'16,"0"0"-185"-16,0 0-94 16,0 0-27-16,0 0-66 15,113-10-4-15,-70 5-13 16,11 2-219-16,-12 0-366 16,-7 2-990-16</inkml:trace>
  <inkml:trace contextRef="#ctx0" brushRef="#br0" timeOffset="102224.6">8225 13450 1341 0,'0'0'306'0,"0"0"-203"0,0 0 74 15,0 0-72-15,0 0-13 16,0 0 61-16,0 0-106 16,-29-46-20-16,29 39 7 15,0-1-12-15,0 0 38 16,2 2-60-16,9 3 6 15,1 3-9-15,1 0 3 16,-4 3-8-16,-2 17 7 16,-5 6 2-16,-2 3 53 15,0 6-36-15,-9 0-7 16,-7-6 39-16,3-5-50 16,-1-5 0-16,8-7-6 15,2-4 20-15,4-6-11 16,0-2-3-16,4 0-14 0,18 0-30 15,5 0 44-15,1 0-73 16,7 0 34-16,-6 0 35 16,-3 10-8-16,-4 6 12 15,-6 3 0-15,-9 4 46 16,-7-1-37-16,0 2 22 16,-21-2 45-16,-10-2-30 15,-6-2 17-15,-3-1-63 16,3-8-48-16,6-3 33 15,7-6-162-15,6 0-186 16,12 0-564-16</inkml:trace>
  <inkml:trace contextRef="#ctx0" brushRef="#br0" timeOffset="102567.68">8956 13062 902 0,'0'0'1479'16,"0"0"-1470"-16,0 0-9 15,0 0-368-15,0 0-341 0</inkml:trace>
  <inkml:trace contextRef="#ctx0" brushRef="#br0" timeOffset="112937.09">1391 14843 1194 0,'0'0'338'0,"0"0"-130"16,0 0-5 0,0 0-17-16,0 0 24 15,0 0-136-15,0 0-16 0,0 0 6 16,0 0-19-16,0 0 35 16,0-2-42-16,0 2-37 15,0 0 48-15,0 0-49 16,0 0 0-16,0 0-12 15,0 0 15-15,0 0-14 16,0 0-5-16,0 0 11 16,0 0-17-16,0 0 22 15,0 0 0-15,0 0-1 16,0 0 12-16,0 0-2 16,0 0-9-16,0 0-9 0,0 0-22 15,0 0-6-15,4 10 4 16,2 0 32-16,3 1 2 15,1 0 4-15,-2-3-5 16,1-4 0-16,-2 0-14 16,0-4 14-16,-3 0 0 15,3 0 0-15,-5 0 9 16,0-12 6-16,-2-5-15 16,0 0 0-16,0-2 9 15,-7 1 13-15,-3 0-7 16,-2 8 70-16,1-2-18 15,3 6 5-15,0 2-72 0,6 4 12 16,-2 0-18 0,4 0 6-16,0 0-25 0,0 10 2 15,0 2-84-15,0-3 44 16,11 1-7-16,2-6-43 16,3-3 21-16,-5-1-211 15,-2 0-512-15</inkml:trace>
  <inkml:trace contextRef="#ctx0" brushRef="#br0" timeOffset="113725.73">1763 14622 1698 0,'0'0'353'15,"0"0"-102"-15,0 0 19 16,0 0-92-16,0 0 26 15,0 0-117-15,0 0-48 16,-23-30 45-16,23 30-71 0,0 0 2 16,0 0-15-16,0 0 8 15,14 2-29-15,11 14 21 16,1 7 0-16,8 2-17 16,1 3 17-16,-1 0 0 15,-1 2 0-15,0-4-21 16,1 2 20-16,-3-1-89 15,12-1-128-15,-8-5-75 16,-8-6-403-16</inkml:trace>
  <inkml:trace contextRef="#ctx0" brushRef="#br0" timeOffset="114044.47">2471 14450 2111 0,'0'0'376'0,"0"0"-333"16,0 0-34-16,0 0 34 16,0 0-9-16,-113 142 51 15,84-96-85-15,2 7 16 0,5 0-44 16,1 5-84 0,11-14-238-16,3-11-575 0</inkml:trace>
  <inkml:trace contextRef="#ctx0" brushRef="#br0" timeOffset="114452.12">2755 14459 1510 0,'0'0'594'0,"0"0"-576"15,0 0-17-15,0 0 24 16,0 0 25-16,0 0 72 16,-116 82-5-16,91-31-52 0,8 2 64 15,5 6-88-15,10-5-16 16,2-1 18-16,4-6-37 16,21-1-6-16,6-11-74 15,25-12-126-15,-6-9-131 16,-9-8-923-16</inkml:trace>
  <inkml:trace contextRef="#ctx0" brushRef="#br0" timeOffset="114749.74">2835 14841 2039 0,'0'0'482'16,"0"0"-458"-16,0 0-23 15,0 0 21-15,0 0-21 0,0 0-2 16,96-115-7-16,-74 87-71 16,-2 2 49-16,-7-1-42 15,-3 4 55-15,-4 8 17 16,-4 4 46-16,-2 7 60 16,0 4-39-16,0 0-58 15,0 9 23-15,0 23-32 16,0 9 0-16,0 15 5 15,0-2-5-15,0 1-16 16,0-7-83-16,13-8-135 16,1-17-91-16,-1-11-647 0</inkml:trace>
  <inkml:trace contextRef="#ctx0" brushRef="#br0" timeOffset="114970.07">3225 14408 649 0,'0'0'1438'16,"0"0"-1332"-16,0 0-72 15,0 0 102-15,114 121-46 16,-96-58 40-16,-9 4-16 16,-9 4-97-16,0-1 56 15,-3-1-73-15,-15-9-22 16,-6-7-29-16,-2-6-172 0,3-15-302 15,7-15-469-15</inkml:trace>
  <inkml:trace contextRef="#ctx0" brushRef="#br0" timeOffset="115409.68">3700 14772 1121 0,'0'0'992'15,"0"0"-599"-15,0 0-126 16,0 0-47-16,0 0-63 15,0 0-115-15,0 0 1 16,-2 0-43-16,15 0 0 0,9 3-30 16,7 1 30-16,3 5-76 15,-1 0-11-15,-4 9-185 16,-7-4-60-16,-9-2-393 0</inkml:trace>
  <inkml:trace contextRef="#ctx0" brushRef="#br0" timeOffset="115546.61">3680 14927 1437 0,'0'0'824'0,"0"0"-552"16,0 0-116-16,0 0 34 15,0 0-110-15,0 0-80 16,0 0-9-16,153-4-187 0,-110 4-168 16,-7 4-580-16</inkml:trace>
  <inkml:trace contextRef="#ctx0" brushRef="#br0" timeOffset="122069.75">4478 14664 1380 0,'0'0'327'0,"0"0"-123"16,0 0-8-1,0 0 3-15,0 0-7 0,0 0-111 16,0-19-14-16,0 16-1 16,0 3-60-16,0 0 34 15,0 0-40-15,0 0 0 16,0 0 12-16,0 0-12 15,-3 8 0-15,-10 14 0 16,-5 4 2-16,-1 10-2 16,-6 2 0-16,0 2 0 0,0-1-3 15,4-9 3 1,-2-2 0-16,5-8-8 0,3-4 23 16,-1-4-19-1,7-7 4-15,1 0 0 16,6-3-18-16,-2-2 18 0,4 0 0 15,0 0-2 1,0 0 14-16,0 0-16 0,8 0 4 16,9 0 0-16,8-7-2 15,8 0 2-15,5 2 0 16,3-4-10-16,-2 4-2 16,1-4-39-16,-3 5-105 15,2-6-147-15,-7 6-27 16,-10-4-424-16</inkml:trace>
  <inkml:trace contextRef="#ctx0" brushRef="#br0" timeOffset="122300.68">4558 14658 962 0,'0'0'732'0,"0"0"-637"15,0 0-48-15,0 0 124 16,-27 130 1-16,25-79-54 16,2 2 48-16,0 5-146 15,0-5-13-15,0-5-7 16,0-6-9-16,14-3-55 0,-1-12-184 16,-2-13-351-16</inkml:trace>
  <inkml:trace contextRef="#ctx0" brushRef="#br0" timeOffset="122727.17">4810 14975 1390 0,'0'0'478'0,"0"0"-360"16,0 0-14-16,0 0 54 15,0 0-41-15,0 0-56 16,0 0 62-16,-3 0-102 16,3 0 1-16,6 0 38 15,9 0 7-15,5 0 34 16,5 0-101-16,3-2 23 16,1-2-5-16,0-3-18 0,-2 4 0 15,-2-1-6-15,-5 2 6 16,-3-1-69-16,-3-2-144 15,-3-1-291-15,-5 3-446 0</inkml:trace>
  <inkml:trace contextRef="#ctx0" brushRef="#br0" timeOffset="124248.76">5639 14795 327 0,'0'0'1438'0,"0"0"-1069"15,0 0-217-15,0 0 23 16,0 0-29-16,0 0-51 16,0 0 27-16,-72-25-99 15,70 9-22-15,2-1 54 16,0-2-55-16,0-1 0 16,6 6-10-16,7 2 10 15,-3 8-25-15,2 4 14 16,-3 8-1-16,-3 24-16 15,-6 14 28-15,0 12 0 0,-17 9-6 16,-16 4 21-16,-8-10-14 16,-3-6-1-16,1-16 0 15,7-17-34-15,3-12 22 16,10-10-28-16,6 0 32 16,11-22-84-16,6-10 40 15,2-4-33-15,24-3-10 16,10 4 79-16,4 12-61 15,6 2 47-15,2 15 28 16,1-2-4-16,-3 6-6 16,2 0 12-16,-7 0 0 15,-1-8-32-15,-3-2 1 16,-8-6-14-16,-3 0 22 16,-4-4 21-16,-6 8 2 0,-7 1 9 15,-7 9 93-15,-2 4 61 16,0 9-162-16,-18 18-1 15,-6 11 43-15,-3 6-19 16,-2 2 18-16,7-9-42 16,1-9 0-16,10-8 12 15,5-12-12-15,6-2 0 16,0-6 9-16,4 0-8 16,17 0-2-16,10-12-7 15,4 3-11-15,5-2-9 16,5 2 28-16,2 2-8 0,-4 2 7 15,-4 5-43 1,-5 0 26-16,-3-5-151 16,-11 5-178-16,-9-4-275 0</inkml:trace>
  <inkml:trace contextRef="#ctx0" brushRef="#br0" timeOffset="124407.84">6092 14851 1728 0,'0'0'540'16,"0"0"-519"-16,-10 104 0 16,6-48-1-16,-2 6-20 15,1 1 0-15,-1 9-7 0,2-17-251 16,4-10-748-16</inkml:trace>
  <inkml:trace contextRef="#ctx0" brushRef="#br0" timeOffset="125741.99">6477 14982 696 0,'0'0'1084'0,"0"0"-775"15,0 0-119-15,0 0 10 16,0 0 31-16,0 0-134 16,0 0-42-16,0-6-27 15,23 3-16-15,10-3 11 16,10-2-23-16,3-1-9 15,4 4-28-15,-4-4-55 0,5 0-155 16,-11-2-94-16,-11 4-322 16</inkml:trace>
  <inkml:trace contextRef="#ctx0" brushRef="#br0" timeOffset="125941.6">6711 14776 1101 0,'0'0'990'16,"0"0"-735"-16,0 0-206 16,0 0 25-16,0 0 18 15,-39 133-28-15,27-75 63 16,1 0-119-16,7-5-8 0,2-7 0 16,2-11-105-1,2-12 1-15,15-5-215 16,3-14-309-16</inkml:trace>
  <inkml:trace contextRef="#ctx0" brushRef="#br0" timeOffset="126459.52">7112 14740 1126 0,'0'0'674'0,"0"0"-424"16,0 0-104-16,0 0-34 0,0 0 85 15,0 0-136-15,0 0-20 16,-39-72 12-16,39 58-52 16,8 2 29-16,6 3-30 15,-1 9 0-15,1 0-28 16,-1 3 28-16,-4 25 0 15,-5 12 6-15,-4 10 9 16,0 7 43-16,-19 1-37 16,-6-9-20-16,0-5 62 15,3-9-63-15,4-12 0 16,7-9 5-16,4-5 4 16,5-9 6-16,2 0-15 15,0 0 0-15,16-18-36 16,11-4-129-16,2-5 40 0,2 10 62 15,-5 8 10-15,-1 9 45 16,-7 0-11-16,-5 5 19 16,-6 16 48-16,-7 11-31 15,0 0 21-15,-7 1 11 16,-15-1-26-16,-2-4 41 16,-3-2-64-16,4-8 20 15,4-4-53-15,5-1 33 16,9-13-117-16,5 0-138 15,0 0-312-15</inkml:trace>
  <inkml:trace contextRef="#ctx0" brushRef="#br0" timeOffset="126805.66">7554 14654 1287 0,'0'0'537'0,"0"0"-246"16,0 0-139-16,0 0-66 15,0 0 3-15,0 0-34 16,-114 46 40-16,90 6 12 16,6 8-74-16,9 5 79 0,9-3-112 15,0-7 0 1,2-12 33-16,18-11-32 0,5-12 26 15,4-8-27-15,2-12 7 16,0 0-4-16,-2-6-3 16,-6-16-25-16,-12-4 25 15,-9-4-73-15,-2 1-43 16,-9 3 15-16,-15 14-57 16,-18 12 102-16,3 0-166 15,6 19-342-15</inkml:trace>
  <inkml:trace contextRef="#ctx0" brushRef="#br0" timeOffset="128099.93">7947 14979 1366 0,'0'0'498'0,"0"0"-307"15,0 0 51-15,0 0 70 16,0 0-163-16,0 0-100 16,0 0 1-16,81-34-50 15,-46 26 16-15,0 4-16 0,3 1-43 16,0 2-35-16,7-1-202 15,-10-2-264-15,-8-4-404 16</inkml:trace>
  <inkml:trace contextRef="#ctx0" brushRef="#br0" timeOffset="128321.54">8176 14740 1724 0,'0'0'503'0,"0"0"-416"16,0 0-87-16,0 0 0 15,0 0 123-15,-31 130-58 0,24-70-18 16,3 1-16-16,-1-3-24 16,3-6-14-16,2-8-23 15,0-7-129-15,11-14-66 16,5-7-435-16</inkml:trace>
  <inkml:trace contextRef="#ctx0" brushRef="#br0" timeOffset="128726.16">8734 14638 1706 0,'0'0'379'0,"0"0"-325"15,0 0-46-15,0 0 6 16,0 0 31-16,0 0 146 16,-135 162-77-16,108-93-32 15,8-1 74-15,5-2-117 16,10-15-12-16,4-10 7 15,0-9-32-15,20-12 19 0,5-8-21 16,6-8-12 0,0-4-25-16,0-4 19 0,-4-18-49 15,-9-3 18-15,-12-4-54 16,-6 0 52-16,0 2 39 16,-22 8 12-16,-2 2 51 15,-3 11-51-15,2 6-36 16,6 0-28-16,5 10-210 15,5 3-313-15,9-1-279 0</inkml:trace>
  <inkml:trace contextRef="#ctx0" brushRef="#br0" timeOffset="129067.46">9006 14788 26 0,'0'0'1371'0,"0"0"-1100"16,0 0-43-16,0 0-132 16,0 0-38-16,0 0 95 15,0 0-2-15,-94 70-7 16,84-24-53-16,6 3-70 16,4-5 87-16,0-7-103 15,16-5-4-15,6-11 34 16,7-7-34-16,4-14 9 15,4 0-10-15,-4-10-24 16,-2-15-4-16,-9-8 10 16,-11-6-51-16,-8-5 38 0,-3-2-5 15,-5 3 36 1,-13 7 12-16,-1 4 2 16,-2 14-10-16,5 9-4 0,5 9-168 15,3 0-203-15,8 0-425 0</inkml:trace>
  <inkml:trace contextRef="#ctx0" brushRef="#br0" timeOffset="129389.53">9542 14807 1121 0,'0'0'1026'0,"0"0"-760"16,0 0-174-16,0 0 33 15,0 0-65-15,0 0-13 16,0 0-12-16,56 4-22 15,-25-3 20-15,3 2-33 16,-1 1 0-16,-4 2-23 16,-7-2-114-16,-8 8-84 15,-7 0-301-15,-7 0-496 0</inkml:trace>
  <inkml:trace contextRef="#ctx0" brushRef="#br0" timeOffset="129533.71">9556 15003 2181 0,'0'0'533'16,"0"0"-412"-16,0 0-120 16,0 0 0-16,142-32-1 15,-90 20-27-15,12-2-74 16,-12 5-195-16,-10 0-638 0</inkml:trace>
  <inkml:trace contextRef="#ctx0" brushRef="#br0" timeOffset="180464.69">10236 14626 882 0,'0'0'359'16,"0"0"-210"-16,0 0 1 15,0 0 52-15,0 0-19 16,0 0-47-16,-3-42 29 0,-1 36-39 16,2 3 5-16,-2-2-11 15,1 5-32-15,1-4 58 16,2 2-96-16,-2 2-34 16,-1 0 65-16,3 0-74 15,0 0 4-15,0 0-11 16,0 0 24-16,0 0-30 15,0 0 6-15,0 0-5 16,16 11-10-16,13-2 15 16,11 1 0-16,7-3-7 15,4-1-34-15,0-6 35 0,-1 0-68 16,-6 0-44-16,-9-7 48 16,-6-1-57-16,-12 3 33 15,-9 2 65-15,-8 1 29 16,0 2 65-1,0 0-13-15,0 0-33 0,0 0 53 16,-4 0-72-16,-7 5-12 16,-3 18 10-16,-1 9 4 15,-1 17 19-15,1 4-8 16,-1 14-11-16,5-1 48 16,-1 2-50-16,8-5 0 15,2-5-6-15,2-15-53 16,0-7-1-16,6-9-170 15,6-12-319-15,-1-8-677 0</inkml:trace>
  <inkml:trace contextRef="#ctx0" brushRef="#br0" timeOffset="180641.81">10267 14988 2126 0,'0'0'490'0,"0"0"-468"15,0 0 53-15,0 0-75 16,0 0 0-16,132-21 0 16,-68 13-64-16,26-1-5 15,-17 0-180-15,-13 1-405 0</inkml:trace>
  <inkml:trace contextRef="#ctx0" brushRef="#br0" timeOffset="180940.44">11002 14494 1820 0,'0'0'380'16,"0"0"-343"-16,0 0 6 16,-67 116 127-16,48-52-9 15,3 11 6-15,10-5-98 16,6-6-63-16,0-8 65 15,12-10-71-15,11-16 0 16,-3-11 13-16,-4-6-7 16,-3-9 5-16,-6-4-11 0,-5-4 0 15,-2-23 54-15,0-5-54 16,-22-6-20-16,-8 6-5 16,-7 11-99-16,-28 21-30 15,12 7-209-15,-1 16-877 16</inkml:trace>
  <inkml:trace contextRef="#ctx0" brushRef="#br0" timeOffset="182528.47">1453 16012 849 0,'0'0'559'16,"0"0"-424"-16,0 0-15 15,0 0-1-15,0 0-34 16,0 0 4-16,-4 0-88 16,4 0-1-16,0 0 0 15,0 0 9-15,0 0 7 0,2 0-7 16,0 0 0 0,-2 0 98-16,0 0-1 0,0 0 43 15,0 0-2-15,0 0-20 16,-9 0 44-16,0 0-124 15,-4 0-35-15,4 0 7 16,0 0-19-16,4 0-13 16,3 10 4-16,2 2-153 15,0 2 2-15,2-6-366 16,7-2-821-16</inkml:trace>
  <inkml:trace contextRef="#ctx0" brushRef="#br0" timeOffset="182959.91">1843 15913 1661 0,'0'0'855'0,"0"0"-691"15,0 0-148-15,0 0 103 16,0 0-7-16,0 0-68 16,0 0 27-16,-4 10-71 15,28-1 0-15,5 4 1 16,4 1-1-16,6 3-6 16,-2-3 5-16,1-1-21 15,-3 0-17-15,2-3-174 16,1 0-121-16,-9-2-226 15,-10-8-708-15</inkml:trace>
  <inkml:trace contextRef="#ctx0" brushRef="#br0" timeOffset="183147.05">2329 15731 1375 0,'0'0'1161'16,"0"0"-891"-16,0 0-240 15,0 0-23-15,0 0-6 16,0 0-1-16,-45 126 32 16,26-63-32-16,-2 7-45 15,-3 10-110-15,3-17-399 16,8-14-672-16</inkml:trace>
  <inkml:trace contextRef="#ctx0" brushRef="#br0" timeOffset="184868.48">2630 15811 646 0,'0'0'1060'16,"0"0"-866"-16,0 0-125 0,0 0 138 16,0 0-72-16,0 0 31 15,0 0-128-15,-45 0-30 16,32 8 35-16,-3 14-34 16,3 11 27-16,4 6 13 15,2 2-48-15,3-1 46 16,4-5-47-16,0-2-12 15,0-8-3-15,14-10-50 16,21-11-43-16,-1-4-120 16,-1 0-380-16</inkml:trace>
  <inkml:trace contextRef="#ctx0" brushRef="#br0" timeOffset="185242.53">2793 15859 902 0,'0'0'286'0,"0"0"-60"15,0 0 7-15,0 0 18 16,-23 104-90-16,21-77-46 16,0-4-20-16,2 0-69 15,0-7 29-15,0-10-55 16,0-2 1-16,0-4-13 15,11 0 6-15,7 0-22 16,4-8-63-16,1-2-14 16,1 0 80-16,-4 2-6 15,-2 8 31-15,-5 0 10 0,-4 12 15 16,-5 12 28-16,1 6 36 16,-5 2-45-16,0 0 32 15,0-6-76-15,0 0 13 16,0-11-1-16,-5-3-12 15,-1-3-1-15,-1-4-40 16,-13-5-156-16,3 0-46 16,-2-12-546-16</inkml:trace>
  <inkml:trace contextRef="#ctx0" brushRef="#br0" timeOffset="185384.77">2757 15881 1722 0,'0'0'484'15,"0"0"-423"-15,0 0-60 16,147-52 21-16,-98 39-22 16,11 1-81-16,-11 5-73 15,-9 0-420-15</inkml:trace>
  <inkml:trace contextRef="#ctx0" brushRef="#br0" timeOffset="185608.73">3223 15695 1437 0,'0'0'384'0,"0"0"-318"15,0 0-1-15,0 0 55 16,107 104-7-16,-90-48 35 16,-1 9-62-16,-9 1-48 15,-7 0 37-15,0-2-75 16,0-6 0-16,-9-6 0 15,-2-12-35-15,2-11-93 16,5-12-258-16,4-9-790 0</inkml:trace>
  <inkml:trace contextRef="#ctx0" brushRef="#br0" timeOffset="185962.57">3767 16003 1340 0,'0'0'331'0,"0"0"-120"16,0 0 118 0,0 0-103-16,0 0-22 15,0 0-57-15,0 0-88 16,-7 0 9-16,22 0-68 0,10 0 14 16,4 0-8-16,2 0-6 15,3 0-42-15,-5 0-66 16,0 0-109-16,-9 9-81 15,-11 1-425-15</inkml:trace>
  <inkml:trace contextRef="#ctx0" brushRef="#br0" timeOffset="186097">3814 16160 856 0,'0'0'1333'0,"0"0"-1111"0,0 0-106 15,0 0 64 1,0 0-147-16,0 0-33 0,113-36-59 15,-77 25-154-15,-8 8-289 16</inkml:trace>
  <inkml:trace contextRef="#ctx0" brushRef="#br0" timeOffset="-189036.06">4300 15971 760 0,'0'0'345'16,"0"0"-201"-16,0 0-27 15,0 0 6-15,0 0 45 16,0 0-60-16,0-12-70 15,0 7 80-15,0-4-63 16,0 4 56-16,0 1 27 16,0 0-74-16,0-1 38 0,0 1-80 15,0-1-14-15,0 2 66 16,0 1-46-16,0 2-8 16,0 0 3-1,0 0-15-15,0 0 65 0,0 0-73 16,0 0 0-1,0 0-21-15,0 7 18 0,0 9 3 16,0 3-1-16,0 6 9 16,0 3-4-16,0-7-4 15,0-2-1-15,0-9-14 16,0-2 18-16,0-4-6 16,2-4-6-16,0 0-70 15,7 0 72-15,2-4-24 0,7-8 31 16,2-2-24-1,0 3 22-15,2 8 1 0,-4 3 0 16,0 0 1-16,-2 14 20 16,-5 16-20-16,-3 2 0 15,0 8 32-15,-8-3-26 16,0-2 2-16,0 0-8 16,-2-3 13-16,-10-6-10 15,3-4-3-15,-2-8-83 16,-5-11-54-16,5-3-166 15,-2 0-199-15</inkml:trace>
  <inkml:trace contextRef="#ctx0" brushRef="#br0" timeOffset="-188352.83">4267 15995 1691 0,'0'0'354'0,"0"0"-226"0,0 0-47 16,0 0-38-16,0 0 40 15,0 0-68-15,0 0 1 16,79-50 27-16,-43 50-43 16,2 0 0-16,2 0-2 15,-2 0 13-15,-3 5-3 16,-4-1-8-16,-6-3 0 16,-7 1-9-16,-7 4 9 15,-7-1 0-15,-4-2 12 16,0 12-10-16,0 7 26 15,-8 4 27-15,-5 6-27 16,-1 4 66-16,1-5-93 16,6-4 0-16,2-5 12 15,5-10 1-15,0-2 4 0,14-6-18 16,11-4 0-16,8 0-45 16,5-14 42-16,0-8-62 15,-5-8 6-15,-4-2-61 16,-11 0 80-16,-9 2-25 15,-9 4 28-15,0 2 27 16,-17 7 20-16,-10 7 33 16,0 2-2-16,0 4 11 15,9 4 36-15,5 0-88 16,8 0 1-16,5 0 18 16,0-4-19-16,18 3-12 0,11-8 0 15,6 0 20 1,6 5-22-16,-3-1 1 0,-7 5 13 15,-4 0-19 1,-10 27 20-16,-5 5-1 0,-10 8 42 16,-2 9-23-16,0-8 36 15,0-1-55-15,4-10 1 16,7-8-3-16,5-12 2 16,4-10 0-16,4 0-1 15,3-14 13-15,0-18-18 16,-2-7 6-16,-7-10-4 15,-5-1-19-15,-5 2 23 16,-5 2-31-16,-3 7 16 16,0 13-31-16,0 16 45 0,-11 10-75 15,-2 18-396-15,-1 8-187 0</inkml:trace>
  <inkml:trace contextRef="#ctx0" brushRef="#br0" timeOffset="-187998.2">5376 16142 1737 0,'0'0'663'0,"0"0"-491"16,0 0-82-16,0 0 65 15,0 0-81-15,0 0-60 16,0 0 17-16,54-4-22 15,-23-1-9-15,2 5 0 16,-1 0-76-16,5 0-85 16,-10 0-390-16,-7 0-1452 0</inkml:trace>
  <inkml:trace contextRef="#ctx0" brushRef="#br0" timeOffset="-178207.08">6076 15945 1066 0,'0'0'252'0,"0"0"-233"15,0 0-19-15,0 0-21 0,0 0-2 16,0 0 23-1,0-13 489-15,0 4-367 0,0 4-78 16,0-4 36 0,0 1 168-16,0 2-114 0,0-2-31 15,0 4 47-15,-4 0-59 16,2 2-31-16,-5 0-26 16,1 2-17-16,-4 0 23 15,-3 0-40-15,-5 16-3 16,-2 8-9-16,-4 16 18 15,1 13-6-15,-2 9 0 16,8 1 7-16,3 0-5 16,10-5-2-16,4-1 0 15,0-17-2-15,0-4 14 16,20-14-1-16,7-12-11 0,4-6-28 16,7-4 9-16,-2-8-47 15,-5-19-28-15,-7 4 48 16,-11-3 20-16,-13 3 14 15,0 0 12-15,-4 2 0 16,-16 7 24-16,-4 5-10 16,-3 4-10-16,2 5 14 15,-2 0-18-15,5 8-13 16,9 16-129-16,4-7-174 16,7-3-255-16</inkml:trace>
  <inkml:trace contextRef="#ctx0" brushRef="#br0" timeOffset="-177658.11">6265 16066 1250 0,'0'0'356'0,"0"0"-229"16,0 0 58-16,-69 120-44 15,65-83-50-15,4-10 18 16,2-5-78-16,25-6-13 16,11-14-18-16,5-2-3 15,3-2-28-15,1-20-134 16,-9-4-64-16,-9-2 47 0,-16 2 27 16,-13-4 108-1,0 7 47-15,-15-4 29 0,-10 8 102 16,3 2 53-16,4 1-49 15,6 6 32-15,12 0-117 16,0-2-26-16,12-2-24 16,17 4-101-16,5 6 100 15,1 4-35-15,-4 0 21 16,-4 6 8-16,-7 20 14 16,-9 10 34-16,-4 4 67 15,-5 0-18-15,-2 4 24 16,0-7-88-16,6-6-25 15,4-9 27-15,7-5-28 16,6-12 0-16,4-5-10 0,4-3-66 16,0-22 45-16,-4-8-43 15,-8-8 9-15,-7-3 65 16,-10 2 0-16,-2-2 20 16,-10 7 88-16,-13 8-86 15,-4 10 69-15,0 9-91 16,-6 10-40-16,6 2-83 15,4 15-371-15</inkml:trace>
  <inkml:trace contextRef="#ctx0" brushRef="#br0" timeOffset="-175722.96">7095 16200 1139 0,'0'0'241'16,"0"0"-108"-16,0 0 62 16,0 0-40-16,0 0 65 15,0 0-87-15,0 0-49 16,-14 0 51-16,14 0-55 0,0 0-13 16,0 0-21-16,0 0-36 15,2-6 66-15,12 3-76 16,6-6 8-16,4 1-5 15,8 6-2-15,1-2-1 16,3 1 0-16,2 3 14 16,0-5-50-16,-1-1-30 15,13-3-188-15,-13 2-244 16,-5-3-582-16</inkml:trace>
  <inkml:trace contextRef="#ctx0" brushRef="#br0" timeOffset="-172747.93">7340 16070 593 0,'0'0'124'15,"0"0"-106"-15,0 0 28 0,0 0 35 16,0 0-6-16,0 0 14 16,0 0-41-16,-35 0 52 15,33-4-10-15,-2 0-14 16,2 4 61-16,2-4-70 16,-2 2-22-16,2 0-6 15,0 0-14-15,0 2 70 16,0 0-60-16,0 0-10 15,0 0 74-15,0 0-42 16,0 0 12-16,0-4-7 16,0 4-61-16,-2 0 24 15,2 0-25-15,-2-4-51 16,0 4 49-16,0 0-30 16,2 0 10-16,0-4 21 15,0 4 1-15,0 0 0 0,-3-2 0 16,3 0 0-16,-2 0 4 15,0 2-3-15,2-5 30 16,-2 5 9-16,2-3-39 16,0 3 100-16,0 0-18 15,0-4 11-15,0 4 31 16,0 0-45-16,0 0-22 16,0 0-58-16,0 4 26 15,0 14-27-15,0 8 1 16,0 10 0-16,0 3 27 0,0 2-27 15,0-1-18-15,0-4-58 16,2 0-139 0,9-9-70-16,1-6-352 0</inkml:trace>
  <inkml:trace contextRef="#ctx0" brushRef="#br0" timeOffset="-164188.1">7880 16022 464 0,'0'0'704'0,"0"0"-571"16,0 0-19-16,0 0 59 15,0 0-65-15,0 0 43 16,-54 34-96-16,50-28-33 16,2-6 13-16,2 4-11 15,0-4 36-15,0 0-41 16,0 0-18-16,0 0 57 15,0 0-38-15,0 0-6 16,0-4-9-16,2-6 9 16,2-2-26-16,1 1 12 0,-1 8 0 15,-2-6 10 1,-2 8-2-16,0-2 6 0,0 3 42 16,0 0-19-16,0 0 29 15,0 0-39-15,0 0-26 16,0 0 77-16,0 0-68 15,-6 13 2-15,-11 5 3 16,0 4-8-16,-1 4 19 16,1 6-19-16,1-4-6 15,5 2 77-15,1-4-68 16,6-4 0-16,4-3-5 16,0-6 8-16,0-5-10 15,0-2-3-15,4-1-6 16,10-5-18-16,1 0 21 15,4-9-22-15,-1-11 1 0,-1-2-20 16,1-4 38 0,-3-1-14-16,-3 2 20 0,-3 6-17 15,-3 6 26-15,-4 3-9 16,-2 6 41-16,0 4-33 16,0 0 41-16,0 0-49 15,5 14 0-15,-2 11 6 16,1 7-5-16,0 5-1 15,-4 1 6-15,0-2 9 16,0 1 61-16,-18-6-43 16,-7 0-14-16,-4-9 62 15,-2-4-63-15,-2-4 3 0,2-6-21 16,4-2 26-16,5-6-55 16,6 0-36-16,10-6-283 15,4-7-391-15</inkml:trace>
  <inkml:trace contextRef="#ctx0" brushRef="#br0" timeOffset="-163503.59">8098 16087 848 0,'0'0'934'15,"0"0"-698"-15,0 0-202 16,0 0 43-16,0 0 69 16,0 0-72-16,-70 121 21 15,68-89-26-15,2-10-68 16,0 0 67-16,10-8-68 16,7-10 0-16,8-4-1 15,0 0-5-15,-3-4-16 0,-2-10-22 16,-4-8 15-1,-10 0-10-15,-4 5 39 16,-2-2 0-16,0 1 3 0,0 4 12 16,-2 7 56-16,0-4-14 15,2 7-56-15,0-4 36 16,2 2-37-16,16 3-46 16,4 3 31-16,0 0-15 15,-1 0 20-15,-4 19-23 16,-5 15 33-16,-8 3 28 15,-2 2 11-15,-2 6 6 16,0-9 11-16,0-4-33 0,5-10 14 16,11-4-37-1,3-14 0-15,10-4-13 0,7 0 13 16,-3-15-75-16,-1-14-6 16,-6-3 34-16,-8-9 39 15,-9 1-15-15,-9 1 23 16,0-2-6-16,-4 9 18 15,-14 2-10-15,-6 12-2 16,-15 18-23-16,8 0-123 16,5 0-603-16</inkml:trace>
  <inkml:trace contextRef="#ctx0" brushRef="#br0" timeOffset="-162894.22">8786 16276 1642 0,'0'0'659'16,"0"0"-431"-16,0 0-168 16,0 0-53-16,0 0 25 15,0 0-31-15,119-53 10 16,-74 42-11-16,-1 3-73 15,10 4-80-15,-15 0-422 16,-10-1-783-16</inkml:trace>
  <inkml:trace contextRef="#ctx0" brushRef="#br0" timeOffset="-162679.1">9032 16078 1333 0,'0'0'836'0,"0"0"-718"16,0 0-57-16,0 0-26 15,-71 130 22-15,53-76 75 16,4 0-122-16,8-1-9 16,4-7-1-16,2-6-61 15,8-10-62-15,13-12-172 16,3-8-385-16</inkml:trace>
  <inkml:trace contextRef="#ctx0" brushRef="#br0" timeOffset="-162096.99">9324 16124 1770 0,'0'0'592'15,"0"0"-524"-15,0 0-43 16,0 0-2-16,0 0 84 16,-131 148-27-16,115-95-20 15,9-3 34-15,7-6-94 16,0-8 0-16,18-10-1 0,9-8 16 16,9-9-30-16,1-9 8 15,-1 0-63-15,-5-19 59 16,-6-3-74-16,-14-4 47 15,-11 0 37-15,0-1 1 16,-20 9 6-16,-11 4-5 16,-2 11 16-16,1 3 64 15,8 0-75-15,8 0-5 16,9 0-1-16,7 0-44 16,2 0-19-16,27 0-40 15,9-7-35-15,7-5-94 0,4-2-13 16,-2-4 19-16,-7 4 143 15,-11 7 83-15,-11 7 162 16,-12 0 2 0,-6 3-17-16,0 20 128 0,0 2-113 15,-4 8-87-15,0-10 3 16,4 0-77 0,0-11 62-16,6-8-63 0,17-4 1 15,4 0-9-15,-4-18 8 16,-2-8-40-16,-8-6 28 15,-10 1 6-15,-3 1-13 16,0 6 19-16,-18-2 0 16,-3 4-21-16,2 12 21 15,-2 10-56-15,5 0-210 16,10 0-456-16</inkml:trace>
  <inkml:trace contextRef="#ctx0" brushRef="#br0" timeOffset="-161764.83">10042 16179 1422 0,'0'0'961'0,"0"0"-644"15,0 0-186-15,0 0 44 16,0 0-148-16,0 0-27 16,0 0 12-16,98-19 1 15,-51 15-20-15,-1 4 7 16,-3 0-97-16,-9 0 3 15,-21 12-216-15,-11 6-241 16,-2 0-177-16</inkml:trace>
  <inkml:trace contextRef="#ctx0" brushRef="#br0" timeOffset="-161642.22">10136 16339 1527 0,'0'0'786'16,"0"0"-501"-16,0 0-102 15,0 0-25-15,0 0-98 0,0 0-58 16,143-49 28-16,-91 31-30 15,20 4-75-15,-14 5-163 16,-9 0-411-16</inkml:trace>
  <inkml:trace contextRef="#ctx0" brushRef="#br0" timeOffset="-160441.12">12182 16284 732 0,'0'0'1603'16,"0"0"-1520"-16,0 0-83 15,0 0-1263-15</inkml:trace>
  <inkml:trace contextRef="#ctx0" brushRef="#br0" timeOffset="-157038.22">1422 17415 814 0,'0'0'484'0,"0"0"-305"0,0 0 44 16,0 0-47-16,0 0 12 15,0 0-38-15,0 0-88 16,0 0 12-16,0 0-39 16,0 0-34-16,0 0 41 15,0 0-42-15,0 0 0 16,0 0-1-16,0 0 10 15,8 0-3-15,1 0-6 16,7 0 0-16,-1 0 10 16,4 0-10-16,-1-9-31 15,-7-3-7-15,-5 1 32 0,-6 2 6 16,0 9 9-16,0-5 31 16,-13 5 22-16,-3 0-62 15,-1 0-7-15,-2 5-22 16,7 8-293-16,4 1-819 0</inkml:trace>
  <inkml:trace contextRef="#ctx0" brushRef="#br0" timeOffset="-156546.89">1754 17281 2191 0,'0'0'259'0,"0"0"-136"16,0 0-39-1,0 0 5-15,0 0 14 0,0 0-60 16,0 0-10-16,-14 0-33 16,14 4 17-16,12 10-22 15,7 3 5-15,8 6-1 16,2 7-1-16,0-2 3 16,5-2-1-16,-1 0 0 15,3-2-141-15,11 2-17 16,-10-8-234-16,-6-9-344 0</inkml:trace>
  <inkml:trace contextRef="#ctx0" brushRef="#br0" timeOffset="-156296.08">2251 17186 1883 0,'0'0'593'16,"0"0"-560"-16,0 0-12 16,0 0 35-16,0 0-54 15,0 0 8-15,0 0 90 0,-40 116-55 16,22-67-2 0,5 6-43-16,-1-2 0 0,3 0-31 15,7-4-127-15,2-8-195 16,2-15-421-16</inkml:trace>
  <inkml:trace contextRef="#ctx0" brushRef="#br0" timeOffset="-155987.86">2545 17197 2083 0,'0'0'477'0,"0"0"-439"0,0 0 69 16,0 0-79-16,0 0-13 16,0 0 34-16,0 0-38 15,-80 119 10-15,78-78 3 16,2-1-15-16,0 0 4 15,22-13-13-15,7-5-58 16,9-9-5-16,18-13-148 16,-7 0-360-16,-7 0-513 0</inkml:trace>
  <inkml:trace contextRef="#ctx0" brushRef="#br0" timeOffset="-155581.22">2772 17290 1950 0,'0'0'353'0,"0"0"-248"0,0 0-72 15,0 0 64-15,0 0 5 16,0 0-41-16,0 0-1 16,-42-27-59-16,42 27-1 15,0-5 0-15,2 5-5 16,5 0-20-16,-1 0 25 15,0 19 0-15,-6 3 0 16,0 12 1-16,0 2 32 16,-12 1 18-16,-3-6-39 0,3-9 46 15,3-8-58-15,7-6 0 16,2-3-24-16,0-5 14 16,21 0-98-1,8 0 32-15,4-8-49 0,-2 3 57 16,-2 5 10-16,-9 0 58 15,-6 13 3-15,-10 9 16 16,-4 6 35-16,0 2-22 16,-2-2-20-16,-12-6 31 15,3-5-43-15,2-8-21 16,5-9-57-16,4 0-257 16,0-4-437-16</inkml:trace>
  <inkml:trace contextRef="#ctx0" brushRef="#br0" timeOffset="-155395.3">3109 17165 1927 0,'0'0'387'0,"0"0"-267"16,0 0-43-16,0 0 6 16,0 0 45-16,76 142-44 15,-67-87 34-15,-7 3-115 16,-2 3 4-16,0 2-14 15,-17 12-87-15,-2-20-170 16,6-11-340-16</inkml:trace>
  <inkml:trace contextRef="#ctx0" brushRef="#br0" timeOffset="-154972.25">3709 17374 1219 0,'0'0'1140'0,"0"0"-868"16,0 0-33-16,0 0-96 15,0 0-32-15,0 0-32 16,0 0-58-16,58-23 2 15,-21 11-23-15,2 2-27 16,-4 6 3-16,-3 4-60 16,-10 0-87-16,-17 14-193 15,-5 9-304-15,0-6-749 0</inkml:trace>
  <inkml:trace contextRef="#ctx0" brushRef="#br0" timeOffset="-154847.93">3729 17558 1859 0,'0'0'696'15,"0"0"-601"-15,0 0 83 16,0 0-63-16,0 0-79 16,0 0-33-16,138-36-3 15,-85 27-81-15,-10 8-271 16,-9-3-620-16</inkml:trace>
  <inkml:trace contextRef="#ctx0" brushRef="#br0" timeOffset="-126510.24">11054 16223 674 0,'0'0'193'16,"0"0"-149"-16,0 0-36 16,0 0-8-16,0 0 3 15,0 0-27-15,-60 0 48 16,55 0 290-16,1 0-112 15,0 0-138-15,-8 0-64 16,3 0-79-16,-2 7-190 0</inkml:trace>
  <inkml:trace contextRef="#ctx0" brushRef="#br0" timeOffset="-126032.7">10875 16351 924 0,'0'0'970'0,"0"0"-670"15,0 0-166-15,0 0-24 16,0 0 100-16,0 0-121 16,0 0-25-16,-11-21-7 15,27-7-45-15,6-16-9 16,3-10-3 0,4-5-39-16,0 1 11 0,-4 7-9 15,-6 5 28-15,-5 11-5 16,-5 16 28-16,-7 3 42 15,0 11-23-15,-2 5-21 16,0 0 14-16,0 0-26 16,0 21-19-16,0 11 18 15,-4 8 2-15,-3 8-3 0,1 2 2 16,0-6 0 0,6-3-39-16,0-14 39 0,0-8-168 15,16-12-38-15,11-7-45 16,23-26-37-16,-6-13-318 15,-4-4-511-15</inkml:trace>
  <inkml:trace contextRef="#ctx0" brushRef="#br0" timeOffset="-125634.14">11332 15980 1099 0,'0'0'636'15,"0"0"-273"-15,0 0-161 16,0 0-144-16,0 0 47 16,-62 104-59-16,24-52-4 15,1-2 41-15,3-4-71 16,9-12 40-16,7-12-52 0,10-8 0 15,8-9-3 1,0-5 3-16,16 0-20 0,21 0 20 16,17-19 0-1,8-3-18-15,3 0 18 0,-3 1-35 16,-8-2-2-16,-8 5 33 16,-8 1-59-16,-7 2-35 15,-8-2-127-15,-9 4 43 16,-10-1-76-16,-4 0-110 15,0-3 80-15,-7-4 226 16,-6 5 62-16,2 4 275 16,-1-1 65-16,6 12 7 15,-3 1-65-15,2 0-131 16,-4 17-49-16,-2 20-101 0,-5 13 30 16,2 13 29-16,0 7-50 15,6-3 32-15,3 4-42 16,2-13-98-16,5-12 31 15,0-8-119 1,18-13-112-16,5-18-232 0,0-7-864 16</inkml:trace>
  <inkml:trace contextRef="#ctx0" brushRef="#br0" timeOffset="-125365.27">11801 16034 2034 0,'0'0'267'0,"0"0"-239"0,0 0-11 16,-39 118 0-16,33-66 116 16,6-2-86-16,0-6-8 15,24-13 61-15,14-14-65 16,7-12 28-16,9-5 5 16,1-12-67-16,-4-20 84 15,-9-5-85-15,-13-3 0 16,-15-4 33-16,-14 0-15 15,0-2-7-15,-26 6-11 16,-10 6-72-16,-7 20 56 16,-21 14-263-16,11 18-333 15,6 8-401-15</inkml:trace>
  <inkml:trace contextRef="#ctx0" brushRef="#br0" timeOffset="-117062.09">4632 17156 879 0,'0'0'405'16,"0"0"-260"-16,0 0 26 15,0 0-15-15,0 0-2 0,0-32 4 16,0 23-30-1,0 0-43-15,0 6-7 16,0-4-38-16,0 4 77 0,0-1-91 16,0-1 30-16,0 5 34 15,0 0-43-15,0 0-5 16,-2 0-17-16,-1 0-5 16,1 0 13-16,-5 0-33 15,-4 5-5-15,-9 12-11 16,-9 10 13-16,-4 17 3 15,-3 10 0-15,1 14 6 16,3 7-4-16,6 6-2 0,3-7-2 16,10-9-13-1,3-14 26-15,10-5-11 0,0-14 0 16,5-6-1-16,17-9-42 16,7-11 25-16,3-2-39 15,-1-4 31-15,-7 0-16 16,-3-4 42-16,-10-6-1 15,-7-3 1-15,-4 4 45 16,0-1-32-16,-7-2-3 16,-11 2 57-16,-3 2-44 15,-4 8-14-15,-4 0-9 16,0 11-96-16,4 14 29 16,12 11-153-16,9-10-271 15,4-8-302-15</inkml:trace>
  <inkml:trace contextRef="#ctx0" brushRef="#br0" timeOffset="-116708.75">4846 17369 1152 0,'0'0'909'0,"0"0"-862"16,0 0-47-16,0 0 34 16,-141 90 76-16,119-46 61 15,11 7-81-15,11-3-79 16,0-8 59-16,20-8-70 0,14-6 0 16,8-15 12-16,7-11-2 15,-1-3-20-15,0-19 7 16,-8-8 3-16,-14-7-6 15,-15-2 35-15,-11-5-14 16,-2-2 37-16,-27-3-40 16,-11 5 35-16,-4 12-47 15,-5 10-54-15,-1 18 27 16,-8 13-193-16,14 22-161 16,9-1-439-16</inkml:trace>
  <inkml:trace contextRef="#ctx0" brushRef="#br0" timeOffset="-115228.24">5309 17711 360 0,'0'0'1391'0,"0"0"-1240"16,0 0-104-16,0 0-21 0,0 0 104 15,0 0 37-15,0 0-117 16,-10-15 42-16,10 15-91 15,0 0 16-15,0 0 44 16,0 0-47-16,-4 0 1 16,4 0-15-16,0 0 9 15,0 0 8-15,0 0-17 16,0 0 0-16,0 0-5 16,0 0 7-16,0 0-2 15,0 0 0-15,0 0 10 16,0 0-6-16,0 0-4 15,0 0-3-15,0 0-8 16,0 0 12-16,0 0-1 0,0 0 0 16,0 0 12-16,0 0 7 15,0 0-19-15,0 0 0 16,0 0 15-16,0 0-15 16,0 0 14-1,0 0 17-15,0 0-24 16,0 0 63-16,0 0-70 0,0 0 0 15,0 0-3-15,0 0 3 16,0 0 0-16,0 12-9 16,0 10 9-16,0 6 15 15,0 4-12-15,6 2 3 16,-4-5 14-16,0-12-19 0,0-9 21 16,0-3 6-16,-2-5-26 15,3 0 102-15,-1 0-81 16,9-13 26-16,15-33 63 15,26-42-59-15,21-36-19 16,3 2-34-16,-9 23-51 16,-15 37 39-16,16 18-112 15,-7 12-186-15,-5 10-302 16</inkml:trace>
  <inkml:trace contextRef="#ctx0" brushRef="#br0" timeOffset="-113316.1">12501 16429 937 0,'0'0'299'16,"0"0"-148"-16,0 0-128 15,0 0-7-15,0 0-16 16,0 0 13-16,0 0 10 16,0-18-23-16,0 16 0 15,0-6 19-15,0 4 39 0,0-5 57 16,0 8-18-16,0-8-40 15,0 6 99-15,0-3-100 16,0 2 7-16,0 0 39 16,0 4-57-16,0 0-8 15,0 0-37-15,0 0 21 16,0 0-25-16,0 0 4 16,0 22 0-16,0 18 17 15,0 10 35-15,0 6-7 16,0 4-5-16,0-4-29 15,-2-14 53-15,2-8-52 16,0-15-6-16,0-10 45 0,0-9-10 16,15 0 22-16,16-31-15 15,12-17-41-15,10-21-14 16,12-29-53-16,-5 4-115 16,24-39-70-16,-14 22-146 15,-17 26-673-15</inkml:trace>
  <inkml:trace contextRef="#ctx0" brushRef="#br0" timeOffset="-111446">15111 7916 1423 0,'0'0'339'16,"0"0"-185"-16,0 0-50 16,0 0 53-16,0 0-67 0,0 0 8 15,-14-51 36-15,14 46-78 16,0 3 9-16,0 0-36 16,0 2-7-16,0 0 20 15,0 0-42-15,8 0-6 16,13 2-2-16,13 12 16 15,9 9-2-15,5 5-6 16,6-1 33-16,2 4-15 16,2-4-18-16,0 0-8 15,-2-1-1-15,2 2 9 16,-6-2-24-16,0 0-99 0,10 1-128 16,-14-8-61-16,-11-7-500 15</inkml:trace>
  <inkml:trace contextRef="#ctx0" brushRef="#br0" timeOffset="-111160.09">16014 7689 1540 0,'0'0'341'15,"0"0"-203"-15,0 0-112 0,0 0 64 16,0 0-22-16,0 0-18 16,0 0 17-16,-29 67-7 15,9-3 50-15,-1 15-56 16,0 5-37-16,5-2 24 16,5-4-41-16,7-7-33 15,4-11-3-15,6-2-96 16,16-18-116-16,2-17-314 0</inkml:trace>
  <inkml:trace contextRef="#ctx0" brushRef="#br0" timeOffset="-110447.75">16578 7928 1670 0,'0'0'338'0,"0"0"-279"15,0 0 48-15,0 0-105 16,0 0 7-16,-138 39 98 16,84 7 10-16,0 6-19 15,7 2-20-15,10-3-66 16,12-6 32-16,10-8-44 16,10-10-28-16,5-10 9 15,3-7-39-15,21-10 31 16,10 0-7-16,5-17-88 15,7-16 24-15,-4-12-104 16,-5-7 24-16,-10 3 109 16,-7 5 69-16,-11 15 31 15,-9 12 181-15,0 17-37 16,-2 0-6-16,-18 29-169 0,0 9 9 16,0 4 41-16,7-3-26 15,10-6 10-15,3-5-34 16,9-10-6-16,20-9-32 15,9-9 13-15,4-4-64 16,3-20-56-16,-1-10-62 16,-5-3 20-16,-11-1 31 15,-8 4 108-15,-11 10 48 16,-6 12 123-16,-3 12 80 16,-5 0-49-16,-13 26-113 0,-2 9 34 15,7-4-48-15,6-1-8 16,7-7 21-16,0-10-40 15,16-6 0-15,8-7-15 16,8-3-20-16,1-21-13 16,-2-10-84-16,-2-8-76 15,-4-8 71-15,-6 0-12 16,-3 0 84-16,-5 7 65 16,-4 15 61-16,-4 20 209 15,-3 12-157-15,0 57-102 16,-6 43 158-16,-9 36-86 15,1-6 13-15,6-20-19 16,3-39-42-16,3-23 19 0,2 2-54 16,0 4 0-1,0-3-9-15,0-13 9 0,-2-12-65 16,-2-12-101-16,-12-18-148 16,-1-9-13-16,-4-18-828 0</inkml:trace>
  <inkml:trace contextRef="#ctx0" brushRef="#br0" timeOffset="-110287.27">16237 7710 1945 0,'0'0'389'16,"0"0"-192"-16,29-118-79 16,8 78-48-16,17 12-70 15,6 14-55-15,9 14 47 16,10 68-250-16,-17 10-240 0,-20 15-562 15</inkml:trace>
  <inkml:trace contextRef="#ctx0" brushRef="#br0" timeOffset="-110188.08">16557 8753 1657 0,'0'0'396'0,"0"0"-256"16,0 0-140-16,0 0-265 15,0 0-573-15</inkml:trace>
  <inkml:trace contextRef="#ctx0" brushRef="#br0" timeOffset="-109207.09">17505 7947 836 0,'0'0'359'16,"0"0"-219"-16,0 0-9 16,0 0 5-16,0 0 58 15,0 0-8-15,0 0 2 16,-2-19 0-16,2 18-98 16,0 1-33-16,0 0-41 0,0 0 8 15,0 0-2-15,0 0-22 16,0 0-10-16,11 18-8 15,9 8 24-15,6 6-6 16,3 8 0-16,2 0 24 16,4 1-15-16,0-4-9 15,-1-3-33-15,1-1 32 16,7-5-178-16,-8-9-195 16,-6-8-438-16</inkml:trace>
  <inkml:trace contextRef="#ctx0" brushRef="#br0" timeOffset="-108952.02">18078 7800 1332 0,'0'0'777'15,"0"0"-701"-15,0 0-76 16,0 0-1-16,0 0 1 15,0 0 31-15,-98 157 60 16,71-85-57-16,5 3 66 16,6-4-100-16,7-6-4 15,7-12-20-15,2-10 12 16,2-14-49-16,36-12-107 16,-2-9-127-16,-1-8-97 0</inkml:trace>
  <inkml:trace contextRef="#ctx0" brushRef="#br0" timeOffset="-108346.16">18366 8007 914 0,'0'0'977'0,"0"0"-652"15,0 0-225-15,0 0-82 16,0 0-8-16,-148 80 9 16,104-31 142-16,1-2-73 15,14-1-51-15,10-5 9 16,11-10-46-16,8-9-10 15,3-9-8-15,21-9-72 0,9-4 74 16,10-3-107-16,-1-20-123 16,-1-12 21-16,-7-4-10 15,-8-6 79-15,-8 6 108 16,-10 5 48-16,-2 13 259 16,-6 17 4-16,0 4-171 15,-12 14-39-15,-3 16-28 16,1 2 41-16,5 2 17 15,7-3-83-15,2-8 65 16,0-5-65-16,20-8-37 16,4-8 12-16,9-2-64 15,6-5-84-15,3-20-49 16,3-5-149-16,4-2 248 0,-4 1 12 16,-5 4 111-16,-9 13 128 15,-13 14 83-15,-12 0-106 16,-6 22-7-16,0 11-25 15,-4-1 60-15,-8-4-80 16,4-9 9-16,1-8 37 16,7-8-76-16,0-3 2 15,0 0-25-15,15-18-17 16,12-10-50-16,9-6-136 16,4-4 30-16,9-4 27 15,0 5-79-15,-2 8 138 16,-4 11 87-16,-8 12 84 15,-6 6 85-15,-14 16-75 16,-5 16-47-16,-10 6 7 16,0 4-52-16,-5 0-2 15,-15-4-15-15,-15 1-127 16,3-13-70-16,1-10-1041 0</inkml:trace>
  <inkml:trace contextRef="#ctx0" brushRef="#br0" timeOffset="-108170.13">18046 7808 2090 0,'0'0'550'16,"0"0"-495"-16,0 0-46 16,121-62 4-16,-52 62-13 0,5 8-37 15,15 70-142-15,-18-2-355 16,-20 5-618-16</inkml:trace>
  <inkml:trace contextRef="#ctx0" brushRef="#br0" timeOffset="-108067.91">18475 8847 1986 0,'0'0'0'0,"0"0"-765"0</inkml:trace>
  <inkml:trace contextRef="#ctx0" brushRef="#br0" timeOffset="-107636.39">19776 7553 1711 0,'0'0'548'0,"0"0"-460"0,0 0-74 16,0 0 15-16,0 0-29 15,0 0-27-15,0 0 27 16,5 145 54-16,-23 3 43 16,3-4-78-16,3-24-5 15,8-45 20-15,4-29-34 16,0 2-33-16,0 1 0 15,2-3-60-15,14-16-60 16,-1-14-191-16,-1-12-422 0</inkml:trace>
  <inkml:trace contextRef="#ctx0" brushRef="#br0" timeOffset="-107083.83">19554 8065 1716 0,'0'0'714'0,"0"0"-570"15,0 0-144-15,0 0-107 16,0 0 61-16,0 0 1 16,151-42 45-16,-93 39-13 15,-2 3 6-15,-4 0 14 16,-13 0-31-16,-10 19 5 16,-13 6 19-16,-11 4 19 15,-5 5-4-15,0 2 27 0,-12-2 15 16,3-3-56-1,5-7 22-15,4-9-23 16,0-7-69-16,15-8 61 16,12 0-74-16,4-8-16 0,0-14 42 15,-4-4-1-15,-8 1 16 16,-11 1 10-16,-8 3 31 16,0 5 169-16,-22 7-82 15,-5 9 2-15,0 0 20 16,5 0-83-16,6 7 17 15,10 5-43-15,6 1-20 16,0-6-9-16,24 0 9 16,12-6-19-16,6-1-17 0,10 0-51 15,-1-15 40 1,-2-5 23-16,-7 1 44 0,-12 5-10 16,-15 4 28-16,-13 7 45 15,-2 3 35-15,-9 7-63 16,-13 15 20-16,-1 8-18 15,10 4-19-15,7 2 56 16,6-3-74-16,0-6-3 16,22-5-5-16,9-8-34 15,3-7 29-15,3-7-72 16,7-4-100-16,-9-14-34 16,-11-5-418-16</inkml:trace>
  <inkml:trace contextRef="#ctx0" brushRef="#br0" timeOffset="-106886.78">19900 7886 1711 0,'0'0'502'16,"0"0"-253"-16,0 0-126 16,0 0-33-16,28-137 11 15,6 98-94-15,6 7 40 16,4 10-47-16,1 14-39 15,-3 8-3-15,-7 48-254 16,-12 5-229-16,-11 2-1044 0</inkml:trace>
  <inkml:trace contextRef="#ctx0" brushRef="#br0" timeOffset="-106520.96">20496 7538 582 0,'0'0'1498'16,"0"0"-1205"-16,0 0-108 15,0 0-185-15,0 0-7 16,0 0 7-16,0 0-68 15,-110 153-14-15,71-60-106 16,8-10-478-16</inkml:trace>
  <inkml:trace contextRef="#ctx0" brushRef="#br0" timeOffset="-104701.96">21036 7943 773 0,'0'0'487'0,"0"0"-288"16,0 0 9-16,0 0 2 15,0 0-8-15,0 0 29 16,0 0-104-16,11-16-99 16,-22 21 45-16,-11 21-73 15,-12 10 0-15,-1 13 0 16,3 5 6-16,6 0 6 15,11-6-12-15,5-7 0 16,10-11-7-16,0-12 7 16,14-10-55-16,15-8-2 0,6-5-76 15,5-23-92-15,-2-9-177 16,3-36-81-16,-15 7 212 16,-8-1-312-16</inkml:trace>
  <inkml:trace contextRef="#ctx0" brushRef="#br0" timeOffset="-104506.18">21117 7548 1264 0,'0'0'551'16,"0"0"-328"-16,0 0-39 16,0 0-125-16,0 0-49 15,0 0-10-15,0 0 21 16,-23 181 9-16,14-78 108 16,2-7-123-16,3-13-2 15,2-19-4-15,2 2 6 16,0 0-11-16,0-10-4 15,0-12-64-15,6-7 18 0,14-16-216 16,-3-5-120 0,-7-15-345-16</inkml:trace>
  <inkml:trace contextRef="#ctx0" brushRef="#br0" timeOffset="-103802.08">20837 7899 1538 0,'0'0'389'0,"0"0"-240"16,0 0-75-16,0 0-4 15,0 0-7-15,0 0-35 0,0 0 47 16,79-55-75 0,-8 53-9-16,11 2 8 0,8 0-17 15,1 2 5-15,-6 8 13 16,-14 1 0-16,-13 2-12 15,-18 6 12-15,-16 2 0 16,-17 6-3-16,-7 9 13 16,-15 8 45-16,-21 6-31 15,-7 4-23-15,-1-4 83 16,4-6-83-16,9-10 11 16,9-9 9-16,8-11-7 15,10-9-4-15,4-5-10 16,0 0 0-16,18-8-30 0,13-20 30 15,9-8-25-15,5-10-43 16,-5-1-72 0,-5 4 47-16,-10 11 36 15,-12 16 57-15,-8 16 78 0,-5 8-68 16,0 28-10-16,0 8 73 16,-3 5-64-16,-1-3 56 15,4-11-65-15,0-7 0 16,4-9 31-16,14-11-19 15,7-8-6-15,6 0 13 16,7-15-4-16,2-16-30 16,0-12-17-16,0-9-72 15,-4-14 64-15,-5-8-87 16,-4-9-15-16,-3 6 58 16,-5 8 84-16,-6 19 155 15,-7 20 22-15,-6 24-88 16,0 6-67-16,0 30-22 15,-11 20 0-15,-3 16 29 0,6 9-28 16,1 2 87-16,3 0-88 16,2-6 17-16,0-8-17 15,2-11 0-15,0-12-20 16,0-7-13-16,0-13-80 16,0-10-27-16,0-10-119 15,-8-8-34-15,-9-21 67 16,-3-2-1150-16</inkml:trace>
  <inkml:trace contextRef="#ctx0" brushRef="#br0" timeOffset="-103678.15">21745 7993 1380 0,'0'0'516'0,"0"0"-324"15,0 0-112-15,67-116 17 0,-25 95-42 16,4 9-42-16,8 8 5 16,-2 4-18-16,2 28-168 15,-15 7-94-15,-16 5-1018 0</inkml:trace>
  <inkml:trace contextRef="#ctx0" brushRef="#br0" timeOffset="-103573.1">21667 8594 863 0,'0'0'1304'0,"0"0"-1304"16,0 0-103-16,0 0-632 0</inkml:trace>
  <inkml:trace contextRef="#ctx0" brushRef="#br0" timeOffset="-103139.16">23024 7718 1706 0,'0'0'363'15,"0"0"-274"-15,0 0-89 16,0 0 0-16,0 0-6 16,0 0 6-16,0 0 70 15,-152 72-19-15,113-12 83 16,10 11-105-16,9-3-28 16,15-6 40-16,5-9-41 15,5-8 0-15,19-12-1 16,7-12-83-16,2-10 57 0,2-10-148 15,-2-2-80-15,-6-19-69 16,-12-4-269-16</inkml:trace>
  <inkml:trace contextRef="#ctx0" brushRef="#br0" timeOffset="-102879.29">22851 7981 1137 0,'0'0'731'16,"0"0"-476"-16,0 0-106 15,0 0-149-15,0 0 41 16,0 0-60-16,0 0 19 15,137-9-127-15,-83 9 34 16,0-1-1-16,-6-9 62 16,-9-1-10-16,-8 4 37 15,-11 0 5-15,-9 6 57 0,-4 1 59 16,-7 0 39-16,0 23-117 16,0 13 30-16,-2 11 16 15,-7 7-83-15,-1-2 62 16,4-2-63-16,4-7-56 15,2-11 16-15,0-11-114 16,8-21-95-16,11 0-131 16,1-5-369-16</inkml:trace>
  <inkml:trace contextRef="#ctx0" brushRef="#br0" timeOffset="-102697.05">23479 7856 1969 0,'0'0'412'15,"0"0"-412"-15,0 0-55 16,-2 116 55-16,-5-65 0 16,5-3 12-16,2-8-12 15,0-4 0-15,0-8-19 16,0-8-28-16,0-16-221 16,0-4-251-16,0 0-894 0</inkml:trace>
  <inkml:trace contextRef="#ctx0" brushRef="#br0" timeOffset="-102579.08">23370 7814 2065 0,'0'0'387'15,"0"0"-298"-15,123-62-89 0,-57 45-183 16,30 2-86-16,-15 7-213 16,-17 2-441-16</inkml:trace>
  <inkml:trace contextRef="#ctx0" brushRef="#br0" timeOffset="-102269.53">23965 7756 1741 0,'0'0'428'0,"0"0"-428"16,0 0-103-16,0 0 92 15,-38 102 22-15,27-60 74 0,-3 3 63 16,4 0-71-16,1 0-30 15,-1-5-41-15,4-4 28 16,4-6-2 0,0-3-32-16,2-1 0 0,0-3 28 15,0 3-27-15,0 1-1 16,-3-6 0-16,-1-1 1 16,2-3 6-16,-2-5-7 15,1-5 0-15,0-3-19 16,1-1 13-16,2-3-85 15,0 0-48-15,0-7-133 16,0-8-290-16</inkml:trace>
  <inkml:trace contextRef="#ctx0" brushRef="#br0" timeOffset="-101068.38">23896 8332 927 0,'0'0'566'15,"0"0"-321"-15,0 0-154 16,0 0 65-16,0 0 100 15,0 0-56-15,0 0 17 16,-2 0-106-16,2 0-92 16,2 0 48-16,14 0-67 15,9-4 0-15,6-2-16 16,2-2-105-16,5-3-105 16,6-6-137-16,-5 1-245 15,-8-1-809-15</inkml:trace>
  <inkml:trace contextRef="#ctx0" brushRef="#br0" timeOffset="-100597.06">24302 7820 1972 0,'0'0'253'0,"0"0"-253"15,0 0-81-15,-43 123 81 16,30-63 59-16,2 3-1 15,4-5 32-15,3-5-90 16,2-9 13-16,2-9-7 16,0-14-6-16,0-7-23 0,0-12-8 15,0-2-40 1,2-5 65-16,4-23-47 0,8-15-193 16,-1-9 183-16,7-9-175 15,2 4 125-15,3 3 113 16,2 14 134-16,-3 15 86 15,1 22-111-15,-2 3-66 16,-2 29 78-16,-3 16-47 16,0 7 7-16,0-2-1 15,2-4-53-15,-2-8 25 16,4-9-52-16,-1-12 7 16,-2-10 85-16,1-7-65 15,1-3 21-15,-2-21 7 0,-1-12-55 16,0-12 7-16,0-13-7 15,0-5-23-15,-3-6-18 16,1 4 41-16,-3 12 0 16,-2 13-9-16,-4 17-23 15,-4 15-68-15,-3 11-249 16,0 0-540-16</inkml:trace>
  <inkml:trace contextRef="#ctx0" brushRef="#br0" timeOffset="-100077.29">25603 7455 1640 0,'0'0'472'0,"0"0"-324"15,0 0 40-15,0 0-166 16,0 0 4-16,0 0 9 15,-24 105-18-15,15-1 51 16,0 4-10-16,3-8-58 16,4-14 4-16,2-24-4 15,0-4-116-15,0-3 79 0,0-15-122 16,0-16-113 0,-10-13-120-16,-3-8-433 0</inkml:trace>
  <inkml:trace contextRef="#ctx0" brushRef="#br0" timeOffset="-99351.58">25243 7900 1279 0,'0'0'921'0,"0"0"-796"15,0 0-125-15,0 0-37 16,160-73-79-16,-98 62 80 16,5 5 36-16,0 4-10 15,-3 2 10-15,-1 0 0 16,-12 19-4-16,-13 7 4 0,-9 9 0 15,-13 4 28 1,-9 3 14-16,-7 0 50 0,0-4-92 16,0-9 13-1,0-8-4-15,-5-9-9 0,3-8 0 16,0-4 16-16,2 0-15 16,0-14 7-16,2-9-8 15,21-10 0-15,6-4-28 16,8 1 28-16,3 0-2 15,3 0-4-15,-3 4 12 16,-5 4-28-16,-6 2-9 16,-14 2 31-16,-7 4-38 0,-8 4 38 15,-4 4-17 1,-23 8 10-16,-9 4 14 0,-2 11 4 16,-2 22-11-16,4 12 29 15,12 6 82-15,8 6-97 16,13-2-1-1,3-6-4-15,10-10 7 0,17-10-26 16,8-12 10-16,7-10-17 16,8-7-18-16,0-4 27 15,4-19-89-15,0-8-18 16,-7-10-35-16,-3-2 61 16,-6-3-6-16,-9 6 90 15,-9 9 5-15,-9 15 180 16,-9 14-40-16,-2 2-118 15,0 16 0-15,-6 17 41 0,-9 3-10 16,1 2-30-16,5-4 45 16,3-6-68-16,0-12 0 15,6-6-2-15,0-6 14 16,0-4-15-16,19 0 3 16,7-14-35-16,8-12 14 15,8-6-165-15,7-4 48 16,3 2 52-16,-2 2 37 15,0 9 49-15,-11 11 72 16,-7 12-27-16,-8 0 49 16,-12 17-94-16,-10 9-44 15,-7 14-67-15,-17-9-113 16,-4-6-162-16</inkml:trace>
  <inkml:trace contextRef="#ctx0" brushRef="#br0" timeOffset="-99173.95">25929 7615 2357 0,'0'0'293'0,"0"0"-169"16,0 0-124-16,154-99-161 16,-88 85 98-16,4 7 4 15,28 7 4-15,-17 11-176 16,-13 4-686-16</inkml:trace>
  <inkml:trace contextRef="#ctx0" brushRef="#br0" timeOffset="-95401.14">27434 7415 1132 0,'0'0'351'0,"0"0"-109"15,0 0-45-15,0 0 87 16,0 0-138-16,0 0-38 0,0 0-18 15,-6-54-89-15,6 54 7 16,0 0-8 0,0 25-19-16,0 34 19 0,0 7 16 15,0 19 16-15,0 8 47 16,0-14-66-16,-10 6 17 16,-1-11-30-16,5-12 0 15,-2-12 24-15,4-11-24 16,0-7 0-16,1-13 2 15,3-5 4-15,0-6 3 16,0-3-9-16,0-5 0 16,0 0 16-16,0 0-15 0,0 0-1 15,0 0 44 1,0 0-44-16,19 0 27 0,10 0-27 16,8 0 0-16,5 0-47 15,6 0 13-15,-4-3-157 16,-4-3 1-16,-4-8-121 15,-11 0-222-15,-8-2-737 0</inkml:trace>
  <inkml:trace contextRef="#ctx0" brushRef="#br0" timeOffset="-95186.64">27411 7374 2031 0,'0'0'308'0,"0"0"-95"0,0 0-123 16,0 0-32-16,0 0-4 15,0 0-54-15,0 0 18 16,165-13-18-16,-100 15-61 16,17 21-26-16,-15-3-242 15,-11-3-339-15</inkml:trace>
  <inkml:trace contextRef="#ctx0" brushRef="#br0" timeOffset="-94861.73">27941 7836 2199 0,'0'0'276'15,"0"0"-276"-15,0 0-14 16,0 0 14-16,0 0 11 15,0 0 27-15,0 0-35 16,79-133-3-16,-59 92-64 16,-2 1 2-16,-2 1-13 15,-6 4 75-15,-1 8 1 16,-1 9 61-16,-6 8 126 16,0 10-152-16,-2 0-35 15,0 10-1-15,0 20 1 16,0 15 24-16,0 10-25 0,-2 6 0 15,-5 1 3 1,2-4-3-16,5-5-54 16,0-13-48-16,0-12-153 15,14-13-124-15,1-11-576 0</inkml:trace>
  <inkml:trace contextRef="#ctx0" brushRef="#br0" timeOffset="-94707.63">28330 7604 1935 0,'0'0'839'16,"0"0"-839"-16,0 0-28 0,0 0-175 15,0 0-36 1,0 0 158-16,0 0-106 0,22 94-362 0</inkml:trace>
  <inkml:trace contextRef="#ctx0" brushRef="#br0" timeOffset="-94567.13">28388 8023 1061 0,'0'0'746'16,"0"0"-392"-16,0 0-190 16,-32 116-67-16,12-72-97 15,3-6 6-15,1-3-6 16,5-9 0-16,7-8-57 16,4-8-89-16,4-9-188 15,12-1-263-15</inkml:trace>
  <inkml:trace contextRef="#ctx0" brushRef="#br0" timeOffset="-94302.77">28657 7810 1967 0,'0'0'492'0,"0"0"-431"15,0 0 126-15,0 0-142 16,0 0-33-16,0 0-6 16,125-26-6-16,-82 26-72 15,6 0-157-15,-6 0-291 0,-12 0-270 0</inkml:trace>
  <inkml:trace contextRef="#ctx0" brushRef="#br0" timeOffset="-93989.52">29121 7596 1543 0,'0'0'254'0,"0"0"-155"15,0 0 36-15,0 0-42 16,0 0 22-16,0 0-92 16,0 0-11-16,0 12 41 15,0 18-47-15,0 12 40 16,0 6-10-16,0 5-30 0,2-2 32 16,5-2-38-16,0-5 1 15,-1-8 31-15,-1-8-32 16,-3-9 0-16,-2-7-2 15,2-3 8-15,-2-7 1 16,0-2-7-16,0 0-66 16,-9-14 45-16,-4-9-340 15,-3 0-310-15</inkml:trace>
  <inkml:trace contextRef="#ctx0" brushRef="#br0" timeOffset="-93487.09">28784 7631 1468 0,'0'0'755'0,"0"0"-623"15,0 0-62-15,0 0-2 16,0 0-56-16,0 0 13 0,0 0-4 15,-6 133-11-15,-1-70 4 16,3 0-14-16,2-6-144 16,2-11-103-16,0-14-154 15,6-16-663-15</inkml:trace>
  <inkml:trace contextRef="#ctx0" brushRef="#br0" timeOffset="-92703.88">29090 7587 1577 0,'0'0'311'0,"0"0"-241"16,0 0-5-16,0 0 6 15,0 0-15-15,0 0 58 16,0 0-114-16,-2 19 1 0,-5 7 61 16,1 10-22-16,-6 6 56 15,1 4-52-15,0 0-43 16,-1-2 66-1,6-8-67-15,4-7 0 0,0-9-6 16,2-6 21-16,0-6-15 16,4-7 0-16,14-1 0 15,9 0-35-15,2 0 32 16,4-5-67-16,1-4 43 16,-5 5-1-16,-4 4 16 15,-10 0 5-15,-5 3 7 16,-7 16 31-16,-3 8-22 15,0 1 1-15,-11 2 43 0,-6-2-26 16,-6-2 40-16,0-1-67 16,1-8 9-16,2-3-19 15,0-4 10-15,2-5-91 16,-9-5-28-16,8 0-147 16,0-7-268-16</inkml:trace>
  <inkml:trace contextRef="#ctx0" brushRef="#br0" timeOffset="-92558.18">29125 7602 2256 0,'0'0'279'16,"0"0"-279"-16,0 0-25 16,137-41 3-16,-73 36-52 0,-12 2-141 15,-6 3-337-15</inkml:trace>
  <inkml:trace contextRef="#ctx0" brushRef="#br0" timeOffset="-91901.11">29640 7321 1722 0,'0'0'591'0,"0"0"-508"15,0 0-21-15,0 0-62 16,0 0 12-16,0 0 67 16,0 0-79-16,10-6 0 15,-10 6 0-15,0 0 2 16,0 0-22-16,0 0 7 16,0 0-11-16,0 0-6 15,0 0 23-15,0 0-29 16,0 0 4-16,0 0 12 15,0 0 6-15,0 0 14 16,0 0 0-16,0 0 26 16,0 0-12-16,0 0 20 15,0 0 9-15,0 0-43 16,0 0 40-16,0 0-40 16,0 0 15-16,4 0-15 0,7 0 0 15,3 0-2-15,3 0-10 16,-1 0 3-16,-1 0 2 15,-1 0-11-15,-3 1 18 16,-5-1-10-16,-3 0 10 16,-3 0 0-16,0 0-8 15,0 0 19-15,0 0 5 16,0 3-16-16,0 1 1 16,0 6-25-16,0 8 20 15,0 10 2-15,0 14-8 16,0 11 20-16,0 12 2 15,0 10-12-15,0 7 0 0,0 4 1 16,0 0-1-16,-3-4 0 16,-1-9-6-16,-2-11 20 15,-1-11-14-15,-2-14 0 16,-4-7 0-16,-2-10 55 16,-8-3-48-16,-6-8 26 15,-7-2 6-15,-2-6-38 16,0 2-2-16,-13-3-102 15,11 0-246-15,9 0-428 0</inkml:trace>
  <inkml:trace contextRef="#ctx0" brushRef="#br0" timeOffset="-90414.6">18669 9075 1028 0,'0'0'375'0,"0"0"-172"15,0 0-34-15,0 0-25 16,0-118-18-16,0 100 28 0,0 4-38 16,0 8-56-16,0 2 43 15,0 4-103-15,0 0 0 16,0 0-1-16,2 6 8 15,2 22-7-15,3 20 0 16,4 33 1-16,-2 3 87 16,2 8-87-16,3 2 8 15,-1-17 5-15,3 4 4 16,1-14 2-16,6-11-20 16,1-14 0-16,3-10-4 15,4-14 4-15,7-8-16 0,5-10-14 16,3 0-59-1,-1-24 11-15,-3-8-79 16,-6-10-24-16,-12-2 109 0,-8-1-35 16,-9 9 107-16,-7 13 106 15,0 10 91-15,-7 13-29 16,-13 2-168-16,-2 25 23 16,-3 9-4-16,5 2-19 15,9 0 0-15,4-8-2 16,7-8 14-16,0-5-34 15,7-8 12-15,11-6-48 16,5-3 58-16,0 0-105 16,2-5 18-16,-2-7 14 15,-3 3 13-15,-3 0 51 16,-5 9 9-16,-1 0 0 0,-5 0 21 16,-2 9-21-1,1 5-9-15,0-2-9 16,-3-12-134-16,0 0-195 15,1 0-802-15</inkml:trace>
  <inkml:trace contextRef="#ctx0" brushRef="#br0" timeOffset="-90262.99">19088 9230 1996 0,'0'0'389'15,"0"0"-196"-15,0 0-174 16,0 0-19-16,131-48-82 15,-73 48-86-15,27 0 10 0,-16 9-342 16,-9 3-1018-16</inkml:trace>
  <inkml:trace contextRef="#ctx0" brushRef="#br0" timeOffset="-86129.58">19875 9729 234 0,'0'0'772'0,"0"0"-522"0,0 0 0 16,0 0-40-16,0 0-26 16,0 0 129-16,0 0-109 15,-105 0 4-15,100-3-22 16,5-2-86-16,0-2-16 16,0-10-84-16,19-9-49 15,7-9 25-15,3-4-87 16,3-3 2-16,-1 2-2 15,-2 1 21-15,-3 2 55 16,-4 2-39-16,-1 5 57 0,-11 10 11 16,-3 6 12-16,-2 10 33 15,-5 4-8-15,0 0-19 16,0 20-24-16,0 21 12 16,-14 12 0-16,-1 14 68 15,-1 3-68-15,3-6 0 16,6-10-6-16,7-12-38 15,0-14-30-15,3-12-110 16,37-16-86-16,-3-17-19 16,1-10-551-16</inkml:trace>
  <inkml:trace contextRef="#ctx0" brushRef="#br0" timeOffset="-85880.64">20428 9363 1925 0,'0'0'367'0,"0"0"-367"15,0 0-47-15,0 0 47 16,-81 120 33-16,41-78-19 16,0-3 20-16,7-10 36 15,6-7-42-15,11-6 12 16,12-8-40-16,4-2 0 16,6-2 5-16,25 0-5 15,17-1 0-15,5-2 6 16,4-1-6-16,4 0-7 15,-8 0-81-15,-5 0-98 16,-6 0-4-16,-16 0-354 16,-7 0-874-16</inkml:trace>
  <inkml:trace contextRef="#ctx0" brushRef="#br0" timeOffset="-85682.88">20597 9413 1839 0,'0'0'383'16,"0"0"-327"-16,0 0-47 15,0 131 40-15,-3-72-49 16,-3 1 16-16,-1 0 9 16,5 1-25-16,2 9-46 15,0-14-134-15,0-15-406 0</inkml:trace>
  <inkml:trace contextRef="#ctx0" brushRef="#br0" timeOffset="-85016.99">20878 9381 1572 0,'0'0'369'0,"0"0"-246"0,0 0-93 16,0 0-22-16,0 0 93 15,-62 151 16-15,50-93-42 16,8-1 68-16,4-10-142 15,0-10 0-15,22-8 27 16,7-12-20-16,7-10 20 16,3-7-28-16,9-7 0 15,-2-21-42-15,-1-7 42 16,-9-11-69-16,-12-5 33 16,-13-5-35-16,-11 3 54 15,0 7-3-15,-13 12 20 16,-12 15 63-16,-6 10-63 15,2 9-62-15,-2 23-92 0,6 7-242 16,10-2-484-16</inkml:trace>
  <inkml:trace contextRef="#ctx0" brushRef="#br0" timeOffset="-84522.96">21745 9613 1766 0,'0'0'712'16,"0"0"-555"-16,0 0-121 15,0 0-36-15,0 0-53 16,0 0 52-16,0 0 0 16,-76 125 1-16,54-76 1 15,1-3-1-15,8-11-95 16,7-13-51-16,6-20-139 15,11-2-33-15,9-6-69 0</inkml:trace>
  <inkml:trace contextRef="#ctx0" brushRef="#br0" timeOffset="-84287.71">22131 9038 2154 0,'0'0'288'15,"0"0"-288"-15,0 0-173 16,0 0 173-16,-5 165 22 16,-3-94 58-16,-2 3 34 15,4 3-72-15,3-5 8 16,1-5-50-16,2-9 9 0,0-7-52 16,0-13-1-1,0-9-106-15,0-12-45 0,2-14-118 16,1-3-196-1,-3 0-127-15</inkml:trace>
  <inkml:trace contextRef="#ctx0" brushRef="#br0" timeOffset="-83759.86">21919 9518 1635 0,'0'0'357'0,"0"0"-150"16,0 0-186-16,0 0-14 15,109-114-14-15,-51 87 5 16,5 1 0-16,3 3-4 15,-1 7 6-15,-7 6-9 16,-6 8 19-16,-17 2 18 0,-18 12 73 16,-15 20-33-1,-2 12 37-15,-19 8 4 16,-12 2-100-16,0-5 61 0,2-11-70 16,10-9 0-16,9-17-10 15,8-3 10-15,2-9-21 16,0 0-67-16,15-4 3 15,11-20 64-15,6-8-139 16,1-4-104-16,-2 2 175 16,-6 5 89-16,-9 12 93 15,-7 10 103-15,-5 7-173 16,-2 2 46-16,-2 20-69 16,2 7 0-16,3-1 27 15,-1-2-26-15,8-3 7 0,1-8-8 16,5-7 1-1,1-6-46-15,4-2 19 16,-1-4-122-16,1-17-25 16,-4-6-41-16,2-7 10 0,-5 0 48 15,-1-1 148-15,-1 8 8 16,-6 8 275-16,-3 14 105 16,-3 5-172-16,-2 7-189 15,0 21-6-15,0 9-13 16,0 2 15-16,-2 0-42 15,0-5 27-15,2-5-155 16,0-12-75-16,0-11-333 0</inkml:trace>
  <inkml:trace contextRef="#ctx0" brushRef="#br0" timeOffset="-83632.08">22685 9145 1874 0,'0'0'355'0,"0"0"-355"16,0 0-501-16,0 127-426 0</inkml:trace>
  <inkml:trace contextRef="#ctx0" brushRef="#br0" timeOffset="-83532.83">22614 9978 1692 0,'0'0'350'0,"0"0"-350"0,0 0-766 15</inkml:trace>
  <inkml:trace contextRef="#ctx0" brushRef="#br0" timeOffset="-83089.19">23960 8953 1770 0,'0'0'275'0,"0"0"-275"16,0 0-12-16,0 0 12 16,-2 115 80-16,-11-45 7 15,-7 10 129-15,-1 2-124 16,2 0-43-16,1-6 34 0,7-9-63 15,2-11-5 1,9-13-15-16,0-8-33 0,0-12 33 16,13-11-101-16,10-9-62 15,15-11-74-15,-5-16-277 16,-6-10-1041-16</inkml:trace>
  <inkml:trace contextRef="#ctx0" brushRef="#br0" timeOffset="-82922.28">23696 9314 1685 0,'0'0'601'0,"0"0"-463"15,0 0-47-15,0 0-14 16,0 0-23-16,0 0-54 0,135-18 30 16,-74 15-66-16,1 3 27 15,23-3-201-15,-14-1-144 16,-11 0-441-16</inkml:trace>
  <inkml:trace contextRef="#ctx0" brushRef="#br0" timeOffset="-82663.7">24409 9261 1292 0,'0'0'508'0,"0"0"-249"16,0 0-91 0,0 0-32-16,0 0 12 0,0 0-85 15,0 0-38-15,131 0-25 16,-95 0 15-16,2 3-27 16,-7 3 12-16,-4 2-144 15,-12 2-6-15,-15 7-120 16,0-3-259-16,-6-3-897 0</inkml:trace>
  <inkml:trace contextRef="#ctx0" brushRef="#br0" timeOffset="-82517.38">24333 9513 1689 0,'0'0'635'16,"0"0"-595"-16,0 0-23 15,0 0 14-15,0 0-10 0,0 0 5 16,140-7-26-1,-95 2-84-15,13-2-5 0,-14 3-273 16,-8 0-698-16</inkml:trace>
  <inkml:trace contextRef="#ctx0" brushRef="#br0" timeOffset="-81119.91">25209 9180 1137 0,'0'0'485'16,"0"0"-225"-16,0 0-73 16,0 0-60-16,0 0 64 15,0 0-104-15,0 0-48 16,0-40-39-16,0 45 27 16,-13 22-27-16,-6 9 0 15,2 5 0-15,1 3 16 16,7-7-7-16,3-7-9 15,6-8 0-15,0-5 21 16,6-7-17-16,15-6-4 16,4-3-22-16,6-1 3 15,-3 0-2-15,1 0 21 16,-7 0-6-16,-3 0 19 0,-4 0-19 16,-6 0 6-1,-2 18 0-15,-5 7-3 0,-2 1 3 16,0 2 0-16,0-4 0 15,0-2-3-15,-7-4-28 16,-2-6-51-16,-8-9-146 16,0-3-36-16,2 0-366 0</inkml:trace>
  <inkml:trace contextRef="#ctx0" brushRef="#br0" timeOffset="-80982.24">25198 9203 1463 0,'0'0'747'15,"0"0"-529"-15,118-47-218 16,-49 36-8-16,5 6-5 16,35 5-86-16,-20 0-143 15,-13 0-343-15</inkml:trace>
  <inkml:trace contextRef="#ctx0" brushRef="#br0" timeOffset="-80888.25">26060 9177 1580 0,'0'0'798'15,"0"0"-682"-15,0 0-116 16,0 0-565-16,0 0-202 0</inkml:trace>
  <inkml:trace contextRef="#ctx0" brushRef="#br0" timeOffset="-79069.86">18463 11346 560 0,'0'0'388'0,"0"0"-388"16,0 0-13-1,0 0-602-15</inkml:trace>
  <inkml:trace contextRef="#ctx0" brushRef="#br0" timeOffset="-77337.14">18042 11265 1609 0,'0'0'374'16,"0"0"-238"-16,0 0-105 15,0 0 40-15,0 0-70 16,0 0-1-16,136-4 80 15,-94 54-29-15,1 8 23 16,-1 7-74-16,-2-5 6 16,-1-8 13-16,-4-9-19 15,1-11 0-15,-3-13 3 16,0-5 7-16,-4-8-1 16,-2-6-9-16,-6 0 0 0,-4-10-22 15,-5-16 22-15,-6-12 0 16,-1-5-10-16,-1-3 23 15,4-1-4-15,6 4 10 16,9 9-4-16,12 7 27 16,12 6-42-16,11 7-6 15,11 4-8-15,3 9 25 16,-1 1-17-16,-9 0 6 16,-11 10 0-16,-17 10-17 15,-18 5 17-15,-16 8 0 16,-5 2 12-16,-27 4-12 15,-7 1 40-15,-3-6-40 0,1-6 9 16,12-8 2 0,9-10-11-16,11-8 0 0,9-2-20 15,0-4 17-15,16-24-43 16,13-10-186-16,6-3 97 16,1 4 109-16,-7 11 24 15,-7 14 2-15,-6 12 41 16,-7 4-29-16,-7 21 50 15,1 10-3-15,-3 2-58 16,2 2 80-16,4-7-81 16,8-6 0-16,5-10-4 15,8-10 11-15,7-6-14 16,4-2 4-16,0-22-81 16,0-8 45-16,-3-6-82 0,-4 1 30 15,-6 0 84-15,-5 9 7 16,-7 10 110-16,-4 14-4 15,-4 4-94-15,-3 8 32 16,-2 20-44-16,0 4 0 16,0 1 43-16,0-1-42 15,0-11 12-15,0-7-13 16,5-8 6-16,1-6-15 16,5 0 9-16,7-6 0 15,9-14-16-15,4-6-34 16,3-2-24-16,3 2 3 15,1 4 15-15,-2 10 32 16,-4 10 24-16,-6 2 0 16,-6 6-7-16,-4 17 7 15,-10 3-9-15,-6 0-34 0,0 9-101 16,-18-7-26-16,-6-8-487 0</inkml:trace>
  <inkml:trace contextRef="#ctx0" brushRef="#br0" timeOffset="-77164.3">19061 11360 1239 0,'0'0'843'16,"0"0"-520"-16,7-113-155 16,22 80-129-16,8 12-39 0,11 17-19 15,22 36-56-15,-11 19-140 16,-12 12-579-16</inkml:trace>
  <inkml:trace contextRef="#ctx0" brushRef="#br0" timeOffset="-77067.86">19364 12206 1706 0,'0'0'0'0,"0"0"-1517"0</inkml:trace>
  <inkml:trace contextRef="#ctx0" brushRef="#br0" timeOffset="-76634.95">20755 11142 1625 0,'0'0'574'0,"0"0"-463"16,0 0-72-16,0 0-39 16,0 0 1-16,0 0-1 15,0 0 9-15,0 119 21 16,-4-33 36-16,-5 6-52 16,2 1 2-16,1-10-16 15,3-9 12-15,3-15-8 16,0-13-4-16,0-9-66 15,0-11-43-15,5-16-159 16,3-8-237-16,-3-2-181 0</inkml:trace>
  <inkml:trace contextRef="#ctx0" brushRef="#br0" timeOffset="-76103.13">20483 11548 1224 0,'0'0'861'16,"0"0"-647"-16,0 0-214 15,0 0-28-15,0 0-4 16,167-74 31-16,-97 71 1 16,3 0-13-16,-2 3 13 15,-6 0-6-15,-14 17-7 16,-17 8 26-16,-14 5-13 16,-16 8 72-16,-4 2-39 15,0 1 100-15,-11-4-133 0,2-8 6 16,5-7 5-16,4-6-10 15,0-11-2-15,0-2-18 16,16-3 19-16,3 0-50 16,-1-18 32-16,-2-9-111 15,-9-9 42-15,-7 0-4 16,0-3 53-16,-18 8 38 16,-7 9 81-16,5 6 115 15,4 8-109-15,8 4-51 16,8 4-29-16,0 0-7 15,22 0-43-15,18 2 43 16,10 5-59-16,4-7 38 16,4 0-103-16,-4 0 28 0,-4 0 87 15,-15 0 6 1,-12 0 3-16,-13 0 35 0,-10 3-33 16,0 15 119-16,-4 8-25 15,-12 5-47-15,5 2 9 16,5-1-46-16,6-4-6 15,0-2-6-15,8-5 24 16,11-7-62-16,2-4 34 16,2-4-124-16,-5-6-42 15,-3 0-117-15,-11-2-340 0</inkml:trace>
  <inkml:trace contextRef="#ctx0" brushRef="#br0" timeOffset="-75938.99">20987 11401 591 0,'0'0'1540'0,"0"0"-1261"15,0 0-233-15,0 0-46 16,0 0-38-16,134-25 20 16,-90 18-80-16,-6 2-179 15,-9-5-303-15</inkml:trace>
  <inkml:trace contextRef="#ctx0" brushRef="#br0" timeOffset="-75805.84">21308 10950 2036 0,'0'0'227'16,"0"0"-227"-16,0 0-62 15,0 201 50-15,-4-113-141 0,4-12-418 0</inkml:trace>
  <inkml:trace contextRef="#ctx0" brushRef="#br0" timeOffset="-75272.26">22358 11393 2206 0,'0'0'458'0,"0"0"-458"16,0 0-58-16,0 0 48 15,0 0-34-15,0 0 44 16,-98 107 112-16,78-64-87 16,6-4-16-16,8-7-9 15,4-10 21-15,2-11-69 16,0-8 42-16,4-3-79 16,12 0 84-16,1-22-83 0,-1-10-46 15,-1-14-35-15,-3-10 7 16,-5-8 145-16,-1-8-32 15,-4-1 45-15,3 9 25 16,-3 16 98-16,0 17 106 16,-2 16 9-16,2 13-183 15,-2 2-27-15,0 26-28 16,0 20 0-16,0 14 0 16,0 15 0-16,0 5 0 15,-2-2-9-15,0-4-12 16,2-8 11-16,0-14-112 15,0-4-92-15,2-17-4 0,5-13-401 16</inkml:trace>
  <inkml:trace contextRef="#ctx0" brushRef="#br0" timeOffset="-74669.84">21948 11393 1913 0,'0'0'230'0,"0"0"-230"15,0 0-65-15,116-38-21 16,-47 37 74-16,11 1 4 16,5 0 16-16,-1 19 57 15,-5 6-32-15,-13 3 4 16,-18 6 96-16,-19 0-68 0,-23 4 21 16,-6-1 14-16,-12-2-50 15,-14-3 56-15,-3-8-106 16,7-5 16-1,4-8 9-15,9-8-25 0,7-3-13 16,2-3 6-16,6-25-138 16,23-8-162-16,9-4 72 15,1 0 128-15,-2 12 107 16,-8 10 25-16,-9 15 72 16,-9 3-11-16,-4 11-56 15,-5 13 70-15,0 2-50 16,0 2-44-16,6-4 47 15,3-4-52-15,4-8-1 16,7-6 2-16,3-6 19 0,2 0-38 16,2-18 17-1,-2-11-96-15,0-8 55 16,-8-9-58-16,1-8 40 16,-5-9 20-16,-1-1-39 0,-1 0 78 15,-1 12 37-15,-5 13 164 16,-1 20 102-16,-2 17-199 15,1 2-104-15,-3 30-23 16,-2 18 23-16,0 17 19 16,0 9-19-16,0 6 0 15,0-2-5-15,-4-6 5 16,4-8 0-16,0-11-8 16,0-13-16-16,0-11 12 15,0-11-120-15,0-14-131 0,0-4-96 16,0 0-340-16</inkml:trace>
  <inkml:trace contextRef="#ctx0" brushRef="#br0" timeOffset="-74533.98">22795 11442 1513 0,'0'0'699'16,"0"0"-440"-16,0 0-140 16,0 0-8-16,96-109-108 15,-47 95 23-15,2 13-52 16,14 15 19-16,-12 18-258 15,-14 5-236-15</inkml:trace>
  <inkml:trace contextRef="#ctx0" brushRef="#br0" timeOffset="-74429.76">22762 12097 2347 0,'0'0'0'0,"0"0"-420"0</inkml:trace>
  <inkml:trace contextRef="#ctx0" brushRef="#br0" timeOffset="-73971.05">24023 11305 995 0,'0'0'1005'0,"0"0"-763"16,0 0-217 0,0 0-1-16,0 0-6 0,0 0 13 15,0 0-31-15,-131 87 112 16,91-23-27-16,4 6 13 15,12-2-98-15,12-8 11 16,12-9-14-16,0-13 3 16,14-10-66-16,13-10-17 15,10-18-142-15,-8 0-301 16,-4 0-767-16</inkml:trace>
  <inkml:trace contextRef="#ctx0" brushRef="#br0" timeOffset="-73719.23">23773 11604 1590 0,'0'0'852'16,"0"0"-757"0,0 0-95-16,0 0-1 0,0 0-32 15,141-54-4-15,-95 36-9 16,-1 3 0-16,-5-2 25 16,-9 2-41-16,-6 6 62 15,-10 4 3-15,-5 5 49 16,-6 0 63-16,-2 3-109 15,3 23 18-15,-1 12 53 16,0 8-77-16,4 3-9 16,0-2 8-16,1-5-69 0,1-10-19 15,9-13-137 1,-3-9-128-16,-1-10-142 0</inkml:trace>
  <inkml:trace contextRef="#ctx0" brushRef="#br0" timeOffset="-73538.13">24359 11369 1986 0,'0'0'511'0,"0"0"-511"15,0 0-71-15,0 0 71 16,0 0-3-16,31 137 3 16,-25-100 0-16,-2 0-2 15,-2-4-11-15,0-10-82 0,-2-7-168 16,0-6-226-1,-8-10-62-15</inkml:trace>
  <inkml:trace contextRef="#ctx0" brushRef="#br0" timeOffset="-73021.9">24253 11372 960 0,'0'0'1060'0,"0"0"-824"16,0 0-188-16,0 0-48 15,164-87-101-15,-108 81-67 16,0 4 111-16,-4 2 27 15,-8 0 30-15,-7 0 0 16,-10 4 1-16,-6 7 8 16,-11 2 105-16,0 7 16 15,-8 13-30-15,-2 7 71 0,0 10-165 16,0 4-5-16,-2-1 21 16,-5 0-16-16,0-9 2 15,1-6-8 1,-1-10 0-16,1-7-3 0,3-9 3 15,-2-7-46-15,3-5 31 16,-2 0 15-16,-3-19-16 16,3-15-13-16,4-17-6 15,0-7 8-15,19-6-19 16,8 5 18-16,5 7 27 16,-1 21 2-16,-4 16 1 15,-5 15-2-15,-1 5 0 16,-6 27 62-16,-1 8-49 0,-6 7 27 15,1 2 27 1,3-5-49-16,-4-6 32 0,3-7-32 16,1-14-10-16,-4-4 109 15,1-12-81-15,0-1 9 16,2-6 58-16,0-22-36 16,5-14-18-16,-1-10-49 15,4-10 0-15,-2-6-60 16,5 0 53-16,3 5-172 15,0 13-34-15,-8 18-157 16,-5 18-290-16</inkml:trace>
  <inkml:trace contextRef="#ctx0" brushRef="#br0" timeOffset="-72524.19">25356 11310 1270 0,'0'0'651'0,"0"0"-537"16,0 0-58-16,0 0-56 15,0 0 0-15,0 0 116 16,-49 129-12-16,31-74-7 16,3-1-76-16,3-6 0 15,4-8 12-15,3-9-33 16,3-14 0-16,2-7 0 15,0-8 15-15,0-2-10 16,0-3 31-16,0-23-36 16,0-17-33-16,5-9-57 0,10-12 38 15,7 2 21-15,3 6-6 16,0 13 37-16,-6 19-1 16,-3 20 15-16,-3 4 32 15,1 24-27-15,-3 14-3 16,3 7 49-16,1 1-26 15,5-1 22-15,7-10 28 16,6-7-53-16,7-10 95 16,2-10-87-16,3-8-11 15,-1-2 26-15,-1-24-58 16,-3-9 23-16,-7-14-24 16,-4-6 15-16,-8-5-27 15,-6-1 12-15,-3 0-112 0,-8 9 13 16,-4 15-29-16,0 11-10 15,0 11-327-15,0 10-958 0</inkml:trace>
  <inkml:trace contextRef="#ctx0" brushRef="#br0" timeOffset="-72134.19">26542 10882 1560 0,'0'0'660'15,"0"0"-601"-15,0 0-59 16,0 0 0-16,-13 104 76 16,2-33 14-16,-1 11 5 15,-3 5 24-15,1 5-101 0,-1-9-9 16,3-6-9-16,4-12-37 15,1-7 19-15,7-11-147 16,0-15-158-16,0-14-297 0</inkml:trace>
  <inkml:trace contextRef="#ctx0" brushRef="#br0" timeOffset="-71330.55">26226 11358 1422 0,'0'0'934'15,"0"0"-768"-15,0 0-166 16,0 0-146-16,126-77 121 16,-70 63 0-16,5 4 25 0,1 0-7 15,-2 3 18-15,-2 5-8 16,-8 2-3-16,-13 0 0 16,-10 1 14-16,-14 21 6 15,-9 9 23-15,-4 9 17 16,0 7-60-16,0 1 79 15,-4-1-79-15,0-10 0 16,2-5-6-16,2-9 6 16,0-7 0-16,0-8 0 15,0-8 10-15,0 0 15 16,0-4-24-16,0-20-1 16,0-12-6-16,13-8-19 15,9-6 25-15,9-4-1 16,11 4 0-16,5 3-31 15,3 6-67-15,-6 10-108 16,-4 9 143-16,-11 6-12 0,-13 8-2 16,-12 6 69-16,-4 2 9 15,-8 0 70-15,-21 10-55 16,-12 16 35-16,-1 8 136 16,0 12-129-16,9 7-9 15,8 0 18-15,11 1-65 16,12-1 62-16,2-9-63 15,20-6 0-15,16-9-9 16,15-12 10-16,7-11-2 16,9-6-13-16,4-2-81 15,-1-24 86-15,-6-10-111 0,-6-6-80 16,-11-4 62-16,-12 1 19 16,-12 6 119-16,-10 11 77 15,-8 14 151-15,-5 10 9 16,0 4-219-16,-10 9 2 15,-7 16 34-15,-1 3-10 16,3-2 25-16,3 0-41 16,3-6 2-16,7-8-9 15,2-3-21-15,0-9-18 16,0 0-7-16,17 0-5 16,12-9-9-16,10-14-66 15,7-3-110-15,6 1 128 16,4-1-18-16,-3 6 102 15,-6 12 3-15,-10 8 105 0,-3 0 28 16,-12 16-77-16,-6 9-37 16,-11 6 6-16,-5-1-25 15,-10 2-63-15,-18-6 2 16,-40-3-109-16,8-11-207 16,0-7-691-16</inkml:trace>
  <inkml:trace contextRef="#ctx0" brushRef="#br0" timeOffset="-71175.89">26977 11189 2082 0,'0'0'496'15,"0"0"-429"-15,78-113 57 16,-27 80-123-16,9 8-1 0,1 11 0 16,1 14-60-16,9 7-65 15,-15 14-213-15,-11 6-475 0</inkml:trace>
  <inkml:trace contextRef="#ctx0" brushRef="#br0" timeOffset="-70705.75">28707 11067 1385 0,'0'0'811'0,"0"0"-786"16,0 0-25-16,0 0 0 15,0 0 12-15,-18 166 65 16,3-89 68-16,-6 3-76 16,3 1-68-16,5-12 40 15,2-8-41-15,2-15 0 16,4-14-8-16,3-11 23 16,2-9-13-16,0-6-2 0,0-3 0 15,0-3 33 1,0 0 38-16,11-11 26 0,9-9-51 15,5 1-20-15,2-2-16 16,4 6-10-16,5 1 0 16,-1 3-42-16,1 2 4 15,-3 4-86-15,-4 1-25 16,-2-4-159-16,-11 0-17 16,-8-2-320-16</inkml:trace>
  <inkml:trace contextRef="#ctx0" brushRef="#br0" timeOffset="-70517.02">28587 11035 1190 0,'0'0'1130'0,"0"0"-816"0,0 0-211 16,0 0-68-16,0 0 33 15,131-34-68-15,-71 32 0 16,4 2-1-16,1 0-51 15,16 0-166-15,-19 2-356 16,-15 5-671-16</inkml:trace>
  <inkml:trace contextRef="#ctx0" brushRef="#br0" timeOffset="-70196.9">29139 11393 827 0,'0'0'1367'0,"0"0"-1238"15,0 0-129-15,0 0 0 16,0 0-21-16,0 0 21 16,67-101-6-16,-47 60 6 15,0-1-183-15,-2-4 36 16,-2 0-23-16,-1 0 84 16,1 4 86-16,-1 7 140 15,-4 12 151-15,-1 10-15 16,-4 10-179-16,1 3-60 15,-5 7-37-15,-2 24 0 16,0 13 55-16,0 12-40 16,-18 6-2-16,-2 4-7 15,0-2 11-15,2-6-34 0,4-8-57 16,6-9-92-16,8-13-39 16,0-12-389-16,0-12-955 0</inkml:trace>
  <inkml:trace contextRef="#ctx0" brushRef="#br0" timeOffset="-69918.88">29556 11089 1876 0,'0'0'863'0,"0"0"-863"16,0 0-83-16,0 0-149 15,0 0 177-15,0 0 43 16,0 0-9-16,-16 144 11 15,5-88-318-15,0-3-157 0,6-3 152 16,3-10 321-16,2-7 12 16,0-4 262-16,0-5 78 15,0 1-76-15,0-2-90 16,-8 7-5-16,-6 4-150 16,-6 4-10-16,-2-1-9 15,-5-2-53-15,2-7-119 16,6-7-192-16,5-12-391 0</inkml:trace>
  <inkml:trace contextRef="#ctx0" brushRef="#br0" timeOffset="-69460.33">29988 11001 1534 0,'0'0'849'16,"0"0"-679"-16,0 0-170 15,0 0 17-15,0 0-30 16,0 0 34-16,-37 104 9 16,14-46 37-16,1 0-58 15,-1-2 32-15,8-12-41 0,1-10 0 16,5-10 30-16,5-10-30 15,2-7 0-15,2-6 11 16,0-1-11-16,0 0 42 16,15-1-42-16,12-18-27 15,4-1 26-15,2-2-148 16,2 4 45-16,-11 8 82 16,-4 9 22-16,-6 1 9 15,-3 5 0-15,-7 15-9 16,0 6 91-16,-4 5-69 15,0-1-1-15,0-1 15 16,-6-2-35-16,-5-3 22 16,-3-4-23-16,1-4-64 15,-3-6 54-15,-3-6-143 0,-14-4-61 16,8-9-115-16,-2-12-605 16</inkml:trace>
  <inkml:trace contextRef="#ctx0" brushRef="#br0" timeOffset="-69326.04">30033 10976 1927 0,'0'0'333'0,"0"0"-177"15,0 0-156-15,138-33-52 16,-100 33 37-16,2 1-100 16,-11 13-59-16,-7 0-419 0</inkml:trace>
  <inkml:trace contextRef="#ctx0" brushRef="#br0" timeOffset="-68857.9">30474 10882 1534 0,'0'0'768'16,"0"0"-548"-16,0 0-136 15,0 0-83-15,0 0-1 16,0 0 0-16,0 0 0 16,81 8-19-16,-59 2 19 15,-2-4-8-15,-5-2 2 0,-3-2 6 16,-6-2-15 0,-1 0 5-16,-3 0 10 0,0 0 25 15,-2 0-19-15,2 0 23 16,-2 0-20-16,0 6-9 15,2 15-6-15,1 11-24 16,-3 15 30-16,0 18-11 16,0 9 11-16,0 7 0 15,-7 0 0-15,-4 0 6 16,0-1 30-16,-3-5-36 16,-1-8 22-16,-1-9 34 15,-1-9-56-15,3-13 0 16,-1-10 13-16,1-8-6 0,-1-11 8 15,-5 0 5 1,-3-5-10-16,-6-1-20 0,-2 4-34 16,-18 7-133-16,11 0-93 15,0-2-482-15</inkml:trace>
  <inkml:trace contextRef="#ctx0" brushRef="#br0" timeOffset="-67486.24">19240 12388 1521 0,'0'0'479'0,"0"0"-380"15,0 0-58-15,0 0-41 16,0 0-8-16,0 0 7 16,0 0 2-16,0 167 146 15,0-27-62-15,0-3-18 0,0-25 18 16,0-36-30-16,0-21-18 16,0 8-13-16,0 2-2 15,8 3 23-15,6-14-45 16,3-14-3-16,6-13-19 15,2-12-4-15,4-13-15 16,4-2 21-16,0-18-56 16,1-16 76-16,-1-11-107 15,-4-2-7-15,-6 0 89 16,-10 9 25-16,-5 14 37 16,-5 13 85-16,-3 11-113 15,0 2-9-15,0 30-6 16,0 11 6-16,0 11 12 0,0 3-6 15,0-1-6-15,0-8 0 16,0-9-60-16,0-10 51 16,0-9-212-16,2-11-147 15,3-9-424-15</inkml:trace>
  <inkml:trace contextRef="#ctx0" brushRef="#br0" timeOffset="-67349.29">19531 12951 1592 0,'0'0'614'0,"0"0"-459"16,0 0-155-16,0 0-215 0,114-35 9 15,-67 35-279-15,-3 0-350 16</inkml:trace>
  <inkml:trace contextRef="#ctx0" brushRef="#br0" timeOffset="-65822.19">20454 12743 942 0,'0'0'777'15,"0"0"-632"-15,0 0 3 0,0 0-61 16,0 0-79 0,0 0 38-16,0 0-46 0,-147 182 99 15,105-32 76-15,11-4-100 16,17-34-12-16,10-44-14 16,4-28-36-16,0-2 41 15,18-4-54-15,4-6 0 16,7-14-1-16,4-12 2 15,0-2-1-15,2-14 0 16,-10-14-9-16,-11-8-18 16,-9-6-3-16,-5-3-1 15,-5 6 5-15,-13 7 26 16,-1 11-8-16,1 14-30 0,9 7-221 16,5 0-138-1,4 5-427-15</inkml:trace>
  <inkml:trace contextRef="#ctx0" brushRef="#br0" timeOffset="-65525.64">20969 12951 1905 0,'0'0'394'16,"0"0"-307"-16,0 0-87 15,-66 150 0-15,37-71 88 16,8 4 23-16,11-9-44 15,10-10-46-15,2-12 12 0,21-14-8 16,12-16-25 0,2-13 0-16,7-9 44 0,2-9-37 15,-4-21-6-15,-9-14-1 16,-11-11 18-16,-9-6-18 16,-13-6 0-1,0-3-15-15,-6 6-20 0,-11 8 35 16,-2 16-100-16,-5 23-58 15,6 12-216-15,5 5-422 0</inkml:trace>
  <inkml:trace contextRef="#ctx0" brushRef="#br0" timeOffset="-64999.77">22149 12805 1721 0,'0'0'602'0,"0"0"-384"16,0 0-218-16,0 0-3 16,0 0-24-16,-6 113 27 15,6-51 0-15,0 6 0 16,6 0 23-16,-2-5-23 0,-2-10 0 15,0-5-66 1,-2-7 11-16,0-4-227 0,0-11-103 16,0-6-472-16</inkml:trace>
  <inkml:trace contextRef="#ctx0" brushRef="#br0" timeOffset="-64371.74">21761 13108 1595 0,'0'0'534'0,"0"0"-312"0,0 0 20 15,0 0-228 1,0 0 12-16,127-74-6 0,-65 69-20 16,12 0 0-16,4 5-8 15,4 0 25-15,1 0-17 16,-10 0 0-16,-10 0 0 15,-16 0-15-15,-19 0 15 16,-14 2-17-16,-14 15 16 16,-5 12 1-16,-26 13 27 15,-12 8-27-15,-1 3 14 16,1-4-2-16,8-6-12 16,11-11 0-16,8-13-9 15,12-7 29-15,4-7-48 16,2-5-5-16,27 0 2 15,6-12-8-15,10-14-35 0,2-8-74 16,-2-5-16-16,-8-1-27 16,-8 7 147-16,-11 8 44 15,-7 16 130-15,-8 9-34 16,-3 5-71-16,0 27-25 16,0 9 65-16,-3 2-64 15,3 0 48-15,0-6-49 16,7-8 0-16,16-11-3 15,3-7 3-15,2-11-17 16,5 0-15-16,-5-19-113 16,1-11-1-16,-5-6-196 15,-3-4 22-15,-4-2 178 16,-3 3 142-16,-3 11 241 0,-2 8 314 16,-4 15-268-16,-3 5-200 15,-2 3-87-15,0 26 0 16,0 6 14-16,0 7-14 15,0 2 0-15,0-5-2 16,0-6-87-16,0-13-85 16,4-9-207-16,0-11-443 0</inkml:trace>
  <inkml:trace contextRef="#ctx0" brushRef="#br0" timeOffset="-64218.89">22835 12842 1360 0,'0'0'1121'0,"0"0"-872"16,0 0-84-16,0 0-165 16,0 0-14-16,0 0-55 15,0 0-170-15,9 54-14 16,-20 4-449-16</inkml:trace>
  <inkml:trace contextRef="#ctx0" brushRef="#br0" timeOffset="-63724.15">21453 13626 1046 0,'0'0'1159'15,"0"0"-931"-15,0 0-164 16,0 0-48-16,0 0 0 15,0 0-17-15,0 0 2 16,-41 74 5-16,6-12 57 16,-19 10-63-16,-10 3-30 15,-45 22-71-15,18-19-216 16,4-20-390-16</inkml:trace>
  <inkml:trace contextRef="#ctx0" brushRef="#br0" timeOffset="-62875.25">22677 13624 2277 0,'0'0'503'0,"0"0"-491"16,0 0 8-16,0 0-20 15,0 0-20-15,0 0 19 16,0 0-208-16,-38 0-294 16,53 2-152-16</inkml:trace>
  <inkml:trace contextRef="#ctx0" brushRef="#br0" timeOffset="-62401.06">23856 12735 2160 0,'0'0'293'0,"0"0"-216"0,0 0-59 15,0 0-2 1,0 0-8-16,0 0 7 0,2 104-9 16,-2-30 98-16,-4 13-98 15,-3 2-6-15,4-4 7 16,3-6 7-16,0-13-4 16,3-10-10-16,13-13-34 15,2-8 28-15,1-12-137 16,12-18-100-16,-6-5-83 15,-5 0-449-15</inkml:trace>
  <inkml:trace contextRef="#ctx0" brushRef="#br0" timeOffset="-62243.02">23636 13133 1202 0,'0'0'1062'15,"0"0"-850"-15,0 0-123 16,0 0 34-16,0 0-85 15,0 0 6-15,129-32-44 16,-67 32-44-16,34 0-12 16,-14 3-231-16,-11 3-389 0</inkml:trace>
  <inkml:trace contextRef="#ctx0" brushRef="#br0" timeOffset="-61951.11">24458 13200 1684 0,'0'0'589'16,"0"0"-490"-16,0 0 69 15,0 0 20-15,0 0-93 16,0 0 32-16,0 0-127 16,94 0 0-16,-61 0-1 15,-2 0-24-15,-4 0-8 0,-4 3-167 16,-13 15-111-16,-7-2-82 16,-3 0-692-16</inkml:trace>
  <inkml:trace contextRef="#ctx0" brushRef="#br0" timeOffset="-61819.18">24547 13409 1392 0,'0'0'1196'0,"0"0"-1009"15,0 0-173-15,0 0-14 16,0 0-65-16,0 0 65 16,150-22-122-16,-110 22-170 15,-5 0-523-15</inkml:trace>
  <inkml:trace contextRef="#ctx0" brushRef="#br0" timeOffset="-60552.12">25483 13014 1528 0,'0'0'369'16,"0"0"-197"-16,0 0-22 15,0 0-92-15,0 0 63 16,0 0-17-16,0 0-61 16,-92-60 45-16,92 45-88 15,0 3-31-15,6 3-1 16,13 3-63-16,1 6 54 0,5 0-29 16,-3 4 28-16,-2 19 3 15,-4 9 34 1,-7 9 5-16,-9 7 13 15,0 2-12-15,-9 4 46 0,-15-4-47 16,-1-6 0-16,-2-5 17 16,8-13-17-16,5-8 0 15,5-8-2-15,9-8 15 16,0-2-39-16,6-2-10 16,23-16-170-16,7-4-48 15,7-1 19-15,3 6 154 16,-1 7 81-16,-5 10 26 15,0 0 77-15,-7 15-9 16,-4 18-39-16,-8 7 84 16,-15 6-96-16,-6 4 14 0,-11 1 18 15,-24-1-33-15,-12-4 54 16,-9-5-76-16,-2-4-6 16,2-6-28-1,9-6-26-15,16-11-200 0,15-10-513 0</inkml:trace>
  <inkml:trace contextRef="#ctx0" brushRef="#br0" timeOffset="-60239.99">26112 13520 872 0,'0'0'945'15,"0"0"-914"-15,0 0-31 16,0 0-71-16,0 0 71 16,0 0 1-16,0 0 57 15,29 14 7-15,-19-14-51 16,0 0 33-16,-8 0 22 15,-2 0 34-15,0 0 126 16,-4 0-226-16,-19 0-3 16,-14 0-185-16,1 0-136 15,5 0-686-15</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1-11-16T09:55:22.443"/>
    </inkml:context>
    <inkml:brush xml:id="br0">
      <inkml:brushProperty name="width" value="0.05292" units="cm"/>
      <inkml:brushProperty name="height" value="0.05292" units="cm"/>
      <inkml:brushProperty name="color" value="#FF0000"/>
    </inkml:brush>
  </inkml:definitions>
  <inkml:trace contextRef="#ctx0" brushRef="#br0">21277 16593 1030 0,'0'0'564'15,"0"0"-423"-15,0 0-127 16,0 0-13-16,0 0 151 15,0 0-112-15,0 0-23 16,114 0-6-16,-85 0 5 16,-5 0-7-16,-4 0-9 15,-6 0 0-15,-8 0-8 16,-3 0 9-16,-3 0-1 16,0 0 32-16,-5 0-32 0,-15 0 34 15,-7 0-34 1,-4-7 0-16,-5 0-13 15,1 3 13-15,4 0 0 0,6 4-1 16,7-5 14-16,7 5 39 16,9 0 5-16,2 0-29 15,0 0 80-15,0 0-97 16,20 0 2-16,6 0-13 16,8 0 27-16,0 0-27 15,-1 0 0-15,-2 0 0 16,-6 0-12-16,-8 0 12 15,-1 0 0-15,-5 0 0 16,-7 0 16-16,-2 0-17 16,-2 0 1-16,0 0-3 15,0 0-21-15,-10 0 24 0,-13 0 0 16,-6 0-2-16,0 0 4 16,0 0-9-16,10 0 7 15,3 0 0 1,9 0 0-16,5 0 7 0,2 0 15 15,0 0 30-15,0 0-33 16,9 0 97-16,9 0-116 16,3 0 6-16,2 0-21 15,2 0-59-15,-1 0-71 16,-4-5-216-16,-6 1-973 0</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1-11-19T06:58:37.108"/>
    </inkml:context>
    <inkml:brush xml:id="br0">
      <inkml:brushProperty name="width" value="0.05292" units="cm"/>
      <inkml:brushProperty name="height" value="0.05292" units="cm"/>
      <inkml:brushProperty name="color" value="#FFFFFF"/>
    </inkml:brush>
  </inkml:definitions>
  <inkml:trace contextRef="#ctx0" brushRef="#br0">1268 3942 712 0,'0'0'495'15,"0"0"-106"-15,0 0-201 16,0 0-43-16,0 0 6 16,0 0 30-16,0-10-79 15,0 10-42-15,0-2 48 16,0 2-80-16,0 0 11 16,0 0 37-16,0 0-27 15,0 0 44-15,0 0-50 16,0 0-42-16,0 0 66 0,0 0-67 15,0 0 0-15,0 5 12 16,0 15-3-16,0 9 11 16,0 15-20-16,0 11 0 15,0 1 9-15,-6 2-9 16,0-5 0 0,2-2-6-16,2-5 16 0,2-5-20 15,0-4-99-15,2 4-160 16,10-14-26-16,-6-6-569 0</inkml:trace>
  <inkml:trace contextRef="#ctx0" brushRef="#br0" timeOffset="369.47">951 4296 1493 0,'0'0'799'0,"0"0"-581"15,0 0-47 1,0 0-4-16,0 0-71 0,0 0-65 16,0 0 45-16,23-21-76 15,14 13 0-15,8 2-1 16,4 0 1-16,-2 1-10 16,-3 4-31-16,-3 1-105 15,5 0-63-15,-7 0-136 16,-13 0-393-16</inkml:trace>
  <inkml:trace contextRef="#ctx0" brushRef="#br0" timeOffset="680.37">1306 4110 651 0,'0'0'1171'16,"0"0"-1035"-16,0 0-99 16,0 0 5-16,0 0 156 15,-123 79-89-15,98-51-63 16,1 2 15-16,4-4-60 15,2-3-1-15,5-6-16 16,1-5-146-16,4-6-71 16,-5-6-280-16,3-1-25 0,2-12 45 0</inkml:trace>
  <inkml:trace contextRef="#ctx0" brushRef="#br0" timeOffset="799.47">1007 4167 1174 0,'0'0'639'15,"0"0"-407"-15,0 0 2 16,0 0-117-16,0 0-47 15,0 0-11-15,0 0-50 16,139 10 8-16,-87 34-17 16,-7-4-177-16,-3-5-289 0</inkml:trace>
  <inkml:trace contextRef="#ctx0" brushRef="#br0" timeOffset="1593.42">1661 4247 1315 0,'0'0'652'16,"0"0"-608"-16,0 0 4 15,-14-118-48-15,14 81 0 16,11 2 31-16,13 3-31 15,10 3 19-15,2 12-19 16,4 5 0-16,0 5-3 16,0 7 3-16,-2 0 0 15,-3 2-3-15,-1 8 12 16,-5-2-6-16,-4-1-3 16,-5-6-15-16,-7-1-3 0,-9 0-41 15,-4 0 25-15,0-4 25 16,-11-8-37-16,-15 2 39 15,-8 3 6 1,-6 2 1-16,-5 5 73 0,-4 6-37 16,0 18 28-16,2 12 61 15,7 8-25-15,9 5 13 16,13-1-18-16,11 0-62 16,7-4 46-16,5-4-79 15,19-4 0-15,12-6 15 16,5-6-7-16,1-5-8 15,5-10 0-15,1-4-72 0,2-5 47 16,-4 0-112-16,-1-21-52 16,-7-7 1-16,-7-2 2 15,-6-4-47-15,-12-1 51 16,-4 6-2-16,-7 5 184 16,-2 8 51-16,0 10 191 15,0 6 10-15,0 0-137 16,0 18 12-16,0 8 42 15,0 4-74-15,0 3 34 16,0-4-89-16,0-3-30 16,0-3 7-16,0-6-16 15,0-5-2-15,3-3-55 16,5-9-138-16,5 0-56 16,-1-19-288-16,-1-3-860 0</inkml:trace>
  <inkml:trace contextRef="#ctx0" brushRef="#br0" timeOffset="2019.53">2334 4257 1314 0,'0'0'328'15,"0"0"-180"-15,0 0-24 16,10 129 89-16,-10-106-87 16,2-5-40-16,-2-8-10 15,0-4-63-15,3-6-4 16,2 0 17-16,1-2-25 15,3-19-2-15,9-11-42 16,4-5-71-16,5-1-19 16,4 4-7-16,0 8 77 15,-2 14 56-15,-4 12 7 16,-7 0 99-16,-7 20-39 0,-3 8 6 16,-3 0 56-16,-5 0-53 15,0-6-24-15,0-6-32 16,0-4 11-16,0-7 3 15,0-5-27-15,0 0 0 16,3-7-6-16,6-15-66 16,3-4-96-16,9-2 58 15,4 2-48-15,1 6 60 16,-2 8 29-16,-1 12 69 16,-3 0 12-16,-7 11 24 15,-1 10 30-15,-6 4-20 16,-1-2-37-16,-3-3-18 0,-2-4-6 15,0-5-121-15,0-9-186 0</inkml:trace>
  <inkml:trace contextRef="#ctx0" brushRef="#br0" timeOffset="2185.81">2284 3875 1415 0,'0'0'588'0,"0"0"-544"16,0 0-44-1,156 46-131-15,-102-35-216 0</inkml:trace>
  <inkml:trace contextRef="#ctx0" brushRef="#br0" timeOffset="2871.37">3503 3824 1382 0,'0'0'558'0,"0"0"-476"0,0 0 19 16,0 0-85-1,0 0-10-15,0 0 103 0,2 114 42 16,2-46-45 0,-4 9 1-16,0-3-95 0,2-5 74 15,-2-6-86-15,0-10 2 16,2-6 2-16,0-9-4 16,0-6-1-16,0-10-110 15,3-10-117-15,-3-6-85 16,-2-6-412-16</inkml:trace>
  <inkml:trace contextRef="#ctx0" brushRef="#br0" timeOffset="3836.83">3308 4215 1247 0,'0'0'315'15,"0"0"-168"-15,0 0-117 16,0 0-30-16,133-24 84 15,-84 24 1-15,3 0-14 16,1 14-14-16,-4 4-36 16,-7 2 70-16,-11 4-57 15,-6 2 6-15,-11-2 60 16,-8 1-48-16,-6-4-7 16,0-3-26-16,0-4 2 15,-2-6-26-15,-4-6 5 16,-2-2-78-16,2-5-33 15,4-16-170-15,2-9 38 0,0 0-22 16,4 2 163-16,10 10 102 16,-1 9 186-16,1 9 9 15,-1 0 62-15,0 9-97 16,1 9-38-16,-1 2-36 16,5-1-75-16,0-7 26 15,6-3-37-15,0-6-27 16,3-3 15-16,-2 0-43 15,-6-12-101-15,-7-7-15 16,-10-3-18-16,-2-2 8 16,0 2-28-16,-4 5 165 15,-8 5 44-15,4 12 208 16,-1 0-43-16,0 12 31 16,0 17 8-16,4 3-3 0,3 2-82 15,2-2-76-15,0-6 33 16,7-5-76-16,11-10 0 15,5-2-6-15,2-9 15 16,4 0-20-16,3-12-22 16,4-8-102-16,-3-6 29 15,-1-1-47-15,-3 1 50 16,-6 6 70-16,-2 8 33 16,-9 10 14-16,-6 2 66 15,-4 14 8-15,-2 16 102 16,0 6-113-16,0 0-12 15,0-4 1-15,0-8-43 16,0-9 16-16,0-8-39 16,0-5 0-16,0-2-19 0,2 0 19 15,13-16-45-15,8-8-43 16,4-3-48-16,2-3-6 16,2-1-3-16,0 7 18 15,-4 6 118-15,-4 10 9 16,-6 8 16-16,-7 2 100 15,-8 22-10-15,-2 4 27 16,0 4-46-16,0-6-78 16,-2-4 63-16,-6-8-72 15,6-8 0-15,2-4 0 16,0-2 0-16,0 0-12 16,10-12-112-16,13-10-212 0,11-5 129 15,4 1-72 1,6-1-261-16,4 8-214 0,-4 4 754 15,-3 11 795-15,-10 4-388 16,-8 0-152-16,-4 16-60 16,-9 4-163-1,-5 2-32-15,-5-1-6 0,0-4-67 16,-31-5-36-16,-1-2-148 16,-1-7-554-16</inkml:trace>
  <inkml:trace contextRef="#ctx0" brushRef="#br0" timeOffset="4014.78">3829 4124 811 0,'0'0'1165'16,"0"0"-873"-16,0 0-176 15,0 0-50-15,0 0-55 16,131-90-11-16,-79 90-174 15,-5 14-364-15</inkml:trace>
  <inkml:trace contextRef="#ctx0" brushRef="#br0" timeOffset="4123.42">4068 4846 307 0,'0'0'2190'15,"0"0"-2079"-15,0 0-111 0,0 0-300 16,0 0-875-16</inkml:trace>
  <inkml:trace contextRef="#ctx0" brushRef="#br0" timeOffset="5291.41">5432 4076 1525 0,'0'0'372'16,"0"0"-211"0,0 0-148-16,0 0-1 0,0 0 95 15,0 0-45-15,0 0-10 16,0-44-52-16,0 28 14 16,-2 0 8-16,-5 3-9 15,-2 2-4-15,-4 2 56 16,-3 9-11-16,-4 0-4 15,-4 17-50-15,-1 19 1 16,2 12 49-16,6 8-8 0,5 2 1 16,10-2-2-1,2-3-40-15,4-9 25 0,21-11-26 16,9-6 0-16,6-10 6 16,9-13-6-16,7-4-37 15,4-13-27-15,0-15-39 16,-2-5 45-16,-6-6-13 15,-8 3-55-15,-13 4 58 16,-13 10 16-16,-16 12 52 16,-2 10 129-16,-8 0-48 15,-19 22-5-15,-4 10 19 16,-3 4-34-16,8-1 69 16,5-6-130-16,10-5 0 15,7-7 5-15,4-10 7 16,0-3-24-16,11-4-17 0,14-2-66 15,8-17 50-15,2-8-188 16,-1-1-55-16,-5 2 65 16,-7 3 112-16,-11 14 111 15,-7 9 93-15,-4 0-64 16,0 18 175-16,-4 8-23 16,-5 4-46-16,3-4-15 15,4-3-79-15,2-9-9 16,0-6-32-16,11-8 19 15,11 0 17-15,7-7-36 16,7-17-57-16,1-2-37 16,1-4-26-16,-3 0 26 15,-2 6 12-15,-10 6 56 16,-4 10 26-16,-11 8 44 16,-6 0 8-16,-2 11 69 0,0 14-22 15,0 2-17-15,-2-4-25 16,-4-3-48-16,4-11 32 15,2-2-41-15,0-7 0 16,0 0-3-16,8 0 3 16,13-14-28-16,3-5-39 15,7-4-77-15,3 3 110 16,1 2-15-16,3 7 30 16,-5 4 17-16,-2 7 4 15,-4 0 32-15,-4 12-21 16,-8 9 9-16,-5 0-2 0,-10 4-20 15,0-4-49-15,0-3 6 16,-38-4-128-16,1-4-70 16,0-8-414-16</inkml:trace>
  <inkml:trace contextRef="#ctx0" brushRef="#br0" timeOffset="5451.6">5698 4059 1423 0,'0'0'802'16,"0"0"-678"-16,0 0-35 16,0 0 5-16,133-115-93 0,-88 115-2 15,3 26-17 1,-12 20-275-16,-11 9-727 0</inkml:trace>
  <inkml:trace contextRef="#ctx0" brushRef="#br0" timeOffset="5550.63">5876 4846 937 0,'0'0'0'0</inkml:trace>
  <inkml:trace contextRef="#ctx0" brushRef="#br0" timeOffset="6058.61">7229 4217 1350 0,'0'0'294'0,"0"0"-204"16,0 0 2-16,0 0 14 16,-125 120-10-16,116-102-9 15,7-6-34-15,2-8-47 16,6-4 66-16,19 0-51 0,9-6-21 15,1-20-39 1,3-6-136-16,-3-8-31 0,-6-6-99 16,0-33-9-1,-8 11 77-15,-8 2-637 0</inkml:trace>
  <inkml:trace contextRef="#ctx0" brushRef="#br0" timeOffset="6216.1">7365 3775 1367 0,'0'0'514'0,"0"0"-299"16,0 0-171-16,0 0-32 15,-14 111 148-15,8-41-57 16,-1 8-24-16,3 2-36 16,2-2-28-16,2-6-9 15,0-8-6-15,0-13-110 16,0-9-19-16,0-14-119 16,0-11-262-16,0-12-835 0</inkml:trace>
  <inkml:trace contextRef="#ctx0" brushRef="#br0" timeOffset="6673.38">6939 4215 742 0,'0'0'1246'16,"0"0"-1001"-16,0 0-129 16,0 0-69-16,0 0-25 15,0 0 9-15,156-47-31 16,-89 47 0-16,6 0 2 15,3 0-2-15,-5 5-9 16,-8 7-1-16,-10 3 8 0,-13 3-13 16,-11 2 15-1,-8 5 0-15,-11 3 17 0,-5 2-4 16,-5 3 35-16,0-1-17 16,0-6-18-16,-5-4 23 15,1-8-36-15,2-9 0 16,2-5-27-16,0 0 27 15,14-12-15-15,7-16-90 16,6-8-154-16,0-8 47 16,0-2-3-16,-2 0 57 15,-10 10 158-15,-1 8 85 16,-8 11 124-16,-6 14 73 16,0 3-142-16,0 0-37 15,0 23-75-15,-8 6 9 0,-2 5 62 16,1 0-99-16,5-2 6 15,2-4-6-15,2-6-15 16,0-6-8-16,0-12-135 16,0-2-177-16,0-2-276 0</inkml:trace>
  <inkml:trace contextRef="#ctx0" brushRef="#br0" timeOffset="6834.53">7783 3972 1502 0,'0'0'516'0,"0"0"-494"16,0 0-9-16,14 111 3 15,-14-62-16-15,0 1-6 16,0 9-43-16,0-16-297 0,0-11-409 0</inkml:trace>
  <inkml:trace contextRef="#ctx0" brushRef="#br0" timeOffset="7252.28">7966 4235 1536 0,'0'0'509'0,"0"0"-430"16,0 0-11-16,0 0 41 16,0 0-30-16,-24 102-20 15,24-84 63-15,0-5-112 16,0-2-2-16,7-2 29 15,10-6-22-15,8-3 21 0,2 0-36 16,6-5 7-16,2-16-25 16,4-2 18-1,-6-10-64-15,-4 1 27 0,-7 0-19 16,-8 4 54-16,-5 8 2 16,-9 10 0-16,0 8 141 15,0 2-141-15,-5 14 2 16,-10 18-1-16,1 8 13 15,6 8 39-15,-2 7-33 16,8 3-10-16,2-2 57 16,0-1-65-16,0-5-2 15,0-3 16-15,0-9-4 0,0-6-3 16,0-8-9-16,-2-6-36 16,-7-6 35-16,-2-8-134 15,-3-4 1 1,-10-19-22-16,6-13-207 0,0-7-489 0</inkml:trace>
  <inkml:trace contextRef="#ctx0" brushRef="#br0" timeOffset="7449.24">8055 3475 1445 0,'0'0'777'0,"0"0"-548"16,0 0-229-16,0 0 0 16,-35 138 8-16,12-45-8 15,6 35 0-15,6-18-15 16,6-16-378-16</inkml:trace>
  <inkml:trace contextRef="#ctx0" brushRef="#br0" timeOffset="7812.46">8682 4287 1699 0,'0'0'937'15,"0"0"-690"-15,0 0-247 16,0 0-9-16,0 0-17 0,0 0-32 16,0 0-70-16,2 34-232 15,-8-16-377-15</inkml:trace>
  <inkml:trace contextRef="#ctx0" brushRef="#br0" timeOffset="7897.05">8653 4586 1385 0,'0'0'1057'15,"0"0"-1057"-15,0 0-5 16,0 0-528-16</inkml:trace>
  <inkml:trace contextRef="#ctx0" brushRef="#br0" timeOffset="13164.34">1288 6060 1182 0,'0'0'1138'15,"0"0"-947"-15,0 0-72 16,0 0-10-16,0 0-26 16,0 0 98-16,0 0-112 15,-3 0-18-15,6-14 16 16,15-8-43-16,11-10-18 15,6-11-6-15,8-6-10 16,3-6-26-16,6-3-2 16,-3-3-14-16,0 1 3 15,-9 0-49-15,-7 2 48 16,-10 6-77-16,-9 2 9 0,-8 4 118 16,-6 6-48-16,0 9 48 15,0 7 6-15,-2 8 19 16,-10 6 22-16,-3 6-46 15,-1 4 23-15,-3 0-5 16,-4 18-19-16,0 18 0 16,1 17 20-16,2 15-2 15,4 12 56-15,8 0-65 16,1-1 12-16,7-13 13 16,0-10-34-16,0-13 0 0,13-16-1 15,8-8 8-15,3-16-8 16,5-3 1-16,0-3-67 15,3-18 44-15,-6-9-112 16,-2-2 5-16,-6-3 16 16,-3 6-5-16,-5 5 88 15,-3 10 31-15,-5 10 77 16,-2 4 70-16,0 6-125 16,0 20 36-16,0 8 70 15,-7 5-74-15,1-4-3 16,0 0-51-16,4-9 25 15,2-9-56-15,0-5-68 0,6-12-183 16,7 0-218 0,-3-12-529-16</inkml:trace>
  <inkml:trace contextRef="#ctx0" brushRef="#br0" timeOffset="13565.96">1948 5781 1820 0,'0'0'311'15,"0"0"-181"-15,0 102-41 16,-7-64 20-16,-1-10-33 16,0-7 37-16,2-10-23 15,3-4-90-15,3-5 55 16,0-2-55-16,0-2-40 16,5-20 39-16,13-9-166 15,7-4 69-15,4-6-3 0,2 7-66 16,0 8 142-16,-2 14 15 15,-5 12 10-15,-8 0 131 16,-7 20-24-16,-5 12 10 16,-4 0 10-16,0 0-86 15,0-6 47-15,0-8-88 16,0-6 6-16,0-12-15 16,0 0 9-16,0-4-41 15,22-19-110-15,7-6-69 16,9 0 176-16,7 0-100 15,4 7 82-15,-4 8 62 16,-5 12 55-16,-14 2 25 16,-10 16 0-16,-11 20-79 15,-12 28-1-15,-17-8-34 16,-5-7-354-16</inkml:trace>
  <inkml:trace contextRef="#ctx0" brushRef="#br0" timeOffset="15145.91">1188 6471 1378 0,'0'0'326'0,"0"0"-174"0,0 0 57 16,0 0 14-16,0 0-29 15,0 0-81-15,0 0-113 16,0-4 98-16,0 2-62 16,0-2-6-16,0 0 17 15,4 0-46-15,2 0 18 16,2 0-19-16,-2 1 0 16,1 3-22-16,1 0 22 15,2 3-14-15,-1 14 8 16,-1 9 12-16,-4 6 12 15,-4 1-18-15,0-1 14 0,0-4 5 16,0-2-19 0,0-6 0-16,-2-6 11 0,0-3-2 15,0-8-8-15,0-1-1 16,2-2 6-16,0 0 16 16,0 0-22-16,0-7-16 15,8-22 9-15,11-7-268 16,3-8 98-16,1-2-5 15,-2 5-38-15,-5 14 209 16,-7 7-21-16,-7 11 32 16,-2 7 135-16,0 2 6 15,-11 11-41-15,-7 15-27 16,1 8-17-16,3 1 100 16,8 4-127-16,6-5-19 0,0-5 36 15,8-3-37-15,17-6-4 16,4-5-5-16,15-3-149 15,-7-6-77-15,-6-6-584 0</inkml:trace>
  <inkml:trace contextRef="#ctx0" brushRef="#br0" timeOffset="16637.5">1560 6525 1425 0,'0'0'498'0,"0"0"-326"15,0 0 151-15,0 0-112 16,0 0-36-16,0 0-24 15,0 0-79-15,-11-17 11 16,11 17-81-16,0-1 17 16,0 1 13-16,0 0-32 15,4 0-11-15,14 0 10 16,4 0 2-16,5 0-5 16,6 0 4-16,1 0-54 15,2 0 30-15,2 0-64 16,-1 0-86-16,8 0-79 0,-9 0-236 15,-7 0-173-15</inkml:trace>
  <inkml:trace contextRef="#ctx0" brushRef="#br0" timeOffset="16910.29">1908 6441 1172 0,'0'0'698'0,"0"0"-509"15,0 0 71-15,0 0-91 16,0 0-86-16,0 0 39 16,0 0-122-16,19-6 0 15,4 13-7-15,4 10 22 16,-3 3-17-16,-3 0 2 16,-8 1 0-16,-9 2-8 0,-4 0 8 15,-6 6 0-15,-21 1 33 16,-7 0-33-16,1-1 0 15,4-5-43-15,11-8-140 16,7-7-103-16,11-4-521 0</inkml:trace>
  <inkml:trace contextRef="#ctx0" brushRef="#br0" timeOffset="17616.23">2238 6515 1098 0,'0'0'259'0,"0"0"-72"15,0 0-22-15,0 0-6 16,0 0 50-16,0 0-17 15,0 0 13-15,-12 0-129 16,12-4 25-16,0 0-3 16,0-3-77-16,0 0 1 15,0-3-22-15,4-1 12 16,8 1-22-16,3 2 10 16,1 3-8-16,-1 1-6 15,-1 4 14-15,-3 0 0 16,-4 0-2-16,-2 16 2 15,-5 8-3-15,0 2 3 0,-5 6 0 16,-15 0 18 0,-9 0-11-16,-2-3 1 0,-2-2-8 15,-3-3 12-15,4-6 4 16,4-3-16-16,5-10 0 16,9-2-7-16,6-3 7 15,6 0-14-15,2-7-18 16,0-9-118-16,8-2 131 15,11 2-42-15,3 7 30 16,-2 4 22-16,2 5 18 16,-2 0-8-16,-2 10 2 15,-2 7 17-15,1 1 12 16,-1-3-32-16,-1-1-20 16,3-2 11-16,-2-6-104 0,8-6-180 15,-3 0-253-15,-3 0-900 0</inkml:trace>
  <inkml:trace contextRef="#ctx0" brushRef="#br0" timeOffset="17975.62">2373 6439 1497 0,'0'0'605'16,"0"0"-367"-16,0 0-70 16,0 0-94-16,0 0 57 15,0 0-125-15,0 0 11 16,87-14-34-16,-58 14 2 16,9 0-110-16,-7 0-149 15,-4 0-507-15</inkml:trace>
  <inkml:trace contextRef="#ctx0" brushRef="#br0" timeOffset="19289.29">2685 5900 1881 0,'0'0'512'15,"0"0"-442"-15,0 0 7 16,0 0-44-16,0 0-26 0,0 0 26 16,118-83-33-16,-70 57-9 15,-4 0 9-15,-3-1-90 16,-8-2 31-16,-6 0-54 16,-12 6-2-16,-9 0 84 15,-6 7-40-15,0 6 71 16,0 2 72-16,0 7-42 15,-8-2 11-15,1 3-41 16,-1 0 0-16,-2 22-6 16,1 13 27-16,3 15 1 15,-1 12 51-15,2 10-21 0,1 7 43 16,0-2-48-16,-1 2-30 16,1-6 74-1,-3-10-91-15,-2-10 0 0,-2-7 5 16,0-12 10-16,-3-8-3 15,1-11-12-15,-1-6 0 16,-1-9-2-16,4 0 2 16,2-10-22-16,7-21-15 15,2-9-67-15,2-9 53 16,23-4-13-16,6-3-25 16,9-2 55-16,5 2-189 15,3-1-37-15,2 3-135 16,-3 2 4-16,-5 5 228 0,-7 0 163 15,-8 7 11-15,-9 6 213 16,-7 4 6-16,-4 7 30 16,-5 11 0-16,-2 6-18 15,0 6-28-15,0 6-161 16,-13 25-38-16,-3 8 64 16,3 14-23-16,3 3-19 15,8 2-8-15,2-3-23 16,0-10 1-16,12-8-7 15,5-10-67-15,4-10 43 16,3-13-171-16,-3-4-141 16,-6 0-257-16</inkml:trace>
  <inkml:trace contextRef="#ctx0" brushRef="#br0" timeOffset="19492.48">3339 5828 1390 0,'0'0'390'0,"0"0"-210"16,0 0-90-16,0 0-41 15,0 0 73-15,0 0-24 16,69 118 13-16,-67-72-23 16,-2 0-66-16,0-9 15 15,0-4-37-15,0-11 0 16,0-7-6-16,0-12 6 16,0-3-62-16,4 0-12 15,4-38-85-15,0 0-333 16,-1-2-6-16</inkml:trace>
  <inkml:trace contextRef="#ctx0" brushRef="#br0" timeOffset="19617.47">3339 5828 1483 0,'151'61'526'0,"-151"-37"-351"15,3 9-67-15,1 4 11 16,2 1-119-16,8-6 0 16,-1-6 1-16,8-6-1 15,10-13-30-15,-4-5-199 16,-3-2-388-16</inkml:trace>
  <inkml:trace contextRef="#ctx0" brushRef="#br0" timeOffset="19821.71">3836 5719 1433 0,'0'0'522'15,"0"0"-469"1,0 0-51-16,0 0 131 0,45 123 16 15,-41-70-36-15,-4 1-11 16,0 1-79-16,0-4 3 16,0-5-26-16,-2-5-72 15,-5-5 21-15,3-14-251 16,1-10-486-16</inkml:trace>
  <inkml:trace contextRef="#ctx0" brushRef="#br0" timeOffset="20096.41">4130 5978 1378 0,'0'0'628'16,"0"0"-474"-16,0 0-92 16,0 0-24-16,0 0 88 15,116 0-80-15,-85 0-45 16,3 1-1-16,-5 10-75 16,-7-4-249-16,-13 0-423 0</inkml:trace>
  <inkml:trace contextRef="#ctx0" brushRef="#br0" timeOffset="20215">4199 6133 1051 0,'0'0'1308'0,"0"0"-1170"15,0 0-138-15,0 0-21 16,180 7-192-16,-110-11-83 16,-9-8-216-16</inkml:trace>
  <inkml:trace contextRef="#ctx0" brushRef="#br0" timeOffset="21082.22">4710 6220 1272 0,'0'0'628'0,"0"0"-533"16,0 0 64-16,0 0 40 16,0 0-10-16,0 0 22 15,0 0-111-15,49-44-57 0,-9 10-43 16,5-7 29-16,-1-5-68 16,0-3 29-16,-1-4-56 15,-3 0 54-15,-2-2-75 16,-4 1 5-16,-8 1 18 15,-6 6-2-15,-6 9 66 16,-7 7 2-16,-3 9 19 16,-4 13 61-16,0 6-34 15,0 3-20-15,-14 7-28 16,-5 20 22-16,-4 15-16 16,3 13 24-16,2 5-19 15,4 6 59-15,10-4-61 0,4-6 3 16,0-10-12-16,7-7 25 15,11-12-25-15,6-8 0 16,3-12-46-16,0-4 11 16,2-3-118-16,-3-10-45 15,1-14-67-15,-4-7-84 16,-5-2 14-16,-5-3-164 16,-7 5 306-16,-2 8 193 15,0 7 626-15,-4 13-234 16,0 3-129-16,0 6-136 15,0 20 96-15,0 8-91 16,-8 2-60-16,2 1 20 16,1-3-91-16,5-8-2 15,0-6 1-15,0-8-131 16,0-12-16-16,13 0-196 0,-1-4-299 16</inkml:trace>
  <inkml:trace contextRef="#ctx0" brushRef="#br0" timeOffset="21481.56">5470 5947 1585 0,'0'0'402'0,"0"0"-278"15,0 0-54-15,0 120 18 16,-3-86 1-16,-1-5-1 16,0-9 47-16,4-8-134 15,0-6 5-15,0-6-6 16,0 0-24-16,13-9 10 15,12-12-114-15,6-9-183 16,8-4 18-16,11 1 21 0,2 6 67 16,-6 6 205-16,-3 11 113 15,-12 10 240-15,-14 5-90 16,-7 18-82-16,-10 5-7 16,0 0-94-16,-2-3-12 15,-8-7-11-15,6-8-56 16,2-8 44-16,2-2-45 15,4-4-14-15,25-17-54 16,16-2-161-16,8-3 72 0,7 2 13 16,0 4 38-1,-6 9 106-15,-9 10 8 0,-12 1 72 16,-13 10 41-16,-16 16-121 16,-17 18-89-16,-22-6-110 15,-6-6-656-15</inkml:trace>
  <inkml:trace contextRef="#ctx0" brushRef="#br0" timeOffset="22097.62">4815 6472 307 0,'0'0'1273'16,"0"0"-966"-16,0 0-145 16,0 0 13-16,0 0-53 15,0 0-57-15,0 0 67 16,91-47-131-16,-69 47 18 16,-4 16 32-16,-5 14-34 0,-8 6 55 15,-5 8-36-15,0 4-15 16,-9-4 94-16,-9-2-109 15,0-6 1-15,5-10 20 16,1-9-18-16,8-7 11 16,4-9-20-16,0-1 0 15,0-9-42-15,11-22 23 16,9-10-177-16,5-10 56 16,0-3-136-16,-6 6 92 15,-3 10 112-15,-7 14 72 16,-7 14 238-16,-2 10-156 0,0 5-50 15,-6 24 84 1,-3 5 2-16,2 7 19 0,4-2-90 16,3-3-38-16,0-2 38 15,14-8-47-15,5-8-29 16,4-6-63-16,8-12-124 16,-2 0-148-16,-6 0-524 0</inkml:trace>
  <inkml:trace contextRef="#ctx0" brushRef="#br0" timeOffset="22256.92">5140 6595 2134 0,'0'0'324'0,"0"0"-251"16,0 0-31-16,0 0-42 0,0 0 72 16,120 0-68-16,-75 0 26 15,4 2-60-15,15-2-84 16,-10 0-367-16,-11 0-266 0</inkml:trace>
  <inkml:trace contextRef="#ctx0" brushRef="#br0" timeOffset="22457.26">5565 6505 740 0,'0'0'1528'15,"0"0"-1254"-15,0 0-263 16,0 0-3-16,0 0 12 15,0 0 45-15,0 0 53 16,58 131-52-16,-58-97-57 0,-8 1 44 16,-17 2-53-16,-4-8-44 15,0-2-40-15,4-8-92 16,10-4-70-16,9-10-405 0</inkml:trace>
  <inkml:trace contextRef="#ctx0" brushRef="#br0" timeOffset="22906.1">5982 6607 922 0,'0'0'1047'0,"0"0"-735"16,0 0-182-16,0 0-10 15,0 0-20-15,0 0 7 16,0 0 66-16,-10-42-128 16,10 28-31-16,0 0-14 15,4 0-24-15,9 6 13 16,3 4 2-16,-5 4-1 16,-5 4-38-16,-6 22 41 15,0 6-7-15,-8 8 5 16,-19 2 18-16,-4-2-9 0,-3-6 0 15,1-7 15 1,4-8 5-16,4-6-20 16,6-10 0-16,5-3 15 15,5 0-14-15,7 0 7 0,2-2-8 16,0-8 18-16,11 1-30 16,9 0 12-16,3 4-11 15,3 3-8-15,1 2 20 16,-1 0-2-16,1 0-4 15,-2 0-173-15,10 0 8 16,-5 0-219-16,-4 0-388 0</inkml:trace>
  <inkml:trace contextRef="#ctx0" brushRef="#br0" timeOffset="23112.99">6183 6520 1343 0,'0'0'903'16,"0"0"-633"-16,0 0-38 16,0 0-121-1,0 0-62-15,0 0-45 0,0 0 16 16,74 5 23-16,-39 7-43 16,1-3-28-16,15-2-93 15,-11-3-351-15,-9-4-408 0</inkml:trace>
  <inkml:trace contextRef="#ctx0" brushRef="#br0" timeOffset="25063.76">7044 5508 1309 0,'0'0'366'0,"0"0"-263"15,0 0-2-15,0 0-5 16,0 0 12-16,0 0 39 16,0 0-30-16,0-70-71 15,0 64 74-15,0 0-90 16,0 1-2-16,0 5 11 0,0-3-24 15,0 1 41 1,0 2-56-16,0 0 0 0,0 0 43 16,0 0-43-16,0-2 7 15,0 2 32-15,0-2-24 16,0-1 25-16,0-2-40 16,0-1-13-16,0-4-29 15,4 2 26-15,2 0-29 16,0 4 45-16,-4-1 0 15,0 5-6-15,-2 0 6 16,0 0 0-16,0 0 3 16,0 0-3-16,0 12 0 15,-10 5 13-15,0 0-12 16,1-2 45-16,-1-3-46 0,4-6 0 16,2-4 40-16,1-2-38 15,3 0-2-15,0 0 19 16,0 0-8-16,0-6-22 15,7-11-110-15,9 0 10 16,-1-1 87-16,3 4-40 16,-3 5 34-16,-1 9 29 15,-3 0 2-15,-4 9 19 16,-5 17-3-16,-2 10-16 16,-2 9 119-16,-18 1-64 15,-9 0 12-15,0-7 4 16,0-4-54-16,7-12 30 15,1-6-48-15,10-10 0 16,5-2 15-16,6-5-15 16,0 0-9-16,6 0 0 0,21-15-74 15,7-1-75-15,1 3 31 16,-2 6 40-16,-4 7 61 16,-6 0 15-16,-10 27 11 15,-8 4 26-15,-5 6 2 16,0 1 69-16,-20 0-52 15,-5-4-13-15,0-6 77 16,4-7-109-16,0-5 0 16,11-9-1-16,7-7-138 15,3 0-93-15,0-16-474 0</inkml:trace>
  <inkml:trace contextRef="#ctx0" brushRef="#br0" timeOffset="25414.39">7303 5588 335 0,'0'0'1149'16,"0"0"-975"-16,0 0-41 15,4 124 12-15,-4-79 25 16,-2-1 74-16,-8-3-105 16,4-8-68-16,-1-3-4 15,3-10-58-15,2-6 9 16,2-7-18-16,0-7 0 15,0 0-37-15,6-11 0 16,11-15-155-16,4-9-72 0,-1-8-100 16,0-4-23-16,-2 4-185 15,-5 5 572 1,-1 13 479-16,-10 15 43 16,-2 10-275-16,0 7-97 0,0 21 10 15,-9 7 2-15,2 2-21 16,7 1-89-16,0-4 35 15,0-2-87-15,20-6-43 16,25-10-93-16,-5-8-223 16,0-5-514-16</inkml:trace>
  <inkml:trace contextRef="#ctx0" brushRef="#br0" timeOffset="25597.32">7733 5781 2029 0,'0'0'344'0,"0"0"-251"16,0 0-60-16,0 0-31 15,0 0 138-15,135-8-103 16,-90 8-37-16,20 0-86 16,-11 0-261-16,-10 0-719 0</inkml:trace>
  <inkml:trace contextRef="#ctx0" brushRef="#br0" timeOffset="26030.62">8243 5559 1743 0,'0'0'233'0,"0"0"-169"16,0 0-47-16,-7 119 166 15,-6-76-14-15,-1-3-43 16,1-5 5-16,4-3-94 16,2-11-16-16,5-5-21 15,0-7 17-15,2-8-10 16,0-1-7-16,11 0-33 15,9-14 11-15,7-5-114 16,2 0-28-16,0 1 10 0,-2 6 37 16,-3 6 104-16,-1 6 26 15,-8 0-3-15,-1 14 92 16,-8 10-23-16,-3 5 15 16,-3 3-46-16,0-5-35 15,0 1 21-15,0-8-34 16,-3-3-1-16,-3-5-23 15,-4-9-20-15,-5-3-87 16,1 0-100-16,1-14-378 0</inkml:trace>
  <inkml:trace contextRef="#ctx0" brushRef="#br0" timeOffset="26203.45">8279 5476 1846 0,'0'0'316'0,"0"0"-197"16,0 0-96-16,138-9 51 16,-91 9-16-16,-1 0-46 15,-1 0-12-15,-5 5-76 16,-9 9-299-16,-15-1-715 0</inkml:trace>
  <inkml:trace contextRef="#ctx0" brushRef="#br0" timeOffset="26855.52">6863 6133 1066 0,'0'0'598'0,"0"0"-382"0,0 0-87 15,0 0 65 1,0 0 2-16,0 0-78 0,0 0 30 16,31-3-147-16,0 1 0 15,9 2-1-15,12 0 15 16,10 0 8-16,12 8-17 16,12 6 8-16,24 4 80 15,26 5-85-15,25-2 9 16,7-4 22-16,-8-2-30 15,-34-10 53-15,-36-5-63 16,-24 0 0-16,-12 0-1 16,2 0 1-16,-1 0 0 15,-4-3 0-15,-15-1 12 0,-16 0-42 16,-9 0 25 0,-11 2-129-16,-2 2-33 0,-17-3-356 15,-6 3-811-15</inkml:trace>
  <inkml:trace contextRef="#ctx0" brushRef="#br0" timeOffset="27826.16">7168 6590 1219 0,'0'0'489'0,"0"0"-353"16,0 0 13-16,0 0 95 15,0 0-51-15,0 0-3 16,0 0-51-16,-24-7-93 16,31 5-18-16,8 2-28 15,6 0 0-15,-2 16-16 16,-1 14 16-16,-5 8 0 16,-5 8 20-16,-8 4-19 15,0-1 43-15,-8-5-44 0,-5-8 0 16,0-8 16-16,4-10-16 15,2-6 0-15,7-10-10 16,0-2 10-16,0-2-1 16,9-22-68-16,9-10-191 15,2-12 127-15,0-5-134 16,0 1-36-16,-5 9 133 16,-5 9 170-16,-6 12 160 15,-4 15 46-15,0 5-99 16,0 4 53-16,-8 20-13 15,-2 8-6-15,4 5-4 16,6-1-86-16,0 0-3 16,8-4-48-16,15-6-43 15,6-6 15-15,15-14-231 16,-5-6-239-16,-6 0-950 0</inkml:trace>
  <inkml:trace contextRef="#ctx0" brushRef="#br0" timeOffset="27977.6">7550 6738 1805 0,'0'0'716'15,"0"0"-703"-15,0 0 1 16,0 0-28-16,120 16 28 16,-53-16-29-16,-9 0-37 0,-4 0-411 15</inkml:trace>
  <inkml:trace contextRef="#ctx0" brushRef="#br0" timeOffset="28312.37">8176 6735 1048 0,'0'0'722'0,"0"0"-633"16,0 0 40-16,0 0 103 15,0 0-21-15,0 0 4 16,0 0-88-16,18-96-125 16,7 93 42-16,2 3-44 15,-2 0-7-15,0 23-10 0,-7 9 25 16,-13 6-8 0,-5 7 0-16,-9 3 13 0,-18-5 32 15,2-2-44-15,3-9-1 16,9-8 36-16,13-10-35 15,0-6 7-15,27-6-8 16,21-2 7-16,22-4-44 16,12-14 10-16,40-16-220 15,-18 4-108-15,-17 4-508 0</inkml:trace>
  <inkml:trace contextRef="#ctx0" brushRef="#br0" timeOffset="28936.93">8836 6188 1136 0,'0'0'714'16,"0"0"-391"-16,0 0-48 15,0 0-71-15,0 0-44 16,0 0-32-16,0 0-114 15,102 0 58-15,-66 0-72 16,0 0-8-16,-5 3-14 16,-4 9-64-16,-14 2-215 0,-9-2-265 15,-4 1-698-15</inkml:trace>
  <inkml:trace contextRef="#ctx0" brushRef="#br0" timeOffset="29071.01">8892 6386 1483 0,'0'0'975'0,"0"0"-815"16,0 0-71-16,0 0-68 16,153 0-9-16,-92 0-12 15,24 0-15-15,-17-7-92 16,-10-2-797-16</inkml:trace>
  <inkml:trace contextRef="#ctx0" brushRef="#br0" timeOffset="57719.95">9658 6334 743 0,'0'0'406'16,"0"0"-228"-16,0 0-15 16,-8 0-6-16,5 0 43 15,3 0-4-15,0 0-59 16,0 0 67-16,0 0-87 16,0 0 16-16,0 0 16 15,0 0-44-15,0 0 8 16,0 0-68-16,0 0-36 15,0 0 69-15,11 0-78 16,7-1 0-16,4-2 1 0,7-1 19 16,2 2-16-16,6 0-4 15,0 2-34-15,3 0 10 16,1 0-82-16,7 0-213 16,-10 0-195-16,-9 0-391 0</inkml:trace>
  <inkml:trace contextRef="#ctx0" brushRef="#br0" timeOffset="58665.4">10414 6140 1423 0,'0'0'363'0,"0"0"-239"16,0 0-46-16,0 0 49 15,0 0-7-15,0 0-12 16,0 0-7-16,-25-15-72 16,19 18-3-16,-5 14-7 15,-1 6-18-15,4 5 133 16,1 5-109-16,5-1-14 15,2-1 36-15,0-1-36 16,0-6 11-16,0-2-22 16,0-6 25-16,4-1-2 15,3-3-23-15,-1-5 0 16,4 2 15-16,-1-6-9 0,-1 2-5 16,1-3-1-16,5-2 8 15,-1 0-22 1,1 0 14-16,3 0-21 0,1-10 9 15,0-4 0-15,0-4-14 16,0-3 3-16,1 0-66 16,4-2 83-16,-3 0-27 15,0 0 20-15,2 3-2 16,1 0 16-16,-1 0-1 16,0 2 0-16,3 3 12 15,-1-2 20-15,1 5-30 16,0 2 4-16,-4 3 27 15,2 0-32-15,-3 5 11 16,-5-1-12-16,1 3 19 16,-3 0-1-16,1 0-18 0,-1 12 0 15,-2 2 19-15,1 7-10 16,-6-1 8-16,-1 4-17 16,-3 1 25-16,-2-4-3 15,0 1-22-15,0-2 0 16,0-4 19-16,-2 1-18 15,-7-6 5-15,-5-2-6 16,1-2 18-16,-5-2 2 16,-4-3-20-16,0-2 0 15,-5 0 7-15,0 0 2 16,-2-12-9-16,0-9 0 0,0-1 18 16,2-4 13-1,1-2-29-15,1 2 5 0,-1-1 46 16,-4 6-43-16,-1 1-9 15,0 3-1-15,0 6-72 16,-5 5 19-16,7 4-237 16,7 2-336-16</inkml:trace>
  <inkml:trace contextRef="#ctx0" brushRef="#br0" timeOffset="66296.89">1023 8303 978 0,'0'0'265'0,"0"0"-90"15,0 0-83-15,0 0 47 16,0 0 50-16,0 0-21 15,4 0 6-15,-2 0-92 16,-2-2-55-16,0 2 84 16,0-1-74-16,0 1 2 15,0 0 10-15,0 0-14 0,0 0 79 16,0 0-57-16,0 0-56 16,0 0 60-16,0 0-61 15,0 0 0-15,0 0 3 16,0 0 6-16,0 0-6 15,0 0-3-15,0 0-4 16,0 0-36-16,0 0 23 16,3 0-26-16,-3 0 34 15,2 0-15-15,0 0 12 16,-2 0 12-16,2-2 0 16,-2 2 15-16,0 0-3 15,0 0-12-15,0 0 67 0,0 0-18 16,0 0 22-16,-2 0-67 15,0 0 20-15,2 0-9 16,0 0-15-16,0 0-5 16,0 0-7-16,0 0 6 15,0 0-10-15,4 0-48 16,8 0 7-16,1-5 32 16,0 0 25-16,-4-6 0 15,-2 1 15-15,-7-1-5 16,0-3 32-16,0 1-42 15,0 1 0-15,-5 2 0 16,-1 6 0-16,-1 4-149 16,0 0-235-16,3 0-1258 0</inkml:trace>
  <inkml:trace contextRef="#ctx0" brushRef="#br0" timeOffset="67439.55">1038 8261 864 0,'0'0'775'16,"0"0"-623"-16,0 0-144 16,0 0 51-16,0 0-9 15,0 0-2-15,0 0 11 16,0 0-36-16,0 0 12 16,0 0 11-16,0 0-45 15,2 0 52-15,6 0-53 0,-4 0 0 16,2-1 16-16,-3 1-14 15,-1-3 11-15,-2 3 5 16,0 0-12-16,0 0 120 16,0 0-73-16,-2 0-16 15,-5 0 15-15,-2 0-51 16,2 0 6-16,1 0-7 16,3 0 1-16,3 3-14 15,0-2 13-15,0-1-30 16,0 2 30-16,0 0-37 15,7-2 26-15,-1 0-3 16,2 0-62-16,-4 0 39 16,0 0-136-16,1 0-50 15,-3 0-109-15,-2 0-333 0</inkml:trace>
  <inkml:trace contextRef="#ctx0" brushRef="#br0" timeOffset="68455.95">1317 8374 1798 0,'0'0'506'0,"0"0"-478"0,0 0 29 15,0 0-32 1,0 0 67-16,0 0-14 0,87-102-77 16,-42 51 3-16,1-2-4 15,6-8-79-15,-3-1 61 16,-3 0-53-16,-6-3 1 16,-6 3 58-16,-8 2-10 15,-7 4 22-15,-11 5 14 16,-8 2 1-16,0 6 111 15,0 10-79-15,-4 5-14 16,-9 9 12-16,1 8-30 16,3 7 20-16,-3 4-35 15,-5 4 18-15,-3 23-28 16,-1 15 10-16,-2 16 0 16,5 12 33-16,3 8-1 0,6-1 0 15,4-4 2 1,5-10-28-16,0-8 61 0,2-14-67 15,14-7 0-15,4-9 8 16,2-9-8-16,7-10-8 16,2-6-14-16,0 0-59 15,4-8 80-15,-4-16-79 16,-5-4-6-16,-4-2 35 16,-6 2-1-16,-5 4 52 15,-9 10 3-15,-2 6-1 16,0 8 103-16,0 0-105 15,0 16 8-15,-8 10 15 16,-4 6-5-16,1 2-4 16,5 0-14-16,3-8 18 15,3-4-48-15,0-8-67 16,7-14-124-16,9 0-144 0,-1 0-410 16</inkml:trace>
  <inkml:trace contextRef="#ctx0" brushRef="#br0" timeOffset="68883.31">2016 8023 1053 0,'0'0'841'0,"0"0"-680"15,0 0-122-15,0 113 18 16,-4-76 109-16,0-7-37 16,-1-4-14-16,3-6-42 15,2-6-64-15,0-5 52 16,0-6-61-16,0-3-9 0,0 0 0 15,7-5 11-15,9-18-4 16,5-9-41-16,6-4-55 16,0 0 97-16,2 8-40 15,-2 10 33-15,-4 10 6 16,-4 8 4-16,-5 4 23 16,-8 18 22-16,-1 4-45 15,-5 3 80-15,0-5-64 16,0-7-11-16,0-5 14 15,0-6-15-15,0-6 0 16,0 0-6-16,6-8-49 16,15-16 38-16,10-8-145 0,6-2 86 15,4 2 54 1,-3 6-11-16,-7 11 26 16,-4 14-5-16,-10 1 12 15,-7 9 45-15,-8 20-51 0,-2 7-22 16,-10 20 22-16,-9-8-217 15,-4-8-526-15</inkml:trace>
  <inkml:trace contextRef="#ctx0" brushRef="#br0" timeOffset="70524.78">2635 8243 785 0,'0'0'1167'0,"0"0"-905"15,0 0-159-15,0 0 20 16,0 0-71-1,0 0 79-15,0 0-131 0,64-86 6 16,-28 48-36-16,1-3 5 16,4 0-27-16,-8-2-17 15,-1 2 6-15,-13 2 39 16,-5 6 17-16,-8 6 7 16,-6 9 28-16,0 10 1 15,0 4 35-15,0 4-61 16,0 0 27-16,-10 26-33 0,-7 19 15 15,2 29-9 1,-1 4 119-16,6 11-66 0,-2 4-24 16,5-12 1-16,-1 1-14 15,1-9 41-15,1-10-60 16,-2-11 1-16,-3-8 12 16,1-5-12-16,-6-12-1 15,-3-2 0-15,2-11 23 16,-5-8-20-16,4-6-3 15,0 0 0-15,7-20 0 16,6-14 0-16,5-7-15 16,7-7 13-16,22-6 2 15,11 1-9-15,10-5 9 16,5 5-82-16,0 1-7 0,4 0-78 16,-6 1-39-16,-3 2-78 15,-11-4-93-15,-3 1 126 16,-9 0 75-16,-5 0 163 15,-4 2 13-15,-7 4 138 16,-2 9 38-16,-5 13 58 16,-1 8 18-16,-3 10 71 15,0 6-157-15,-3 8-107 16,-15 24 7-16,-1 18-27 16,-2 13 28-16,4 8-18 15,5-4-43-15,8-4 21 16,4-8-27-16,0-11-52 15,4-9 52-15,10-12-89 16,3-9 2-16,2-7-8 16,-2-7-55-16,1-3 45 0,-5-19-84 15,-1-10-64-15,-1-10 56 16,-3-2 61-16,4 0 136 16,-1 7 91-16,-2 13 110 15,2 11 63-15,-2 11-113 16,-3 2-84-16,-1 13 104 15,0 13-93-15,-3 13 23 16,-2 3 15-16,0 2-74 16,0-2 40-16,-4-6-82 15,-1-7 7-15,2-9 1 16,3-11-8-16,0-4 0 16,0-5 0-16,0 0-28 15,5-12 10-15,11-18-13 0,0-12-116 16,-1-9 27-16,1 0-148 15,-5 3 138-15,-3 11 130 16,-5 16 80-16,-3 14 133 16,0 7-133-16,0 18-80 15,0 17 130-15,0 4-81 16,0 3-15-16,0-2-18 16,9-8 1-16,4-9-8 15,3-8-9-15,1-9-87 16,4-6 37-16,-2 0-132 15,2-33-153-15,-7-3-324 16,-4-5-526-16</inkml:trace>
  <inkml:trace contextRef="#ctx0" brushRef="#br0" timeOffset="70658.42">3748 7878 1702 0,'0'0'607'16,"0"0"-414"-16,0 0-98 15,68 112-41-15,-53-51 32 16,-8 5-86-16,-7 6 0 15,-7 0 0-15,-43 23-126 16,0-19-217-16,-4-16-1056 0</inkml:trace>
  <inkml:trace contextRef="#ctx0" brushRef="#br0" timeOffset="71775.3">1343 8763 1179 0,'0'0'673'15,"0"0"-476"-15,0 0-51 16,0 0 17-16,0 0 26 16,0 0-97-16,0 0-12 15,0-16-10-15,12 12-59 16,1 1 13-16,3 3-24 15,1 0-5-15,0 18 4 0,-5 11 2 16,-3 7-1-16,-7 4 32 16,-2 3-25-16,0-5 44 15,-2-4-51-15,-7-6 9 16,3-10 10-16,0-6-19 16,6-7 0-16,0-3-1 15,0-2 17-15,0 0-32 16,0-16-7-16,4-14-75 15,9-12-103-15,1-2 50 16,-4 0-29-16,-1 10 113 16,-4 12 67-16,-5 12 125 15,0 10-40-15,0 0-66 16,0 22 64-16,-5 10-13 0,-1 6 27 16,1 1-24-16,5 0-58 15,0-7 28-15,7-6-43 16,13-5-67-16,7-10 22 15,13-8-159-15,-7-3-125 16,-2 0-383-16</inkml:trace>
  <inkml:trace contextRef="#ctx0" brushRef="#br0" timeOffset="72003.48">1611 8874 1553 0,'0'0'514'15,"0"0"-343"-15,0 0 66 16,0 0-32-16,0 0-102 0,0 0 6 16,0 0-103-16,2-7 15 15,14 7 1-15,4 0-22 16,9 0 0-16,0 0-6 16,6 0-10-16,0 0-48 15,0 0-154-15,5 0-122 16,-11 0-157-16,-4-7-404 0</inkml:trace>
  <inkml:trace contextRef="#ctx0" brushRef="#br0" timeOffset="72195.78">1872 8751 1322 0,'0'0'840'0,"0"0"-553"16,0 0-143-16,0 0-38 15,0 0-96-15,0 0-4 16,0 0 88-16,58 54-92 15,-45-24 4-15,-6 2 3 0,-7 7 3 16,0-1 0-16,-17-1-12 16,-10 1-60-16,2-6 8 15,0-8-124-15,8-9-161 16,7-9-388-16</inkml:trace>
  <inkml:trace contextRef="#ctx0" brushRef="#br0" timeOffset="72585.63">2151 8847 1061 0,'0'0'734'16,"0"0"-500"-16,0 0-20 15,0 0 30-15,0 0-103 16,0 0-48-16,0 0-20 15,-18-56-64-15,31 47-9 16,5 8-2-16,2 1-4 16,-2 1-17-16,-5 22 23 15,-8 7 0-15,-5 7 32 16,0 2-24-16,-13 3 35 0,-8-3-43 16,-1-6 6-16,2-7 42 15,6-8-48-15,6-5 0 16,6-10 9-16,2-1-3 15,0 1 0-15,0-3-6 16,8 2 0-16,10 0-15 16,4 0 15-16,1-2-15 15,-1 0-2-15,3 0-94 16,4 0-47-16,-8 0-169 16,-2-2-391-16</inkml:trace>
  <inkml:trace contextRef="#ctx0" brushRef="#br0" timeOffset="73051.97">2099 8695 719 0,'0'0'1115'0,"0"0"-795"16,0 0-173-16,0 0 48 16,0 0-136-16,0 0 29 15,0 0 7-15,54-9-60 16,-27 9 7-16,2 0-42 15,-2 0 0-15,0 0-34 0,-6 0-8 16,2 0-129 0,-3 0-59-16,-5 0-250 0,-3 0-306 0</inkml:trace>
  <inkml:trace contextRef="#ctx0" brushRef="#br0" timeOffset="73223.45">2267 8499 1104 0,'0'0'966'16,"0"0"-789"-16,0 0-97 15,0 0-22-15,-62 137-32 16,43-77 56-16,4 2-82 16,-1 19-43-16,3-14-209 0,4-18-599 15</inkml:trace>
  <inkml:trace contextRef="#ctx0" brushRef="#br0" timeOffset="74053.3">4068 8303 1408 0,'0'0'579'16,"0"0"-422"-16,0 0 66 16,0 0 20-16,0 0-81 15,0 0 8-15,0 0-147 0,56 0-22 16,-27 0 15-16,0 0-16 15,-5 4-15-15,-4 4-125 16,-8 2-140-16,-12 7-41 16,0-3-329-16,-17-2-694 0</inkml:trace>
  <inkml:trace contextRef="#ctx0" brushRef="#br0" timeOffset="74162.42">4068 8303 1144 0,'53'147'759'0,"-53"-144"-508"16,7-3-83-16,13 3-37 15,7-1-51-15,7 0-80 16,16-2-10-16,-5 0-67 16,-5 0-390-16</inkml:trace>
  <inkml:trace contextRef="#ctx0" brushRef="#br0" timeOffset="74854.47">4753 8518 2092 0,'0'0'778'16,"0"0"-778"-16,0 0-139 15,0 0 24-15,0 0 54 16,129-112 61-16,-88 62-10 15,5-5 24-15,-2-1-42 16,-7-4 28-16,-3-1-122 16,-12 1 26-16,-8-4-22 15,-9 7 118-15,-5 6 1 0,0 12 84 16,0 10 115-16,0 15-81 16,-7 14-66-16,-7 0-30 15,-1 34-22-15,-3 19-1 16,-3 19 49-16,6 12-40 15,7 2 92-15,2-2-101 16,6-7 0-16,0-17 10 16,10-14-10-16,9-12 0 15,4-16-1-15,4-11-30 16,2-7 11-16,2 0-69 16,2-24-51-16,-1-10 14 15,-3-8-55-15,-5 0 17 16,-9 2 54-16,-5 9 110 0,-6 10 151 15,-4 16 104-15,0 5-128 16,0 9-57-16,-12 21-47 16,2 8 32-16,-3 3-48 15,3-2 21-15,6-2-29 16,2-9 1-16,2-8-164 16,0-14-128-16,6-6-379 15,8 0-573-15</inkml:trace>
  <inkml:trace contextRef="#ctx0" brushRef="#br0" timeOffset="75250.5">5441 8298 1500 0,'0'0'1002'16,"0"0"-975"-16,0 0-5 16,0 106-28-16,-5-66 7 0,-3-6-1 15,1-8 3-15,2-8 11 16,3-6 39-16,2-8-53 15,0-4-21-15,0 0 9 16,20-16-15-16,9-12-80 16,5-6-84-16,3 0 14 15,2 3 177-15,-4 8 0 16,-6 12 4-16,-9 11 117 16,-8 4-14-16,-10 23-13 15,-2 5 7-15,0 0-80 0,-9-2 76 16,-1-8-97-1,4-10 10-15,6-8-16 0,0-4 6 16,13-4-47 0,18-17-74-16,10-6-61 0,5-1 117 15,6-2-62-15,-1 4 71 16,-2 3 56-16,-8 12 22 16,-10 6 48-16,-10 5-19 15,-11 12-45-15,-12 39-12 16,-21-5-70-16,-6-2-266 0</inkml:trace>
  <inkml:trace contextRef="#ctx0" brushRef="#br0" timeOffset="75828.37">4863 9015 1733 0,'0'0'366'15,"0"0"-281"-15,0 0-19 0,0 0 11 16,0 0-45-16,0 0 150 16,0 0-76-16,58-83-72 15,-39 83 24-15,-4 0-56 16,-1 7 25-16,-10 21 17 16,-4 11-36-16,0 6 80 15,0 1-88-15,-12-3 12 16,1-7-3-16,3-9-9 15,3-10 0-15,3-9 0 16,2-6 15-16,0-2-36 16,2-6 21-16,16-22-52 15,4-11-78-15,1-4-24 0,-4-3-5 16,-3 5 81 0,-7 13 78-16,-7 14 163 0,-2 12-19 15,0 2-99-15,-13 14 10 16,-3 13-31-16,3 5 19 15,1 2 11-15,10-5-42 16,2 0 42-16,0-5-54 16,12-7-64-16,11-3-25 15,2-14-122-15,16 0-101 16,-7-14-254-16,-5-6-419 0</inkml:trace>
  <inkml:trace contextRef="#ctx0" brushRef="#br0" timeOffset="76192.88">5142 9046 1617 0,'0'0'727'16,"0"0"-429"-16,0 0-155 16,0 0-101-16,0 0 14 15,0 0-45-15,0 0 10 0,51-3-21 16,-15 10-12 0,7-4-22-16,1 0-84 0,1-3-123 15,-7 0 20-15,-5 0-8 16,-8-3-6-16,-10-9-45 15,-9 0-26-15,-3-2 44 16,-3-2 262-16,0 0 95 16,0 6 463-16,0 1-217 15,0 4-41-15,0 3-57 16,0 0-124-16,0 2-24 16,0 0-95-16,9 2 1 0,4 17 15 15,1 4-15 1,-3 7 6-16,-9 5-7 15,-2 0 21-15,-9 4 0 16,-18-1-21-16,-2-6-9 0,-2-5-6 16,9-4-71-16,9-13-72 15,8-4-374-15,5-6-1068 0</inkml:trace>
  <inkml:trace contextRef="#ctx0" brushRef="#br0" timeOffset="76548.23">5802 9078 1640 0,'0'0'254'0,"0"0"-145"16,0 0-67-16,0 0 20 16,0 0 257-16,0 0-87 15,0 0-141-15,-7-44-91 16,14 37-13-16,7 4-5 15,-1 3 18-15,-3 0-12 16,0 3 0-16,-6 20 24 16,-4 7-3-16,0 8-2 15,-14 4 13-15,-7-2 30 16,-4-5-30-16,3-2-19 16,4-8 61-16,7-11-61 15,6-2 15-15,5-7-16 0,0 1 18 16,5-4-41-16,13 0 23 15,3-2-87-15,6 0-3 16,0 0-130-16,4-10-172 16,-6-4-270-16,-7-3-649 0</inkml:trace>
  <inkml:trace contextRef="#ctx0" brushRef="#br0" timeOffset="76752.52">5936 8976 1704 0,'0'0'734'0,"0"0"-582"0,0 0-41 15,0 0-100 1,0 0 7-16,0 0 38 0,0 0-33 16,82-5-11-16,-51 5-12 15,2 2-126-15,6-2-43 16,-12 0-182-16,-8-2-327 0</inkml:trace>
  <inkml:trace contextRef="#ctx0" brushRef="#br0" timeOffset="76906.55">6123 8857 971 0,'0'0'1530'0,"0"0"-1270"15,0 0-248-15,0 0 28 0,-53 102-40 16,32-58 0-1,6 3-32-15,-5 7-21 0,7-10-243 16,3-15-691-16</inkml:trace>
  <inkml:trace contextRef="#ctx0" brushRef="#br0" timeOffset="78271.34">6881 7882 1839 0,'0'0'508'0,"0"0"-413"15,0 0-77-15,0 0 87 16,0 0-21-16,0 0-50 16,0 0 109-16,-9-43-123 15,9 26-20-15,0-1 0 16,0 0 0-16,16 2-18 15,4 4 9-15,-1 8 8 16,0 4-47-16,-8 14 48 16,-9 22 0-16,-2 13 51 0,-18 6-23 15,-15 4 45-15,-8-6-65 16,1-4 8-16,5-14 29 16,8-8-45-16,9-11 0 15,11-7 9-15,7-9-3 16,0 0-12-16,16-5-28 15,16-15-81-15,7-4 13 16,6 2-45-16,-5 3 74 16,-8 10 72-16,-13 9 1 15,-9 0 21-15,-10 14 0 16,0 16-20-16,-12 5 95 16,-12 0-72-16,-3-1 11 0,0-6 7 15,9-8-42-15,7-8 0 16,7-7-103-16,4-8-83 15,15-15 15-15,6-5-518 16</inkml:trace>
  <inkml:trace contextRef="#ctx0" brushRef="#br0" timeOffset="78591.98">7124 7914 1490 0,'0'0'805'15,"0"0"-708"-15,0 0-14 16,0 0-42-16,-9 147 7 0,-9-104 156 15,0-4-123 1,3-7-40-16,3-12-6 0,8-8-34 16,4-8-2-1,0-4-16-15,4-3-101 0,17-18 75 16,1-9-183-16,3-8-40 16,-6-3 28-16,-3 4 45 15,-5 4 193-15,-4 11 30 16,-5 15 308-16,-2 7-17 15,0 6-203-15,0 24-72 16,-7 6 94-16,3 3-89 16,4 4 9-16,0-6-60 15,6-6-22-15,17-6 3 16,8-8-135-16,21-15-84 16,-8-2-144-16,-4 0-590 0</inkml:trace>
  <inkml:trace contextRef="#ctx0" brushRef="#br0" timeOffset="78741.39">7542 8039 2074 0,'0'0'549'0,"0"0"-401"0,0 0-148 16,0 0-2-16,0 0-13 16,0 0 30-16,117 26-31 15,-66-16-93-15,-9-4-199 16,-1-4-308-16</inkml:trace>
  <inkml:trace contextRef="#ctx0" brushRef="#br0" timeOffset="78999.42">8049 7911 2045 0,'0'0'351'15,"0"0"-318"-15,0 0-7 16,0 0-8-16,0 0-18 15,0 0 116-15,0 0-4 16,-40 138-18-16,40-98-94 16,9 0 24-16,7-1 12 15,-3-8-36-15,1-4 0 16,-8-6 15-16,-2-7-14 16,-4-3-2-16,0-8-4 15,-2-3-161-15,-31-3 90 0,2-20-261 16,0-3-279-16</inkml:trace>
  <inkml:trace contextRef="#ctx0" brushRef="#br0" timeOffset="79140.45">8028 7778 1832 0,'0'0'623'16,"0"0"-519"-16,0 0-93 15,121 0-14-15,-87 8 3 16,-8 4-46-16,1 10-31 15,-9-2-249-15,-9 0-505 0</inkml:trace>
  <inkml:trace contextRef="#ctx0" brushRef="#br0" timeOffset="79763.02">6725 8532 363 0,'0'0'1514'0,"0"0"-1172"16,0 0-291-16,0 0 23 16,0 0-68-16,0 0 17 15,0 0 74-15,61 11-66 16,-7 1 34-16,14 2-65 15,14-1 24-15,27-1 89 16,29-2-54-16,32-6-19 16,13-2 54-16,-11-2-55 15,-35 0-18-15,-41 0-21 16,-26 0 10-16,-14-2-14 16,-1 0 4-16,-4 2-30 15,-3 0 4-15,-23 0-68 16,-13 0-79-16,-16 2-115 0,-21 5-34 15,-6-2-154-15</inkml:trace>
  <inkml:trace contextRef="#ctx0" brushRef="#br0" timeOffset="80456.67">6981 8985 1413 0,'0'0'641'16,"0"0"-496"-16,0 0-144 15,0 0 41 1,0 0-42-16,0 0 0 0,0 0 40 16,71-6 41-16,-69 49-14 15,-2 8-6-15,0 7-60 16,-10 0 70-16,-3-3-71 15,1-13 0-15,3-9 5 16,7-13 1-16,2-13-6 16,0-7 0-16,0 0-42 15,17-12 15-15,6-17-66 16,4-10-135-16,-5-7 40 0,-2-5 24 16,-2 6-46-16,-7 4 210 15,-6 14 14-15,-3 10 343 16,-2 16-71-16,0 1-163 15,0 3-58-15,0 20-49 16,-2 5 21-16,2 4-35 16,0-2 23-16,0-2-49 15,15-7 24-15,18-4-176 16,-3-9-148-16,-1-8-491 0</inkml:trace>
  <inkml:trace contextRef="#ctx0" brushRef="#br0" timeOffset="80596.83">7380 9124 1018 0,'0'0'1435'0,"0"0"-1140"0,0 0-295 15,0 0-106-15,114 0 39 16,-70 0-50-16,24 0 1 16,-15-6-86-16,-4-1-350 0</inkml:trace>
  <inkml:trace contextRef="#ctx0" brushRef="#br0" timeOffset="80926.31">7918 9027 1719 0,'0'0'164'0,"0"0"-164"15,0 0-198 1,0 0 165-16,0 0 33 0,0 0 282 15,0 0-53-15,17-42-180 16,8 42-26-16,4 0 17 16,-3 7-39-16,-5 14 5 15,-10 12 64-15,-11 6 1 16,0 9 18-16,-27 3-3 16,-4 0-53-16,2-10 98 15,6-7-73-15,10-10-29 16,9-7 23-16,4-10-52 15,11-2-1-15,22-5 1 16,12 0-99-16,9-9-23 0,19-15-169 16,-13 4-372-16,-10 3-681 15</inkml:trace>
  <inkml:trace contextRef="#ctx0" brushRef="#br0" timeOffset="95320.4">8595 8620 854 0,'0'0'919'16,"0"0"-685"-16,0 0-159 0,0 0 120 16,0 0-29-16,-9 0 30 15,9 0-35-15,0 0-113 16,0 0 67-16,0 0-99 16,0 0-4-16,0 0 31 15,3 0-42-15,9 0 6 16,9 0-7-16,8 0 19 15,4 0-19-15,3 0 0 16,1 0-58-16,2 4 47 16,-6 4-98-16,-1 2-103 15,-6 5-47-15,-11-1-282 16,-7-4-211-16</inkml:trace>
  <inkml:trace contextRef="#ctx0" brushRef="#br0" timeOffset="95486.49">8647 8823 675 0,'0'0'1314'16,"0"0"-1046"-16,0 0-176 15,0 0-45-15,0 0 116 16,0 0-110-16,0 0-45 16,118 0-16-16,-49 0-12 15,-9 2-275-15,-6-2-605 0</inkml:trace>
  <inkml:trace contextRef="#ctx0" brushRef="#br0" timeOffset="95772.2">9384 8729 1952 0,'0'0'635'16,"0"0"-537"-16,0 0 11 16,0 0-66-16,0 0 7 15,0 0-36-15,0 0 19 16,118 0-57-16,-70 0 24 0,18 0-228 15,-12-3-74-15,-12-1-470 0</inkml:trace>
  <inkml:trace contextRef="#ctx0" brushRef="#br0" timeOffset="96308.34">10136 8499 1661 0,'0'0'269'0,"0"0"-217"0,0 0 48 16,0 0-69 0,0 0 60-16,0 0 50 15,0 0-67-15,-48 104 36 0,48-69-90 16,0 3-19-16,0-6 36 15,16-4-37-15,5-6-10 16,-2-7 1-16,4-7-74 16,1-7 60-16,3-1-61 15,-3 0-2-15,3-9 22 16,-5-8 2-16,1-8 58 16,0-3-5-16,-2-4 18 15,4-1 4-15,2 1-13 0,0 2 0 16,2 6 49-1,-3 8-43-15,1 6 19 0,1 8-19 16,-1 2 13 0,0 2 46-16,2 15-46 0,-4 4-13 15,0 1 45-15,-6-2-44 16,-3-2 14-16,-7-6-6 16,-5-6-3-16,-4-1 62 15,0-3-41-15,-24-2-6 16,-14 0 28-16,-9 0-55 15,-9 0-1-15,-4-4-5 16,2-6-68-16,2-1 66 16,4 4-140-16,-16 7-129 15,17 0-208-15,6 0-1046 0</inkml:trace>
  <inkml:trace contextRef="#ctx0" brushRef="#br0" timeOffset="97481.17">9672 8586 1330 0,'0'0'578'0,"0"0"-342"16,0 0-137-16,0 0 58 15,-27-101 100-15,27 88-75 16,0 6-19-16,0 4-71 16,0 3-91-16,-2 0 44 15,-2 14-45-15,-4 26-22 16,-9 36 14-16,-3 7 16 16,-7 12-16-16,-9 24-90 15,7-39-501-15,5-10-1182 0</inkml:trace>
  <inkml:trace contextRef="#ctx0" brushRef="#br0" timeOffset="99073.32">1161 10517 111 0,'0'0'974'0,"0"0"-778"16,0 0 21-16,0 0-1 16,0 0-22-16,0 0 134 15,0 0-118-15,-13-28-12 16,13 28-10-16,0-1-81 16,0 1 26-16,0-3-85 15,0 3-48-15,0 0 55 16,17-2-55-16,16 2 0 0,19-2-12 15,10-3 30-15,10 2-21 16,-1-1 3-16,-4-1-75 16,-3-2 45-16,-10 5-189 15,-4 2-167-15,-17 0-275 16,-16 0-675-16</inkml:trace>
  <inkml:trace contextRef="#ctx0" brushRef="#br0" timeOffset="99278.51">1324 10614 1624 0,'0'0'682'16,"0"0"-500"0,0 0-119-16,0 0-1 15,0 0 41-15,0 0-97 0,120-8 1 16,-69 3-7-16,5 1-30 15,24-8-80-15,-13 2-265 16,-11-4-433-16</inkml:trace>
  <inkml:trace contextRef="#ctx0" brushRef="#br0" timeOffset="99465.43">1950 10281 2397 0,'0'0'352'0,"0"0"-340"15,0 0 7-15,0 0-19 16,0 0 0-16,31 116 65 0,-31-60-43 16,-2 6-8-16,-15 3-14 15,-6-2-60-15,3-6-89 16,9-3-152-16,6-15-253 16,5-18-390-16</inkml:trace>
  <inkml:trace contextRef="#ctx0" brushRef="#br0" timeOffset="99913.43">2467 10393 1659 0,'0'0'806'16,"0"0"-654"-16,0 0-152 15,0 0 1-15,0 0 35 16,0 0-29-16,0 0 11 16,85 10 31-16,-65 31-43 15,-5 8 82-15,-8 4-88 16,-7-3 6-16,0-4 32 16,0-8-37-16,-9-10 30 15,3-8-31-15,4-10 20 16,-1-6-11-16,3-4-9 15,0-2-45-15,3-24 45 0,12-16-205 16,5-12 19-16,0-7-1 16,0-1-119-16,-2 8 297 15,-7 16 9-15,-4 14 250 16,-7 17 54-16,0 7-198 16,0 11-88-16,-3 21 26 15,-5 8-17-15,3 7 94 16,5 1-121-16,0-2 15 15,23-4-33-15,8-8-58 16,31-10-122-16,-8-10-127 16,-6-10-429-16</inkml:trace>
  <inkml:trace contextRef="#ctx0" brushRef="#br0" timeOffset="100149.08">3160 10522 1573 0,'0'0'815'0,"0"0"-758"16,0 0 54-16,0 0 62 15,0 0-49-15,0 0 1 16,0 0-75-16,11-9-32 16,14 9-18-16,8 0 17 15,4 0-36-15,2 4 19 16,-5 3-81-16,-5 0-105 15,-14 8-121-15,-10-4-241 16,-5 1-529-16</inkml:trace>
  <inkml:trace contextRef="#ctx0" brushRef="#br0" timeOffset="100287.82">3104 10694 454 0,'0'0'2058'0,"0"0"-1574"15,0 0-460-15,0 0-16 16,0 0 14-16,0 0-10 15,0 0-24-15,156 0-3 16,-71 0-163-16,-13 0-89 16,-5 0-506-16</inkml:trace>
  <inkml:trace contextRef="#ctx0" brushRef="#br0" timeOffset="100755.69">3929 10386 1879 0,'0'0'692'0,"0"0"-555"15,0 0-113-15,0 0-14 0,0 0-10 16,0 0 2-16,0 0 80 16,45-70-82-16,-20 70 0 15,2 17-8-15,-8 13 22 16,-7 10-15-16,-12 6 1 15,-2 8 0-15,-33 3 36 16,-9-6-35-16,0-2 26 16,1-11 37-16,12-12-38 15,14-8 20-15,9-8-46 16,8-6 2-16,14 0 1 16,26-4-3-16,18 0-15 15,15 0-6-15,14-6-121 16,34-18-143-16,-23 2-329 15,-18 3-945-15</inkml:trace>
  <inkml:trace contextRef="#ctx0" brushRef="#br0" timeOffset="101273.33">4990 10031 1669 0,'0'0'738'0,"0"0"-636"16,0 0-102-16,0 0-31 16,0 0 31-16,-24 113 66 15,11-6 26-15,2-3 91 16,-1-8-133-16,3-13-18 16,9-27-8-16,0-1-15 15,0 1 11-15,5-15-20 16,13-13 0-16,7-12 31 15,1-12-31-15,6-4-28 0,-3-2-13 16,-3-19-59-16,-8-11 26 16,-5 3-5-16,-8 3 44 15,-3 6 35-15,-2 8 87 16,0 7 4-16,0 5-52 16,-7 2-24-16,-4 19-18 15,4 2 3-15,3 6-9 16,4 0-23-16,0-8-106 15,0-11-132-15,13-6-367 16,-6-4-1017-16</inkml:trace>
  <inkml:trace contextRef="#ctx0" brushRef="#br0" timeOffset="101403.67">5142 10314 2552 0,'0'0'469'16,"0"0"-469"-16,0 0-71 15,165-37-232-15,-113 37-201 16,-14 0-134-16</inkml:trace>
  <inkml:trace contextRef="#ctx0" brushRef="#br0" timeOffset="102541.06">6047 10178 1249 0,'0'0'408'15,"0"0"-252"-15,0 0-136 16,0 0 5-16,0 0 49 16,0 0-36-16,0 0 77 15,12 32 21-15,-12 23-19 16,0 13 16-16,0 8-61 16,0-2-10-16,0-4-40 15,0-5 2-15,0-9 22 0,0-6-46 16,2-7 0-16,2-10-29 15,3-3-9-15,-1-9-101 16,1-9-109-16,0-10-260 16,-7-2-124-16</inkml:trace>
  <inkml:trace contextRef="#ctx0" brushRef="#br0" timeOffset="103442.17">5816 10557 225 0,'0'0'1539'15,"0"0"-1361"-15,0 0-138 16,0 0-40-16,146-81 15 16,-76 72 6-16,7 9-20 0,0 2 30 15,-4 22 78-15,-13 8-34 16,-11 3 15 0,-13 1-4-16,-16-1-75 0,-11-2 91 15,-9-5-102-15,0-6 6 16,0-6 30-16,-4-6-35 15,-3-3 17-15,2-7-18 16,5 0 12-16,0 0 0 16,7-5-12-16,13-13-74 15,2-5-24-15,1 4 72 16,-8 5 26-16,-5 6 40 16,-6 5-34-16,-2 3 46 0,0 0-52 15,2 0 0-15,7 0 5 16,5 0-4-16,7 0 19 15,-2 0-20-15,0-5 16 16,-3-4-28-16,-7 2 12 16,-7-1-4-16,-4 2-16 15,0 3 23-15,0 3-3 16,-4 0 0-16,-7 3 18 16,-3 15 9-16,1 8 0 15,7 4-6-15,3 2 35 16,3-4-42-16,0-4 14 15,20-8-28-15,9-7-3 16,9-9-31-16,5 0-23 16,3-9-23-16,3-11 11 15,-2-7-39-15,-4 2 59 0,-6-1 11 16,-8 5 38-16,-6 6 77 16,-12 7 47-16,-7 8-60 15,-4 0 5-15,0 6-68 16,0 11 78-16,0 4-63 15,0-7 8-15,0-2-1 16,0-6-23-16,0-6 0 16,0 0 9-16,20 0 4 15,9-4-26-15,7-10-32 16,1-4-67-16,4 4 103 16,-3 2-31-16,-9 8 27 15,-2 4 12-15,-10 0 2 16,-3 8 27-16,-8 9-28 15,-6 4 0-15,0-1 24 16,0-6-24-16,0-4 0 0,0-4 10 16,0-5-2-16,0-1 14 15,0 0-22-15,0 0 6 16,0-14-24-16,19-5-39 16,2-6-11-16,4 4 61 15,0 1-2-15,-1 6-6 16,-4 8 15-16,0 6 0 15,-5 0-2-15,-3 12 2 16,-3 8 0-16,-7 6-7 16,-2 4-14-16,0-2-43 0,-31 4-123 15,-1-6-183-15,-3-10-245 16</inkml:trace>
  <inkml:trace contextRef="#ctx0" brushRef="#br0" timeOffset="103632.45">6431 10444 1185 0,'0'0'1038'15,"0"0"-896"-15,0 0 89 16,66-130-117-16,-26 110-81 16,8 13-19-16,3 7-14 15,-2 27-12-15,-2 40-185 16,-14 54-88-16,-12-13-246 15,-13 0-262-15</inkml:trace>
  <inkml:trace contextRef="#ctx0" brushRef="#br0" timeOffset="103706.26">6794 11081 842 0,'0'0'349'0,"0"0"-85"15,0 0-20-15,0 0-244 16,0 0-3-16,0 0-667 0</inkml:trace>
  <inkml:trace contextRef="#ctx0" brushRef="#br0" timeOffset="104270.43">8343 10374 798 0,'0'0'1425'0,"0"0"-1191"15,0 0-213-15,0 0-21 16,-120-7-24-16,73 53 24 15,5 17 110-15,6 9-31 16,12 4 44-16,11 0-85 16,13-4-36-16,0-12 43 0,23-12-45 15,16-11 0-15,9-15-1 16,6-13 12-16,8-9-28 16,3-4-54-16,0-22-105 15,-3-10 131-15,-6-6-120 16,-11-2-45-16,-12 2 69 15,-16 10 141-15,-12 11 101 16,-5 14 167-16,-13 7-151 16,-20 2-23-16,-7 24-49 15,-1 6 13-15,3 2-4 16,9-3-41-16,11-4 26 16,12-9-39-16,6-8-44 15,2-4 43-15,25-6-64 16,8 0-64-16,10-12-45 0,15-28-162 15,-8 2-195-15,-12 4-636 0</inkml:trace>
  <inkml:trace contextRef="#ctx0" brushRef="#br0" timeOffset="104612.43">8718 10728 1378 0,'0'0'586'0,"0"0"-391"16,0 0-10-16,-80 102-132 16,64-78-7-16,7-7 27 15,9-10-73-15,0-5 2 16,11-2-2-16,18 0-12 0,9-16-25 15,7-4-214 1,1-6-31-16,-1 1-13 0,-3 0-35 16,-6 6 330-16,-7 8 3 15,-11 8 326-15,-9 3-55 16,-9 9-105-16,0 15-76 16,0 1 23-16,-7 0-77 15,-4-4-5-15,4-9-28 16,7-5 29-16,0-5-38 15,2-2 3-15,23 0-38 16,6-2-14-16,4-10-140 16,6-2 26-16,-1 0 32 15,-2 1-20-15,-5 4 134 16,-6 6 5-16,-7 3 15 16,-9 0 28-16,-11 0-28 0,-11 0-77 15,-18 7-119 1,-6-2-1120-16</inkml:trace>
  <inkml:trace contextRef="#ctx0" brushRef="#br0" timeOffset="104788.43">8261 10325 2160 0,'0'0'373'0,"0"0"-275"16,126-58-1-16,-61 49-97 15,-3 9-6-15,-4 27-12 0,-4 57-49 16,-14-6-170 0,-20 2-752-16</inkml:trace>
  <inkml:trace contextRef="#ctx0" brushRef="#br0" timeOffset="104893.37">8533 11209 2227 0,'0'0'0'15,"0"0"-784"-15</inkml:trace>
  <inkml:trace contextRef="#ctx0" brushRef="#br0" timeOffset="105423.72">9995 10631 1590 0,'0'0'380'15,"0"0"-58"-15,0 0-104 16,0 0-130-16,0 0-19 15,0 0-68-15,0 0 27 16,-144 5 26-16,109 31-40 16,12 2 66-16,7-4-80 0,9-4 0 15,7-8 0-15,0-11 11 16,9-6-7-16,15-5-4 16,8 0-72-16,1-22 8 15,2-10-155-15,-3-11-61 16,-3-8-9-16,0-45-83 15,-5-11-121-15,-5 6-304 16,-6 9 797-16,-9 53 866 16,0 15-170-16,-2 8-155 15,-2 3-209-15,2 5-201 16,-2 8-64-16,0 3-67 16,0 26 0-16,0 18 38 15,0 15-16-15,0 10-14 16,0 2 13-16,-4 0-9 0,0-6-3 15,2-8-9-15,2-5-77 16,0-11 34-16,0-2-226 16,0-12-60-16,0-10-343 0</inkml:trace>
  <inkml:trace contextRef="#ctx0" brushRef="#br0" timeOffset="106107.16">9600 10557 1209 0,'0'0'1234'16,"0"0"-915"-16,0 0-318 16,0 0 5-16,0 0-12 15,137-62 12-15,-71 56 16 0,10 2-22 16,6 4 0-16,6 0-8 16,-4 0 8-16,-4 5 0 15,-10 7-8-15,-12-3 24 16,-16 4-18-16,-11 0 2 15,-15 3 0-15,-12 6-17 16,-4 4 17-16,0 4 0 16,-16 3 1-16,1-5 16 15,-1-5-12-15,8-3-5 16,5-8 0-16,3-5-37 16,0-3 35-16,11-2-17 15,10-2 13-15,1 0 4 16,0 0-16-16,-4 0 18 15,-5 0 0-15,-4-2 30 16,-4 0-12-16,-3 2-16 0,2 0-2 16,3 0 16-16,7 0-23 15,3-2 7-15,5-5-63 16,1 0 21-16,4-3-78 16,-3-5 35-16,-2 0 23 15,-4-1 19-15,-7 0 43 16,-2 5 0-16,-7 6 77 15,-2 3 122-15,0 2-153 16,0 4-46-16,0 24-2 16,-4 12 2-16,-5 14 0 15,-2 10 0-15,4 8 0 0,0 1-10 16,5-3 10 0,0-8 0-16,2-11 2 15,0-5 10-15,0-13 53 16,-4-5-65-16,-10-7 1 0,-3-7 13 15,-4-5-14-15,0-7-5 16,2-2 5-16,3 0 8 16,8 0 75-16,1-14-50 15,5-4-24-15,2-4-18 16,0-2 9-16,0-5-91 16,0-8-70-16,6-25-133 15,3 6-214-15,-1-2-967 0</inkml:trace>
  <inkml:trace contextRef="#ctx0" brushRef="#br0" timeOffset="106275.64">10726 9976 2239 0,'0'0'546'0,"0"0"-546"15,0 0-29-15,-27 116-13 16,-11-8 25-16,3 3 17 15,8 17-137-15,14-36-349 16,13-38-1080-16</inkml:trace>
  <inkml:trace contextRef="#ctx0" brushRef="#br0" timeOffset="106385.34">11074 10805 2063 0,'0'0'382'0,"0"0"-382"15,0 0-1159-15</inkml:trace>
  <inkml:trace contextRef="#ctx0" brushRef="#br0" timeOffset="111682.29">10570 10485 998 0,'0'0'386'15,"0"0"-281"-15,0 0-35 16,0 0 55-16,0 0-2 16,0 0 52-16,0 0-47 0,0 0-44 15,0 0 53-15,0 0-57 16,-2 0-11-16,2 0 2 16,0 0-34-16,0 0 27 15,0 0-64-15,0 0 9 16,0 17-13-16,-2 6 4 15,-3 5-10-15,1 2 9 16,-2-3-82-16,0-4-9 16,0-6-180-16,1-7-289 15,-1-8-525-15</inkml:trace>
  <inkml:trace contextRef="#ctx0" brushRef="#br0" timeOffset="111858.53">10651 10231 1388 0,'0'0'585'0,"0"0"-565"0,0 0-20 16,0 0-1-16,0 0 1 16,0 0-33-16,-23 148 33 15,-2-102-275-15,4-12-488 0</inkml:trace>
  <inkml:trace contextRef="#ctx0" brushRef="#br0" timeOffset="125593.37">14237 4331 916 0,'0'0'519'16,"0"0"-344"-16,0 0-98 15,0 0-7-15,0 0 95 16,0 0-91-16,0-1-12 15,0 1 22-15,0-2-17 16,0 2 38-16,0-3-21 16,0 1-16-16,0 2 90 15,0-2-79-15,0 2 3 0,0 0 2 16,0 0-44 0,0 0 45-16,0 0-85 15,0 0 21-15,-2 0 5 16,0 0-26-16,0 9-6 15,-1 12-3-15,1 11 18 0,-3 6 5 16,3 7-14-16,0-4 0 16,0 0-10-16,2-9 10 15,0-4-39-15,0-8-61 16,0-8-186-16,0-12 29 16,0 0-284-16,0-2-97 0</inkml:trace>
  <inkml:trace contextRef="#ctx0" brushRef="#br0" timeOffset="125991.47">14088 4441 1510 0,'0'0'570'15,"0"0"-415"-15,0 0-74 16,0 0-68-16,0 0 64 0,0 0-43 16,0 0-33-16,100 22 29 15,-67-14-30-15,-1 1-28 16,-4-4-24-16,-3-2-87 15,-5-3 5-15,-9 0-86 16,-7 0 30-16,-4 0 142 16,0 0 17-16,-10 0 31 15,-11 0 17-15,-2 0 47 16,-9 0 98-16,3 0-81 16,-2 5-27-16,4 4 3 0,5-4-56 15,3-1-1-15,7-4-37 16,-1 0-133-16,-1-5-68 15,-1-16-87-15,-2-5 189 16,5 1 136-16,0 0 111 16,5 5 200-1,5 8 54-15,2 6-58 0,0 6-49 16,4 0-203-16,19 8-54 16,8 16 26-16,7 10-27 15,26 14-55-15,-8-8-192 16,-4-10-535-16</inkml:trace>
  <inkml:trace contextRef="#ctx0" brushRef="#br0" timeOffset="126516.08">15109 4499 1388 0,'0'0'805'0,"0"0"-548"16,0 0-185-16,0 0-41 15,0 0 140-15,0 0-92 16,0 0-10-16,-91-90-11 0,91 60-58 16,17-4 0-1,8 5-39-15,6 0-19 16,4 9 22-16,1 8 32 15,0 6-20-15,-2 6 23 0,-5 0 2 16,0 0-10-16,-6 0 9 16,0 4 0-16,-1 0 0 15,-3-4 0-15,-4 0-8 16,-2 0 7-16,-8 0-92 16,-5-12 37-16,0-2-98 15,-5-2 11-15,-15 1 98 16,-4 4-23-16,-8 7 68 15,-3 4 8-15,-3 10 35 16,-5 21 78-16,6 16 4 16,5 10-70-16,12 2 105 0,11 0-128 15,9-5-5-15,3-8 16 16,21-8-42-16,12-11 56 16,6-6-57-1,5-13-54-15,2-8-4 0,2 0-132 16,-4-8-37-16,2-28-62 15,-11 2-244-15,-9 4 44 0</inkml:trace>
  <inkml:trace contextRef="#ctx0" brushRef="#br0" timeOffset="126813">15628 4389 1513 0,'0'0'584'0,"0"0"-442"15,0 0-122-15,0 0 87 16,0 0-11-16,-11 118-79 15,6-89 60-15,1-5-77 16,0-4 0-16,4-7-20 16,-3-5-50-16,1-8-183 15,0-3-119-15,2-15-503 0</inkml:trace>
  <inkml:trace contextRef="#ctx0" brushRef="#br0" timeOffset="127256.4">15691 4357 1818 0,'0'0'258'16,"0"0"-159"-16,0 0-18 16,17 126-26-16,-14-89 48 15,-3-5-60-15,0-9 63 16,0-6-106-16,0-5 0 16,2-8 9-16,3-4-9 15,-1 0-1-15,7-8-21 16,7-18-81-16,7-6-140 15,6-4 24-15,0 5 79 16,0 9 140-16,-2 12 29 0,-4 10 91 16,-8 3 22-16,-6 21-18 15,-6 5 60-15,-5 4-122 16,0 1-23-16,0-7 24 16,0-4-63-16,0-9 28 15,0-6-28-15,0-6-27 16,0-2 3-16,0 0-29 15,9-20-78-15,9-8-188 16,8-2-18-16,7 2 78 16,2 3 156-16,-2 9 103 15,-2 12 221-15,-6 4 24 16,-6 4-15-16,-1 17-72 16,-7 3-86-16,-2 0-10 15,-4-2-62-15,-5-5-61 16,0-5-6-16,-9-5-228 0,-11-7-494 15</inkml:trace>
  <inkml:trace contextRef="#ctx0" brushRef="#br0" timeOffset="127404.95">15791 4168 2018 0,'0'0'647'15,"0"0"-543"-15,0 0-38 16,0 0-66-16,129-54-38 15,-69 54 15-15,45 18-98 0,-13 7-163 16,-7-2-574-16</inkml:trace>
  <inkml:trace contextRef="#ctx0" brushRef="#br0" timeOffset="127881.57">17130 3979 1322 0,'0'0'665'15,"0"0"-387"-15,0 0-52 16,0 0-37-16,0 0-116 15,0 0 45-15,0 0-118 16,18 21 0-16,-18 36 48 16,0 10-32-16,0 6 1 0,-2 0-17 15,-2-8 22-15,2-7-17 16,2-10-5-16,0-8-48 16,0-10 15-16,0-9-145 15,0-7-27-15,0-14-90 16,-8 0-264-16,-7-7 67 0</inkml:trace>
  <inkml:trace contextRef="#ctx0" brushRef="#br0" timeOffset="128208.4">16874 4273 1375 0,'0'0'685'16,"0"0"-517"-16,0 0-38 16,0 0-64-16,0 0-65 15,129-62 7-15,-68 62-8 0,7 0 16 16,2 20 69-16,-1 8-40 15,-7 6-21-15,-10 3 46 16,-12-2-30 0,-11 0 0-16,-11-5-35 0,-7-9 17 15,-7-5 12-15,-2-5-34 16,-2-8 0-16,0-1-13 16,0-2 10-16,0 0 3 15,0 0-51-15,0-8-34 16,2-8-9-16,3-2-53 15,-3 4 118-15,1 7 29 16,-3 0 10-16,0 7 52 0,0 0-62 16,0 0 11-16,0 0-31 15,0 0 20-15,0 0-80 16,0 0-187 0,0 0-494-16</inkml:trace>
  <inkml:trace contextRef="#ctx0" brushRef="#br0" timeOffset="128486.09">17601 4211 1676 0,'0'0'251'16,"0"0"-198"-16,0 0 2 0,0 0 31 15,0 0 144-15,0 0-76 16,0 0-48-16,0-24-42 15,0 24-64-15,0 0 52 16,0 0-20-16,0 0-1 16,0 0 80-1,0 0-111-15,0 0 0 0,0 0 0 16,0 0-60-16,0 0-86 16,0 0-187-16,-2 5-419 15,2 10 206-15,0 3-54 0</inkml:trace>
  <inkml:trace contextRef="#ctx0" brushRef="#br0" timeOffset="129166.55">17601 4211 611 0,'-2'85'502'16,"2"-74"7"-16,0 1-221 0,6 2 10 16,7-2-154-1,3 0-58-15,3-4-6 0,4-5-52 16,6-3 73-16,3 0-92 16,3 0 6-16,-1-11-30 15,-2-9-6-15,-11 0-31 16,-5-1-4-16,-9 0-78 15,-7 3 70-15,0 6 21 16,-2 5 43-16,-17 7 37 16,0 0-26-16,-4 15 60 15,5 9 45-15,3 2-97 16,6 2 67-16,9-2-86 16,0-4 6-16,0-6 23 15,20-4-22-15,5-6-11 16,6-6 4-16,6 0-93 15,2-8 50-15,1-11-87 0,-3-4-10 16,-3 2 33 0,-10 2 76-16,-7 7 31 0,-9 6 177 15,-6 6-94-15,-2 0 34 16,0 8-93-16,0 12 37 16,-4 4 45-16,-5 0-81 15,2 0-7-15,5-8-18 16,2-3 16-16,0-10-49 15,0-1 33-15,14-2-76 16,9 0 56-16,10-9-116 16,2-9-71-16,3-1 16 0,-5 3 36 15,-2 6 155-15,-8 6 84 16,-10 4 46-16,-7 4 9 16,-6 17-43-16,0 3-17 15,0-1-21-15,-6 0-58 16,-3-7 60-16,5-5-60 15,0-7 0-15,4-1 18 16,0-3-18-16,0 0 0 16,0-11-49-16,10-9-194 15,13-4 97-15,4 0 20 16,6 0 20-16,0 6 65 16,-1 6 41-16,-6 10 183 15,1 2 7-15,-5 0-98 0,-2 11 13 16,-4 7-105-1,-5 1-23-15,-7 1-7 0,-4-2-83 16,-12 0-52-16,-15-4-144 16,-7-8-589-16</inkml:trace>
  <inkml:trace contextRef="#ctx0" brushRef="#br0" timeOffset="129341.96">17772 4025 1759 0,'0'0'656'0,"0"0"-552"16,0 0-55-16,0 0 45 15,118-81-94-15,-81 81-15 16,0 26-20-16,-5 63-159 0,-10-6-153 16,-11 1-629-16</inkml:trace>
  <inkml:trace contextRef="#ctx0" brushRef="#br0" timeOffset="129432.96">17958 4766 1560 0,'0'0'483'0,"0"0"-380"16,0 0-103-16,0 0-26 15,0 0-632-15</inkml:trace>
  <inkml:trace contextRef="#ctx0" brushRef="#br0" timeOffset="130405.93">19609 3999 1129 0,'0'0'1199'15,"0"0"-1079"1,0 0-120-16,0 0-73 0,0 0 73 15,0 0 0-15,-145 84 83 16,95-21 45-16,2 8-53 16,9 1-25-16,10-2 7 15,10-6-55-15,17-9 62 16,2-12-64-16,7-9 0 16,22-15 15-16,8-11-15 15,13-8-27-15,6-4-39 16,6-24-81-16,5-11 78 15,-3-6-59-15,-8-4-95 16,-11 6 98-16,-16 6 125 0,-14 17 113 16,-15 12 146-16,0 8-182 15,-15 4 5-15,-12 22-71 16,-6 6 21-16,2 2 64 16,6 0-65-16,7-7-10 15,7-8-21-15,11-7-16 16,0-5 2-16,2-7-65 15,23 0 14-15,4-2 23 16,4-19-117-16,1-4-84 16,-3-1 36-16,-6 1 48 15,-10 8 159-15,-7 8 182 16,-8 9 0-16,0 0-67 0,0 19-38 16,-6 4 54-16,-1 4-78 15,1-5-52-15,6-7 63 16,0-4-58-16,2-8-6 15,21-3 66-15,6 0-66 16,8-10-23-16,5-8-72 16,1-4-34-16,1 3 87 15,-6 1-64-15,-9 6 83 16,-6 5 23-16,-11 7 39 16,-6 0 53-16,-6 16-26 15,0 9-46-15,0-1 81 16,-2-2-101-16,-6-9 0 15,6-4 6-15,2-7 5 16,0-2 18-16,0 0-29 16,18-5-55-16,7-11-11 0,8-4-123 15,3 0 39-15,4 0 66 16,-3 4-5-16,0 9 82 16,-8 2 7-16,-6 5 57 15,-4 0 77-15,-9 17-92 16,-2 3-42-16,-8 1-2 15,0 1-78-15,-16-1-25 16,-7-8-126-16,-4-5-386 0</inkml:trace>
  <inkml:trace contextRef="#ctx0" brushRef="#br0" timeOffset="130582.31">19755 4207 1706 0,'0'0'610'16,"0"0"-499"-16,0 0 18 16,120-78-63-16,-80 63-26 15,-3 11-40-15,8 8-34 16,-9 23-192-16,-13 5-623 0</inkml:trace>
  <inkml:trace contextRef="#ctx0" brushRef="#br0" timeOffset="130683.3">19826 4941 1568 0,'0'0'972'0,"0"0"-972"15,0 0-1257-15</inkml:trace>
  <inkml:trace contextRef="#ctx0" brushRef="#br0" timeOffset="131451.94">21163 4168 1669 0,'0'0'560'0,"0"0"-447"16,0 0-113-16,0 0 0 16,0 0 43-16,0 0-2 15,-23 143 94-15,13-97-114 0,3-5-20 16,1-9 22-16,0-9-22 16,6-9 20-16,0-7-21 15,0-7 0-15,0 0 15 16,0-3-15-16,10-20-18 15,5-8-65-15,5-7 4 16,1 1 38-16,-2 6 13 16,-3 7 28-16,-1 10 132 15,-1 11-114-15,-1 3-18 16,3 0 26-16,4 0-14 0,7 9 21 16,6-1-33-1,6-4 1-15,0-4-32 16,1 0 8-16,-4-2-72 15,-7-14 8-15,-11-4-46 0,-7-4 16 16,-7 0-5-16,-4 1 122 16,0 5 85-1,0 8 97-15,0 10-12 0,-6 0-99 16,-9 26-54-16,-2 20-1 16,-5 37 21-16,5 1 5 15,1 11 89-15,5 1-95 16,4-16-2-16,1 6 8 15,1-10-41-15,-2-13 38 16,1-13-39-16,-1-13 0 16,1-13-18-16,3-7 18 0,3-14-94 15,0-10-37-15,5-18-52 16,8-9-320-16</inkml:trace>
  <inkml:trace contextRef="#ctx0" brushRef="#br0" timeOffset="132315.7">21943 4189 2082 0,'0'0'355'0,"0"0"-355"16,0 0 0-16,0 0 16 15,0 0 75-15,0 0 34 16,-136 128-9-16,107-90-115 15,7 0 60-15,6-8-61 0,10-10 0 16,4-7-6-16,2-8 6 16,0-5-8-16,4 0 2 15,14-2-59-15,4-20 57 16,5-10-187-16,0-10-93 16,-1-4 49-16,-5 2-90 15,-6 12 329-15,-7 16 31 16,-8 16 120-16,0 1-16 15,0 28 93-15,-8 9-91 16,-3 4-12-16,5 0-75 16,0-3-8-16,4-9-42 15,2-6 27-15,0-11 14 16,8-4-41-16,7-9-24 0,5 0 23 16,3-4-63-16,5-18-88 15,1-9-129-15,2-4-84 16,0 0 109-16,-4 3 122 15,-4 10 134-15,-10 12 250 16,-6 10 3-16,-7 0-30 16,0 16-20-16,0 9-93 15,-7 4 30-15,-4-2-113 16,2-5-27-16,3-8 32 16,3-7-31-16,0-2 7 15,3-5-8-15,0 0 20 16,0 0-52-16,0-16-18 15,14-7-137-15,-1-1 61 16,3 0 50-16,-3 4 76 0,-1 6 15 16,-6 8 81-16,3 4 57 15,3 2-125-15,3 0 14 16,10 11 37-16,8 3-42 16,9-2 25-16,7-5-62 15,5-5 17-15,2-2-47 16,-3 0 30-16,-8-16-71 15,-12-6 17-15,-12-2-44 16,-11-4 50-16,-10 0 17 16,0 1 31-16,0 8 147 15,-4 7-75-15,-5 5 13 0,-2 7-30 16,-2 7-45 0,-8 24-2-16,-1 18-1 0,0 19 3 15,2 10 94-15,4 11-104 16,3-1 9-16,4-4 22 15,-1-6-31-15,2-7 32 16,-1-13-32-16,3-9-5 16,-2-12-28-16,6-19-132 15,2-10-167-15,0-8-599 0</inkml:trace>
  <inkml:trace contextRef="#ctx0" brushRef="#br0" timeOffset="132445.04">22942 4409 841 0,'0'0'2077'0,"0"0"-2077"15,0 0-510-15,0 0-1228 0</inkml:trace>
  <inkml:trace contextRef="#ctx0" brushRef="#br0" timeOffset="135504.28">14621 5981 988 0,'0'0'860'0,"0"0"-538"16,0 0-128-16,0 0-28 0,0 0 4 15,0 0 57 1,0 0-145-16,-23 2-18 0,25-2 7 15,19-13-58-15,10-13 8 16,9-9-21-16,4-9-66 16,3-8 59-16,-3-4-60 15,-3-4 8-15,-5-5 8 16,-12 6-35-16,-6 2 39 16,-9 13-5-16,-7 14 52 15,-2 14 96-15,0 11-84 16,-2 5-12-16,-16 17-9 15,-7 27 9-15,-4 16 2 16,0 15 13-16,6 5-6 16,4-4 50-16,9-7-59 0,7-16 0 15,3-11-6 1,3-13 23-16,16-12-34 0,8-8-13 16,4-9-74-16,2 0 62 15,3-18-110-15,-5-10-51 16,-4-11-63-16,-2-1 38 15,-5-2 146-15,-7 6 82 16,-1 10 19-16,-8 12 260 16,-2 12-101-16,-2 2-95 15,0 10-44-15,0 17 32 16,-4 8 42-16,-6 5-95 16,4-2 0-16,1-1-24 15,5-10 6-15,0-9-95 16,5-12-101-16,13-6-326 15,-1 0-358-15</inkml:trace>
  <inkml:trace contextRef="#ctx0" brushRef="#br0" timeOffset="135908.12">15323 5787 836 0,'0'0'1304'0,"0"0"-1146"15,0 0-109-15,0 0-12 16,-4 118-21-16,-6-88 113 15,4-6-23-15,1-8-70 16,3-6 20-16,2-5-56 16,0-5 0-16,0 0-14 0,2-2-68 15,19-19 80-15,2-5-151 16,12-2-29 0,2 4 99-16,-1 6 67 15,-5 10 16-15,-4 8 86 0,-12 2-15 16,-5 22 92-16,-10 4-92 15,0 1-22-15,0-4 21 16,0-4-50-16,-8-9-8 16,6-7-12-16,2-5 0 15,0 0-27-15,16-12-42 16,13-10-123-16,13-4 71 16,7 0 7-16,5 3-27 0,-1 4 87 15,-6 9 54-15,-5 8 105 16,-9 2 3-16,-8 10-71 15,-13 18-37-15,-12 24-14 16,-23-5-139-16,-6-7-374 0</inkml:trace>
  <inkml:trace contextRef="#ctx0" brushRef="#br0" timeOffset="136404.31">14763 6282 2004 0,'0'0'211'0,"0"0"-211"0,0 0-39 15,0 0 39-15,0 0 34 16,120-28 83-16,-101 58-46 16,-11 12 54-16,-6 13-101 15,-2 3 8-15,0 0 32 16,-15-6-25-16,-1-11 19 16,3-7-58-16,7-15 8 15,0-7 19-15,6-10-27 16,0-2-2-16,0-7-26 0,12-22-75 15,8-14-68-15,2-8-40 16,3-7-156-16,-5 3 41 16,-3 13 319-16,-5 15 7 15,-10 16 381-15,-2 11-112 16,0 4-128-16,0 25-64 16,-9 7-15-16,2 3 63 15,5 0-80-15,2-5-26 16,0-6-19-16,14-8-34 15,6-5-42-15,20-15-131 16,-6 0-289-16,-3 0-272 0</inkml:trace>
  <inkml:trace contextRef="#ctx0" brushRef="#br0" timeOffset="136580.54">15157 6425 172 0,'0'0'2057'0,"0"0"-1564"16,0 0-474-16,0 0 14 15,0 0-33-15,0 0 0 16,0 0-6-16,125 0 6 16,-86 0 0-16,1 0-78 15,-5 0-185-15,1-4-101 16,-12-8-259-16,-10-1-644 0</inkml:trace>
  <inkml:trace contextRef="#ctx0" brushRef="#br0" timeOffset="136745.04">15483 6326 1795 0,'0'0'533'0,"0"0"-426"16,0 0-85-16,0 0 41 16,0 0 26-16,58 111-71 15,-58-74 83-15,0 4-86 16,-6-1-6-16,-17 0-18 16,-6-4-7-16,0-5-124 15,7-11-89-15,6-8-338 16,10-9-1081-16</inkml:trace>
  <inkml:trace contextRef="#ctx0" brushRef="#br0" timeOffset="137889.81">16409 5842 1733 0,'0'0'698'0,"0"0"-476"16,0 0 2-16,0 0-138 16,0 0-35-16,0 0-28 15,0 0-3-15,160-87-40 16,-108 56-3-16,-4-1-61 16,-3-3 53-16,-9-2-96 0,-10-2 49 15,-8 0 50-15,-9 1 22 16,-6 4 6-16,-3 8 11 15,0 8 7-15,0 6 87 16,0 12-69-16,-8 0-28 16,-1 22-8-16,-1 36 1 15,-2 8 25-15,3 19-5 16,3 5-8-16,1-9 39 16,1 3-46-16,-1-9 2 15,1-11-8-15,-3-9 15 16,-2-11 0-16,-2-11-15 15,-4-8 0-15,-6-7-12 16,-4-6 12-16,-6-9-38 16,-2-3 2-16,2 0 1 15,6-13 23-15,14-12 12 16,9-7 0-16,2-2 12 0,21 1-11 16,16-6 5-16,13 3-6 15,7-3-87-15,5-2-64 16,1-1-186-16,10-22-58 15,-14 12-187-15,-13 2-258 0</inkml:trace>
  <inkml:trace contextRef="#ctx0" brushRef="#br0" timeOffset="138423.78">17074 5525 1335 0,'0'0'548'16,"0"0"-261"-16,0 0-99 16,0 0-87-16,0 0-42 15,0 0 16-15,-33 143 114 0,11-73-140 16,2 3-13-1,4-5 10-15,5-10-44 0,9-12 14 16,2-9-16-16,0-11 6 16,0-12-40-16,9-7 22 15,2-7-88-15,2 0 3 16,3-14-37-16,0-15-143 16,0-16-93-16,-1-5-141 15,5-4 113-15,1 7 398 16,-2 10 59-16,1 13 252 15,-7 15-24-15,-3 9-33 16,-4 3-21-16,-1 23-69 16,-1 8 33-16,-4 8-106 0,0 7 15 15,0-3-12-15,0-2-52 16,0-7 20 0,0-6-62-16,0-7 11 15,0-10 1-15,0-9-12 0,0-2-7 16,0-3 6-16,4 0-41 15,3-12 41-15,2-18-78 16,0-10-147-16,0-11 175 16,2-3-88-16,-2 6 139 15,-3 9 19-15,-1 14 101 16,-3 15 46-16,-2 10-90 16,0 0-63-16,0 21 60 0,0 8-59 15,0 5 14 1,3 2-7-16,12-5-8 15,8-6 2-15,6-9-15 0,11-8-43 16,5-8 43-16,17-5-222 16,-11-18-107-16,-8-5-404 0</inkml:trace>
  <inkml:trace contextRef="#ctx0" brushRef="#br0" timeOffset="138575.96">17799 5557 2169 0,'0'0'345'0,"0"0"-284"16,33 118 6-16,-25-55-67 16,-8 2 0-16,-2 3-12 15,-27 5-6-15,-39 24-6 0,6-14-185 16,1-13-488-16</inkml:trace>
  <inkml:trace contextRef="#ctx0" brushRef="#br0" timeOffset="140068.26">15735 6505 662 0,'0'0'828'16,"0"0"-494"-16,0 0-183 15,0 0 50-15,0 0 65 16,0 0-13-16,0 0-68 16,-17 0-53-16,17 0-88 15,0 0 87-15,0 0-110 16,8 0-15-16,10 0 12 15,9 0-18-15,7 0-2 16,1-5-58-16,1 2-70 16,-3-4 57-16,-4 3-233 15,4-3-79-15,-6-1-157 16,-6-1-320-16</inkml:trace>
  <inkml:trace contextRef="#ctx0" brushRef="#br0" timeOffset="140556.44">16058 6365 147 0,'0'0'1343'16,"0"0"-956"-16,0 0-104 15,0 0-43-15,0 0-141 16,0 0-37-16,0 0-62 16,0-7 18-16,0 28 5 15,-6 4 26-15,2 6-15 16,1-1 8-16,0 0-42 15,3-5 36-15,0-2-30 16,0-5 10-16,0-4 46 16,0-4-62-16,8-3 0 15,2 0 30-15,1-5-24 0,8-2 12 16,-1 0-18-16,3-2 0 16,6-14-22-16,0-6 22 15,4-5-23-15,3 0 22 16,-3-1 0-16,2 6-15 15,-2 6 14-15,-2 7 2 16,0 9-30-16,-4 0 30 16,-5 0 0-16,-4 13-10 15,-7 3 22-15,-5-3 13 16,-4 1-25-16,0 1 15 16,-13-3 37-16,-14-2-52 15,-11-6 0-15,-4-4 12 16,-5 0 0-16,3-9 0 15,-1-8-12-15,9-3-13 0,5-2-16 16,10 2-80-16,15 0-90 16,6 6-151-16,0 6-461 0</inkml:trace>
  <inkml:trace contextRef="#ctx0" brushRef="#br0" timeOffset="141157.96">18475 6029 977 0,'0'0'637'15,"0"0"-357"-15,0 0-8 0,0 0-62 16,0 0 41 0,0 0-33-16,0 0-115 0,22-5 48 15,11 5-151-15,10 0 4 16,3 0-19-16,-1 0-35 15,-9 0-79-15,-11 10-153 16,-12-1-264-16,-11 1-133 0</inkml:trace>
  <inkml:trace contextRef="#ctx0" brushRef="#br0" timeOffset="141279.47">18511 6171 1005 0,'0'0'1162'15,"0"0"-865"-15,0 0-225 16,0 0-28-16,0 0-43 0,139 20-1 15,-31-20-84 1,-12-3-210-16,-9-11-292 0</inkml:trace>
  <inkml:trace contextRef="#ctx0" brushRef="#br0" timeOffset="141901.79">19228 6302 2438 0,'0'0'505'15,"0"0"-505"-15,0 0-66 16,0 0-307-16,130-111 169 16,-80 52 159-16,2-3 45 15,-3-4 71-15,-4-3-71 16,-6 1-10-16,-4 0 1 16,-12 0-63-16,-9 5 72 15,-7 8 77-15,-7 13 78 16,0 13 94-16,0 17-136 15,-5 12-104-15,-13 7 35 0,-3 30-44 16,-4 18 0-16,-2 16 62 16,5 8-35-16,4 5 34 15,9-6-61-15,9-8 18 16,0-9-5-16,4-15-13 16,19-12 0-16,3-12-9 15,8-12 14-15,1-10-26 16,8 0-10-16,-3-22-90 15,2-15-21-15,-3-6-73 16,-4-5 62-16,-8-1 51 16,-8 13 102-16,-9 10 113 15,-6 16 78-15,-4 10-94 16,0 0-30-16,-2 21-47 0,-14 8-20 16,3 10 15-16,-1-2 5 15,6-1-40-15,3-10-9 16,5-5-144-16,0-11-5 15,17-10-126-15,6 0-75 16,0-14-342-16</inkml:trace>
  <inkml:trace contextRef="#ctx0" brushRef="#br0" timeOffset="142320.74">20051 5947 1166 0,'0'0'1066'0,"0"0"-866"15,0 0-114-15,0 0-86 16,0 0 6-16,-7 132 49 15,-2-95 41-15,3-8-22 0,-1-3-51 16,2-13 5-16,5-3 2 16,0-8-30-16,0-2 0 15,5 0-17 1,17-14 17-16,11-12-122 0,10-6 28 16,3-2-57-16,2 1 99 15,-6 10 1-15,-9 13 51 16,-8 10 33-16,-14 1 47 15,-8 27 11-15,-3 6 26 16,-3 3-87-16,-11-5 73 16,2-6-90-16,2-8-4 15,6-10 12-15,4-6-20 16,0-2 5-16,24-7-6 16,14-18-151-16,14-5-5 15,10-8-57-15,2 0-45 0,3 4 169 16,-7 5 89-16,-8 13 77 15,-12 8 190-15,-11 8-155 16,-13 8-11-16,-12 23-101 16,-4 9-30-16,-18 7 2 15,-40 24-63-15,5-13-190 16,1-10-504-16</inkml:trace>
  <inkml:trace contextRef="#ctx0" brushRef="#br0" timeOffset="143011.81">19418 6684 1337 0,'0'0'605'16,"0"0"-394"-16,0 0-10 15,0 0-57-15,0 0 26 16,0 0 59-16,0 0-187 16,-10-35-33-16,31 29-18 15,-1 6 17-15,-5 0-26 16,-1 12 16-16,-7 18 2 15,-7 13 29-15,0 7-28 16,-11 1 18-16,-12 2 4 16,3-7-13-16,5-10 2 15,3-10-12-15,6-10 0 16,3-8-1-16,3-6 1 16,0-2-15-16,7-8 4 0,15-22-58 15,5-12-123-15,2-8 17 16,0-4-46-16,-5 6 79 15,-6 11 142-15,-9 15 40 16,-9 14 159-16,0 8-124 16,0 4-18-16,-13 22-17 15,-3 9 36-15,5 3 55 16,7 2-75-16,4-2-19 16,0-2-28-16,4-8-9 15,17-6 0-15,0-7-116 0,6-8-105 16,12-7-21-16,-10-4-435 15,-6-14-714-15</inkml:trace>
  <inkml:trace contextRef="#ctx0" brushRef="#br0" timeOffset="143173.44">19685 6846 1669 0,'0'0'944'16,"0"0"-761"-16,0 0-83 15,0 0-100-15,0 0 7 16,0 0-10-16,143-21 3 15,-87 18 0-15,-1-4-67 16,-1 4-205-16,4-7-63 16,-14-1-290-16,-12 4-43 0</inkml:trace>
  <inkml:trace contextRef="#ctx0" brushRef="#br0" timeOffset="143349.51">20147 6702 1069 0,'0'0'929'0,"0"0"-546"16,0 0-272-16,0 0-78 15,0 0-5-15,0 0-13 16,0 0 119-16,46 113-102 16,-46-76-31-16,0-1 42 15,-13 3-43-15,-9-8-7 16,-3-3-53-16,2-8-88 16,13-8 41-16,5-6-237 15,5-6-490-15</inkml:trace>
  <inkml:trace contextRef="#ctx0" brushRef="#br0" timeOffset="143546.81">20367 6844 1640 0,'0'0'909'0,"0"0"-614"16,0 0-277-16,0 0-8 15,0 0-10-15,0 0 22 16,0 0 8-16,136-7-30 15,-95 7-33-15,-4-1-87 16,-1-6-183-16,1-5-246 16,-10 0-11-16,-6-2-57 0</inkml:trace>
  <inkml:trace contextRef="#ctx0" brushRef="#br0" timeOffset="143950.29">20739 6705 400 0,'0'0'1142'0,"0"0"-563"15,0 0-366-15,0 0-109 16,0 0-104-16,0 0 28 15,0 0 31-15,-58 91 25 16,41-51-14-16,5 2-12 16,4-2-42-16,6-8 18 15,2-6-34-15,0-8 15 16,0-6 51-16,6-7-58 16,10-5-8-16,3 0 18 15,8-7-18-15,7-15-22 16,4-7-65-16,4-8-37 0,8-1 109 15,-2 0-23 1,4 5 14-16,-6 10 18 0,-3 10 12 16,-5 9 35-1,-5 4-14-15,-6 8-18 0,-5 13 103 16,-4 0-105-16,-9 2 5 16,-7-3 32-16,-2-5-11 15,-2 0 49-15,-25-7-36 16,-12-2-45-16,-15-6 69 15,-9 0-70-15,-1-4 0 16,-4-10-10-16,6-2 7 16,9 0-31-16,8 2-105 15,14 2-137-15,20 1-38 0,11 6-208 16,0 0-470-16</inkml:trace>
  <inkml:trace contextRef="#ctx0" brushRef="#br0" timeOffset="145120.47">21836 5476 876 0,'0'0'738'0,"0"0"-448"15,0 0-101 1,0 0-9-16,0 0 19 0,0 0-53 16,0 0-18-16,-46-72-61 15,46 54-52-15,0-2 27 16,4-2-42-16,11 3-15 16,3 8 3-16,3 4 4 15,-6 7-5-15,-1 9-2 16,-8 26 15-16,-6 16 7 15,0 14-6-15,-20 5-1 16,-13 1 45-16,-5-8-45 0,2-10 24 16,3-14-24-1,8-13 24-15,9-10-14 0,8-8-10 16,5-4 0-16,3-4-1 16,0 0 1-16,19-10-15 15,9-13-45-15,8-3-138 16,0 1 180-16,-3 7-16 15,-6 7 34-15,-5 11 9 16,-9 3-8-16,-6 23 33 16,-7 8 7-16,0 4-32 15,-9 4 88-15,-9-3-97 16,1-8 0-16,3-7-1 16,5-6-6-16,5-10-89 15,4-8-65-15,0 0-122 0,11-20 36 16,7-4-522-16</inkml:trace>
  <inkml:trace contextRef="#ctx0" brushRef="#br0" timeOffset="145458.47">22064 5554 1455 0,'0'0'730'16,"0"0"-562"-16,0 0-132 16,0 0 26-16,19 123-6 15,-23-71 46-15,-13 0 96 16,-2-5-143-16,7-8-37 15,0-9 10-15,7-7-26 16,5-14 10-16,0-4-12 0,0-5-21 16,10 0-19-1,12-22 25-15,4-9-187 16,1-11-27-16,0-8-72 16,-4-1 103-16,-6 4 47 0,-5 10 151 15,-8 15 287-15,-4 17-35 16,0 5-121-16,0 15-44 15,-6 20 56-15,-2 3-13 16,4 2-109-16,4 1-8 16,0-9 25-16,8-3-38 15,15-9-41-15,6-8-53 16,25-12-144-16,-8 0-281 16,-1-10-606-16</inkml:trace>
  <inkml:trace contextRef="#ctx0" brushRef="#br0" timeOffset="145633.56">22565 5680 1741 0,'0'0'676'0,"0"0"-560"15,0 0-91-15,0 0-13 16,0 0 63-16,0 0 26 16,116-14-58-16,-78 12 5 15,7 1-48-15,-1-1-107 16,10-6-103-16,-11 1-351 15,-10 0-298-15</inkml:trace>
  <inkml:trace contextRef="#ctx0" brushRef="#br0" timeOffset="146007.46">23158 5380 1553 0,'0'0'488'15,"0"0"-283"-15,0 0-85 0,0 0-110 16,0 0 149-16,-37 106-8 16,16-58-53-16,1 1-31 15,5-10-65-15,3-7 39 16,8-9-41-16,2-13 0 16,2-5 8-16,0-5-8 15,9 0-28-15,13 0 28 16,7-12-53-16,2-4-41 15,0 2 15-15,-4 3 54 0,-2 6 13 16,-10 5 24-16,-1 0-5 16,-8 16 83-16,-4 9-68 15,-2 3 68-15,0 2-89 16,0-5 13-16,0-1 7 16,-10-5-21-16,-4-4-27 15,1-6-33-15,-6-6-113 16,-14-3 50-16,6-9-227 15,-2-11-479-15</inkml:trace>
  <inkml:trace contextRef="#ctx0" brushRef="#br0" timeOffset="146166.76">23192 5291 1043 0,'0'0'1184'16,"0"0"-980"-1,0 0-110-15,153-62-59 0,-105 53 58 16,-4 2-63-16,1 5-20 15,-5 2-3-15,-5 0-7 16,-4 22-206-16,-10 2-259 16,-13 1-368-16</inkml:trace>
  <inkml:trace contextRef="#ctx0" brushRef="#br0" timeOffset="146742.94">21618 6234 1147 0,'0'0'666'0,"0"0"-439"15,0 0-4-15,0 0-29 16,0 0 26-16,0 0-63 16,0 0-103-16,103 0 28 15,-32 0-82-15,29 0 0 16,36 0 21-16,31 6-8 15,14 4 41-15,-5-2-54 16,-14-2 10-16,-23-4 11 16,-25-2-21-16,-25 0 0 0,-24 0-4 15,-17 0 19-15,2 0-9 16,-4 0-6-16,-8 0-33 16,-18 0 10-16,-18 0-59 15,-17 0-119-15,-21 0-35 16,-7 0-510-16</inkml:trace>
  <inkml:trace contextRef="#ctx0" brushRef="#br0" timeOffset="147367.31">21794 6555 1884 0,'0'0'495'16,"0"0"-443"-16,0 0-50 15,0 0 15-15,0 0 4 16,0 0 42-16,0 0-19 15,33 88 96-15,-33-46-108 16,-13 2-17-16,-1-3 31 16,2-8-45-16,2-8 37 15,6-11-38-15,4-7 0 16,0-7-10-16,0 0 10 16,14-5-29-16,5-22-29 15,8-6-82-15,0-11-40 0,-3-2-117 16,-1 1 80-1,-6 11 217-15,-5 11 73 16,-10 14 186-16,-2 9-78 16,0 2-152-16,-2 24 44 0,-10 6 39 15,6 7-91-15,4-1 34 16,2-2-55-16,2-6-8 16,22-6-63-16,10-6-68 15,20-14-92-15,-8-4-309 16,-3 0-425-16</inkml:trace>
  <inkml:trace contextRef="#ctx0" brushRef="#br0" timeOffset="147528">22228 6729 633 0,'0'0'1852'0,"0"0"-1471"16,0 0-326-16,0 0-20 15,0 0-35-15,0 0 0 16,150-5-27-16,-99 1 27 15,23 1-190-15,-16 1-171 16,-11 2-592-16</inkml:trace>
  <inkml:trace contextRef="#ctx0" brushRef="#br0" timeOffset="148045.57">22909 6708 1355 0,'0'0'686'0,"0"0"-531"16,0 0-34-16,0 0-74 15,0 0 32-15,0 0 68 16,0 0-40-16,0 0-69 15,0 0-38-15,0 0 19 16,0 0-43-16,0 0 24 0,0 0-44 16,0 0 44-1,0 0-14-15,0 0 14 0,0 0 0 16,0 0 15-16,0 0 19 16,0-6-34-16,2-2 0 15,7 1 5-15,1 2-5 16,4 2-2-16,4 3 1 15,0 0-5-15,0 5-23 16,-5 14 29-16,-6 7 0 16,-7 6 8-16,0 7 34 15,-25 3 25-15,-9-4-14 16,3-2-37-16,2-8 96 16,12-7-82-16,5-8-28 15,12-7 32-15,0-2-33 16,18-4 14-16,20 0-15 0,16 0-9 15,10-12-7 1,7-6-115-16,33-10-165 0,-22 5-89 16,-13 2-355-16</inkml:trace>
  <inkml:trace contextRef="#ctx0" brushRef="#br0" timeOffset="148622">23833 6214 836 0,'0'0'1021'16,"0"0"-688"-16,0 0-128 16,0 0-8-16,0 0-13 15,0 0 43-15,0 0-138 16,34 0-32-16,-5 2-24 16,4-1-21-16,1 2-24 15,-3-1-18-15,-2 5-155 0,-11-2-126 16,-9 1-484-16</inkml:trace>
  <inkml:trace contextRef="#ctx0" brushRef="#br0" timeOffset="148746.57">23867 6428 1662 0,'0'0'1073'0,"0"0"-894"16,0 0-141-16,0 0-38 15,168 2-90-15,-91-11-8 16,-13-3-124-16,-10-2-395 0</inkml:trace>
  <inkml:trace contextRef="#ctx0" brushRef="#br0" timeOffset="170340.61">24957 6097 1008 0,'0'0'690'16,"0"0"-664"-16,0 0-26 0,0 0-57 16,-19-3 57-1,13-1 101-15,4 0-14 0,0 0 23 16,0 0-110-16,0-2 11 16,2 0 106-16,0-3-94 15,0 0 29-15,0-3 16 16,0-4-68-16,2 2 37 15,4 0-37-15,4 1 0 16,-4 5 29-16,-3 4-17 16,-1 3-12-16,-2-2 47 15,0 3-47-15,0 0 82 16,0 0-79-16,0 0 18 16,0 0 53-16,0 3-74 15,-7 9 0-15,-7 7 42 0,-5 4-41 16,-2 3 83-1,-1 0-84-15,5-6 1 0,3-2 45 16,5-8-46-16,5-5 0 16,4-2 3-16,0-1 12 15,6-2-7-15,17 2-8 16,6 2 0-16,6 2-6 16,-1 2 6-16,-3 6 0 15,-6 6-6-15,-8 6 18 16,-8 4 28-16,-9 5-40 15,0 6 25-15,-26-1 59 16,-12 0-84-16,-5-1 0 16,1-9 25-16,1-7-7 0,10-8-19 15,12-10 1 1,7-5-130-16,12-11 97 0,7-17-247 16,11-2-532-16</inkml:trace>
  <inkml:trace contextRef="#ctx0" brushRef="#br0" timeOffset="171021.63">24723 5941 1179 0,'0'0'705'16,"0"0"-651"-16,0 0-40 15,0 0 12-15,0 0-4 16,0 0 191-16,0 0-120 15,-42-67-66-15,42 50 115 16,2-3-142-16,14 2 23 0,3 0 28 16,4 4-50-16,-1 4 86 15,0 8-87-15,1 2 16 16,-5 4-16-16,-7 22 18 16,-5 8-18-16,-6 10 54 15,0 2-53-15,-15 4 37 16,-10-1-38-16,-2-3-100 15,-6 0 61-15,8-14-320 16,6-13-589-16</inkml:trace>
  <inkml:trace contextRef="#ctx0" brushRef="#br0" timeOffset="172035.41">24728 5861 1335 0,'0'0'548'0,"0"0"-493"16,0 0-14-16,0 0 25 15,0 0-26-15,0 0 162 16,0 0-140-16,-45-65-49 15,43 56 51-15,2 1-46 16,0 2 31-16,0-2 21 0,0 0-58 16,2 0 117-16,16-3-129 15,1 6 0-15,6-2-20 16,0 7 20-16,-3 0 0 16,-2 5-6-16,-4 14 13 15,-7 10-1-15,-7 5-6 16,-2 7 0-16,-2 0 16 15,-21 3-2-15,-6 0-10 16,-2-3-4-16,-3-3 36 16,3-8-12-16,4-6-24 15,4-8 0-15,7-3-3 16,3-6 12-16,8-5-9 16,2 0 0-16,3-2 33 15,0 0 10-15,8-4-43 0,13-15-13 16,6-4-23-1,4-1 21-15,0 2 15 0,1 8-12 16,-3 10 27-16,-2 4-36 16,-5 0 21-16,-1 21 0 15,-9 6 16-15,-3 7-7 16,-7 0-9-16,-2 4 3 16,0 0 29-16,-13-1-4 15,-9-2-28-15,-5-4 0 16,0-5-7-16,-1-7 7 15,3-5-53-15,3-1-39 16,3-10-133-16,9-1-151 0,3-2-899 16</inkml:trace>
  <inkml:trace contextRef="#ctx0" brushRef="#br0" timeOffset="172607.49">24951 6180 1064 0,'0'0'981'0,"0"0"-787"16,0 0-192-16,0 0 33 15,0 0-35-15,0 0 21 16,0 0-15-16,0 66 155 16,0-24-160-16,-7 4 0 15,-13 1 43-15,-9-3-33 16,-5-4 7-16,-1-5-18 0,-3-4-112 16,-11-9 37-1,11-9-417-15,5-6-1013 0</inkml:trace>
  <inkml:trace contextRef="#ctx0" brushRef="#br0" timeOffset="181384.84">14351 8242 1145 0,'0'0'361'0,"0"0"-110"16,0 0 10 0,0 0-73-16,0 0 111 0,0 0-95 15,-31 1-101-15,31-1 73 16,0 0-155-16,0 0 11 16,0 0-9-16,0 0 15 15,6 0 40-15,17-12-78 16,10-16 0-16,11-10 9 15,10-12-9-15,4-7 0 16,-2-7-15-16,-5-2-8 16,-4 3-28-16,-9-4 48 15,-5 5-45-15,-8 4-2 0,-9 5 33 16,-8 11 17 0,-6 12-16-16,-2 10 35 15,0 11 19-15,0 6-38 16,-2 3 0-16,-16 8-41 0,-9 24 41 15,-8 32 0-15,1 9 8 16,3 13 8-16,9 7 39 16,13-16-55-16,5 1 0 15,4-11-1-15,0-15 1 16,20-14-2-16,7-10-17 16,4-14-30-16,7-10 43 15,2-4-108-15,3-9-90 16,-4-20 137-16,-5-9-161 0,-7-6 33 15,-7-5 74 1,-7 8 66-16,-9 6 55 0,-4 16 86 16,0 10 43-16,0 9 66 15,0 7-194-15,-6 21-1 16,-3 12 91-16,-3 1-85 16,8 3 39-16,2-7-45 15,2-5-64 1,0-8 58-16,16-18-313 0,3-6-274 15,4 0-441-15</inkml:trace>
  <inkml:trace contextRef="#ctx0" brushRef="#br0" timeOffset="181789.84">15124 7994 1756 0,'0'0'332'0,"0"0"-224"15,-19 135 105 1,3-79-197-16,3-6 42 0,1-11 43 15,8-13-100-15,4-11 65 16,0-8-66-16,2-7 0 16,20-2-57-16,5-22 57 15,6-15-110-15,3-7-20 16,-1-6-54-16,-1 0 105 16,-5 11 42-16,-9 16 37 15,-5 15 127-15,-7 10-101 16,-6 18 82-16,-2 16 37 15,0 5-97-15,0 0 59 0,-7-6-101 16,0-10 39 0,5-11-10-16,2-8-35 0,0-4-52 15,20-10 40-15,11-18-17 16,11-10-10-16,8-2-50 16,-1 1-24-16,2 6 61 15,-6 13 43-15,-7 12 9 16,-7 8 22-16,-11 18-11 15,-11 18 32-15,-9 12-43 16,-7 22-67-16,-15-7-17 16,-5-15-560-16</inkml:trace>
  <inkml:trace contextRef="#ctx0" brushRef="#br0" timeOffset="182474.44">14462 8765 1453 0,'0'0'588'16,"0"0"-479"-16,0 0-62 16,0 0 67-16,0 0-80 15,0 0 39-15,0 0 28 16,16-50-92-16,2 50 87 16,-1 24-96-16,0 14 0 0,-7 13 41 15,-5 7-34 1,-5 3 18-16,0 2-11 15,-11-8 26-15,-5-5-14 0,1-11-26 16,3-13 0-16,5-10-12 16,5-9 12-16,2-7-62 15,0-7-2-15,18-23-46 16,6-17-22-16,3-8-105 16,0-6-40-16,-5 5 87 15,-5 15 190-15,-11 14 110 16,-6 17 141-16,0 10-134 15,-4 10-2-15,-15 20-19 16,3 5-20-16,3 9 83 16,5-5-120-16,8-1-15 15,0-7-24-15,2-8 13 0,21-4-29 16,2-9-74-16,25-10-115 16,-8 0-34-16,-6-10-505 0</inkml:trace>
  <inkml:trace contextRef="#ctx0" brushRef="#br0" timeOffset="182645.56">14772 8932 111 0,'0'0'2028'15,"0"0"-1668"-15,0 0-206 16,0 0-154-16,0 0 11 16,0 0-34-16,0 0 23 15,132-19-12-15,-90 19-5 16,1 0-111-16,-1 0 34 15,1 0-223-15,-12 0-279 16,-12 0 51-16</inkml:trace>
  <inkml:trace contextRef="#ctx0" brushRef="#br0" timeOffset="182829.37">15200 8739 88 0,'0'0'1588'15,"0"0"-1100"-15,0 0-427 16,0 0 75-16,0 0-92 15,51 118-36-15,-51-68 115 16,-11 2-122-16,-16 0 19 16,-6-2-5-16,2-5-15 15,2-9-28-15,8-12-180 0,11-10-163 16,10-10-289-16</inkml:trace>
  <inkml:trace contextRef="#ctx0" brushRef="#br0" timeOffset="183059.83">15421 8918 781 0,'0'0'1437'16,"0"0"-1090"-16,0 0-347 16,0 0-22-16,0 0 22 15,0 0 16-15,0 0 76 16,141 0-80-16,-99 0 33 15,3-5-90-15,-1-2 9 0,-4-2-172 16,-5-2-37-16,-6-1-36 16,-6-15-38-16,-9 5-61 15,-10-1-788-15</inkml:trace>
  <inkml:trace contextRef="#ctx0" brushRef="#br0" timeOffset="183212.69">15820 8729 735 0,'0'0'827'15,"0"0"-481"-15,0 0-184 16,0 0-91-16,0 0 136 15,-96 124-133-15,67-71-39 16,2-2 22-16,5-5-48 16,4-3-18-16,7-11-6 15,8-9-148-15,3-10 11 16,19-13-189-16,10-3-36 0,0-12-1040 16</inkml:trace>
  <inkml:trace contextRef="#ctx0" brushRef="#br0" timeOffset="183629.34">15998 8777 922 0,'0'0'737'16,"0"0"-597"-16,0 0-41 16,0 0 40-16,0 0 37 15,-25 114 12-15,19-78-141 16,4 1 121-16,0-6-168 15,2-4 22-15,0-10 1 16,0-5-11-16,8-6 11 16,6-3 3-16,1-3 4 0,8-4 38 15,2-16-68-15,8-10-55 16,5-7 55-16,3-2-115 16,7-2 62-16,-2 7 53 15,-1 7 0-15,-3 13-9 16,-5 7 9-16,-6 7 0 15,-8 0 12-15,-4 7 10 16,-13 7-2-16,-6 3 51 16,0-2-59-16,-22 6 126 15,-16-3-116-15,-10-2 0 0,-10-4 5 16,-7-7-21 0,-3-5-6-16,6 0 0 0,4 0-49 15,7-9 48 1,8-8-209-16,17 2-91 0,10 1-225 15</inkml:trace>
  <inkml:trace contextRef="#ctx0" brushRef="#br0" timeOffset="184844.61">16484 8228 1595 0,'0'0'555'0,"0"0"-262"15,0 0-213-15,0 0-4 16,0 0 46-16,0 0-93 16,0 0 36-16,102-104-65 15,-63 58 0-15,-4-1-1 16,-1-3 1-16,-7 1 0 15,-5 5-17-15,-7 9 43 16,-4 9-1-16,-6 9-25 16,-5 15 23-16,0 2 14 15,0 22-37-15,-3 43 0 0,-8 40-11 16,-4 36 23 0,-1 11 9-16,3-25-21 0,-1-36 0 15,6-36-6-15,-3-8 6 16,-3 3 0-16,-3-1-7 15,-6 0 22-15,-2-13-2 16,-1-14-13-16,-1-10 0 16,2-12-62-16,8 0 62 15,5-20-11-15,12-18 1 16,0-16-40-16,27-11 43 16,20-9-59-16,11-4 23 15,9-4-14-15,4-1-1 0,-1 6-12 16,-6 0 61-1,-13 11 17-15,-10 13-16 0,-15 12 8 16,-13 12 0-16,-10 16 185 16,-3 13-88-16,0 0-63 15,-20 25-32-15,-5 22 34 16,1 13-5-16,5 9-31 16,9 2 27-16,10-4-27 15,0-9 0-15,0-12-48 16,15-12 47-16,5-12-81 15,1-8 24-15,1-9-19 16,0-5-96-16,0-9 120 16,1-21-196-16,-2-14-46 0,0-7-18 15,1 1 103-15,1 9 210 16,-6 12 246-16,-1 19-1 16,-5 10 50-16,-5 17-152 15,-3 19-36-15,-3 9 26 16,0 8-51-16,-3 0 28 15,-9-7-74-15,0-7 0 16,3-11 12-16,5-8-48 16,2-12 0-16,2-8 10 15,0 0-2-15,6-8-7 16,15-21-1-16,-2-15-212 16,3-9 150-16,-1-7-185 15,-6-3 11-15,-3 10 236 16,-4 14 4-16,-3 19 234 15,-3 16-83-15,-2 4-141 0,2 21 85 16,2 14-34-16,6 5-63 16,3 3 39-16,5-6-30 15,7-6-12-15,4-6 1 16,2-14-168-16,11-11 109 16,-7-4-285-16,-8-16-412 0</inkml:trace>
  <inkml:trace contextRef="#ctx0" brushRef="#br0" timeOffset="185005.22">17703 8015 2181 0,'0'0'636'15,"0"0"-532"-15,0 0-104 0,54 132 56 16,-48-60-53-16,-6 5-3 16,-2 1 0-16,-20 1-51 15,-7-6 30-15,-5 5-182 16,11-18-271-16,4-17-894 0</inkml:trace>
  <inkml:trace contextRef="#ctx0" brushRef="#br0" timeOffset="185524.78">18303 8374 175 0,'0'0'1450'0,"0"0"-917"16,0 0-466-16,0 0 75 16,0 0 75-16,0 0-21 15,0 0 29-15,-29 0-124 16,38 0-81-16,15-2 98 16,14 2-118-16,9 0 0 15,7 0-7-15,1 0 1 16,-6 0-11-16,-9 0-95 15,-19 20-196-15,-15 0 19 0,-6-2-475 0</inkml:trace>
  <inkml:trace contextRef="#ctx0" brushRef="#br0" timeOffset="185657.16">18245 8586 1401 0,'0'0'1049'0,"0"0"-687"15,0 0-302-15,0 0 5 16,0 0-65-16,145 6 0 15,-72-6-64-15,41 0 19 16,-16-2-253-16,-9-6-323 0</inkml:trace>
  <inkml:trace contextRef="#ctx0" brushRef="#br0" timeOffset="186311.21">19194 8815 2316 0,'0'0'391'15,"0"0"-391"-15,0 0-89 16,133-94-121-16,-60 36 151 16,12-11 59-16,0-7 22 15,-1-3 9-15,-6-4 3 16,-7-1-44-16,-15-1 10 15,-15 2-42-15,-22 11 41 16,-17 11 2-16,-2 17 104 16,-8 21 94-16,-19 22-177 15,-11 6 48-15,-5 40-68 16,-1 19-2-16,4 16 87 16,9 8-72-16,11 2 43 15,13-5-58-15,7-6 33 16,0-14 1-16,17-11-34 15,10-14-6-15,7-11-25 0,4-16 11 16,2-8-47-16,4-5-17 16,1-14-124-16,-1-16 150 15,-3-13-165-15,-5-4-59 16,-7-2 86-16,-10 5 170 16,-5 12 26-16,-7 14 331 15,-7 14-109-15,0 4-23 16,0 10-199-16,-9 18 0 15,-5 9 10-15,-1 0 4 16,3-2-28-16,6-3-18 0,3-11-181 16,3-11-8-1,0-6-400-15,9-4-77 0</inkml:trace>
  <inkml:trace contextRef="#ctx0" brushRef="#br0" timeOffset="186708.84">20227 8386 1410 0,'0'0'853'0,"0"0"-677"16,0 0-164-16,-29 113 41 16,11-67-36-16,0-7-17 15,5-10 0-15,3-11 66 16,6-9-65-16,4-4 8 16,0-5-9-16,2 0 31 0,21-17-65 15,10-13 34 1,8-6-122-16,7-4 76 15,2 0-12-15,-6 11 58 0,-9 12 63 16,-12 14-57-16,-11 3 115 16,-12 20-100-16,0 13 2 15,-8-1 90-15,-7-4-83 16,-1-8 17-16,10-10-47 16,4-6 44-16,2-4-2 15,12 0-42-15,29-20-44 16,13-9 37-16,13-3-71 15,4-3 19-15,0 3 47 16,-6 7 9-16,-12 13-26 16,-10 9 29-16,-16 3-6 15,-19 22-38-15,-8 17-2 0,-31 28-69 16,-12-7-113-16,-3-8-474 16</inkml:trace>
  <inkml:trace contextRef="#ctx0" brushRef="#br0" timeOffset="187190.23">19437 9108 2174 0,'0'0'480'0,"0"0"-480"15,0 0-9-15,0 0-6 16,0 0 30-16,83-111 3 16,-58 97 198-16,-5 7-161 15,-5 7-26-15,-6 0-29 16,-2 23 33-16,-7 14-12 16,0 9-21-16,-7 3 0 15,-8-4 24-15,1-7-24 16,5-10 0-16,5-9-12 15,4-12 40-15,0-7-44 16,0 0 16-16,15-7-37 16,8-19 1-16,1-11-84 15,1-5-35-15,-2-3 8 16,-6 5-8-16,-6 10 155 0,-4 13 58 16,-7 12 30-1,0 5 41-15,0 13-112 0,-7 15 3 16,0 6 24-16,7 0-28 15,0-5 17-15,0-4-33 16,16-7-70-16,7-6 58 16,1-9-174-16,9-3-139 15,-6-7-251-15,-5-12-6 0</inkml:trace>
  <inkml:trace contextRef="#ctx0" brushRef="#br0" timeOffset="187517.34">19839 9065 1515 0,'0'0'780'0,"0"0"-511"15,0 0 8-15,0 0-186 0,0 0-77 16,0 0 32-16,0 0-46 16,147-27 0-16,-98 23-12 15,3 2-16-15,-6-1-28 16,-3 1-149-16,-5-1-47 16,-12-2 97-16,-4-3-150 15,-8-1 33-15,-5-3-15 16,-5-2-27-16,-2-1 314 15,1 3 224-15,-3 7 116 16,2 0 167-16,1 5-358 16,1 0-24-16,2 0-54 15,5 14-57-15,-1 11 124 0,-6 8-107 16,-4 7-13-16,0 3 58 16,-2 1-76-16,-21-5-13 15,1-2-6-15,-3-9-116 16,8-9 30-16,10-8-76 15,7-9-132-15,0-2-197 0</inkml:trace>
  <inkml:trace contextRef="#ctx0" brushRef="#br0" timeOffset="187862.34">20461 9124 2065 0,'0'0'695'0,"0"0"-613"16,0 0-82-16,0 0-14 15,0 0 14-15,0 0-18 0,118-27 18 16,-85 22-19-16,1 0 17 16,-1 0-169-16,-6-2 27 15,-7 1-80-15,-7-2-29 16,-6-2 184-16,-4-2-118 16,-3-2 2-16,0 0 185 15,0 2 52-15,-3 3 180 16,-4 4 19-16,-1 5-111 15,-6 0 34-15,-3 14-173 16,-8 12 23-16,0 10 86 16,0 4-89-16,4 3 27 15,3-5-48-15,5-2 1 16,8-10-55-16,5-6 5 0,0-10-117 16,7-8-32-16,28-2-47 15,-3-18-253 1,-1-5-289-16</inkml:trace>
  <inkml:trace contextRef="#ctx0" brushRef="#br0" timeOffset="188259.68">20889 8990 1883 0,'0'0'654'16,"0"0"-654"-16,0 0-57 16,0 0 38-16,0 0 38 15,-21 107-7-15,13-73 45 16,1-8-46-16,5-1 135 15,0-7-146-15,2-4 0 16,0-8 11-16,0-4 7 0,2-2-11 16,11 0-7-16,10-12 23 15,3-9-50-15,12-11 27 16,5-1-75-16,6-4 60 16,2 7-6-16,1 5 21 15,-4 8-1-15,-3 12 7 16,-5 5 49-16,-4 0-55 15,-12 1 0-15,-6 7 45 16,-13 0-44-16,-5 1 57 16,-5-2 26-16,-26 1-47 15,-14 1 114-15,-11-1-151 16,-6-5 0-16,-5-3-4 0,5 0 13 16,6 0-18-16,7 0 6 15,13-6-166-15,9 5 36 16,14 1-182-16,9 0-315 15,4 0-359-15</inkml:trace>
  <inkml:trace contextRef="#ctx0" brushRef="#br0" timeOffset="189663.34">22064 8029 1088 0,'0'0'286'0,"0"0"-155"15,0 0-22-15,0 0-16 16,0 0 119-16,0 0-8 16,0 0-36-16,-27-29 91 15,27 26-152-15,0-5-37 0,4-4-57 16,10-4 35-1,-1 0-91-15,2-2 43 16,-1-1-64-16,-1 8 1 0,-5 2 63 16,-4 6 0-16,-4 3-18 15,0 3 46-15,-2 27 4 16,-19 14-32-16,-8 11 16 16,-6 6 45-16,-1-3-61 15,1-9 0-15,6-8-4 16,8-14 34-16,7-10-27 15,10-10-3-15,4-5-53 16,0-2 4-16,4 0 10 16,17 0 4-16,8-12 23 15,4 1-9-15,1 2-12 0,-3 7 33 16,-9 2 0-16,-3 7 39 16,-13 16-39-16,-6 8 0 15,0 5 9-15,-14 4 13 16,-7-2 2-16,-4-5-24 15,4-6-94-15,8-8 79 16,11-19-303-16,2 0-152 16,0 0-114-16</inkml:trace>
  <inkml:trace contextRef="#ctx0" brushRef="#br0" timeOffset="190001.27">22371 8089 1901 0,'0'0'472'0,"0"0"-472"16,0 0 0-16,-24 154 37 16,1-104 3-16,4-6 96 15,3-7-93-15,5-13-18 16,4-6 27-16,7-10-52 16,0-6-47-16,2-2 36 15,16-6 5-15,6-19-22 16,1-12-85-16,0-6-111 15,-4-5 144-15,-2 4-112 16,-9 8 192-16,-2 12 104 16,-6 17 141-16,-2 7-79 15,0 5-149-15,-4 23-5 16,-6 6 110-16,8 4-122 16,2-1 0-16,0-3-1 0,18-8-17 15,9-8-31-15,26-12-171 16,-6-6-170-16,0 0-243 15</inkml:trace>
  <inkml:trace contextRef="#ctx0" brushRef="#br0" timeOffset="190169.33">22893 8189 1502 0,'0'0'920'15,"0"0"-719"-15,0 0-201 16,0 0 0-16,0 0-24 0,118 0 24 15,-76-4-24 1,5-2 23-16,18-5-183 0,-9-1-283 16,-12 1-468-16</inkml:trace>
  <inkml:trace contextRef="#ctx0" brushRef="#br0" timeOffset="190417.12">23432 7962 578 0,'0'0'1439'0,"0"0"-1129"16,0 0-276-16,0 0-26 16,0 0-8-16,0 0 1 15,0 0 178-15,-2 133-101 0,2-89-48 16,0 2 24 0,0-3-42-16,2-6-9 0,1-4-3 15,-3-6 12-15,0-6-5 16,0-7-7-16,-5-6-109 15,-11-7 32-15,-3-1-104 16,-18-27-91-16,9-9-247 16,1-9-549-16</inkml:trace>
  <inkml:trace contextRef="#ctx0" brushRef="#br0" timeOffset="190553.34">23379 7854 804 0,'0'0'1170'0,"0"0"-670"16,0 0-483-16,147-46 11 15,-100 40 15-15,0 4-31 16,-2 2-24-16,-10 2 7 0,-10 28-248 16,-12 1-253-16,-13-2-1056 15</inkml:trace>
  <inkml:trace contextRef="#ctx0" brushRef="#br0" timeOffset="191091.49">21727 8791 1825 0,'0'0'580'0,"0"0"-470"16,0 0-110-16,123-18 49 16,-27 8-18-16,41 0 39 15,47 4 6-15,16 3 56 16,-3 3-122-16,-20 0 26 15,-27 5-36-15,-30 2 45 16,-26 2-32-16,-25-4-13 16,-11 0 0-16,3 1-34 15,-1 0 34-15,0 0-36 16,-18 0-79-16,-17-3-199 16,-12 0-38-16,-13-3-468 0</inkml:trace>
  <inkml:trace contextRef="#ctx0" brushRef="#br0" timeOffset="191901.87">22077 9150 1262 0,'0'0'481'0,"0"0"-317"16,0 0-17-16,0 0 64 15,0 0-120-15,0 0-51 16,0 0 130-16,138-85-155 16,-113 93 12-16,-12 25 25 15,-6 11-46-15,-7 6 70 0,0 6-76 16,-16-5 2-16,-2-4 51 16,1-9-53-16,5-14 0 15,6-8-7-15,4-9 32 16,2-7-63-16,0 0 24 15,6-13-111-15,14-19 94 16,3-9-209-16,1-10 57 16,-2-2-21-16,-1 10 81 15,-8 9 123-15,-9 14 161 16,-4 12 60-16,0 8-2 16,0 0-194-16,-4 22 3 15,-5 10 60-15,3 5-80 16,6-2 72-16,0 0-80 15,10-8-112-15,32-8 60 16,-1-10-305-16,-3-6-422 0</inkml:trace>
  <inkml:trace contextRef="#ctx0" brushRef="#br0" timeOffset="192044.97">22608 9249 2307 0,'0'0'633'16,"0"0"-633"-16,0 0 33 15,114-25-81-15,-66 19-31 16,4 2-85-16,14 0-23 16,-12 2-340-16,-8-3-420 0</inkml:trace>
  <inkml:trace contextRef="#ctx0" brushRef="#br0" timeOffset="192325.34">23100 9206 1330 0,'0'0'888'16,"0"0"-888"-16,0 0-12 16,0 0-6-16,0 0 18 15,0 0 0-15,0 0 246 16,92-3-160-16,-88 26-13 16,-4 9 12-16,0 8-74 15,-11 1 84-15,-9-3-62 16,-1-4-32-16,6-6 147 15,11-9-148-15,4-1 0 0,11-4 30 16,24-3-15-16,19-9-10 16,17-2-5-16,14 0-116 15,54-22 40-15,-23-2-268 16,-10-1-335-16</inkml:trace>
  <inkml:trace contextRef="#ctx0" brushRef="#br0" timeOffset="192725.31">24108 8886 2189 0,'0'0'605'0,"0"0"-481"15,0 0-83-15,0 0 84 16,0 0-39-16,0 0-77 16,0 0 79-16,147-14-88 15,-87 9-22-15,0 3-5 16,-10 2-154-16,-13 0-114 16,-14 0-323-16,-19 9-462 0</inkml:trace>
  <inkml:trace contextRef="#ctx0" brushRef="#br0" timeOffset="192858.26">24248 9032 2008 0,'0'0'894'0,"0"0"-807"15,0 0-73-15,0 0 7 16,188 4-21-16,-101-4 0 16,8-17-113-16,28-9-173 0,-25 4-75 15,-20 2-864-15</inkml:trace>
  <inkml:trace contextRef="#ctx0" brushRef="#br0" timeOffset="193447.55">25175 8645 1833 0,'0'0'358'15,"0"0"-213"-15,0 0 7 16,0 0-142-16,0 0 160 0,0 0-67 16,0 0-18-16,-8-18-9 15,8 18-70-15,0 0 22 16,0 0-28-16,0 0 0 16,0 0-22-16,0 0 22 15,0 0-11-15,0 0-14 16,0 0 22-16,0 0 3 15,0 1-67-15,-11 9 65 16,-3 4-34-16,-1-2 36 16,1 0-9-16,7-6-13 15,3-2 34-15,2-1-13 16,2-3 1-16,0 0 0 16,0 0-3-16,0 0 3 15,0 0 0-15,6-3-1 16,11-7 18-16,2 2-24 0,1 1 7 15,1 5 0-15,-2 2-12 16,-1 2 12-16,-9 18 0 16,-7 10 19-16,-2 8-11 15,-15 6 53-15,-14 0-61 16,-2 0 26-16,6-6 32 16,9-4-58-16,12-6 0 15,4 1 24-15,18-5-11 16,17-2 23-16,3 0-36 15,-2-4 17-15,-7 0-16 16,-15 1-1-16,-14 5 0 16,-7 5-28-16,-38 5 28 0,-51 18-8 15,7-8-247-15,4-9-457 16</inkml:trace>
  <inkml:trace contextRef="#ctx0" brushRef="#br0" timeOffset="194482.09">14150 10718 990 0,'0'0'542'16,"0"0"-349"-16,0 0-108 16,0 0 167-16,0 0-77 15,0 0-30-15,0 0 38 16,-9 0-71-16,9 0 1 16,0 0 0-16,0 0-101 15,0 0 133-15,0 0-145 16,0 0 0-16,0 0 30 15,0 0-21-15,0 0-9 16,3 0 0-16,17 0 27 0,15 0-22 16,12 6-5-16,9 5-30 15,6-2 9-15,-2-1-28 16,0-2-26-16,-6-3-107 16,6 4-290-16,-13-3-3 15,-13-2-1109-15</inkml:trace>
  <inkml:trace contextRef="#ctx0" brushRef="#br0" timeOffset="194667.37">14266 10962 1498 0,'0'0'887'15,"0"0"-667"-15,0 0-100 16,0 0-118-16,145 0-4 15,-82-7-8-15,-3-4-142 16,11-11 27-16,-15 4-356 16,-14 0-310-16</inkml:trace>
  <inkml:trace contextRef="#ctx0" brushRef="#br0" timeOffset="194833.47">14821 10645 2376 0,'0'0'564'15,"0"0"-528"-15,0 0 23 0,0 0-61 16,0 0 2-16,83 104 0 16,-83-51-18-16,-2 9 19 15,-28 6-2-15,-25 23-88 16,5-15-428-16,4-18-333 0</inkml:trace>
  <inkml:trace contextRef="#ctx0" brushRef="#br0" timeOffset="201105.68">15701 10700 1358 0,'0'0'671'16,"0"0"-619"-16,0 0 26 16,0 0-78-16,0 0 13 15,0 0 251-15,0-74-202 16,0 66-20-16,5 1 32 16,0 4-74-16,-5 1 134 0,2 2-102 15,-2 0-30 1,0 0 79-16,0 0-75 0,0 5-6 15,0 20 0-15,0 11 35 16,0 7 7-16,0 3-42 16,0-2 0-16,5-7-12 15,17-8 12-15,11-15-9 16,12-11 8-16,10-3-151 16,6-11 4-16,-3-22-216 15,-8-6-2-15,-11-6 106 16,-14-3 106-16,-12-2 154 15,-7 2 57-15,-4 7 67 16,-2 14 130-16,0 10-18 16,0 17-100-16,0 8-59 15,-15 52-36-15,-1 44-6 16,-3 41 55-16,2 13-88 16,9-23 136-16,1-39-138 0,4-42 9 15,3-11-10-15,-2 1 1 16,0-2 0-16,-2-4-1 15,-5-12 24-15,-7-11-27 16,-6-10 4-16,-2-5 0 16,-3-5 27-16,4-20-27 15,8-11 59-15,13-8-18 16,2-11-5-16,22-7-72 0,23 1 34 16,37-22-175-1,-8 19 22-15,-8 10-559 0</inkml:trace>
  <inkml:trace contextRef="#ctx0" brushRef="#br0" timeOffset="201304.31">16615 10715 1532 0,'0'0'975'0,"0"0"-735"16,0 0-205-16,0 0 9 15,0 0-19-15,139-49-25 16,-97 43-12-16,-1 3-28 16,-6 3-163-16,-12 0-278 0,-15 9-285 15</inkml:trace>
  <inkml:trace contextRef="#ctx0" brushRef="#br0" timeOffset="201430.43">16634 10807 1463 0,'0'0'961'16,"0"0"-733"-16,0 0-76 15,0 0-152-15,0 0 15 16,0 0 4-16,135 32-19 16,-38-32-158-16,-16 0-141 15,-4-5-475-15</inkml:trace>
  <inkml:trace contextRef="#ctx0" brushRef="#br0" timeOffset="201837.27">17458 10580 510 0,'0'0'1461'0,"0"0"-1157"16,0 0-248-16,0 0 75 16,0 0-70-16,0 0 71 15,0 0-4-15,-56-101-116 16,56 91 97-16,5-2-109 15,15 2-4-15,7 7-36 16,0 3 40-16,0 3 0 16,-10 26-6-16,-10 14 21 15,-7 11 16-15,-12 4-31 0,-21 3 0 16,-9-6 58-16,1-9-46 16,8-9-6-16,14-11-6 15,11-11 36-15,8-6-57 16,25-4 21-16,18-4 0 15,10-1-24-15,2 0 26 16,-9 0-2-16,-13 0 0 16,-20 6 42-16,-13 11-57 15,-7 9 15-15,-26 11-59 16,-21 20 46-16,12-10-294 16,9-6-305-16</inkml:trace>
  <inkml:trace contextRef="#ctx0" brushRef="#br0" timeOffset="202435.74">18561 10064 1622 0,'0'0'619'0,"0"0"-562"15,0 0-37-15,0 0 2 16,0 0-21-16,-44 194 262 16,15-57-150-16,0-7-59 15,9-24 60-15,7-36-114 16,11-22 38-16,-1 1-38 16,3 4 39-16,0-4-27 15,7-10-12-15,9-11 0 16,3-10-15-16,6-10 15 15,2-8 0-15,2 0-6 16,2-12-21-16,-2-19-23 0,-2-5-19 16,-10-1-52-16,-5 0 99 15,-10 7 44-15,-2 10 0 16,0 10-14-16,0 6 40 16,-12 4-41-16,0 0-7 15,-5 20-18-15,2 10-6 16,5 7 41-16,-2 2-17 15,7 2 0-15,3-3 21 16,2-6-87-16,0-4 21 16,0-8-135-16,0-10-67 15,2-6-273-15,1-4-63 0</inkml:trace>
  <inkml:trace contextRef="#ctx0" brushRef="#br0" timeOffset="202573.58">18567 10714 1861 0,'0'0'513'0,"0"0"-257"16,0 0-223-16,0 0-8 16,131-40-50-16,-73 40 17 15,27 0-167-15,-16 0-213 16,-7 0-894-16</inkml:trace>
  <inkml:trace contextRef="#ctx0" brushRef="#br0" timeOffset="202965.48">19839 10173 2215 0,'0'0'328'0,"0"0"-296"15,0 0-32-15,0 0 0 0,0 0 2 16,3 126 34-16,-3-51 159 15,0 8-183-15,0 2 7 16,0-8-1-16,0-4-4 16,0-11-14-16,0-9 0 15,0-9-96-15,0-13 54 16,6-3-186-16,-2-10-148 16,-1-10-219-16</inkml:trace>
  <inkml:trace contextRef="#ctx0" brushRef="#br0" timeOffset="203883.33">19567 10624 1787 0,'0'0'392'0,"0"0"-392"16,0 0-148-16,0 0 58 16,167-67 47-16,-107 65 43 15,3 2 173-15,3 10-39 16,2 19 113-16,-8 6-162 15,-7 5-30-15,-10 5 57 16,-12-3-102-16,-11-2 20 16,-9-6-30-16,-6-4 24 15,-5-8-18-15,0-5-6 16,0-6-46-16,0-7 16 16,0-4-104-16,0 0 46 0,0-17 38 15,0-17-490 1,13-10 299-16,7-1-105 0,0 6 346 15,-5 12 276-15,-3 13 278 16,-3 9-252-16,-3 5-216 16,1 7-56-16,5 9 44 15,3 2-74-15,5-4 0 16,5-4 15-16,2-4-15 16,1-6 0-16,-1 0-39 15,-7 0-49-15,-9-8 47 16,-9-6-1-16,-2-3-115 15,0-1 156-15,-11 4 1 16,-7 9 89-16,3 5 28 16,2 0-116-16,-1 12 135 15,5 14-90-15,3 4 1 16,6 0 46-16,0-2-87 0,4-4 36 16,21-7-42-16,8-8 25 15,9-6-97-15,5-3 72 16,2-7-164-16,-2-13 53 15,-3-4-87-15,-6 0 62 16,-7 3 55-16,-8 1 81 16,-10 8 89-16,-8 12 109 15,-5 0-95-15,0 7-29 16,-16 18-59-16,-4 4 76 16,2 3-71-16,3-6 19 15,8-3 6-15,7-10-45 0,0-6 0 16,22-7-21-16,16 0 12 15,9-3-74-15,9-14-78 16,2-6-107-16,-3-1 173 16,-8 1-12-16,-7 9 107 15,-13 3 113-15,-13 11 41 16,-12 0-71-16,-2 11 19 16,0 10-93-16,-18 4 106 15,3-4-115-15,1-4 0 16,7-9 22-16,7-5-10 15,0-3-20-15,11 0 8 16,16 0-53-16,6-10 27 16,8-8-82-16,3 0-5 0,0-2 53 15,-1 3-35-15,-3 2 95 16,-5 5 14-16,-6 6-12 16,-6 4 115-1,-12 0-117-15,-11 12-125 0,0 5-4 16,-40 10-65-16,-4-5-131 15,-1-5-285-15</inkml:trace>
  <inkml:trace contextRef="#ctx0" brushRef="#br0" timeOffset="204064.41">20392 10519 1844 0,'0'0'521'0,"0"0"-454"0,0 0 161 16,133-62-228-16,-85 62-32 16,-4 19 21-16,-9 58-214 15,-10-4-82-15,-16 2-409 0</inkml:trace>
  <inkml:trace contextRef="#ctx0" brushRef="#br0" timeOffset="204152.59">20552 11161 983 0,'0'0'846'15,"0"0"-682"-15,0 0-164 16,0 0-759-16</inkml:trace>
  <inkml:trace contextRef="#ctx0" brushRef="#br0" timeOffset="207858.49">22962 11260 1587 0,'0'0'0'0,"0"0"-402"0</inkml:trace>
  <inkml:trace contextRef="#ctx0" brushRef="#br0" timeOffset="-200351.39">22563 10851 942 0,'0'0'108'0,"0"0"-83"16,0 0-25-16,0 0 16 16,0 0 30-16,0 0-23 15,-27-104-10-15,27 87 89 0,0 2-89 16,2 3 13-16,-2 1-26 15,0 1-62-15,-6 4-189 0</inkml:trace>
  <inkml:trace contextRef="#ctx0" brushRef="#br0" timeOffset="-198976.6">22563 10594 1204 0,'0'0'368'16,"0"0"-130"-16,0 0-42 15,0 0 140-15,0 0-170 16,0 0-45-16,0 0 28 16,0-11-130-16,0 10 8 15,0-1-27-15,0 2 47 16,0 0-21-16,0-2-26 16,0-1 0-16,0 1-16 15,0 2 17-15,0 0-1 16,0 0 0-16,0 0 28 15,0 0-47-15,0 5 19 0,-2 9-6 16,-5 8-25-16,1 0 31 16,1-1 0-16,5-4 0 15,0-7 29-15,0-5-31 16,13-5 2-16,14 0-4 16,6-12-52-16,3-10 31 15,-3-7-57-15,-4-5 52 16,-10-1 15-16,-11 2-1 15,-8 2 16-15,0 5 0 16,-15 8 15-16,-14 13-3 0,-6 5-12 16,-8 3 0-1,-4 26 34-15,4 6 24 0,6 5-58 16,6 1 12-16,8-5 6 16,12-4-18-16,9-6 0 15,2-9 0-15,7-2 35 16,19-9-34-16,10-6-1 15,8 0-30-15,5-16-4 16,3-15 6-16,-6-6-33 16,-7-4 40-16,-13 2 18 15,-10 3-9-15,-12 2 12 16,-4 9 0-16,0 7 85 16,-22 10-66-16,-12 8 8 15,-10 0-27-15,-12 26 28 16,-4 14 18-16,2 10-46 0,4 6 0 15,12 2 34-15,13-1-31 16,16-3-3-16,13-4 0 16,0-6 33-1,24-6-29-15,19-10-4 16,15-8-12-16,11-12-40 0,12-8 27 16,5-4-42-16,3-25-5 15,-2-9-75-15,-13-5 120 16,-16 3-64-16,-18 6 91 15,-23 10 8-15,-17 15 55 16,-8 9 42-16,-34 0-80 16,-21 29 5-16,-7 9 61 15,-3 4-72-15,11 2 5 0,12-4 6 16,17-8-30 0,18-7 0-16,15-9-6 0,0-6-8 15,27-6-18 1,17-4-25-16,10-4-109 0,8-22 92 15,0-7-110-15,-6-3 20 16,-11 5 94-16,-16 6 70 16,-16 11 39-16,-13 14 20 15,0 0-42-15,-11 10 49 16,-11 14-10-16,0 2 26 16,1 2-11-16,13-3-64 15,8-7 42-15,0-4-49 16,17-6 0-16,17-6-46 15,10-2 39-15,8-5-92 0,4-13-23 16,-4-5-37-16,-2 0 112 16,-12 5-4-16,-12 9 51 15,-15 9 34-15,-11 0-33 16,0 18 80-16,-15 9 78 16,-5 4-100-16,0-6 49 15,4-4-108-15,8-9 18 16,8-6 7-16,0-6-25 15,6 0 0-15,21-5-1 16,13-15-69-16,9-6 3 16,7 1-116-16,-1-1 23 15,1 7 138-15,-9 13 5 16,-11 6 17-16,-12 5 73 16,-13 22-20-16,-9 5 44 15,-2 6-90-15,-4 1 20 16,-13-5-5-16,-6-4-22 0,-10-8-72 15,4-8-141-15,2-10-686 0</inkml:trace>
  <inkml:trace contextRef="#ctx0" brushRef="#br0" timeOffset="-198802.33">22876 10585 1719 0,'0'0'211'0,"0"0"-75"15,79-102 85-15,-21 72-104 0,9 14-10 16,5 11-107 0,1 5 7-16,-8 37-62 0,-18 58-81 15,-20-7-374 1,-23 0-652-16</inkml:trace>
  <inkml:trace contextRef="#ctx0" brushRef="#br0" timeOffset="-198711.38">23100 11379 1568 0,'0'0'577'0,"0"0"-577"16,0 0-220-16,0 0-885 0</inkml:trace>
  <inkml:trace contextRef="#ctx0" brushRef="#br0" timeOffset="-197223.22">24438 10830 456 0,'0'0'1211'0,"0"0"-1127"15,0 0-35-15,0 0 43 16,0 0-55-16,0 0 56 15,0 0-85-15,0-14 15 16,-7 44 159-16,-7 9-129 16,-1 6 33-16,-1 1 22 15,1-1-71-15,3-7 26 16,6-10-63-16,1-8 0 16,3-10-8-16,2-5 8 15,0-5 0-15,0 0 23 16,5-15-23-16,15-19-15 0,7-10-101 15,2-10-61-15,0 0 140 16,-7 5-51-16,-4 13 88 16,-10 18 91-16,-3 14-27 15,-5 4-24-15,2 8-40 16,5 14 0-16,6 6 114 16,10-1-114-16,8-5 0 15,7-4 12-15,1-9 4 16,2-7-32-16,-5-2-9 15,-7-2-51-15,-12-16 42 16,-7-3 10-16,-10-2 24 0,0 5 3 16,0 4 46-1,-14 11 52-15,-1 3-101 0,-6 31 31 16,-6 35 57 0,-2 41-51-16,-2 29 11 0,4-6 56 15,8-25-86 1,3-34 41-16,5-22-59 0,-3 3 1 15,-3 4-6-15,-1 0 5 16,0-13 0-16,2-13-7 16,3-12 23-16,4-14-1 15,7-4-15-15,2-16-56 16,5-30 41-16,37-33-189 16,31-37-85-16,26-31-69 15,-4 11-284-15,-15 28 474 0,-24 36 142 16,-18 26 26-16,-2 0 98 15,-3 3 146-15,-6 7 102 16,-12 14 164-16,-12 15-316 16,-3 7-54-16,-16 3-140 15,-17 27 33-15,-8 9 70 16,-1 7-102-16,5-1 0 16,8-4 29-16,8-8-12 15,13-8-14-15,6-7-4 16,2-10-18-16,0-6-45 15,15-2 51-15,11-10-52 16,10-19 16-16,2-10-87 16,0-3 59-16,-7 2 42 0,-6 10 34 15,-10 13 100-15,-8 11-100 16,-7 6 26-16,0 2-26 16,2 15 1-16,2 1 27 15,4 0-28-15,7-3 21 16,5-3-5-16,7-5-16 15,8-7 0-15,5 0-21 16,5-8-1-16,2-12-14 16,-4 0-8-16,-6 2 44 15,-10 4-9-15,-10 10 9 16,-11 4 0-16,-6 0 47 16,0 19-27-16,-14 6 44 15,3-6-64-15,1-2 44 16,4-9-27-16,6-2-17 15,0-6 0-15,0 0 4 0,10 0 11 16,9 0-12-16,8 0-3 16,2 0 14-16,4 0-35 15,5-2 21-15,7-2-3 16,7-4-21-16,5-2 24 16,3-6-1-16,-2-6-20 15,-4-6-36-15,-12-4 7 16,-10-5-5-16,-13 0-64 15,-10 6 119-15,-6 7 0 16,-3 12 12-16,-3 12 20 16,-17 20 14-16,-13 47 11 15,-12 34 23-15,-4 32-10 16,6-5 69-16,17-24-92 16,11-32-14-16,8-17-33 0,0 5 33 15,-4 6-21 1,0 2-12-16,-1-10-31 0,1-12 13 15,11-11-136-15,0-15-115 16,0-18-335-16</inkml:trace>
  <inkml:trace contextRef="#ctx0" brushRef="#br0" timeOffset="-197097.22">26452 11117 1545 0,'0'0'559'15,"0"0"-559"-15,0 0-744 16</inkml:trace>
  <inkml:trace contextRef="#ctx0" brushRef="#br0" timeOffset="5224.51">14326 12641 1292 0,'0'0'401'15,"0"0"-181"-15,0 0 20 16,0 0-65-16,0 0 26 16,0 0-91-16,-22-14-82 15,22 14 103-15,0 0-102 16,0 0 10-16,0 0 37 15,0 0-64-15,0 0 106 16,0 0-118-16,2 0 10 0,20 0 1 16,14 0-11-16,13 4 0 15,16 2-2-15,8-4-72 16,8 0 74-16,21-2-292 16,-19 0-331-16,-19 0-294 15</inkml:trace>
  <inkml:trace contextRef="#ctx0" brushRef="#br0" timeOffset="5463.62">14393 12761 1500 0,'0'0'775'15,"0"0"-645"-15,0 0-130 16,0 0 85-16,0 0-22 16,0 0 2-16,143-3-65 15,-91 3-6-15,14 0-12 16,-10 0-256-16,-10 0-493 0</inkml:trace>
  <inkml:trace contextRef="#ctx0" brushRef="#br0" timeOffset="5651.46">15189 12422 1892 0,'0'0'529'16,"0"0"-529"-16,0 0 9 16,0 0 46-16,74 125-11 0,-74-69 84 15,-27 6-64 1,-18 6-43-16,-8 3-15 0,-7-3-6 15,-21 14-186-15,17-19-161 16,10-14-681-16</inkml:trace>
  <inkml:trace contextRef="#ctx0" brushRef="#br0" timeOffset="8584.56">14607 12250 1517 0,'0'0'350'0,"0"0"-255"15,0 0-76-15,0 0 10 16,0 0 121-16,0 0-47 16,0 0-49-16,-46 29-31 15,-2 40 65-15,-10 36 7 16,5 1 9-16,9-6-47 15,10-18-16-15,12-24-32 16,4-3-7-16,2-5-1 16,16-20-1-16,0-20 0 0,31-10-4 15,25-17-5-15,17-24-42 16,12-15-64-16,5-15-26 16,-3-8-29-16,-2 0 30 15,-8 0 29-15,-12 12 81 16,-18 21 30-16,-20 23 131 15,-21 23-65-15,-6 18-26 16,-15 36 133-16,-19 13-59 16,-2 7-57-16,5-2-17 15,6-10-13-15,15-14 5 0,10-15-32 16,16-19-24-16,30-14-13 16,16-7-55-1,12-30-146-15,4-6-10 0,-9-9-13 16,-9 4 5-1,-17 8 15-15,-16 14 241 0,-21 15 154 16,-6 11 110-16,-6 19-118 16,-21 20-59-16,-4 14-86 15,2 5-1-15,0 20-130 16,6-15-180-16,10-15-992 0</inkml:trace>
</inkml:ink>
</file>

<file path=ppt/ink/ink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1-11-19T07:03:32.326"/>
    </inkml:context>
    <inkml:brush xml:id="br0">
      <inkml:brushProperty name="width" value="0.05292" units="cm"/>
      <inkml:brushProperty name="height" value="0.05292" units="cm"/>
      <inkml:brushProperty name="color" value="#FFFFFF"/>
    </inkml:brush>
  </inkml:definitions>
  <inkml:trace contextRef="#ctx0" brushRef="#br0">1330 4307 656 0,'0'0'400'16,"0"0"-347"-16,0 0 286 15,0 0-56-15,0 0-153 16,0 0 54-16,11-14 8 16,-11 14 43-16,0-2-85 15,0 2-99-15,0 0 136 16,0-2-156-16,0 2 15 16,0 0 34-16,0 0-67 15,0 0 80-15,0 0-93 16,0 0 13-16,0 0-1 15,0 0-12-15,0 4-22 0,0 16 14 16,0 14 16-16,0 12-11 16,0 9 3-16,0 3 0 15,0 0-66-15,0-4 24 16,-6-1-157-16,-5-4-76 16,1-11-303-16,2-14-472 0</inkml:trace>
  <inkml:trace contextRef="#ctx0" brushRef="#br0" timeOffset="230.15">1029 4475 1416 0,'0'0'859'0,"0"0"-732"15,0 0-97-15,0 0-24 16,0 0 32-16,121-27-38 16,-81 27-4-16,5 0-39 15,8 3-111-15,-11 5-185 16,-10-1-584-16</inkml:trace>
  <inkml:trace contextRef="#ctx0" brushRef="#br0" timeOffset="399.1">1366 4325 1460 0,'0'0'748'15,"0"0"-658"-15,0 0-66 16,-125 107 0-16,92-72 13 16,4-3-37-16,6-7-46 15,-4-21-28-15,5-4-276 16,2 0-662-16</inkml:trace>
  <inkml:trace contextRef="#ctx0" brushRef="#br0" timeOffset="513.29">1069 4296 1592 0,'0'0'705'0,"0"0"-563"0,0 0-140 16,0 0 91 0,152 63-93-16,-82-5-74 0,-13-5-68 15,-6-14-689-15</inkml:trace>
  <inkml:trace contextRef="#ctx0" brushRef="#br0" timeOffset="1544.16">1692 4423 1874 0,'0'0'252'0,"0"0"-140"0,0 0 2 15,0 0-87-15,-29-139 139 16,37 98-166-16,21 1-14 16,9 5-7-16,3 9-16 15,3 8 5-15,1 8 32 16,-5 10 0-16,-3 0 41 15,-5 0-41-15,-1 4 0 16,-6 5 0-16,-1-2 12 16,-7-4-12-16,-3-3 0 15,-5 0 13-15,-7 0-13 16,-2-5 0-16,-4-6-47 16,-21 0 36-16,-8 4 22 15,-7 7 7-15,-9 0 10 0,0 18-21 16,0 18 162-16,7 10-110 15,11 6-20-15,10 4 43 16,13-4-59-16,8-6 23 16,0-4-46-16,25-8 15 15,10-8 1-15,5-5-16 16,6-11-45-16,3-10 27 16,1 0-110-16,-4-17 24 15,-5-15-18-15,-4-5-61 16,-8-10 115-16,-7 3-106 15,-8 4 61-15,-8 11 113 16,-3 12 80-16,-3 15 137 0,0 2-128 16,0 19-81-16,-7 16 211 15,-2 5-159 1,2 2-12-16,1-4 17 0,3-6-65 16,3-8 32-1,0-7-32-15,0-7-15 0,0-6-28 16,3-4-38-16,6 0 4 15,6-21 54-15,4-8-139 16,2-8 45-16,2 2-10 16,-3 5 115-16,-3 9 12 15,-3 13 70-15,-3 8-10 16,-5 8 86-16,0 16-80 16,-4 4 89-16,-2 3-103 0,0-5-40 15,0-7 58-15,0-6-70 16,0-5 0-16,0-6 0 15,4-2 20-15,7 0-40 16,3-17-8-16,5-4-148 16,6-6 175-16,-2 3-158 15,-2 2 85-15,0 10 72 16,-3 10 2-16,-5 2 80 16,1 9-20-16,-6 12-53 15,1 4 84-15,-5-1-91 16,1-6 0-16,0-7 5 15,-3-3 14-15,2-6-38 16,3-2 18-16,4 0-139 0,5-12 128 16,2-5-282-16,3-5 2 15,2 3 83-15,-3 7 119 16,-2 8 90-16,-2 4 67 16,-8 4 42-16,-3 17 75 15,-5 2-163-15,0 3-10 16,-7-3-11-16,-9-7-151 15,-1-10-200-15</inkml:trace>
  <inkml:trace contextRef="#ctx0" brushRef="#br0" timeOffset="1693.31">2222 4034 1785 0,'0'0'665'16,"0"0"-466"-16,0 0-124 0,124-106 10 15,-61 96-85-15,28 10-49 16,-12 23-4-16,-15 0-589 0</inkml:trace>
  <inkml:trace contextRef="#ctx0" brushRef="#br0" timeOffset="2300.98">3419 3875 1662 0,'0'0'313'0,"0"0"-313"16,0 0 57-16,-2 113 25 0,-7-33 51 15,-4 15 8 1,-1 3 4-16,-1 0-90 0,1-8-9 16,1-10-46-16,4-11 33 15,5-15-43-15,1-12 10 16,3-14-145-16,0-21-111 15,-2-7-472-15,-3-3-751 0</inkml:trace>
  <inkml:trace contextRef="#ctx0" brushRef="#br0" timeOffset="3095.52">3158 4316 1694 0,'0'0'277'0,"0"0"-218"16,0 0 19-1,116-5-48-15,-67 11 85 0,4 12 18 16,1 8-85-16,0 2 96 16,-10 4-144-16,-6 3 1 15,-11-3 68-15,-11-3-56 16,-6-3 48-16,-5-3-61 16,-3-9 20-16,1-4-20 15,-1-8 0-15,5-2 0 16,6 0-2-16,7-17 2 15,7-16-53-15,2-12-62 16,-2-6-65-16,-8 0 167 0,-7 10-107 16,-12 12 120-1,0 20 114-15,-12 9-83 0,-13 7 49 16,2 24 3 0,0 6-19-16,7 2 102 0,10-2-148 15,6-2-11-15,0-8 35 16,14-4-31-16,9-8 8 15,8-8-19-15,8-7-60 16,5 0 27-16,1-14-119 16,-1-12-32-16,-4-6 28 15,-5 0-46-15,-10 1 116 16,-6 9 47-16,-11 12 39 16,-8 10 244-16,0 0-159 15,0 13 2-15,-2 10 50 16,-9 4-88-16,3-4 55 0,2-5-104 15,2-5 1 1,4-8-2-16,0-2 1 0,4-3-90 16,17 0 90-16,4-12-116 15,4-6-12-15,4-3-43 16,0-1 88-16,-2 6 39 16,-6 7 88-16,-4 7-7 15,-11 2 88-15,-8 14-48 16,-2 14 58-16,0 0-96 15,-4-5-30-15,-4-2 62 16,2-10-70-16,6-6-1 16,0-5 7-16,0 0 20 15,18-10-54-15,9-10-89 0,9-6-91 16,4-2 94 0,5 1-21-16,-3 8 63 0,1 7 28 15,-8 8 43-15,-6 4 72 16,-6 7 29-16,-8 19-57 15,-7 5 48-15,-8-2-92 16,0 1-1-16,-2-3-15 16,-17-7-70-16,-31-6 8 15,6-4-279-15,-3-10-560 0</inkml:trace>
  <inkml:trace contextRef="#ctx0" brushRef="#br0" timeOffset="3261.53">3561 4154 1943 0,'0'0'355'16,"0"0"-84"-16,0 0-116 15,0 0-116-15,128-108 18 16,-77 108-57-16,5 0-11 16,4 68-108-16,-16-2-355 15,-12 4-298-15</inkml:trace>
  <inkml:trace contextRef="#ctx0" brushRef="#br0" timeOffset="3356.27">3843 4916 844 0,'0'0'872'15,"0"0"-732"-15,0 0-140 16,0 0-185-16</inkml:trace>
  <inkml:trace contextRef="#ctx0" brushRef="#br0" timeOffset="3988.19">5430 4064 1228 0,'0'0'395'16,"0"0"-269"-16,0 0 33 15,0 0-35-15,0 0 40 16,-143 27-12-16,103 11-67 16,0 10 133-16,6 6-152 15,10 4-44-15,12-2 43 0,12-3-64 16,0-8 25-16,17-7-26 15,18-12 16-15,11-9-86 16,12-16 54-16,8-1-125 16,1-9 40-16,-1-22-37 15,-8-3 17-15,-14-1-13 16,-12 0 63-16,-19 9 56 16,-13 8 30-16,0 11 115 15,-26 7 20-15,-12 5-59 16,-7 19 35-16,1 6-46 15,3 2-68-15,12-2 60 16,14-6-72-16,8-6-76 0,7-5 10 16,7-10-51-1,22-3 29-15,6 0-119 0,21-28-191 16,-6-2-97-16,-11 0-663 0</inkml:trace>
  <inkml:trace contextRef="#ctx0" brushRef="#br0" timeOffset="4347.91">5644 4388 1101 0,'0'0'607'0,"0"0"-386"15,0 0 75-15,0 0-208 16,-118 126-37-16,101-106 16 16,13-6-61-16,4-7 10 15,0-7-16-15,23 0-13 16,12-5-49-16,8-16-55 16,3-1-48-16,4 0 65 15,-6 3 34-15,-9 4 65 16,-10 12 2-16,-9 3 17 0,-11 1 180 15,-5 21-136-15,0 4 30 16,-5-2-9-16,-3-3-82 16,0-8 47-16,8-13-48 15,0 0 0-15,2 0-37 16,21-19-5-16,8-6-187 16,2 2 125-16,5 1-50 15,1 4 145-15,-4 9-23 16,-1 7 32-16,-3 2 183 15,-7 4-151-15,-4 16 6 16,-6 2-17-16,-8 1-6 0,-6-4-30 16,0-1-56-1,-20-6-101-15,-8-3 5 0,-7-9-558 16</inkml:trace>
  <inkml:trace contextRef="#ctx0" brushRef="#br0" timeOffset="4524.64">5372 4118 2022 0,'0'0'304'15,"0"0"-97"-15,114-45-137 16,-58 36-50-16,1 9-20 16,-1 2-10-16,-11 35-78 15,-21 49-241-15,-13-5-288 0,-11-2-719 16</inkml:trace>
  <inkml:trace contextRef="#ctx0" brushRef="#br0" timeOffset="4606.63">5604 4809 1292 0,'0'0'345'0,"0"0"-107"15,0 0-238-15,0 0-32 16,0 0-331-16</inkml:trace>
  <inkml:trace contextRef="#ctx0" brushRef="#br0" timeOffset="5049.92">7028 4277 1540 0,'0'0'807'16,"0"0"-747"-16,0 0-40 16,0 0 2-16,-147 90-22 15,106-50 13-15,15-4 32 16,8-5-14-16,16-6-31 16,2-8-37-16,7-8 25 15,22-9-47-15,8 0-8 16,4-21-75-16,16-34-174 15,-12 6-31-15,-7-4-368 0</inkml:trace>
  <inkml:trace contextRef="#ctx0" brushRef="#br0" timeOffset="5219.14">7104 3942 1588 0,'0'0'669'16,"0"0"-498"-16,0 0-8 0,0 0-148 15,0 0 1-15,-13 103 60 16,1-42-70-16,3 8 106 15,1 1-112-15,0 1-34 16,2-8 34-16,4-5-180 16,2-12 22-16,0-9-116 15,0-15-284-15,0-12-271 0</inkml:trace>
  <inkml:trace contextRef="#ctx0" brushRef="#br0" timeOffset="5863.95">6653 4187 1855 0,'0'0'552'15,"0"0"-329"-15,0 0-223 16,0 0 4 0,0 0-32-16,129-12 43 0,-61 12-30 15,7 0-3-15,10 5-136 16,-2 7 139-16,-3 7-95 15,-8 3 24-15,-14 2 86 16,-12 3 0-16,-15-2 6 16,-13 1 85-16,-11 2-74 15,-7 0 151-15,0-2-144 16,0-2-17-16,-9-2 26 16,0-7-17-16,4-5 2 0,5-6-18 15,0-4-26-15,5 0-16 16,15-4-19-16,9-14-100 15,2-4 0-15,0-3 4 16,-4 2 133-16,-6 4 24 16,-11 5 19-16,-3 6 292 15,-7 8-188-15,0 0-88 16,0 2-11-16,0 14-9 16,0 2 33-16,0 4-48 15,6-2 0-15,10-4 14 16,7-6-14-16,6-6-34 15,4-4 28-15,5 0-68 16,0-11-16-16,-3-10-85 0,-2 2 53 16,-4-2 83-1,-6 5 6-15,-7 5 33 0,-7 10 87 16,-5 1 7-16,-4 21 18 16,0 21-16-16,0 13-84 15,-9 15 122-15,-2 7-127 16,2 1 16-16,3-1 60 15,-1-11-83-15,3-6 58 16,-2-12-58-16,0-10 0 16,0-10 0-16,-5-9 0 15,-1-12-82-15,-1-7 18 16,-12-24-129-16,5-12-129 0,1-8-684 16</inkml:trace>
  <inkml:trace contextRef="#ctx0" brushRef="#br0" timeOffset="6061.58">7581 4083 1413 0,'0'0'723'16,"0"0"-572"-16,0 0-151 16,0 0 1-16,0 0 122 15,65 104-102-15,-65-66 8 16,0-2-15-16,0-4 10 15,-16-6-48-15,-16-10-25 16,3-9-244-16,2-7-278 0</inkml:trace>
  <inkml:trace contextRef="#ctx0" brushRef="#br0" timeOffset="6203.51">7654 3902 1969 0,'0'0'343'0,"0"0"-167"15,141-68-149-15,-81 39-2 16,-2-1-50-16,11 2 3 16,-17 6-233-16,-10 9-671 0</inkml:trace>
  <inkml:trace contextRef="#ctx0" brushRef="#br0" timeOffset="6355.28">8446 4555 2318 0,'0'0'0'16,"0"0"-858"-16</inkml:trace>
  <inkml:trace contextRef="#ctx0" brushRef="#br0" timeOffset="8743.59">1163 6275 1413 0,'0'0'1113'16,"0"0"-1027"-16,0 0-71 16,0 0 62-16,0 0-18 15,0 0 48-15,0 0 0 16,0-19-106-16,33-8 115 16,19-14-116-16,12-11-42 15,13-9 24-15,0-5-51 0,-1 1 11 16,-9-4-54-16,-9 3-103 15,-12 2 141-15,-11 6-122 16,-18 3-6-16,-13 11 167 16,-4 8 35-16,-2 14 39 15,-21 12-11-15,-5 10 3 16,-8 14 16-16,-4 30-20 16,-2 20 83-16,1 16 62 15,6 14-67-15,6-3 9 16,12-1-71-16,9-12-15 15,8-11 25-15,5-18-53 16,19-18-17-16,9-15-13 0,8-14 24 16,3-2-34-16,2-20-79 15,-2-12-115-15,-7-8 114 16,-6-7-139-16,-4 3 55 16,-8 3 127-16,-6 6 77 15,-4 15 3-15,-7 12 191 16,-2 8-99-16,0 17 106 15,0 19-9-15,-4 10-108 16,-8 3 39-16,4 0-84 16,-1-8-6-16,1-8-33 15,6-11-43-15,2-7 41 16,0-15-237-16,10 0-234 16,1-11-70-16</inkml:trace>
  <inkml:trace contextRef="#ctx0" brushRef="#br0" timeOffset="9125.48">2006 5983 1043 0,'0'0'929'0,"0"0"-872"15,0 0 139-15,0 0-99 16,2 137 7-16,-11-105 21 16,1-8-65-16,0-9-1 15,6-3-59-15,2-9 20 16,0-3-64-16,4 0 44 15,21-20-61-15,8-7-132 16,8-4-73-16,1 2 24 16,0 5 106-16,-5 13 136 0,-8 9 116 15,-10 2 55-15,-9 17-3 16,-10 12 24-16,0 3-101 16,0-1 28-16,-10-8-87 15,1-7 1-15,7-12 12 16,2-4-45-16,4-8-9 15,28-20-86-15,15-8-171 16,13-2 192-16,7 4-53 16,-3 5-76-16,-6 12 162 15,-14 13-17-15,-15 4 58 16,-15 19 67-16,-18 41-67 16,-23-3-29-16,-9-3-624 0</inkml:trace>
  <inkml:trace contextRef="#ctx0" brushRef="#br0" timeOffset="9715.94">1314 6587 310 0,'0'0'1571'16,"0"0"-1225"-16,0 0-254 15,0 0 98-15,0 0-171 16,0 0-2-16,0 0 124 16,58-53-141-16,-37 53 0 15,-4 15 13-15,-7 17 1 16,-8 11 81-16,-2 8-86 16,-4 3 8-16,-17 1 81 15,-1-5-98-15,0-10 0 16,2-10 1-16,9-10 29 15,3-8-26-15,8-10-4 0,0-2 0 16,8-10-57-16,16-23 57 16,5-13-253-16,4-7 95 15,-2-5-159-15,-4 4 168 16,-7 13 122-16,-9 15 27 16,-9 18 337-16,-2 8-245 15,0 2-55-15,-15 23 106 16,-1 6-71-16,3 4 48 15,9-2-108-15,4 2 21 16,0-7-39-16,11-2 6 16,13-8-145-16,18-8-45 0,-5-6-283 15,-6-4-327-15</inkml:trace>
  <inkml:trace contextRef="#ctx0" brushRef="#br0" timeOffset="9883.26">1615 6724 1654 0,'0'0'817'16,"0"0"-735"-16,0 0-4 16,0 0-33-16,0 0-24 15,0 0 13-15,0 0-34 16,150-7-71-16,-101 7 26 16,16 0-153-16,-11 0-323 15,-13-2-397-15</inkml:trace>
  <inkml:trace contextRef="#ctx0" brushRef="#br0" timeOffset="10055.4">2059 6624 732 0,'0'0'1437'0,"0"0"-1233"0,0 0-192 16,0 0 62-16,0 0-64 16,0 0 42-16,49 107 42 15,-49-67-87-15,-11 3 78 16,-14 3-85-16,-6-4-84 15,-9-3 4-15,11-8-253 16,9-13-321-16</inkml:trace>
  <inkml:trace contextRef="#ctx0" brushRef="#br0" timeOffset="10587.63">2325 6705 1190 0,'0'0'588'0,"0"0"-511"16,0 0-34-16,0 0 103 0,0 0-10 15,0 0 16-15,0 0-38 16,0-26-114-16,4 14 91 16,9 0-91-16,1 4 0 15,1 2-6-15,-4 6 22 16,1 0-16-16,-10 9 0 16,-2 16 25-16,0 9 63 15,-18 2-51-15,-6 5-25 16,-5-7 72-16,4-5-84 15,5-6 20-15,9-12-20 16,5-2 22-16,6-6-38 16,0-3 16-16,15 0-78 15,14 0 60-15,2 0-7 0,2 0-12 16,-2 0 29 0,-4 7 8-16,-9 9-16 0,-7 6 16 15,-9 2 0-15,-2 2 46 16,-2-2-36-16,-18 0 13 15,-4-5-23-15,-1-6 36 16,1-5-93-16,1-6 6 16,8-2-157-16,5-11-117 15,8-8-559-15</inkml:trace>
  <inkml:trace contextRef="#ctx0" brushRef="#br0" timeOffset="10761.51">2481 6590 570 0,'0'0'1368'16,"0"0"-1035"-16,0 0-230 15,0 0 9-15,0 0-78 16,129 2-19-16,-94 10 74 16,15 8-89-16,-10-3-140 15,-7-3-332-15</inkml:trace>
  <inkml:trace contextRef="#ctx0" brushRef="#br0" timeOffset="11765.98">3147 6078 2006 0,'0'0'380'0,"0"0"-340"16,0 0 37-1,0 0-76-15,0 0-1 0,0 0 0 16,0 0 4-16,123-100-14 16,-85 68-69-16,-5-1-64 15,-8 3 100-15,-8 1-100 16,-7 3 143-16,-10 7 0 16,0 6 140-16,0 13 23 15,-12 0-163-15,-3 7 17 16,-4 29 34-16,0 18-26 15,3 20 42-15,1 12 43 16,1 11-84-16,5-1 79 16,-3-6-105-16,2-8 23 0,-3-12 26 15,-1-12-49 1,-3-9 0-16,-2-13-10 0,-1-10 34 16,1-10-2-16,-2-12-22 15,4-4 0-15,7-4 21 16,8-28-21-16,2-14-57 15,23-12 33-15,21-14-97 16,16-7 68-16,12-5-99 16,5-2-139-16,4 3 135 15,-4 5-99-15,-7 6 163 16,-14 12 92-16,-16 11 95 16,-13 10 147-16,-14 15-34 15,-13 12-39-15,0 12 97 16,-17 2-259-16,-15 30-7 0,-4 12 51 15,3 11-27-15,6 6 61 16,9 1-85-16,14 1 2 16,4-10-1-16,0-7-1 15,17-11-48-15,6-9 20 16,-1-9-111-16,0-12 25 16,-2-5-158-16,1-8-69 15,-6-18 23-15,-1-4-369 0</inkml:trace>
  <inkml:trace contextRef="#ctx0" brushRef="#br0" timeOffset="12059.14">3787 6092 705 0,'0'0'687'0,"0"0"-363"16,0 0 49-16,0 0-203 15,0 0-18-15,0 0-39 0,31 134-62 16,-40-90 84-16,-6-2-133 16,4-8 35-16,1-8-13 15,6-7-24-15,2-11 0 16,2-7-7-16,0-1-8 15,2-4 7-15,16-22-139 16,-1-8-119-16,6-10 83 16,-1-4-154-16,1 4 16 15,-4 6 321-15,2 14 83 16,-8 16 403-16,1 8-315 16,-6 6-94-16,3 22 115 15,3 2-191-15,-1 0 8 16,3-2-5-16,1-5 4 0,2-10-16 15,7-13-150-15,-3 0-197 16,-8-4-212-16</inkml:trace>
  <inkml:trace contextRef="#ctx0" brushRef="#br0" timeOffset="12232.94">4271 5959 1242 0,'0'0'961'0,"0"0"-797"15,0 0-131-15,35 128-24 16,-35-70 147-16,0 3-122 16,-4-3 6-16,-14-1-40 0,1-10-19 15,0-1-64-15,9-13-271 16,6-13-527-16</inkml:trace>
  <inkml:trace contextRef="#ctx0" brushRef="#br0" timeOffset="12504.12">4607 6280 1872 0,'0'0'649'16,"0"0"-503"-16,0 0-118 16,0 0 8-16,0 0-23 15,116 12-13-15,-78-6 0 16,0 3-49-16,-7 5-84 16,-6-2-349-16,-17-3-510 0</inkml:trace>
  <inkml:trace contextRef="#ctx0" brushRef="#br0" timeOffset="12628.05">4632 6486 2284 0,'0'0'586'15,"0"0"-586"-15,0 0-30 16,0 0 30-16,133 21-185 16,-75-21 75-16,-13 0-122 15,-9 0-744-15</inkml:trace>
  <inkml:trace contextRef="#ctx0" brushRef="#br0" timeOffset="14460.06">5075 6571 1498 0,'0'0'1074'15,"0"0"-887"-15,0 0-161 16,0 0-26-16,108-114-11 16,-56 57-106-16,8-7 10 0,4-2-34 15,-5-1 107 1,-1-3 22-16,-6 1-103 15,-9-2-36-15,-10-1-26 16,-11 5 164-16,-9 4 13 0,-6 13 111 16,-7 13 235-16,0 15-209 15,0 17-58-15,-20 5-54 16,-9 23 9-16,-9 26-28 16,-6 18 76-16,3 12-71 15,8 5 166-15,10-1-177 16,12-12 0-16,11-8 15 15,0-15 3-15,19-12-3 16,12-14-15-16,4-10-1 16,5-12-80-16,3 0 44 15,-3-10-130-15,-5-12 77 0,-1-6-58 16,-10-2 32 0,-3 0-29-16,-11 7 145 0,-1 6 78 15,-7 11 73 1,-2 6-70-16,0 0-44 0,0 20-13 15,-8 8-11-15,-3 5-13 16,1-1 10-16,4-5-66 16,6-11-133-16,0-6-339 15,9-10-287-15</inkml:trace>
  <inkml:trace contextRef="#ctx0" brushRef="#br0" timeOffset="14877.18">6036 6122 773 0,'0'0'1317'0,"0"0"-1075"0,0 0-241 16,0 0-1-16,-45 132 93 15,26-95-2-15,0-9 29 16,7-9-97-16,4-7 15 16,6-6-6-16,2-6-32 15,0 0 0-15,20-10-17 16,14-12-118-16,9-4 7 15,5-2 23-15,1 4-74 16,-2 7 163-16,-9 10-12 16,-12 7 28-16,-10 4 106 15,-9 20 14-15,-7 4 19 16,0 1-124-16,-5-8 12 16,-3-3 31-16,6-10-58 0,2-8 0 15,0 0 10-15,29-5-10 16,11-16-144-16,13-5-26 15,5 2-83-15,5 0 211 16,-5 8-37-16,-6 4 79 16,-9 10 91-16,-9 2 17 15,-17 8-10-15,-14 18-98 16,-3 11-76-16,-47 21 75 16,-3-11-228-16,-2-2-668 0</inkml:trace>
  <inkml:trace contextRef="#ctx0" brushRef="#br0" timeOffset="15402.15">5202 6735 2256 0,'0'0'239'0,"0"0"-226"16,0 0 42-16,0 0-55 0,0 0 0 16,0 0 84-1,0 0-67-15,97-62 63 16,-78 84-80-16,-5 8 2 15,-5 9 96-15,-9 4-83 0,0 4-3 16,-5-1 24-16,-9-6-14 16,1-6-1-16,3-9-21 15,2-10 0-15,8-9-18 16,0-6 18-16,0 0-31 16,14-18 23-16,11-17-169 15,-1-5 108-15,-2-5-112 16,-1 0 6-16,-11 10 166 15,-1 11 18-15,-9 12 161 0,0 12-33 16,0 0-136 0,-7 9 100-16,-5 16-45 0,0 3-43 15,5 2 102-15,5-2-115 16,2-2 0-16,2-2-1 16,17-7-64-16,5-5-33 15,16-10-177-15,-7-2-310 16,-1 0-435-16</inkml:trace>
  <inkml:trace contextRef="#ctx0" brushRef="#br0" timeOffset="15581.93">5577 6822 1731 0,'0'0'623'16,"0"0"-512"-16,0 0 48 0,0 0-108 15,0 0-33-15,0 0 33 16,0 0-51-16,111-5-26 15,-66 5-12-15,1 5-85 16,2-2-95-16,1-3-175 16,-14 0-196-16,-8 0-171 0</inkml:trace>
  <inkml:trace contextRef="#ctx0" brushRef="#br0" timeOffset="15752.41">5956 6756 1603 0,'0'0'489'0,"0"0"-368"15,0 0-81-15,0 0-21 16,0 0 12-16,0 0 33 0,0 0-49 16,76 109 142-1,-80-68-156-15,-25 3 11 0,-10 0-12 16,-1-4-36-16,-4-2-43 16,10-10-195-16,14-10-378 0</inkml:trace>
  <inkml:trace contextRef="#ctx0" brushRef="#br0" timeOffset="16371.33">6406 6941 1333 0,'0'0'696'15,"0"0"-405"-15,0 0-171 0,0 0-76 16,0 0 160-16,0 0-141 16,0 0 22-1,-13-41-37-15,20 24-22 0,10 4-35 16,1 1 9-16,0 3 0 16,0 7-26-16,-4 2 26 15,-6 0-12-15,-6 18-3 16,-2 9 30-16,-6 5 30 15,-17 2-45-15,-1 0 0 16,-1-4 6-16,8-7-6 16,5-8 0-16,5-6-12 15,7-6 30-15,0-3-61 16,12 0 22-16,14 0 19 16,3 0-61-16,2 0 37 15,-2 0 14-15,-6 6-3 0,-7 6 30 16,-8 6-26-16,-8 2 11 15,0 5 0-15,-8-1 40 16,-15-2-38-16,-4-2-2 16,1-4 0-16,1-6-9 15,5-5 9-15,7-2-136 16,8-3-106-16,5-8-14 16,0-8-522-16</inkml:trace>
  <inkml:trace contextRef="#ctx0" brushRef="#br0" timeOffset="16550.93">6629 6788 1602 0,'0'0'646'0,"0"0"-353"0,0 0-187 16,0 0-64-16,0 0-20 15,0 0-6-15,143-4 17 16,-106 8-33-16,13 6-77 15,-11-3-40-15,-7 0-588 0</inkml:trace>
  <inkml:trace contextRef="#ctx0" brushRef="#br0" timeOffset="18043.71">7445 5944 1408 0,'0'0'383'0,"0"0"-139"15,0 0-133-15,0 0 51 16,0 0-106-16,0 0-5 16,0 0 48-16,76-81-88 15,-55 81-11-15,2 0 0 16,-3 20 34-16,-9 17 11 15,-4 9-14-15,-7 8-10 0,-2 1 85 16,-18 0-91-16,-2-5 20 16,-3-8-35-16,5-10 45 15,4-11-31-15,6-5-14 16,7-11-6-16,3-5-36 16,0 0 3-16,9-12-36 15,14-18-105-15,2-10-186 16,10-10 139-16,-4-4-436 15,0 1-51-15,-7 10 714 16,-6 10 445-16,-9 15 52 16,-9 14-102-16,0 4-273 15,-9 20 75-15,-13 12-13 16,2 9-100-16,6-1 60 0,8-2-114 16,6-4 6-1,6-4-36-15,23-7-49 0,7-4 34 16,24-15-266-16,-6-4-318 15,-5 0-473-15</inkml:trace>
  <inkml:trace contextRef="#ctx0" brushRef="#br0" timeOffset="18458.66">8034 5578 1553 0,'0'0'531'15,"0"0"-295"-15,0 0-180 16,0 0-50-16,0 0 74 15,0 0-13-15,0 0 15 16,-14-58-82-16,30 51 40 16,3 0-78-16,2 7 38 15,-8 0-14-15,-6 19-13 16,-7 16 53-16,-2 9-26 16,-25 6 44-16,-4 0-32 0,2-9 139 15,6-9-151 1,10-8 1-16,8-8 9 0,5-5 2 15,8-2-10-15,15-4-2 16,8 0-166-16,17-3 16 16,-13-2-522-16,-4 2-1010 0</inkml:trace>
  <inkml:trace contextRef="#ctx0" brushRef="#br0" timeOffset="18640.43">8156 6052 1818 0,'0'0'304'15,"0"0"-172"-15,0 0-52 0,0 0 29 16,0 0-93-16,0 0 12 16,154-11-56-16,-108 4-334 15,-3-3-1295-15</inkml:trace>
  <inkml:trace contextRef="#ctx0" brushRef="#br0" timeOffset="19090.98">8642 5886 1639 0,'0'0'573'0,"0"0"-535"0,0 0 85 16,0 0-123-16,0 0 0 16,0 0 65-16,0 0 6 15,58 69 10-15,-60-20 14 16,-18 4-89-16,-3-2 134 16,1-5-140-16,4-9 0 15,7-12 11-15,4-9-4 16,5-8-7-16,2-6 0 15,0-2 15-15,2-8-70 16,16-18-100-16,5-11-188 16,1-6 74-16,0-6-124 0,-1-1 68 15,-3 4 300 1,-5 10 25-16,-4 12 485 0,-6 13-198 16,-5 8-71-16,0 3-76 15,0 8-133-15,0 16 93 16,0 6-18-16,0 5-56 15,0-2 38-15,11 0-64 16,8-9-111-16,6-7 30 16,25-6-159-16,-10-10-366 15,-2-1-997-15</inkml:trace>
  <inkml:trace contextRef="#ctx0" brushRef="#br0" timeOffset="19277.16">9064 6017 1943 0,'0'0'567'0,"0"0"-403"0,0 0-133 16,0 0 10-16,0 0 38 15,0 0-64-15,0 0 125 16,75 0-140-16,-35 0-39 16,3 0 23-16,-1 0-214 15,7 0-27-15,-9 0-214 16,-11 0-495-16</inkml:trace>
  <inkml:trace contextRef="#ctx0" brushRef="#br0" timeOffset="20312.41">9585 5955 1498 0,'0'0'315'0,"0"0"-224"16,0 0 77-16,0 0-94 15,0 0 56-15,0 0-24 16,0 0-76-16,29-84 66 16,-12 74-96-16,2 0 0 15,1 1-16-15,2 6 17 16,0-1-1-16,3 4 0 0,-6 0 15 16,0 0-11-16,-11 14-4 15,-8 8 0 1,0 4 3-16,-15 9 3 15,-16-1 20-15,-5 4-26 0,-4-4 31 16,2-2 60-16,2-5-91 16,7-2 0-16,7-7 58 15,5-4-58-15,7-6 25 16,10-4-25-16,0 1 20 16,2 0 99-16,25 1-107 15,6 0-11-15,12-3 17 16,7 2-17-16,-1-1-2 15,0-1-93-15,3-3-218 16,-14 5-25-16,-13-3-889 0</inkml:trace>
  <inkml:trace contextRef="#ctx0" brushRef="#br0" timeOffset="34356.44">7413 6474 806 0,'0'0'318'16,"0"0"-192"-16,0 0 39 15,0 0 4-15,0 0-57 16,0 0 91-16,5 0-106 16,-5 0-15-16,2 0-16 15,3 0-55-15,0 0 15 16,-1 0-26-16,0 0 21 0,0 0 53 16,1-2-67-16,-3 2-7 15,0-1 104-15,-2 1-57 16,0 0 32-16,3 0-69 15,-3-2 23-15,2 2 52 16,3-2-85-16,1 0 0 16,1-1 25-16,1 0-16 15,2 1 9-15,-1-1-18 16,-1 3 22-16,2-1 1 16,1 1-23-16,-1 0 0 15,4 0-12-15,-3 0 31 16,3 0-19-16,-1 0 0 15,1 0 2-15,-1 0-4 0,-2 0 2 16,2 0 0-16,-2 0-21 16,1 0 41-16,-1 0-20 15,2 0 0-15,1 0 7 16,-1 0-13-16,1 0 6 16,-2 0 0-16,5 0-25 15,-7 0 44-15,3 0-19 16,1 0 0-16,-3 0 9 15,3 4-21-15,-3-2 12 16,2 1-7-16,1 2-25 16,-1-3 37-16,0 1-6 15,0-1 1-15,1 0 0 0,1 1-23 16,4-3 23-16,-2 2-12 16,3-2-17-16,1 2 35 15,0-2-6-15,2 2 0 16,2-1 11-16,1-1-16 15,1 2 5-15,0 0 0 16,-1 1-22-16,1-1 34 16,0 0-12-16,-3-2 0 15,1 2 10-15,0-2-13 16,2 0 3-16,-1 1 0 16,0-1-34-16,-1 0 47 15,2 3-13-15,-2-3 0 16,-3 2 15-16,0-2-18 15,0 2 3-15,1-2 0 0,-1 1-23 16,4-1 40-16,-1 0-17 16,2 0 0-16,2 0 11 15,-4 0-16-15,2 0 5 16,-6 0 0-16,4 0-20 16,-5 0 28-16,1 0-8 15,-2 0 0-15,2 0 17 16,1 0-20-16,0 0 3 15,2 0 0-15,1 0-21 16,0 0 33-16,-6 0-12 16,2 0 0-16,-3 0 16 15,-1 0-17-15,1 0 1 16,0 0 0-16,0 0-28 16,2 0 41-16,0 0-13 0,0 0 0 15,0 0 15-15,-2 0-17 16,2 0 2-16,-2 0 0 15,-3 0-21-15,4 0 30 16,-2 0-9-16,1 0 0 16,-1 0 15-16,4 0-15 15,1 0 0-15,1 0 0 16,1 0-21-16,0-1 29 16,3-1-8-16,-2 2 0 15,0-2 16-15,-2 2-16 16,0-3 0-16,2 3-1 15,-1-1-29-15,1 1 43 16,4 0-13-16,-1-2 0 16,4 0 20-16,-1 0-22 0,1-1 2 15,-1 1 0-15,-2 0-25 16,2 1 37-16,-2-1-12 16,-5 2 0-16,0 0 21 15,-3 0-3-15,-4 0-18 16,1 0 0-16,-5 0-24 15,-1 0 42-15,-3 0-18 16,-3-2 0-16,-2 2 22 16,2 0-18-16,-6 0-4 15,0 0-59-15,0 0 14 16,0 0-280-16,0 0-458 0</inkml:trace>
  <inkml:trace contextRef="#ctx0" brushRef="#br0" timeOffset="35512.01">7864 6759 1309 0,'0'0'344'16,"0"0"-233"-16,0 0-104 0,0 0 175 15,0 0-49-15,0 0-57 16,0 0 65-16,102-48-121 16,-79 48 1-16,-3 0 15 15,-3 0-23-15,2 6 82 16,-7 12-71-16,0 11-23 16,-5 5 139-16,-3 5-131 15,-4 6 37-15,0 0 2 16,0-5-22-16,-4 1 43 15,-7-7-69-15,-1-6 6 16,4-8 20-16,1-6-26 16,3-8 0-16,4-3 0 15,0-3 30-15,0-5-14 0,8-19-16 16,13-10-180-16,-2-10 119 16,6-6-87-16,0 0-49 15,-3 4 28-15,-7 8 87 16,-1 12 82-16,-7 9 57 15,-7 12 63-15,0 5 83 16,0 0-172-16,-5 12 14 16,-9 17 96-16,4 8-117 15,1 3 86-15,9 0-110 16,0-2 23-16,4-6-28 16,20-6 5-16,23-8-127 15,-7-10-117-15,-1-5-705 0</inkml:trace>
  <inkml:trace contextRef="#ctx0" brushRef="#br0" timeOffset="35691.92">8468 6958 1994 0,'0'0'530'15,"0"0"-515"-15,0 0 63 16,0 0-78-16,123-17 0 15,-81 14-51-15,27-3-34 16,-8 2-243-16,-3 0-523 0</inkml:trace>
  <inkml:trace contextRef="#ctx0" brushRef="#br0" timeOffset="36129.25">9206 6890 880 0,'0'0'1034'0,"0"0"-762"15,0 0-174-15,0 0 117 16,0 0-132-16,0 0 42 16,0 0-28-16,-27-4-91 15,27 1 76-15,0 0-82 0,0-2 1 16,0 0 12-1,7-4-13-15,8 6-6 0,4-1-10 16,-4 4 32 0,1 0-42-16,-8 0 26 0,-5 14 0 15,-3 8-5-15,-7 6 26 16,-15 7-21-16,-8-2 36 16,4-3-23-16,6-1 10 15,11-8-23-15,9-1 0 16,9 0-48-16,27-2 48 15,10 0-27-15,6 1 12 16,-3 1 30-16,-11-1-30 0,-14 2 15 16,-19 3 0-1,-5 1 5-15,-29 1-5 0,-19 1 0 16,-7-3 0-16,-17 3-121 16,14-10-67-16,14-8-385 15</inkml:trace>
  <inkml:trace contextRef="#ctx0" brushRef="#br0" timeOffset="36943.55">10385 6382 1527 0,'0'0'321'15,"0"0"-122"-15,0 0 50 16,0 0-99-16,0 0 38 15,0 0-37-15,0 0-121 16,-4-19 130-16,4 19-151 16,0 0-6-16,0 0 45 15,0 0-31-15,0 0 39 16,0 0-56-16,0 0 0 0,8-3 18 16,13 3-18-16,3-2 0 15,8 2-19-15,3 0 49 16,1 0-60-1,-3 0 1-15,-2 0-149 0,-8 10 2 16,-10 1-358-16,-8 1-220 16</inkml:trace>
  <inkml:trace contextRef="#ctx0" brushRef="#br0" timeOffset="37098.11">10298 6573 1348 0,'0'0'705'0,"0"0"-499"15,0 0-90-15,0 0 135 0,0 0-154 16,0 0-61-16,141 2-33 16,-101-2-3-16,5 0-146 15,-14 0-391-15,-6 0-905 16</inkml:trace>
  <inkml:trace contextRef="#ctx0" brushRef="#br0" timeOffset="53683.99">10882 6587 1317 0,'0'0'268'0,"0"0"-234"16,0 0 120-16,0 0-64 16,0 0 15-16,-13 0 43 15,13 0-67-15,0 0 39 16,0 0-41-16,-2-2-39 15,2 2 119-15,0 0-79 16,-3 0-16-16,1 0 5 16,2 0-68-16,0 0 80 0,0 0-81 15,0 0 18-15,0 0 30 16,0-2-48-16,0 2 0 16,7-2 6-16,13-1 23 15,7 0-19-15,6 3-10 16,5 0-13-16,6 0-47 15,24 8-25-15,-13 4-245 16,-6-6-493-16</inkml:trace>
  <inkml:trace contextRef="#ctx0" brushRef="#br0" timeOffset="54515.34">11683 6386 136 0,'0'0'1485'0,"0"0"-1272"16,0 0-127-16,0 0-43 15,0 0-30-15,0 0 160 16,0 0-90-16,-56-2-15 15,45 21 43-15,-1 6-86 16,4 4 61-16,1 2-86 16,5 1 18-16,2-6 24 15,0 1-42-15,0-3 0 16,11-6 42-16,3-4-41 16,3-4 29-16,3-4-30 15,5-4 1-15,-1-2-31 16,5 0 30-16,-2-2-15 15,2-12-9-15,0-2 48 0,0-4-27 16,0 0 3-16,0-2 0 16,0-2-13-1,0 3 13-15,-2 1 0 0,0 3-12 16,-4 3 27-16,0 2-15 16,-1 2 0-16,3 0 0 15,-3 3-8-15,0 2 8 16,1 3 0-16,-3 0-18 15,0 2 42-15,-4 0-13 16,1 0-11-16,-1 4 10 16,-1 6-7-16,-3 6-3 15,-1-2 0-15,-5 4-12 16,-4-3 31-16,0 4-7 16,-2-4-12-16,0 2 14 15,0-5 16-15,-10 0-30 16,-8-2 0-16,-4-3 52 0,-5-2-40 15,-6-5 44-15,-1 0-44 16,-7 0 14-16,2-8 63 16,-5-10-89-16,-2-7 0 15,4-2 33-15,0-2-22 16,4 2-2-16,5 3-9 16,4 3-109-16,-3 8 7 15,8 3-431-15,9 3-650 0</inkml:trace>
  <inkml:trace contextRef="#ctx0" brushRef="#br0" timeOffset="56709.68">1000 8504 567 0,'0'0'1033'0,"0"0"-811"15,0 0-166-15,0 0 155 16,0 0 0-16,0 0 13 15,0 0 25-15,-6 2-114 0,6-2-1 16,0 0-126-16,0 0 22 16,0 0 41-16,9-12-71 15,17-14 0-15,10-12 0 16,13-10-26-16,7-6 20 16,-1-4-52-16,1 2-23 15,-7-1 54-15,-9 3-106 16,-6 0-1-16,-10 5 92 15,-11 7-1-15,-3 9 34 16,-8 7 9-16,-2 9 0 16,0 12 125-16,0 2-125 15,0 3 0-15,-14 8-9 16,-5 24 29-16,-8 16 14 16,0 17-9-16,2 11-11 0,8 0 53 15,10-3-67-15,7-11 0 16,0-15-10-16,22-13 22 15,7-11-24-15,7-14-30 16,4-9-67-16,2-1 78 16,-2-21-178-16,-4-6-19 15,-5-4 84-15,-6-1 89 16,-9 4 46-16,-8 7 18 16,-3 5 6-16,-5 12 205 15,0 5-111-15,0 0-57 16,-7 18 5-16,-8 12-17 15,-3 6 27-15,2 0-67 16,5 1 1-16,9-10-45 16,2-9-45-16,4-10-245 0,10-8-398 15</inkml:trace>
  <inkml:trace contextRef="#ctx0" brushRef="#br0" timeOffset="57143.57">1821 8282 1400 0,'0'0'281'0,"0"0"-59"15,-16 113-75-15,3-69 63 16,0-7-58-16,3-7-122 16,4-10 95-16,4-8-125 0,2-5 0 15,0-7-6 1,0 0 25-16,18-21-38 0,3-11-39 15,8-7-83-15,3-2 46 16,-1 1-48-16,-4 8 106 16,-7 10 37-16,-5 14 81 15,-3 8 51-15,-8 5-80 16,-4 26 20-16,0 4 95 16,0 0-127-16,-4-3-31 15,-3-6 38-15,4-10-46 16,3-12-2-16,0-4 0 0,21-2-83 15,12-20 68 1,12-7-130-16,8-2 5 16,3-1 118-16,-3 5-13 15,-5 9 36-15,-11 13 0 0,-10 5 8 16,-14 5 6-16,-13 26-14 16,0 7-22-16,-46 28-9 15,-1-10-277-15,3-6-1296 0</inkml:trace>
  <inkml:trace contextRef="#ctx0" brushRef="#br0" timeOffset="58006.4">1235 8953 932 0,'0'0'563'16,"0"0"-409"-16,0 0-27 15,0 0 102-15,0 0-26 16,0 0-7-16,0 0 8 16,-23 0-83-16,23 0 49 15,0 0-170-15,0 0 18 16,0 0 14-16,0 0-31 16,5 4 10-16,8 15-11 15,3 7 10-15,-6 10-2 16,-4 8-8-16,-6 2 0 15,0 2 10-15,-14-4-4 16,-4-6-6-16,2-8 0 16,6-8 20-16,2-10-16 15,8-8-4-15,0-4-16 16,0 0-11-16,14-19 3 0,13-16-123 16,4-13-60-1,2-4-7-15,-1-1 112 0,-8 14-18 16,-11 10 120-16,-8 16 151 15,-5 13-46-15,0 0-50 16,-11 22 15-16,-12 12-4 16,6 5 84-16,3 4-114 15,10-1-27-15,4-6 33 16,4-6-42-16,23-9-56 16,29-16-125-16,-10-5-367 0,-1 0-426 15</inkml:trace>
  <inkml:trace contextRef="#ctx0" brushRef="#br0" timeOffset="58220.28">1528 9131 1428 0,'0'0'993'16,"0"0"-836"-16,0 0 30 15,0 0-111-15,0 0-75 16,0 0 84-16,0 0-84 15,68 0 8-15,-26 0-9 16,2 0-186-16,3 0 71 16,-5 0-150-16,1-3-102 15,-12-6-35-15,-8 0-534 0</inkml:trace>
  <inkml:trace contextRef="#ctx0" brushRef="#br0" timeOffset="58384.81">1879 9013 1669 0,'0'0'604'0,"0"0"-451"15,0 0-115-15,0 0 1 16,0 0-24-16,0 0-15 16,0 0 0-16,77 95 97 15,-77-51-86-15,-11 4 9 16,-20 1-20-16,-11-2-78 16,-11-1-21-16,7-10-290 15,13-15-441-15</inkml:trace>
  <inkml:trace contextRef="#ctx0" brushRef="#br0" timeOffset="58870.44">2128 9090 1458 0,'0'0'629'16,"0"0"-504"-16,0 0-32 16,0 0 72-16,0 0-143 15,0 0 33-15,0 0 2 0,-17-66-40 16,32 57 29 0,3 5-46-16,-3 4 0 0,-1 0 28 15,-5 16-27-15,-7 13 20 16,-2 2 57-16,-4 8-62 15,-17-1 78-15,-1-4-94 16,5-8 1-16,5-10 5 16,5-7-6-16,7-4 0 15,0-5-1-15,14 0-90 16,10 0 82-16,8 0-66 16,2 0-75-16,-5 0 148 15,-8 0-42-15,-7 2 41 16,-10 14 3-16,-4 8 13 15,-4 4 76-15,-19 2-89 0,-6 1 12 16,-2-3 46-16,2-6-58 16,5-4 0-16,4-6 0 15,6-6-110-15,6-6 18 16,8 0-176-16,0-13-331 16,2-6-969-16</inkml:trace>
  <inkml:trace contextRef="#ctx0" brushRef="#br0" timeOffset="59128.62">2284 8999 1126 0,'0'0'887'0,"0"0"-643"16,0 0-14-16,0 0-86 15,0 0-76-15,0 0 59 16,0 0-125-16,52-4-2 16,-23 6 0-16,2 4 30 15,0 1-63-15,-2-6 4 16,-4 1-187-16,0-2 22 16,-10 0-351-16,-5-10-419 0</inkml:trace>
  <inkml:trace contextRef="#ctx0" brushRef="#br0" timeOffset="59283.68">2496 8860 1538 0,'0'0'863'0,"0"0"-804"16,0 0 15-16,0 0-65 16,-46 146-9-16,25-92 24 15,-1 1-2-15,-9 19-44 16,6-14-82-16,5-11-642 0</inkml:trace>
  <inkml:trace contextRef="#ctx0" brushRef="#br0" timeOffset="60287.01">2886 8499 1873 0,'0'0'364'0,"0"0"-204"15,0 0-23-15,0 0-99 16,0 0 76-16,0 0-73 16,0 0-20-16,79-66-3 15,-44 31-18-15,-2-5-106 16,-1-4 63-16,-10 2-55 16,-9 1 81-16,-9 7-29 15,-4 8 46-15,0 6 61 16,-2 10-61-16,-9 8 0 15,0 2 7-15,0 18 19 16,0 26 3-16,5 34-29 16,0 35 12-16,4 29 130 0,0-10-142 15,0-28 19 1,0-37 17-16,2-27-21 0,-2 1-2 16,-1-2-13-16,-1-3 0 15,-2-12-1-15,-4-9 1 16,-1-9 0-16,-5-6-5 15,3 0 23-15,2-23-4 16,8-14-14-16,3-14-124 16,14-13 104-16,22-8-105 15,9-4 38-15,10-1 8 16,3 1-85-16,2 4 26 16,0 4-32-16,-6 4 1 15,-7 4 161-15,-13 7-38 0,-10 11 46 16,-13 14 89-16,-9 14 89 15,-2 14 87-15,-6 2-167 16,-19 32-97-16,-4 16 199 16,2 14-148-16,7 8 6 15,7-2-14-15,11-3-29 16,2-11-12-16,4-12-3 16,18-12-74-16,5-13 49 15,2-12-96-15,3-7-100 16,1-14-105-16,-8-12-293 15,-8-6-118-15</inkml:trace>
  <inkml:trace contextRef="#ctx0" brushRef="#br0" timeOffset="60605.04">3540 8414 971 0,'0'0'743'0,"0"0"-469"0,0 0-123 16,0 0-74-16,0 0 7 16,0 0 71-16,46 141-125 15,-46-92 25-15,0-1 33 16,0-5-76-16,0-7 43 15,-2-11-55-15,0-6 1 16,2-12-1-16,0-7 0 16,0 0-11-16,8-12 5 15,13-25-158-15,1-10-42 16,0-7-30-16,0 0-62 16,-5 4 183-16,-7 12 115 15,-3 16 186-15,-7 18 130 16,0 4-186-16,0 16-10 15,0 18-25-15,0 4-80 0,0 2 37 16,0-4-52-16,12-7 0 16,5-11-10-16,3-7-55 15,9-11-53-15,-4-4-190 16,-6-15-416-16</inkml:trace>
  <inkml:trace contextRef="#ctx0" brushRef="#br0" timeOffset="60763.11">3970 8310 2031 0,'0'0'356'0,"0"0"-227"16,0 0-93-1,33 148 20-15,-33-82-56 0,-4 2 30 16,-17 3-5-16,-3-5-25 16,-1 7-113-16,3-15-172 15,11-21-649-15</inkml:trace>
  <inkml:trace contextRef="#ctx0" brushRef="#br0" timeOffset="61163.5">4402 8731 1803 0,'0'0'671'0,"0"0"-485"16,0 0 25-16,0 0-66 15,0 0-93-15,0 0 72 0,0 0-124 16,100-23 0-16,-59 23-24 16,-3 0 3-16,-9 4-31 15,-9 13-163-15,-20 10-275 16,0-2 114-16,-20-5-530 0</inkml:trace>
  <inkml:trace contextRef="#ctx0" brushRef="#br0" timeOffset="61265.7">4431 8886 1166 0,'0'0'761'15,"0"0"-293"-15,0 0-349 16,0 0 18-16,0 0 16 16,0 0-133-16,114 13-20 15,-63-13-242-15,-2 0-419 0</inkml:trace>
  <inkml:trace contextRef="#ctx0" brushRef="#br0" timeOffset="62484.98">5116 8872 831 0,'0'0'1581'0,"0"0"-1433"15,0 0-148-15,0 0-8 16,0 0 8-16,0 0 16 16,104-107-16-16,-41 47-49 15,8-9-30-15,-2 2-105 16,-6-3-18-16,-11 3-4 0,-11 3-42 15,-10 3 245-15,-13 7 3 16,-11 6 80-16,-7 11 158 16,0 8 7-16,-5 14-18 15,-15 10-140-15,-11 5-57 16,-4 24 34-16,-8 24-63 16,-1 31 45-16,8 5 71 15,9 6-88-15,13 0 18 16,14-21-47-16,0-1 21 15,12-17-15-15,17-15-6 16,5-15-37-16,8-18 26 16,5-3-80-16,1-9-54 15,4-20-140-15,2-26-267 16,-15 4 168-16,-10 5-304 0</inkml:trace>
  <inkml:trace contextRef="#ctx0" brushRef="#br0" timeOffset="62595.07">5787 8511 971 0,'0'0'696'0,"0"0"-467"16,0 0-117-16,0 0 172 15,-52 113-204-15,30-61-65 16,4-6 26-16,7-5-41 16,6-13-41-16,5-18-163 15,14-10-324-15,6 0-187 0</inkml:trace>
  <inkml:trace contextRef="#ctx0" brushRef="#br0" timeOffset="63002.95">5922 8564 1704 0,'0'0'524'0,"0"0"-419"16,-24 121-5-16,2-67-81 15,2-8 30-15,1-12-49 16,11-14 0-16,3-12-4 16,5-6 15-16,0-2-12 15,25-6 1-15,8-18-172 16,9-6 23-16,4-6-152 15,0 0 37-15,-3 4 153 16,-6 11 111-16,-8 16 37 16,-9 5 238-16,-11 12-66 0,-9 20 103 15,0 4-213 1,-4 2-77-16,-10-8 50 0,3-9-71 16,7-12 14-16,4-9-15 15,2 0 22-15,23-22-61 16,10-11-268-16,12-5 6 15,6-1 53-15,6 0 82 16,-1 9 134-16,-8 9 32 16,-9 12 26-16,-12 9 236 15,-16 11-176-15,-11 22-33 16,-2 12-53-16,-38 21-60 16,-1-8-285-16,-4-8-1025 0</inkml:trace>
  <inkml:trace contextRef="#ctx0" brushRef="#br0" timeOffset="63601.02">5200 9324 897 0,'0'0'640'16,"0"0"-416"-16,0 0-38 15,0 0 108-15,0 0-33 16,0 0-97-16,0 0 74 16,0-38-176-16,16 33-62 15,-1 2 39-15,3 3-33 16,-3 3-6-16,-1 18 0 16,-7 13 12-16,-5 7-17 15,-2 3 5-15,0-3 0 16,-4-4-10-16,-3-9 16 0,5-11-6 15,0-6 0-15,2-9 18 16,0-2-84-16,2-2 51 16,15-22-97-16,4-13-63 15,1-7-24-15,-5-4-74 16,-1 6 53-16,-9 8 220 16,-5 15 44-16,-2 19 155 15,0 0-143-15,-17 19 80 16,-4 15-23-16,5 5-9 15,6 2-3-15,7-5-71 16,3-1 90-16,5-7-120 16,17-3-38-16,9-11 8 15,20-9-163-15,-6-5-137 16,-7 0-385-16</inkml:trace>
  <inkml:trace contextRef="#ctx0" brushRef="#br0" timeOffset="63769.17">5534 9386 1320 0,'0'0'1017'0,"0"0"-861"16,0 0-58-16,0 0-30 15,0 0-13-15,0 0-55 16,0 0 17-16,103-1-60 16,-67 1-72-16,4 0-186 15,-9 0-181-15,-6 0-432 0</inkml:trace>
  <inkml:trace contextRef="#ctx0" brushRef="#br0" timeOffset="63937.95">5829 9302 1196 0,'0'0'724'0,"0"0"-469"0,0 0-154 16,0 0 76-16,0 0-119 16,0 0 3-16,37 130 69 15,-61-76-75-15,-10 1-15 16,-1-3-40-16,-1-9-73 15,5-6 18-15,11-13-169 16,9-10-243-16,9-10-308 0</inkml:trace>
  <inkml:trace contextRef="#ctx0" brushRef="#br0" timeOffset="64395.77">6134 9426 1517 0,'0'0'366'16,"0"0"-233"-16,0 0 33 15,0 0-45-15,0 0 115 16,0 0-109-16,0 0-48 16,-104 10 33-16,104-14-112 15,8-5-29-15,7 0 9 16,2 4 20-16,-2 5-41 15,-1 0 41-15,-4 5-14 0,-3 20 5 16,-7 7 18 0,0 5 22-16,-13 4-11 0,-10-3 20 15,2-3 1 1,5-12-41-16,7-9 0 0,7-5-2 16,2-9 2-16,9 0-30 15,17 0 30-15,8 0-72 16,-1 0 45-16,-2-3-12 15,-4 1 24-15,-6 2-5 16,-9 0 21-16,-9 8-1 16,-3 8 3-16,-9 6 28 15,-16 2 36-15,-6-1-67 16,2-4 0-16,0-5-29 16,6-3-24-16,6-10-58 15,5-1-111-15,8-3-362 16,4-14-725-16</inkml:trace>
  <inkml:trace contextRef="#ctx0" brushRef="#br0" timeOffset="64645.7">6254 9307 970 0,'0'0'880'0,"0"0"-625"16,0 0-21-16,0 0-44 0,0 0-128 16,0 0 77-16,0 0-139 15,96-2 10-15,-60 9 1 16,0 3-11-16,0-2-15 16,-5-2-125-16,-2-6-159 15,-10 0 53-15,-7 0-385 0</inkml:trace>
  <inkml:trace contextRef="#ctx0" brushRef="#br0" timeOffset="64794.34">6502 9189 1709 0,'0'0'357'16,"0"0"-146"-16,0 0-146 15,-56 153 78-15,32-98-133 16,-3-2 8-16,-4 14-36 0,6-15-67 15,7-14-311-15</inkml:trace>
  <inkml:trace contextRef="#ctx0" brushRef="#br0" timeOffset="66054.11">7271 8320 1378 0,'0'0'247'0,"0"0"-16"16,0 0-74-16,0 0-27 0,0 0 56 16,0 0-52-1,0 0-26-15,3-63-38 16,7 58-49-16,1 2 54 0,5 3-75 15,-1 0 0-15,1 25-9 16,-5 12 25-16,-6 13 2 16,-5 9 0-16,0-1 15 15,-11 0 41-15,-10-8-74 16,4-9 0-16,1-14 4 16,5-6 3-16,7-11-7 15,2-9 0-15,2-1 11 16,0 0-25-16,13-22 14 0,11-15-198 15,5-10 42 1,0-7-49-16,-2 2 1 0,-7 8 123 16,-6 12 81-16,-10 16 91 15,-4 15 2-15,0 1-87 16,-2 25 44-16,-9 13 50 16,1 6 5-16,10 0-19 15,0-2-78-15,14-10 77 16,18-6-85-16,10-11-70 15,28-15-3-15,-9 0-219 16,-5 0-384-16</inkml:trace>
  <inkml:trace contextRef="#ctx0" brushRef="#br0" timeOffset="66477.83">7768 8031 1758 0,'0'0'335'0,"0"0"-156"16,0 0-34-16,0 0-144 0,0 0 110 16,0 0-111-16,0 0 0 15,38-42 11-15,-18 50-1 16,-5 20-10-16,-7 11 0 16,-8 4 24-16,0 7 61 15,-23-2-76-15,-1-4-8 16,-1-7 70-16,10-12-70 15,5-8 18-15,10-12-19 16,0-1 16-16,5-4-12 16,17 0-4-16,11 0-73 15,19 0-35-15,-10-5-203 16,-4-5-497-16</inkml:trace>
  <inkml:trace contextRef="#ctx0" brushRef="#br0" timeOffset="66658.42">8003 8526 1295 0,'0'0'744'16,"0"0"-518"-16,0 0-211 16,0 0 90-16,0 0-105 15,0 0-31-15,139-15-24 16,-107 10-313-16,-6-2-883 0</inkml:trace>
  <inkml:trace contextRef="#ctx0" brushRef="#br0" timeOffset="66971.31">8491 8356 1061 0,'0'0'857'16,"0"0"-703"-16,0 0-104 16,0 0 72-16,0 0-51 15,0 0-3-15,0 0 3 16,10 44-48-16,-10 0 145 16,0 6-138-16,-15-1-14 15,1-3 53-15,1-8-63 0,4-11 11 16,5-6-17-16,1-11 12 15,3-6-53-15,0-4 41 16,0 0-100-16,16-21 57 16,2-12-195-16,6-38-108 15,-1 6-341-15,-8 7-394 0</inkml:trace>
  <inkml:trace contextRef="#ctx0" brushRef="#br0" timeOffset="67101.16">8491 8356 1219 0,'75'-9'649'15,"-75"9"-450"-15,0 9-67 16,-7 17 83-16,-3 6-126 15,2 7 93-15,4-2-133 16,4-1-48-16,0-2-1 0,12-5 0 16,11-8-100-1,23-7-145-15,-7-7-359 0,-1-7-543 0</inkml:trace>
  <inkml:trace contextRef="#ctx0" brushRef="#br0" timeOffset="67286.95">8885 8490 1540 0,'0'0'690'0,"0"0"-518"15,0 0-87-15,0 0 129 16,0 0-183-16,0 0-23 16,0 0 29-16,92-2-37 15,-57 2-31-15,1 0-115 16,13 0-176-16,-11 0-37 0,-7 0-788 0</inkml:trace>
  <inkml:trace contextRef="#ctx0" brushRef="#br0" timeOffset="67859.36">9431 8346 1016 0,'0'0'710'0,"0"0"-589"15,0 0-3-15,0 0-117 0,0 0 50 16,0 0 87 0,0 0-43-16,0 0-9 15,0 0-86-15,0 0 39 16,0 0-20-16,0 0-19 0,0 0 0 15,0-2 2-15,0-2 15 16,3 0 19-16,1 1-36 16,0 2 16-16,-4 1-7 15,0 0-9-15,0 0 0 16,0 0-10-16,0 0 26 16,0 0-16-16,-6 0 0 15,1 0 1-15,1 0-1 16,4 0 0-16,0-2 0 0,0 0 3 15,9-4-2-15,6 2-2 16,1 0-4 0,-1 4 5-16,-1 0-1 15,-5 14 1-15,-7 12 0 0,-2 8 23 16,-7 8-8-16,-22 4 49 16,-8 0-29-16,-4-4-22 15,3-8 55-15,9-8-68 16,12-10 0-16,9-6 6 15,8-6 3-15,2 1 38 16,25-1-47-16,7 1 31 16,9 0-37-16,5-2 6 0,2-1-58 15,10-2-9 1,-13 0-213-16,-14 0-346 0</inkml:trace>
  <inkml:trace contextRef="#ctx0" brushRef="#br0" timeOffset="68534.31">7204 8833 715 0,'0'0'393'0,"0"0"-238"0,0 0 122 16,0 0-102-1,0 0-26-15,0 0 43 0,0 0-34 16,-49 4 47-16,49-4-117 15,0 0-82-15,7 0 80 16,18 3-86-16,8 2 0 16,15-1 15-16,13 4 7 15,15 2-8-15,26 2-14 16,32 2 0-16,35 2 55 16,18-2-55-16,1 0 0 15,-9-7-5-15,-15 2 20 16,-6-5-10-16,-4 0-5 15,-11 2 0-15,-25 0-11 16,-26-1 11-16,-26 0 0 0,-10 0-15 16,2 0 38-1,-2-1-20-15,-5 2-3 0,-16-2 0 16,-12-1-17-16,-9-3 17 16,-10 1 0-16,-4-1-17 15,0 0-52-15,-16 0-4 16,-6 0-235-16,-2-1-661 0</inkml:trace>
  <inkml:trace contextRef="#ctx0" brushRef="#br0" timeOffset="69226.08">7735 9264 84 0,'0'0'1731'0,"0"0"-1510"15,0 0-162-15,0 0 128 16,0 0-61-16,0 0 5 16,0 0-62-16,64-68-68 15,-43 68 106-15,-2 4-107 16,-3 20 0-16,-7 13 33 0,-9 7-31 16,0 4 63-1,-4-1-65-15,-15-1 11 0,4-7 10 16,3-11-21-16,6-10 0 15,4-8-20-15,2-8 49 16,0-2-59-16,14-4 24 16,7-20-121-16,8-12 100 15,0-12-208-15,-2-5 12 16,-4 1 80-16,-8 8 13 16,-3 11 130-16,-8 14 135 15,-4 17-2-15,0 2 1 16,-6 16-119-16,-13 18 84 15,4 7 11-15,1 3-74 0,10-5 68 16,4-1-104 0,0-6 20-16,18-7-69 15,26-9-12-15,-6-9-244 16,1-7-442-16</inkml:trace>
  <inkml:trace contextRef="#ctx0" brushRef="#br0" timeOffset="69376.36">8252 9390 2459 0,'0'0'107'15,"0"0"-107"-15,0 0-166 16,120 0-331-16,-53 0 164 0,-11-4 47 16,-8-4-963-16</inkml:trace>
  <inkml:trace contextRef="#ctx0" brushRef="#br0" timeOffset="69986.45">8905 9339 1405 0,'0'0'0'0,"0"0"-135"15,0 0 38-15,0 0 97 16,0 0 381-16,0 0-41 15,0 0-89-15,-55 0-193 16,55-7-38-16,0 3 47 16,0-2-57-16,0 0-10 0,0 2 76 15,0-1-76-15,0 3 37 16,0-1-37-16,0 1 0 16,0 0-13-16,0 2 13 15,0 0 0-15,0 0 21 16,0 0-21-16,0 0 51 15,0 0-51-15,0 0 0 16,0 0-2-16,0 0 2 16,0 0 0-16,0 0-16 15,0 0 40-15,0 0-18 16,0 0-6-16,0 0 0 16,0 0 67-16,0 0-67 15,0 0 29-15,0-5 67 16,8 2-95-16,5 1-1 0,1 0-8 15,-1 2 8-15,-1 0-42 16,-6 7 42-16,-6 14 0 16,0 7-23-16,-4 7 46 15,-16 1 11-15,1 1-34 16,7-2 0-16,9-5-11 16,3-2 11-16,15-5-47 15,22 0 46-15,5-2-50 16,-2-4 39-16,-7 1-1 15,-10 0 13-15,-21 1 22 16,-2 4-20-16,-38 3 24 16,-18 0 41-16,-15 3-67 15,-5-5-9-15,-4-6-191 16,20-4-358-16,19-10-1088 0</inkml:trace>
  <inkml:trace contextRef="#ctx0" brushRef="#br0" timeOffset="70763.17">9932 9043 863 0,'0'0'1094'15,"0"0"-705"-15,0 0-265 16,0 0 92-16,0 0-74 16,0 0-91-16,0 0 85 15,23 0-136-15,4 0 0 16,4 0-2-16,2 0-49 16,-4 3 15-16,-6 12-201 15,-10-1-280-15,-9 1-119 0</inkml:trace>
  <inkml:trace contextRef="#ctx0" brushRef="#br0" timeOffset="70906.39">9882 9249 1780 0,'0'0'536'0,"0"0"-400"16,0 0-84-16,0 0 120 16,0 0-160-16,0 0 19 15,122 0-62-15,-61 0-56 16,-13 0-244-16,-5 0-296 0</inkml:trace>
  <inkml:trace contextRef="#ctx0" brushRef="#br0" timeOffset="72003.19">10711 9189 1255 0,'0'0'554'16,"0"0"-360"-16,0 0-54 15,0 0 141-15,0 0-131 0,0 0-19 16,0 0 47-16,-7-17-119 15,7 17-12-15,11 0-47 16,16 0 46-16,13 0-33 16,9-3-13-16,5 2-31 15,1-3 7-15,1 0-13 16,-5 1-81-16,3-4-160 16,-14 1-350-16,-11-2-267 0</inkml:trace>
  <inkml:trace contextRef="#ctx0" brushRef="#br0" timeOffset="72197.61">11010 9027 500 0,'0'0'1333'0,"0"0"-1031"15,0 0-237-15,0 0 128 16,0 0-121-16,-77 133-40 15,62-90-32-15,6 1-24 16,9-3 10-16,5-10-295 16,14-14-383-16</inkml:trace>
  <inkml:trace contextRef="#ctx0" brushRef="#br0" timeOffset="72661.16">11535 8967 1521 0,'0'0'244'0,"0"0"-173"0,0 0 49 16,0 0 18-16,-62 115 95 16,49-73-132-16,3-2-49 15,4-1 37-15,6-4-77 16,0-5 6-16,0-10-18 15,4-6 27-15,10-9-17 16,1-5-10-16,6 0-12 16,3-5-11-16,8-19-18 15,5-5-30-15,7-8-14 0,4-1 7 16,5 0 41-16,-2 6 37 16,1 8 0-16,-3 12 37 15,-5 12 6-15,-2 0 9 16,-5 5-9-16,-8 14-30 15,-8 0 94-15,-7-2-92 16,-7-3-13-16,-7-4 63 16,0-5-50-16,-11-2 25 15,-23-3 39-15,-13 0-78 16,-9 0 102-16,-8-16-103 16,1-2 0-16,-1-2-25 15,1-1 25-15,3 7-75 16,-14 11-190-16,16 3-390 15,12 0-926-15</inkml:trace>
  <inkml:trace contextRef="#ctx0" brushRef="#br0" timeOffset="73726.73">911 10834 1475 0,'0'0'732'0,"0"0"-584"15,0 0 6-15,0 0 56 0,0 0 24 16,0 0-77 0,0 0-89-16,-2 0 97 0,2 0-165 15,0 0 0-15,0 0-5 16,0 0 32-16,15 0-54 15,10 0 26-15,10 2-20 16,8 8-31-16,4 4-4 16,2 0-44-16,-2 2-11 15,0 3-237-15,-14-6-208 16,-8-3-535-16</inkml:trace>
  <inkml:trace contextRef="#ctx0" brushRef="#br0" timeOffset="73935.11">967 10985 851 0,'0'0'1487'16,"0"0"-1197"-16,0 0-90 16,0 0-176-16,0 0-23 15,0 0 10-15,0 0 17 16,78 5-56-16,-31-1-20 15,26-4-231-15,-13 0-13 16,-6 0-459-16</inkml:trace>
  <inkml:trace contextRef="#ctx0" brushRef="#br0" timeOffset="74118.22">1509 10770 2208 0,'0'0'535'0,"0"0"-525"15,0 0 36-15,0 0-46 16,0 0-1-16,46 107-13 16,-46-58 28-16,-8 8 10 15,-17 3-24-15,-6-2-160 16,-13 9-12-16,5-16-452 16,3-15-478-16</inkml:trace>
  <inkml:trace contextRef="#ctx0" brushRef="#br0" timeOffset="75260.12">1999 10885 732 0,'0'0'1085'0,"0"0"-939"15,0 0-70-15,0 0 32 16,0 0-66-16,0 0 99 0,138-67-95 16,-107 85-18-16,-6 17 103 15,-7 12-97-15,-9 10 25 16,-9 3 11-16,0-5-55 15,-13-2 58-15,-3-14-73 16,3-7 0-16,1-15-8 16,5-8 8-16,5-6 0 15,2-3-11-15,0-3-52 16,0-22 62-16,0-13-224 16,9-14 30-16,3-9 128 15,-2 0-111-15,-1 1 46 16,-1 11 132-16,-4 19 46 0,-2 17 286 15,-2 13-191-15,0 7-134 16,0 29 60 0,-4 9-9-16,2 2-21 15,2 2-13-15,2-8 18 0,25-7-41 16,8-11-1-16,11-8-113 16,26-15 15-16,-9 0-248 15,-11 0-396-15</inkml:trace>
  <inkml:trace contextRef="#ctx0" brushRef="#br0" timeOffset="75433.8">2601 10948 1813 0,'0'0'637'16,"0"0"-595"0,0 0 45-16,0 0-48 0,0 0-11 15,121 10-28-15,-77 3 18 16,3-3-71-16,-3 3-7 15,8 4-241-15,-15-5-220 16,-10-3-570-16</inkml:trace>
  <inkml:trace contextRef="#ctx0" brushRef="#br0" timeOffset="75597.38">2659 11161 740 0,'0'0'1441'0,"0"0"-1214"15,0 0-167-15,0 0 132 0,0 0-121 16,0 0-44-16,0 0-27 16,163 0-109-16,-95-2 53 15,-9-4-303-15,-10 1-615 16</inkml:trace>
  <inkml:trace contextRef="#ctx0" brushRef="#br0" timeOffset="76295.32">3466 10944 1035 0,'0'0'637'0,"0"0"-478"15,0 0 90-15,0 0-125 16,0 0-35-16,0 0 74 15,0 0-64-15,-44-42 24 16,44 39-73-16,0-4-17 16,0 3 21-16,0 1-54 15,0-2 0-15,2 2-17 16,2 0 17-16,0 3 0 16,-2 0 0-16,-2 0 11 15,0 0-37-15,0 0 26 16,0 0-32-16,0 3 12 15,0 8 15-15,-2 1 5 0,-6 0 0 16,1 1 10 0,2-8-23-16,3 1 13 0,2-3-14 15,0-3-2 1,0 0 29-16,-2 0-13 0,2 0 0 16,0 0 11-16,0 0 10 15,0 0-21-15,0-4 0 16,0-9-2-16,0-3 7 15,9-2-14-15,6 2-11 16,4 0-11-16,0 4-3 16,-1 4 34-16,-1 4 0 15,-3 4-20-15,-1 0 40 16,-1 8-19-16,-5 16-1 16,-7 6 30-16,0 8 43 0,-13 2-62 15,-10 1-5-15,3-6 55 16,2-7-60-16,4-7 22 15,10-8-23-15,4-6 7 16,0-2-8-16,9 0 1 16,11 3 0-16,1 0-14 15,0 2 28-15,-3 5-14 16,-7 2 0-16,-6 5 6 16,-5 4-8-16,-9 6 2 15,-24 4 0-15,-9 5-18 16,-10-4 12-16,-8 7-115 15,10-11-172-15,13-11-499 0</inkml:trace>
  <inkml:trace contextRef="#ctx0" brushRef="#br0" timeOffset="77645.62">4475 10415 1255 0,'0'0'480'0,"0"0"-453"0,0 0 68 16,3-106-32-16,-3 88-42 16,0 8 196-16,0 6-86 15,0 4-55-15,0 0-24 16,0 25-43-16,-11 38 66 16,-7 37 42-16,-4 34-61 15,1-3 96-15,4-22-152 16,5-36 8-16,4-21 23 15,3 2-16-15,3 3 48 16,2-3-63-16,0-12 0 16,5-10-6-16,15-9 6 15,6-11 0-15,5-7-12 16,10-5-21-16,1 0 32 16,5-20-119-16,-3-9-73 0,-4-4 140 15,-11-3-109-15,-9 4 88 16,-11 6 74-16,-9 11 0 15,0 10 68-15,-19 5-47 16,-8 8-9-16,-4 18 121 16,-1 10-113-16,8 2 18 15,8 1-6-15,7-2-3 16,9-5-18-16,0-6-11 16,2-5-79-16,16-6 70 15,9-8-200-15,-2-6-106 16,-8-1-355-16</inkml:trace>
  <inkml:trace contextRef="#ctx0" brushRef="#br0" timeOffset="77800.17">4596 10788 958 0,'0'0'1441'0,"0"0"-1288"15,0 0-137-15,0 0-16 16,130-8-70-16,-49 26-4 15,-9 2-296-15,-5-4-920 0</inkml:trace>
  <inkml:trace contextRef="#ctx0" brushRef="#br0" timeOffset="78185.14">5644 10615 1452 0,'0'0'357'16,"0"0"-341"-16,0 0 35 16,-29 145-16-16,11-71 266 15,-4 6-109-15,2 7-113 16,-1-3 64-16,4-1-122 16,5-12-12-16,6-6-9 15,4-14 1-15,2-10-31 16,0-14-62-16,6-11-154 15,8-16-12-15,-3 0-340 16,-7-7-795-16</inkml:trace>
  <inkml:trace contextRef="#ctx0" brushRef="#br0" timeOffset="78443.39">5316 11075 1181 0,'0'0'693'16,"0"0"-638"-16,0 0-29 0,0 0-35 15,0 0 18-15,143-57-9 16,-99 57 51-16,5 19-37 16,1 8 184-16,-2 2-80 15,-3 7-21-15,-5-2 71 16,-9 3-109-16,-6-4 8 16,-6-3-67-16,-7-4 45 15,-3-4-32-15,-5-8-13 16,-2-6-68-16,-2-4 7 15,0-4-91-15,0 0 2 0,0-30 10 16,0-5-519-16,0-6-346 16</inkml:trace>
  <inkml:trace contextRef="#ctx0" brushRef="#br0" timeOffset="79117.06">5882 11061 1378 0,'0'0'832'16,"0"0"-677"-16,0 0-59 15,0 0-81-15,0 0-15 16,5 102 82-16,3-64-67 15,11-4 7-15,3-6-22 16,12-7 31-16,3-12-23 16,5-6-8-16,-1-3-72 15,-6-4 31-15,-8-15-161 16,-9-5-28-16,-12 1-24 0,-6-3-26 16,0 3 280-1,-9 9 29-15,-6 10 183 0,-1 4 66 16,1 4-54-16,-1 20-43 15,5 4-69-15,2 3-91 16,6-2 125-16,3 0-146 16,0-8 0-16,17-3-23 15,7-7 5-15,5-7-50 16,5-4-68-16,1-3-157 16,5-15 106-16,-1-4-47 15,-2 0-72-15,-6 4 306 16,-6 4 7-16,-10 8 325 15,-8 6-10-15,-5 0-197 16,-2 18 102-16,0 6-145 0,-7 4-58 16,-1-6 74-16,1-4-58 15,5-7 0-15,2-8-40 16,0-3 14-16,13 0-57 16,16 0 43-16,7-7-175 15,3-7-24-15,2-2-39 16,-5-1 147-16,-7 7 75 15,-9 5 16-15,-7 5 202 16,-9 0-106-16,-4 8-15 16,0 9 31-16,0-1-80 15,-2-3 12-15,0-5-44 16,2-4 16-16,0-4 5 16,9 0-21-16,20-4-76 15,9-13-4-15,6 1-91 16,4 2 79-16,-2 0 17 15,-1 8 69-15,-7 5-7 0,-3 1 26 16,-8 0-13-16,-4 14 40 16,-10 3-30-16,-11 3-20 15,-2-2-30-15,-11 1-70 16,-41-6 59-16,6-4-513 16,-3-5-691-16</inkml:trace>
  <inkml:trace contextRef="#ctx0" brushRef="#br0" timeOffset="79284.61">6016 10989 1949 0,'0'0'606'16,"0"0"-524"-16,0 0-3 16,116-99-10-16,-74 91-59 15,1 8-20-15,-3 44-75 16,-14 13-275-16,-13 7-239 0</inkml:trace>
  <inkml:trace contextRef="#ctx0" brushRef="#br0" timeOffset="79387.28">6105 11698 1776 0,'0'0'695'16,"0"0"-695"-16,0 0-177 15,0 0-732-15</inkml:trace>
  <inkml:trace contextRef="#ctx0" brushRef="#br0" timeOffset="80243.06">7781 10890 603 0,'0'0'79'16,"0"0"99"-16,0 0 60 16,0 0-9-16,0 0-71 15,0 0-66-15,-120-44 116 16,98 44-101-16,0 5 6 15,3 15 47-15,2 8-58 0,3 5 46 16,6 3-148-16,5-1 25 16,3-8-6-16,0-6-19 15,11-5 0-15,12-10-10 16,4-4-3-16,4-2-17 16,4-6-130-16,-1-15-45 15,-1-4 170-15,-4-4-56 16,-6-1 65-16,-5 1 26 15,-7 4 50-15,-9 7 135 16,-2 4-54-16,0 7 2 16,-7 7 36-16,-15 0-169 15,-7 9 0-15,-7 21 56 16,3 10-47-16,2 11 92 16,6 7-101-16,12 0 24 0,10-2 10 15,3-6-34-15,9-8 0 16,23-7-11-16,7-12-25 15,13-11 34-15,6-12-110 16,9 0-87-16,-1-20 90 16,3-11-77-16,-6-7 65 15,-12-3 86-15,-13 7 35 16,-18 6 40-16,-15 12 174 16,-5 11-3-16,-16 5 18 15,-22 0-208-15,-4 20 28 16,-2 6 45-16,3 3-93 0,12 0 90 15,14-4-91-15,8-3 6 16,7-8-62-16,7-4 21 16,24-7-41-16,11-3-49 15,5-4-205-15,2-17-167 16,2-15-76-16,-15 4 221 16</inkml:trace>
  <inkml:trace contextRef="#ctx0" brushRef="#br0" timeOffset="80609.8">8265 11168 1099 0,'0'0'703'16,"0"0"-475"-16,0 0 28 15,0 0-143-15,0 0-76 16,0 0 115-16,-91 93-127 16,91-85-13-16,0-2-12 15,22-6-54-15,7 0 42 0,7 0-216 16,1-8-96 0,6-6 27-16,-3 0-61 0,-2 1 299 15,-5 8 59-15,-8 5 261 16,-9 0 130-16,-12 12-222 15,-4 15-35-15,0 2 32 16,-4 0-139-16,-6-5 11 16,4-8-33-16,6-6 44 15,0-10-11-15,0 0-38 16,22 0-47-16,9-17 29 16,11-2-241-16,6-6-43 15,1 3 8-15,2 2 28 16,-2 6 87-16,-3 6 72 15,-3 8 107-15,-7 0 223 16,-9 6 12-16,-10 14-90 0,-10 3-110 16,-7 3 2-16,0-2-74 15,-33-1 10-15,-3-5-248 16,0-8-609-16</inkml:trace>
  <inkml:trace contextRef="#ctx0" brushRef="#br0" timeOffset="80782.03">8009 11041 1832 0,'0'0'354'0,"0"0"-257"16,75-111 125-16,-32 80-141 0,-1 10-43 16,1 17-38-1,-5 4-90-15,-9 62-22 0,-8 1-436 16,-13 2-1110-16</inkml:trace>
  <inkml:trace contextRef="#ctx0" brushRef="#br0" timeOffset="80868.27">8180 11730 1809 0,'0'0'0'16,"0"0"-619"-16</inkml:trace>
  <inkml:trace contextRef="#ctx0" brushRef="#br0" timeOffset="81299.45">9893 11217 1881 0,'0'0'218'16,"0"0"-90"-16,0 0-126 16,-137 34 5-16,99-12 91 15,9 1-48-15,12-4 17 16,10-1-67-16,7-4 34 16,0-3-37-16,22-8 3 15,9-3-71-15,5 0 44 16,3-18-87-16,9-29-67 15,-12 0-127-15,-7 3-339 0</inkml:trace>
  <inkml:trace contextRef="#ctx0" brushRef="#br0" timeOffset="81474.34">9941 10828 1326 0,'0'0'841'0,"0"0"-621"0,0 0-122 15,0 0-12-15,0 0-86 16,0 0 112-16,-19 162-112 15,10-91 41-15,2 3-17 16,0-4-24-16,5-8-118 16,2-10-17-16,0-11-132 15,0-13-81-15,0-16-505 0</inkml:trace>
  <inkml:trace contextRef="#ctx0" brushRef="#br0" timeOffset="81898.98">9531 11096 1859 0,'0'0'476'0,"0"0"-355"15,0 0-121-15,0 0 1 16,0 0-38-16,163-13 37 16,-99 15-33-16,10 12-11 15,2 2-113-15,0 2 120 16,-5-3-1-16,-7 5 38 15,-10-1 134-15,-9-1-72 16,-13 3-14-16,-15 4 23 0,-13 1-45 16,-4 2 65-1,0 0-91-15,-4-1 22 0,-5-8-17 16,1-5-5 0,5-6 0-16,3-4-12 15,0-4 3-15,0 0 3 0,18 0-52 16,4-12-127-16,3-5 15 15,4-5-144-15,-5-2 71 16,-2-1 148-16,-6 5 95 16,-5 4 101-16,-4 7 154 15,-7 6-44-15,0 3-5 16,0 3-206-16,0 16 0 16,-7 6 24-16,-2 1-24 15,3 4-1-15,-2-9-218 0,6-9-389 0</inkml:trace>
  <inkml:trace contextRef="#ctx0" brushRef="#br0" timeOffset="82237.17">10543 10976 978 0,'0'0'223'15,"0"0"-143"-15,0 0 110 16,4 129-32-16,-4-75 49 16,-2 2-50-16,-9-2-104 0,-1-8 61 15,0-7-114 1,1-14 0-16,7-8-3 0,1-9 24 16,3-8 4-16,0 0-25 15,7-3 12-15,10-10-33 16,6-2 21-16,-1 3 0 15,3 5-14-15,2 0 8 16,6 6-15-16,5-3 11 16,2-1-99-16,5-2 24 15,-3-5-150-15,3-17-33 16,-12 3 23-16,-11-2-285 0</inkml:trace>
  <inkml:trace contextRef="#ctx0" brushRef="#br0" timeOffset="82419.19">10875 11173 1056 0,'0'0'387'15,"0"0"-103"-15,0 0-94 0,-77 120-3 16,59-58-83-16,2 6-26 16,5 3 107-16,4 3-146 15,3-2 11-15,4-4-8 16,0-3-18-16,0-12 5 16,0-7-29-16,0-9 0 15,-4-11-47-15,-4-10-26 16,-7-16-122-16,2-1-82 15,-1-22-331-15</inkml:trace>
  <inkml:trace contextRef="#ctx0" brushRef="#br0" timeOffset="82604.11">10784 10451 2284 0,'0'0'197'16,"0"0"-133"-16,0 0-90 16,-54 164 26-16,21-79-7 15,-1 34-38-15,13-16-336 16,9-19-868-16</inkml:trace>
  <inkml:trace contextRef="#ctx0" brushRef="#br0" timeOffset="82734.03">11288 11444 2485 0,'0'0'0'16,"0"0"-340"-16</inkml:trace>
  <inkml:trace contextRef="#ctx0" brushRef="#br0" timeOffset="86821.3">15091 4270 1337 0,'0'0'755'0,"0"0"-591"15,0 0-41-15,0 0-37 0,0 0 106 16,0 0-51-1,0 0-91-15,8-27 80 0,-8 27-123 16,0 0-4-16,0 0 18 16,0 0 6-16,0 0 15 15,0 0-42-15,0 0 0 16,0-2-17-16,4-4 17 16,0-4 0-16,4-2-9 15,-1-2 14-15,-1 2-18 16,0 0 13-16,-4 4 0 15,-2 0-15-15,0 2 15 16,0-1 0-16,0 6-14 16,0 1 44-16,0 0-26 15,0 0-4-15,0 14-25 0,0 18-12 16,-2 15 37-16,-10 6 0 16,-1 5-9-16,-1-2 40 15,1-5-32 1,5-11 1-16,-2-8-47 0,8-10 40 15,0-8-219-15,2-6-86 16,-3-8-65-16,1 0-248 16,-4-10-78-16</inkml:trace>
  <inkml:trace contextRef="#ctx0" brushRef="#br0" timeOffset="87182.22">14922 4407 1517 0,'0'0'521'0,"0"0"-415"16,0 0-13-16,0 0 90 0,0 0-143 15,0 0-29-15,117-48-11 16,-67 43-42-16,1-2 36 16,-5 5-78-1,-3 2 32-15,-7 0 18 0,-7 0 27 16,-10 0 7-16,-7 0-6 16,-8 0 26-16,-4 0 3 15,-4 9-9-15,-23 0 0 16,-13 5 91-16,-7 0-90 15,-7-5-15-15,4-2 0 16,3-7-102-16,5 0 56 16,8-18-141-16,7-8-39 0,7-6 26 15,11-3 22-15,7-2 178 16,2 7 86-16,0 6 86 16,9 10 175-16,11 10-90 15,2 4-134-15,7 10-14 16,2 19-109-16,6 16 0 15,9 26-8-15,-6-13-224 16,-2-9-295-16</inkml:trace>
  <inkml:trace contextRef="#ctx0" brushRef="#br0" timeOffset="87897.69">15900 4458 1901 0,'0'0'479'0,"0"0"-461"16,0 0-10-16,-14-145 10 15,20 93 19-15,20 2 21 16,12 3-50-16,4 7 62 0,5 8-70 16,0 14-17-16,0 10-11 15,-5 8 38-15,-2 5-10 16,-2 11 0-1,-4 2 20-15,-7-2-5 0,-8-6-15 16,-5-4 0-16,-10-4-2 16,-4 0 3-16,0-2-1 15,-6 0 0-15,-21 0 14 16,-9-2-16-16,-11 2 2 16,-4 0 0-16,-2 10 18 15,1 21 16-15,7 14 59 16,12 11-25-16,13 5-59 15,13-3 88-15,7-2-97 16,12-10 0-16,19-12 12 16,13-8 2-16,8-13-26 15,8-6 12-15,0-7-135 0,-2-4 61 16,-4-17-133-16,-8-7-5 16,-6-5 65-16,-8-4-5 15,-8-1 20-15,-6 0 73 16,-7 9 59-16,-2 8 243 15,-4 9-29-15,-5 8-57 16,0 4-14-16,0 2-85 16,0 18 12-16,0 6-12 15,-2 4-31-15,-4-4 13 0,6-1-40 16,0-8-27 0,0-2-28-16,3-8-161 0,19-7-43 15,0-2-279-15,1-14-1013 16</inkml:trace>
  <inkml:trace contextRef="#ctx0" brushRef="#br0" timeOffset="88306.8">16785 4357 814 0,'0'0'1315'0,"0"0"-1131"16,0 0-91-16,0 0 9 16,-25 136-81-16,12-108 82 15,2-7-103-15,4-8 33 16,3-8-4-16,4-3-29 15,0-2-10-15,0 0-2 16,20-12-70-16,9-13-98 16,9-3-177-16,4 1-44 0,1 0 211 15,-5 7 136-15,-3 9 54 16,-10 11 326-16,-5 0-35 16,-9 11-42-16,-9 15-114 15,-2 3-104-15,0 0 107 16,-2-4-138-16,-7-7 0 15,4-6 13-15,3-8 10 16,2-4-23-16,0 0 0 16,9-9-136-16,15-10-85 15,7-3-178-15,6-2 26 16,0 3-170-16,-3 8 434 16,-3 8 109-16,-6 5 518 15,-8 0-213-15,-3 14-44 16,-8 8-209-16,-3 5-51 0,-3-4-1 15,0-5-144 1,-3-5-171-16,-5-9-1130 0</inkml:trace>
  <inkml:trace contextRef="#ctx0" brushRef="#br0" timeOffset="88485.18">16767 4016 2125 0,'0'0'626'0,"0"0"-568"16,0 0-58-16,0 0-7 0,0 0-54 15,163 16-20-15,-98 11-167 16,-1-5-405-16</inkml:trace>
  <inkml:trace contextRef="#ctx0" brushRef="#br0" timeOffset="88950.77">18276 3946 1159 0,'0'0'983'0,"0"0"-797"16,0 0-108-16,0 0 19 0,0 0-96 15,0 0 92 1,0 122-68-16,-15-30 72 0,-3 1 40 16,-2-4-129-16,2-19 8 15,0 3-16-15,3 4 39 16,3-17-62-16,6-11 23 15,4-17-131-15,2-13 24 16,-3-15-174-16,-1-4-205 16,-2 0-209-16</inkml:trace>
  <inkml:trace contextRef="#ctx0" brushRef="#br0" timeOffset="89839.73">17890 4267 1667 0,'0'0'292'0,"0"0"-277"15,123-36-15 1,-53 31 0-16,5 5 0 0,3 12 37 16,-2 23 11-16,0 11 130 15,-7 6-6-15,-7 0-40 16,-12-1 53-16,-15-8-109 16,-12-5-28-16,-10-7-48 15,-9-11 40-15,-2-6-49 16,-2-9 9-16,0-5-94 15,0 0 63-15,0-3-65 16,0-23 38-16,0-13-122 16,7-7-51-16,9-2 119 15,0 6 16-15,-3 12 96 0,-5 14 297 16,-1 12-113-16,-4 4-104 16,3 4-80-16,3 14 40 15,4 2 3-15,5 1-43 16,7-6 0-16,4-5-14 15,4-6 14-15,3-4-23 16,-5 0-30-16,-8-10-108 16,-8-9 127-16,-10-6-117 15,-5 2 97-15,0 0 54 16,-5 9 51-16,-8 7 65 16,-3 7 2-16,1 7-54 15,-4 21 152-15,4 11-155 16,3 4-31-16,10 0 39 15,2-3-62-15,6-8 1 0,19-8-8 16,12-9 9-16,5-12-81 16,9-3 66-16,2-3-166 15,3-17 43-15,0-6-105 16,-2 1 43-16,-8 0 101 16,-7 7 90-16,-16 8 54 15,-11 10 142-15,-10 0-74 16,-2 8 31-16,0 16-71 15,-16 1-15-15,5-5-53 16,3-6 23-16,6-7-1 16,2-4-36-16,0-3 0 15,19 0-18-15,14-10-21 16,8-8-53-16,3-5-24 16,-1 5-49-16,-5 3 150 0,-9 2 26 15,-7 9-11-15,-6 4 166 16,-8 0-108-16,-4 4 6 15,-4 10-64-15,0 0 31 16,0-1 28-16,0-5-59 16,0-7 0-16,0 2-3 15,0-3 3-15,6 0-11 16,11-7-48-16,8-8-224 16,4-3 63-16,6 1 14 15,-1 6-62-15,-3 4 163 16,-2 7 105-16,-9 0 110 15,-5 7 102-15,-5 11-133 0,-8 2 29 16,-2 2-108-16,0-3-37 16,-31 2 21-16,-2-9-119 15,-1-4-368-15</inkml:trace>
  <inkml:trace contextRef="#ctx0" brushRef="#br0" timeOffset="90031.14">18893 4096 1453 0,'0'0'750'0,"0"0"-543"15,0 0-23-15,83-104 5 16,-45 94-144-16,5 10 57 0,1 6-102 16,-5 31-26-1,-8 37-51-15,-27 48-159 0,-4-13-152 16,-4-7-782-16</inkml:trace>
  <inkml:trace contextRef="#ctx0" brushRef="#br0" timeOffset="90104.39">18997 4985 719 0,'0'0'0'0</inkml:trace>
  <inkml:trace contextRef="#ctx0" brushRef="#br0" timeOffset="91235.46">20976 4197 1290 0,'0'0'273'0,"0"0"-203"15,0 0-70-15,0 0 0 16,0 0 165-16,0 0-77 15,0 0 32-15,-13-110-7 16,-28 104-82-16,-9 6 74 16,-11 19 4-16,-1 23-31 0,2 16 72 15,10 12-118-15,15-3 16 16,14 1 21-16,17-6-63 16,4-9 58-16,21-11-64 15,16-12 0-15,15-12-46 16,12-12-18-16,9-6-125 15,8-8-94-15,-1-20 14 16,-2-9 80-16,-9-2-181 16,-13 1-19-16,-19 4 389 15,-18 9 130-15,-17 13 548 16,-2 12-341-16,-25 0-191 16,-17 17 19-16,-9 10-58 15,-3 5-68-15,10 1 101 16,8-5-130-16,14-5-8 0,11-8-2 15,11-5-26-15,0-6 5 16,9-2-40-16,20-2-13 16,6 0 2-16,9-19-249 15,6-5-196-15,-3-3 133 16,-7 3 271-16,-7 3 113 16,-13 13 331-16,-9 8-51 15,-9 0-90-15,-2 17-33 16,0 7-14-16,0 1-27 15,-6-2-91-15,4-3 88 0,2-6-113 16,0-7 1 0,0-4 0-16,2-3-1 0,9 0-86 15,3-6-108-15,3-10-140 16,3-1 226-16,3 6 28 16,-2 1 80-16,2 3 58 15,-1 6 103-15,3 1-25 16,0 0-19-16,3 0-76 15,4 4 91-15,-1 0-132 16,3-4 16-16,-3 0-29 16,-2-2 13-16,-2-16-108 15,-6-5-112-15,0 0-150 16,-8-4 146-16,-2 4 98 16,-4 3 126-16,-1 9 293 15,-1 5-30-15,-1 6-27 0,1 0-113 16,0 8-101-16,-3 21 38 15,-2 9-36-15,0 6-14 16,0 6 66-16,-12-1-75 16,-1-2-1-16,-3-9-19 15,3-7-180-15,2-18 27 16,2-9-362-16,2-4-884 0</inkml:trace>
  <inkml:trace contextRef="#ctx0" brushRef="#br0" timeOffset="91501.35">21198 4087 1219 0,'0'0'534'15,"0"0"-320"-15,0 0-164 16,0 0-44-16,146 18-12 16,-117 14-156-16,-7 4-343 0</inkml:trace>
  <inkml:trace contextRef="#ctx0" brushRef="#br0" timeOffset="91599.75">21121 4891 1397 0,'0'0'182'0,"0"0"-182"0</inkml:trace>
  <inkml:trace contextRef="#ctx0" brushRef="#br0" timeOffset="92258.98">21551 4420 1765 0,'0'0'498'16,"0"0"-485"-16,0 0 88 16,0 0-101-16,0 0 0 15,0 0 122-15,-11 104-73 0,2-62 28 16,-2-7-77 0,2-8 15-16,2-9 4 0,2-10-19 15,5-6 0-15,0-2 48 16,0-6-48-16,19-20-24 15,10-8-327-15,8-6 9 16,5-3 282-16,3 10-190 16,-3 8 250-16,-6 15 58 15,-9 10 169-15,-7 4-17 16,-11 31-124-16,-9 12-86 16,-11 34 0-16,-16-11-48 15,2-10-502-15</inkml:trace>
  <inkml:trace contextRef="#ctx0" brushRef="#br0" timeOffset="93849.22">22712 4316 1895 0,'0'0'378'0,"0"0"-196"16,0 0-182-16,0 0 25 15,0 0 29-15,0 0-47 0,0 0 111 16,-42 127-6-16,26-77-101 16,3-5 49-16,1-13-60 15,6-10 0-15,4-8-9 16,0-10 10-16,2-1-1 16,0-3 3-16,0 0 35 15,0 0 9-15,2-17-47 16,14-12-71-16,9-13 27 15,3-5-62-15,6-4 10 16,-3 7 55-16,-5 12 41 16,-3 16 18-16,-10 12-18 15,-4 4 0-15,-2 16-12 16,-3 12 26-16,-2 6 2 16,3 5 17-16,4-6 0 0,2-5 8 15,7-3-41-15,7-9 0 16,1-9 6-16,6-4-6 15,3-3 0-15,1-3 0 16,-5-16-67-16,-2-8 56 16,-6-4-73-16,-8-3-46 15,-9 0 129-15,-4 3-39 16,-2 9 40-16,0 8 58 16,-6 11-36-16,-11 3 31 15,-4 21-53-15,-4 21 0 16,3 16 111-16,2 15-69 15,2 7 13-15,5 4-29 16,4 0 4-16,2-8 67 16,3-6-97-16,-3-12 16 0,3-12-16 15,-6-11 9-15,4-9-9 16,-3-12 0-16,5-6 18 16,0-8-20-16,1 0 2 15,3-13 0-15,0-18-6 16,5-15-65-16,22-16-7 15,15-12-25-15,14-10-102 16,10-6 146-16,7-3-212 16,4 8 26-16,-4 12 201 15,-6 12 44-15,-14 17 78 16,-15 14 186-16,-18 12-17 16,-13 10 103-16,-7 8-235 15,-2 0-102-15,-27 20 17 16,-11 12-13-16,-4 11-4 0,-4 0-13 15,9-1 36-15,7-7-13 16,12-9-23-16,9-10 0 16,11-6-21-16,0-7 21 15,0-3-8-15,22 0-1 16,9-1-78-16,8-23 20 16,3-15-219-16,-3-2-33 15,0-4 162-15,-13 11 148 16,-8 14 9-16,-11 14 246 15,-7 6-197-15,0 18 105 16,0 16-91-16,-3 2-2 0,1 0 57 16,2-1-88-1,0-7 8-15,16-6-18 0,11-6 10 16,7-8-8 0,5-8-22-16,6 0-127 0,2-12-3 15,0-10-109-15,-5-6 22 16,-4 1 16-16,-9 6 158 15,-11 7 43-15,-9 6 266 16,-9 8-92-16,0 0-52 16,0 1-106-16,-13 12 84 15,1 0-3-15,3-2-70 16,7-4 95-16,2 2-116 16,0-1 2-16,15 0 62 15,12 2-69-15,9-1 29 0,6-7-30 16,5-2-39-16,2 0-22 15,-5-5 46-15,-1-15-78 16,-3-6 22-16,-9-5-23 16,-6-1 93-16,-10 1-11 15,-5 2 12-15,-8 11 112 16,-2 10-39-16,-2 8-37 16,-23 10-35-16,-8 32 34 15,-5 16-19-15,-3 18 20 16,4 9-24-16,3 4 79 15,7-4-91-15,7-5 0 16,3-8 2-16,1-6 19 16,3-15-42-16,2-9-44 15,3-16-220-15,4-10-105 16,4-14-1409-16</inkml:trace>
  <inkml:trace contextRef="#ctx0" brushRef="#br0" timeOffset="93976.95">24625 4682 1652 0,'0'0'442'16,"0"0"-442"-16</inkml:trace>
  <inkml:trace contextRef="#ctx0" brushRef="#br0" timeOffset="96739.32">15234 6264 920 0,'0'0'717'0,"0"0"-414"15,0 0-166-15,0 0 8 16,0 0 47-16,0 0-55 16,0 0 94-16,-23 2-146 15,32-2-79-15,18-20 66 0,18-10-72 16,11-12-75-16,6-10-58 16,3-6-80-16,-5-2 124 15,-8-3-118-15,-6 1-6 16,-11-4 107-16,-10-2 7 15,-12 0 99-15,-6-3 24 16,-7 10 29-16,0 10 173 16,0 15-39-16,0 16-80 15,-2 20-2-15,-14 6-105 16,-15 56 0-16,-9 47 51 16,-5 37 8-16,7-4 114 15,16-29-149-15,15-42-3 16,7-26 18-16,0-3-39 15,4-6 0-15,19-4 0 0,8-16 31 16,11-13-94-16,5-3 63 16,5-17-201-16,-4-17 40 15,-2-10-72-15,-9-9 0 16,-6-3 93-16,-6 3 99 16,-8 7 41-16,-5 13 122 15,-8 15 98-15,-1 16 21 16,-3 2-186-16,0 22-27 15,0 17 80-15,-11 2-108 16,-1 5 115-16,3-3-115 0,3-7 1 16,6-9-33-1,0-8 9-15,0-6-153 16,27-13-86-16,-3-7-317 0,0-13-700 16</inkml:trace>
  <inkml:trace contextRef="#ctx0" brushRef="#br0" timeOffset="97144.3">16148 5917 1307 0,'0'0'635'16,"0"0"-437"-16,-3 124-37 15,-13-59-78-15,-1 0 24 16,-1-12-46-16,3-11 114 16,3-13-140-16,5-12-25 15,7-7 17-15,0-10-27 16,3 0 0-16,21-10-8 0,10-15-147 15,5-10 129-15,7-3-156 16,0 2-4-16,-1 3 132 16,-5 13 49-16,-9 15 5 15,-8 5 168-15,-13 12-117 16,-10 15 125-16,0 5-144 16,0-6-3-16,-6-3 56 15,-3-9-84-15,7-7 20 16,2-7-21-16,0 0 29 15,22-17-62-15,14-10 16 16,13-4-148-16,6-1 164 16,1 2-51-16,0 5 42 15,-10 12 10-15,-5 6 0 16,-15 7 45-16,-10 8-45 16,-14 23-29-16,-2 7 28 0,-37 26-188 15,-6-9-174-15,-1-8-1046 16</inkml:trace>
  <inkml:trace contextRef="#ctx0" brushRef="#br0" timeOffset="97655.2">15060 6756 2242 0,'0'0'356'16,"0"0"-289"-16,0 0 0 16,0 0-67-16,0 0 96 15,0 0-60-15,0 0-18 16,126-59 50-16,-105 79-68 15,-8 20 0-15,-11 10-7 16,-2 11 28-16,-7 1 10 16,-12-2-31-16,1-8 0 15,2-12-4-15,5-12 4 16,7-11 0-16,1-10-23 0,3-7 23 16,0 0-15-16,9-17-50 15,9-22-177-15,5-11 62 16,-2-13-103-16,0 4-5 15,-6 7 161-15,-1 13 127 16,-10 22 319-16,-4 17-91 16,0 2-203-16,0 27 147 15,-4 12-98-15,-3 1-32 16,2 2 4-16,5-8-35 16,0-4 12-16,18-8-23 15,11-6-137-15,19-15 21 16,-6-3-419-16,-9 0-564 0</inkml:trace>
  <inkml:trace contextRef="#ctx0" brushRef="#br0" timeOffset="97830">15483 6807 1776 0,'0'0'383'0,"0"0"-336"15,0 0 54-15,0 0-100 16,147 33-1-16,-105-24 134 15,4 0-106-15,-2-6-28 16,-1-1-6-16,1-2-299 16,-11 0-230-16,-10-9-446 0</inkml:trace>
  <inkml:trace contextRef="#ctx0" brushRef="#br0" timeOffset="98000.37">15936 6747 1631 0,'0'0'538'0,"0"0"-467"15,0 0 83-15,0 0-89 16,20 102-64-16,-22-59 136 16,-23 5-94-16,-6 0-11 15,-4 1-32-15,-4-8-26 16,8-6-29-16,9-14-221 16,8-10-259-16,10-10-349 0</inkml:trace>
  <inkml:trace contextRef="#ctx0" brushRef="#br0" timeOffset="98567.66">16150 6953 1592 0,'0'0'722'0,"0"0"-562"0,0 0-26 16,0 0 79-16,0 0-111 16,0 0-30-16,0 0-68 15,78 0 51-15,-38 3-35 16,2 3-20-16,1-1-64 15,-5 2 8-15,11-3-212 16,-14-3-79-16,-6-1-358 0</inkml:trace>
  <inkml:trace contextRef="#ctx0" brushRef="#br0" timeOffset="98782.32">16488 6786 889 0,'0'0'1077'0,"0"0"-889"16,0 0-56-16,0 0-90 15,-87 112 29-15,58-57 51 16,2 3-82-16,6-5-7 16,3-2-33-16,11-9-78 15,7-12 22-15,7-17-230 16,15-10-82-16,5-3-417 0</inkml:trace>
  <inkml:trace contextRef="#ctx0" brushRef="#br0" timeOffset="99167">16734 6810 1753 0,'0'0'285'0,"0"0"-233"16,0 0-1-16,-42 146-2 15,25-96 136-15,5-4-34 16,5-8-73-16,5-8 99 16,2-8-177-16,0-5 0 15,0-8 9-15,13-4 5 16,7-5-28-16,7-2-6 16,4-23-132-16,7-6 96 15,4-7-162-15,9-7-37 16,5 1 88-16,2 6 60 15,3 9 107-15,-9 14 207 0,-2 13-28 16,-13 2 61-16,-10 0-194 16,-15 10-29-16,-12 3 37 15,-5-2-12-15,-31-1 142 16,-14-2-91-16,-11-6-91 16,-6-2 86-16,0 0-88 15,3-10-16-15,8-8 15 16,0-10-147-16,16 4-102 15,15 2-359-15</inkml:trace>
  <inkml:trace contextRef="#ctx0" brushRef="#br0" timeOffset="100538.26">17329 6236 1661 0,'0'0'396'16,"0"0"-62"-16,0 0-156 16,0 0-135-16,0 0 26 15,160-112-69-15,-102 70 1 16,-2-4-1-16,-6-2 18 16,-13-3-70-16,-10 0 34 15,-12 4-54-15,-10 7 72 16,-5 8 0-16,0 8 39 15,0 12 42-15,-11 12-64 0,-3 0 31 16,-1 36-48-16,-8 36 0 16,2 40 72-16,-4 33-48 15,0-7 10-15,5-27-34 16,3-38 42-16,-2-24-24 16,-3 4-18-16,-5-2 0 15,-6-3-15-15,1-10 16 16,-1-16-1-16,4-10 0 15,2-12-8-15,8 0-24 16,7-20 32-16,12-18-45 16,2-17 3-16,32-12-82 15,15-12 7-15,13-7 11 16,12-2-45-16,6-2 80 16,5 4-107-16,-2 3 47 15,-8 13 131-15,-13 10 18 0,-17 14 202 16,-18 14 54-1,-14 16-105-15,-13 14 112 0,0 2-246 16,-15 28-11-16,-26 40-16 16,-1 10-2-16,3 13 15 15,2 3-21-15,18-16 16 16,7 0-26-16,10-16 10 16,2-12-66-16,9-15 52 15,13-11-150-15,5-11-23 16,6-13-120-16,-4-3-221 15,-8-19-31-15</inkml:trace>
  <inkml:trace contextRef="#ctx0" brushRef="#br0" timeOffset="100884.33">18056 6084 1137 0,'0'0'729'16,"0"0"-532"-16,0 0-20 16,0 0 5-16,50 132-94 15,-50-73 50-15,-4 0-32 16,-13-4-67-16,-1-7 79 15,3-13-118-15,7-8 0 16,6-11-2-16,2-11 25 16,0-5-37-16,14 0 14 15,11-15-98-15,0-18 56 16,4-12-220-16,-2-15-2 16,0-7 44-16,-2 1-46 15,-3 8 266-15,-2 14 171 16,-6 18 126-16,-6 19 70 15,-3 7-291-15,-1 21-57 16,1 16 76-16,-5 9-68 0,3 3 61 16,-1-1-88-16,4-6 11 15,3-3-16-15,5-11 5 16,1-9-124-16,3-8-32 16,7-11-119-16,-6-9-74 15,-1-12-686-15</inkml:trace>
  <inkml:trace contextRef="#ctx0" brushRef="#br0" timeOffset="101068.14">18783 6002 1905 0,'0'0'293'16,"0"0"-189"-16,33 150-88 16,-33-73 74-16,0 8-32 15,-16-4-41-15,-11-5 88 16,-2-6-105-16,3-10-9 15,4-12-40-15,13-10-133 16,9-16-128-16,0-11-466 0</inkml:trace>
  <inkml:trace contextRef="#ctx0" brushRef="#br0" timeOffset="101293.63">19146 6396 1313 0,'0'0'836'0,"0"0"-517"16,0 0-186-16,0 0 25 16,0 0-158-16,0 0 29 15,129 34-61-15,-91-22 32 16,-1 3-142-16,-12-3-168 15,-11-2-498-15</inkml:trace>
  <inkml:trace contextRef="#ctx0" brushRef="#br0" timeOffset="101401.12">19140 6573 766 0,'0'0'1432'0,"0"0"-1157"16,0 0-264-16,0 0-11 15,126 54-165-15,-59-45-232 16,-2-9-527-16</inkml:trace>
  <inkml:trace contextRef="#ctx0" brushRef="#br0" timeOffset="102071.06">19910 6647 2119 0,'0'0'724'0,"0"0"-691"15,0 0-33-15,0 0-52 16,154-43-102-16,-71 2 62 0,4-14 61 16,7-4 28-1,-3-9 3-15,-4-4-73 16,-10-5-186-16,-12-3 110 0,-18-2-21 15,-16 2 170-15,-13 10 4 16,-11 15 212-16,-7 18 65 16,0 20-111-16,-12 17-164 15,-17 8 58-15,-10 36-64 16,-13 37 0-16,8 3 121 16,6 12-58-16,11 2-8 15,18-18-55-15,9 0 52 16,0-12-32-16,16-15-20 0,15-15-21 15,7-14-3-15,7-14-16 16,-1-10-40-16,1-6-72 16,-5-22-180-16,6-39 7 15,-5-4-324 1,-10 4 9-16,-6 13 163 0,-19 36 477 16,-4 15 1197-16,-2 3-546 15,0 0-474-15,0 11 11 16,0 19-164-16,-14 6-11 15,-1 5 28-15,-1-4-41 16,8 1-8-16,3-11-149 16,5-13-506-16</inkml:trace>
  <inkml:trace contextRef="#ctx0" brushRef="#br0" timeOffset="102490.01">21115 6282 1448 0,'0'0'709'16,"0"0"-628"-16,-23 131-72 16,0-73 101-16,-1-6 17 15,4-12-2-15,4-11 20 16,5-10-126-16,7-6 21 16,4-10-40-16,0-3-49 15,0 0 25-15,17-16-31 16,15-14-162-16,8-8 21 15,7-5-72-15,4 0-42 16,-2 7 233-16,-6 11 77 16,-8 13 401-16,-12 12-73 15,-15 7-190-15,-8 20-11 0,0 5-90 16,-11-1 36-16,-5-5-70 16,3-10 30-16,4-8 13 15,9-8-46-15,2 0-23 16,29-11 6-16,19-10-250 15,12-2 126-15,9 0 60 16,1 5-45-16,-5 6 103 16,-9 10 46-16,-12 2 69 15,-14 6 20-15,-19 21-112 16,-26 30-81-16,-23-7-204 16,-11-2-620-16</inkml:trace>
  <inkml:trace contextRef="#ctx0" brushRef="#br0" timeOffset="102955.13">20082 7088 1704 0,'0'0'508'0,"0"0"-358"16,0 0-150-16,0 0 0 16,0 0 6-16,145-84 17 15,-119 86 89-15,-7 30-112 16,-13 12 23-16,-6 15 48 16,-9 0-63-16,-20 2 1 15,3-11 17-15,1-10-11 16,8-12 12-16,5-12-27 15,10-8 0-15,2-8-49 16,2 0 49-16,18-20-88 16,9-12-130-16,5-8-42 15,-1-8 36-15,-2-3-133 16,-6 7 260-16,-6 8 97 16,-7 17 371-16,-8 12 123 15,-4 7-302-15,0 12-172 0,0 20 71 16,0 7-78-16,0 3 13 15,3-3 8-15,13-4-34 16,3-7-55-16,24-10-76 16,-8-6-205-16,-1-10-364 0</inkml:trace>
  <inkml:trace contextRef="#ctx0" brushRef="#br0" timeOffset="103107.43">20557 7131 1452 0,'0'0'1024'0,"0"0"-897"16,0 0-127-16,114-11 0 16,-68 11-93-16,3 0 73 15,3 0 20-15,10 0-81 16,-13 0-123-16,-11 0-619 0</inkml:trace>
  <inkml:trace contextRef="#ctx0" brushRef="#br0" timeOffset="103289">21018 7032 1735 0,'0'0'609'16,"0"0"-445"-16,0 0-164 15,7 121 11-15,-7-77-7 16,-14-1 4-16,-5-1 33 16,-6-5-6-16,1-5 0 0,-1-8-70 15,8-6-89-15,9-14-235 16,8-4-156-16,0 0-393 0</inkml:trace>
  <inkml:trace contextRef="#ctx0" brushRef="#br0" timeOffset="103430.11">21190 7212 829 0,'0'0'1540'0,"0"0"-1460"15,0 0-80-15,0 0-298 16,141 5 129-16,-97-5 84 15,12 0 69-15,-12-5 1 16,-6-4-471-16</inkml:trace>
  <inkml:trace contextRef="#ctx0" brushRef="#br0" timeOffset="103615.09">21482 7034 1463 0,'0'0'526'0,"0"0"-451"15,0 0-68-15,-83 147 30 16,50-93 90-16,2-4-37 16,2-4-71-16,9-6 17 15,9-11-36-15,11-6-110 16,6-19-133-16,19-4-291 16,4 0-319-16</inkml:trace>
  <inkml:trace contextRef="#ctx0" brushRef="#br0" timeOffset="104013.08">21771 7078 1373 0,'0'0'813'0,"0"0"-741"16,0 0-42-16,-37 131 13 16,16-87-43-16,8-4 142 15,5-8 90-15,6-6-126 16,2-3-32-16,0-6-74 15,0-5 35-15,4-6-32 16,7-6-3-16,7 0-24 16,1-9 13-16,6-14-96 15,4-9-12-15,9-8-55 16,7-4-60-16,9-2 33 16,3 4-113-16,3 8 228 0,-2 15 86 15,-4 14 127-15,-5 5 69 16,-7 9-45-16,-6 12-124 15,-12-2 100-15,-8-5-39 16,-11-5 3-16,-5-6 96 16,-10-3-2-16,-23 0 4 15,-18 0-130-15,-13-9-27 16,-10-6-13-16,-4 3-19 16,0-1-86-16,-14 3-36 15,21 3-236-15,15 1-508 0</inkml:trace>
  <inkml:trace contextRef="#ctx0" brushRef="#br0" timeOffset="105524.81">22662 5961 803 0,'0'0'1548'0,"0"0"-1348"16,0 0-182-16,0 0-8 16,0 0-1-16,0 0-9 15,0 0 15-15,110 27 12 16,-94 17 91-16,-11 8-88 15,-5 4 5-15,-7 0 65 16,-20-2-82-16,-2-9 17 16,-2-12-35-16,7-8 36 15,7-11 0-15,9-11-36 16,8-3-5-16,0-3-28 16,6-28 12-16,21-10-219 15,6-12 48-15,6-7-71 0,1 0 51 16,-7 5 18-1,-6 12 194-15,-12 14 164 0,-7 13 149 16,-8 16-53-16,0 0-196 16,-6 18-27-16,-9 17 11 15,2 7-39-15,4 4-9 16,7-2 40-16,2-5-34 16,11-10-12-16,21-7-116 15,28-12-156-15,-10-6-244 16,0-4-496-16</inkml:trace>
  <inkml:trace contextRef="#ctx0" brushRef="#br0" timeOffset="106725.57">23221 5691 1508 0,'0'0'583'16,"0"0"-454"-16,0 0 28 0,0 0 10 15,0 0-83-15,0 0 92 16,0 0-113-16,-5-59-55 15,5 58 77-15,0 1-79 16,0 0 6-16,0 0-12 16,0 0 37-16,0 0-23 15,0 0-14-15,0 0 0 16,0 0-2-16,0 0 2 16,0 0 0-16,0 0 0 15,0 0 25-15,0 0-32 16,0 0 7-16,0 0-1 15,0-2-19-15,0 0 21 16,11-1-1-16,7 3 0 16,2 0 18-16,-2 0-34 0,-5 12 16 15,-6 11-14-15,-7 7-4 16,-7 3 29-16,-24 2-11 16,-5-1 0-16,1-4 37 15,4-6 0-15,8-10-37 16,12-6 0-16,9-4-19 15,2 0 25-15,0 2-6 16,17 4 0-16,10-1-15 16,7 7-37-16,4-3-52 15,9 11-204-15,-10-2-13 16,-8-5-381-16</inkml:trace>
  <inkml:trace contextRef="#ctx0" brushRef="#br0" timeOffset="106908.23">23401 6168 1015 0,'0'0'1135'15,"0"0"-878"-15,0 0-212 16,0 0 34-16,0 0 89 16,116-4-120-16,-72-3 64 15,8 4-112-15,15 3-144 16,-11 0-97-16,-12 0-619 0</inkml:trace>
  <inkml:trace contextRef="#ctx0" brushRef="#br0" timeOffset="107354.58">24079 5995 1453 0,'0'0'1128'0,"0"0"-946"16,0 0-140-16,0 0 23 15,0 0-64-15,0 0 55 16,0 0-56-16,33 53 13 16,-33-11 64-16,0 6-76 0,-4-2-1 15,-11-6 47-15,1-3-38 16,3-11 23-16,2-6-32 15,4-8 0-15,3-7-60 16,2-3 60-16,0-2-99 16,9-5 28-16,13-21-180 15,5-11-80 1,2-7 1-16,-2-4-182 0,-3 4 501 16,-6 12 11-16,-4 12 356 15,-10 12 18-15,-4 8-235 16,0 0-4-16,0 20-53 15,0 9 34-15,0 8 81 16,0-1-190-16,0 2-6 16,11-6 6-16,18-4-7 15,12-8-36-15,25-6-162 0,-8-6-172 16,-4-8-195-16</inkml:trace>
  <inkml:trace contextRef="#ctx0" brushRef="#br0" timeOffset="108482.31">24498 6171 1813 0,'0'0'335'15,"0"0"-139"-15,0 0-77 16,0 0 58-16,154 3 38 0,-101 1-148 16,5 0-22-1,3 5-45-15,14-6-159 0,-13 1-63 16,-8-2-618-16</inkml:trace>
  <inkml:trace contextRef="#ctx0" brushRef="#br0" timeOffset="108939.49">25401 6057 1164 0,'0'0'675'15,"0"0"-416"-15,0 0-166 16,0 0 18-16,0 0 86 16,0 0-35-16,0 0 1 15,75-79-109-15,-56 79-38 16,-2 0 51-16,-1 7-67 15,-3 17 0-15,-6 8-4 16,-7 6 22-16,-2 5 19 16,-25-1-37-16,-6 0 1 15,-4-8 36-15,6-6-37 0,12-8 0 16,7-8-7-16,10-3 38 16,2-4-27-16,4 3-4 15,21 0 0-15,10 0-58 16,8-1 55-16,4-2-120 15,-4-1-127-15,-6 2-240 16,-12-1-10-16,-16-3-472 0</inkml:trace>
  <inkml:trace contextRef="#ctx0" brushRef="#br0" timeOffset="109579.18">22612 6587 1386 0,'0'0'909'0,"0"0"-598"15,0 0-237-15,0 0-40 16,0 0-16-16,116 17 2 15,-24-6 99-15,43 3-89 0,50 6-14 16,25 1 19 0,8-2-34-16,-1 1-1 15,-15-1 0-15,1-4 24 0,1 3-17 16,-9-5-7-16,-16-5-7 16,-19-4-14-1,-35-2 21-15,-36-1 0 0,-29-1 0 16,-19 2 29-16,-6-2-26 15,-6 2-3-15,-7-2-62 16,-17 3 49-16,-8-3-180 16,-21 0-177-16,-5 0-469 0</inkml:trace>
  <inkml:trace contextRef="#ctx0" brushRef="#br0" timeOffset="110419.52">23403 7177 1564 0,'0'0'525'0,"0"0"-328"16,0 0-54-16,0 0-117 15,0 0 99-15,0 0-124 16,0 0 47-16,117-41 26 15,-98 69-73-15,-7 12 73 16,-12 12-58-16,0 0 6 16,-14 3 65-16,-10-5-87 15,-3-5 0-15,5-8 23 0,6-11 1 16,7-9-9-16,7-9-15 16,2-6 0-16,0-2-20 15,6-5 20-15,17-18-51 16,2-12-71-16,1-9-42 15,-1-8 23-15,-6 0-36 16,-2 6 96-16,-11 12 81 16,-2 13 212-16,-4 20-76 15,0 1-98-15,0 15-4 16,-8 17 39-16,1 7-27 16,4 3-44-16,3-2 81 15,8-2-83-15,18-8-55 0,10-8-73 16,33-12-208-1,-11-7-214-15,-4-3-299 0</inkml:trace>
  <inkml:trace contextRef="#ctx0" brushRef="#br0" timeOffset="110571.74">23963 7351 2307 0,'0'0'517'0,"0"0"-487"16,0 0-30-16,0 0-9 15,149 0-61-15,-93 0-26 16,29 2-36-16,-12-2-388 16,-9 0-428-16</inkml:trace>
  <inkml:trace contextRef="#ctx0" brushRef="#br0" timeOffset="111153.33">24666 7325 1117 0,'0'0'801'0,"0"0"-522"16,0 0-119-16,0 0-12 16,0 0-88-16,0 0 40 15,0 0-30-15,-8-38-48 16,8 38 18-16,0-2-40 15,0 2-29-15,0 0 6 0,0 0-4 16,0 0 3-16,0 0 16 16,0 0-10-16,-4 0-12 15,-3 8 30-15,-1 1 0 16,-2 0-30-16,4-1 30 16,1-4-13-16,1-2 12 15,4 1 1-15,0-3-7 16,0 0 7-16,0 0 0 15,0 0 10-15,0 0-2 16,0 0 2-16,6-7-10 0,7 1 13 16,1 2-38-1,1 1 25-15,-1 3-24 0,-3 0 0 16,-7 13 14-16,-4 6 10 16,0 8-1-16,-6 3 21 15,-17 0 79-15,4 0-86 16,3-2-11-16,9-2 44 15,7-4-45 1,3-2 40-16,23-1-37 0,8-4 36 16,1 2-19-16,-1-3-21 15,-10-1 0-15,-10-4-12 16,-14 3 14-16,0 2-2 16,-27 2 0-16,-18 2-52 15,-11 0-4-15,-25 2-228 16,9-4-271-16,9-6-386 0</inkml:trace>
  <inkml:trace contextRef="#ctx0" brushRef="#br0" timeOffset="112097.2">26074 6815 1468 0,'0'0'280'15,"0"0"-111"-15,0 0 57 16,0 0 8-16,0 0 53 15,149-10-152-15,-100 10-69 16,5 0-66-16,-1 0-9 16,-9 5 8-16,-7 5-210 15,-13-2-291-15,-15 0-148 0</inkml:trace>
  <inkml:trace contextRef="#ctx0" brushRef="#br0" timeOffset="112238.71">26099 6994 1614 0,'0'0'883'16,"0"0"-812"-16,0 0-10 16,0 0-61-16,145 20-9 15,-78-20-24-15,35 0-44 16,-15 0-178-16,-12-8-471 0</inkml:trace>
  <inkml:trace contextRef="#ctx0" brushRef="#br0" timeOffset="113523.28">27316 7006 485 0,'0'0'856'0,"0"0"-529"15,0 0-88-15,0 0-43 16,0 0 134-16,0 0-107 16,0 0-88-16,46 0 22 15,1 0-149-15,11-2 5 16,7 0-13-16,2 2 8 0,-1 0-46 16,-3 0-126-1,2-3-202-15,-19-2-172 0,-14 1-530 0</inkml:trace>
  <inkml:trace contextRef="#ctx0" brushRef="#br0" timeOffset="113733.29">27650 6815 13 0,'0'0'1864'16,"0"0"-1498"-16,0 0-259 0,0 0-36 15,-69 119 107 1,42-61-144-16,3 2-34 0,5-4 48 16,9-5-48-16,8-10-100 15,4-10-137-15,20-12-273 16,5-12-283-16</inkml:trace>
  <inkml:trace contextRef="#ctx0" brushRef="#br0" timeOffset="114179.39">28153 6735 1891 0,'0'0'441'0,"0"0"-441"0,0 0 0 16,-57 133 14-16,30-73 95 15,3-2 65-15,5-2-32 16,6-8-126-16,9-7 74 15,4-11-90-15,0-10 0 16,9-9 19-16,13-8-10 16,7-3 8-16,9-6-17 15,4-19-103-15,10-8 91 16,3-10-152-16,6-3 8 16,1 0 107-16,0 8 26 15,-4 10 23-15,-6 16 91 16,-6 12-70-16,-4 0 84 15,-3 20-96-15,-6 6 32 16,-6 0 48-16,-10-5-41 0,-7-1 9 16,-10-6-57-16,-5-5 14 15,-27-1 46-15,-16-6-60 16,-12-2 0-16,-14 0 15 16,-2-18 2-16,-2-10-7 15,5-8-10-15,8-5-15 16,12-5-39-16,13-2-49 15,22-13-156-15,11 10-237 16,7 7-577-16</inkml:trace>
  <inkml:trace contextRef="#ctx0" brushRef="#br0" timeOffset="114319.06">28948 6649 2426 0,'0'0'0'0,"0"0"-652"0</inkml:trace>
  <inkml:trace contextRef="#ctx0" brushRef="#br0" timeOffset="116037.03">14730 9090 2080 0,'0'0'558'16,"0"0"-558"-16,0 0-67 16,91-117-96-16,-10 33-83 0,23-26 37 15,-1 2-66-15,17-29 56 16,-33 35 35-16,-32 28-379 0</inkml:trace>
  <inkml:trace contextRef="#ctx0" brushRef="#br0" timeOffset="116336.12">15501 8049 971 0,'0'0'875'0,"0"0"-498"15,0 0-60-15,0 0-237 16,0 0-53-16,0 0 9 16,-109 130-34-16,51 14 87 15,4 15 20-15,18-24-97 16,19-40 78-16,15-40-90 0,2-15 0 15,4-4-9-15,16-5 9 16,11-4-7-16,8-17-1 16,5-10-80-16,3-4 88 15,1-22-176-15,0-10-38 16,-11-7 101-16,-3-3-45 16,-14 5 137-16,-7 7 21 15,-6 12 120-15,-7 12 132 16,0 10-187-16,0 5-39 15,-20 23-23-15,0 11-3 16,-1 1-1-16,6 0 0 16,15-8-202-16,0-10-100 15,0-14-577-15</inkml:trace>
  <inkml:trace contextRef="#ctx0" brushRef="#br0" timeOffset="116733.48">15782 8654 1892 0,'0'0'473'0,"0"0"-419"0,0 0-38 16,-31 143 85-16,10-97-59 15,6-10 11-15,1-12 46 16,8-9-98-16,6-8 9 16,0-7-10-16,6 0-10 15,21-7-25-15,7-16-48 16,9-9-82-16,1-3 32 15,3 4-8-15,-5 4 102 16,-7 10 39-16,-10 11 71 0,-9 6 185 16,-9 9-203-1,-7 14-26-15,0 5 82 0,-12-2-72 16,-3-4 8-16,1-5-45 16,10-12 42-16,4-5-5 15,7 0-37-15,26-3-55 16,18-16-51-16,11-1 13 15,8-1 78-15,-1 6 14 16,-7 5 2-16,-12 8-8 16,-15 2 7-16,-15 10-42 15,-15 16-37-15,-15 20-171 16,-19-4-87-16,-6-4-573 0</inkml:trace>
  <inkml:trace contextRef="#ctx0" brushRef="#br0" timeOffset="117486.4">15118 9497 1475 0,'0'0'367'0,"0"0"-283"0,0 0 93 16,0 0 30-16,0 0-9 15,0 0 124-15,0 0-220 16,-25-40-44-16,39 27-49 16,5 4 30-16,2 5-42 15,-1 4 3-15,-3 12 0 16,-7 26-27-16,-10 13 27 16,0 12 0-16,-14 3-13 15,-13-1 46-15,0-12-41 16,8-13 8-16,5-12 0 15,7-14-9-15,7-10 9 16,0-4-28-16,11 0 13 16,14-21-81-16,6-13 41 15,2-13-127-15,-1-7-46 16,-6-4 86-16,-3 6-60 0,-8 12 202 16,-7 13 149-16,-8 20 66 15,0 7-58-15,0 7-157 16,-12 22 9-16,1 7 121 15,2 0-105-15,9 2 38 16,0-6-30-16,5-4 6 16,17-3-51-16,9-7 12 15,5-8-188-15,15-10-21 16,-11 0-382-16,-6-9-330 0</inkml:trace>
  <inkml:trace contextRef="#ctx0" brushRef="#br0" timeOffset="117628.23">15463 9569 1751 0,'0'0'700'0,"0"0"-417"16,0 0-283-16,0 0 0 15,0 0-16-15,136-3-29 16,-96 8-13-16,12-3-113 16,-13-2-354-16,-7 0-297 0</inkml:trace>
  <inkml:trace contextRef="#ctx0" brushRef="#br0" timeOffset="117802.5">15882 9428 1702 0,'0'0'657'0,"0"0"-574"0,0 0-40 16,0 0-40-16,0 0 34 16,0 0 64-16,27 138-59 15,-58-89-42-15,-9 1 26 16,-5-1-26-16,-11 4-129 15,14-10-174-15,11-16-421 0</inkml:trace>
  <inkml:trace contextRef="#ctx0" brushRef="#br0" timeOffset="118125.57">16127 9694 1039 0,'0'0'999'15,"0"0"-523"-15,0 0-335 16,0 0 23-16,0 0-25 15,0 0-113-15,0 0 129 16,33 0-155-16,-3 0 0 16,6 0-12-16,4 0 12 15,-3 0-24-15,-1 0-77 16,-3-3-214-16,-2-1 44 0,-6-1-393 16,-9 0-407-16</inkml:trace>
  <inkml:trace contextRef="#ctx0" brushRef="#br0" timeOffset="118557.99">16528 9575 962 0,'0'0'632'16,"0"0"-302"-16,0 0-205 16,0 0-29-16,0 0 46 15,0 0-105-15,0 0 47 16,-8 26 0-16,-1 4-65 15,0 4 146-15,2 2-157 16,0-2 8-16,3-4 23 16,2-6-27-16,2-3 7 0,0-10-19 15,0-2 0-15,4-7-31 16,14-2 31-16,6 0-27 16,8-13 21-16,6-10-134 15,4-4 0-15,3-2-3 16,-1 3 61-16,-2 6 45 15,-3 8 14-15,-6 12 23 16,-2 0 60-16,-8 3-8 16,-8 11 63-16,-6 2-64 15,-9-5-50-15,0 1 181 16,-26-7-88-16,-17-3 9 0,-9-2-21 16,-8 0-73-16,-7-5 18 15,1-12-27-15,1-5 0 16,7 1-60-16,9-3 24 15,7-10-198-15,13 11-226 16,14 2-872-16</inkml:trace>
  <inkml:trace contextRef="#ctx0" brushRef="#br0" timeOffset="119697.64">16941 9039 474 0,'0'0'1181'15,"0"0"-934"-15,0 0-241 16,0 0 84-16,136-42-82 16,-75 9 4-16,3-10 104 0,-6-4-81 15,-5-8-5 1,-10-3-30-16,-12-3 23 0,-14 6 19 15,-11 2 11 1,-6 13 57-16,0 10 20 0,0 16-77 16,-10 14-4-16,-1 3-49 15,-3 52 15-15,-1 50-24 16,1 40 10-16,1 18-1 16,5-24 55-16,-4-43-47 15,1-36 8-15,-5-10-16 16,-1 3 6-16,-6-2-13 15,-1 2 7-15,0-16 0 0,-1-12-27 16,3-13 10-16,3-12 6 16,6 0-7-16,11-30 15 15,2-16-67-15,25-17 28 16,19-13-89-16,21-10-1 16,9-4-45-16,8-3 66 15,2 3 4-15,-3 4 82 16,-12 7 25-16,-13 16 78 15,-21 17 59-15,-14 15 113 16,-19 19-71-16,-2 12-36 16,-11 22-143-16,-18 31 9 15,-2 22 75-15,0 8-78 16,6 5 6-16,11-4 14 16,10-9-8-16,4-13-28 15,0-16 10-15,20-12-82 0,5-13 68 16,4-12-114-16,2-9-80 15,-2 0-66-15,-1-23-78 16,9-40-29-16,-11 5-186 16,-2 0-94-16</inkml:trace>
  <inkml:trace contextRef="#ctx0" brushRef="#br0" timeOffset="119871.46">17940 8983 1242 0,'0'0'644'0,"0"0"-474"16,0 0-43-16,0 0-82 15,0 0-23-15,35 116 150 16,-35-67-111-16,-15-1 33 15,-1-4-1-15,1-8-92 16,3-7 41-16,6-12-42 16,6-9 0-16,0-8-7 0,0 0 7 15,20-20-85 1,7-16-144-16,11-42-118 0,-5 8-174 16,-4 0-105-16</inkml:trace>
  <inkml:trace contextRef="#ctx0" brushRef="#br0" timeOffset="119999.35">18125 8893 1506 0,'0'0'750'0,"0"0"-632"0,0 0 13 16,0 102-107-16,-2-49 4 16,2-4 21-16,0-4-49 15,18-11 0-15,3-7 0 16,8-12-148-16,5-15-141 16,-5 0-378-16,-9-15-638 0</inkml:trace>
  <inkml:trace contextRef="#ctx0" brushRef="#br0" timeOffset="120171.2">18511 8782 2107 0,'0'0'587'15,"0"0"-532"-15,0 0-9 16,48 107-31-16,-48-52-15 16,-2 8 0-16,-22 1 81 15,-10 3-74-15,-4-2-1 16,1-2-6-16,3 3-235 15,12-17-131-15,13-17-865 0</inkml:trace>
  <inkml:trace contextRef="#ctx0" brushRef="#br0" timeOffset="120528.2">19126 9218 1285 0,'0'0'918'0,"0"0"-580"0,0 0-101 16,0 0-46-16,0 0-140 15,0 0 100-15,0 0-151 16,56-10-32-16,-25 8 22 16,0-1-92-16,-4 3-44 15,-16 0-169-15,-9 0-366 16,-2 5-318-16</inkml:trace>
  <inkml:trace contextRef="#ctx0" brushRef="#br0" timeOffset="120651.31">19126 9218 1901 0,'-58'101'509'16,"60"-98"-461"-16,18 1 14 16,9 0-50-16,9-4 30 15,7 0-42-15,22 0-85 0,-12 0-29 16,-4 0-461-16</inkml:trace>
  <inkml:trace contextRef="#ctx0" brushRef="#br0" timeOffset="121357.28">20062 9416 1175 0,'0'0'1429'15,"0"0"-1171"-15,0 0-258 16,0 0-100-16,0 0-27 0,116-60-20 16,-60 20 124-16,1-8-29 15,-1-2 52-15,-4-4-163 16,-11-2-13-16,-4-6-34 15,-11-3 99-15,-4-5 72 16,-6-2 39-16,-3 3 244 16,-6 14-67-16,-3 13 15 15,-4 21-27-15,0 21-141 16,-2 9 6-16,-27 49-30 16,-6 38 0-16,-1 7 134 15,9-8-61-15,12-9-18 16,13-23-28-16,2 1 0 15,0-2-8-15,9-16-19 0,13-13 0 16,7-18-22 0,4-11 22-16,5-4-44 0,2-14-27 15,-1-18-175-15,-2-10 24 16,-1-9-48-16,-3-5 23 16,-4 7 191-16,-6 6 56 15,-8 15 224-15,-6 14 144 16,-7 14-217-16,-2 4-29 15,0 25-116-15,0 9 4 16,-7 3 69-16,-2 2-71 16,3-6-8-16,-1-2 0 15,5-9-87-15,2-12-33 0,0-6-375 16,2-8-261-16</inkml:trace>
  <inkml:trace contextRef="#ctx0" brushRef="#br0" timeOffset="121830.13">20976 8992 1587 0,'0'0'162'15,"0"0"-53"-15,0 0-109 16,-2 150 0-16,-12-94 232 16,-1-5-11-16,2-2-53 15,3-8-45-15,1-12-111 16,7-7 67-16,2-8-79 15,0-12 0-15,2-2-9 16,17-2 9-16,7-21-37 0,10-7-18 16,4-9-107-16,2-1 110 15,3 0-36 1,-5 6 88-16,-5 10 18 0,-6 12 153 16,-6 12-27-16,-10 0-122 15,-6 15 23-15,-7 11 21 16,0 6-54-16,0-6-6 15,-7-5 40-15,2-7-37 16,3-5-9-16,2-9 0 16,0 0 27-16,23-7-89 15,12-15 4-15,10-5-97 16,8 0 59-16,3-1-51 16,-2 2 96-16,-5 8 51 15,-7 6 63-15,-11 12 207 16,-6 0-221-16,-10 14-37 0,-7 16-24 15,-8 10 8-15,-10 8 3 16,-21 4 0-16,-29 25-109 16,4-16-39-16,5-6-446 0</inkml:trace>
  <inkml:trace contextRef="#ctx0" brushRef="#br0" timeOffset="122364.71">20053 9878 1257 0,'0'0'373'0,"0"0"-227"16,0 0 0-16,0 0 121 16,0 0-163-16,0 0-21 15,115-104 46-15,-85 104-89 16,-8 0 27-16,-4 15-67 16,-9 15 0-16,-9 9 60 15,0 7-54-15,-13 3-6 0,-12 0 62 16,-2-3-62-16,5-8 36 15,5-7-36-15,5-13 0 16,10-11-5-16,2-7 5 16,0 0-12-16,14-14 2 15,11-18-136-15,7-9-43 16,-1-10-55-16,-2 0-32 16,-4 8 222-16,-9 11 54 15,-8 10 219-15,-6 13 106 16,-2 9-230-16,0 0-47 15,0 22-48-15,0 7 0 16,0 3 105-16,0 3-93 16,0-1 0-16,14-1-12 0,8-8-28 15,9-6-9 1,14-13-180-16,-9-6-310 0,-5 0-286 16</inkml:trace>
  <inkml:trace contextRef="#ctx0" brushRef="#br0" timeOffset="122515.98">20506 9888 1714 0,'0'0'714'16,"0"0"-514"-16,0 0-189 15,0 0 44-15,0 0-55 16,117-5-6-16,-76 10-54 16,-1 2 26-16,7-4-140 15,-11-3-189-15,-7 0-671 0</inkml:trace>
  <inkml:trace contextRef="#ctx0" brushRef="#br0" timeOffset="122710.13">20918 9807 2011 0,'0'0'476'0,"0"0"-465"16,0 0-10-16,18 103-2 15,-18-62 28-15,-14 5 108 16,-13-5-53-16,-6 1-81 15,0-2 53-15,1-8-54 16,8-6-119-16,9-8-14 0,15-11-199 16,0-7-137-1,8 0-543-15</inkml:trace>
  <inkml:trace contextRef="#ctx0" brushRef="#br0" timeOffset="122882.59">21061 10024 2165 0,'0'0'521'0,"0"0"-505"16,0 0-32-16,0 0-18 15,0 0 28-15,120 0-15 16,-76 0 21-16,4 0-39 16,12 0-163-16,-14 0-384 15,-10 0-226-15</inkml:trace>
  <inkml:trace contextRef="#ctx0" brushRef="#br0" timeOffset="123062.22">21569 9904 1610 0,'0'0'634'0,"0"0"-542"16,0 0-80 0,0 0-12-16,0 0 0 0,0 0 95 15,-91 104-46-15,70-62-35 16,8 2 43-16,6-6-56 15,5-4 23-15,2-10-24 16,0-6 27-16</inkml:trace>
  <inkml:trace contextRef="#ctx0" brushRef="#br0" timeOffset="126345.13">21566 9978 1077 0,'0'0'328'0,"0"0"-209"0,0 0 85 16,0 0-55-16,0 0-76 15,0 0 87-15,0 0-131 16,-4-4 1-16,4 2 42 16,-2 2-57-16,2 0 74 15,0 0-89-15,-2 0 22 16,-3 0-15-16,-3 0-7 15,-9 6 0-15,-2 10 43 16,-3 4-25-16,1 4 37 16,-1 2-55-16,4 0 0 0,0 2 32 15,3-2-21-15,5-2-11 16,4-3 0-16,4-3 41 16,2-4-8-16,0-4-33 15,4-5 0-15,14-2 6 16,5-3-6-16,4 0-13 15,1-6 13-15,6-12-85 16,2-7 76-16,3-5-84 16,3-3-57-16,6-5 87 15,1 1-15-15,-1-1 63 16,2 6 2-16,-4 6 26 16,-3 9 64-16,-5 4-54 15,-7 9-22-15,-6 4 94 16,-3 0-45-16,-7 19-5 15,-4 10-10-15,-6 3-11 0,-2 6 83 16,-3 2-107-16,0-3 6 16,-12-4 52-16,-5-7-45 15,-4-6 23-15,-4-6-33 16,-4-9 39-16,-2-5 13 16,-6 0-55-16,-3-12 0 15,-5-15 0-15,-2-5 1 16,0-8-1-16,5-2 0 15,3-2 22-15,8 2-22 16,8 5 0-16,4 5-68 16,6 11 16-16,-3 11-112 15,8 6-131-15,-1 4-525 0</inkml:trace>
  <inkml:trace contextRef="#ctx0" brushRef="#br0" timeOffset="127910.73">22795 8915 1465 0,'0'0'514'15,"0"0"-435"-15,0 0 92 16,0 0-111-16,0 0 3 16,0 0 21-16,0 0-66 15,40-26 21-15,-38 38-39 16,0 19 8-16,-2 8 104 15,0 9-90-15,-6 4 19 16,-14 1 35-16,0-9-69 0,-1-6 47 16,6-12-54-16,4-9 12 15,6-8-12-15,5-6 0 16,0-3 0-16,0 0-17 16,14-5-44-16,8-16-19 15,7-11-115-15,2-9-39 16,0-10 150-16,0 1-78 15,-4 2 57-15,-6 8 105 16,-9 11 41-16,-6 17 241 16,-6 12-119-16,0 0-162 15,-3 27 106-15,-8 11-56 16,9 4-22-16,2 4 59 16,0-3-77-16,24-5-5 0,8-6-6 15,7-10-134 1,19-10 61-16,-8-6-297 0,-6-6-367 0</inkml:trace>
  <inkml:trace contextRef="#ctx0" brushRef="#br0" timeOffset="128288.29">23287 8590 1650 0,'0'0'555'0,"0"0"-433"0,0 0 37 16,0 0-58-16,0 0 45 16,0 0-143-16,0 0 26 15,21-1-1-15,-2 4-28 16,4 15 0-16,-7 10-11 15,-10 9 29-15,-6 5-12 16,0 2-6-16,-24 0 0 16,-1-9 79-16,3-6-77 15,4-12 6-15,9-6-8 16,9-5 35-16,0-3-37 16,5 0 2-16,22 1-47 15,8 1 23-15,27-2-194 16,-8-1-147-16,-8-2-354 0</inkml:trace>
  <inkml:trace contextRef="#ctx0" brushRef="#br0" timeOffset="128450.62">23568 9050 1549 0,'0'0'578'15,"0"0"-515"-15,0 0 0 16,0 0 142-16,0 0-79 15,0 0 67-15,130 1-193 16,-82-1-71-16,19-3-30 16,-11-2-380-16,-9 1-402 0</inkml:trace>
  <inkml:trace contextRef="#ctx0" brushRef="#br0" timeOffset="128859.07">24222 8918 664 0,'0'0'1104'16,"0"0"-875"-16,0 0-81 15,0 0-21-15,0 0 80 16,0 0-185-16,0 0 83 16,2 74 38-16,-11-37-119 15,0-2 17-15,0-5-41 16,5-9 24-16,1-5-15 15,3-7-9-15,0-7 0 0,0-2-12 16,0 0 23-16,11-6-22 16,5-16-57-16,4-12-129 15,0-8 85-15,-2-4-130 16,-3 1 75-16,-1 7 167 16,-5 12 82-16,-5 12 220 15,-4 12-155-15,0 2-136 16,0 14 62-16,0 18-51 15,-8 8 33-15,3 9 34 16,5 0-88-16,0-1-2 16,7-5-11-16,18-9-173 15,6-7 130-15,25-8-209 16,-6-6-66-16,-5-8-369 0</inkml:trace>
  <inkml:trace contextRef="#ctx0" brushRef="#br0" timeOffset="129046.56">24718 9099 1352 0,'0'0'752'0,"0"0"-418"15,0 0-196-15,0 0 53 16,0 0 5-16,0 0-145 16,0 0 13-16,43 0-64 15,-14 0-51-15,7 0 33 16,1 5-215-16,21-1-47 0,-10-4-251 15,-6 0-485-15</inkml:trace>
  <inkml:trace contextRef="#ctx0" brushRef="#br0" timeOffset="129365.93">25391 8951 1141 0,'0'0'721'16,"0"0"-529"-16,0 0 42 15,0 0-51-15,0 0 50 16,0 0-122-16,0 0-96 16,21-32 58-16,-9 34-73 15,0 14 0-15,-3 8-15 16,-7 8 37-16,-2 7-25 16,-17 2 3-16,-18 8 0 0,-8-3 29 15,-2-4-29-15,5-5 0 16,11-12 0-16,11-9 33 15,14-6-27-15,4-3-6 16,0-5 0-16,27 1-6 16,8-3 6-16,7 0-28 15,8 0-48-15,-2-3-169 16,-1-4 75-16,-13 3-106 16,-16 4-275-16</inkml:trace>
  <inkml:trace contextRef="#ctx0" brushRef="#br0" timeOffset="130148.18">22781 9435 1347 0,'0'0'582'0,"0"0"-483"16,0 0 39-1,0 0-8-15,0 0-70 0,0 0 104 16,0 0-131-16,29 13-9 15,10-4 23-15,13 3-39 16,18 0 18-16,30 0-26 16,31 1 0-16,35-2 12 15,10 1-12-15,2-4 0 16,-8-1-16-16,-12 1 43 16,-2 1-44-16,-5-1 17 15,-6 1-4-15,-10 0-34 0,-11 1 38 16,-19 0 0-16,-23-2 44 15,-19-1-19-15,-10-5 75 16,8 3-100-16,-1 2 12 16,2-4 4-16,-13 1-16 15,-6 0 0-15,-12-2 7 16,-10 0 19-16,-5 0-38 16,-9-2 12-16,-5 0-129 15,-2 0 71-15,-2 0-218 16,-11 0-336-16</inkml:trace>
  <inkml:trace contextRef="#ctx0" brushRef="#br0" timeOffset="130832.15">23526 9881 1652 0,'0'0'342'0,"0"0"-219"16,0 0-31-16,0 0 113 15,0 0-132-15,0 0-45 16,0 0 79-16,87-49-106 0,-70 61 0 16,-5 18-1-1,-5 10 30-15,-7 6 21 0,0 0-51 16,-11 0 1 0,-7-8 54-16,5-8-55 0,1-10 6 15,5-6-6-15,3-6 23 16,4-6-9-16,0-2-14 15,0 0-66-15,15-4 65 16,8-18-167-16,1-8-13 16,-1-9-44-16,-4 1-88 15,-5-1 205-15,-5 11 108 16,-7 10 73-16,-2 11 128 16,0 7-140-16,0 0 15 15,-6 21 105-15,1 4-105 16,5 8 116-16,0 1-125 0,13 3-66 15,18-4 24 1,10-3-25-16,8-6-87 16,29-10-70-16,-13-10-203 15,-7-4-154-15</inkml:trace>
  <inkml:trace contextRef="#ctx0" brushRef="#br0" timeOffset="130985.17">24199 10043 1564 0,'0'0'955'16,"0"0"-737"-16,0 0-218 16,0 0-8-16,0 0-16 0,166-21-98 15,-87 13 5-15,-9 2-101 16,-8 0-533-16</inkml:trace>
  <inkml:trace contextRef="#ctx0" brushRef="#br0" timeOffset="131596.21">24824 10034 546 0,'0'0'926'0,"0"0"-599"0,0 0-155 16,0 0-20-1,0 0-78-15,0 0 37 0,0 0-37 16,-5-16-42-16,5 14 99 16,0 0-130-16,0 2-1 15,0 0 30-15,0 0-15 16,0 0-3-16,0 0-12 16,0 0 0-16,0 0-3 15,0 0 3-15,0 0 0 16,0 0-14-16,0 0 43 15,0 0-26-15,0 0-3 16,0 0 0-16,0 0-9 16,0 0 9-16,0 0 0 15,0 0-15-15,0 0 41 16,0-3-6-16,0 0-20 16,2-1 0-16,9-3-6 15,2 4 6-15,-1 1 0 0,-3 0-9 16,-3 2 38-16,-4 0-37 15,-2 4 8-15,0 13 0 16,-4 10 58-16,-15 4-44 16,-4 1 17-16,3 2-4 15,9-7 3-15,11 1 0 16,0-1-30-16,15-4 0 16,14 2 35-16,10-5-35 15,-6-3 0-15,-4-5-1 16,-10-1 32-16,-14-3-34 15,-5-1 3-15,-15 6 0 16,-25 3-14-16,-12 1 14 16,-8 2-59-16,0-1-29 15,-5 0-151-15,16-6-105 16,15-1-700-16</inkml:trace>
  <inkml:trace contextRef="#ctx0" brushRef="#br0" timeOffset="132143.37">26078 9619 1614 0,'0'0'533'15,"0"0"-340"-15,0 0-77 16,0 0 70-16,0 0 39 15,0 0-134-15,0 0 0 16,29-12-91-16,0 10 41 16,7 2-43-16,1 0 2 15,0 0-10-15,-6 5-16 16,-7 7-14-16,-6-1-38 16,-11 1-158-16,-10 6-131 15,-19 1 81-15,-9-7-354 0</inkml:trace>
  <inkml:trace contextRef="#ctx0" brushRef="#br0" timeOffset="132261.29">26078 9619 1415 0,'-80'134'691'0,"80"-131"-551"0,0 1-19 15,14 3 10-15,19 3-36 16,11 2 27-16,12 0-122 16,33-2-256-16,-12-3-136 15,-9-4-708-15</inkml:trace>
  <inkml:trace contextRef="#ctx0" brushRef="#br0" timeOffset="132454.21">26756 9767 1694 0,'0'0'748'16,"0"0"-634"-16,0 0-38 15,0 0-76-15,116 0-40 16,-65 0 4-16,32 0-151 16,-14 2-359-16,-2 1-783 0</inkml:trace>
  <inkml:trace contextRef="#ctx0" brushRef="#br0" timeOffset="132926">27586 9581 1478 0,'0'0'504'0,"0"0"-464"16,0 0 45-16,0 0 114 16,-98 140-131-16,77-87 8 15,7-6-15-15,8-3-46 16,6-7 46-16,0-9-61 15,2-10 7-15,14-8 11 16,1-6-18-16,8-4-10 16,2 0-42-16,2-18-165 15,2-8 90-15,3-9 3 0,1-4-37 16,8-5 102-16,3 0 59 16,6 3 9-16,4 8 211 15,0 14-105-15,-4 9 37 16,0 10-96-16,-3 0-19 15,-5 15 69-15,-4 8-91 16,-5-3 28-16,-10 0 63 16,-8-6-81-16,-9-3 130 15,-8-7-135-15,0-3-14 16,-33-1 88-16,-21 0-61 16,-19-5-9-16,-14-13-24 15,-7-6 42-15,3-3-71 16,4-1 29-16,6 2-124 0,-10-6-95 15,20 6-247-15,17 6-211 16</inkml:trace>
  <inkml:trace contextRef="#ctx0" brushRef="#br0" timeOffset="145328.51">15033 11773 557 0,'0'0'1217'16,"0"0"-939"-16,0 0-183 16,0 0 60-16,0 0-6 0,0 0-9 15,0 0-21-15,-11-25-26 16,11 25-15-16,0 0-31 16,0 0-18-16,15 0-19 15,16 0-8-15,14 0-3 16,11 10 1-16,7 3-1 15,-1 1-39-15,-4-1-65 16,-5 0-90-16,-2 2-41 16,-15-2-92-16,-16-5-340 0</inkml:trace>
  <inkml:trace contextRef="#ctx0" brushRef="#br0" timeOffset="145518.1">15074 11918 1676 0,'0'0'563'0,"0"0"-449"16,0 0-7-16,0 0-25 15,0 0-48-15,0 0-22 16,129 0-12-16,-79 0-95 16,2 0-39-16,6-14-95 15,-11-1-159-15,-9-2-354 0</inkml:trace>
  <inkml:trace contextRef="#ctx0" brushRef="#br0" timeOffset="145668.01">15643 11608 1588 0,'0'0'622'15,"0"0"-445"-15,0 0-77 16,0 0-65-16,0 0-14 16,125 76 15-16,-125-16-11 0,0 15 3 15,-31 4-28-15,-13 6-47 16,-29 15-146-16,5-21-335 15,12-17-655-15</inkml:trace>
  <inkml:trace contextRef="#ctx0" brushRef="#br0" timeOffset="146854.01">16549 11923 1114 0,'0'0'391'0,"0"0"-268"15,0 0-90-15,0 0-7 16,0 0 85-16,0 0 33 0,0 0 1 16,-5 0-13-16,5 0-3 15,0 0-19-15,5-5-24 16,6-9-43-16,2-3-26 16,2-3-11-16,1 2-5 15,3-2-1-15,0-2-7 16,4 0-22-16,1-7-23 15,3-2-32-15,4-8 6 16,1-7 12-16,-1-8-30 16,0-6-29-16,-4-2-45 15,-6-1 13-15,-7 9 132 16,-7 12 25-16,-7 12 152 16,0 12-5-16,0 10-80 15,-2 6-55-15,-9 2 0 0,-3 6-12 16,-5 25 62-16,-2 17 65 15,-1 13-12-15,-1 17-18 16,4 3-41-16,-2 3 10 16,3-3-17-16,5-11-15 15,2-8-10-15,2-16-3 16,2-11-13-16,5-14-7 16,2-8 8-16,0-10-8 15,0-3 21-15,0 0-21 16,16-17-1-16,8-15-1 15,7-9-87-15,6-7-18 0,-2 2 47 16,-2 7 23 0,-8 16 24-16,-10 14 11 0,-3 9-13 15,-8 13 14-15,-2 15 22 16,1 6 5-16,3 0-5 16,8-4 6-16,10-9-4 15,9-10 21-15,12-11-7 16,11 0-29-16,2-16-9 15,4-14-74-15,-6-10-3 16,-9-6-96-16,-12-7-99 16,-10-1 4-16,-14 2 23 15,-4 6 245-15,-7 10 70 16,0 18 198-16,0 16-20 16,0 2-154-16,0 28-29 15,0 16 57-15,2 15-57 0,9 2-16 16,0 4-19-16,1-7-8 15,-6-10-11-15,-6-8-4 16,0-6 1-16,-11-4-7 16,-22-4-1-16,-10-4-37 15,-26-2-106-15,9-6-123 16,8-7-360-16</inkml:trace>
  <inkml:trace contextRef="#ctx0" brushRef="#br0" timeOffset="147576.24">18349 11368 1605 0,'0'0'506'15,"0"0"-425"-15,0 0-41 16,0 0-18-16,0 0 13 15,-6 117 139-15,-7-44-46 16,-3 7-51-16,-1 3-26 16,-2-7-30-16,4-10-8 15,4-11-12-15,2-18 1 0,7-11 4 16,2-11-6-16,0-10 0 16,0-5-21-16,6 0 1 15,17-22-24 1,2-18-59-16,6-18-152 0,-2-14-66 15,-2-4-26-15,-8 5 26 16,-7 19 321-16,-10 20 346 16,-2 23-46-16,-18 9-182 15,-16 25 9-15,-1 19 46 16,2 8-45-16,8 2-37 16,16-4-11-16,9-5-53 15,11-12-5-15,27-10-17 16,15-13-5-16,14-10-36 0,7-7-61 15,1-24-19-15,6-13-89 16,15-50-117-16,-19 7-279 16,-11 0-664-16</inkml:trace>
  <inkml:trace contextRef="#ctx0" brushRef="#br0" timeOffset="148312.25">19005 11180 1324 0,'0'0'665'0,"0"0"-431"15,0 0-141-15,0 0 2 16,-143 85 27-16,103-18-29 15,7 11-12-15,4 9 5 16,11-2-54-16,7-5-13 16,11-7-17-16,0-14 5 0,4-7-7 15,17-15-4-15,6-11-14 16,6-8-5 0,5-12-30-16,4-6-47 0,7-3-59 15,0-26-90 1,0-7-3-16,-4-3-23 0,-14 6 192 15,-10 11 83-15,-15 12 245 16,-6 10-96-16,0 4-103 16,-18 22 78-16,1 8-28 15,0 1-22-15,9-2-33 16,3-3-9-16,5-9-12 16,0-3 12-16,18-7-3 15,9-8-12-15,6-3-14 16,5 0-3-16,5 0-30 15,-1-21-37-15,-2-1-52 0,-4-4-59 16,-11 4 34-16,-13 6 144 16,-9 7 7-16,-3 9 34 15,-7 0-32-15,-11 0-8 16,5 7 31-16,3-2 34 16,8-5-38-16,2 0-5 15,8 0-22-15,19 0-1 16,6 0-91-16,5-5 36 15,3 3 46-15,2 2 9 16,-1 0 18-16,2 2 36 16,4 8 14-16,1 0-46 15,0-6-10-15,2-4-5 16,-1 0-7-16,-6-6-34 16,-7-12-37-16,-8-6-52 15,-10 0-80-15,-13-4-80 0,-6 4 158 16,0 1 125-16,0 12 218 15,-15 8 14-15,-3 3-109 16,-3 33-25-16,-3 33 44 16,2 9-6-16,0 10-37 15,1 9-29-15,8-11-37 16,-5 5-11-16,5-5-12 16,2-11-8-16,2-13 4 15,0-11-6-15,0-12 1 16,0-9-1-16,-2-10-61 15,-2-10-54-15,-28-9-68 16,6-20-113-16,-3-9-659 0</inkml:trace>
  <inkml:trace contextRef="#ctx0" brushRef="#br0" timeOffset="148468.07">19282 11558 1650 0,'0'0'717'15,"0"0"-568"-15,0 0-118 16,145-96-13-16,-89 84-18 16,-1 12-1-16,16 6-65 15,-15 20-108-15,-9 2-366 0</inkml:trace>
  <inkml:trace contextRef="#ctx0" brushRef="#br0" timeOffset="149203.09">21136 11668 945 0,'0'0'153'0,"0"0"-122"15,0 0 31-15,0 0 202 16,0 0-21-16,0 0-86 15,0 0-50-15,2-12-91 16,12 10-2-16,-1-2-14 16,1 1 1-16,-5-2 8 15,-5-1-9-15,-4 0 0 16,0 0 0-16,-4 3 0 16,-21 3 9-16,-6 0 14 15,-11 14 61-15,-10 22 17 16,1 14 15-16,2 9-18 0,8 8-30 15,18-3-40-15,11-6-8 16,12-12-4-16,0-13-6 16,27-8 4-16,10-13-4 15,11-8-10-15,5-4-33 16,5-4-36-16,-3-17 17 16,-5-6-9-16,-8 1-7 15,-13 4 42-15,-11 9 26 16,-9 2 71-16,-9 11 48 15,0 0-86-15,0 2-32 16,-5 16 21-16,3 5 11 16,2 0-3-16,7 0-2 0,24-6-10 15,10-6-17-15,5-6 16 16,1-5-10-16,-7 0-6 16,-9 0-1-16,-8-7 9 15,-12-5 2-15,-9-1 27 16,-2 1 14-16,-2 0-16 15,-21 0-36-15,-3 1-1 16,-1 0-90-16,2-17-52 16,7 3-130-16,10-4-485 0</inkml:trace>
  <inkml:trace contextRef="#ctx0" brushRef="#br0" timeOffset="149349.04">21663 11311 2008 0,'0'0'579'16,"0"0"-579"-16,0 0-9 16,0 0-6-16,-114 119 13 0,40-17-18 15,9-10-127-15,15-13-508 0</inkml:trace>
  <inkml:trace contextRef="#ctx0" brushRef="#br0" timeOffset="149748.51">22656 11285 1967 0,'0'0'311'0,"0"0"-294"16,0 0-3-16,-11 131 43 15,-11-41 15-15,3 0 26 0,0 7-34 16,1-3-26-16,7-18-37 16,3 2 1-16,3-11-2 15,3-18-57-15,2-9-68 16,0-14-109-16,0-11-93 16,4-12-334-16</inkml:trace>
  <inkml:trace contextRef="#ctx0" brushRef="#br0" timeOffset="150716.4">22286 11729 1639 0,'0'0'318'16,"0"0"-253"-16,0 0-48 16,146-57-16-16,-84 49-1 15,2 8 13-15,-1 0 71 16,-1 20 50-16,-6 13-3 15,-4 6-38-15,-13 6 19 16,-7-3-36-16,-12-2-38 16,-9-5-12-16,-7-10-26 15,-4-4 1-15,0-9-1 16,0-7 0-16,2-3-21 16,4-2-24-16,0 0 0 15,5-7 7-15,7-22-78 16,1-7-126-16,4-3 117 0,-5 1 125 15,-5 13 20-15,-6 10 195 16,-3 12-52-16,-4 3-75 16,0 3-68-16,0 19 16 15,5 2 13-15,6 3-37 16,9-7 5-16,7-3-1 16,7-12 2-16,3-5-18 15,3 0-4-15,-7-16-41 16,-4-8-36-16,-6-5-14 15,-12 0-34-15,-9 1 44 16,-2 6 85-16,0 9 3 16,-19 13 40-16,-10 0 14 15,-3 31 54-15,1 9 11 0,4 8-37 16,7 3-30 0,11-7-29-16,9-7-10 0,0-9-15 15,27-8 7-15,11-8-8 16,11-10-11-16,7-2-19 15,3-6-91-15,2-15 14 16,-1-5-10-16,-7-6-5 16,-7 3-2-16,-11 0 124 15,-12 12 3-15,-10 5 240 16,-11 12-130-16,-2 0-82 16,0 8-9-16,-5 13 60 15,-5 4-15-15,0-3-40 16,6-4-12-16,4-8-6 15,0-4-1-15,18-6 1 0,17 0 16 16,12 0-25-16,6-14-40 16,8-6-39-16,-3-1 17 15,-7 7 33-15,-9 2 11 16,-11 12 13-16,-12 0 5 16,-15 12 1-16,-4 15 18 15,-6 4 8-15,-15-6-5 16,1-1-1-16,5-10-16 15,8-6 2-15,5-3 1 16,2-5 10-16,0 0 10 16,19-5-28-16,8-11-133 15,7-2 23-15,4-4 1 16,0 0 4-16,2 3 58 0,-5 4 47 16,-1 5 3-1,-5 8 46-15,-7 2-15 16,-6 0-14-16,-7 18-18 15,-9 0 4-15,0 4-6 0,-4-2 0 16,-19-2-16-16,-4-2-59 16,-24-8-93-16,6-4-155 15,-4-4-345-15</inkml:trace>
  <inkml:trace contextRef="#ctx0" brushRef="#br0" timeOffset="150894.1">23263 11543 1265 0,'0'0'771'16,"0"0"-498"-16,0 0-121 0,89-131 27 15,-50 107-49-15,0 12-56 16,-5 12-74-16,-5 14-34 16,-12 46-176-16,-17 58-112 15,-15-7-278-15,-16-1-902 0</inkml:trace>
  <inkml:trace contextRef="#ctx0" brushRef="#br0" timeOffset="150986.51">23219 12354 1607 0,'0'0'527'15,"0"0"-409"-15,0 0-118 0,0 0-75 16,0 0-452-16</inkml:trace>
  <inkml:trace contextRef="#ctx0" brushRef="#br0" timeOffset="152070.34">25243 11569 557 0,'0'0'1194'0,"0"0"-1194"16,0 0-302-16,0 0 302 16,0 0 85-16,0 0 137 15,0 0-49-15,17-61-100 16,-17 61-48-16,4 0-18 16,-1 0 29-16,2-4 30 15,-1 0-38-15,-2 1-15 16,-2-4-12-16,0 2 23 0,0-2 7 15,-18 5-6 1,-11 2 3-16,-13 4 28 0,-12 27 69 16,-6 18-29-16,0 15-12 15,8 10-13-15,13-1-18 16,16-5-15-16,14-10-9 16,9-12-10-16,17-10 1 15,20-10 2-15,12-12-15 16,11-11-7-16,10-3-43 15,1-11-60-15,5-19-10 16,-1-10-15-16,-8-8-32 16,-11-2 43-16,-16 8 46 15,-20 9 71-15,-20 19 226 0,-6 14-113 16,-37 0-77-16,-12 25 5 16,-8 10 38-1,5 4-4-15,9 1-23 16,16-6-16-16,14-8-26 0,17-6-2 15,2-8 5-15,14-4-13 16,19-8 0-16,9 0-43 16,6-2-71-16,-2-20-57 15,1-4 6-15,-9-2-18 16,-7 4 84-16,-11 8 99 16,-11 10 93-16,-9 6-19 15,0 6-56-15,-2 16 105 0,-11 6-28 16,1-2-39-16,8-4 13 15,4-6-44-15,0-4 6 16,16-8-6-16,15-4-25 16,7 0-23-16,6-9-117 15,3-16-65-15,2-2-17 16,0-2 42-16,-2 1 51 16,-7 4 121-16,-7 10 8 15,-12 12 208-15,-15 2-28 16,-6 13-79-16,-2 16 23 15,-18 3-54-15,-1-2-30 16,4-8-7-16,6-7 14 16,8-10-33-16,3-5-8 0,8 0 4 15,18 0-10-15,12-10-61 16,2-6-36-16,5 0 19 16,-1 0 45-16,-6 6 20 15,-3 6 4-15,-8 4 7 16,-4 0-6-16,-7 6-1 15,-10 8-30-15,-6 4-163 16,-14-1 15-16,-15-5-118 16,-4-4-493-16</inkml:trace>
  <inkml:trace contextRef="#ctx0" brushRef="#br0" timeOffset="152241.26">25476 11546 1348 0,'0'0'766'0,"0"0"-463"16,0 0-98-16,92-112-72 16,-52 104-82-16,2 8-51 15,6 8-14-15,16 43-123 16,-13-6-166-16,-4 0-429 0</inkml:trace>
  <inkml:trace contextRef="#ctx0" brushRef="#br0" timeOffset="153058.09">27110 11664 1438 0,'0'0'785'16,"0"0"-715"-16,0 0-70 15,0 0-42-15,0 0 42 16,0 0 94-16,-55 121-20 16,39-66-6-16,2 0-26 15,4-7-24-15,3-12-1 16,3-12-6-16,4-10-10 15,0-8 7-15,0-6-7 16,0 0 0-16,0-1-1 16,9-24-9-16,8-10-135 15,8-12 58-15,1-8-25 16,1-4 6-16,0 6 57 16,-4 12 48-16,-8 16 96 0,-7 19 48 15,-4 6-89 1,-4 17-47-16,0 19 81 0,0 3-31 15,10 7-27-15,11-3 3 16,8-7-1-16,11-6 0 16,8-12-11-16,4-9-22 15,-3-9-3-15,-7 0-39 16,-7-20-7-16,-8-12-34 16,-11-3-30-16,-7-7-41 15,-7 4 89-15,-2 3 65 16,0 13 28-16,0 13 129 15,-6 9-81-15,-8 22-51 0,-6 30 22 16,-4 17 16-16,1 18 16 16,-2 9-30-16,4-1-31 15,3-5-3-15,-1-6-8 16,2-11 2-16,1-14 5 16,3-9 3-16,0-14-3 15,4-11-14-15,4-11 6 16,5-12-15-16,0-2-9 15,29-45-67-15,9-6-279 16,5-10-704-16</inkml:trace>
  <inkml:trace contextRef="#ctx0" brushRef="#br0" timeOffset="153793.19">27971 11608 796 0,'0'0'1482'16,"0"0"-1371"-1,0 0-111-15,0 0 0 0,0 0 65 16,-159 136-4-16,113-87 54 16,3-2-55-16,10-2-14 15,8-12-33-15,12-8-8 16,11-9-5-16,2-10-1 16,7-6-7-16,19 0 7 15,12-6-32-15,5-23-98 16,1-8-36-16,1-5-97 15,-9 0 20-15,-9 12 244 0,-14 14 21 16,-11 16 152 0,-2 2-97-16,-5 26 90 0,-13 8-46 15,3 2-55-15,6-1-25 16,4-11-7-16,5-5 6 16,0-7-15-16,16-6-6 15,11-5-18-15,2-3-26 16,7-7-75-16,1-15-27 15,1-4-10-15,-2-4-40 16,-4 6 15-16,-6 4 163 16,-10 12 85-16,-12 8 111 15,-4 0-100-15,0 10-3 16,-9 13-15-16,-7-4-20 16,5-1 0-16,5-6-29 15,6-3-15-15,0-9-13 0,9 0 9 16,17 0-10-16,8 0-35 15,6 0-36-15,-2-12-8 16,0 5 20-16,-3-3 22 16,3-2-37-16,1-2 22 15,3-4 30-15,5-8 22 16,-3-7 16-16,-4-7 17 16,-7-4 5-16,-8 1-25 15,-11 0-13-15,-12 7 0 16,-2 16 9-16,-8 17 29 15,-23 10-16-15,-13 55-5 16,-14 44 45-16,-6 37 12 0,6 7-18 16,16-21 15-16,17-37 26 15,13-36-22-15,6-6-8 16,1 7-36-16,-1-2-13 16,-1 4-12-16,-2-13-5 15,-2-12-1-15,0-10-43 16,4-24-192-16,0 0-290 15,7-12-759-15</inkml:trace>
  <inkml:trace contextRef="#ctx0" brushRef="#br0" timeOffset="153905.14">29079 11997 1377 0,'0'0'1124'0,"0"0"-1124"16,0 0-1175-16</inkml:trace>
</inkml:ink>
</file>

<file path=ppt/ink/ink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1-11-19T07:10:23.119"/>
    </inkml:context>
    <inkml:brush xml:id="br0">
      <inkml:brushProperty name="width" value="0.05292" units="cm"/>
      <inkml:brushProperty name="height" value="0.05292" units="cm"/>
      <inkml:brushProperty name="color" value="#FFFFFF"/>
    </inkml:brush>
  </inkml:definitions>
  <inkml:trace contextRef="#ctx0" brushRef="#br0">1350 4810 1380 0,'0'0'586'15,"0"0"-484"-15,0 0 3 16,0 0 88-16,0 0-86 15,0 0 15-15,0 0-12 16,0 0-51-16,3 0 35 16,6-10-44-16,4-8-49 0,5-6 59 15,11-10-60 1,6-10 0-16,7-6-1 0,12-10 8 16,4-4-22-1,4-5-18-15,-4 0-65 0,-2 0 92 16,-4-1-73-16,-10-5-33 15,-4-3 54-15,-7-2 16 16,-7-2 33-16,-3 5-10 16,-10 7 19-16,-3 16 48 15,-6 12 1-15,-2 14 16 16,0 12 16-16,0 7-35 16,0 9 15-16,0 0-61 15,-15 0 6-15,-5 17-9 16,-7 18 3-16,-4 15 0 15,0 15-6-15,4 13 14 0,3 7 26 16,6-1-30 0,7-6 5-16,7-8 51 15,4-15-60-15,0-11 0 0,11-10 12 16,11-10-12-16,5-6 0 16,4-10 0-16,5-8-43 15,-1 0 28-15,1-14-46 16,-5-14-30-16,-2-4 32 15,-7 0 0-15,-6 1 44 16,-7 10 9-16,-5 5 6 16,-1 9 118-16,-3 7-74 15,0 0-36-15,0 21 17 16,-9 11 17-16,-1 6 9 16,2 5-51-16,3-4 18 0,5-3-32 15,0-4 14-15,0-9-158 16,13-13-61-1,-1-7-278-15,-1-3-314 0</inkml:trace>
  <inkml:trace contextRef="#ctx0" brushRef="#br0" timeOffset="450">2217 4171 1624 0,'0'0'208'16,"0"0"-137"-16,0 0 62 0,0 0 30 15,3 104-3 1,-3-70-78-16,0-1 50 0,0 0-68 16,0-5-37-16,0-6 26 15,0-6-53-15,0-6 1 16,0-8-2-16,6-2 14 16,4 0-38-16,7-16 25 15,5-12-107-15,5-6 77 16,2 1-44-16,0 2 20 15,-4 11 44-15,-8 13 10 16,-3 7 41-16,-7 9-11 16,-7 23 29-16,0 8 61 15,0 0-58-15,-5-2-14 0,-2-7-26 16,3-12-11 0,2-6 11-16,2-10-22 15,0-3-22-15,11-3 22 16,13-25-73-16,13-9-118 0,4-4 47 15,4-4-17-15,-2 7 78 16,-6 10 45-16,-8 14 38 16,-6 14 71-16,-8 0-6 15,-11 28-8-15,-4 11-7 16,-4 28-50-16,-16-9-48 16,0-8-331-16</inkml:trace>
  <inkml:trace contextRef="#ctx0" brushRef="#br0" timeOffset="1466.5">1589 5039 90 0,'0'0'1717'15,"0"0"-1318"-15,0 0-286 16,0 0-41-16,0 0 66 16,0 0-19-16,0 0-28 0,2 0-7 15,9-5-78-15,0-4 52 16,1-1-58-16,-3 0 0 16,-1 4 4-16,-6 0-4 15,3 4 0-15,-5-1 0 16,0 3 19-16,0 0-10 15,0 0-9-15,0 0 0 16,0 0-10-16,0 0 10 16,0 0-3-16,0 0-5 15,0 0 13-15,0 0-27 16,0 0 22-16,0 0-75 16,2-12 20-16,5 1-157 0,-2-4-521 15</inkml:trace>
  <inkml:trace contextRef="#ctx0" brushRef="#br0" timeOffset="2455.59">1602 5000 1385 0,'0'0'610'15,"0"0"-473"1,0 0 11-16,0 0 43 0,0 0-140 15,0 0 26-15,0 0-10 16,13-51-66-16,1 43 0 16,-3 2-1-16,0 3 13 15,-4 3 24-15,0 0-29 16,-3 13-2-16,0 11 76 16,-1 6-36-16,-3 5-3 15,0 2-31-15,0-1 12 16,-5-5 23-16,-1-6-47 15,2-6 0-15,-1-7-3 0,5-7 4 16,0-5-1-16,0 0 0 16,0-1-27-16,17-22 13 15,8-13-114-15,4-11-97 16,-2-4 110-16,-2 1-125 16,-10 9 130-16,-7 14 110 15,-2 13 19-15,-6 14 118 16,0 0-51-16,-8 14-27 15,-5 13 123-15,-3 6-108 16,6 1-37-16,3 0-2 16,7-4-26-16,0-2 22 15,7-6-31-15,15-6-75 16,7-4-23-16,17-12-183 0,-8 0-289 16,-4-4-580-16</inkml:trace>
  <inkml:trace contextRef="#ctx0" brushRef="#br0" timeOffset="2636.79">1954 5015 912 0,'0'0'1190'15,"0"0"-992"-15,0 0 5 16,0 0-63-16,0 0-64 16,0 0-31-16,0 0-44 15,83-4 12-15,-46 4-13 16,0 0-152-16,-4 2 15 15,3-2-195-15,-9 0-266 0,-10 0-873 16</inkml:trace>
  <inkml:trace contextRef="#ctx0" brushRef="#br0" timeOffset="2820.85">2267 4834 1866 0,'0'0'302'16,"0"0"-146"-16,0 0-35 15,0 0-17-15,0 0 24 16,48 116-63-16,-48-73 2 16,0 3-67-16,-15-2-28 15,-5-2 27-15,-9 0-183 0,6-13-110 16,6-12-390-16</inkml:trace>
  <inkml:trace contextRef="#ctx0" brushRef="#br0" timeOffset="3081.94">2414 4999 1257 0,'0'0'888'16,"0"0"-724"-16,0 0-63 15,0 0 13-15,0 0-51 16,0 0-7-16,0 0-2 0,82 0-45 16,-47 0 34-1,0 4-43-15,-2 0-48 0,-4 2-31 16,-5-4-90 0,-6 0-151-16,-7-2-297 0</inkml:trace>
  <inkml:trace contextRef="#ctx0" brushRef="#br0" timeOffset="3307.04">2616 4863 1579 0,'0'0'263'0,"0"0"-233"0,0 0 33 15,0 0 51 1,0 0 6-16,-31 106 17 0,20-64-88 15,3 0-25 1,-2-3-24-16,6-4 9 16,2-5-27-16,2-8-93 15,0-10-152-15,6-5-141 0,8-7-953 16</inkml:trace>
  <inkml:trace contextRef="#ctx0" brushRef="#br0" timeOffset="3951.36">2732 4941 788 0,'0'0'338'16,"0"0"-173"-16,0 0-39 16,0 0 24-16,0 0-22 15,0 0-75-15,0 0 31 16,9 34-59-16,-9-26-9 15,0 0 9-15,0-2-25 16,0-3 16-16,0 2-16 16,0-3 0-16,0 2 41 15,0-2-39-15,0-2-2 16,0 2 34-16,0-2-20 16,0 0 42-16,0 0-40 15,0 0-10-15,0 2 32 0,0 1-38 16,0 2 0-16,0 4 50 15,0 3-16-15,0 5 42 16,0 1-25-16,0 0-37 16,0 0 69-16,0-2-77 15,2-4 3-15,4-2 25 16,-2-2-34-16,0-4 37 16,5-4-33-16,-1 0 4 15,6 0 70-15,1-8-78 16,6-12-24-16,1-6-6 15,3-4-10-15,4-2 6 16,2-2-48-16,5 5 67 16,-1 6-13-16,-1 8 28 15,-3 7 0-15,-7 8 21 16,-1 0-9-16,-10 0 40 0,-4 15-20 16,-7 3-31-1,-2 0 113-15,0 2-87 0,-17-2 19 16,-8-3 18-16,-9 0-37 15,-1-9 36-15,-6-4-33 16,-3-2-23-16,2 0 48 16,-1-6-55-16,3-8 0 15,5-1-12-15,4-2-37 16,-1 3-142-16,12 4-178 16,2 2-540-16</inkml:trace>
  <inkml:trace contextRef="#ctx0" brushRef="#br0" timeOffset="5473.9">3513 4478 899 0,'0'0'1119'16,"0"0"-866"-16,0 0-205 16,0 0 0-16,0 0 59 15,0 0-19-15,0 0-42 16,75-58-46-16,-32 27 21 15,1-3-30-15,-2-2 9 16,1-2-48-16,-7 0 33 0,-5-2-32 16,-6 4 23-16,-10 0 17 15,-4 4 7-15,-6 4 14 16,-5 7-13-16,0 8 7 16,0 6 38-16,0 2-25 15,0 5-20-15,0 0-1 16,0 17 8-16,-9 22-10 15,-5 14 3-15,1 16-1 16,-1 12 45-16,4 3-29 16,1 4 17-16,-3-5-2 15,1-4-22-15,1-6 58 16,-2-12-67-16,1-4 0 16,-5-11 14-16,3-6-14 15,-5-10 0-15,-2-6 0 16,-2-6 15-16,-1-10 3 0,-4-7-18 15,6-1-2-15,0-1 2 16,8-24 0-16,8-7-14 16,5-7 13-16,7-7 1 15,22-5-9-15,11-1 9 16,7-4-59-16,9 2-34 16,2-2-99-16,22-23-68 15,-15 17-84-15,-11 6-325 0</inkml:trace>
  <inkml:trace contextRef="#ctx0" brushRef="#br0" timeOffset="5674.99">4201 4000 1440 0,'0'0'364'16,"0"0"-201"-16,0 0-109 16,0 0 99-16,-75 142 20 15,54-77-68-15,8 1 11 16,9-2-115-16,4-3 16 15,0-11-17-15,13-9 0 16,10-10-45-16,1-12-35 16,10-12-128-16,-7-7-83 15,-6 0-358-15</inkml:trace>
  <inkml:trace contextRef="#ctx0" brushRef="#br0" timeOffset="6020.92">4311 4255 1408 0,'0'0'505'15,"0"0"-411"-15,0 0 39 16,0 0 34-16,0 0-72 16,16 110 33-16,-16-70-35 15,0 1-66-15,0-6 48 16,0-2-75-16,0-8 0 16,0-9 2-16,0-5-2 15,0-10-19-15,0-1-60 16,0-1-30-16,2-26 108 15,9-13-321-15,-1-10 22 0,4-1-202 16,-5 2 166 0,-3 16 336-16,-3 13 304 15,-3 20-9-15,0 0-95 0,0 32 24 16,-9 5-31-16,3 5-63 16,3-1-69-16,3-6-7 15,0-4-54-15,15-9 0 16,8-6-33-16,2-8 3 15,2-8-87-15,8-5-106 16,-8-14-267-16,-4-10-464 0</inkml:trace>
  <inkml:trace contextRef="#ctx0" brushRef="#br0" timeOffset="6184.84">4807 4088 863 0,'0'0'1069'16,"0"0"-909"-16,0 0-59 15,39 137 3-15,-39-78-49 16,0 8 2-16,-16-1-57 16,-11 0 24-16,-21 15-48 15,5-17-162-15,3-16-514 16</inkml:trace>
  <inkml:trace contextRef="#ctx0" brushRef="#br0" timeOffset="6834.26">5345 4420 538 0,'0'0'1287'15,"0"0"-975"-15,0 0-84 16,0 0-20-16,0 0-8 15,0 0-35-15,0 0-91 16,20-3 5-16,9-5-79 16,7-1 1-16,4 2-30 15,-3 3 29-15,0 4-58 16,-6 0-47-16,-9 2-182 16,-9 10-96-16,-8 1-353 0</inkml:trace>
  <inkml:trace contextRef="#ctx0" brushRef="#br0" timeOffset="6974.91">5392 4511 1433 0,'0'0'772'16,"0"0"-532"-16,0 0-180 15,0 0 13-15,0 0 6 16,0 0-42-16,156 6-37 16,-102-3-5-16,21 1-210 15,-15 0-174-15,-6-4-1050 0</inkml:trace>
  <inkml:trace contextRef="#ctx0" brushRef="#br0" timeOffset="7686.91">6239 4712 2397 0,'0'0'348'0,"0"0"-348"15,0 0-51-15,0 0 23 16,0 0 11-16,0 0 17 16,156-134 12-16,-98 77-12 15,3-3-59-15,-1-3-29 16,-5-5-37-16,-8-7 33 15,-9 0 5-15,-9-5 15 16,-13 10 72-16,-8 14 38 16,-8 16 52-16,0 15 8 15,-2 18-37-15,-20 7-30 16,-5 16-31-16,-7 28 9 0,-1 17 119 16,-1 16-55-16,7 10-27 15,9-1 37-15,7-2-48 16,11-11-19-16,2-11-16 15,6-12 18-15,21-14-7 16,7-14-11-16,7-9-44 16,7-13 20-16,0-3-116 15,-1-25-32-15,-2-11 2 16,-9-7-106-16,-5-5 165 16,-11 0-10-16,-4 10 121 15,-10 10 16-15,-4 13 196 16,-2 12 54-16,0 6-100 15,0 2-128-15,-2 20 43 16,-6 9-5-16,-4 4-60 16,1 3 31-16,7-2-47 0,2-3-69 15,2-5-80-15,0-9-184 16,4-7-304-16</inkml:trace>
  <inkml:trace contextRef="#ctx0" brushRef="#br0" timeOffset="8122.95">7135 4325 1294 0,'0'0'284'0,"0"0"-156"16,0 0 24-16,-23 128-42 16,17-93 13-16,-1-6 75 15,5-4-130-15,0-7-18 16,2-6-18-16,0-9-26 15,0-3 4-15,9 0-10 0,11-9-33 16,7-15 5-16,9-7-163 16,1 0 42-16,3 2 51 15,-1 8 46-15,-6 11 52 16,-6 10 74-16,-10 0 4 16,-10 19 68-16,-7 9-43 15,0 2 4-15,-3 1-24 16,-7-7-68-16,1-6 20 15,7-8-35-15,2-10 0 16,0 0-36-16,17-14 18 0,23-14-266 16,11-11 50-1,14 1 118-15,5 0-9 0,-1 6 27 16,-5 8 98-16,-12 12 207 16,-12 12-38-16,-16 0-17 15,-19 26-76-15,-5 13-76 16,-32 24-41-16,-7-7-267 15,0-8-1261-15</inkml:trace>
  <inkml:trace contextRef="#ctx0" brushRef="#br0" timeOffset="8960.48">6437 5061 1560 0,'0'0'392'15,"0"0"-181"-15,0 0 51 16,0 0-164-16,0 0-12 16,0 0 12-16,0 0-92 15,25-50 56-15,-12 50-62 16,3 0-11-16,-3 6 11 16,-1 18 0-16,-8 8 13 15,-4 8-7-15,0 4 16 16,-6 0 8-16,-11-3-30 15,5-5 0-15,-2-10-4 16,5-6 4-16,5-8 0 16,1-6 0-16,3-6-60 15,0 0 41-15,9-22-17 16,12-14-217-16,0-10-11 0,4-7-32 16,-3 4-55-1,-4 5 209-15,-4 13 142 0,-8 16 262 16,-6 15-138-16,0 0-102 15,0 25 212-15,-9 8-53 16,-2 2-71-16,4 1-33 16,7-2-76-16,0-3 59 15,0-7-60-15,21-4-37 16,1-6-3-16,14-12-214 16,-7-2-249-16,-5 0-996 0</inkml:trace>
  <inkml:trace contextRef="#ctx0" brushRef="#br0" timeOffset="9139.91">6732 5141 1213 0,'0'0'908'16,"0"0"-754"-16,0 0-117 16,0 0-12-16,0 0-12 15,0 0 39-15,118 0-52 16,-78 0 9-16,-3 0-33 15,15-2-167-15,-12 1-165 16,-9-1-274-16</inkml:trace>
  <inkml:trace contextRef="#ctx0" brushRef="#br0" timeOffset="9377.41">7070 4991 580 0,'0'0'1079'0,"0"0"-781"16,0 0-137-16,0 0-53 16,0 0-92-16,0 0 15 15,0 0 89-15,47 43-83 16,-42-10-4-16,-5 7-1 16,0 0-31-16,-14 0 26 15,-8-2-27-15,-2-2-1 16,3-6-32-16,5-5-59 15,6-9-202-15,7-8-340 0</inkml:trace>
  <inkml:trace contextRef="#ctx0" brushRef="#br0" timeOffset="9614.98">7262 5121 1508 0,'0'0'478'16,"0"0"-345"-16,0 0 68 16,0 0-102-16,0 0 29 15,0 0-128-15,0 0 10 16,51 3-2-16,-19 6-8 16,-3 1-54-16,2-3-45 0,-4 0-101 15,4-7-9 1,-9 0-142-16,-4 0-466 0</inkml:trace>
  <inkml:trace contextRef="#ctx0" brushRef="#br0" timeOffset="9819">7519 4988 1205 0,'0'0'669'0,"0"0"-569"16,0 0-93-16,0 0 92 15,0 0 9-15,-72 116 1 16,57-75-39-16,1 1-60 16,3-1 32-16,5-2-42 15,1-4-42-15,5-8-5 16,0-7-142-16,11-6-99 16,5-11-456-16</inkml:trace>
  <inkml:trace contextRef="#ctx0" brushRef="#br0" timeOffset="10265.32">7652 5092 1363 0,'0'0'268'0,"0"0"-223"0,0 0-45 16,0 0 106-16,0 0 30 15,-22 119 15-15,19-88 39 16,3-2-123-16,0 0-27 15,0-5-19-15,3-4-12 16,4-6 14-16,-1-6-23 16,3-4 1-16,-2-4 20 15,4 0-21-15,4-12-2 16,8-10-32-16,6-10-53 16,7-6 8-16,5-3-17 15,5 3-19-15,0 6 82 16,-3 10-11-16,-3 10 44 15,-7 12 59-15,-4 0 9 16,-6 8 43-16,-3 13-34 16,-9 0-45-16,-7 2 76 0,-4-4-94 15,0-1 29-15,-15-6 21 16,-14-6-18-16,-8-3 39 16,-5-3-85-16,-7 0 25 15,1-10-22-15,-2-8-3 16,8 0-66-16,2 1-42 15,6 3-168-15,10 5-68 16,8 5-424-16</inkml:trace>
  <inkml:trace contextRef="#ctx0" brushRef="#br0" timeOffset="11735.53">8626 3698 861 0,'0'0'979'0,"0"0"-722"16,0 0-43-16,0 0-88 16,0 0-58-16,0 0-23 15,0 0-31-15,-22 3 27 16,-7 55-16-16,-11 46 12 15,-4 35 106-15,-1 18-84 16,13-23-10-16,13-36 2 16,11-40-41-16,8-5 16 15,0 2-26-15,0 6 6 16,14 5 6-16,8-12-12 0,5-8-36 16,4-7-12-16,2-9-148 15,10-4-116-15,-9-9-292 16,-7-6-1039-16</inkml:trace>
  <inkml:trace contextRef="#ctx0" brushRef="#br0" timeOffset="12598.75">8702 4726 485 0,'0'0'1442'16,"0"0"-1218"-16,0 0-217 15,0 0-7-15,0 0 6 16,140-144 0-16,-90 90-6 0,-1-7 0 15,-3-1-12-15,-4-4 12 16,-3-3-107-16,-8-4 8 16,-11-2 12-16,-9-1 87 15,-9 4 15-15,-2 7 46 16,0 16 109-16,-8 11-65 16,-4 14 6-16,-3 11-42 15,-1 12-68-15,1 1 23 16,-6 23-24-16,-1 26 0 15,-1 19 101-15,4 16-53 16,3 11 22-16,5-1 19 0,7-7-54 16,4-8 18-16,0-12-53 15,0-16 9-15,15-11 14 16,5-13-23-16,5-11 0 16,4-10-1-16,2-6 3 15,2-8-8-15,1-22-85 16,1-9-75-16,1-5 135 15,-5-2-94-15,-6 8 42 16,-7 12 83-16,-9 17 5 16,-9 9 61-16,0 24-32 15,-5 20 24-15,-13 4 47 16,1 2-92-16,1-7 18 0,5-10 3 16,7-12-34-1,4-10 9-15,0-11-9 0,17 0-78 16,12-14 77-16,6-19-185 15,4-3-76-15,3-5 23 16,-2 2-40-16,-2 10 219 16,-9 8 60-16,-9 18 176 15,-8 3 25-15,-10 10-103 16,-2 22-8-16,0 4-30 16,-8 4-46-16,-5 11-14 15,3-10-145-15,2-11-411 0</inkml:trace>
  <inkml:trace contextRef="#ctx0" brushRef="#br0" timeOffset="12885.25">9752 4475 1820 0,'0'0'525'16,"0"0"-466"-16,0 0-57 16,0 0-2-16,0 0 31 15,0 0-16-15,0 0 73 16,134 125-88-16,-107-100-23 15,6-2-78-15,-6-12-271 0,-5-6-464 16</inkml:trace>
  <inkml:trace contextRef="#ctx0" brushRef="#br0" timeOffset="13131.31">10200 4171 1540 0,'0'0'538'0,"0"0"-508"0,0 0 57 16,0 0-1-1,-51 146 25-15,35-95 39 16,2 4-55-16,4-3-41 0,1-6-54 16,3-3 29-16,0-11-27 15,4-8-2-15,2-10-124 16,0-10-4-16,0-6-152 15,14-16 18-15,-3-8-446 0</inkml:trace>
  <inkml:trace contextRef="#ctx0" brushRef="#br0" timeOffset="13335.88">10204 4057 1637 0,'0'0'499'0,"0"0"-305"16,0 0-176-16,0 0 23 15,0 0 62-15,158-20-50 16,-95 20 45-16,9 0-98 16,5 0 11-16,6 0-5 15,-5 0-6-15,-7 0-64 16,-10 0-61-16,-10 0-140 16,-15 0-98-16,-14 0-906 0</inkml:trace>
  <inkml:trace contextRef="#ctx0" brushRef="#br0" timeOffset="13799.84">10485 4323 1592 0,'0'0'531'15,"0"0"-440"-15,0 0 36 16,0 0-124-16,0 0 16 16,0 0 81-16,0 0-81 15,60-6-18-15,-54 28 35 16,-6 7-29-16,0 10 54 16,-8 3-18-16,-9 1-31 15,-4-6 72-15,6-4-84 16,4-9 0-16,6-10 7 15,5-8-1-15,0-6-12 16,5 0-40-16,17-16-38 0,3-14 10 16,4-10-195-16,0-9-73 15,-5-1-153-15,-4 6 176 16,-6 9 319-16,-5 10 315 16,-9 17 62-16,0 8-93 15,0 8-205-15,-5 20 65 16,-4 4-24-16,6 7-56 15,3-2 7-15,0-1-71 16,23-4-13-16,10-5-2 16,12-9-95-16,26-12-103 0,-10-4-131 15,-5-2-1028-15</inkml:trace>
  <inkml:trace contextRef="#ctx0" brushRef="#br0" timeOffset="14433.92">11328 3796 365 0,'0'0'536'0,"0"0"-444"16,0 0-57-16,0 0-24 15,0 0 75-15,0 0 138 16,0 0-34-16,-2-16 35 0,2 16-73 16,0-2-16-1,0-1 36-15,0 2-70 0,0-3-20 16,0 0-23-16,0-3-44 15,0 5 79-15,0-1-30 16,0 1-22-16,0 2 47 16,0 0-64-16,0 0 2 15,0 0-19-15,0 0 22 16,4 4-18-16,12 20-12 16,1 18 0-16,2 18 9 15,-4 14-3-15,-4 12 25 16,-4 4-6-16,-7 3-11 15,0-2 31-15,0-7-45 16,-15-3 0-16,-6-5-10 0,-3-8 10 16,-1-7-57-16,-8-1-69 15,4-15-166-15,4-13-327 0</inkml:trace>
  <inkml:trace contextRef="#ctx0" brushRef="#br0" timeOffset="16156.83">11892 3100 1111 0,'0'0'610'0,"0"0"-502"16,0 0-105-16,0 0 67 15,0 0-4-15,0 0 34 16,0 0 0-16,-6-8-82 16,6 4 11-16,0 3-29 15,0-2 1-15,0 0 28 16,0 3-29-16,0 0 0 16,0 0 2-16,0 0 5 15,0 0 12-15,0 0-19 16,0 0 0-16,0 0 16 0,0 0-15 15,0 0-1-15,0 0 24 16,0 0-23-16,0 0 38 16,0-1-39-16,0-3 1 15,0 0-19-15,0-1 18 16,0 0-43-16,4 0 43 16,-2 3-3-16,-2 2-13 15,0 0 16-15,0 0 0 16,0 0 41-16,0 0-40 15,0 0-1-15,0 0 20 16,0 0-20-16,0 0 20 16,0 0-20-16,0-3 0 15,0-3-2-15,0-6 2 0,5-2-127 16,8-4 60-16,5-3 8 16,2 5 6-16,0 7 22 15,0 6 31-15,-7 3 21 16,-1 3-2-16,-10 15 49 15,-2 10 16-15,0 4-10 16,-21 6 13-16,-10 0-12 16,-4-2-67-16,-3-4 59 15,5-5-67-15,6-10 0 16,9-5 14-16,9-4-14 16,9-4 8-16,0-2-8 15,25 0 0-15,12 0-14 16,10 0 14-16,4 0-22 15,1-2 22-15,-4 0-37 16,-5 2-27-16,-7-2-66 0,-9 0-160 16,-14 0-334-16</inkml:trace>
  <inkml:trace contextRef="#ctx0" brushRef="#br0" timeOffset="16379.93">11685 3451 1295 0,'0'0'838'16,"0"0"-645"-16,0 0-61 16,120 0-48-16,-68 0-83 0,3 0 106 15,1 0-107-15,-3 0-15 16,3 0-34-16,-12 5-232 15,-12 2-401-15</inkml:trace>
  <inkml:trace contextRef="#ctx0" brushRef="#br0" timeOffset="31764.23">11839 3754 901 0,'0'0'72'15,"0"0"-52"-15,0 0-20 16,0 0 1-16,0 0 348 16,0 0-99-16,0 0-153 15,0 0-28-15,0-7 38 16,0 2 14-16,0 2 13 15,0 2-18-15,0 1-26 16,0-3-33-16,0 3 23 16,0 0-9-16,0 0 2 15,0 0-13-15,0 0-16 0,0 0-14 16,0 0-3 0,0 0-6-16,0 0-2 0,0-1-2 15,0 1-17-15,8 0 0 16,4 0-6-16,3 1 6 15,-1 16 2-15,1 9-1 16,-4 10-1-16,-6 6 20 16,-3 4-19-16,-2 2 9 15,0-2 2-15,-7-5-10 16,-4-7 13-16,0-9-14 16,2-7 9-16,2-5 0 15,5-9-9-15,2-4 0 0,0 0 17 16,0-7-7-1,7-21-11-15,11-18-106 0,6-14-125 16,3-9 101-16,-5-1-62 16,-4 15 113-16,-7 11 79 15,-9 17 6-15,-2 15 110 16,0 12 26-16,-4 0-78 16,-9 26-29-16,-1 13-5 15,10 7 30-15,4 4-42 16,0 0-17-16,26-4-1 15,30-6-88-15,-6-12-179 16,-6-11-594-16</inkml:trace>
  <inkml:trace contextRef="#ctx0" brushRef="#br0" timeOffset="40364.85">12494 4642 590 0,'0'0'335'0,"0"0"-178"15,0 0-93-15,0 0 79 16,0 0-50-16,0 0 73 16,-20-20 5-16,18 18-49 15,-3-2 11-15,1 1-7 16,-1 0-18-16,3 1 66 16,0 0-77-16,-1 2 17 15,1-2 13-15,2 2-44 16,-2 0 37-16,2 0-59 15,0 0-46-15,0 0 105 16,0 0-119-16,0 0-1 0,0 0 10 16,0 0-1-1,13 0-6-15,12 4-3 0,6 10 0 16,2 0-12-16,4 0 12 16,0 0-58-16,-1 0 0 15,-1-1-134-15,3-1-106 16,-11-7-347-16,-9-1-1133 0</inkml:trace>
  <inkml:trace contextRef="#ctx0" brushRef="#br0" timeOffset="40570.89">12438 4766 586 0,'0'0'1400'0,"0"0"-860"15,0 0-456-15,0 0 0 16,0 0-4-16,0 0-70 16,0 0 8-16,125 0-18 15,-85 6-55-15,18 6-56 16,-11 0-260-16,-7-6-464 0</inkml:trace>
  <inkml:trace contextRef="#ctx0" brushRef="#br0" timeOffset="65300.88">1678 7782 598 0,'0'0'248'0,"0"0"-17"15,0 0-47 1,0 0 16-16,0 0 0 0,0 0 0 16,-20-42-42-16,15 38-44 15,3 0-3-15,-2 1-7 16,1 0-4-16,1-1-40 15,-2 0 31-15,2 1-47 16,2 2 4-16,-2 1-3 16,2-2-27-16,-3 0-12 15,3 2-5-15,0 0 0 16,-2 0 6-16,2-2 21 16,0 2 14-16,-2 0 12 15,2 0-8-15,0 0-1 16,-2 0-7-16,2 0-1 15,0-2-12-15,0 2-5 0,0 0-4 16,0 0-4-16,0 0-6 16,0 0 12-16,0 0-4 15,0 0-13-15,0 0 15 16,0 0-5-16,0 0-2 16,0 0 0-16,0 0-9 15,0 0-5-15,9 0-6 16,13 0 11-16,12 0 3 15,5 0-3-15,9 2-30 16,-2 0-27-16,3 0-21 16,-7-2-113-16,-4 6-113 15,-11 0-234-15,-15-1-607 0</inkml:trace>
  <inkml:trace contextRef="#ctx0" brushRef="#br0" timeOffset="65484.17">1513 7985 316 0,'0'0'1928'16,"0"0"-1564"-16,0 0-254 15,0 0-42-15,0 0-35 16,0 0 8-16,114-2-20 16,-59 2-14-16,1 0-7 15,20 3-135-15,-16 8-399 16,-13-5-1136-16</inkml:trace>
  <inkml:trace contextRef="#ctx0" brushRef="#br0" timeOffset="66291.75">2574 8346 1809 0,'0'0'492'0,"0"0"-429"0,0 0-43 16,0 0-14-16,0 0 34 15,0 0 46-15,0 0 14 16,87-43-33-16,-36 15-36 16,9-5-13-16,3-4-9 15,2-3-8-15,-3-3 5 16,1-1-6-16,-8-2 0 15,-4 0-6-15,-6 0 0 16,-7 1 5-16,-5-1-1 16,-8 1-4-16,-5 2 6 15,-4 0 0-15,-8 3 0 16,-1 4 1-16,-4 5-1 16,-3 6 1-16,0 3-1 0,0 6 0 15,-8 4-1-15,-7 4 0 16,-5 1-11-16,-5 7 1 15,-4 0 2-15,-4 0-4 16,-5 20 7-16,-6 13 5 16,-3 8-6-16,-5 14 6 15,-1 10 2-15,4 8 2 16,7 7 13-16,8 3 14 16,14-3 9-16,16-4-10 15,4-8-6-15,11-7-4 16,26-11-1-16,13-12 2 15,10-13-5-15,11-12-9 0,8-13-6 16,0 0-66 0,22-35-115-16,-23 2-150 0,-14-6-626 15</inkml:trace>
  <inkml:trace contextRef="#ctx0" brushRef="#br0" timeOffset="67291.62">3419 7369 1174 0,'0'0'631'15,"0"0"-436"-15,0 0-59 16,0 0-1-16,0 0 1 16,0 0-41-16,0 0-1 0,105-38-24 15,-54 9-30 1,9-10-19-16,5-9-12 0,4-8-3 15,-2-8-6-15,-5-3-2 16,-6 1-19-16,-9-1-3 16,-9-3-14-16,-7 4 9 15,-6-2 15-15,-5 1 8 16,-5 4 5-16,-2 9 0 16,-3 9 1-16,-6 15 10 15,-4 11 21-15,0 9 2 16,0 6-11-16,0 4-22 15,-2 1-13-15,-19 27-16 16,-6 15 29-16,-4 15 10 16,-4 17 0-16,-7 23 27 15,6-7-1-15,2 4 3 0,8-4-11 16,12-18-2-16,8-1-11 16,6-11-2-16,2-15-11 15,25-14 8-15,6-14-10 16,11-12 0-16,4-6-26 15,3-12-20-15,2-20-21 16,-6-12-35-16,-5-6-9 16,-5-7 10-16,-14 3 29 15,-4 10 68-15,-9 10 4 16,-5 12 105-16,-2 14 35 16,-3 8-45-16,0 0-81 15,0 16-7-15,-6 14 14 16,-2 5-1-16,-3 6-7 0,1-1-13 15,4-4 0-15,2-3-75 16,4-9-84-16,0-14-105 16,0-8-310-16,4-2-210 0</inkml:trace>
  <inkml:trace contextRef="#ctx0" brushRef="#br0" timeOffset="67861.14">4471 6909 570 0,'0'0'397'0,"0"0"-236"16,0 0-38-16,0 0 7 0,0 0 59 15,0 0 2-15,0 0-33 16,22 47-15-16,-22-27-10 15,0 8-22-15,-2 6-15 16,-11 5-16-16,-3-1 27 16,0 0-20-16,3-4-28 15,2-6-35-15,2-8-15 16,7-8 6-16,0-6-15 16,2-3 1-16,0-3 13 15,0 0 16-15,2-7-3 0,16-18-27 16,9-9-51-1,4-6-9-15,7-2-53 16,1 3 61-16,-2 8 29 16,-4 13 23-16,-6 12 14 15,-10 6-7-15,-8 8 4 0,-7 18 23 16,-2 8 20-16,0 2-14 16,-8-4-9-16,-5-4-13 15,3-6-7-15,6-10-10 16,1-7 0-16,3-5 18 15,5 0 3-15,22-25-22 16,16-8-104-16,9-9 14 16,11-3 41-16,0 5-1 15,-6 8 27-15,-10 14 23 16,-11 14-2-16,-11 4 0 0,-17 24 1 16,-8 16 1-1,0 13-1-15,-27 23-10 0,-2-14-164 16,3-10-469-16</inkml:trace>
  <inkml:trace contextRef="#ctx0" brushRef="#br0" timeOffset="68835.92">3735 7625 970 0,'0'0'674'16,"0"0"-540"-16,0 0-94 15,0 0 4-15,0 0-9 16,0 0 37-16,0 0 42 16,85-60 4-16,-72 60-40 15,-1 0-34-15,-3 14 4 16,-7 13 1-16,-2 9-12 16,0 2-6-16,0 4 9 15,-13 0-10-15,-3-4-12 16,-2-7-9-16,5-6-8 0,2-6 0 15,1-8 0-15,6-4 0 16,4-7 5-16,0 0 6 16,0-5 10-16,6-20-22 15,15-16-104-15,4-8 15 16,1-2-95-16,1-2 21 16,-5 13 113-16,-6 8 50 15,-10 15 42-15,-3 10 57 16,-3 7-53-16,0 3-45 15,-9 18 61-15,-5 5 2 0,1 3-5 16,4 0-2 0,7 2-20-16,2-5-21 0,0-2 7 15,11-4-23-15,9-6-8 16,7-5-63-16,13-9-106 16,-4 0-123-16,-5-7-397 0</inkml:trace>
  <inkml:trace contextRef="#ctx0" brushRef="#br0" timeOffset="69032.92">4055 7656 1620 0,'0'0'378'16,"0"0"-249"-16,0 0-34 16,0 0-34-16,0 0-5 15,0 0 45-15,0 0-56 16,98 0-32-16,-63 1-13 15,1 6-13-15,-1-3-60 0,-2-2-103 16,8-2-86-16,-12 0-77 16,-7 0-356-16</inkml:trace>
  <inkml:trace contextRef="#ctx0" brushRef="#br0" timeOffset="69240.92">4373 7567 1204 0,'0'0'653'15,"0"0"-477"-15,0 0-114 16,0 0-46-16,0 0-15 16,0 0 8-16,0 0 50 15,96 53 30-15,-82-21-45 0,-8 5-22 16,-6 0-10-16,0 3-4 16,-22-2-7-1,-5-6-1-15,-2-3-41 16,2-12-130-16,10-7-149 0,8-10-492 15</inkml:trace>
  <inkml:trace contextRef="#ctx0" brushRef="#br0" timeOffset="69475.14">4641 7666 1403 0,'0'0'366'16,"0"0"-191"-16,0 0-67 16,0 0-60-16,0 0-3 15,0 0 39-15,0 0-41 16,102 12-41-16,-73-1-2 16,-2-4-99-16,0-3-86 15,-7-1-85-15,-7-3-305 0</inkml:trace>
  <inkml:trace contextRef="#ctx0" brushRef="#br0" timeOffset="69710">4810 7570 945 0,'0'0'299'15,"0"0"-68"-15,0 0 5 16,-51 116-59-16,33-76-67 16,5-2-68-16,1-2-29 15,6-8-13-15,6-6-30 16,0-9-57-16,8-13-67 16,13 0-111-16,1-9-510 0</inkml:trace>
  <inkml:trace contextRef="#ctx0" brushRef="#br0" timeOffset="70134.16">4986 7587 818 0,'0'0'358'0,"0"0"-262"16,0 0-51-16,0 0 46 16,0 0 56-16,0 0 38 15,0 0-15-15,-4 91-59 16,1-73-26-16,3-2-44 15,0 0-11-15,0-2-14 16,0-2 2-16,0-5 7 16,0-2-6-16,0-3-10 15,0-2 3-15,5 0 17 0,9 0-4 16,5-14-25-16,6-5-4 16,6-4-17-16,2 1 2 15,3 2-28 1,0 7 27-16,-2 8 13 0,-3 5 0 15,-2 0 7-15,-6 0 30 16,-4 12 24-16,-3 1-11 16,-8-1-1-16,-8-1-5 15,0-3 7-15,0 2 29 16,-22-4 52-16,-11-1-38 16,-7-5-41-16,-8 0-24 15,2 0-14-15,-3 0-8 16,7-11-19-16,1 1-90 15,6 2-77-15,8 2-147 16,12 2-346-16</inkml:trace>
  <inkml:trace contextRef="#ctx0" brushRef="#br0" timeOffset="72006.89">5724 6395 1071 0,'0'0'287'0,"0"0"-84"16,0 0-32-16,0 0-50 16,0 0-29-16,0 0 2 15,0 0-3-15,0-28-36 16,0 28-16-16,0 0-15 16,0 0-3-16,0 0 2 15,0 0-10-15,0 10-13 16,-5 13 0-16,-4 16 39 15,1 10-7-15,-1 9-2 16,-5 7 19-16,1 1-10 16,-3 6 1-16,1 1 0 15,-1 0-7-15,-1-3 1 16,1 3-10-16,3-5-12 0,-1-1-2 16,3-7 6-1,-1-6-4-15,2-6 2 0,3-4-13 16,-3-6 5-16,6-6-4 15,0-6-2-15,2-4 6 16,2-6-6-16,0-4-1 16,0-4 1-16,0-3 1 15,0-2 1-15,0-3 3 16,0 0-4-16,0 0 0 16,0 0 0-16,0 0 0 0,0 0-1 15,0 0 9 1,0 0 1-16,0 0 5 0,0 0-14 15,0 0 10-15,0 0 7 16,0 0 0-16,0 0 0 16,0 0-6-16,10 0-11 15,11 0-1-15,4-3-9 16,8-2 9-16,5 4-1 16,2 1 0-16,2 0-7 15,0 0 8-15,-3 0-6 16,-6 4-93-16,5-1-84 15,-11-1-155-15,-9-2-529 0</inkml:trace>
  <inkml:trace contextRef="#ctx0" brushRef="#br0" timeOffset="72494.84">5822 6356 1521 0,'0'0'682'0,"0"0"-454"15,0 0-148-15,0 0-43 0,0 0-18 16,0 0 4 0,0 0 1-16,111-7-16 15,-66 12-8-15,-1 6-49 16,14 3-161-16,-13-4-328 0,-11-4-757 0</inkml:trace>
  <inkml:trace contextRef="#ctx0" brushRef="#br0" timeOffset="75014.02">6711 6583 955 0,'0'0'97'16,"0"0"439"-16,0 0-350 15,0 0-131-15,0 0 0 0,0 0 52 16,0 2 35-16,0-2-6 16,0 0-23-16,0 0-39 15,0 0-27-15,0 0-12 16,0 0-7-16,0 0-10 15,0 0-6-15,0 0 6 16,0 0 16-16,0 0-16 16,0 0-11-16,0 0-5 15,0 0-1-15,0 0 11 16,0 0-11-16,-4 0 6 16,0 0 5-16,-1 0-4 15,1 0-7-15,-1-7 13 16,1-2-5-16,4-5-9 0,0-4 0 15,0-2-45-15,4-2-15 16,12 1-14-16,4 4 9 16,-2 2 48-16,-2 8 4 15,-3 7 12-15,-7 0 0 16,-4 2 1-16,-2 20 20 16,0 7 14-16,-13 8 0 15,-18 3-3-15,-7 4-11 16,-9-3 3-16,-9 0-17 15,0-7 0-15,-1-7-6 16,1-9-16-16,11-9 3 16,8-9-2-16,14 0-1 15,12-5 10-15,11-12 6 16,5-2-17-16,26 2 7 0,14 7 2 16,8 7 8-1,7 3 1-15,-2 0-1 16,-2 16 1-16,-7 0-1 0,-7 3-74 15,2 0-170-15,-9-4-232 16,-14-5-490-16</inkml:trace>
  <inkml:trace contextRef="#ctx0" brushRef="#br0" timeOffset="75280.98">6225 6924 1676 0,'0'0'647'0,"0"0"-450"16,0 0-67-16,0 0-94 15,0 0-17-15,129-4 12 16,-66 4-8-16,5 0-13 15,0 0-10-15,-1 10-30 16,9 4-175-16,-19-2-161 16,-14-4-331-16</inkml:trace>
  <inkml:trace contextRef="#ctx0" brushRef="#br0" timeOffset="75727.97">6471 7074 704 0,'0'0'1017'16,"0"0"-757"-16,0 0-165 15,0 0-22-15,0 0-29 16,0 0 0-16,0 0 23 15,124-8-7-15,-116 32-2 16,-8 10-9-16,0 5-9 16,-18 1-2-16,-7 0 9 0,-2-8 10 15,2-8-29-15,10-8-22 16,4-6 1-16,11-10-6 16,0 0-1-16,7-2-36 15,18-25-96-15,4-4-39 16,4-7 60-16,-4-4-104 15,-8 6 31-15,-4 7 184 16,-11 13 54-16,-6 15 226 16,0 1-156-16,0 14-94 15,-6 15 44-15,-1 6-4 0,7 1-23 16,0-3-11 0,19-4-29-16,20-3-7 15,34-3-50-15,-4-11-121 16,-7-3-378-16</inkml:trace>
  <inkml:trace contextRef="#ctx0" brushRef="#br0" timeOffset="77285.75">7133 6953 1500 0,'0'0'811'16,"0"0"-590"-16,0 0-53 15,0 0-14-15,0 0-27 16,0 0-43-16,0 0-60 15,-2 0-24-15,2 0-11 0,0 0-42 16,4 0-200-16,12 0-359 16,-1 0-528-16</inkml:trace>
  <inkml:trace contextRef="#ctx0" brushRef="#br0" timeOffset="78660.8">7278 6979 1273 0,'0'0'723'0,"0"0"-474"0,0 0-88 16,0 0-41-16,0 0-4 15,0 0-11-15,0 0-46 16,75-72-38-16,-27 39-14 15,7-9-7-15,6-4-10 16,1-5-28-16,-2-2-17 16,-7-4-48-16,-6-2 51 15,-13 1 12-15,-10 3 3 16,-9 5 37-16,-7 5 0 16,-6 11 10-16,-2 8 29 15,0 10-2-15,0 9-13 0,-10 7-24 16,-7 0-4-16,-8 29-10 15,-4 12 14-15,-2 14 14 16,6 12 48-16,3 3-22 16,7 0-7-16,6-6 2 15,4-7-27-15,5-10 7 16,0-10-5-16,5-7-9 16,10-11 0-16,6-5 12 15,-2-3 1-15,4-7-7 16,-1-4-7-16,1 0-7 15,0-8 6-15,2-13-10 16,-2-3-1-16,1-3 3 16,-1 1 0-16,-6 1 9 15,-3 11-1-15,-5 7 0 0,-5 7-9 16,-4 0-17-16,0 21 14 16,0 13 13-16,0 10 18 15,-13 2 7-15,-1-1-8 16,1-9-4-16,7-8-7 15,1-12-4-15,5-8-1 16,0-8-1-16,5 0 0 16,16-10-18-16,8-14-41 15,7-5-62-15,3-3 33 16,-2 6 36-16,-6 3 24 16,-4 11 23-16,-10 12 5 15,-7 0 14-15,-8 14-4 16,-2 16 4-16,0 4 2 0,0 0-16 15,-2-2-11-15,0-5-70 16,2-10-129-16,0-6-269 16,11-10-128-16</inkml:trace>
  <inkml:trace contextRef="#ctx0" brushRef="#br0" timeOffset="78916.32">8475 6363 1711 0,'0'0'335'0,"0"0"-329"16,0 0-5-16,-58 108 77 16,26-38 85-16,-5 25 12 15,6-2 3-15,1 3-60 16,8 0-58-16,13-15-43 15,3 1-17-15,6-12-80 16,0-13-69-16,33-11-24 16,-2-16-145-16,3-14-393 0</inkml:trace>
  <inkml:trace contextRef="#ctx0" brushRef="#br0" timeOffset="79657.2">8593 7195 2111 0,'0'0'346'0,"0"0"-269"16,0 0-77-16,0 0-77 16,0 0 15-16,133-141 39 15,-79 83 23-15,0-2 8 0,-1-4-8 16,-2-3-86-1,-6-3-71-15,-12-2 28 0,-8 1 34 16,-12 6 95-16,-11 9 9 16,-2 13 146-16,0 15 43 15,-4 14-99-15,-9 14-81 16,-5 3-18-16,-7 31-6 16,1 15 6-16,-5 18 71 15,2 13-4-15,3 6 0 16,3 2-21-16,8-3-19 15,9-10-20-15,4-14-7 0,0-13 1 16,9-14 11-16,13-13-10 16,7-14-1-16,7-7-1 15,4-9-54 1,5-26-50-16,-1-8-75 0,-2-10 3 16,-8 5 46-16,-8 7 130 15,-10 16 13-15,-12 16 133 16,-4 9-67-16,-6 22-53 15,-17 19 100-15,-1 2-59 16,2 1-11-16,6-10-26 16,7-10-15-16,9-11-9 15,0-9 0-15,7-4-5 16,20 0-2-16,8-16-16 0,7-6-33 16,8-2 8-1,-3 4 32-15,-1 2-2 0,-8 11 4 16,-7 7 8-16,-13 3-1 15,-11 23-8-15,-7 8 8 16,-5 19-70-16,-12-9-163 16,1-8-426-16</inkml:trace>
  <inkml:trace contextRef="#ctx0" brushRef="#br0" timeOffset="82031.95">9696 6789 1320 0,'0'0'266'0,"0"0"-155"0,0 0-47 16,0 0-39-16,0 0-9 16,0 0 25-16,0 0 19 15,0-14-13-15,0 14-18 16,0 0-17-16,0 0 1 15,0 0 6-15,0 0 23 16,0 0-11-16,0 0-24 16,0 0-6-16,0 0 8 15,0 0-8-15,0 0 10 16,0 0-1-16,0 0 0 16,0 0 2-16,0 0-11 15,0 0 5-15,0 0-4 16,0 0-2-16,0 0 1 15,0 0 0-15,0 0 0 16,0 0 0-16,0 0 5 16,0 0 17-16,0 0 20 0,0 0-9 15,0 0-4-15,0 0 2 16,0 0 1-16,0 0 11 16,0 0-17-16,0 0-11 15,0 0-1-15,0 0-3 16,0 0-6-16,0 0-6 15,0 11 1-15,7 13 31 16,4 3-4-16,0 6-10 16,3 1-3-16,-3 0-14 0,-3-2 9 15,2-6-9 1,-1-2 0-16,-3-7 5 0,0-4-6 16,0-4 0-16,-4-4 8 15,0-3-8-15,-2-2 9 16,2 0-8-16,-2 0 11 15,0 0 2-15,0 0-4 16,2 0 14-16,3-2 3 16,1-14-27-16,6-4-12 15,3-4-3-15,1-6-36 16,-1 0 23-16,1-2-39 16,-1-2-19-16,-1 0 31 15,-3 2 15-15,-2-1 24 16,0 3 8-16,0 1 7 15,2-2 0-15,3 4 1 0,-4 1 0 16,-1 1 16 0,1 4 48-16,-4 4 32 15,-2 5-2-15,3 0 6 16,-1 2 21-16,4 0-32 0,7-2-48 16,8 2-25-16,10-2-16 15,11 3 0-15,7 4-1 16,5 3-13-16,3 2 13 15,-2 0-96-15,-5 0-106 16,-1 0-94-16,-13 0-296 16,-13 2-970-16</inkml:trace>
  <inkml:trace contextRef="#ctx0" brushRef="#br0" timeOffset="82544.12">10096 6828 1617 0,'0'0'285'0,"0"0"-209"0,0 0-42 15,0 0 21 1,0 0-9-16,0 0 29 0,0 0 28 16,106-53-57-16,-95 67-16 15,-8 14-6-15,-3 11 8 16,-3 3 38-16,-16-2-5 16,-2-2-20-16,4-6-15 15,1-9-2-15,7-9-20 16,5-9-8-16,4-5 9 15,0 0-9-15,4-2-30 16,14-21-49-16,4-6-68 16,1-7 70-16,-4 0-34 15,-1 2 57-15,-5 5 54 0,-3 12 28 16,-6 5 137 0,-4 12-4-16,0 0-100 15,0 5-54-15,0 19-6 0,0 7 38 16,0 4-17-16,0-2-8 15,0-1-8-15,9-4-6 16,15-8-63-16,6-3-55 16,14-12-120-16,-4-5-262 15,-6 0-611-15</inkml:trace>
  <inkml:trace contextRef="#ctx0" brushRef="#br0" timeOffset="82951.05">10790 6471 1279 0,'0'0'332'16,"0"0"-265"-16,0 0-49 16,0 0 14-16,0 0 28 15,0 0 38-15,0 0 0 16,33 44-9-16,-31-36-21 0,2 1-2 16,0 2-26-16,1-1 6 15,-1 2 6 1,0 6 7-16,4 6-15 0,-6 8-5 15,0 11 6-15,-2 6 2 16,0 9 17-16,0 2-20 16,-12 5-16-1,-3-3-28-15,-7 0 0 0,-3-5-22 16,-19 1-125-16,6-14-171 16,4-17-507-16</inkml:trace>
  <inkml:trace contextRef="#ctx0" brushRef="#br0" timeOffset="85225.96">11105 6353 82 0,'0'0'678'0,"0"0"-678"16,0 0-368-16,0 0 368 0,0 0 10 15,0 0 274 1,0 0-59-16,0-4-77 16,0 4-56-16,0 0 1 0,0 0-13 15,0 0 25-15,0 0 6 16,0 0-27-16,0 0-31 16,0 0-14-16,0 0 14 15,0 0 17-15,0 0 32 16,0 0 11-16,0 0-29 15,0 0-7-15,0 0-21 16,0 0-25-16,0 0-16 16,0 0-14-16,0 0 6 0,0 0-5 15,0 0-1-15,0 0-1 16,0 0-1-16,0 0-6 16,0 0 6-16,0 0 1 15,0 0 7-15,0 0 3 16,0 0 5-16,0 0 1 15,0 0-4-15,0 0-10 16,0-3-1-16,0 2 0 16,0 1-1-16,2-3 1 15,3 2-1-15,-1-2-1 16,0 3 1-16,2-2-1 16,-2 2 1-16,-2-2 0 15,-2 2-1-15,0 0-11 16,0 0-25-16,0 0-20 15,0 0 0-15,0 0-6 0,0 0-36 16,0 0 29-16,0 0 41 16,0 0 27-16,0 0 2 15,0 0 8-15,0 0 37 16,0 0 21-16,0 0-6 16,0 0 7-16,0 0 8 15,0 0-14-15,0 0-24 16,0 0-2-16,0 0-5 15,0 0-6-15,0 0-9 16,0 0 0-16,0 0-9 16,0 0 1-16,0 0-6 15,0 0 7-15,0 0 2 16,0 0 13-16,0 0-9 0,0 0 6 16,0 0 4-1,0 0 22-15,0 0-12 0,0 0-15 16,0 0-11-16,7 0-8 15,6 0 0-15,5 0-11 16,7 0 10-16,1 0-30 16,6 0-2-16,1 0 5 15,2 0 7-15,1 0-3 16,-3 0-1-16,-2 2 4 16,-6-2-15-16,-7 0 20 15,-5 0 4-15,-8 0 11 16,-3 0 1-16,-2 0 0 15,0 0 12-15,0 0 2 16,0 0-13-16,0 0 5 16,0 0-6-16,0 0-1 15,0 0 0-15,0 5-8 16,0 3-14-16,0 6 13 0,0 7 9 16,-9 9 0-16,-2 9 1 15,-3 8 21-15,-1 6 6 16,-1 3-8-16,1 5 2 15,-1 0 1-15,1 4-10 16,1-3 3-16,1 0 6 16,1-3-5-16,4-1 2 15,-1-5-18-15,3-2 2 16,0-7 13-16,4-2-14 16,0-8 0-16,0-4 0 15,2-5 6-15,-2-1-6 0,2-4-1 16,-2-6 1-16,2-2-1 15,0-7 1-15,0-1-1 16,0-2 0-16,0 0 0 16,0-2 0-16,0 0 5 15,0 0-4-15,-3 0 11 16,3 0-5-16,0 0 3 16,-2 0 11-16,2 0 0 15,-2 0-9-15,0 0 0 16,-5 0 12-16,-2 1-6 15,-4 5 15-15,-5-3-6 16,-4 1-12-16,-3 3-5 0,-1 0 2 16,-1 1 4-1,0 2 2-15,4-2-10 0,4 0-7 16,5-2 0-16,1 1-1 16,1-2-31-16,-5-1-90 15,1-2-204-15,3-2-774 0</inkml:trace>
  <inkml:trace contextRef="#ctx0" brushRef="#br0" timeOffset="88723.99">1464 9789 320 0,'0'0'292'0,"0"0"-149"0,0 0 141 16,0 0-80-16,0 0-117 15,0 0-50-15,-11-8 2 16,9 6 73-16,2 2 5 15,0-2 0-15,0 2-1 16,0 0 16-16,0-2 8 16,0 2 4-16,0 0-26 15,0 0-41-15,0 0-11 16,0 0-7-16,0 0-10 16,0 0-23-16,-2 0-17 15,2 0-9-15,-2 0-6 16,-1 6-5-16,0 19-4 15,-1 6 15-15,-3 13 14 0,3-1-1 16,0 5-12 0,0-4-1-16,1-4 0 0,3-2 0 15,-2-8 0-15,2-4-47 16,0-3-39-16,0-10-71 16,0-3-104-16,-9-10-77 15,0 0-65-15,-9 0-97 0</inkml:trace>
  <inkml:trace contextRef="#ctx0" brushRef="#br0" timeOffset="88972.53">1183 9985 550 0,'0'0'120'16,"0"0"-87"-16,0 0-27 16,0 0 115-16,0 0 586 15,0 0-503-15,0 0-28 16,-18-21 51-16,18 19-64 15,0 2-64-15,14 0-60 16,13 0-28-16,10 0 0 16,11 0-2-16,2 6-3 15,2 0-6-15,-8 2-43 16,-3-2-46-16,-10-2-49 16,-2 1-76-16,-12-5-148 15,-5 2-46-15,-8-2-366 0</inkml:trace>
  <inkml:trace contextRef="#ctx0" brushRef="#br0" timeOffset="89257.89">1526 9958 601 0,'0'0'621'0,"0"0"-364"15,0 0-177-15,0 0-54 16,0 0 44-16,0 0 22 16,0 0-12-16,-129 58-14 15,111-43-41-15,-2-6-24 16,4-6-1-16,1-3-18 15,-3 0-39-15,3 0-93 16,-1-17-45-16,-1-5 121 16,3-4 74-16,3-4 81 15,7-2 6-15,1 4 97 0,3 4 82 16,0 6-33 0,9 7-80-16,8 8-88 0,10 3-49 15,4 1-16 1,5 22 0-16,-2 7-12 0,6 16-90 15,-9-6-178-15,-8-10-456 16</inkml:trace>
  <inkml:trace contextRef="#ctx0" brushRef="#br0" timeOffset="96088.38">1968 10136 650 0,'0'0'69'15,"0"0"32"-15,0 0 668 0,0 0-632 16,0 0-55-16,0 0 35 16,-14 13 16-16,14-13 35 15,0 0-29-15,0 0-45 16,0 0-3-16,0 0-7 15,0 0-18-15,0 0-12 16,0 0-2-16,0 0-12 16,0 0-16-16,0 0 10 15,23-9-10-15,12-11-7 16,15-11-17-16,8-8-15 16,8-5-58-16,-1-6-21 15,-3-4-8-15,-2-2-9 16,-8-3-11-16,-6-2 30 15,-7 3 58-15,-10 0 27 16,-10 5 7-16,-3 4 44 0,-9 10 39 16,-5 10-23-16,-2 14-31 15,0 6-12-15,0 9-5 16,-13 0-12-16,-10 27-9 16,-6 16 8-16,-4 20 1 15,0 15 23-15,-1 10 5 16,5 4 2-16,3 1 12 15,5-8 10-15,10-6-24 16,9-12-11-16,2-13-11 16,7-13 0-16,20-9-6 0,6-15 0 15,5-11-25-15,7-6-32 16,1-14-41-16,1-17-26 16,-3-9-39-1,-6-6-52-15,-9 0 33 0,-6 4 103 16,-10 11 79-16,-8 8 75 15,-5 12 105-15,0 11-31 16,0 0-84-16,-5 19-28 16,-6 11 61-16,-2 6-40 15,-1 2-35-15,5-2-11 16,5-2-12-16,2-5-37 16,2-9-145-16,0-10-201 15,6-10-449-15</inkml:trace>
  <inkml:trace contextRef="#ctx0" brushRef="#br0" timeOffset="96540.81">2909 9997 791 0,'0'0'246'16,"0"0"72"-16,-7 111-17 15,-7-60-107-15,4-5-8 16,-2-8-21-16,5-6-58 15,5-10-60-15,0-8-29 16,2-6-17-16,0-8 7 16,0 0-8-16,18-14-6 15,9-18-64-15,4-8-106 16,9-7-1-16,0 1-18 0,1 7 114 16,-6 10 81-1,-8 17 156-15,-8 12 11 0,-9 2-29 16,-6 25-1-16,-4 8-12 15,0 5-38-15,-4-1-23 16,-3-7-33-16,0-9-29 16,5-8-2-16,2-11-1 15,0-4-31-15,4-7 3 16,17-19-66-16,6-6-6 16,6-7-7-16,0-3 33 15,3 3 46-15,-3 7 29 16,-4 10 9-16,-4 10 122 15,-7 12-4-15,-3 0-75 0,-6 29-31 16,-9 14-21-16,0 34-34 16,-20-9-194-16,-4-10-837 15</inkml:trace>
  <inkml:trace contextRef="#ctx0" brushRef="#br0" timeOffset="100948.04">2512 10684 530 0,'0'0'169'0,"0"0"-160"16,0 0-9-16,0 0-1 15,0 0 1-15,0 0 0 16,-65 2 0-16,54 1 0 16,0 0-1-16,-3-1 0 0,1 2 1 15,-5-1 0 1,-4-1-16-16,4 1-597 0,1-1 613 0</inkml:trace>
  <inkml:trace contextRef="#ctx0" brushRef="#br0" timeOffset="101480.19">2244 10730 591 0,'0'0'82'0,"0"0"-58"16,0 0-17-16,0 0 504 16,0 0-190-16,0 0-113 15,0 0-15-15,-35 10-12 16,35-10-40-16,0 0-52 15,0 0-33-15,0 0-32 0,0 0-6 16,0 0 0-16,6-2-13 16,5-1-4-16,1 3 13 15,1 0-8-15,3 0 0 16,-1 0-4-16,1 14 6 16,-3 7-7-16,-4 5 5 15,-4 4-5-15,-5 4 7 16,0 3 2-16,-2-2 2 15,-14 0 0-15,0-5-11 16,3-9 5-16,2-4-5 16,3-9 1-16,4-7-1 15,4-1-1-15,0 0-6 16,10-15-80-16,9-15-197 0,6-7 52 16,-3-7 7-1,1-2-51-15,-8 4 151 0,-4 5 106 16,-6 8 18-16,-3 9 228 15,-2 8 39-15,0 8-37 16,0 4-110-16,-2 0-75 16,-7 12-28-16,2 9 45 15,3 6 12-15,4-1-36 16,0-1-27-16,15-4-11 16,12-4-31-16,22-9-106 15,-7-5-113-15,-1-3-396 0</inkml:trace>
  <inkml:trace contextRef="#ctx0" brushRef="#br0" timeOffset="101647.01">2587 10735 652 0,'0'0'126'16,"0"0"982"-16,0 0-878 15,0 0-224-15,0 0-5 16,0 0 6-16,114 3-6 15,-76 1-1-15,16-2-127 16,-10 1-208-16,-10-3-450 0</inkml:trace>
  <inkml:trace contextRef="#ctx0" brushRef="#br0" timeOffset="101879.11">2909 10606 100 0,'0'0'679'0,"0"0"-447"16,0 0 346-16,0 0-517 16,0 0 45-16,0 0 29 15,0 0 7-15,75 104-32 16,-68-72-17-16,-4 0-23 16,-3 1-23-16,0 0-22 15,-14-5-7-15,-1-2-18 16,-1-2-19-16,-2-7-142 15,4-6-124-15,8-7-246 0</inkml:trace>
  <inkml:trace contextRef="#ctx0" brushRef="#br0" timeOffset="102111.96">3054 10860 1324 0,'0'0'583'16,"0"0"-553"-16,0 0-30 16,0 0-8-16,0 0 8 15,0 0 0-15,137 0-72 16,-110 0-221-16,-4 0-387 0</inkml:trace>
  <inkml:trace contextRef="#ctx0" brushRef="#br0" timeOffset="102353.1">3254 10747 887 0,'0'0'411'0,"0"0"-154"16,0 0-87 0,-46 107-37-16,34-71-20 0,3-1-18 15,3-2-40-15,6-5-33 16,0-6-10-16,0-3-12 16,6-9-89-16,23-10-78 15,-2 0-128-15,0 0-368 0</inkml:trace>
  <inkml:trace contextRef="#ctx0" brushRef="#br0" timeOffset="102808.4">3474 10805 907 0,'0'0'186'0,"0"0"-128"15,0 0 90-15,0 0 55 0,0 0 8 16,0 0-25-1,0 0-43-15,3 87-44 0,-3-62-18 16,0-2-34-16,0-3 6 16,0-4-10-16,0-2-8 15,0-1-7-15,0-5-18 16,0-4 5-16,3-1-9 16,-1-3 1-16,2 0 7 15,5 0-1-15,1-1 12 16,9-15-17-16,5-4-8 15,3-8-30-15,9-4-12 16,1-1-15-16,4 3-32 16,1 6 10-16,-4 6 44 15,-3 7 35-15,-3 6 1 0,-6 5 33 16,-3 0 25-16,-8 0-1 16,-5 5-16-16,-6 4-14 15,-4-4-4-15,0 2 5 16,-9-1 16-16,-18 1 17 15,-8-2-24-15,-10-3-24 16,-7-2-7-16,2 0-7 16,-2 0-21-16,3-7-58 15,-6-8-170-15,12 3-262 16,9 2-356-16</inkml:trace>
  <inkml:trace contextRef="#ctx0" brushRef="#br0" timeOffset="105174.96">4248 9381 983 0,'0'0'246'0,"0"0"-175"16,0 0-57-16,0 0 4 15,0 0 21-15,0 0 9 16,0 0 14-16,0 0 60 16,0 1-34-16,0 5-33 15,0 0 2-15,0 6 12 16,0 7-22-16,2 6 0 15,-2 10 26-15,0 11 6 0,0 6 32 16,0 8-24 0,0 2-5-16,0 2-2 15,0 2-30-15,-6-1-10 0,2 0 15 16,2 1 10-16,-4-3-27 16,4-3-14-16,2-2-6 15,-2-5-2-15,2-9-8 16,0-4 1-16,0-10-3 15,0-4-5-15,0-6 14 16,0-4-7-16,0-6-8 16,0-2 1-16,2-2 0 15,-2-4-1-15,2 0 5 16,-2 0-5-16,0-2 0 16,0 0 1-16,0 0-1 15,0 0 0-15,0 0 0 0,0 5 1 16,0-2-2-16,0 3 1 15,0-1-2-15,0 2-4 16,0-2-1 0,0-2 1-16,0-1 0 0,0-2 6 15,0 3 0-15,0-3 1 16,0 0 6-16,0 0 8 16,0 0-6-16,0 0-3 15,2 0 2-15,6 0 2 16,0 0-2-16,5 0-8 15,8 1 6-15,1 1-6 16,3 0-18-16,-1 2-62 16,0-1-64-16,8-1-78 0,-8-2-299 15,-5 0-687-15</inkml:trace>
  <inkml:trace contextRef="#ctx0" brushRef="#br0" timeOffset="105650.21">4271 9386 512 0,'0'0'1303'0,"0"0"-956"16,0 0-162-16,0 0-7 16,0 0-30-16,0 0-96 15,0 0-36-15,79-47-16 16,-45 47 0-16,2 0-11 15,2 0-72-15,10 9-139 16,-9-1-330-16,-8 1-983 0</inkml:trace>
  <inkml:trace contextRef="#ctx0" brushRef="#br0" timeOffset="107275.93">5025 9506 1388 0,'0'0'323'16,"0"0"-164"-16,0 0-31 15,0 0-31-15,0 0-13 16,0 0-40-16,0 0-32 15,21-118-12-15,-1 100-1 16,1 1-7-16,-2 4 2 16,0 5 6-16,-7 6-2 15,0 2 2-15,-7 4 0 16,-3 16 13-16,-2 11 24 16,-5 2-3-16,-15 6 11 15,-9-3-7-15,-2 0-13 16,-7-6-7-16,0-6-7 0,-2-4 3 15,4-8-3-15,3-5-11 16,6-7 1-16,4 0 6 16,8 0-6-16,9-12 8 15,6-5 6-15,0-3-11 16,24-1-4-16,10 4-16 16,6 5 8-16,4 7 7 15,3 5-5-15,-3 0 5 16,1 9-5-16,-7 11 0 15,0 2-3-15,-7 2-87 16,0 2-160-16,-8-4-288 16,-5-7-950-16</inkml:trace>
  <inkml:trace contextRef="#ctx0" brushRef="#br0" timeOffset="107614.35">4723 9869 1375 0,'0'0'541'0,"0"0"-344"16,0 0-27-1,0 0-19-15,0 0-37 0,0 0-11 16,0 0-38-16,34 0-42 16,-5 0-22-16,8 0 8 15,15 0-8-15,10 3 0 16,7-1 5-16,0-2-6 16,0 0-5-16,-6 2-58 15,-10 0-68-15,-1 8-104 16,-19-3-280-16,-11 2-255 0</inkml:trace>
  <inkml:trace contextRef="#ctx0" brushRef="#br0" timeOffset="108900.9">4828 10212 55 0,'0'0'990'16,"0"0"-815"-16,0 0-81 15,0 0 15-15,0 0 32 16,0 0-52-16,0 0-19 15,-2-9-25-15,2 9 14 16,0-5 12-16,0 3 1 16,2-4-42-16,6 2 4 15,2 0 12-15,1 0-14 0,2 2-13 16,1 1-13 0,1 1-5-16,1 0 0 15,-1 0 11-15,1 3 3 0,-5 9 3 16,1 3-2-1,-6 4-1-15,-2 6 17 16,-4 3 15-16,0 2-14 0,0 0-9 16,0-2-7-16,-4-2 20 15,-2-4 1-15,-4-5-10 16,4 2-4-16,-1-4 5 16,1-6-9-16,-2 1-4 15,4 0-6-15,-1-4-2 16,3 0-2-16,0-1-5 15,0-2-1-15,0-3 1 16,2 2-1-16,0-2 9 0,0 0-3 16,0 0 13-16,0 0 16 15,0-8-35-15,13-11-2 16,5-10-38-16,7-9 1 16,6-4-69-16,0-4-35 15,2 2-41-15,-1-1 49 16,-8 9 59-16,-4 10 62 15,-8 6 14-15,-8 10 105 16,-4 7 84-16,0 3-81 16,0 0-74-16,-16 7-32 15,1 13 4-15,-1 9 47 16,0 1 8-16,10 3-17 0,4 0-12 16,2-3-9-1,0-6-14-15,6-2 7 0,12-6-15 16,4-2-2-16,1-3-5 15,1-4-86-15,8 0-110 16,-9 0-130-16,-2-5-478 0</inkml:trace>
  <inkml:trace contextRef="#ctx0" brushRef="#br0" timeOffset="110422.8">5628 9997 897 0,'0'0'667'16,"0"0"-456"-16,0 0-71 16,0 0 32-16,0 0 64 15,0 0-106-15,0 0-92 0,62-58-25 16,-31 29-13 0,4-3-15-16,0-4-12 0,1-6-29 15,-3-2 7-15,2-5-83 16,-3-5-5-16,-3-2 47 15,-7-6 3-15,-4-4-8 16,-5-3 44-16,-4 5 29 16,-7 6 22-16,-2 10 55 15,0 12 43-15,0 11-23 16,-4 12-18-16,-5 2-34 16,-2 10 4-16,0 1-14 15,-4 4-5-15,-2 22 17 0,0 18 50 16,-3 12 31-16,-1 14-20 15,4 11-10-15,1 0-6 16,5 2 1 0,5-4-16-16,3-9-13 0,3-7-11 15,0-8-7-15,9-7-16 16,9-8 6-16,4-10-5 16,3-7 0-16,0-9 1 15,-2-3-9-15,2-7 15 16,2-4-9-16,0 0-7 15,4-15-18-15,0-8-17 16,-2-9-18-16,2-5-1 16,-4 1 17-16,-2 2 3 15,-8 6 11-15,-3 10 22 16,-8 11-5-16,-6 7-16 0,0 0-5 16,0 15 19-16,-4 14 8 15,-12 7 48-15,-1 0 16 16,-1-2-15-1,5-6-9-15,3-5-31 0,6-12-1 16,4-5-8-16,0-4 2 16,0-2-2-16,9 0-54 15,13-8-4-15,5-12-25 16,4-8-82-16,2-5-33 16,4 1 69-16,-4 6 127 15,-4 8 2-15,-7 11 142 16,-6 7-71-16,-5 3-37 15,-9 22-8-15,-2 7-9 0,0 3-11 16,0 4-6-16,0-3-40 16,0 2-130-16,0-10-317 15,0-7-989-15</inkml:trace>
  <inkml:trace contextRef="#ctx0" brushRef="#br0" timeOffset="111672.74">6908 9281 1272 0,'0'0'372'0,"0"0"-152"15,0 0-157-15,0 0-44 0,0 0-18 16,0 0-1 0,0 0 103-16,-29 86 42 0,9-27-24 15,-1 14 2 1,4 6-25-16,-1 6 8 0,3-1-32 16,3-3-4-16,5-5-29 15,5-10-22-15,2-5-4 16,0-12-4-16,11-7-5 15,7-5-6-15,3-10-47 16,2-5-50-16,4-8-61 16,9-10-88-16,-7-4-121 15,-4 0-366-15</inkml:trace>
  <inkml:trace contextRef="#ctx0" brushRef="#br0" timeOffset="113126.8">7050 10024 611 0,'0'0'953'0,"0"0"-755"16,0 0-131-16,0 0 60 0,0 0 97 16,0 0-102-16,0 0-20 15,81-66-50-15,-50 32-40 16,2-2-6-16,3-6-6 16,-1-3-18-16,-2-3-32 15,2-2-17-15,-6-4-27 16,-5-5 21-16,-4 1 25 15,-2-2 24-15,-7 4 17 16,-5 7 7-16,1 8 27 16,-5 11 53-16,1 8-3 15,-3 12-14-15,0 7 4 0,0 3-49 16,-5 0-18-16,-12 17-9 16,-8 19 9-1,-2 15 41-15,-2 12-9 0,0 12 23 16,4 5 3-16,8-2 3 15,3-4-17-15,8-6-6 16,6-10-11-16,0-5-14 16,0-14-4-16,18-7 6 15,3-11-6-15,6-7-9 16,2-12-28-16,5-2-27 16,0-4-37-16,2-20 8 15,-1-10-37-15,-2-7-25 16,1 3 30-16,-10-1 73 15,-3 11 43-15,-13 12 140 0,-3 11-23 16,-5 5-95-16,0 8-12 16,-9 19 48-16,-7 3 22 15,5 0-8-15,-1-4-38 16,8-4-19-16,2-8-6 16,2-8-1-16,0-4-8 15,0-2-28-15,10 0-18 16,9-12-27-16,6-10-117 15,6-7-107-15,0-2-1 16,2 0 91-16,-1 8 207 16,-8 9 10-16,-3 11 160 15,-8 3-37-15,-7 14 36 16,-4 16-37-16,-2 9-9 0,0 3-55 16,0 0-46-1,0-5-21-15,0-2-1 0,0-10-71 16,0-10-140-16,12-7-139 15,-1-8-587-15</inkml:trace>
  <inkml:trace contextRef="#ctx0" brushRef="#br0" timeOffset="113525.23">7986 9715 1545 0,'0'0'172'0,"0"0"-172"15,0 0 0-15,0 0 85 0,0 0 113 16,0 0 0-16,11 143-74 16,-3-101-34-1,0-1-45-15,1-4-12 0,3-7-22 16,-1-6 6-16,-1-6-10 16,0-8 5-16,-1-6 6 15,1-4-3-15,2 0-15 16,1-24 0-16,1-14-95 15,1-13-106-15,3-10-19 16,2-8-124-16,2-3-274 16,-1 5 596-16,-2 4 22 15,1 10 536-15,-3 14-157 0,-2 9-12 16,3 5-136 0,3 10-91-16,8 4-102 0,8 5-23 15,7 6-15-15,12 0-1 16,4 0-5-16,5 3-11 15,-3 7-80-15,9-1-53 16,-17 0-216-16,-11-6-414 0</inkml:trace>
  <inkml:trace contextRef="#ctx0" brushRef="#br0" timeOffset="114026.63">8381 9837 1001 0,'0'0'663'15,"0"0"-540"-15,0 0-123 16,0 0-1-16,0 0 1 15,0 0 56-15,0 0 19 16,85-18-33-16,-85 41-17 16,0 9 50-16,0 6 29 15,-20 3 6-15,-3 3-22 16,1-5-19-16,2-6-35 16,7-6-13-16,1-10-20 15,10-10-1-15,2-5 9 16,0-2 11-16,7-2-20 0,13-20-101 15,7-7-89-15,2-12-71 16,0-2-115-16,-2-3-107 16,-2 9 345-16,-8 7 138 15,-5 9 515-15,-10 14-173 16,-2 7-207-16,0 0-110 16,-8 17 105-16,-3 8 9 15,7 3-56-15,4-1-45 16,0 0-20-16,11-3-5 15,18-5-13-15,4-6-26 16,21-3-93-16,-9-4-103 16,-5-6-273-16</inkml:trace>
  <inkml:trace contextRef="#ctx0" brushRef="#br0" timeOffset="114569.08">9085 9368 317 0,'0'0'1456'0,"0"0"-1222"0,0 0-168 16,0 0-47-16,0 0-11 15,0 0 58-15,0 0 74 16,74 131-39-16,-63-57-45 15,-4 9-5-15,-3 1-32 16,-1-5-5-16,-3-3-3 16,0-3-9-16,0-7 5 15,-5-6-7-15,-8 6-62 16,2-18-156-16,-1-13-398 0</inkml:trace>
  <inkml:trace contextRef="#ctx0" brushRef="#br0" timeOffset="115872.73">9278 9232 1035 0,'0'0'661'0,"0"0"-376"0,0 0-43 16,0 0-82-16,0 0-93 16,0 0-49-16,0 0 4 15,122-26 0-15,-73 26-11 16,2 0 2-16,1 0-12 16,-4 0 0-16,-5 0 0 15,-7 0-1-15,-9-3-11 16,-10 3 4-16,-8 0 1 15,-4-3 6-15,-3 3 5 16,-2 0-4-16,0 0 7 16,0 0 4-16,0 0-12 15,0 0-1-15,0 0-16 16,2 0 2-16,0 8 8 16,2 12 7-16,-1 8 0 15,-3 6 0-15,0 10 0 0,0 7 8 16,0 4 4-16,0 8 29 15,-7 5-6-15,1 4-1 16,-1 4-10-16,-5 1 22 16,4-1-24-16,-4 0-11 15,1-4-4-15,3-3 4 16,-1-4 2-16,2-2-12 16,4-3 0-16,3-2 0 15,0-7 6-15,0-2-7 16,0-5 1-16,0-4-1 15,0-8 0-15,3-5-8 0,-1-8 8 16,-2-6 0 0,0-5 6-16,0-7 1 0,0-1 2 15,0 0 33-15,-7 0 30 16,-17 0-26-16,-5-8-31 16,-9-4-15-16,-2 5 0 15,-5 0-16-15,3 7-66 16,-20 0-173-16,12 0-251 15,8 9-301-15</inkml:trace>
  <inkml:trace contextRef="#ctx0" brushRef="#br0" timeOffset="117335.82">1348 12621 872 0,'0'0'548'16,"0"0"-372"-16,0 0-26 15,0 0 3-15,0 0 30 16,0 0 34-16,0 0-60 16,-18 0-12-16,16 0-10 15,2 0-33-15,0 0-37 16,0 0-24-16,2 0-17 15,11 0-23-15,8 0 0 16,10 0 8-16,9 0-7 16,7 0-2-16,5 0 0 15,-2 8-1-15,0 0-37 16,-4 0-93-16,-7 1-91 16,-6 2-109-16,-12-1-229 0,-13-5-191 15</inkml:trace>
  <inkml:trace contextRef="#ctx0" brushRef="#br0" timeOffset="117487.79">1449 12777 1487 0,'0'0'634'15,"0"0"-491"-15,0 0-44 16,0 0 62-16,0 0-82 16,142 0-66-16,-80 0-13 15,6 0-34-15,16 0-85 16,-17 7-202-16,-12 2-419 0</inkml:trace>
  <inkml:trace contextRef="#ctx0" brushRef="#br0" timeOffset="118305.93">2423 12948 1517 0,'0'0'510'0,"0"0"-373"15,0 0-10-15,0 0-1 16,0 0 5-16,0 0 34 15,0 0-108-15,89-70-35 0,-38 31-22 16,7-7-31-16,-2-6-46 16,2-4-16-16,-3-4-17 15,-1-8-3-15,-5-4-26 16,-4-3 32-16,-10-3 40 16,-8 2-3-16,-10 6 70 15,-7 12 22-15,-10 12 73 16,0 11 40-16,0 15-23 15,-12 12-32-15,-5 8-47 16,-8 3-33-16,-6 29 0 16,-4 15 18-16,-1 18 31 15,5 13 21-15,2 8-6 16,6 2-17-16,7-2-14 0,10-7-22 16,6-13 4-1,0-10-2-15,16-12 3 0,11-12-15 16,8-9 9-16,5-11-10 15,4-12-39-15,1 0-19 16,-1-11-40-16,-1-17-11 16,-5-10-29-16,-5-4-78 15,-8-1 74-15,-7 2 136 16,-7 9 6-16,-7 12 216 16,-2 9 11-16,-2 9-112 15,0 2-77-15,0 7-38 16,0 17 9-16,-2 6 38 15,-4 3-14-15,-1 2-18 16,2 0-8-16,3-8-7 16,0-3-63-16,2-3-44 0,0-14-121 15,4-2-123-15,12-5-274 0</inkml:trace>
  <inkml:trace contextRef="#ctx0" brushRef="#br0" timeOffset="118725.96">3390 12591 1942 0,'0'0'233'0,"0"0"-174"16,0 0-6-16,-18 132 41 15,7-96 13-15,0-8-26 0,4-6-14 16,3-6-35 0,2-6-25-16,2-6 2 0,0-4 3 15,0 0 6-15,6 0-18 16,14-20-27-16,12-6-76 15,1-4-8-15,5 0 22 16,-3 6 44-16,-4 10 39 16,-4 12 6-16,-9 2 42 15,-9 16 32-15,-9 13-10 16,0 3-5-16,0 2-5 16,-13-6-5-16,4-9-28 15,2-5-21-15,7-7 0 16,0-7-2-16,4 0-29 15,23-8-36-15,11-14-86 16,11-4-7-16,5-6 34 0,4 3 69 16,-2 3 57-16,-8 6 50 15,-7 11 129-15,-7 6-13 16,-13 3-101-16,-7 12-44 16,-12 18-21-16,-10 24-72 15,-21-4-94-15,-3-7-438 0</inkml:trace>
  <inkml:trace contextRef="#ctx0" brushRef="#br0" timeOffset="119604.97">2425 13334 1048 0,'0'0'524'0,"0"0"-352"16,0 0-41 0,0 0-9-16,0 0-9 0,0 0-35 15,0 0-13-15,52-46-31 16,-40 46-10-16,5 0-2 16,-5 10 3-16,-1 17 12 15,-3 5 22-15,-6 8 1 16,-2 4 1-16,0 0-3 15,-8-4-24-15,-2-6-17 16,-1-8-10-16,3-10-5 16,4-5-2-16,4-6 1 0,0-5 8 15,0 0-9-15,4-5-39 16,12-18-52-16,3-9-44 16,0-12-106-16,4-7 19 15,-5 4 40-15,-5 7 182 16,-7 11 94-16,-1 14 225 15,-5 10-124-15,0 5-138 16,0 0-56-16,-5 20 38 16,-1 3 13-16,4 5 3 15,2 2-21-15,0-2-10 16,8 0-15-16,11-6-9 16,3-4-60-16,4-7-47 15,15-6-105-15,-6-5-185 16,-6 0-574-16</inkml:trace>
  <inkml:trace contextRef="#ctx0" brushRef="#br0" timeOffset="119803.76">2817 13357 1694 0,'0'0'473'16,"0"0"-304"-16,0 0 16 15,0 0-69-15,0 0-56 16,0 0-36-16,0 0-8 15,92-2-10-15,-52 2-6 16,-3 5-21-16,4 2-73 16,-3 1-15-16,11-2-78 15,-11 0-145-15,-9-6-193 0</inkml:trace>
  <inkml:trace contextRef="#ctx0" brushRef="#br0" timeOffset="120033.79">3156 13232 1428 0,'0'0'390'16,"0"0"-119"-16,0 0-160 15,0 0-67-15,0 0 12 16,0 0-26-16,0 0 7 16,100 73-13-16,-88-32-7 15,-8 4 13-15,-4-1-11 16,0-3 1-16,-12-2-5 0,-7-7-4 15,-4-6-11 1,1-3-41-16,7-10-196 0,3-7-289 16,8-6-637-16</inkml:trace>
  <inkml:trace contextRef="#ctx0" brushRef="#br0" timeOffset="120244.06">3405 13430 1413 0,'0'0'381'16,"0"0"-171"-16,0 0-13 15,0 0-85-15,0 0-53 16,0 0 8-16,0 0-42 16,106 27-16-16,-71-17-8 0,1-4-1 15,1 0-81-15,4-6-115 16,-7 0-130-16,-13 0-518 0</inkml:trace>
  <inkml:trace contextRef="#ctx0" brushRef="#br0" timeOffset="120443.9">3677 13305 614 0,'0'0'729'0,"0"0"-652"16,0 0-59-16,0 0 137 15,0 0 0-15,-71 132-25 0,51-81-42 16,3-5-17 0,3-5-38-16,5-4-26 0,5-9-7 15,4-9-15-15,2-6-78 16,13-10-121-16,3-3-172 0</inkml:trace>
  <inkml:trace contextRef="#ctx0" brushRef="#br0" timeOffset="120882.98">3874 13395 544 0,'0'0'587'0,"0"0"-554"16,0 0 87-16,0 0 108 16,0 0 24-16,-20 116-19 15,13-86-54-15,5-2-52 0,0-5-42 16,2-6-44-16,0-2-10 15,0-6-5-15,2-1 3 16,7-6-2-16,2 1-3 16,0-3 4-16,4 0-7 15,4-10-8-15,0-9-13 16,8-6-24-16,4-6 4 16,6-3-15-16,5-2-49 15,2 4 16-15,1 8 25 16,-3 7 36-16,-1 12 7 15,-4 5 38-15,-3 0 27 16,-5 8-17-16,-7 10-20 16,-5-2 5-16,-10 0-11 0,-7 1-2 15,0-8 30-15,-9-1 7 16,-20-5 1 0,-8-3-24-16,-9 0-20 0,-2-9-6 15,-4-11-8-15,6-2-55 16,1 2-63-16,-1-2-157 15,9 6-304-15,11 4-808 0</inkml:trace>
  <inkml:trace contextRef="#ctx0" brushRef="#br0" timeOffset="122442.93">5559 12166 1497 0,'0'0'489'0,"0"0"-340"16,0 0 26-16,0 0 6 15,0 0-31-15,0 0-23 16,0 0-47-16,-29-112-16 16,29 83-35-16,6 1-14 15,13 2-10-15,1 8-5 16,2 6-12-16,-2 10 0 15,-2 2-5-15,-7 16-17 16,-9 18 10-16,-2 12 9 16,-15 8 14-16,-24 3 1 15,-9-3 10-15,-8-4-1 16,-4-7-8-16,2-8 0 16,4-12 6-16,8-10-6 0,7-11 5 15,13-2 3-15,10-3-2 16,12-18 5-16,4-7-12 15,15 0-6-15,21 0-2 16,11 5 7-16,9 10-6 16,6 13 1-16,2 0-12 15,1 13-61-15,18 22-177 16,-17-3-286-16,-12-8-824 0</inkml:trace>
  <inkml:trace contextRef="#ctx0" brushRef="#br0" timeOffset="124037.82">6009 12364 327 0,'0'0'1103'0,"0"0"-870"15,0 0-98-15,0 0 76 0,0 0-37 16,0 0-55-1,0 0-19-15,38-71-52 0,-9 42-28 16,2-3-20-16,7-4-43 16,5-5-46-16,1-2-64 15,1-5-9-15,-5-5 26 16,-5-1-22-16,-8-5 29 16,-9 0 129-16,-7 0 5 15,-6 4 81-15,-3 3 12 16,-2 9-24-16,0 7 23 15,0 11 13-15,-2 11-46 16,-9 11-13-16,0 3-38 0,-7 8-13 16,-7 26 0-1,-6 32 36-15,-5 35 63 0,5-2 11 16,4-2-39-16,9-15-7 16,9-21-21-16,3 1-1 15,6 2-5-15,0-11-13 16,0-14-2-16,15-9-4 15,5-12-4-15,7-8-1 16,4-10 0-16,5 0-13 16,-1-12-1-16,4-15-29 15,-1-10-25-15,-3-1-17 16,-4 0 34-16,-8 8 27 16,-6 8 11-16,-7 13 20 0,-10 9-20 15,0 0-21 1,0 21 21-16,-2 7 51 0,-10 2-15 15,1-5-2-15,3-2-24 16,4-11-9-16,4-4 0 16,0-8 7-16,0 0-4 15,19 0-4-15,7-12-33 16,8-7-50-16,6-6 0 16,5 3 28-16,-3 2 35 15,-5 6 20-15,-4 10 5 16,-12 4 10-16,-7 2-8 15,-10 20-7-15,-4 7-8 16,0 4-24-16,0 3-76 16,-4-8-180-16,0-9-385 0</inkml:trace>
  <inkml:trace contextRef="#ctx0" brushRef="#br0" timeOffset="124352.01">7206 11718 1360 0,'0'0'528'15,"0"0"-482"-15,-69 119-19 0,34-41 94 16,-5 12 70-16,1 5-36 16,8-4-34-16,9-2-35 15,11-11-58-15,11-7-14 16,0-13-14-16,16-12-16 16,13-10-49-16,21-9-59 15,-2-10-178-15,-6-11-379 0</inkml:trace>
  <inkml:trace contextRef="#ctx0" brushRef="#br0" timeOffset="125133.95">7170 12526 1785 0,'0'0'594'16,"0"0"-491"-16,0 0-62 15,0 0 19-15,0 0 28 16,0 0-54-16,0 0-34 15,123-104-2-15,-84 62-69 16,0-6-2-16,1-5-49 0,3-12 32 16,-1-8-24-16,-2-7 18 15,1-5 16-15,-8 0 66 16,-9 8 14-16,-6 19 151 16,-9 14-50-16,-7 21-37 15,-2 13-13-15,0 10-22 16,-13 1-29-16,-12 36 0 15,-4 14 11-15,-4 20 65 16,0 11 8-16,4 7-7 16,4-3-8-16,10-9-37 15,5-6-6-15,8-10-14 16,2-12-5-16,2-11 4 16,18-9-5-16,5-14-3 15,9-7-3-15,1-8-24 0,8-3-39 16,3-24-64-16,-1-9-27 15,-1-3-54-15,-8-2 41 16,-9 7 167-16,-9 12 3 16,-11 10 134-16,-7 12-74 15,0 0-37-15,-7 24 75 16,-11 4 18-16,-3 4-45 16,4-2-36-16,6-8-19 15,2-8-16-15,7-6 3 16,2-4-5-16,0-4-1 0,4 0-57 15,19-9-2-15,8-14-87 16,6-3-107-16,8-3 39 16,2-3 132-16,-4 11 82 15,-8 9 143-15,-10 10 75 16,-10 2-123-16,-13 16-45 16,-2 12-25-16,0 6-16 15,-15 1-9-15,1-3 0 16,1-5-121-16,11-7-130 15,2-7-262-15,0-10-757 0</inkml:trace>
  <inkml:trace contextRef="#ctx0" brushRef="#br0" timeOffset="125542.96">8298 12163 153 0,'0'0'1596'16,"0"0"-1343"-16,0 0-147 16,0 0 31-16,-13 107-27 15,9-65-14-15,4-3-32 16,0-4-18-16,2-5 3 16,13-3-24-16,4-10-5 15,-1-5-8-15,-1-8 0 16,3-4-12-16,0 0-15 15,0-21-52-15,1-13-69 16,-4-11-28-16,3-11 29 0,1-6 43 16,-2-7 44-1,4 2 48-15,-3 4 132 0,2 5 85 16,-2 12 9-16,0 9-57 16,0 8-65-16,2 9-52 15,5 8-38-15,4 6-14 16,9 4 0-16,10 2-7 15,3 0 6-15,5 6 0 16,0 6-60-16,-3 0-136 16,3 4-90-16,-15-4-225 15,-16-1-615-15</inkml:trace>
  <inkml:trace contextRef="#ctx0" brushRef="#br0" timeOffset="125992.95">8718 12218 1403 0,'0'0'652'16,"0"0"-466"-16,0 0-145 15,0 0-26-15,0 0-8 16,0 0 20-16,0 0 1 15,87-10-26-15,-85 26-2 0,-2 10 1 16,0 4 14 0,-15 2 22-16,-6 0 9 0,3-4-13 15,5-5-11-15,2-9-10 16,6-7-3-16,3-2-8 16,2-5 12-16,0 0 8 15,4-9-21-15,14-15-155 16,5-6-66-16,4-3-49 15,-2-4-53-15,-2 5 227 16,-4 6 96-16,-7 12 247 16,-4 7 33-16,-6 7-141 15,-2 0-104-15,0 19 60 16,0 3-26-16,4 4-33 16,5 3-18-16,5-4-5 15,10-1-13-15,5-4-4 0,20-6-105 16,-5-5-127-16,-3-8-471 15</inkml:trace>
  <inkml:trace contextRef="#ctx0" brushRef="#br0" timeOffset="126497.4">9629 11689 1066 0,'0'0'724'0,"0"0"-579"15,0 0-101-15,0 0-34 16,0 0 97-16,0 0 44 0,0 0-54 15,10-27-49-15,-4 27-22 16,3 5-12-16,4 17 44 16,3 10-11-16,-1 12-5 15,1 14-14-15,-3 10 47 16,-1 6-16-16,-8 4-7 16,-4 1-20-16,0-3-8 15,-11-1-15-15,-20 0-9 16,-31 11-157-16,4-16-87 15,4-17-322-15</inkml:trace>
  <inkml:trace contextRef="#ctx0" brushRef="#br0" timeOffset="128283.88">5137 12773 863 0,'0'0'739'16,"0"0"-516"-16,0 0-145 15,0 0-17-15,0 0 21 16,0 0-30-16,0 0-14 15,65-1-20-15,-34 1-7 16,6 0 1-16,2 0 10 16,8 0 6-16,4 0 2 15,5 0 20-15,4 0 26 16,3 0-35-16,1 0-10 16,1 0-16-16,-3 0-1 15,0 0-8-15,1 0-5 16,-3 5 0-16,-2 2-1 15,2 0 0-15,-2-1 0 16,0 1 0-16,3-2-6 0,-1 2 6 16,2-2 1-16,-2 2 1 15,1-2-2-15,-3 4-1 16,0-1 0-16,-5 0-8 16,0-1-6-16,-1 2-4 15,-1-2 6-15,-2 0-10 16,2 1 4-16,-1 0 6 15,0 0 11-15,2-2-8 16,0 1-5-16,-4-2 15 0,4-1-1 16,-1-1 1-1,3-1-1-15,-1-2 1 0,0 2 0 16,3-2 0-16,0 0-2 16,0 0 1-16,-1 0 0 15,1 0-6-15,-2 0 5 16,-1 0 2-16,-4 0 1 15,0 0 18-15,1 0-4 16,-2 0 1-16,4 0-8 16,1 0-8-16,3 0 1 15,1 0 0-15,-1 0-1 16,0 0 0-16,-2 0 0 16,-1 0 0-16,2 0 0 15,1 0 0-15,0 0 0 0,2 0-1 16,0 0 1-16,0 0-6 15,3 0-11-15,-3 0 16 16,0 0-6-16,2 0 6 16,-4 0 0-16,1 0 1 15,-4 0 6-15,1 0 13 16,-4 0-1-16,-2 0-5 16,-1 0-4-16,2 0-9 15,-2 0 0-15,-3 0-1 16,1 0 1-16,-3 0 0 15,-4 0-8-15,-7 0-26 16,-2 0-56-16,-4 5-98 16,-7-3-109-16,-9-2-429 0</inkml:trace>
  <inkml:trace contextRef="#ctx0" brushRef="#br0" timeOffset="129067.95">7220 13150 1355 0,'0'0'352'15,"0"0"-224"-15,0 0 1 16,0 0-19-16,0 0-29 15,0 0-25-15,0 0-16 16,116-3 10-16,-97 24-2 16,0 11-5-16,-6 7 6 15,-4 5-3-15,-7 2-2 16,-2 2-1-16,0-4-2 16,0-3-12-16,-9-10-8 15,0-7-10-15,3-7-5 16,-1-8-5-16,7-5 0 0,0-2-1 15,0-2 0-15,0 0-28 16,20-20-17-16,4-12-147 16,7-12 6-16,3-10-42 15,-3-2 26-15,-2 4 79 16,-6 8 123-16,-11 15 172 16,-8 16 117-16,-4 11-98 15,-6 2-142-15,-15 23-14 16,-2 14 72-16,5 9-4 15,9 3-18-15,9 4-33 16,11-2-4-16,26-8-18 16,15-7-24-16,11-6-6 15,9-8-99-15,32-8-109 16,-17-6-291-16,-11-8-598 0</inkml:trace>
  <inkml:trace contextRef="#ctx0" brushRef="#br0" timeOffset="131402.79">1204 15154 560 0,'0'0'1042'0,"0"0"-901"16,0 0-103-16,0 0 117 16,0 0 24-16,0 0 18 15,0 0-48-15,0-17-37 16,0 17-15-16,0 0-17 16,0 0-25-16,0 0-29 0,10 0-19 15,19 0-6 1,11 0 0-16,10 0-1 0,3 0 0 15,0 0-58-15,13 4-102 16,-14 0-110-16,-11-4-336 16</inkml:trace>
  <inkml:trace contextRef="#ctx0" brushRef="#br0" timeOffset="131578.93">1252 15288 1852 0,'0'0'676'0,"0"0"-565"16,0 0-82-16,0 0-17 15,141-12-11-15,-81 6-1 0,21 6-99 16,-17-3-172 0,-11 3-544-16</inkml:trace>
  <inkml:trace contextRef="#ctx0" brushRef="#br0" timeOffset="138071.97">2385 15145 819 0,'0'0'693'0,"0"0"-519"16,0 0-121-16,0 0 48 15,0 0 86-15,0 0-28 16,0 0-48-16,0 0-33 16,0-4-20-16,0 4-4 15,0-4-34-15,0 4-11 16,0-1-8-16,0 1 0 15,0 0 0-15,0 0-1 16,0 0 0-16,0 0-2 16,0 0-24-16,0 0-25 15,0 0-7-15,0 0-1 16,-5 0-9-16,1 0 41 16,-1 1-4-16,1 3-3 15,2-4 2-15,2 0-8 0,-2 0 14 16,2 0 18-16,-3 0 8 15,1 0 1-15,0 0 48 16,0-4 5-16,2 3 25 16,0 1-20-16,0 0-33 15,0 0-9-15,0 0-4 16,0 0-5-16,0 0-8 16,0 0 0-16,0 0 0 15,-3 0 0-15,3 0 0 16,-2 0 9-16,-1 0 10 15,1-3 3-15,0 3-5 16,0-1-8-16,0-4 2 0,0 2-9 16,0-8 8-16,-1 3 1 15,3-8-10-15,0 0 0 16,0-2-1-16,5-4-8 16,5 2-11-16,4 2-11 15,-1 2 14-15,1 6 9 16,-5 3 5-16,-3 2 1 15,-1 3-6-15,-5 2-1 16,2 0-1-16,-2 0-4 16,0 16 1-16,0 7 12 15,-2 3 7-15,-9 5 6 16,-3-3-11-16,-1-2 7 16,-1-6 18-16,1-4-13 15,4-3-5-15,-1-4-8 0,4-7 7 16,1 1 4-16,0-3-2 15,2 0 0-15,1 0 5 16,0 0-1-16,1-14-3 16,3-7-11-16,0-7-25 15,5-8-27-15,15-4-3 16,5-1-7-16,4 3-34 16,-3 4 44-16,-1 15 39 15,-5 9 13-15,-7 6 0 16,-4 4 1-16,-6 8 9 15,-3 17 30-15,0 9 19 16,-19 10-13-16,-7-1-18 0,-10 3 5 16,-6-4-9-1,-5-2-4-15,-5-5-11 0,4-5-9 16,-2-6 6-16,8-8-6 16,7-10 0-16,6-6-6 15,8 0 6-15,11-9 5 16,8-10-4-16,2-3 1 15,0 0 5-15,17 0-7 16,3 8 18-16,5 9-9 16,4 5-3-16,4 0-5 15,5 10 0-15,6 12-1 16,18 11-89-16,-10-7-152 16,-7-4-534-16</inkml:trace>
  <inkml:trace contextRef="#ctx0" brushRef="#br0" timeOffset="138764.78">2712 15454 1075 0,'0'0'970'15,"0"0"-889"-15,0 0-56 0,0 0-18 16,0 0 107 0,0 0-57-16,0 0-6 0,105-66-19 15,-63 35-21-15,6-10-10 16,0 1-1-16,4-8-20 15,-3-5-15-15,-5-3-5 16,-6-6-13-16,-7-4-27 16,-9 2 30-16,-5-5 30 15,-11 11 20-15,-6 10 63 16,0 14 45-16,0 12-26 16,0 12-54-16,-9 10-28 15,-5 0-2-15,-6 22-7 0,-1 14 9 16,-2 17 22-16,0 8 15 15,4 11-4-15,3 6 10 16,3-3 9 0,6-3-19-16,4-6 7 0,3-11-18 15,0-6-14-15,14-14-7 16,11-7 8-16,4-8-9 16,4-10-14-16,3-10-21 15,4 0-20-15,3-16 8 16,-4-8-20-16,-1-12-33 15,-5-8-42-15,-6 4 9 16,-4-5 61-16,-8 14 72 16,-5 3 72-16,-6 15 103 0,-2 5-33 15,-2 8-80 1,0 0-42-16,0 8-19 0,0 14 14 16,-11 5 25-16,-1 4-19 15,4 6-12-15,-1-7-9 16,2-2-20-16,2-7-90 15,5-7-167-15,0-5-265 16,0-7-439-16</inkml:trace>
  <inkml:trace contextRef="#ctx0" brushRef="#br0" timeOffset="139222.06">3631 15194 1109 0,'0'0'355'15,"0"0"-266"-15,0 0 20 0,-25 108 104 16,9-76 50-16,1 0-61 16,1-3-74-16,4-9-67 15,5-5-30-15,1-4-18 16,4-11-7-16,0 0 2 16,0 0 11-16,4 0 14 15,14-19-33-15,4-13-18 16,7-1-27-16,7-8-20 15,2 1-23-15,-2 8 53 16,-3 9 21-16,-6 10 14 16,-6 13 25-16,-9 0 8 15,-5 18 13-15,-7 8 18 0,0 6 1 16,-7-5-23-16,-7-4-17 16,4-6-14-16,3-8-10 15,7-7-1 1,0-2-13-16,4 0-48 0,21-16-33 15,6-5-70-15,9-6 42 16,2-5 56-16,-1 6 46 16,-6 4 20-16,-8 8 129 15,-7 10 19-15,-6 4-92 16,-10 4-41-16,-2 22-15 16,-2 10-26-16,-11 23-42 15,-11-10-138-15,-1-5-498 0</inkml:trace>
  <inkml:trace contextRef="#ctx0" brushRef="#br0" timeOffset="139965.31">2739 15901 929 0,'0'0'908'15,"0"0"-692"-15,0 0-76 16,0 0 47-16,0 0-58 16,0 0-55-16,0 0-53 0,25-10-10 15,-7 10-11-15,1 0 0 16,-1 0 2-16,-2 18 14 16,-5 9-6-16,-6 5 10 15,-5 8 5-15,0 0 3 16,0-1 10-16,-16-6-16 15,3-3-4 1,2-12 0-16,1-4-9 0,6-10-2 16,4 1 1-16,0-5-7 15,0 0 14-15,0-14-15 16,9-18-9-16,9-7-227 16,2-5 141-16,0-2 6 15,-4 11 61-15,-6 11 28 0,-5 12 59 16,-5 12 12-16,0 0-13 15,0 0-10-15,-5 10-29 16,-3 13 47-16,1 2-17 16,5 6-12-16,2-3-16 15,0-3-9-15,11-2-12 16,14-5-29-16,2-4-87 16,19-6-92-16,-7-8-261 15,-6 0-534-15</inkml:trace>
  <inkml:trace contextRef="#ctx0" brushRef="#br0" timeOffset="140169.31">3109 15994 2051 0,'0'0'283'0,"0"0"-151"16,0 0 65-16,0 0-102 15,0 0-56-15,0 0-25 16,0 0-14-16,147-18 0 15,-102 18-55-15,-1 2-83 16,-1 6 41-16,-5 0-118 16,-1-7-84-16,-10 2-199 15,-8-3-218-15</inkml:trace>
  <inkml:trace contextRef="#ctx0" brushRef="#br0" timeOffset="140366.03">3497 15857 1400 0,'0'0'505'0,"0"0"-368"0,0 0-13 16,0 0-44-16,0 0 19 16,0 0-3-16,116 17-31 15,-96 10-38-15,-7 12-9 16,-8 7 0-16,-5-3-2 16,-7 3-15-16,-15-1-1 15,-7-9-73-15,2-1-108 16,7-8-208-16,6-15-604 0</inkml:trace>
  <inkml:trace contextRef="#ctx0" brushRef="#br0" timeOffset="141561.07">3825 16048 1463 0,'0'0'391'0,"0"0"-202"16,0 0 50-16,0 0 31 15,0 0-32-15,0 0-87 16,0 0-66-16,6 0-57 15,17-4-28-15,10-2 0 16,5 2-1-16,3-1-41 16,-2 2-34-16,-3-1-133 15,1 4-64-15,-10 0-104 16,-6-6-394-16</inkml:trace>
  <inkml:trace contextRef="#ctx0" brushRef="#br0" timeOffset="141790.93">4045 15883 1547 0,'0'0'514'16,"0"0"-514"-16,0 0 24 16,0 0 21-16,0 0 105 15,-60 139-35-15,45-86-45 16,1-4-45-16,3-5-19 15,7-8-5-15,2-5-1 0,2-12-28 16,2-7-89-16,29-12-78 16,-2 0-79-1,0-8-362-15</inkml:trace>
  <inkml:trace contextRef="#ctx0" brushRef="#br0" timeOffset="142235.41">4277 15954 1741 0,'0'0'252'0,"0"0"-252"16,0 0 0-16,0 0 22 16,0 0 73-16,-29 138 51 15,19-97-37-15,0-6-46 16,6-3-29-16,1-9-13 16,3-9-11-16,0-7 6 0,0-1 2 15,0-6-7-15,9 0 4 16,5 0-1-16,3-10 1 15,6-12-15-15,2-5-4 16,1-10-8-16,6 3 1 16,-1-2-2-16,2 6-5 15,-2 10 8-15,-2 3-5 16,-4 12 14-16,-2 5-9 16,-6 0 4-16,1 0-3 15,-5 10 9-15,-2 6 10 16,-4 2 4-16,-2-4-13 15,-3 0 9-15,-2-6-8 16,0-2 5-16,0-2-6 0,-2-4 9 16,-17 0 20-1,-2 0-15-15,-8-4-2 0,-2-7 2 16,-4-1-15-16,2-7-12 16,2 7-53-16,-1 2-94 15,1 5-103-15,7 5-285 16,9 0-831-16</inkml:trace>
  <inkml:trace contextRef="#ctx0" brushRef="#br0" timeOffset="144207.07">4904 15494 990 0,'0'0'544'0,"0"0"-343"16,0 0-35-16,0 0-12 15,0 0-26-15,0 0-56 16,0 0-29-16,51-7-12 16,-29 2-10-16,3 3-6 15,2-2-14-15,2 1 1 16,0 3 8-16,0 0-8 16,2 0-2-16,5 0 0 15,-1 0 0-15,7 0 6 16,3 0 3-16,1 0 4 0,4 0 17 15,1 0-2 1,2 0-3-16,1 0-3 0,2 0-13 16,-2 0-7-16,-4 0 11 15,4 0-12-15,0 0 20 16,-1 0-8-16,3 0 2 16,1 0 0-16,1 0-13 15,2 0 5-15,-1 0-1 16,-1 0-5-16,-5 0 2 15,-3 0 9-15,-2 3 0 16,-5 1-3-16,-1-2-9 16,-2 4 0-16,-1 0 1 0,-2 0-1 15,3-2 0-15,5 0 1 16,-1 0-1-16,8-4-1 16,1 4-1-16,5-4 2 15,2 0 0-15,2 0 0 16,4 0 0-16,-2 0 0 15,1 0 0-15,-3 4 0 16,0-4 0-16,-4 0 0 16,1 0 0-16,-4 0 0 15,0 0 0-15,-1 0 1 16,2 0-1-16,-2 0 1 16,2 0 0-16,-2 2 0 15,0 0 0-15,0 0 0 16,0 2-1-16,-4 0 1 15,4-4-1-15,-2 4 1 16,-1-4-1-16,0 0 0 16,-2 0 1-16,5 0-1 0,-4 0-1 15,6 0 1-15,-2 0-6 16,2 0 6-16,0 0 0 16,-1 0 1-16,1 0-1 15,0 0 0-15,-3 0-1 16,1 0 1-16,-1 0 0 15,1 0 1-15,-3 0-1 16,3 0 6-16,-1-4 5 16,0 4-1-16,1-4 0 15,2 0-4-15,0 2 3 16,1-2-8-16,1 0-1 0,2 4 14 16,0-4-5-1,1-1 0-15,-1 2 1 16,-4-1 5-16,0 3 16 15,-3-4-7-15,0 1 3 0,1 1-15 16,-3-2-12-16,1 3 2 16,-4 2-3-16,-3 0 1 15,-5 0-1-15,-11 0-8 16,-10 0-68-16,-19 0-116 16,-14 0-305-16,-20 0-237 0</inkml:trace>
  <inkml:trace contextRef="#ctx0" brushRef="#br0" timeOffset="145536.15">7546 16579 532 0,'0'0'1265'16,"0"0"-1002"-16,0 0-192 15,0 0-49-15,0 0 81 16,0 0 56-16,0 0 3 15,2-8-4-15,15-20-49 16,12-12-84-16,4-14-20 0,6-7-5 16,1-2-21-16,0-4 6 15,-1-5-1 1,2 6-19-16,-7 8 10 0,-5 12 25 16,-12 16 24-16,-8 12 37 15,-6 18-31-15,-3 0-30 16,0 40-16-16,-21 48 1 15,-12 42 15-15,-5 22-1 16,3-17-5-16,4-24-33 16,12-44-235-16,3-22-618 0</inkml:trace>
  <inkml:trace contextRef="#ctx0" brushRef="#br0" timeOffset="150708.06">6205 14516 1255 0,'0'0'552'16,"0"0"-462"-16,0 0-27 15,0 0 143-15,0 0 8 16,0 0-61-16,0 0-37 0,23-12-38 16,-3-2-42-16,3-5-11 15,2 2-12-15,4-7-12 16,3 2-1-16,2-4-1 15,1-1-39-15,-1 0-48 16,-3-2 14-16,-6 0 7 16,-6 0 7-16,-5 0-12 15,-8 2 24-15,-3 3 29 16,-3 4 10-16,0-1 9 16,0 11 12-16,-9 5 0 15,-7 5-3-15,-3 0-9 16,-6 26 1-16,-2 11 46 15,0 14 14-15,5 5-11 16,4 1 14-16,11-6-3 16,5-4-25-16,2-6-20 0,0-10-1 15,18-7 0-15,7-7-4 16,1-6-5-16,8-7-6 16,-1-4-20-16,3 0-80 15,1-15-7-15,2-6-10 16,-1-7 5-16,-5 2 7 15,-6 2 63-15,-8 7 42 16,-7 10 70-16,-8 7 9 16,-4 0-27-16,0 16 49 15,0 7-27-15,-8 3-13 16,-6 1-4-16,5-5-32 16,0-10-16-16,7-4 0 15,2-8-9-15,0 0-6 0,9 0-36 16,16-13-17-1,6-6-63-15,4-6-41 0,3-1 24 16,-3 5 83-16,-3 7 38 16,-8 5 18-16,-5 9 13 15,-11 5 0-15,-8 21 12 16,0 4-20-16,0 16-5 16,0-10-110-16,-4-10-455 0</inkml:trace>
  <inkml:trace contextRef="#ctx0" brushRef="#br0" timeOffset="151120.99">7164 14374 1647 0,'0'0'498'15,"0"0"-388"-15,0 0-98 16,0 0-6-16,0 0 61 16,0 0 19-16,0 0-31 15,0 121-30-15,4-92-13 16,3-10-12-16,2-1 1 16,0-9 8-16,0-4-1 0,0-5-8 15,0 0-1 1,2-5 0-16,3-19-22 0,-1-6-12 15,0-15-10-15,5-1 10 16,0-2 35-16,-1 4 11 16,4 8 79-16,-1 6 57 15,-1 10-20-15,6 8-72 16,6 3-40-16,3 6-15 16,6 3-1-16,0 0-5 15,2 0-31-15,-1 3-135 16,3 12-61-16,-8-3-108 15,-12-4-324-15</inkml:trace>
  <inkml:trace contextRef="#ctx0" brushRef="#br0" timeOffset="151557.97">7467 14377 1237 0,'0'0'715'16,"0"0"-527"-16,0 0-144 15,0 0-22-15,0 0 24 16,0 0 21-16,0 0 4 16,79 43-22-16,-79-9-15 15,0 0 9-15,0 2-9 16,-19-2 14-16,1-5-7 0,5-6-17 15,2-11-7-15,6-1-17 16,3-11 8-16,2 0 5 16,0 0-13-16,4-15-36 15,15-11-107-15,1-8 17 16,5-2-48-16,-4 2 43 16,-3 5 131-16,-2 9 22 15,-7 13 148-15,-5 7-38 16,1 0-107-16,1 5 2 15,1 16 3-15,4 3-7 16,5 2-17-16,2-5-6 16,4 2-17-16,2-9-104 15,13-10-144-15,-8-4-291 16,-4 0-944-16</inkml:trace>
  <inkml:trace contextRef="#ctx0" brushRef="#br0" timeOffset="151904.97">8152 14159 1635 0,'0'0'619'15,"0"0"-450"-15,0 0-127 16,0 0-41-16,0 0 13 16,119 0 15-16,-105 44 0 15,-7 14 2-15,-7 10-25 16,0 7-1-16,-17-3-5 15,-15-2-6-15,-6-6-39 16,-25 12-88-16,10-13-145 16,2-22-357-16</inkml:trace>
  <inkml:trace contextRef="#ctx0" brushRef="#br0" timeOffset="152451.96">5943 13987 1121 0,'0'0'703'15,"0"0"-536"1,0 0-125-16,0 0-41 0,0 0 209 15,-56 116-40-15,35-48-63 16,11 8-16-16,7 0-45 16,3-2-24-16,11-3-7 15,25-5-15-15,15-8 0 16,45-5-116-16,-9-12-200 16,-4-15-584-16</inkml:trace>
  <inkml:trace contextRef="#ctx0" brushRef="#br0" timeOffset="153023.14">8894 13808 1833 0,'0'0'512'0,"0"0"-350"16,0 0-27-16,0 0-62 15,0 0-73-15,0 0-6 16,0 0 6-16,-29 128-2 15,8-43-4-15,-16 35-104 16,3-22-132-16,5-16-316 0</inkml:trace>
  <inkml:trace contextRef="#ctx0" brushRef="#br0" timeOffset="154463.87">5760 14712 48 0,'0'0'1214'16,"0"0"-976"-16,0 0-177 15,0 0-29-15,0 0 78 16,0 0-18-16,0 0-20 16,-2 0-13-16,2 0 35 15,0 0-1-15,0 0-3 16,8 0-37-16,3 0-32 16,3 0-12-16,1 0-8 15,3 0 0-15,5 2-1 16,-1 2 6-16,0-2-6 15,3 4 0-15,2-6 1 16,0 4 2-16,2-4-1 0,0 0-3 16,2 0 1-16,2 2 0 15,3-2 0-15,-1 2 0 16,1 1 0-16,-1-1 1 16,4-1-1-16,-4 1 1 15,1 0 5-15,1 3 15 16,-1-5-2-16,-3 3-10 15,4-1-8-15,-2 1 5 16,1-2-6-16,1 2 0 16,-1-2-1-16,-2-1 1 15,2 4 0-15,-3-4 0 16,0 0 1-16,1 4 7 16,-3-4-8-16,2 0 1 15,0 2-1-15,1 1 1 0,2-2 0 16,-2 2 0-1,-1-2-1-15,0 2 1 0,-4 2 0 16,-2-3 0-16,0 3 0 16,-1-2-1-16,-1 6 1 15,2-4 0-15,2 2-1 16,2-1 1-16,2-2-1 16,3 0 0-16,2-3 1 15,2-1-1-15,-2 0 6 16,-1 0 15-16,0 0 13 15,-4 0-3-15,0 3-14 0,1-1-10 16,-1 2 0-16,3 4-6 16,-1-2 0-16,-2 2-1 15,4-3 0-15,-4 2 0 16,1-3 0-16,-1 2 6 16,0-5-6-16,3 2 1 15,1-2 5-15,4 4-6 16,1-3 0-16,5 3 1 15,0-5-1-15,0 5-2 16,-1-1 1-16,-3-1 1 16,-3 4-1-16,-7-3 0 15,-1-2 1-15,-6 2 0 16,1 0-2-16,-4 0-72 16,2 0-117-16,-8 1-103 0,-6-5-429 15</inkml:trace>
  <inkml:trace contextRef="#ctx0" brushRef="#br0" timeOffset="157672">5972 15378 1493 0,'0'0'518'15,"0"0"-433"-15,0 0-38 16,0 0 129-16,0 0 2 16,0 0-77-16,0 0-73 15,93-53 2-15,-47 26-18 16,8 1-11-16,2-1 5 15,-2 0-6-15,-1 0-9 16,-6 1-46-16,-5 2 4 0,-6-4 6 16,-7 2-5-16,-9 0 17 15,-4-2-14-15,-10 3-5 16,-4-8 24-16,-2 8-9 16,0 2 25-16,-4 5 12 15,-10 6 31-15,-3 7 5 16,-6 5-17-16,-1 5-8 15,-1 25 11-15,-1 5 30 16,1 11 3-16,5 7-12 16,5-1-9-16,5-2-7 15,8-4-3-15,2-7-10 16,0-3-5-16,16-12 2 16,6-7-11-16,7 0-1 15,2-13-13-15,3-4-23 16,4 0 1-16,0-4 2 0,-1-18-15 15,0-4-10-15,-4-2 11 16,-4 2 17-16,-7-2 19 16,-8 10 12-16,-6 10 76 15,-6 4-14-15,-2 4-42 16,0 4-19-16,0 15-1 16,-10 12 37-16,0-1-22 15,-1 2-2-15,5-5-13 16,-1-8 1-16,5-6-1 15,-1-8-1-15,3-4 1 16,0-1-29-16,0 0-27 16,12-6 2-16,8-14-206 0,4-9 42 15,5 0-6 1,0 2 163-16,-2 5 61 16,-7 10 178-16,-5 3 50 0,-5 9-128 15,-8 0-28-15,-2 19 16 16,0 7-5-16,0 6-39 15,0 2-26-15,0 3-12 16,-2-11-6-16,2 0-63 16,0-5-140-16,6-10-161 15,5-4-470-15</inkml:trace>
  <inkml:trace contextRef="#ctx0" brushRef="#br0" timeOffset="157991.47">7054 15232 1551 0,'0'0'60'16,"0"0"-19"-1,0 0-41-15,0 0 168 0,0 0 50 16,0 0-67-16,-21 105-62 16,21-85-50-16,0-7-26 15,0 0 2-15,6-10-5 16,5-1-8-16,3-2 17 15,-1 0-15-15,5-14-4 0,-3-12-31 16,4-2-28 0,-2-13-28-16,3 2 28 0,3-1 40 15,-1 3 19-15,4 1 88 16,1 10 74-16,0 4-65 16,4 9-72-16,2 8-24 15,3 5-1-15,13 0-106 16,-9 12-163-16,-3 2-487 0</inkml:trace>
  <inkml:trace contextRef="#ctx0" brushRef="#br0" timeOffset="158540.72">7418 15267 1046 0,'0'0'492'0,"0"0"-330"15,0 0-114-15,0 0-35 16,0 0 19-16,0 0 33 16,0 0 1-16,103-27-12 0,-92 27 9 15,-5 14 7-15,-4 8 25 16,-2 6 10-16,0 2-6 16,-15 5-26-16,-3-4-24 15,1-2-17-15,1-4-8 16,7-11-16-16,5-2-2 15,2-10-6-15,2-2 6 16,0 0-2-16,6-2-4 16,11-20-116-16,6-6-53 15,-1-2-42-15,1-1 54 16,-6 4 69-16,-3 5 88 16,-7 7 103-16,-3 12 152 0,-4 3-107 15,0 0-114 1,0 10-13-16,4 10 36 0,6 5-25 15,7 1-12-15,12-3-6 16,13-3-14-16,34-2-67 16,-7-4-153-16,-6-10-332 15</inkml:trace>
  <inkml:trace contextRef="#ctx0" brushRef="#br0" timeOffset="160487.51">13095 3964 970 0,'0'0'308'0,"0"0"-199"16,0 0-83-16,0 0-13 0,0 0 57 16,0 0 7-16,0 0-20 15,0 10 21-15,0 6 20 16,0 7-26-16,0 2 0 16,0 5-30-16,0 1-3 15,0 1-5-15,0 1-10 16,0 2-8-16,0 1-15 15,0 0 8-15,0 0-3 16,-2-1 9-16,2 2-5 16,0 1 12-16,-2 1-5 15,2-2-7-15,-2-1-9 16,0 1 5-16,0 1-6 16,-3-2 1-16,3 2 0 15,-2-2 0-15,0 0-1 16,0-2 6-16,0 1-6 0,2-5 0 15,0 0 7-15,0 0-7 16,-1 0 0-16,1 2 1 16,-2 2 0-16,0 2 0 15,1-2-1-15,0 2 1 16,3 0 0-16,0 2-1 16,0 1 1-16,0 3-1 15,0-1 0-15,-4 8 0 16,0-1 1-16,-3 6 5 15,-1 2-4-15,0 4 8 0,4 0 9 16,0 5 11 0,1-1-3-16,3 1 2 0,0 4 19 15,0 1-16-15,0 2-18 16,0 2-4-16,0-3-4 16,3-1-6-16,-1-3-14 15,-2 7-71-15,0-15-222 16,0-13-726-16</inkml:trace>
  <inkml:trace contextRef="#ctx0" brushRef="#br0" timeOffset="162097.41">14698 4243 591 0,'0'0'111'0,"0"0"-80"16,0 0 29-16,0 0 197 16,0 0-47-16,0 0 19 15,0 0-36-15,-10-12-46 16,7 10-8-16,1-1 31 0,0 0-7 16,0 1-37-16,2-1 21 15,-3 2-9-15,3 1-30 16,-2 0-22-16,2 0-32 15,0 0-18-15,0 0-7 16,9 0-11-16,13 0-17 16,9 0 13-16,10 4-13 15,3 4 0-15,1 1-1 16,-3 2-16-16,-4 1-60 16,-9 4-178-16,-13 3-66 15,-12 1-183-15,-4-6-189 0</inkml:trace>
  <inkml:trace contextRef="#ctx0" brushRef="#br0" timeOffset="162234.31">14700 4393 1382 0,'0'0'654'0,"0"0"-483"16,0 0-121-16,0 0-13 16,133-2 0-16,-81 0-37 15,23 2-5-15,-17 0-191 16,-8 4-557-16</inkml:trace>
  <inkml:trace contextRef="#ctx0" brushRef="#br0" timeOffset="162871.87">15416 4624 1497 0,'0'0'306'15,"0"0"-235"-15,0 0-56 16,0 0-5-16,0 0 2 16,0 0 38-16,140-110-13 15,-105 67-37-15,-2-3-3 16,-4-8-41-16,2-10 19 15,-2-8 18-15,2-14 7 16,-2-6 10-16,0-5 22 0,-3 5 53 16,-3 13 121-1,-5 15-57-15,-5 16-80 0,-3 14-30 16,-4 12 20-16,-4 8 7 16,-2 11-9-16,0 3-26 15,0 0-31 1,-2 13-15-16,-14 23 15 0,-7 17 21 15,2 15 25-15,-2 12-13 16,7 4-5-16,8-2-16 16,8-6-1-16,0-9-10 15,4-13 8-15,16-10-1 16,3-9-7-16,2-10-1 16,-2-9-5-16,0-8-32 15,-1-8-7-15,1 0-15 16,-1-10-31-16,-2-18-18 0,-2-8-59 15,-1-2-3-15,-3 0 72 16,-5 7 98-16,-5 13 112 16,-2 9 56-16,-2 9-74 15,0 0-63-15,0 17-31 16,0 14 74-16,0 5-4 16,-6 6-41-16,0-2-16 15,3-1-13-15,3-10-44 16,0-2-99-16,3-12-119 15,5-8-480-15</inkml:trace>
  <inkml:trace contextRef="#ctx0" brushRef="#br0" timeOffset="163345.51">16272 4271 1109 0,'0'0'583'0,"0"0"-306"16,0 0-53-16,-35 127-59 16,33-102-63-16,2-2-46 15,0-10-33-15,0-2-6 16,0-6-3-16,0-5 2 16,0 0-15-16,6 0 4 15,10-17-5-15,4-11-85 16,4-7-13-16,5-1-33 15,5 2 33-15,-3 8 64 0,-4 8 34 16,-5 10 92 0,-7 8 40-16,-5 0-71 0,-6 18-12 15,-4 8-5-15,0 2-1 16,0 1 1-16,0-8-22 16,-4-4-15-16,1-8-6 15,3-7 5-15,0-2 2 16,0 0-8-16,18-18-25 15,11-10-164-15,9-7 11 16,9 0-31-16,4-1 127 16,-4 6 82-16,-5 7 21 0,-13 10 202 15,-7 11-47-15,-11 2-118 16,-8 12-58-16,-3 20-4 16,-7 30-13-16,-10-8-104 15,3-5-545-15</inkml:trace>
  <inkml:trace contextRef="#ctx0" brushRef="#br0" timeOffset="165625.81">15342 4109 575 0,'0'0'838'16,"0"0"-614"-16,0 0-117 15,0 0 4-15,0 0 46 16,0 0 28-16,0 0-51 15,-66-109-28-15,66 89-34 16,0-2-23-16,0 5-19 16,9-3-1-16,4 3-28 15,2 5 9-15,1 2-9 16,-5 3 0-16,1 4-1 16,-6 1 0-16,1 2 0 15,-3 0 0-15,1 0-14 16,2 0 4-16,-1 16-4 0,1 7 4 15,-1 3-5-15,-1 6 13 16,-5 3 2-16,0 1 0 16,0-3 0-16,0-1 9 15,-13-4 3-15,-2-2 0 16,-6-3 3-16,3-3-2 16,1 1 6-16,1-4-1 15,1-2-9-15,-1 2 3 16,0-3-3-16,0 1-9 15,3-1 1-15,-1 1 0 16,4-4 0-16,1 1-1 16,2-2 0-16,0 0 0 15,3 2 1-15,0 0 0 16,1 0 1-16,1 1-1 16,2-3 0-16,-2-1 0 0,0 0-1 15,-1-4 1-15,3 0-1 16,0-4 0-16,0-1-1 15,0 2 1-15,0-2 7 16,0 0-6-16,0 0-1 16,0 0 6-16,0 0 9 15,0 0-5-15,3 0 10 16,10 0 3-16,9 0 19 16,7 0-3-16,7 0-38 15,4 0 6-15,1 0-7 0,0 2-7 16,11 10-135-1,-14 1-214-15,-7-5-678 0</inkml:trace>
  <inkml:trace contextRef="#ctx0" brushRef="#br0" timeOffset="166437.78">15784 4795 1370 0,'0'0'359'0,"0"0"-191"16,0 0-44-16,0 0-3 15,0 0 21-15,0 0-41 16,0 0-27-16,15-34-22 0,-7 34-33 16,-4 14-4-1,-2 9 18-15,-2 7 0 0,0 7-8 16,0 2 8 0,-4 4 2-16,-8-5-2 0,3-3 2 15,3-9-19-15,2-9-10 16,2-7-5-16,2-5 1 15,0-4 7-15,0-1 16 16,0 0-7-16,0-6-6 16,8-18-12-16,10-10-112 15,0-5 51-15,2 2 1 16,-7 2 17-16,-1 12 43 16,-8 9 9-16,-4 10 27 15,0 4-36-15,0 2-12 16,0 15 12-16,-4 10 24 15,-2 1 12-15,6 2-13 16,0 0-12-16,4-7 7 0,15 0-18 16,8-7-55-16,2-6-76 15,11-10-120-15,-9 0-298 16,-4 0-475-16</inkml:trace>
  <inkml:trace contextRef="#ctx0" brushRef="#br0" timeOffset="166605.91">16042 4896 1716 0,'0'0'487'16,"0"0"-403"-16,0 0 22 15,0 0 15-15,0 0-85 16,0 0-26-16,114-4-10 16,-76 4-35-16,-2 7-75 0,2-2-155 15,-9 0-66-15,-9-5-266 16</inkml:trace>
  <inkml:trace contextRef="#ctx0" brushRef="#br0" timeOffset="166796.81">16341 4821 1382 0,'0'0'343'0,"0"0"-204"16,0 0-29-16,0 0-7 15,0 0 27-15,0 0-12 16,0 0-36-16,58 109-32 15,-58-68-30-15,-15 1-11 16,-5-2-9-16,-1-6-1 0,4-6-49 16,-1-5-85-16,7-11-183 15,5-7-380-15</inkml:trace>
  <inkml:trace contextRef="#ctx0" brushRef="#br0" timeOffset="167189.01">16571 5011 1540 0,'0'0'496'0,"0"0"-359"15,0 0 12-15,0 0-14 16,0 0-50-16,0 0-53 16,0 0-32-16,69 4-16 15,-51-2-112-15,-3 1-126 0,-3-3-95 16,-5 0-331-16</inkml:trace>
  <inkml:trace contextRef="#ctx0" brushRef="#br0" timeOffset="167428.84">16689 4853 1007 0,'0'0'624'0,"0"0"-498"16,0 0 10-16,0 0-20 15,-47 118 18-15,39-78-13 0,1-2-41 16,3 2-40-1,2-4-24-15,2-6-7 0,0-1-9 16,0-10-15-16,2-5-63 16,9-6-83-16,9-8-42 15,-1 0-91-15,0-8-271 0</inkml:trace>
  <inkml:trace contextRef="#ctx0" brushRef="#br0" timeOffset="168152.76">16881 4993 901 0,'0'0'749'16,"0"0"-579"-16,0 0-123 0,0 0-39 16,0 0 11-16,0 0 37 15,0 0-9-15,8-5 33 16,-5 20-24-16,-3 2-16 16,3 0-6-16,-3-3-9 15,2-2-1-15,2-2-9 16,1-2-3-16,1-2 2 15,-2-1-8-15,1-5 2 16,-5 0 3-16,0 3-9 16,0-3 2-16,0 0-3 15,0 0-1-15,3 0 0 16,1 0 0-16,0 0 1 16,1 2-1-16,-3-2 0 0,0 0 0 15,0 2 0 1,0-2-1-16,0 2 1 0,1 1 0 15,-3-3 0-15,2 3-2 16,-2-3 1-16,0 2 1 16,0 2 6-16,0-2 6 15,0 0 12-15,3 0-8 16,-3 0 11-16,2 1-21 16,0-2 6-16,-2 1-2 15,0-2-9-15,2 2 1 16,-2-2 8-16,3 0-1 15,-1 0 4-15,4 0 17 16,1 0 6-16,7-4-16 16,1-10-20-16,5-5-1 15,0-2-39-15,0-1-3 0,2-4 9 16,3 2 19 0,0 1-16-16,-1 8-12 0,-4 4 25 15,0 8 7-15,-5 3 10 16,-1 0-12-16,-5 6 13 15,-3 10 23-15,-1 3 5 16,-5 0 18-16,0-1 1 16,0 0-3-16,0-4-15 15,-5-4-8-15,-5-2 3 16,-4-5 12-16,-3-3 10 16,-8 0 3-16,-4 0-19 15,-2-12-5-15,-3-8-10 0,3-1-13 16,2-1 9-16,7 2-11 15,4 2-38-15,4 6-88 16,8 6-126-16,2 1-569 0</inkml:trace>
  <inkml:trace contextRef="#ctx0" brushRef="#br0" timeOffset="171296.23">17806 4432 335 0,'0'0'62'0,"0"0"-31"16,0 0-31-16,0 0 236 15,0 0 37-15,0 0-52 16,0 0-42-16,-11-51-103 16,4 45 0-16,3-2-54 15,-3 0-22-15,2 0 0 16,3-1-26-16,0 4-5 15,0-1-12-15,2 3 5 0,-3-2 2 16,3 3 18 0,-2 0 12-16,2 0-1 0,0 2 6 15,0-1 1-15,0 1 13 16,0 0 83-16,-2 0 68 16,0 0-1-16,0 0-15 15,2-3 1-15,0 3-10 16,0 0-20-16,0-2-13 15,0 2-38-15,0 0-36 16,0 0-11-16,0 0 15 16,0 0 18-16,0 0-14 0,0 0-21 15,0 0-4 1,0 0 4-16,0 0 14 0,0 0-1 16,0 0-1-16,0 0 3 15,0 0-14-15,0 0-5 16,0 0-5-16,11 0-8 15,9 0-1-15,5 0 0 16,4 0-1-16,4 0 1 16,3 0-1-16,3 0 2 15,2 0 0-15,3 0-2 16,4 0 2-16,-2 0 4 16,3 0-6-16,0 0 0 15,-2 2-1-15,-3 2-1 16,-1 0 2-16,-5 0-1 15,-3 1 1-15,1-2-1 16,0 1 0-16,0 1 1 0,-1 0 0 16,3-1 0-16,2 0 0 15,0 0 0-15,2-2 0 16,-1 0 1-16,-1-2-1 16,0 0 1-16,-3 2 0 15,0-2-1-15,1 0 0 16,1 2 0-16,1-1 0 15,3 5 1-15,1-5-1 16,-1 1 1-16,1-2-1 16,-1 0 0-16,-1 2 0 15,2-2 1-15,1 2-4 16,2 0 4-16,2 1-1 16,1-1 5-16,2-1-4 15,0 1-1-15,-1 0 0 0,-2-2 0 16,-6 2 1-16,-8-2-1 15,-6 3 0-15,-10-3-1 16,-9 2 0-16,-5-2-43 16,-5 0-91-16,-2 0-122 15,-15 0-498-15</inkml:trace>
  <inkml:trace contextRef="#ctx0" brushRef="#br0" timeOffset="173299.47">17811 4052 1500 0,'0'0'777'0,"0"0"-603"0,0 0-117 15,0 0-23-15,0 0 64 16,0 0-28-16,0 0-35 16,116-110-4-16,-72 64-16 15,5-2-15-15,-2-4-3 16,2-1-13-16,-5-2-22 16,-1-6-21-16,-5 1 23 15,-7-2 6-15,-8 6 18 16,-8 5 12-16,-9 12 17 15,-4 11 27-15,-2 7-18 16,0 13-26-16,0 4-9 16,-13 4-16-16,-9 7-5 15,-7 22 12-15,-7 19 18 16,-4 17 20-16,1 13 17 16,0 9-7-16,8 0 16 0,8-4-22 15,10-11-3-15,11-14-5 16,2-12-7-16,9-14-7 15,18-9 8-15,6-11-10 16,6-9-7-16,0-3-17 16,3 0-55-16,3-22-35 15,-5-5-16-15,0-10-9 16,-3-1-19-16,-9 0 49 16,-6 9 109-16,-8 9 3 15,-7 15 126-15,-7 5-38 16,0 16-77-16,-11 19 38 15,-7 6 28-15,-3 3-23 0,4-4 5 16,3-10-23 0,8-7-27-16,3-12 3 0,3-11-15 15,0 0-28-15,21-11 19 16,10-20-74-16,4-9-163 16,10-9-151-16,4 0-210 15,-3 2-6-15,2 11 613 16,-13 17 200-16,-8 15 364 15,-14 4-352-15,-8 27-88 16,-5 14-58-16,0 11-27 16,-14 3-24-16,1 6-15 0,4-15-166 15,6-11-426-15</inkml:trace>
  <inkml:trace contextRef="#ctx0" brushRef="#br0" timeOffset="175109.99">18951 3747 136 0,'0'0'1433'0,"0"0"-1081"15,0 0-157-15,0 0-45 16,0 0-61-16,0 0-3 16,0 0 14-16,0-59-13 15,0 59-27-15,0 0-24 16,0 0-12-16,0 0-18 16,0 11-6-16,0 14 0 15,0 7 19-15,0 1-4 0,0 2-8 16,0-8-5-1,0-4 8-15,0-9-1 0,0-6-3 16,0-4 8-16,0-2-2 16,0-2-2-16,3 0 5 15,4 0-4-15,4 0-11 16,4-10 0-16,3-16-18 16,5-10-41-16,-1-12-66 15,2-7-18-15,-1-1 52 16,-1 3 38-16,-1 8 32 15,-4 6 21-15,-3 12 31 16,-3 8 75-16,-3 4 49 16,-1 5-14-16,2 0-32 0,6 2-22 15,8 0-60 1,10-2-15-16,12 4-12 0,6 2 0 16,5 1-44-16,0 3-50 15,10 3-148-15,-16 10-70 16,-10-2-426-16</inkml:trace>
  <inkml:trace contextRef="#ctx0" brushRef="#br0" timeOffset="175550.96">19269 3693 1508 0,'0'0'615'0,"0"0"-469"16,0 0-85-16,0 0-36 16,0 0-10-16,0 0 15 15,0 0 7-15,48 28-15 16,-46 3 11-16,-2 9 1 16,0 6 3-16,-6 0 42 15,-9-2-26-15,1-5-15 16,1-10-14-16,6-7-15 15,2-10-8-15,5-8 13 16,0-4-5-16,0 0-9 16,18-11-23-16,5-16-100 15,4-9 6-15,-1-6-48 0,-4-2-11 16,-6 4 46 0,-5 11 130-16,-7 13 64 0,-2 12 86 15,-2 4-92-15,0 4-46 16,0 17 49-16,6 0-1 15,7 8-2-15,7-3-12 16,9 0-20-16,7-3-26 16,1-3-58-16,19-8-107 15,-14-7-139-15,-4-5-381 0</inkml:trace>
  <inkml:trace contextRef="#ctx0" brushRef="#br0" timeOffset="175771.77">20056 3442 1824 0,'0'0'247'16,"0"0"-187"-16,0 138-24 16,-5-65-10-16,-11 9 29 15,-4 0-6-15,-4 3-24 16,-7-7-10-16,-10-6-15 15,-5-10-34-15,-31-5-136 16,13-19-132-16,6-14-666 0</inkml:trace>
  <inkml:trace contextRef="#ctx0" brushRef="#br0" timeOffset="176322.03">17946 3374 1704 0,'0'0'524'15,"0"0"-457"-15,0 0-57 0,0 0-8 16,-131 40 52-16,91 8 41 15,4 10 6-15,5 14-26 16,9 12-35-16,12 4-26 16,10-1-14-16,8 0-5 15,27-11-47-15,52-7-106 16,-9-23-207-16,5-18-1125 0</inkml:trace>
  <inkml:trace contextRef="#ctx0" brushRef="#br0" timeOffset="176918.74">20563 3229 1642 0,'0'0'523'0,"0"0"-378"16,0 0 0-16,0 0-18 15,0 0 10-15,0 0-40 16,0 0-33-16,0-70-42 15,-11 82-22-15,-11 29-34 16,-7 17 28-16,-11 32 5 16,-6 35-112-16,5-18-132 15,10-19-397-15</inkml:trace>
  <inkml:trace contextRef="#ctx0" brushRef="#br0" timeOffset="178898.84">18060 5363 1280 0,'0'0'694'0,"0"0"-474"16,0 0-109-16,0 0 11 15,0 0 80-15,0 0-101 16,0 0-60-16,104-139-13 16,-58 81-19-16,-2-4-9 15,-1-1-23-15,-4-2 3 16,-3 0 9-16,-7 3 11 16,-6 1 0-16,-8 9 12 15,-4 12 5-15,-6 10 27 0,-3 12-23 16,-2 10 3-1,0 8-23-15,0 0-1 0,-21 12-24 16,-8 22 9-16,-6 14 12 16,2 14 3-16,1 7 27 15,8 1-7-15,13-6-4 16,9-8-15-16,2-10 8 16,11-8 4-16,15-11-4 15,8-11 2-15,7-9-11 16,1-7-5-16,2 0-17 15,-1-16-39-15,-4-12-18 16,-3-6-60-16,-5-4 33 16,-4 4 17-16,-9 3 76 15,-7 11 13-15,-7 11 107 16,-4 9-67-16,0 6-34 16,0 22-6-16,-13 10 79 0,-3 3-39 15,3 3-4-15,3-10-11 16,2-8-13-16,4-11-10 15,4-5 12-15,0-7-6 16,0-3-8-16,6 0-8 16,13-15-29-16,5-10-67 15,7-6-21-15,1-3-10 16,1 2 24-16,-2 8 91 16,-4 7 20-16,-10 17 92 15,-3 0-46-15,-10 11-22 16,-4 19-12-16,0 7-5 15,0 5-7-15,-10 0-35 0,2-1-128 16,6-11-425 0,2-9-635-16</inkml:trace>
  <inkml:trace contextRef="#ctx0" brushRef="#br0" timeOffset="179292.72">19068 5078 1385 0,'0'0'266'16,"0"0"-192"-16,0 0-5 15,-61 111 83-15,53-76 51 0,3-3-42 16,5-4-58 0,0-5-42-16,9-5-34 0,7-6-11 15,1-5 4-15,2-7-20 16,0 0-1-16,1-8-23 15,1-18-62-15,-4-9-37 16,1-7-66-16,-3-7-17 16,2-8-11-16,-2 1 153 15,-1 5 64-15,-2 6 196 16,2 11 25-16,-5 7 59 16,2 12-83-16,1 5-24 15,3 3-98-15,5 6-55 16,9-1-18-16,4 2 4 15,7 0-6-15,5 0-1 16,-1 0-24-16,2 3-128 0,6 6-64 16,-11-4-271-1,-12-2-568-15</inkml:trace>
  <inkml:trace contextRef="#ctx0" brushRef="#br0" timeOffset="179726.12">19416 5139 1182 0,'0'0'539'16,"0"0"-355"-16,0 0-60 16,0 0-71-16,0 0-22 0,0 0 25 15,0 0 21 1,17 81-10-16,-17-42 2 0,0 7 7 15,-15 3-21-15,-1-3-6 16,1-5-16-16,1-10-14 16,5-9-12-16,3-8-1 15,4-9-5-15,2-5 22 16,0 0 4-16,2-14-27 16,13-18-128-16,3-11-58 15,7-11-65-15,-1-2-45 16,-2 1 4-16,1 13 292 15,-10 14 187-15,-2 16 158 16,-6 12-142-16,-3 0-151 16,-2 22-3-16,2 7 10 15,4 2 20-15,3 1 25 16,7 2-55-16,11-1-28 16,11-5-21-16,11-5-18 0,29-6-114 15,-9-9-185-15,-8-8-445 0</inkml:trace>
  <inkml:trace contextRef="#ctx0" brushRef="#br0" timeOffset="180601.86">20403 4303 1631 0,'0'0'615'0,"0"0"-399"15,0 0-21-15,0 0-28 16,0 0-34-16,0 0-58 16,0 0-41-16,51-4-19 15,-13 4-14-15,7 6-1 16,4 0-1-16,0 0 0 16,-5 2-54-16,6 4-148 15,-15 0-132-15,-12-4-251 0</inkml:trace>
  <inkml:trace contextRef="#ctx0" brushRef="#br0" timeOffset="180747.77">20351 4516 1986 0,'0'0'517'0,"0"0"-517"16,0 0 1-16,0 0 48 15,0 0 3-15,139 22-52 16,-56-22-52-16,-14 0-145 15,-7 0-541-15</inkml:trace>
  <inkml:trace contextRef="#ctx0" brushRef="#br0" timeOffset="183320.99">21792 4323 1255 0,'0'0'402'0,"0"0"-219"16,0 0-84-16,0 0 23 16,0 0 65-16,0 0 13 15,0 0-50-15,-38-78-35 16,38 62-48-16,0 0-24 15,13 2-26-15,8 0-7 0,5 4-10 16,0 6-6 0,1 4 6-16,-4 0-12 0,-9 21-11 15,-12 10 10-15,-2 9-1 16,-25 6 14-16,-20 2 2 16,-10 2-1-16,-5-4 7 15,0-7-7-15,10-11 0 16,15-6 11-16,14-9-2 15,11-8-8-15,7-1-2 16,3-2 7-16,7-2 7 16,22 0 2-16,13 0-2 15,12 0-14-15,6 0-74 16,27 0-106-16,-18-2-141 16,-9-7-377-16</inkml:trace>
  <inkml:trace contextRef="#ctx0" brushRef="#br0" timeOffset="183918.09">22226 4671 1106 0,'0'0'976'0,"0"0"-727"16,0 0-173-16,0 0-3 15,0 0 69-15,0 0-24 16,0 0-80-16,125-101-36 0,-76 56-2 16,1-2-18-16,-2-6-30 15,-3-5-16-15,-5-6 27 16,-2-6 4-16,-3-24 20 16,-6 5 13-16,-6-5 0 15,-5 6 18-15,-9 25-2 16,-3 5 24-16,-4 23 26 15,-2 19-17-15,0 16-44 16,-13 7-5-16,-16 36 0 16,-10 35 0-16,-2 7 29 15,5 8 1-15,7 5 9 16,16-18-6-16,2 3-14 16,11-13-10-16,0-12 0 15,9-10 0-15,13-13-8 0,5-13 4 16,4-11-5-16,2-9-30 15,6-2-27-15,-4-10-46 16,3-19-34-16,-3-7 18 16,-3-5-16-16,-6 2 52 15,-5 8 83-15,-8 9 118 16,-9 10 90-16,-4 12-95 16,0 0-113-16,0 10 6 15,-9 19-6-15,-3 4 40 16,-5 4-16-16,2 0-15 15,6-2-9-15,2-9 0 16,7-6-79-16,0-8-63 16,0-12-119-16,19 0-48 0,-4-7-414 0</inkml:trace>
  <inkml:trace contextRef="#ctx0" brushRef="#br0" timeOffset="184361.69">23084 4233 1654 0,'0'0'561'0,"0"0"-526"16,0 0-33-16,-21 114 4 16,2-70 66-16,4-1 34 15,-1-10 17-15,5-4-11 16,2-9-62-16,4-7-29 16,3-4-9-16,2-8 2 15,0-1 17-15,0 0-3 16,16-11-28-16,11-18-30 0,4-3-110 15,3-3 40-15,-1 3 41 16,-4 6 59-16,-6 7 4 16,-13 11 108-16,-3 8-32 15,-5 0-57-15,-2 10 4 16,0 8 7-16,0 5 2 16,0-5-14-16,0-4-16 15,-2-7-5-15,2-5 11 16,0-2 11-16,20-2-23 15,18-15-11-15,14-12-101 16,10-3 0-16,7-2 27 0,2-2 51 16,-6 6 27-1,-10 4 7-15,-10 8 110 0,-18 10 20 16,-12 8-80 0,-10 0-50-16,-5 24-66 0,-7 15 6 15,-31 28-7-15,3-6-137 16,4-10-616-16</inkml:trace>
  <inkml:trace contextRef="#ctx0" brushRef="#br0" timeOffset="185563.61">22184 5051 1230 0,'0'0'548'16,"0"0"-373"-16,0 0-58 16,0 0-11-16,0 0 43 15,0 0-5-15,0 0-46 16,69-66-30-16,-46 56-38 15,-1 2-12-15,0 8-10 0,-6 0-8 16,-3 4-7 0,-7 24 7-16,-6 7 15 0,0 12 10 15,-2 5-4-15,-19 2 2 16,-2-1-4-16,-2-7-3 16,5-8-8-16,5-11-7 15,4-6 0-15,6-10 0 16,3-6-1-16,2-5 9 15,0 0 1-15,2-6-10 16,16-22-40-16,4-14-145 16,3-9 47-16,1-4-25 15,-1-1-29-15,-5 7 92 16,-5 15 100-16,-7 13 81 16,-6 16 56-16,-2 5-91 15,0 2-35-15,0 18 86 0,0 9-2 16,-2 0-27-16,2 3-4 15,0-1-31-15,8-6-11 16,13-1-4-16,8-5-18 16,4-5-13-16,3-6-93 15,8-8-87-15,-11 0-139 16,-6 0-323-16</inkml:trace>
  <inkml:trace contextRef="#ctx0" brushRef="#br0" timeOffset="185731.97">22594 5107 970 0,'0'0'1004'0,"0"0"-726"0,0 0-198 16,0 0 4-1,0 0 31-15,0 0-42 0,147 0-35 16,-100 0-27-16,2 0-11 16,2-3-66-16,8 3-79 15,-13-5-229-15,-10 1-335 0</inkml:trace>
  <inkml:trace contextRef="#ctx0" brushRef="#br0" timeOffset="185921.01">23060 4976 1579 0,'0'0'393'16,"0"0"-282"-16,0 0-60 0,0 0 17 15,0 0 5-15,0 0-13 16,0 0-11-16,53 125-22 15,-59-93-8-15,-21 2-12 16,-6-3-7-16,-3-4-70 16,3 0-84-16,8-9-99 15,12-9-364-15</inkml:trace>
  <inkml:trace contextRef="#ctx0" brushRef="#br0" timeOffset="186183.42">23287 5187 1936 0,'0'0'500'0,"0"0"-440"15,0 0-47-15,0 0-13 16,0 0-5-16,119 0 5 16,-88 0-18-16,-4 0-80 15,-5 0-131-15,-7 0-69 16,-6 0-226-16</inkml:trace>
  <inkml:trace contextRef="#ctx0" brushRef="#br0" timeOffset="186435.45">23503 5049 1362 0,'0'0'333'0,"0"0"-241"16,0 0-2-16,0 0 14 16,0 0 18-16,-100 114-3 15,82-78-31-15,5 3-41 16,2-2-26-16,6 0-8 15,5-3-13-15,0-8-10 16,0-6-20-16,2-6-35 16,10-8-89-16,1-6 14 15,14 0-45-15,-2-20-160 16,-1-2-580-16</inkml:trace>
  <inkml:trace contextRef="#ctx0" brushRef="#br0" timeOffset="186844.86">23673 5121 134 0,'0'0'1110'16,"0"0"-953"-16,0 0-151 16,0 0 104-16,0 0 97 15,0 0-14-15,-40 107-7 16,29-78-24-16,4 3-79 16,3-4-25-16,4-3-33 15,0-7-4-15,0-3-9 0,0-4 15 16,6-2-1-16,3-6-6 15,1-3-8-15,3 0 7 16,3 0-19-16,3-16-5 16,6-8-39-16,8-6-17 15,5-5-6-15,7 1-17 16,-1 3-9-16,3 6 42 16,-7 9 51-16,-4 11 34 15,-5 5-3-15,-4 0 11 16,-3 14 17-16,-1 3 21 15,-6 1-27-15,-5-2-23 16,-6-4-2-16,-6-4-4 16,0-4-2-16,-4-1 16 0,-21-3 14 15,-10 0-12 1,-10 0-37-16,-4-13-3 0,-4-5-122 16,-18-12-104-16,13 2-262 15,8 5-1290-15</inkml:trace>
  <inkml:trace contextRef="#ctx0" brushRef="#br0" timeOffset="205097.73">24475 4596 758 0,'0'0'113'0,"0"0"-88"15,0 0-25-15,0 0-2 16,0 0 2-16,0 0 281 15,14 2 60-15,-12-2-190 16,1 0-52-16,-1 0 12 16,0 0-62-16,-2 0-35 15,2 0-13-15,0 0-1 16,3-5-15-16,-3 2-30 16,0 0 7-16,1-4-68 15,1 1-240-15,-2-2-467 0</inkml:trace>
  <inkml:trace contextRef="#ctx0" brushRef="#br0" timeOffset="206282.6">24549 4437 855 0,'0'0'65'0,"0"0"204"15,0 0 123-15,0 0-267 16,0 0-91-16,0 0 48 15,0 0 36-15,-29 9-1 16,29-9-5-16,0 0 2 16,0 0-33-16,0 2 5 15,0-2 21-15,0 0-38 16,0 0-36-16,0 0-18 16,0 0-5-16,0 0 11 15,0 0-15-15,0 1 6 16,0-1 4-16,0 0 8 15,0 0 16-15,0 0-10 16,0 0-18-16,0 0 2 16,0 2-14-16,0-2 1 0,0 2 5 15,3 1-6-15,3-1 0 16,5 1 12-16,5 2 0 16,-1-1 21-16,3 0-14 15,1-3-1-15,0 4-4 16,-1-4-14-16,-1 1 6 15,4 3-5-15,-3-1-1 16,1-3 0-16,4 3 0 16,2-2 0-16,2 3 0 15,-1-3 0-15,4-1 1 16,-1 3-1-16,0-1 1 0,-6 0 4 16,4 1-5-1,-2 0 0-15,0 0 0 0,-1 1 0 16,0-3-1-1,1 1 1-15,-1 0 0 0,1-2 0 16,-2 2 2-16,-4-1-2 16,1-2 0-16,-4 2 1 15,0 0-2-15,2 1 1 16,-1-3 0-16,1 0 1 16,4 2-1-16,1 1 0 15,-1-1 0-15,3-2 1 16,0 0-1-16,-4 2 0 0,4-2 0 15,-1 0-1-15,1 2 2 16,2-2-1-16,2 0 0 16,-1 1 0-16,1-1 0 15,-2 0-1-15,0 3 1 16,2-3 0-16,0 0 1 16,0 0-2-16,0 0 0 15,2 0 0-15,2 0 0 16,-1 2-6-16,-1-2 7 15,0 0 0-15,0 2 1 16,0-1-1-16,-2 2 0 16,3-1 0-16,-3 0 1 15,-3-2-1-15,4 2 0 16,-6-2 1-16,1 2-1 16,0-2 0-16,-4 0 1 0,2 0 0 15,1 0-1-15,1 1 0 16,1-1 0-16,5 0 4 15,4 0-2-15,0 3-2 16,3-3 0-16,2 2 0 16,-2-2 1-16,0 1-1 15,-1-1 6-15,3 3-2 16,1-1 2-16,-3 1 14 16,-3 0 5-16,-1 1 24 15,-8 1-16-15,-5-5-12 16,-6 0-10-16,-5 3-11 15,-6-3-2-15,-4 0-13 16,0 0-34-16,-25 4-92 0,-6-2-432 16,-9 0-315-16</inkml:trace>
  <inkml:trace contextRef="#ctx0" brushRef="#br0" timeOffset="207574">24527 5402 842 0,'0'0'113'15,"0"0"173"-15,0 0 433 16,0 0-552-16,0 0-93 16,0 0 53-16,156-39-53 15,-105 13-28-15,5-4-4 16,5-6-28-16,1-2-13 15,-2-4 7-15,-2-2-8 16,-7-4-1-16,-4-2-8 0,-7-2 8 16,-9 0 1-16,-8 3 0 15,-8 8 47 1,-8 9 63-16,-5 7-33 0,-2 9-2 16,0 6-36-16,-4 4-29 15,-14 6-10-15,-3 0-8 16,-8 9-8-16,-2 25 15 15,0 7-4-15,0 13 5 16,6 4 0-16,8 3 1 16,8-1 14-16,7-5-14 15,2-6 11-15,4-7-2 16,18-5-9-16,9-10 10 16,3-8-11-16,6-14-1 15,0-5-5-15,-2 0-28 16,0-17-38-16,-2-9-20 0,-5-6-7 15,-4-2 47 1,-8 3 24-16,-3 7 28 0,-7 9 50 16,-5 6 26-16,-4 9-27 15,0 2-49-15,0 24 11 16,0 6 11-16,-6 7 15 16,-1-1-10-16,1-4-8 15,4-9-17-15,0-4 8 16,2-11-9-16,0-3 5 15,0-7-6-15,0 0 0 16,10-5 0-16,9-16-11 16,6-9-53-16,7-7-39 15,6-2 9-15,-2 2 56 16,-1 5 25-16,-4 8 13 16,-6 10 21-16,-10 14 13 15,-1 0-3-15,-7 9-2 16,-5 20 9-16,-2 5-2 0,0 8 7 15,0 2-5-15,-5-1-16 16,-1 0-4-16,4-7-18 16,0-4 9-16,2-10-9 15,0-6-12-15,0-8-115 16,0-8-93-16,0-6-145 16,6-12-367-16</inkml:trace>
  <inkml:trace contextRef="#ctx0" brushRef="#br0" timeOffset="207927.75">25833 5133 1657 0,'0'0'529'15,"0"0"-454"-15,0 0-63 0,0 0 64 16,0 0 29-16,16 107-7 16,-11-65-6-16,-3 0-37 15,4-3-35-15,-1-10-19 16,-1-5 9-16,2-8-10 15,0-6 2-15,0-8 16 16,3-2-9-16,5-2 52 16,3-22-28-16,3-11-33 0,5-11-17 15,-1-7-11 1,0-7-26-16,1 3 9 0,0 5 45 16,-5 10 8-1,0 10 62-15,-2 8 5 0,-3 7 14 16,3 5-21-16,-1 7-43 15,8 1-23-15,4 1-2 16,2 3 0-16,3 0 0 16,-1 0-46-16,8 3-189 15,-10 6-152-15,-8-6-550 0</inkml:trace>
  <inkml:trace contextRef="#ctx0" brushRef="#br0" timeOffset="208407.83">26294 5185 1086 0,'0'0'764'15,"0"0"-617"-15,0 0-67 16,0 0 10-16,0 0-23 16,0 0 16-16,0 0 13 15,58 103-4-15,-58-66-13 16,-10 1-14-16,-6-1 1 0,1-9-21 16,3-6-19-16,3-8-8 15,7-6-16 1,2-8 4-16,0 0 12 0,0 0-2 15,9-22-16-15,9-12-142 16,4-8 1-16,2-8 0 16,-4-3-106-16,-1 11 62 15,-8 11 185-15,-5 12 157 16,-4 15 90-16,-2 4-126 16,0 12-94-16,0 17 71 15,0 7-4-15,0 3-12 16,4 2-31-16,17-1-36 0,10-6-13 15,9-6-2 1,9-9-33-16,22-5-178 0,-13-11-308 16,-6-3-923-16</inkml:trace>
  <inkml:trace contextRef="#ctx0" brushRef="#br0" timeOffset="211891.95">25403 3427 1200 0,'0'0'407'0,"0"0"-267"15,0 0 24 1,0 0 20-16,0 0 14 0,0 0-31 16,0 0-12-16,17-38-21 15,-13 33-49-15,-2 2-4 16,-2 1-17-16,2 0-19 16,-2 2-24-16,0 0 4 15,0 0-11-15,0 0-14 16,0 0-1-16,0 0-5 15,0 14-3-15,0 9 3 0,0 10 1 16,0 3 5-16,0 1 7 16,2-6-7-16,2-5 0 15,1-8 1 1,-1-6-1-16,0-6 8 0,4-4-8 16,0-2 0-1,5 0-1-15,6-10-11 0,5-18-13 16,3-10-14-16,1-6-10 15,-1-6 4-15,-2 1-67 16,-7 8 112-16,-3 2 10 16,-3 7 7-16,-1 6 32 15,-3 5-4-15,4 1 21 16,3 8-23-16,8-1-28 16,8 5-6-16,11 6-8 15,7 2-1-15,7 0-1 0,2 0-8 16,-7 9-28-1,-6 5-65-15,-10 5-147 0,-12-3-108 16,-12-4-446-16</inkml:trace>
  <inkml:trace contextRef="#ctx0" brushRef="#br0" timeOffset="212305.04">25885 3392 1673 0,'0'0'355'16,"0"0"-249"-16,0 0-54 0,0 0-6 15,0 0 1-15,0 0 20 16,0 0-11-16,102 18-14 16,-102 11 8-16,0 5 7 15,-9-2 17-15,-9 0 6 16,1-9-35-16,3-2-27 15,7-10-3-15,3-4-6 16,4-5 6-16,0-2 12 16,4 0-15-16,17-20-12 15,3-8-108-15,7-5 2 16,-2-8 19-16,-2 4 11 16,-3 5 35-16,-8 11 41 15,-7 9 71-15,-5 7 47 16,-2 5-51-16,1 7-67 0,-1 14 33 15,4 9-8-15,6-1-14 16,5 0-11-16,6 0-24 16,2-7-125-16,12-10-75 15,-8-6-171-15,-4-6-524 16</inkml:trace>
  <inkml:trace contextRef="#ctx0" brushRef="#br0" timeOffset="212504.03">26562 3292 1348 0,'0'0'529'15,"0"0"-430"-15,0 0-31 0,9 131 4 16,-9-81 34-16,-5 4-27 16,-10-4-45-16,-5-3-10 15,-5-5-14-15,-4-5-10 16,-19-6-116-16,5-9-178 15,1-11-409-15</inkml:trace>
  <inkml:trace contextRef="#ctx0" brushRef="#br0" timeOffset="212943.77">25303 3012 1773 0,'0'0'329'0,"0"0"-250"16,0 0-32-16,0 0 52 15,-107 106 15-15,88-46-16 16,9 8-25-16,7 2-43 16,3-2-17-16,7-1-13 15,20-9-21-15,35 0-77 16,-6-13-168-16,2-18-599 0</inkml:trace>
  <inkml:trace contextRef="#ctx0" brushRef="#br0" timeOffset="213458.92">27002 3088 1590 0,'0'0'697'0,"0"0"-512"15,0 0 0-15,0 0-6 16,0 0-43-16,0 0-85 16,0 0-36-16,6-33-15 0,-6 58-51 15,-6 17 10-15,-15 14 13 16,-24 39-193-16,8-16-71 16,1-8-301-16</inkml:trace>
  <inkml:trace contextRef="#ctx0" brushRef="#br0" timeOffset="214203">25019 3727 1060 0,'0'0'678'0,"0"0"-511"15,0 0-66-15,0 0 97 16,0 0-22-16,0 0-51 0,0 0-33 16,141 0-59-16,-81 0-17 15,13 4-1-15,15 3 5 16,21 2 42-16,27 1-13 16,-14 3-8-16,-10-3-1 15,-16-1-19-15,-20 4-12 16,10-1-8-16,11 4-1 15,-6-3 0-15,-5 4-1 16,-5-3-31-16,-10 0-21 16,-11-4 7-16,-6-2-3 0,-11-2-30 15,-10-2 1 1,-9-4-8-16,-10 0-98 0,-6 0-167 16,-8 0-482-16</inkml:trace>
  <inkml:trace contextRef="#ctx0" brushRef="#br0" timeOffset="-214719.12">25543 3982 1470 0,'0'0'651'0,"0"0"-514"15,0 0-57-15,0 0 66 16,0 0 19-16,0 0-82 15,0 0-56-15,0 18-21 16,5 7-4-16,2 2 8 16,1 4-7-16,-1-5-2 0,-3-3 6 15,4-5-5-15,-4-1 7 16,0-7-2-16,1-5-5 16,-1 0 4-16,0-3 0 15,4-2-5-15,2 0 8 16,3-7-9-16,6-15 0 15,1-6-48-15,-1-5-50 16,2-4 50-16,-3 3 32 16,-3 2 16-16,1 8 4 15,-5 7 26-15,0 3 22 16,1 5 24-16,-4 1-10 16,5 2 3-16,3 4-14 15,7-2-16-15,4 4-30 16,8 0-7-16,9 0-2 15,6 0 0-15,6 0-27 0,15 0-96 16,-16 6-217-16,-10-3-418 16</inkml:trace>
  <inkml:trace contextRef="#ctx0" brushRef="#br0" timeOffset="-214253.93">26078 4062 1553 0,'0'0'361'0,"0"0"-257"16,0 0-19-16,0 0-10 15,0 0 30-15,0 0-7 0,0 0-29 16,48 98 1-16,-48-69-33 15,-6-1 10-15,-2-2 5 16,-3-2-14-16,2-4-6 16,4-6-25-16,3-6 2 15,2-4-1-15,0-4-1 16,0 0 13-16,18-4-20 16,9-16-41-16,8-8-54 15,5-8-5-15,1-4-41 16,-3 0-1-16,-5 5 34 0,-10 12 108 15,-11 9 140 1,-9 12-3-16,-3 2-84 0,0 12-51 16,-9 14 53-16,0 6 7 15,4 2-4-15,5 0-1 16,3-2-24-16,25-2 7 16,17-5-22-16,11-5-18 15,9-6-109-15,30-7-89 16,-12-2-166-16,-12-5-625 0</inkml:trace>
  <inkml:trace contextRef="#ctx0" brushRef="#br0" timeOffset="-212130.8">27374 4572 1392 0,'0'0'531'0,"0"0"-415"16,0 0 46-1,0 0 55-15,0 0 20 0,0 0-69 16,0 0-72-16,-2-6-15 16,15 2-23-16,11 2-34 15,10-1-24-15,5 1 1 16,4 2 1-16,4 0-2 16,-2 0-14-16,-3 2-50 15,-7 8-82-15,-8 5-169 16,-11-4-285-16,-14-3-727 0</inkml:trace>
  <inkml:trace contextRef="#ctx0" brushRef="#br0" timeOffset="-211983.26">27409 4756 697 0,'0'0'1397'0,"0"0"-1185"0,0 0-169 15,0 0 25-15,0 0-23 16,158 5-31-16,-104-5-14 15,11 2-104-15,-16 1-287 16,-11-1-1492-16</inkml:trace>
  <inkml:trace contextRef="#ctx0" brushRef="#br0" timeOffset="-210998.95">28373 4488 1228 0,'0'0'494'16,"0"0"-368"-16,0 0-4 16,0 0 57-16,0 0-12 15,0 0-38-15,0 0 28 16,-32-49-54-16,32 42-37 0,0-2-5 16,0-1-40-16,0 2 3 15,0-2-7 1,7 3-17-16,4 0 6 15,0 3-6-15,4 2-7 0,2 2 5 16,-2 0-11-16,-1 0 6 16,-4 16-1-16,-5 9-8 15,-5 7 2-15,0 5 4 16,-23 6 3-16,-8-1 6 16,-5 1 1-16,-3-6-1 15,-6-3 1-15,0-4 0 16,0-4 1-16,3-5 7 15,7-4-8-15,8-4 12 0,9-8-4 16,9 1 5 0,7-3 2-16,2-1-3 0,0 0 6 15,9 3-5-15,13 2 1 16,11-2 10-16,5 3-23 16,3-4 5-1,3 0-6-15,1-4-16 0,-1 3-96 16,16-3-178-16,-10 0-294 15,-8 0-730-15</inkml:trace>
  <inkml:trace contextRef="#ctx0" brushRef="#br0" timeOffset="-210404.73">28699 4988 1305 0,'0'0'849'0,"0"0"-807"15,0 0 4-15,0 0-46 16,0 0 159-16,0 0 14 16,0 0-113-16,66-74-45 15,-31 39-15-15,5-3-5 16,0-7-17-16,1-5 1 16,-1-5-7-16,-3-8-3 15,2-10-14-15,-6-4 3 16,1-8 11-16,-5 1 26 15,-8 6 5-15,0 7 30 16,-11 16-12-16,0 16-2 16,-8 15 47-16,-2 19-29 15,0 5-28-15,-8 9-6 0,-17 28 0 16,-6 11 38-16,-5 13 9 16,0 10-9-16,0 5 13 15,5 2-5-15,4 2-5 16,8-5-7-16,7-7-19 15,10-5-3-15,2-14-6 16,2-5-5-16,18-12 5 16,5-7-6-16,4-11 0 15,2-9-12-15,7-5-37 16,0-4-52-16,1-22-19 16,2-7-45-16,-5-10-4 15,-5-1 21-15,-4 6 26 16,-7 8 122-16,-9 12 102 15,-7 10 53-15,-2 8-66 16,-2 0-45-16,0 14-1 0,0 15 79 16,-8 5-41-16,-4 3-43 15,-1-1-29-15,4-4-4 16,3-4-5-16,1-8-107 16,5-7-82-16,0-10-156 15,9-3-360-15</inkml:trace>
  <inkml:trace contextRef="#ctx0" brushRef="#br0" timeOffset="-209936.73">29590 4620 1262 0,'0'0'685'0,"0"0"-615"16,0 0-35-16,-25 122 18 15,7-82 94-15,3-3-9 16,1-7 15-16,5-7-53 15,3-4-58-15,3-7-22 16,1-6-19-16,2-4 8 16,0-2 16-16,0-2 8 15,17-16-33-15,10-10-28 16,4-4-29-16,5-3-3 16,0 3 19-16,0 10 33 15,-9 9 8-15,-8 13 32 0,-7 0 0 16,-10 9-5-16,-2 14 1 15,0 0 16-15,-9 2-11 16,-4-6-13-16,4-2-3 16,3-9-17-16,6-6 1 15,0-2-1-15,6 0-4 16,21-19-104-16,13-8-250 16,9-7 122-16,4-3-253 15,5 4 200-15,-4 4 241 16,-7 9 48-16,-7 10 360 15,-13 10 138-15,-8 0-306 16,-12 22-109-16,-7 13-58 16,0 5-23-16,-24 12 6 15,-28 21-8-15,6-11-141 16,3-9-531-16</inkml:trace>
  <inkml:trace contextRef="#ctx0" brushRef="#br0" timeOffset="-209328.75">28680 5286 1371 0,'0'0'787'16,"0"0"-668"-16,0 0-106 15,0 0 17-15,0 0 42 16,0 0 35-16,0 0-53 15,118-32-37-15,-109 53-15 16,-7 11 5-16,-2 7 1 16,-4 5 8-16,-19 0 14 15,-2-2 18-15,-1-4-28 16,2-6 10-16,6-5-16 0,5-9-14 16,3-9 8-16,10-5-7 15,0-4-1 1,8-5 0-16,17-21-30 0,12-15-183 15,3-9 13 1,0-4-51-16,-2 4 83 0,-7 8 149 16,-9 11 19-16,-10 15 113 15,-8 9 54-15,-4 7-38 16,0 0-35-16,-12 4-21 16,-5 15 41-16,-1 10-26 15,0 3-19-15,5 4-27 16,6 0-30-16,7-4 1 0,0-2-13 15,2-8-15 1,16-3-58-16,6-8-80 0,19-11-89 16,-7 0-249-1,-3-6-1085-15</inkml:trace>
  <inkml:trace contextRef="#ctx0" brushRef="#br0" timeOffset="-209147">29032 5344 1707 0,'0'0'484'16,"0"0"-419"-16,0 0 74 16,0 0 35-16,0 0-82 15,0 0-41-15,0 0-37 16,147 0-14-16,-100 0-59 16,-1 0-102-16,6 0-88 0,-12-2-26 15,-11-3-354-15</inkml:trace>
  <inkml:trace contextRef="#ctx0" brushRef="#br0" timeOffset="-208933.77">29386 5259 598 0,'0'0'792'0,"0"0"-527"16,0 0-157-16,0 0 25 16,0 0 54-16,0 0-36 15,0 0-60-15,63 30-48 16,-63-3-6-16,0 6-13 15,0 1 1-15,-21 4-19 16,-5-6 5-16,-5 1-2 16,0-5-9-16,2-4 0 15,4-5-48-15,11-5-103 0,8-9-150 16,6-5-409-16</inkml:trace>
  <inkml:trace contextRef="#ctx0" brushRef="#br0" timeOffset="-208504.25">29614 5363 1644 0,'0'0'280'0,"0"0"-211"16,0 0-6-16,0 0 59 0,0 0 26 16,-53 104-25-1,44-69-9-15,1-3-36 16,6-4-36-16,2-2-14 0,0-8-19 15,0-2 10-15,5-7-1 16,9-4-6-16,1-5 4 16,3 0-2-16,4-12-14 15,2-13-9-15,5-8-37 16,6-3-17-16,-2 0-11 16,2 2 10-16,1 8 40 15,-3 8 16-15,-4 11 8 16,-4 7 17-16,-3 0-8 15,-4 15 6-15,-4 5 5 16,-8-2 22-16,-6-1 4 16,0 0-7-16,0-5-2 0,-18-4 9 15,-11-4-29 1,-7-4 10-16,-6 0-9 0,-3-4-18 16,1-10-11-16,1 0-87 15,-1-4-90-15,9 6-182 16,10 0-493-16</inkml:trace>
  <inkml:trace contextRef="#ctx0" brushRef="#br0" timeOffset="-207574.56">30557 4834 1167 0,'0'0'305'0,"0"0"-191"16,0 0 9-16,0 0 42 15,0 0 6-15,0 0 4 16,0 0-47-16,-2-1-48 16,2 1-6-16,0 0-4 15,0 0 9-15,9 0-9 0,15 0-42 16,10 0-16-16,12 0 0 16,14 5-12-16,29 3 7 15,40 4-6 1,43 4-1-16,23 1 15 0,7 3-4 15,-1-1 7-15,-12-4 4 16,-6-1-10-16,-11 0 8 16,-18-4 6-16,-36-2 16 15,-31 0 24-15,-24-4-40 16,-19 0-6-16,-5-3-11 16,0 4-9-16,-6-3 1 15,-15-2 13-15,-7 2-4 16,-6-2 6-16,-5 0-15 0,0 0 7 15,0 0 3-15,0 0-11 16,0 0-3-16,0 0-32 16,-5 0-92-16,-8 0-326 15,0-6-620-15</inkml:trace>
  <inkml:trace contextRef="#ctx0" brushRef="#br0" timeOffset="-205673.98">30798 5599 1400 0,'0'0'307'15,"0"0"-195"-15,0 0-9 16,0 0-18-16,0 0-9 15,0 0-10-15,0 0-14 16,0 16-6-16,0 8 23 16,0 5 17-16,2 6-22 15,2 0-15-15,1 2-12 16,-1-5 14-16,0-6-13 16,3-2-11-16,0-7-26 15,0-8 15-15,-1-3 2 0,1-6 1 16,0 0 10-16,4 0-4 15,2-12 0-15,3-11-25 16,1-14-53-16,1-7-36 16,1-8 29-16,-2-6-14 15,-1-2 22-15,-1 2 31 16,-1 3 21-16,-5 9 30 16,-1 11 44-16,-1 4 41 15,-2 11 12-15,-1 4-18 16,1 6-6-16,1 3-22 15,6 4-27-15,7 1-21 16,10-1-33-16,9 2 1 16,7 1-1-16,1 0-31 15,-3 0-34-15,-7 9-102 16,-7 12-169-16,-12-4-197 0,-5 0-331 16</inkml:trace>
  <inkml:trace contextRef="#ctx0" brushRef="#br0" timeOffset="-205259.79">31174 5624 1420 0,'0'0'362'0,"0"0"-174"16,0 0 67-16,0 0-50 0,0 0-73 15,0 0 5 1,0 0-76-16,69 0-47 15,-51 0-7-15,-5 7-7 16,-6 16 0-16,-7 10 9 0,0 4 0 16,-20 4 7-16,-6-1-15 15,-1-3 9-15,4-10 8 16,6-7-12-16,7-6 0 16,10-8-6-16,0-6 12 15,0 0-12-15,23-9-8 16,4-17-171-16,4-9 21 15,0-5-54-15,0-1-12 16,-6 2 41-16,-5 7 133 16,-7 9 50-16,-4 13 230 15,-5 9 43-15,-1 1-148 0,2 6-97 16,-1 15-9-16,2 8 2 16,3 0-8-16,7 6-13 15,26 5-43 1,1-11-219-16,-1-4-469 0</inkml:trace>
  <inkml:trace contextRef="#ctx0" brushRef="#br0" timeOffset="-204938.4">31565 5854 1810 0,'0'0'771'16,"0"0"-771"-16,0 0-168 15,0 0-70-15,0 0 41 16,0 0-126-16</inkml:trace>
  <inkml:trace contextRef="#ctx0" brushRef="#br0" timeOffset="-204181.57">31565 5854 2074 0,'31'87'41'16,"-31"-87"-41"-16,2-4 0 15,15-12 0-15,8-5 31 16,2-4 26-16,6-8-57 15,0-2-96-15,2-2-84 16,-2-9-94-16,-2-3 65 0,0-6 123 16,-4-3 27-16,-1-2 59 15,-3 0 32-15,-3 6 168 16,-7 6 71-16,-3 8-19 16,-6 11-68-16,-2 12-15 15,-2 8-98-15,0 9-57 16,-2 0-14-16,-18 16-8 15,-7 21 8-15,-4 9 30 16,-5 14 16-16,1 6 49 16,1 5 7-16,7-2-46 15,5-2-29-15,7-9-6 16,7-4-3-16,8-12-17 0,0-6 9 16,2-8-4-1,12-10-6-15,1-6 0 0,4-10-6 16,1-2-2-16,4-4-19 15,5-19-58-15,4-12-57 16,4-5 27-16,-4-1 3 16,-4 6 27-16,-7 8 85 15,-9 12 40-15,-10 12 55 16,-3 3-76-16,0 15-13 16,-13 15 42-16,-6 5 7 15,-1 4 30-15,3-3-27 16,3-6-33-16,3-7-10 15,2-8-14-15,6-7 8 0,1-6-6 16,2-2 4-16,0 0-14 16,14-10-13-16,13-14-148 15,6-12-37-15,7-3-14 16,3-5-38-16,-3 7 152 16,-7 11 105-16,-10 9 173 15,-10 13 100-15,-9 4-141 16,-4 9-58-16,0 17-10 15,0 9 37-15,0 2 8 16,-11 3-60-16,-3-1-30 16,6 0-19-16,-1-6-15 15,5-10-123-15,4-5-76 16,0-10-145-16,2-6-443 0</inkml:trace>
  <inkml:trace contextRef="#ctx0" brushRef="#br0" timeOffset="-203827.96">32340 5699 1689 0,'0'0'272'15,"0"0"-218"-15,0 0 43 16,0 0 27-16,-22 108 13 16,13-68 0-16,4-1-37 15,5-4-44-15,0-7-36 16,0-6-10-16,0-8 2 15,9-6-5-15,7-8 2 16,4 0-9-16,4-14-4 0,3-18-71 16,2-12-38-16,2-12 0 15,2-10-17-15,2-3-12 16,-2 3 142-16,-4 8 121 16,-5 12 121-16,-4 12-2 15,-1 12-75-15,-2 6-57 16,7 6-41-16,3 0-52 15,9 6-6-15,4 2-9 16,0 2-33-16,0 0-23 16,2 14-133-16,-7 2-345 15,-14 0-308-15</inkml:trace>
  <inkml:trace contextRef="#ctx0" brushRef="#br0" timeOffset="-203369.64">32694 5741 628 0,'0'0'1280'16,"0"0"-921"-16,0 0-226 16,0 0-74-16,0 0-32 15,0 0-15-15,0 0 16 16,38 0-27-16,-36 14-1 15,-2 10 6-15,0 6-5 16,-17 3 33-16,-10 6 26 16,-6 0-2-16,2-6 3 0,-1-3-18 15,10-7-23-15,6-8-16 16,12-4-2-16,4-9 8 16,0-2 7-16,13 0-5 15,16-23-12-15,7-9-175 16,4-10 26-16,3-6-109 15,-6 1 25-15,-8 10 122 16,-8 9 111-16,-13 16 232 16,-8 10-7-16,0 2-160 15,0 19-52-15,-16 12 16 16,6 7 11-16,1 2 39 16,4 1-29-16,5-3-32 15,3-6-18-15,23-6-6 0,3-4-55 16,18-10-39-1,-7-4-166-15,-7-6-338 0</inkml:trace>
  <inkml:trace contextRef="#ctx0" brushRef="#br0" timeOffset="-198301.59">31770 3771 1288 0,'0'0'870'0,"0"0"-762"15,0 0-83-15,50-121-8 16,-18 72-17-16,1-6 11 16,3 4 0-16,2-3-11 15,-2 2 5-15,-5 5-5 16,-2 6 0-16,-7 4 1 16,-9 13 61-16,-1 6 58 15,-10 10 4-15,0 4-24 0,-2 4-33 16,0 0-37-16,0 0-29 15,0 20-1-15,-7 20-12 16,-10 14 12-16,-6 17 7 16,1 5-7-16,-2 2-9 15,-1-3-166-15,-10 4-55 16,6-18-157-16,2-18-659 0</inkml:trace>
  <inkml:trace contextRef="#ctx0" brushRef="#br0" timeOffset="-198121.75">31432 3800 1588 0,'0'0'310'0,"0"0"-173"0,0 0 102 16,175 37-100-16,-99-26-67 15,3 1-44-15,4 0-28 16,19-2-138-16,-21-3-244 15,-19-1-781-15</inkml:trace>
  <inkml:trace contextRef="#ctx0" brushRef="#br0" timeOffset="-197691.48">31506 4045 1322 0,'0'0'694'15,"0"0"-580"-15,0 0-13 16,0 0 56-16,0 0-64 15,0 0-56-15,0 0-28 16,85-22-8-16,-67 27-1 16,-9 17-7-16,-9 6 7 15,0 7 11-15,-24 2-1 0,-17 5 30 16,-6-1 5-16,-2-4-11 16,7-8 3-16,11-7-10 15,13-8-12-15,9-4-1 16,9-6-5-16,0-2 14 15,13 2-8-15,16 0-1 16,10-2-14-16,3-2-2 16,5 0-66-16,13 0-84 15,-11-6-197-15,-7-7-410 0</inkml:trace>
  <inkml:trace contextRef="#ctx0" brushRef="#br0" timeOffset="-197348.73">31820 4203 1423 0,'0'0'307'0,"0"0"-222"16,0 0 42-16,0 0 93 15,0 0-29-15,0 0-63 16,0 102-58-16,0-70-32 16,0-2-27-16,0-4-2 15,10-6 4-15,1-6-13 16,0-6 0-16,5-6-14 15,-1-2-25-15,5 0-20 16,1-20-60-16,-2-8-10 16,1-10-18-16,-1-8 25 15,-2-2 55-15,3 0 67 16,-2 7 67-16,0 10 151 16,0 7-32-16,-1 7-14 0,6 9-21 15,2 7-62-15,6 1-32 16,6 0-39-16,5 1-18 15,3 14-14-15,9 4-157 16,-14-2-165-16,-7-6-486 0</inkml:trace>
  <inkml:trace contextRef="#ctx0" brushRef="#br0" timeOffset="-196861.98">32267 4291 920 0,'0'0'828'0,"0"0"-524"15,0 0-103-15,0 0-65 16,0 0-33-16,0 0-42 16,0 0-9-16,8 16-17 15,-1-4 3-15,-4 4 9 16,-1 6 1-16,-2 4 12 15,0 7-21-15,0 0 2 16,-5 3-6-16,-8 0-20 16,2-2 0-16,-1-7-6 15,4-5-8-15,1-6 9 16,5-6-10-16,2-6 0 16,0-4 12-16,0 0-11 0,2 0 23 15,21-21-24-15,3-10-17 16,10-13-37-16,2-9-79 15,-5 3-44-15,-4 6 59 16,-12 12 118-16,-7 15 14 16,-10 14 58-16,0 3-52 15,0 3-19-15,0 20 46 16,0 7 36-16,0 7 2 16,15 5-21-16,26 1-13 15,19-3-24-15,15-1-15 16,10-5-12-16,4-5-54 15,20-2-171-15,-20-7-284 0,-17-9-948 16</inkml:trace>
  <inkml:trace contextRef="#ctx0" brushRef="#br0" timeOffset="-195522.75">14516 7132 1413 0,'0'0'844'0,"0"0"-519"16,0 0-103-16,0 0-30 15,0 0-44-15,0 0-18 16,0 0-79-16,114-33-41 16,-54 20-4-16,4 4-4 15,1 2-2-15,-7 6-47 16,-7 1-52-16,-11 0-14 0,-13 9-87 16,-25 19-150-1,-2-2-185-15,-6-1-180 0</inkml:trace>
  <inkml:trace contextRef="#ctx0" brushRef="#br0" timeOffset="-195389.47">14656 7315 1149 0,'0'0'945'0,"0"0"-660"15,0 0-128-15,0 0 16 16,0 0-30-16,152 0-73 16,-67-4-59-16,6-2-11 15,30-4-187-15,-23 4-155 16,-23-1-339-16</inkml:trace>
  <inkml:trace contextRef="#ctx0" brushRef="#br0" timeOffset="-194467.5">15439 7503 320 0,'0'0'1040'15,"0"0"-704"-15,0 0-125 16,0 0 39-16,0 0 17 15,0 0-22-15,0 0-96 16,131-39-95-16,-68 7-39 16,3-9-15-16,8-8-22 15,-3-6-7-15,0-8-2 16,-6-4-6-16,-7-6-74 16,-9-3 0-16,-9-4 1 15,-11-2 59-15,-8 2 51 16,-11 8 22-16,-5 14 59 15,-5 12 52-15,0 22-13 16,0 17-62-16,-13 7-58 0,-12 30-3 16,-10 40 3-1,-3 41 3-15,9 28 21 0,8-2 12 16,17-30-20-16,4-39 2 16,0-28-17-16,21 1 7 15,8-6-7-15,4-5-1 16,7-11 0-16,4-16 0 15,3-3-59-15,3-12-29 16,0-20-57-16,-3-11-44 16,-5-12-25-16,-6-3 62 15,-7 0 114-15,-9 11 38 16,-9 15 204-16,-6 17 48 0,-5 12-91 16,0 3-112-16,0 20-48 15,-9 14 39-15,-9 10 5 16,0 5-9-16,1-3-24 15,3-3-12-15,5-10-26 16,7-3-178-16,2-10-152 16,0-10-364-16</inkml:trace>
  <inkml:trace contextRef="#ctx0" brushRef="#br0" timeOffset="-194032.23">16758 7103 995 0,'0'0'987'0,"0"0"-880"16,0 0-66-16,-8 126-2 16,-8-80 85-16,-2-6 34 15,4-4 12-15,1-8-85 16,7-8-48-16,1-6-20 16,5-6-10-16,0-6 2 15,0-2 1-15,5 0 14 16,16-17-24-16,9-12-1 15,7-6-72-15,6 0-24 16,-1 1 60-16,-1 6 32 16,-8 10 5-16,-6 13 78 15,-12 5-28-15,-6 7-21 16,-7 17 2-16,-2 5-7 16,0 2 10-16,-7-5-1 0,-1-2-11 15,1-8-7-15,7-9-15 16,3-7 0-16,26 0-32 15,15 0-39-15,14-15-115 16,6-3-1-16,3 0 78 16,-4 4 59-16,-10 4 15 15,-10 7 35-15,-14 3 66 16,-14 0-26-16,-13 20-40 16,-2 17-1-16,-19-3-110 15,-4-6-229-15</inkml:trace>
  <inkml:trace contextRef="#ctx0" brushRef="#br0" timeOffset="-172003.87">18640 7042 1277 0,'0'0'265'0,"0"0"-225"16,0 0-11-16,0 0 3 15,0 0 414-15,0 0-201 16,6 4-138-16,-6-4-19 16,2 0-8-16,-2 0 41 15,0 0 4-15,0 0-32 16,0 0-30-16,0 0-11 15,0 0-13-15,0 0-9 0,0 0-6 16,2-1 9 0,6-16-12-16,3-5-21 0,2-6 0 15,5-6-11-15,2-4-4 16,2-8-4 0,5-7-22-16,2-5-10 0,2-4-1 15,0-1-9-15,-2 4 25 16,-2 7 25-16,-4 10 11 15,-8 12 8-15,-4 10-6 16,-4 10 23-16,-3 3 8 16,-2 6-1-16,-2 1-8 15,0 0-11-15,0 15-13 16,0 24 0-16,-6 12 8 16,-12 14 7-16,-8 5-9 15,-1 4-5-15,-4 0-1 0,-14 23-35 16,7-21-182-16,5-16-464 15</inkml:trace>
  <inkml:trace contextRef="#ctx0" brushRef="#br0" timeOffset="-170741.58">17801 7337 796 0,'0'0'792'16,"0"0"-599"-16,0 0-120 15,0 0 5-15,0 0 50 0,0 0 54 16,0 0-8-16,5 0-56 16,0 0-17-16,1 0-15 15,5 0-29 1,5 0-35-16,-1 0 2 0,8 0-4 15,-1 0-1-15,1 0-5 16,3 0-13-16,1 0 0 16,4-2 4-16,0 2-5 15,2 0 0-15,2-2 0 16,0 2 0-16,-2 0 1 16,1 0-1-16,-1 0 0 15,-4 0 0-15,2 0 0 16,0 0 0-16,-1 0 0 15,1 0 0-15,0 0 1 16,0 0-1-16,0 2 0 16,0 0 1-16,-2-2-1 15,0 2 0-15,-2-2 0 0,0 0 1 16,-2 0-1-16,-1 1 0 16,-2-1 0-16,3 2 0 15,0-2-1-15,1 0 1 16,3 3-1-16,-3-3-3 15,1 0 3-15,-2 0 0 16,-2 0 1-16,-1 0 1 16,-3 0-1-16,2 0 1 0,-1 0-1 15,2 0 0-15,0 0 0 16,1 0 0-16,-1 0 0 16,0 0 0-16,1 0 0 15,-5 0 0-15,-1 0 0 16,1 0 0-16,0 0 0 15,-2 0 0-15,2 2 0 16,-3 0 1-16,1 0-1 16,1 0 0-16,2-2 0 15,-2 1 1-15,1 2-2 16,-1 0 0-16,4-3 1 16,-1 1 0-16,3 1 0 15,-2 0 0-15,2 0 1 16,4-2 1-16,-3 2-2 15,3 0-5-15,2-2 5 0,-5 3 3 16,1-2-2-16,-3 1-2 16,-4 0 1-16,0-2 0 15,0 2 1-15,-1-2 0 16,1 0 0-16,-2 2 1 16,0-2-2-16,-6 0 0 15,-3 3 0-15,-2-3-15 16,-5 0-43-16,0 5-117 15,-14-1-89-15,-6-2-102 0</inkml:trace>
  <inkml:trace contextRef="#ctx0" brushRef="#br0" timeOffset="-169420.75">19070 6457 134 0,'0'0'178'16,"0"0"-7"-16,0 0 60 16,0 0-60-16,0 0-11 15,0 0-12-15,0 0-6 16,-23-8 7-16,23 6 4 0,0 2-42 15,0 0-9-15,0 0 12 16,0 0-20-16,0 0-21 16,0 0-11-16,0 0-3 15,0 0 4-15,0 0-29 16,0 0-12-16,0 0-3 16,0 0-10-16,0 0 1 15,-4 2-1-15,0 8-7 16,-5 5 42-16,2 6-12 15,-2 1 8-15,0 0-5 0,-2 2-5 16,2-2 10 0,0 2-7-16,3 0-12 0,-1-2-2 15,0 0-8 1,2-2-4-16,3 0 7 0,0-2-13 16,0-1 8-16,0-2-8 15,0 4 0-15,-3-3 4 16,3-1-5-16,-2 0 0 15,-1 0 1-15,2-2-1 16,-1 1 1-16,0-2-1 16,2 0 0-16,-3-1 1 15,1 4-1-15,2-3 1 16,-3 0-1-16,2 2-2 16,-1-2 2-16,2 0 1 15,-2 1 0-15,1-1-1 0,1-1-1 16,2 1 1-16,-2-1 0 15,0-4 1-15,2 1-1 16,-2 1 0-16,2-6 0 16,-2 3 4-16,0-4-4 15,2 0 0-15,-4 0-13 16,2 0-105-16,-2-2-117 16,2 0-276-16</inkml:trace>
  <inkml:trace contextRef="#ctx0" brushRef="#br0" timeOffset="-166264.72">17951 7877 1141 0,'0'0'361'16,"0"0"-200"-16,0 0-6 15,0 0 16-15,0 0 23 16,0 0-40-16,0 0-43 16,-7 0-41-16,7 0-3 15,0 0-18-15,0-3 8 16,2-3-40-16,10-2-17 15,3 1 0-15,3-2-10 0,-3 5 10 16,2 0-1 0,-7 1 0-16,1 3-1 0,-3 0-5 15,-6 0-8-15,0 17 14 16,-2 7 1-16,0 6 0 16,-7 9 23-16,-11 3-6 15,-2 0 2-15,0-3-3 16,0-1-15-16,2-6 12 15,7-9-13-15,2-5 0 16,3-4-1-16,3-6 1 16,3-6 2-16,0-2-2 15,0 0-7-15,14-2-23 0,10-18-49 16,8-10-158 0,1-8-71-16,2-7-54 0,-3-1 26 15,-8 3 55 1,-9 2 191-16,-7 12 90 0,-6 7 169 15,-2 7 63-15,0 10-12 16,-2 5-81-16,-12 0-31 16,1 9 45-16,-1 17 1 15,3 6-45-15,7 5-41 16,4 2-19-16,0 0-18 16,9-5-31-16,13-4-7 15,24 0-76-15,-5-10-176 16,-3-10-518-16</inkml:trace>
  <inkml:trace contextRef="#ctx0" brushRef="#br0" timeOffset="-165477.99">18214 8183 1008 0,'0'0'817'0,"0"0"-605"16,0 0-153-16,0 0-12 15,0 0-4-15,0 0 3 16,143-68 0-16,-101 42-26 16,1-5-11-16,-3 2-8 0,-3-6-1 15,-1 2-6-15,-5-3-6 16,-4-4 12-16,-5 1 0 15,-7-3 33-15,-3 4 17 16,-5 0-24-16,-7 4-9 16,0 8-3-16,0 6-14 15,0 5 27-15,0 10-2 16,0 1 8-16,-7 4-17 16,-5 0-16-16,-3 7 6 15,-7 14-5-15,-3 13 25 16,-4 8 31-16,-2 8-5 15,2 5 9-15,3 4-10 0,6-1-6 16,1-2-18-16,11-9-5 16,3-5-20-16,5-8-1 15,0-7 17-15,13-8-18 16,10-5 0-16,4-8-5 16,2-6-7-16,6 0-9 15,1-10-58-15,1-16-27 16,0-4 11-16,-4-6-9 15,-6 0 47-15,-3 6 32 16,-8 6 25-16,-5 7 27 16,-7 12 17-16,-4 5-26 15,0 0-18-15,0 18 0 16,-13 10 54-16,-3 2-23 16,3 2 9-16,2-6-15 15,2-5-25-15,4-6 8 0,3-7 2 16,2-6-9-1,0-2-1-15,7 0-11 0,13-16-41 16,5-10-105-16,6-4-82 16,2-2-31-16,3 4 48 15,-5 6 222-15,-6 9 7 16,-7 13 145-16,-9 0-2 16,-7 21 2-16,-2 7-42 15,0 7-13-15,-7-2-5 16,-5 1-34-16,2-2-32 15,1-4-26-15,-1 0-45 16,6-8-123-16,2-10-424 0</inkml:trace>
  <inkml:trace contextRef="#ctx0" brushRef="#br0" timeOffset="-165063.83">19111 8020 940 0,'0'0'588'0,"0"0"-391"15,0 0 6-15,0 0-31 0,0 0-10 16,0 127-47 0,0-97-46-16,0-4-13 0,0-6-34 15,6-1-8-15,3-8 3 16,5-7 0-16,1-4-8 15,1 0-9-15,-1-8-5 16,3-18-11-16,-1-8-36 16,2-8-10-16,-2-6 2 15,1-4-29-15,2-1 89 16,-2 8 9-16,-2 7 111 16,-5 8 38-16,2 7 12 15,-4 7-29-15,4 6-45 16,3 0-67-16,7 2-16 15,3 4-11-15,8 1-2 16,6 3-1-16,4 0-29 16,5 0-21-16,-2 0-82 0,4 0-177 15,-13 3-206-15,-14 1-273 0</inkml:trace>
  <inkml:trace contextRef="#ctx0" brushRef="#br0" timeOffset="-164585.65">19491 8055 1088 0,'0'0'822'16,"0"0"-580"-16,0 0-183 15,0 0-45-15,0 0-13 0,0 0 29 16,0 0 5-16,60 9-18 16,-51 8-16-16,-7 9 12 15,-2 3 30-15,0 8 14 16,-15-2 19-16,-5 2-13 16,0-3-9-16,2-6 15 15,5-7-44-15,6-7-15 16,2-7-4-16,5-5 0 15,0-2 21-15,2-2-27 16,17-19-54-16,3-14-105 16,4-5-46-16,3-6-74 15,-4-2-204-15,-3 8-31 0,-7 8 514 16,-5 14 337-16,-6 14 180 16,-4 4-363-16,0 8-85 15,0 16 64 1,-6 3-13-16,2 2-11 0,4 1-30 15,0-5-46-15,17 2-33 16,16-6-13-16,39-3-87 16,-7-9-193-16,-3-4-550 0</inkml:trace>
  <inkml:trace contextRef="#ctx0" brushRef="#br0" timeOffset="-163194.72">15822 7770 791 0,'0'0'269'16,"0"0"-94"-16,0 0 41 15,0 0 1-15,0 0-21 16,0 0-6-16,0 0-3 16,-2-9-39-16,2 4-77 0,4-2-28 15,2 2-19-15,4-1-22 16,1 3 14-16,1 3-6 15,1 0-8-15,-3 0 6 16,2 9-7-16,-3 13 4 16,-7 7 22-16,-2 4 23 15,0 6 8-15,-7-2-19 16,-13 2-12-16,1-5 1 16,-4-5-26-16,5-6 11 15,5-7-1-15,3-6-12 16,6-7 6-16,4-3 2 15,0 0 7-15,0-5-2 16,10-19-13-16,11-12-185 0,4-8 87 16,4-2-26-1,-4 1-11-15,-3 9 81 0,-9 10 54 16,-4 12 23-16,-7 7 75 16,-2 7-15-16,0 0-38 15,0 9-35-15,-9 14 69 16,1 2-16-16,1 6-20 15,7-4-16-15,0-1-11 16,4-3-4-16,14-8-12 16,9-2-67-16,16-8-78 15,-6-5-129-15,-1 0-352 0</inkml:trace>
  <inkml:trace contextRef="#ctx0" brushRef="#br0" timeOffset="-162998.96">16083 7846 479 0,'0'0'1297'16,"0"0"-935"-16,0 0-217 15,0 0-19-15,0 0-53 16,0 0-61-16,0 0 22 16,131-4-19-16,-88 15-15 15,-5-1-20-15,-3-3-117 16,1 1-154-16,-11-1-296 15,-7-7-596-15</inkml:trace>
  <inkml:trace contextRef="#ctx0" brushRef="#br0" timeOffset="-162765.95">16432 7752 1091 0,'0'0'724'16,"0"0"-507"-16,0 0-157 15,0 0 14-15,0 0 22 16,0 0 9-16,0 0-24 16,63 130-9-16,-65-87-29 15,-16-1-10-15,-6-3-15 16,-1-6-1-16,0-7-17 16,4-4-20-16,3-8-82 15,9-11-153-15,5-3-330 0,4 0-919 16</inkml:trace>
  <inkml:trace contextRef="#ctx0" brushRef="#br0" timeOffset="-162546.34">16553 7916 1114 0,'0'0'763'0,"0"0"-472"16,0 0-129-16,0 0-88 15,0 0-47-15,0 0 31 16,0 0-18-16,107 34-29 16,-78-22-11-16,0 0-6 0,-2-1-85 15,-5-6-48-15,3-5-96 16,-5 0-277-16,-5 0-366 16</inkml:trace>
  <inkml:trace contextRef="#ctx0" brushRef="#br0" timeOffset="-162344.45">16800 7828 1257 0,'0'0'344'0,"0"0"-246"16,0 0 24-16,0 0-3 16,0 0 2-16,-91 139-1 15,76-98-30-15,1 0-58 16,3-3-21-16,7-6-11 15,4-6-57-15,0-6-56 0,8-14-75 16,13-4-167-16,1-2-588 0</inkml:trace>
  <inkml:trace contextRef="#ctx0" brushRef="#br0" timeOffset="-161897.72">16941 7913 1091 0,'0'0'573'0,"0"0"-490"16,0 0-57-16,0 0 58 16,0 0 46-16,-38 112 8 15,30-73-10-15,0-6-55 0,6-3-30 16,2-4-25-16,0-4-1 16,0-8 0-16,7-4-16 15,4-4 27 1,2-4-15-16,3-2-13 0,2 0-1 15,2-13-45-15,0-10 3 16,5-5-52-16,1-5-16 16,3-4-29-16,4 3-1 15,2 2 70-15,-2 8 71 16,-2 10 16-16,-2 6 49 16,0 8-24-16,-5 0-15 15,1 1 27-15,-5 11 14 0,-5 4 14 16,-3 1 21-16,-6-1-29 15,-6 0-12-15,0-2 4 16,-8-2-1-16,-15-4 4 16,-6 0-23-16,-6-6-30 15,-3-2 9-15,-1 0-23 16,-3 0-1-16,1-12-39 16,-2-2-53-16,-15-6-116 15,11 3-293-15,9 4-269 0</inkml:trace>
  <inkml:trace contextRef="#ctx0" brushRef="#br0" timeOffset="-161159.83">20666 7363 1936 0,'0'0'595'0,"0"0"-446"0,0 0-53 16,0 0-56-16,0 0-27 15,0 0-12-15,142 0-1 16,-97 4-6 0,-1 8-134-16,-9 0-181 0,-16 0-419 0</inkml:trace>
  <inkml:trace contextRef="#ctx0" brushRef="#br0" timeOffset="-161020.89">20631 7524 628 0,'0'0'1222'0,"0"0"-865"16,0 0-247-16,0 0-5 16,0 0-44-16,137 1-61 0,-70-1-18 15,-13 3-157-15,-9-3-332 16</inkml:trace>
  <inkml:trace contextRef="#ctx0" brushRef="#br0" timeOffset="-157811.62">21977 7212 327 0,'0'0'1067'16,"0"0"-912"-16,0 0-127 15,0 0-18-15,0 0-4 16,0 0 16-16,0 0 39 0,-5-12 13 16,5 12-14-16,0 0-13 15,0 0-27-15,0 0 14 16,-2 0 16-16,2 0-6 16,0 0-5-16,0 0-21 15,0 0-2-15,-4 0-5 16,-3 0-10-16,-2 0 7 15,-4 0-1-15,-3 0 8 16,1 9 6-16,-3 3-1 16,-1 2 20-16,2 1 6 15,-1 2-12-15,3 1 5 16,1 2-7-16,3 0 8 16,0 2-12-16,2 5-5 15,2-1-3-15,3 1 0 0,2 1-20 16,2-4 11-16,0 0-4 15,0-3-7-15,0-2 7 16,2-1-5-16,4-1-1 16,6-3 8-16,-1 0-9 15,4 0 8-15,1-2-7 16,4-2-1-16,0 0-1 16,0-2-9-16,3-2 9 15,-2-1 1-15,4 2-6 16,2-3 6-16,2-3-9 15,0-1-6-15,2 0 5 0,3 0-1 16,-1 0 11 0,0-3-1-16,-2-7 0 0,3-4 1 15,-5-2 0-15,2-2 0 16,-4-5 0-16,-3-2 0 16,-3-6 0-1,-4-1 0-15,-3-4 0 0,-7 0 2 16,-7-4 14-16,0 2-4 15,-3 0 13-15,-19 2 7 16,-7 5 5-16,-7 2-16 16,-8 6-21-16,-10 8-45 15,-35 13-102-15,13 2-209 16,9 0-752-16</inkml:trace>
  <inkml:trace contextRef="#ctx0" brushRef="#br0" timeOffset="-156071.08">14476 9215 1512 0,'0'0'568'16,"0"0"-420"-16,0 0-34 0,0 0 21 16,0 0 21-16,0 0-35 15,0 0-33-15,-5-1-23 16,5 1-27 0,0 0-8-16,0 0 4 0,7 0-2 15,13 0-21-15,9 0-9 16,7 0 4-16,6 4 1 15,5 4-6-15,1 1-1 16,6 0 0-16,0 1-57 16,-2 0-77-16,2 7-178 15,-11-5-250-15,-11 2-758 0</inkml:trace>
  <inkml:trace contextRef="#ctx0" brushRef="#br0" timeOffset="-155771.56">14335 9402 1461 0,'0'0'798'0,"0"0"-575"16,0 0-115-16,0 0-59 0,0 0 12 16,134-32-20-16,-73 27-23 15,5 3-17-15,3 2 11 16,2 0-12-16,-1 0-118 16,15 0-107-16,-16 0-263 15,-16 0-553-15</inkml:trace>
  <inkml:trace contextRef="#ctx0" brushRef="#br0" timeOffset="-155569.66">15383 9071 2176 0,'0'0'631'0,"0"0"-543"15,0 0-88-15,0 0-9 16,0 0 9-16,31 132 2 15,-31-71 5-15,-14 5-7 16,-12 3 3-16,-10-3-3 0,1-2-132 16,-3 4-135-16,7-16-107 15,12-14-710-15</inkml:trace>
  <inkml:trace contextRef="#ctx0" brushRef="#br0" timeOffset="-154771.72">16154 9779 1298 0,'0'0'590'0,"0"0"-420"15,0 0-52-15,0 0 80 16,0 0 54-16,0 0-165 16,120-56-36-16,-53 22-28 15,12-6-7-15,10-8-16 16,4-4-32-16,3-7-31 15,-5 0-15-15,-6-2 10 16,-14 1-11-16,-15 2-10 16,-14 4 30-16,-15 4 25 15,-13 10 34-15,-10 10 29 16,-4 9 38-16,-4 10-18 0,-21 6-27 16,-10 5-22-16,-8 12 1 15,-3 25 17-15,-2 13 30 16,6 13 4-16,11 6 7 15,9 3 4-15,15-2-32 16,7-8-8-16,7-6-10 16,22-10 0-16,8-14-11 15,8-6-2-15,2-13-27 16,2-9-30-16,-2-4-29 16,-7-4 4-16,-4-18-38 15,-7-8-9-15,-9-3 5 16,-7-6 18-16,-4 3 106 0,-4 7 12 15,-3 9 173-15,-2 8 11 16,0 10-67-16,0 2-117 16,0 10-12-16,-5 19 0 15,-6 5 7-15,2 6 7 16,5-1-14-16,2-7-24 16,2-3-97-16,2-11-107 15,11-7-142-15,3-6-267 0</inkml:trace>
  <inkml:trace contextRef="#ctx0" brushRef="#br0" timeOffset="-154327.98">17445 9511 1547 0,'0'0'278'0,"0"0"-162"0,0 0-7 15,-33 136 55-15,21-108-19 16,6-4-35-16,1-9-58 15,3-8-40-15,2-2-6 16,0-5 10-16,9 0-9 16,15-12-7-16,10-11-53 15,6-7-51-15,7-4-29 16,-1 0 9-16,1 5 37 16,-7 6 87-16,-9 11 41 15,-8 12 123-15,-10 0-81 16,-3 14 19-16,-8 9-37 15,-2 1 16-15,0 1-25 0,0-7-18 16,0-4-22-16,0-8-15 16,0-3 5-16,0-3 17 15,10 0 13-15,15-20-36 16,9-6-3 0,11-9-11-16,5 1 7 0,4 1 7 15,-7 10 6-15,-9 7 62 16,-9 9 28-16,-10 7-66 15,-5 3-21-15,-9 21-9 16,-5 10-7-16,0 7-7 16,-27 17-113-16,0-9-248 15,2-9-723-15</inkml:trace>
  <inkml:trace contextRef="#ctx0" brushRef="#br0" timeOffset="-152940.05">16401 10004 1629 0,'0'0'328'15,"0"0"-278"-15,0 0-50 16,0 0 15-16,0 0 17 16,0 0-4-16,0 0 26 15,74 46 29-15,-65-6-6 16,-7 6 0-16,-2 0-19 16,0-2-20-16,0-3-23 15,-4-6 3-15,-5-4-11 16,0-9-1-16,4-8-4 0,1-6-1 15,4-6 8-15,0-2-9 16,2-7-9-16,16-18-85 16,7-13-134-16,1-10 93 15,3-6-54-15,-4 1-16 16,-7 5 205-16,-7 14 33 16,-7 14 214-16,-4 14 7 15,0 6-143-15,-17 9-65 16,-6 18 45-16,3 8-25 15,5 2-19-15,11 3-21 16,4-3-13-16,8-5 1 16,21-6-14-16,9-4-50 0,24-8-97 15,-8-8-169 1,-8-6-441-16</inkml:trace>
  <inkml:trace contextRef="#ctx0" brushRef="#br0" timeOffset="-152771.72">16854 10186 1174 0,'0'0'1022'0,"0"0"-795"16,0 0-175-16,0 0 1 15,0 0-19-15,0 0-20 16,161-5-14-16,-102 5-24 16,-1 0-31-16,14 0-92 15,-18 0-158-15,-12 4-405 0</inkml:trace>
  <inkml:trace contextRef="#ctx0" brushRef="#br0" timeOffset="-152538.25">17255 10069 1534 0,'0'0'326'0,"0"0"-233"16,0 0 38-16,0 0-10 15,0 0-35-15,34 116 28 16,-34-82-46-16,0 0-40 16,-7-5-14-16,-6 0-8 0,-5-5-5 15,3-4-1 1,-2-6-72-16,9-6-138 0,1-6-185 16,7-2-874-16</inkml:trace>
  <inkml:trace contextRef="#ctx0" brushRef="#br0" timeOffset="-152287.78">17485 10294 1128 0,'0'0'863'0,"0"0"-540"0,0 0-226 16,0 0-57-16,0 0-22 15,123-17-17-15,-92 17-1 16,2 0 0-16,12 0-99 16,-11 2-164-16,-5 0-338 0</inkml:trace>
  <inkml:trace contextRef="#ctx0" brushRef="#br0" timeOffset="-152060.85">17734 10138 1460 0,'0'0'342'15,"0"0"-220"-15,0 0-4 16,-89 111-18-16,64-66 8 15,8 0-40-15,9-5-43 16,2-6-23-16,6-6-2 16,0-8-45-16,14-8-86 15,24-9-44-15,-5-3-163 16,3 0-686-16</inkml:trace>
  <inkml:trace contextRef="#ctx0" brushRef="#br0" timeOffset="-151656.18">17962 10215 1096 0,'0'0'165'0,"0"0"26"15,0 0 33-15,0 0-28 16,-27 118-38-16,21-84-30 16,1-4-32-16,5-4-31 15,0-8-19-15,0-4-13 16,0-5-1-16,0-4-1 15,11-5-1-15,0 0-12 16,7 0-5-16,0-14-13 16,6-9-27-16,3-4-47 15,7-6-20-15,3-2-71 16,4-1 12-16,1 5 68 16,-2 14 49-16,-4 7 27 0,-2 10 9 15,-5 0 31-15,-2 13 48 16,-6 8 14-16,-3-4 25 15,-7-2 12-15,-4-8-44 16,-7-2-53-16,0-3 12 16,-22-2 8-16,-13 0 33 15,-15-4-54-15,-4-13-31 16,-4-3-1-16,0-1-70 16,-11-11-68-16,14 6-179 15,10 1-579-15</inkml:trace>
  <inkml:trace contextRef="#ctx0" brushRef="#br0" timeOffset="-150756.72">18793 9747 682 0,'0'0'1113'0,"0"0"-782"16,0 0-189-16,0 0 33 15,0 0-12-15,0 0-124 16,0 0-14-16,146-111-10 16,-105 68-7-16,0-3-8 15,-7-2-18-15,-11-3 0 0,-4 3-3 16,-11 4 20-16,-2 10 1 16,-6 8 25-16,0 11 9 15,0 10-14-15,0 5-20 16,-6 17-25-16,-9 29 25 15,-7 31 0-15,1 8 32 16,2 7 4-16,1 2-11 16,0-18-1-16,0 5-23 15,-2-13 5-15,0-12-4 16,0-10-1-16,-3-12 0 16,2-10-1-16,-4-7 7 0,0-12 5 15,1-5-6 1,1-2-6-16,8-24 8 0,13-9-8 15,2-14-38 1,22-7-68-16,25-5 8 0,13 3-24 16,14 0 9-16,3 3-19 15,6 6-77-15,-5 1-68 16,-4 3 43-16,-14 4 234 16,-12 2 106-16,-11 11 128 15,-18 9-4-15,-9 8 31 16,-10 11-120-16,0 0-98 15,-25 32-42-15,-8 15 6 16,-1 11 21-16,3 6 11 0,11 1-29 16,8-10 2-16,12-6-11 15,0-10-1-15,3-8-12 16,17-9-20-16,0-8-47 16,3-9-78-16,-4-5-55 15,8-9-2-15,-9-16-122 16,-3-4-246-16</inkml:trace>
  <inkml:trace contextRef="#ctx0" brushRef="#br0" timeOffset="-150446.83">19524 9639 939 0,'0'0'643'0,"0"0"-347"15,0 0-147-15,0 0-37 16,0 0-22-16,0 0-5 16,19 118-2-16,-26-77-15 0,-5-4-6 15,2-3-10 1,3-5-26-16,0-8-15 15,5-6-10-15,2-10 5 16,0-5-6-16,0 0-5 0,16-9-22 16,6-19-152-16,2-9-38 15,5-9-40-15,-4 1-78 16,-3 2 70-16,-9 11 265 16,-3 15 335-16,-8 17-13 15,-2 5-227-15,0 25 69 16,0 10-34-16,0 3-73 15,2-1-20-15,18-6-9 16,9-7-28-16,7-9-31 16,2-8-57-16,10-12-138 15,-9-5-257-15,-8-15-737 0</inkml:trace>
  <inkml:trace contextRef="#ctx0" brushRef="#br0" timeOffset="-150272.62">20182 9467 841 0,'0'0'1066'0,"0"0"-944"16,0 0-69-16,47 155-3 15,-47-90 52-15,-5 4 2 16,-21-2-6-16,-6 0-66 16,-7-4-32-16,-15 10-50 15,10-15-219-15,8-18-528 0</inkml:trace>
  <inkml:trace contextRef="#ctx0" brushRef="#br0" timeOffset="-149816.87">21103 9769 1060 0,'0'0'664'0,"0"0"-390"16,0 0-25-16,0 0-3 15,0 0-74-15,0 0-56 16,132-20-72-16,-79 20-21 0,0 0-23 16,-7 0-40-16,-15 3-164 15,-14 6-178-15,-17-3-381 0</inkml:trace>
  <inkml:trace contextRef="#ctx0" brushRef="#br0" timeOffset="-149678.95">20996 9846 1335 0,'0'0'771'16,"0"0"-578"-16,0 0-160 16,0 0 78-16,0 0-10 15,138 12-88-15,-37-12-13 0,-15 0-184 16,-5 0-392-16</inkml:trace>
  <inkml:trace contextRef="#ctx0" brushRef="#br0" timeOffset="-149228.97">21904 9851 1677 0,'0'0'745'0,"0"0"-551"0,0 0-124 15,0 0-17-15,0 0-42 16,151-28-1-16,-91 11-10 16,5-5-6-16,-5-5-36 15,-5-1-34-15,-6-2 23 16,-9-4 5 0,-9-2-8-16,-12-3 8 0,-11 4 45 15,-8 0 3-15,-2 5 6 16,-23 7-6-16,-6 6 1 15,-11 11-1-15,-5 6 1 16,-8 13-1-16,-1 24 9 16,3 16 19-16,5 7 30 15,15 6 6-15,14 3 6 16,12-5 8-16,7-5-34 16,4-6-3-16,25-7-19 0,11-8-7 15,10-9-15-15,7-10-3 16,8-12-43-16,6-7-102 15,25-2-50-15,-16-21-93 16,-11-1-422-16</inkml:trace>
  <inkml:trace contextRef="#ctx0" brushRef="#br0" timeOffset="-148926.42">22841 9330 1854 0,'0'0'500'16,"0"0"-404"-16,0 0 20 16,0 0-35-16,-44 132-23 15,55-100-24-15,18-8-1 16,4-7-15-16,6-13-18 15,-6-4-18-15,-4-10-54 16,-12-18-8-16,-12-11 3 16,-5-5 16-16,-7-2-12 15,-22 4 61-15,-27 0-26 16,8 15-143-16,3 10-331 0</inkml:trace>
  <inkml:trace contextRef="#ctx0" brushRef="#br0" timeOffset="-148363.98">23669 9821 1035 0,'0'0'1188'0,"0"0"-912"15,0 0-167-15,0 0 46 16,0 0-42-16,0 0-80 16,154-18-3-16,-94 18-17 15,-2 0-13-15,-2 0-18 16,-10 8-124-16,-6 2-147 15,-13 1-194-15,-13-8-362 0</inkml:trace>
  <inkml:trace contextRef="#ctx0" brushRef="#br0" timeOffset="-148194.08">23707 9934 434 0,'0'0'1237'16,"0"0"-872"-16,0 0-105 15,0 0 1-15,0 0-81 16,0 0-78-16,169 0-75 16,-100 0-27-16,27 0-69 15,-15 0-161-15,-13 0-341 0</inkml:trace>
  <inkml:trace contextRef="#ctx0" brushRef="#br0" timeOffset="-147871.25">24645 10002 1659 0,'0'0'530'16,"0"0"-401"-16,0 0-11 16,69-114-33-16,-38 68-33 15,3-3-42-15,-3-1-9 16,2 1-1-16,-4-4-23 15,-4 5 10-15,-3 6 13 16,-7 9 88-16,-3 9 16 16,-7 11 22-16,-3 8-40 15,-2 5-50-15,0 0-36 0,0 21-16 16,0 19 8-16,-11 16 8 16,-10 12-1-16,-1 9 1 15,-3 0-20-15,-1-2-89 16,-12 13-104-16,7-18-106 15,6-17-422-15</inkml:trace>
  <inkml:trace contextRef="#ctx0" brushRef="#br0" timeOffset="-145686.43">13992 11067 1069 0,'0'0'886'0,"0"0"-706"0,0 0-124 15,0 0-26-15,0 0 59 16,0 0 17-16,0 0-43 15,4-16-40-15,17 24-12 16,6 20-5-16,6 12 15 16,2 13 13-16,1 7 12 15,-3 4-34-15,-2-4 3 16,-2-5 1-16,-4-3-10 16,0-12-6-16,-4-8 5 15,-2-7-5-15,-1-11 0 0,-5-4 0 16,3-10-9-16,-1 0-12 15,1-3 3-15,3-20-7 16,4-9-5-16,4-8-21 16,6-6 16-16,5-1 11 15,9 6-6-15,7 2 17 16,4 10 1-16,6 6-3 16,3 7-15-16,0 9-4 15,-1 0 24-15,-3 7 4 16,-9 0 6-16,-15 0-1 15,-14 10 1-15,-21 13 0 16,-4 9 38-16,-39 10 5 16,-19 5 12-16,-11 6-22 15,-5-2-17-15,5-5-3 16,13-11-7-16,16-9 3 0,18-9-9 16,15-12 2-16,7-5-4 15,18 0-5-15,22-20-33 16,14-11-52-16,8-12-44 15,-2-4-13-15,-7 1 71 16,-10 7 56-16,-16 8 22 16,-14 13 117-16,-11 14 66 15,-2 4-100-15,-13 7-63 16,-12 18 3-16,-1 6 29 16,5 1-19-16,8 0-14 15,11-6-18-15,2-6-1 16,18-8-1-16,18-8-10 0,8-4-4 15,5 0-37-15,0-16-59 16,0-7-10-16,-9-2-6 16,-9 3 47-16,-10 4 80 15,-11 8 29-15,-10 7 108 16,0 3-72-16,0 7-58 16,-4 13 37-16,0 2 7 15,4 2-25-15,0-5 3 16,20-1-18-16,11-11-11 15,3-5-10-15,3-2-33 16,-1-2-46-16,-5-16-63 16,-4-3-34-16,-7-4 10 15,-5 1 72-15,-5 6 81 0,-6 10 23 16,-4 8 158-16,0 10-76 16,-6 36 32-16,-21 34 9 15,-11 33-39-15,0-1 11 16,2-8-36-16,7-18-19 15,9-24-39-15,5 3-1 16,-1-7-14-16,7-15-26 16,2-12-42-16,3-16-88 15,-10-15-94-15,3-9-8 16,-5-15-282-16</inkml:trace>
  <inkml:trace contextRef="#ctx0" brushRef="#br0" timeOffset="-145519.75">14968 11085 1722 0,'0'0'496'16,"0"0"-336"-16,85-128 24 15,-35 89-105-15,4 15-63 16,7 16-15-16,3 8-1 16,-6 32-101-16,-13 71-119 15,-16-7-340-15,-20 4-1150 0</inkml:trace>
  <inkml:trace contextRef="#ctx0" brushRef="#br0" timeOffset="-145428.75">15144 11953 1335 0,'0'0'537'15,"0"0"-371"-15,0 0-166 0,0 0-56 16,0 0-463-16</inkml:trace>
  <inkml:trace contextRef="#ctx0" brushRef="#br0" timeOffset="-143314.16">17077 10990 1453 0,'0'0'323'16,"0"0"-211"0,0 0-74-16,0 0 42 0,0 0 35 15,0 0-64-15,0 0-35 16,-7 45 33-16,-8 9 114 16,-3 14-49-16,-2 10-26 15,0 5-21-15,-1-3-24 16,4-4-25-16,1-10-7 15,8-10-6-15,5-8-4 16,3-10-2-16,0-6 1 0,0-7-69 16,15-8-69-1,14-6-72-15,-4-5-133 16,-2-6-611-16</inkml:trace>
  <inkml:trace contextRef="#ctx0" brushRef="#br0" timeOffset="-143022.45">16692 11458 1493 0,'0'0'525'15,"0"0"-427"-15,0 0-37 16,0 0 7-16,0 0-63 16,0 0-5-16,174-70-7 15,-105 70 6-15,2 0-21 16,-7 12 13-16,-8 14 9 0,-11 6 31 15,-9 7 50-15,-14-4-8 16,-11 2-21-16,-7-2-19 16,-4-3-10-16,0-1 3 15,-6-5-8-15,-6-5-10 16,-1-2-8-16,2-5-16 16,2-5-82-16,0-9-108 15,3-3-58-15,1-17-242 0</inkml:trace>
  <inkml:trace contextRef="#ctx0" brushRef="#br0" timeOffset="-142327.92">17244 11517 920 0,'0'0'1051'15,"0"0"-840"-15,0 0-147 16,0 0 27-16,0 0-55 16,47 118 11-16,-11-99 14 0,8-5-33 15,8-9-5 1,-1-5-23-16,0 0-20 0,-8-13-19 15,-12-9-42-15,-12-2-27 16,-9-4-25-16,-10 2 47 16,-2 2 63-16,-21 8 23 15,-6 10 60-15,0 6 30 16,-4 12 34-16,4 20-7 16,2 8-41-16,9 2-37 15,9 0 17-15,9-6-16 16,0-6-22-16,9-7-3 15,18-7-6-15,9-10-9 0,4-6 0 16,6 0-48-16,4-18-11 16,-1-9 1-16,-1 1-5 15,-5-2 17-15,-7 6 22 16,-9 9 24-16,-12 4 50 16,-9 9-19-16,0 0-16 15,-6 9 12-15,0 8 13 16,0 5 8-16,0-2-13 15,0-3-20-15,-4-5-7 16,4-8-8-16,0-2 0 16,10-2 0-16,17 0-13 15,11-10-44-15,6-8-45 16,7-2 10-16,-1 1 32 0,-6 5 46 16,-9 6 14-16,-12 8 57 15,-14 0-20-15,-9 16-5 16,0 9 0-16,-13 0 1 15,-6-1-11-15,4-5-20 16,3-9 8-16,8-8-2 16,4-2 5-16,0 0 14 15,2-14-27-15,21-9-79 16,8-4-6-16,12-1 42 16,8-3-4-16,4 5 8 15,6 5 19-15,-3 7 20 16,-2 11 0-16,-8 3 29 15,-9 3-2-15,-12 18-27 0,-17 5-36 16,-10 5-79 0,-4 2-96-16,-21-6-115 0,-4-8-345 0</inkml:trace>
  <inkml:trace contextRef="#ctx0" brushRef="#br0" timeOffset="-142117.75">17489 11333 1661 0,'0'0'604'0,"0"0"-446"0,0 0-72 16,137-60 23-16,-87 56-64 15,4 4-45-15,-7 6 0 16,-11 51-146-16,-11-6-198 15,-19 5-530-15</inkml:trace>
  <inkml:trace contextRef="#ctx0" brushRef="#br0" timeOffset="-142021.85">17572 12218 1639 0,'0'0'0'0,"0"0"-1121"0</inkml:trace>
  <inkml:trace contextRef="#ctx0" brushRef="#br0" timeOffset="-140897.81">19801 11439 1363 0,'0'0'487'15,"0"0"-397"-15,0 0-65 16,0 0 10-16,29-120 26 15,-29 102 11-15,-7 6 20 16,-17 8-63-16,-14 4-27 0,-9 12-1 16,-10 26 12-16,-4 15 82 15,1 13-18-15,9 9-22 16,11 0-15-16,17-3-21 16,15-5 5-1,8-8-3-15,8-8 4 0,26-11 4 16,12-12-26-16,12-10-3 15,12-16-51-15,3-2-40 16,5-14 13-16,0-18-34 16,-4-8-66-16,-7-4 30 15,-14 1 73-15,-11 5 75 16,-17 11 72-16,-16 10 179 16,-9 11-107-16,-5 6-98 15,-24 2-45-15,-10 16 9 16,-7 8 2-16,2 4 18 0,4 1 8 15,8-4-37 1,13-2 14-16,7-4-13 0,12-6-2 16,0-5 0-16,12-4-5 15,19-6-4-15,9 0-22 16,7-6-74-16,6-19-91 16,-1-4 8-16,-7-4-34 15,-8 6 7-15,-12 3 215 16,-14 10 28-16,-11 11 182 15,0 3-116-15,-11 13-8 0,-12 12 52 16,3 5-23 0,3 1-5-16,7-3-62 0,8-4-22 15,2-7-4-15,10-2-21 16,11-7 7-16,10-8-8 16,5 0-34-16,5-10-55 15,3-12-101-15,1-4-27 16,-1-4-29-16,-1 4-38 15,-5 4 152-15,-9 8 132 16,-12 10 156-16,-5 4 15 16,-12 4-24-16,0 18-14 15,0 4-8-15,-5 2-42 16,-6-3 1-16,2-8-48 16,2-5-27-16,5-6-8 15,2-6 9-15,0 0 21 16,15-2-31-16,12-16-169 15,11-6-10-15,7-2-18 0,3-2 54 16,4 6 85-16,-3 3 58 16,-4 9 68-16,-8 8 104 15,-6 2-24-15,-8 2-32 16,-9 16-59-16,-8 4-47 16,-6 1-10-16,-4 5-69 15,-16-5-72-15,-1-6-225 0</inkml:trace>
  <inkml:trace contextRef="#ctx0" brushRef="#br0" timeOffset="-140699.78">20000 11506 675 0,'0'0'1252'16,"0"0"-987"-16,0 0-183 15,122-80 14-15,-64 68-61 16,2 10-35-16,3 2-6 16,4 20-69-16,-16 8-159 15,-15 4-358-15</inkml:trace>
  <inkml:trace contextRef="#ctx0" brushRef="#br0" timeOffset="-140482.96">20060 12194 2254 0,'0'0'0'15,"0"0"-375"-15,0 0-10 16,0 0-550-16</inkml:trace>
  <inkml:trace contextRef="#ctx0" brushRef="#br0" timeOffset="-139664.89">21464 11714 1077 0,'0'0'614'0,"0"0"-484"15,0 0-110-15,0 0 26 16,0 0 75-16,-11 126-5 15,-5-73 17-15,1-5-62 16,3-8-37-16,1-8-21 16,5-11-12-16,4-9 0 15,2-7 0-15,0-5-1 16,0 0-16-16,0-4-3 0,13-20-123 16,9-8-101-16,7-12 97 15,5-8-170-15,1-4-6 16,5 2-185-16,-4 8 507 15,-4 15 26-15,-13 17 509 16,-7 14-296-16,-12 4-73 16,0 24 32-16,0 9-29 15,0-2-50-15,0 1-31 16,0-3 20-16,6-7-34 16,21-6-17-16,4-6-32 15,7-6-24-15,2-8-1 16,1 0-41-16,-4-14 2 15,-3-10-65-15,-8-8-112 0,-3-4-58 16,-12-2 23 0,-7 1 190-16,-4 5 61 0,0 10 221 15,-6 15-48-15,-15 7-100 16,2 14-36-16,-4 26 56 16,1 15-1-16,4 12 4 15,2 5-22-15,6 2-5 16,-2 0-12-16,3-8-25 15,-2-3-15-15,0-9-4 16,-4-8-4-16,-2-13-3 16,-2-8-1-16,-4-13 2 15,-1-10 5-15,-3-2-8 16,0-7-4-16,0-39-108 0,10 2-187 16,7-2-494-16</inkml:trace>
  <inkml:trace contextRef="#ctx0" brushRef="#br0" timeOffset="-138593.93">22447 11679 1375 0,'0'0'538'0,"0"0"-453"15,0 0-56-15,0 0 0 16,0 0 14-16,-152-12 82 16,104 38 22-16,0 10-42 15,4 6-29-15,7 3-18 16,12-1-30-16,9-6-13 16,11-6-15-16,5-5 6 15,7-8-5-15,18-7-1 16,6-11-8-16,10-1-30 15,1-8-18-15,2-18-43 16,-1-8-55-16,-4-6-21 16,-7-4 27-16,-5 0 16 15,-9 7 132-15,-10 11 17 0,-5 13 176 16,-3 13-74-16,0 0-98 16,-7 18 19-16,-7 12 82 15,3 6-40-15,5 0-27 16,6-1-30-16,0-9-8 15,0-3-1-15,2-9-16 16,7-6 1-16,1-7-1 16,7-1-8-16,1-3-8 15,3-20-82-15,6-4-86 16,2-4 17-16,0-4 31 16,-4 8 83-16,-8 8 53 15,-5 11 118-15,-6 8-54 16,-6 0-63-16,0 14 60 0,0 10 14 15,0 4 23 1,-2 0-38-16,2-2-29 16,0-4-4-16,13-5 27 0,16-3-26 15,8-5-12-15,3-9-14 16,2 0-2-16,0-3-37 16,-2-17-57-16,-2-9-76 15,-9-3 16-15,-6-4 18 16,-11 0-4-16,-6 4 140 15,-6 6 9-15,0 9 181 0,-16 16-64 16,-9 1-43 0,0 22-9-16,2 22-2 0,0 9 8 15,5 14-7-15,3 2-36 16,3 2-1-16,3-4-5 16,-2-9-21-1,0-8-2-15,-4-10-7 0,-6-9-1 16,-4-10 7-16,-6-9-7 15,-4-8-12-15,-5-4-65 16,-12-4-144-16,13-14-282 16,10-4-809-16</inkml:trace>
  <inkml:trace contextRef="#ctx0" brushRef="#br0" timeOffset="-137572.78">24018 11636 137 0,'0'0'1144'0,"0"0"-888"16,0 0-202-16,0 0-36 16,0 0-17-16,0 0 1 15,0 0-2-15,104-60-6 16,-98 36-95-16,-6 1-3 16,0-2 104-16,-2 3 7 0,-21 2 76 15,-6 4-10 1,-4 6-9-16,-7 10 6 0,-9 0 29 15,-3 24 59 1,-4 20 34-16,6 12-16 0,7 10-78 16,9 2-54-16,17-1-18 15,11-9-3-15,6-10-9 16,4-8 10-16,23-12-13 16,11-10 7-16,6-9-18 15,9-9-32-15,3 0-36 16,2-23-45-16,0-7-62 15,-5-7-49-15,-6-9-79 16,-7 5 63-16,-11 0 137 16,-6 11 103-16,-12 10 272 15,-9 12-24-15,-2 8-127 0,0 0-85 16,-11 19 0-16,-4 6 62 16,-1 6-12-16,7-3 0 15,7-1-40-15,2-3-11 16,2-4 7-16,20-8-23 15,7-5-19-15,7-5-13 16,4-2-32-16,4-4-4 16,3-13-50-16,3-9-31 15,-2-1-7-15,-3-4 15 16,-9 6 66-16,-14 3 56 16,-11 5 0-16,-11 13 106 15,-4 4-48-15,-25 4-36 16,-9 23 93-16,-5 7 29 15,3 2-39-15,5 1-20 0,8-6-39 16,9-10-30-16,11-4-6 16,5-7-9-16,2-5 6 15,4-5-5-15,17 0-2 16,8 0-25-16,6-17-99 16,3-5-81-16,0 0 14 15,-5 2 64-15,-2 8 90 16,-6 8 37-16,-9 4 38 15,-5 0 25-15,-5 18 16 16,-6 6-19-16,0-1-39 16,0 2-21-16,-2-5-67 15,-9-6-108-15,1-9-443 0</inkml:trace>
  <inkml:trace contextRef="#ctx0" brushRef="#br0" timeOffset="-137374.62">24710 11253 1927 0,'0'0'341'0,"0"0"-276"16,0 0-65-16,116 62-1 16,-103-19 1-16,-13 6 0 15,0 8 0-15,-44 22-32 16,1-14-238-16,5-13-864 0</inkml:trace>
  <inkml:trace contextRef="#ctx0" brushRef="#br0" timeOffset="-136303.72">25391 12061 1813 0,'0'0'308'16,"0"0"-284"-1,0 0-24-15,128-136 0 0,-73 83 1 16,-1-8-1-16,-3-2 0 16,-9 1-27-16,-8 0-43 15,-10 6 53-15,-5 6 17 16,-11 12 75-16,-3 14-28 16,-5 12 79-16,0 12-61 15,0 6-65-15,-3 32 0 16,-16 32 41-16,-6 36 24 15,-2 1-21-15,3-9-24 16,-1-10 23-16,4-23 8 16,-6 5-26-16,-7 1-7 15,-2-8 2-15,0-13-13 0,-1-12 11 16,1-10-17-16,1-10 9 16,0-14-9-16,7-4 0 15,4-6 0-15,3-22 0 16,15-9-1-16,6-6 0 15,6-7-6-15,34-4-19 16,18-3-11-16,16-5-22 16,13 0-51-16,9-2-107 15,6-3-43-15,-2 1 20 0,-3-2-77 16,-13 4-174 0,-12 6 71-16,-22 9 419 0,-11 10 624 15,-20 13-213-15,-11 12-7 16,-8 12-105-16,-12 2-188 15,-26 14-68-15,-9 24 21 16,-3 12 22-16,-2 14-4 16,12 4-24-16,9 3-25 15,13-5-14-15,11-8-18 16,7-12-2-16,0-10 1 16,5-10-28-16,13-12-38 15,3-10-29-15,6-4 17 16,2-10-64-16,7-24-131 15,24-36-35-15,-2-3-57 16,-6 10-221-16,-13 13 586 16,-27 41 52-16,-7 9 708 15,-3 0-465-15,-2 11-168 0,0 19 80 16,-5 10-64 0,-17 8-65-16,-5 1 33 0,2-3-27 15,4-7-44-15,5-8-21 16,7-11-18-16,9-11 8 15,0-3 3-15,4-6 8 16,19 0 13-16,6-12-33 16,4-16-22-16,5-12-65 15,-1-12-50-15,-1-8 18 16,-1-3 2-16,-2 9-13 16,-12 13 130-16,-7 20 136 0,-12 21 33 15,-2 2-130 1,0 33-39-16,-14 11 71 15,1 8-23-15,5 0 9 16,8-2-32-16,0-8-16 0,4-7-1 16,18-12-8-16,5-9-41 15,4-10-48-15,12-10-76 16,-10-19-192-16,-6-11-668 0</inkml:trace>
  <inkml:trace contextRef="#ctx0" brushRef="#br0" timeOffset="-136148.78">27015 11450 1197 0,'0'0'1167'0,"0"0"-1053"0,0 0-74 15,15 156-28-15,-15-89 6 16,-22 8 3-16,-11 0-20 16,-27 20-1-16,6-20-135 15,9-17-472-15</inkml:trace>
  <inkml:trace contextRef="#ctx0" brushRef="#br0" timeOffset="-135423.83">28230 11039 867 0,'0'0'891'0,"0"0"-701"0,0 0-133 16,0 0-7-16,0 0 6 15,0 0-28-15,0 0 130 16,-61 106-26-16,26-37-67 15,-3 10-13-15,2 6 27 16,0 2-42-16,7-2 0 16,5-5 7-16,4-7-23 15,8-11 4-15,8-11-25 16,4-10 6-16,0-11 3 16,0-10-9-16,12-9 9 15,5-4-3-15,6-7-5 16,1 0-2-16,5-10-25 15,3-16-18-15,-3-3-41 16,0-6 13-16,-8 4 39 16,-3 8 24-16,-9 8 9 0,-5 7 30 15,-4 8-24-15,0 0-6 16,0 6-11-16,-2 16-2 16,-11 9 13-16,-1 5 1 15,1 0 0-15,3-4 5 16,0-6-6-16,3-4-1 15,3-8 1-15,0-2-1 16,2-6 1-16,2-1-6 16,0-4-36-16,0-1-11 15,0 0-85-15,0 0-60 0,10-24-127 16,11 1-300-16,-2-6 29 16</inkml:trace>
  <inkml:trace contextRef="#ctx0" brushRef="#br0" timeOffset="-135265.68">28272 11809 1326 0,'0'0'345'16,"0"0"-223"-16,0 0-6 16,0 0-43-16,0 0-51 15,0 0-8-15,0 0 7 16,76 124-10-16,-76-100-11 16,0 0-1-16,0-2-17 15,0-3-49-15,-4-6-122 16,-1-5-293-16</inkml:trace>
  <inkml:trace contextRef="#ctx0" brushRef="#br0" timeOffset="-135072.28">28267 11543 1726 0,'0'0'641'0,"0"0"-543"16,0 0-75-16,0 0-23 16,152 0-69-16,-74 9-91 15,-13 3-156-15,-7-1-829 0</inkml:trace>
  <inkml:trace contextRef="#ctx0" brushRef="#br0" timeOffset="-134417.72">29052 11733 1024 0,'0'0'1099'0,"0"0"-885"15,0 0-125-15,0 0-39 16,0 0-32-16,0 0-16 16,0 0-2-16,94 6 0 15,-78 30 1-15,-3 5-1 16,-3 3-2-16,2-6 2 15,-3-3 1-15,3-11-1 16,-2-10 7-16,5-9-6 16,6-5-1-16,-1 0-13 15,0-19-97-15,0-13-134 16,0-10 65-16,-4-4-27 0,-5 0 66 16,0 6 119-1,-4 6 21-15,-3 11 244 0,-4 15 115 16,0 8-199-16,0 4-141 15,-7 32-11-15,-13 18 2 16,-6 19 18 0,-6 11-7-16,-1 2-5 0,-1 3-2 15,-3-7-2-15,1-6 7 16,-2-9-4-16,0-9-15 16,0-12 6-16,5-11-6 15,4-12 0-15,6-14 11 16,6-9-10-16,3 0 39 15,5-16 24-15,7-12-23 16,2-7 8-16,5-4-22 16,22-3-5-16,12-1 5 0,9 2-27 15,10 3-30-15,4-1-91 16,34-8-74-16,-16 8-160 16,-9 4-502-16</inkml:trace>
  <inkml:trace contextRef="#ctx0" brushRef="#br0" timeOffset="-134229.65">29756 11802 1765 0,'0'0'394'16,"0"0"-209"0,0 0 39-16,0 0-59 0,0 0-102 15,0 0-51-15,135 7-7 16,-96 3-5-16,-1 2-101 15,-2 6-116-15,-10-4-161 16,-10-5-403-16</inkml:trace>
  <inkml:trace contextRef="#ctx0" brushRef="#br0" timeOffset="-134072.83">29816 11957 1149 0,'0'0'712'0,"0"0"-576"16,0 0-8-16,0 0 3 15,0 0 29-15,0 0-9 16,0 0-58-16,61 7-93 16,-26-7-45-16,21-20-170 15,-9 1-254-15,-7-2-265 0</inkml:trace>
  <inkml:trace contextRef="#ctx0" brushRef="#br0" timeOffset="-133689.79">30421 11672 1262 0,'0'0'265'0,"0"0"-42"16,0 0 71-16,0 0 23 15,0 0-68-15,0 0-78 16,0 0-61-16,35-20-21 16,-33 16-25-16,4 3-15 0,-2-4 10 15,0 3-22 1,1-2-26-16,-1 3-5 15,0-4-6-15,0 3-9 16,2 0 9-16,-4-2-21 0,0 3 3 16,0-2 0-16,3-1 5 15,-1 0 1-15,0 0-3 16,-2-1 4-16,3 5 11 16,-5 0-14-16,3 0 14 15,-3 0-1-15,0 0-14 16,0 12-4-16,0 17 0 15,0 18 19-15,-10 7-2 16,-3 10-1-16,-5 1 3 16,3 2 1-16,-5-3-1 15,-5 8-60-15,2-14-211 16,8-15-357-16</inkml:trace>
  <inkml:trace contextRef="#ctx0" brushRef="#br0" timeOffset="-132264.72">30331 11867 1066 0,'0'0'379'0,"0"0"-163"0,0 0-12 15,0 0-14-15,0 0-30 16,0 0-50-16,0 0-12 16,0 0-13-16,0 0-6 15,0 0 16-15,5 0-26 16,11-7-60-16,-1-6 7 16,5-1-16-16,1-3-8 15,2-2-13-15,2-3-79 16,2-5 37-16,0 1 35 15,2-3-26-15,-4 3 34 16,-3 1 20-16,-5 7 20 16,-5 7 52-16,-7 4 41 0,-5 5-38 15,0 2-39-15,0 0-36 16,0 0-9-16,-8 22-31 16,-7 12 15-16,-12 31-91 15,2-7-158-15,8-7-286 0</inkml:trace>
  <inkml:trace contextRef="#ctx0" brushRef="#br0" timeOffset="-131483.66">30182 11918 1829 0,'0'0'527'0,"0"0"-464"16,0 0-12-16,0 0 69 16,0 0-16-16,0 0-54 15,0 0-50-15,58-46-14 0,-27 23 4 16,5-1-33-16,0-4-7 15,0-2 13-15,-1-2 16 16,-1-3 17-16,-5 3-2 16,-3 2 12-16,-5 6-2 15,-8 6 13-15,-5 6 26 16,-3 4 17-16,-5 7-29 16,0 1-21-16,0 0-10 15,0 0-14-15,0 0-4 16,-2 17-1-16,-11 9 13 15,-6 8 6-15,0 10 0 16,-4 3 12-16,1 4 14 16,-3 2-12-16,1-3 7 15,2-3-8-15,1-2-11 0,6-5-2 16,1-5 0-16,8-6 0 16,2-3 0-16,4-5-5 15,0-6-41-15,0-2-44 16,0-1-29-16,0-5-67 15,-3 2-110-15,-3-4-216 16,-6-2 102-16</inkml:trace>
  <inkml:trace contextRef="#ctx0" brushRef="#br0" timeOffset="-131336.87">30102 12204 929 0,'0'0'676'16,"0"0"-444"-16,0 0-91 15,0 0 66-15,0 0 24 0,0 0-44 16,0 0-75-16,142 2-75 15,-72 4-29-15,3 0-8 16,21 2-149-16,-18-2-157 16,-13-3-427-16</inkml:trace>
</inkml:ink>
</file>

<file path=ppt/ink/ink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1-11-19T07:19:07.741"/>
    </inkml:context>
    <inkml:brush xml:id="br0">
      <inkml:brushProperty name="width" value="0.05292" units="cm"/>
      <inkml:brushProperty name="height" value="0.05292" units="cm"/>
      <inkml:brushProperty name="color" value="#FFFFFF"/>
    </inkml:brush>
  </inkml:definitions>
  <inkml:trace contextRef="#ctx0" brushRef="#br0">11087 1102 743 0,'0'0'673'0,"0"0"-655"15,0 0-2-15,0 0 224 16,0 0 30-16,0 0-122 16,0-10-33-16,0 8-1 15,0 2 41-15,0 0-45 16,0 0-54-16,0 0 64 0,0-2-106 15,0 2 6-15,0 0 17 16,0 0-36-16,0 0 23 16,0 0-24-16,0 0 0 15,0 0 33-15,0 0-26 16,0-1-7-16,0 1 29 16,0-2-29-16,-4 2 53 15,-11 0-53-15,-10 0-2 16,-13 0-32-16,-9 10 20 15,-7 12-13-15,-4 7 26 16,0 5 2-16,3 7-9 16,8-1 8-16,9 0 0 15,14 1-6-15,11-2 6 0,13-1 0 16,0 3 2-16,11-4 13 16,15 1 0-16,10-4-15 15,6-5-52-15,7-7 7 16,22-15-238-16,-11-7-220 15,-8 0-598-15</inkml:trace>
  <inkml:trace contextRef="#ctx0" brushRef="#br0" timeOffset="338.37">10762 1356 1920 0,'0'0'524'0,"0"0"-511"16,0 0-7-16,0 0-6 15,0 0 0-15,0 0-1 16,0 0 20-16,147-12-20 16,-107 12 1-16,-2 0-12 15,-7 0-3-15,-6 0 5 16,-8 0 10-16,-5 1-1 15,-10 10 2-15,-2 4 21 16,0 7-4-16,-4 2-3 16,-10 5 67-16,-1 2-60 0,-1 0-4 15,3-4-18-15,1 0 22 16,6-5-62-16,6-5-25 16,0-5-207-16,0-9-382 0</inkml:trace>
  <inkml:trace contextRef="#ctx0" brushRef="#br0" timeOffset="642.28">11224 1330 1160 0,'0'0'726'0,"0"0"-595"15,0 0-52-15,0 0 62 16,0 0 0-16,-41 126-73 15,34-97 36-15,5-3-98 0,2-5 1 16,0-3 5-16,4-6-12 16,13-5-22-16,0-2-14 15,3-5-51-15,1 0 61 16,-6 0-105-16,-1 0-7 16,-6-14 47-16,-6 0 12 15,-2-4 63-15,0-2 6 16,0 1-40-16,-10 6 37 15,-9-5-76-15,6 6-185 16,2 4-1076-16</inkml:trace>
  <inkml:trace contextRef="#ctx0" brushRef="#br0" timeOffset="932.95">11392 1414 1562 0,'0'0'390'0,"0"0"-339"15,0 0-29 1,0 0 48-16,0 0 7 0,-6 104 31 15,2-76-31-15,1-5-69 16,1 0 16-16,2-9-24 16,0-4-115-16,7-10-48 15,9-8-178-15,-3-12-965 0</inkml:trace>
  <inkml:trace contextRef="#ctx0" brushRef="#br0" timeOffset="1072.9">11496 1131 2000 0,'0'0'509'16,"0"0"-429"-16,0 0 37 15,0 0-117-15,0 0-19 0,0 0-178 16,0 0-108 0,-21 100-1238-16</inkml:trace>
  <inkml:trace contextRef="#ctx0" brushRef="#br0" timeOffset="1202.08">11284 1840 2499 0,'0'0'282'15,"0"0"-282"-15,0 0-150 16,0 0-132-16,0 0-39 16,0 0-263-16</inkml:trace>
  <inkml:trace contextRef="#ctx0" brushRef="#br0" timeOffset="1997.09">12146 1393 1467 0,'0'0'360'0,"0"0"-296"16,0 0-45-16,0 0 54 16,0 0 18-16,0 0 43 15,0 0-63-15,98-42-50 16,-84 64 75-16,-8 7-83 15,-4 7 30-15,-2 6 41 16,-4 1 6-16,-16 3 28 16,-5-2-76-16,1-5-32 15,4-9 37-15,4-6-47 16,5-10 0-16,7-5 21 0,4-9-20 16,0 0 37-16,0-9-38 15,15-19-38-15,12-16-71 16,4-10-75-16,5-6 21 15,-4 2-53-15,-7 9 83 16,-6 13 133-16,-9 14 18 16,-6 14 95-16,-4 8 60 15,0 0-115-15,0 12-16 16,-14 18 57-16,3 8 0 16,1 9-7-16,6 0-92 15,4 2 15-15,0-1-45 16,10 8-70-16,9-10-182 15,-3-14-485-15</inkml:trace>
  <inkml:trace contextRef="#ctx0" brushRef="#br0" timeOffset="2154.07">12501 1789 1657 0,'0'0'707'0,"0"0"-707"16,0 0 0-16,0 0-11 15,-41 136-65-15,35-94 8 16,1-12-130-16,5-8-327 0</inkml:trace>
  <inkml:trace contextRef="#ctx0" brushRef="#br0" timeOffset="2771.16">12987 1516 1410 0,'0'0'556'16,"0"0"-464"-16,0 0-41 0,0 0-45 16,0 0 80-1,0 0 31-15,-31 108-63 16,24-73 68-16,4 4-110 16,3-4 0-16,0-8 2 0,7-5-13 15,11-10 4-15,4-8-5 16,5-4 3-16,0-4-33 15,0-20-44-15,-3-8-81 16,-2-6 14-16,-6-3-13 16,-3-2 46-16,-4 3 42 15,-2 6 66-15,-5 12 110 16,-2 13 58-16,0 9-107 16,0 10-51-16,-4 26-9 0,-12 20 67 15,1 11 27 1,-3 13-54-16,2 7 78 0,3-4-82 15,-2 0-22-15,1-11 19 16,1-7-34-16,-3-16 15 16,0-9-15-16,-4-13 2 15,2-11 44-15,-4-14-45 16,4-2 32-16,5-14 60 16,6-22-23-16,7-10-15 15,9-12-55-15,25-5 7 16,12 3-14-16,8 4 7 15,8 8-37-15,36 4-44 16,-15 9-177-16,-7 12-250 0</inkml:trace>
  <inkml:trace contextRef="#ctx0" brushRef="#br0" timeOffset="3918.09">13892 1041 1104 0,'0'0'750'0,"0"0"-533"15,0 0-49-15,0 0-7 16,0 0-59-16,0 0 7 0,0 0-70 16,0-25-33-16,-10 48-3 15,-5 12 3-15,-5 12 32 16,-3 9 33-16,2 6-49 15,2 0 51-15,7-4-70 16,2-3 16-16,10-11 8 16,0-5-26-16,0-6-1 15,18-6 0-15,7-4 17 16,4-7-17-16,4-11 0 16,7-5 0-16,5 0-30 0,1-13 25 15,0-13-33 1,-9-6 15-16,-6 1-53 0,-13 6 60 15,-7 4 7 1,-11 12 9-16,0 4 76 0,-11 5-40 16,-17 0-24-16,-13 12-12 15,-1 13 9-15,1 1 39 16,6 0-48-16,11-2 0 16,8-4-9-16,9-6 9 15,7-2-6-15,0-9-6 16,11 0-1-16,14-3-33 15,8 0 43-15,3-10-105 16,-1-8-12-16,-6 2-14 16,-6 2 77-16,-9 6 47 15,-10 5 10-15,-4 3 77 0,0 0-76 16,0 20 24 0,-8 1 94-16,0 1-76 0,4-2-7 15,4-4-36 1,0-4 21-16,2-6 4 0,16-4-25 15,9-2-31-15,6 0-8 16,9-12-95-16,3-8-4 16,4-1-34-16,-2 1-48 15,-5 1 158-15,-11 7 40 16,-8 5 22-16,-13 7 133 16,-7 0-49-16,-3 14 31 15,0 10 2-15,-13 5-47 16,1-3 55-16,1-3-125 15,5-9 0-15,1-5 12 16,5-6 0-16,0 0-24 0,0-3 0 16,7 0-71-1,15-12 82-15,9-5-155 0,3-4-52 16,6-1 63-16,3 2 70 16,-6 5 65-16,1 8 10 15,-9 7 3-15,-4 0 143 16,-8 10-97-16,-5 7-30 15,-6 6 3-15,-6 1-16 16,0-1-12-16,0-4-19 16,-11-4-111-16,-7-6-24 15,0-4-518-15</inkml:trace>
  <inkml:trace contextRef="#ctx0" brushRef="#br0" timeOffset="4244.08">13994 1271 1751 0,'0'0'338'16,"0"0"-274"-16,0 0-56 15,0 0 47-15,0 0-53 16,0 0 15-16,0 0-17 15,112-10-74-15,-112 10-77 0,0 0-143 16,0 0 46-16,0-4 139 16,0-6 54-16,0-2 55 15,6 0 164-15,21 4 65 16,4 2 90-16,7 3-72 16,4 3-127-16,5 0-19 15,3 11-101-15,19 13-11 16,-11-6-121-16,-8-2-480 0</inkml:trace>
  <inkml:trace contextRef="#ctx0" brushRef="#br0" timeOffset="5133.92">15282 1787 614 0,'0'0'1250'16,"0"0"-1033"-16,0 0-217 15,0 0-85-15,74-123 48 16,-40 79 8-16,1-4 29 16,1-4 0-16,-3-1 18 15,-2 0-8-15,-8-3-10 0,-7 5 0 16,-8 5 7 0,-8 11 90-16,0 12 43 15,0 9 12-15,0 12-113 0,-13 2-7 16,-7 7-32-16,-5 25 0 15,-2 13 20-15,5 9 11 16,5 9 18-16,8-2-49 16,7-1 22-16,2-5-1 15,0-6-21-15,15-14 0 16,10-7 10-16,4-10-2 16,4-12-11-16,0-6 3 15,3-4-85-15,-3-21 76 16,-2-8-132-16,-8-1 12 15,-5 4 65-15,-9 4 30 16,-7 10 34-16,-2 12 110 0,0 4-71 16,0 2 29-16,-9 18-58 15,-2 4 44 1,6 3 2-16,5-4-43 0,0-1 17 16,12-4-30-16,12-6 0 15,3-8-40-15,4-4 35 16,-2 0-64-16,0-14-22 15,-4-6-36-15,-3 1 55 16,-5-4 21-16,-3 5 51 16,-7 8 137-16,-3 3 62 15,-4 7-80-15,0 0-85 16,0 11-13-16,0 10-1 16,0 5-20-16,-4 6 0 15,-1-6-13-15,3-5 13 16,2-5-104-16,0-5-80 0,-2-11-141 15,0 0-53 1,-3-14-373-16</inkml:trace>
  <inkml:trace contextRef="#ctx0" brushRef="#br0" timeOffset="5446.89">15915 1566 1401 0,'0'0'583'16,"0"0"-338"-16,0 0-138 16,0 0-100-16,0 0 33 15,139-69-40-15,-108 69 0 16,3 2-7-16,-3 13 16 15,-4 1-26-15,-7 6 16 16,-7 0-8-16,-9 5 2 16,-2-1 14-16,1 3 3 0,1-3 10 15,5-2-10-15,7-6 18 16,6-6-16-16,11-10-10 16,5-2-4-16,3-7-20 15,-8-19-89-15,-8-5 31 16,-14 1-19-16,-11-1 99 15,0 4 6-15,-21 5 62 16,-8 6 99-16,-2 7-91 16,0 8-49-16,4 1-27 15,6 0-25-15,9 5-48 16,7 7-203-16,5-5-405 0</inkml:trace>
  <inkml:trace contextRef="#ctx0" brushRef="#br0" timeOffset="5679.2">16513 1354 1461 0,'0'0'510'16,"0"0"-331"-16,0 0-109 15,0 0 6-15,0 0-7 16,-22 108-57-16,13-74-1 16,0 0-11-16,5-2-134 15,-1-10-152-15,5-10-619 0</inkml:trace>
  <inkml:trace contextRef="#ctx0" brushRef="#br0" timeOffset="5931.48">16736 1252 1400 0,'0'0'240'0,"0"0"-182"15,0 0-24-15,0 0 88 16,-29 143-31-16,20-92 38 15,0 0-13-15,3-2-86 0,1 1-3 16,2-7-27-16,1 0-44 16,2-6 1-16,0-12-147 15,0-11-209-15,0-9-636 16</inkml:trace>
  <inkml:trace contextRef="#ctx0" brushRef="#br0" timeOffset="6098.15">16623 1347 1468 0,'0'0'622'15,"0"0"-433"-15,0 0-90 0,0 0-84 16,120-40 16-16,-80 40-31 16,8 3-52-16,-9 17-93 15,-10 1-454-15</inkml:trace>
  <inkml:trace contextRef="#ctx0" brushRef="#br0" timeOffset="6212.17">16409 1965 2176 0,'0'0'0'16,"0"0"-22"-16,0 0-829 0</inkml:trace>
  <inkml:trace contextRef="#ctx0" brushRef="#br0" timeOffset="13589.09">17570 896 963 0,'0'0'272'16,"0"0"-152"-16,0 0 11 16,0 0 108-16,0 0-46 15,0 0-7-15,13-22-56 16,-11 18-62-16,0 0 28 15,-2 3-14-15,0-4-64 16,0 3 51-16,2 0-63 16,-2 0-6-16,0 2 52 0,0 0-37 15,0 0 12 1,0 0-27-16,0 0 21 0,0 0 3 16,0 0-24-16,0 0 0 15,0 0-8-15,0 0 13 16,0 0-14-1,0 20-13-15,-10 9 22 0,-6 15 20 16,-2 10-19-16,-2 8 10 16,3-1 46-16,-2 2-34 15,6-1 36-15,-1-4-52 16,4-2 5-16,3-5 36 16,5-7-48-16,2-6 0 15,0-8-3-15,0-6 21 16,0-2-9-16,11-4-9 15,2-4 0-15,7 0-8 0,5-5 8 16,6-6 0 0,5-3-9-16,1 0 21 15,4-8-24-15,-3-13-19 16,-7 1-44-16,-4 1 65 0,-10-1-32 16,-7 4 29-16,-6 4 12 15,-4 7 2-15,0 5 46 16,0 0-47-16,-4 0 1 15,-15 14-21-15,-3 9 20 16,0 0 0-16,2 4 12 16,4-3 2-16,5-5-10 15,7-2-4-15,1-5-64 16,3-4 36-16,0-2-164 16,0-6-20-16,9 0-77 15,0-16-366-15</inkml:trace>
  <inkml:trace contextRef="#ctx0" brushRef="#br0" timeOffset="13727.88">17719 1317 2085 0,'0'0'545'15,"0"0"-496"-15,0 0-10 16,138-4-39-16,-80 4 0 16,2 2-8-16,21 16-11 15,-14 0-130-15,-9-4-409 0</inkml:trace>
  <inkml:trace contextRef="#ctx0" brushRef="#br0" timeOffset="14478.34">18407 1361 1104 0,'0'0'200'0,"0"0"-152"15,0 0-21-15,0 0 134 16,0 0-97-16,0 0-27 16,0 0-20-16,32-51-16 15,-8 40-2-15,5 3-7 16,-4 6 8-16,-5 2-4 0,-7 7 21 16,-10 18-7-16,-3 10 75 15,-13 4-16-15,-23 4 67 16,-7-1-54-16,-3-6-53 15,3-9 74-15,12-4-44 16,8-11 33-16,12-4-21 16,9-4-52-16,2-2 53 15,5 2-72-15,21 4 14 16,12 1 21-16,7 2-35 16,6 1-1-16,21 4-44 15,-14-2-148-15,-8-6-285 0</inkml:trace>
  <inkml:trace contextRef="#ctx0" brushRef="#br0" timeOffset="15698.57">19152 1303 1463 0,'0'0'372'15,"0"0"-262"-15,0 0-104 16,0 0 32-16,0 0-38 16,0 0 0-16,0 0 22 15,-131-26 2-15,95 45 19 16,-4 10 39-16,5 9 14 16,3 6 66-16,5 5-113 15,7-1-9-15,9-2 16 16,7-6-50-16,4-3 17 0,4-5-23 15,21-6 15-15,13-5 4 16,11-7-19-16,9-5-39 16,4-9 14-1,3 0-79-15,-5-10-12 0,-6-9 19 16,-8-1-69-16,-8-1 104 16,-11 0-41-16,-7 3 78 15,-9 2 25-15,-9 4 34 16,-2 4 74-16,0 5-35 15,-22 3-71-15,-4 0 52 16,-6 11-43-16,-1 10 33 16,4 2 37-16,4-3-44 15,7-2 11-15,5-4-48 0,7-6 1 16,6-4 1 0,0-4-2-16,0 0-21 0,17 0 6 15,12-2-38-15,4-14-107 16,1-4-140-16,-1-3-259 15,-6 4 234-15,-9 7 325 16,-9 5 92-16,-5 7 106 16,-4 0-93-16,0 12 102 15,-2 7-33-15,-5-1-56 16,3 0 42-16,4-1-114 16,0-4 9-16,17-1 33 15,18-3-32-15,5-8 2 16,8-1-58-16,6 0-9 15,2-15-19-15,4-8-12 16,2-3-23-16,-2-3-26 0,-4-4-94 16,-10-6-33-16,-9 0 7 15,-15 0 90-15,-13 1 119 16,-9 8 59-16,0 6 145 16,-20 8-91-16,-3 12-89 15,-2 4 27-15,4 3 6 16,1 18 35-16,4 13 83 15,5 6-103-15,2 11-6 16,5 7-1-16,-1 2-56 16,0 2 43-16,1 0-52 0,-3-4-2 15,-6-1-20 1,-18-5-147-16,2-16-165 0,-2-14-776 16</inkml:trace>
  <inkml:trace contextRef="#ctx0" brushRef="#br0" timeOffset="15814.68">19233 1939 1461 0,'0'0'1065'0,"0"0"-1065"15,0 0-161-15,0 0-386 16,0 0 173-16</inkml:trace>
  <inkml:trace contextRef="#ctx0" brushRef="#br0" timeOffset="21851.02">20782 1403 598 0,'0'0'250'16,"0"0"-77"-16,0 0-7 0,0 0-77 15,0 0-18-15,0 0-12 16,0 0-27 0,-5-20 10-16,5 18-42 0,0 1-3 15,0 1 3-15,0 0 6 16,0 0 55-16,0 0 31 15,0 0-37-15,0 0 87 16,0 0-75-16,0 0 23 16,0-3 25-16,0 2-28 15,0 1 20-15,0 0-57 16,0 0-49-16,0 0 60 0,0 0-60 16,0 0-1-1,0 0 21-15,0-3-20 0,0 1 21 16,0-1-22-16,0-2 0 15,0 0-5-15,0-2 5 16,0 0 0-16,0-2 5 16,-6 1-4-16,-7 0 5 15,-8 4-6-15,-6 2 0 16,-4 2-19-16,-9 0 19 16,-2 20 0-16,-3 8 21 15,3 11-11-15,6 5 68 16,5 0-19-16,11-2-41 15,6-3 50-15,12-7-68 16,2-1 0-16,2-7 7 16,21-2 5-16,6-4 21 0,9-6-33 15,4-8-20-15,7-4-2 16,0 0-53-16,1-14-36 16,-6-6 32-16,-4-4-51 15,-7-3 53-15,-8 4-16 16,-7 0 50-16,-7 8 43 15,-5 4 22-15,-6 8 52 16,0 3-11-16,0 0-62 16,0 5 31-16,-11 16 2 15,-4 2 3-15,4 3 36 16,6-5-72-16,5-3-1 16,0-6 0-16,0-2 19 0,16-6 2 15,2-2-21 1,6-2-8-16,1 0-17 15,2-4 6-15,-3-13-45 0,2-4 2 16,-1-1-33-16,-2-2 76 16,-1 4-18-16,0 3 37 15,-2 3-9-15,3 9 18 16,-2 1-9-16,4 4 24 16,-2 0-18-16,1 0 54 15,-1 0-60-15,-2 6 1 16,-2-3 18-16,-6 2-18 15,-7-1-1-15,-1-2 0 16,-5 1 14-16,0 6-16 16,-9 3 2-16,-8 4 0 15,-4 5 26-15,6-6-25 0,3-1 6 16,6-8-7-16,6-2 10 16,0-4-37-16,0 0 27 15,4 0-42-15,14 0 42 16,4-10-52-16,5-4-76 15,0-1 15-15,-3 6 79 16,-1 4 26-16,-8 5 16 16,-1 0 4-16,-10 5 42 15,-2 15-40-15,-2 6 20 16,0 0-20-16,-6-4 3 16,-6-1-17-16,-9-11 0 15,5-9-123-15,-2-1-352 0</inkml:trace>
  <inkml:trace contextRef="#ctx0" brushRef="#br0" timeOffset="22025.4">21219 1095 1936 0,'0'0'533'16,"0"0"-443"-16,0 0-54 15,0 0-16-15,0 0-6 16,0 0-4-16,0 0-10 15,104 73-65-15,-119 2 19 16,-16-11-206-16,2-10-440 0</inkml:trace>
  <inkml:trace contextRef="#ctx0" brushRef="#br0" timeOffset="22817.33">21925 1659 1891 0,'0'0'391'0,"0"0"-274"16,0 0-49-16,0 0-2 16,0 0 16-16,143-78-82 0,-83 35-14 15,1-6 3 1,-6-5-57-16,-8 0 34 16,-9-2 25-16,-12 0-14 15,-8 6 10-15,-7 6 25 0,-9 8-12 16,-2 10 107-16,0 12-43 15,0 10-13-15,-10 4-51 16,-11 7 17-16,-8 27-18 16,-4 17 2-16,-3 14 10 15,5 8 52-15,4 0-53 16,8-8 5-16,5-7-15 16,8-13 16-16,3-13-14 15,3-8-2-15,0-12 0 16,0-7-8-16,11-5 8 15,12 0-7-15,4-5 5 0,10-19-86 16,3-8 32 0,3-3-71-16,-8 6 8 15,-8 11 109-15,-6 11 10 0,-10 7 1 16,-7 10-1-16,-4 17 16 16,0 2 54-16,0 4-46 15,0-5 3-15,0-2 16 16,0-6-42-16,0-4 15 15,16-4-10-15,6-6 14 16,2-2 29-16,3-2-49 16,-2-2-23-16,-3 0-21 15,-2 0-95-15,0-8-96 0,-5-10-264 16,-1 1-760-16</inkml:trace>
  <inkml:trace contextRef="#ctx0" brushRef="#br0" timeOffset="23245.22">22978 1521 1545 0,'0'0'214'16,"0"0"-116"-16,0 0-98 16,0 0 0-16,0 0 63 15,0 0 6-15,0 0 4 16,-63-45-73-16,36 45 9 15,-6 0 68-15,0 5 5 16,2 13 34-16,4 3-1 16,4 2-72-16,8 3 12 15,11 1-55-15,4-3 1 16,0-2 10-16,26-5-11 16,10-2-11-16,6-9-35 0,2-4-105 15,3-2-37 1,9-9-86-16,-11-12-264 15,-10 1-482-15</inkml:trace>
  <inkml:trace contextRef="#ctx0" brushRef="#br0" timeOffset="23598.14">22978 1521 935 0,'160'-17'100'0,"-160"15"-90"16,0 2-3-16,0 0 58 15,0 0 150-15,0-3-5 16,0 3-70-16,0 0 13 15,0 0-87-15,0 0 3 0,0 0-22 16,0 7-36 0,0 10 53-16,-13 8 33 0,-3 3-35 15,-1 2 43-15,-2-4-50 16,4-2 21-16,1-6-26 16,8-7-35-16,2-6 31 15,1-3-46-15,3-2 0 16,0 0 0-16,5 0 0 15,17-14-56-15,9-10-198 16,9 0-37-16,4 2 100 16,2 6-17-16,-7 8 208 15,-3 8 88-15,-9 0 50 16,-9 6-31-16,-7 12-31 16,-7 4-70-16,-4 10-12 15,-6-4-119-15,-10-8-683 0</inkml:trace>
  <inkml:trace contextRef="#ctx0" brushRef="#br0" timeOffset="24194.07">24273 1606 1605 0,'0'0'530'0,"0"0"-487"16,0 0-43-16,0 0 0 0,0 0 48 15,0 0 1-15,0 0 44 16,-18 96-72-1,7-78-5-15,7-7 16 16,1-8-26-16,3-3-6 0,0 0 35 16,14-14-35-16,15-12-112 15,8-6-149-15,5-6 56 16,3 4 16-16,-1 4 72 16,-5 8 117-16,-8 12 150 15,-9 10-40-15,-8 0 42 16,-8 7-36-16,-4 13-52 15,1 5 51-15,-1-1-108 16,5-1-5-16,6-8 11 16,8-3-3-16,4-10-20 15,10-2-34-15,9-22-210 0,-6-11-311 16,-7-4-820-16</inkml:trace>
  <inkml:trace contextRef="#ctx0" brushRef="#br0" timeOffset="24812.34">24921 1160 1612 0,'0'0'719'0,"0"0"-508"16,0 0-211-16,0 0 25 16,0 0-25-16,0 0 70 15,-124 141-4-15,84-74 58 16,1 3-91-16,8 0-20 16,10-9-13-16,7-6 22 15,7-11-17-15,7-14-5 16,0-8-31-16,15-8 31 0,12-12-72 15,12-2-21-15,5-5-84 16,3-20-140-16,-1-5 92 16,-6 2 60-16,-11 10 165 15,-10 10 196-15,-13 8-106 16,-6 5-42-16,0 16 28 16,0 4-37-16,-6 0 87 15,-1-1-112-15,7-6-8 16,0-3 21-16,9-7-8 15,18-7 5-15,8-1-24 16,3 0-52-16,2-16 6 16,-2-8-103-16,-2-2-25 15,-3 1 58-15,-4-2 14 0,-6 8 102 16,-11 5 115-16,-4 7 116 16,-8 7-40-16,0 0-188 15,0 4 12-15,0 13 4 16,0 6-1-16,0 0 17 15,0-6-35-15,0-1 14 16,0-5 0-16,0-6-14 16,0-1 0-16,2-4-8 15,13 0 5-15,8-4 3 16,4-13-128-16,2-6-162 16,2 0 126-16,-2 2 0 15,-5 5 140-15,-6 7 24 16,-7 9 174-16,-6 0-7 15,-5 5-74-15,0 19-43 16,0 0 70-16,-12 2-113 16,-1-1 1-16,1-8-8 0,6-5-9 15,2-12-108-15,1-3-352 16,1-16-413-16</inkml:trace>
  <inkml:trace contextRef="#ctx0" brushRef="#br0" timeOffset="24950.07">25611 1381 2027 0,'0'0'624'16,"0"0"-557"-16,0 0-67 15,0 0-21-15,0 0-37 0,0 0-28 16,-52 151 32-16,19-105-514 16</inkml:trace>
  <inkml:trace contextRef="#ctx0" brushRef="#br0" timeOffset="25642.53">26377 1592 2109 0,'0'0'420'0,"0"0"-420"15,0 0-252-15,150-6 197 16,-88-14 55-16,0-7 33 16,-1-6 40-16,-3-3-73 15,-5-7-219-15,-11-1-74 0,-8-2 51 16,-14 2 236 0,-11 3 6-16,-9 6 161 0,0 12 141 15,-5 9-88-15,-17 14-162 16,-9 3-15-16,-9 31-9 15,-3 13 55-15,-1 16 42 16,6 5-89-16,5 2 66 16,8-5-102-16,7-7 6 15,7-8 12-15,7-14-16 16,2-12-2-16,2-8 0 16,0-11-11-16,15-5-17 15,14-2 13-15,10-23-80 16,11-8-42-16,4-4-93 15,-1 1 135-15,-9 10 53 16,-8 9 42-16,-11 17 142 16,-9 0-87-16,-10 26 2 0,-1 9 40 15,-5 7-35-15,0 2 39 16,0-1-73-16,0-6-5 16,2-6-2-16,2-8-21 15,2-5-8-15,0-9-16 16,0-9-107-16,3 0-5 15,4-30-127-15,1-9-528 16,-1-3-375-16</inkml:trace>
  <inkml:trace contextRef="#ctx0" brushRef="#br0" timeOffset="25800.46">27160 1576 209 0,'0'0'1424'16,"0"0"-928"-16,0 0-354 16,0 0 30-16,0 0-133 0,118-12 5 15,-89 34 38 1,0 8-48-16,-1 4 39 15,3 4-73-15,-2 0 20 0,0-4-10 16,-4-5-10-16,-2-8-18 16,-1-10-104-16,-7-8-147 15,-1-3-244-15</inkml:trace>
  <inkml:trace contextRef="#ctx0" brushRef="#br0" timeOffset="25961.93">27783 1403 354 0,'0'0'1806'16,"0"0"-1573"-16,0 0-210 0,0 0 55 15,-62 105-50-15,27-56-21 16,1 7-14-16,7 13-24 16,7-13-300-16,14-16-781 15</inkml:trace>
  <inkml:trace contextRef="#ctx0" brushRef="#br0" timeOffset="26061.18">27993 1826 2256 0,'0'0'511'0,"0"0"-511"16,0 0-689-16</inkml:trace>
  <inkml:trace contextRef="#ctx0" brushRef="#br0" timeOffset="32217.16">10904 2585 1763 0,'0'0'609'16,"0"0"-435"-16,0 0-80 15,0 0-39-15,0 0 5 0,0 0-45 16,0-37 137-1,0 37-152-15,0 0 0 0,0 8-25 16,0 23 19-16,0 18 6 16,-8 20 22-16,-11 10 11 15,0 6 18-15,-4-5-51 16,5-9 0-16,5-15-6 16,5-19 26-16,6-11-19 15,2-9-1-15,0-14 2 16,8-3-44-16,15 0 42 15,6-20-15-15,2-13-2 16,2-16-26-16,1-9 10 16,-5-3-34-16,-5 4 48 15,-11 11 10-15,-4 16 18 16,-9 18 35-16,0 12 1 0,-4 3-43 16,-17 24-4-16,-3 9-13 15,4 3 15 1,11-2 39-16,9-5-39 15,3-10 0-15,28-7-12 0,13-13 46 16,12-2-66-16,8-18 32 16,6-19-98-16,-3-9 90 15,-7-10-133-15,-9-9 42 16,-13-6 87-16,-14-1-43 16,-10 5 55-16,-10 16 35 15,-4 18 87-15,0 24 135 16,-18 9-257-16,-13 25-1 0,-7 21 0 15,0 15 2-15,7 3 71 16,11-1-72-16,11 0 8 16,9-11 7-16,2-9-15 15,21-11 0-15,8-13-15 16,7-10 9-16,4-9-15 16,5 0-31-16,-1-19-93 15,-3-4 124-15,-5-5-91 16,-11 3 76-16,-9 9 26 15,-9 8 20-15,-5 8 50 16,-4 3-60-16,0 24 0 16,0 4 60-16,-2 7-59 15,0-4 12-15,2-7-13 16,0-8 31-16,13-7-25 16,11-10-6-16,7-2-86 0,5-11 38 15,0-14-215-15,0-6-81 16,-5-3 41-16,-4 1 73 15,-8 3 230-15,-5 7 29 16,-7 11 234-16,-5 12 227 16,-2 0-388-16,0 14-66 15,-2 14 64-15,-9 4-99 16,-1 0 85-16,4-1-86 16,8-9-65-16,0-10-76 15,0-10-573-15</inkml:trace>
  <inkml:trace contextRef="#ctx0" brushRef="#br0" timeOffset="32331.44">11990 2513 1413 0,'0'0'1187'16,"0"0"-1187"-16,0 0-502 16,0 0-357-16</inkml:trace>
  <inkml:trace contextRef="#ctx0" brushRef="#br0" timeOffset="33142.61">12969 2773 1637 0,'0'0'486'0,"0"0"-294"16,0 0-176-1,0 0-7-15,-165 42 71 16,107-12-68-16,6 2 115 0,15-2-127 16,10-6 2-16,14-6-8 15,13-8 6-15,0-6-31 16,29-4-3-16,17-7-55 15,33-40-55-15,-11 3-450 16,-7-2-216-16</inkml:trace>
  <inkml:trace contextRef="#ctx0" brushRef="#br0" timeOffset="33325.41">13060 2426 1763 0,'0'0'555'0,"0"0"-512"15,0 0-42-15,0 0 49 16,-31 130-17-16,13-65 161 15,0 3-149 1,5 0-33-16,2 0 21 0,4-4-33 16,1-4-6-16,6-12-107 15,0-7-103-15,0-19 12 16,0-10-425-16,0-12-717 0</inkml:trace>
  <inkml:trace contextRef="#ctx0" brushRef="#br0" timeOffset="33662.06">12710 2733 1200 0,'0'0'1079'15,"0"0"-925"-15,0 0-59 0,0 0-95 16,113-32 0-16,-57 32-12 16,2 0 28-16,3 8-1 15,-6 12-15-15,-7 10 0 16,-13 7-6-16,-10 2 7 15,-12 5-1-15,-7-2 63 16,-1-4-46-16,-1-3 40 16,1-8-57-16,4-9 1 15,4-7 30-15,3-11-31 16,4 0 0-16,2-11-18 16,0-16-29-16,-3-8 21 15,-9-3-27-15,-7-1 48 16,-3 2-6-16,0 9 22 0,-11 6 7 15,-10 8-18-15,1 8-16 16,-9 6-60-16,7 0-241 16,4 0-334-16</inkml:trace>
  <inkml:trace contextRef="#ctx0" brushRef="#br0" timeOffset="33856.97">13464 2392 940 0,'0'0'1416'0,"0"0"-1033"16,0 0-357-16,0 0-26 16,0 0-115-16,-20 110 9 15,-7-39 27-15,2-5-571 0</inkml:trace>
  <inkml:trace contextRef="#ctx0" brushRef="#br0" timeOffset="34010.18">13529 3025 1972 0,'0'0'284'0,"0"0"-284"15,-101 149-211-15,46-83-175 16,1-12-450-16</inkml:trace>
  <inkml:trace contextRef="#ctx0" brushRef="#br0" timeOffset="34793.01">14518 2667 907 0,'0'0'908'0,"0"0"-653"16,0 0-44-16,0 0 39 15,0 0-149-15,0 0-54 16,0 0-47-16,4 58 1 16,-15-2 89-16,-4 5-90 15,-1 6 7-15,0-6 5 16,5-10-6-16,3-8-6 15,3-11 0-15,1-10-78 16,4-8 25-16,0-8-178 0,0-6-100 16,0-16 130-16,0-8-156 0</inkml:trace>
  <inkml:trace contextRef="#ctx0" brushRef="#br0" timeOffset="35049.41">14632 2578 1204 0,'0'0'515'16,"0"0"-453"-16,0 0 23 16,0 0 13-16,0 0-19 15,122 147 100-15,-117-91-37 16,-5 5-106-16,0-3 133 16,-11 1-158-16,-12-9 20 15,-2-7 45-15,1-11-69 0,0-8 38 16,4-10-45-16,-1-9 3 15,6-5-55-15,3-2 10 16,8-23-47-16,12-43-88 16,17 3-177-16,12 1-274 0</inkml:trace>
  <inkml:trace contextRef="#ctx0" brushRef="#br0" timeOffset="35209.74">14870 2796 940 0,'0'0'410'0,"0"0"-82"15,0 0-107-15,0 0-9 16,73 142-52-16,-73-96-86 15,0-5 99-15,-10-4-161 0,-1-7 5 16,-1-9 6-16,6-7-9 16,4-9-28-16,-1-5-50 15,3-5-62-15,0-21-48 16,18-37-317-16,4 6 186 16,3 2-904-16</inkml:trace>
  <inkml:trace contextRef="#ctx0" brushRef="#br0" timeOffset="35731.07">14870 2796 899 0,'156'46'845'0,"-151"-46"-364"15,1 0-449-15,4 9 48 16,3 3-26-16,7 2-40 16,9-6 19-16,11-4-33 15,5-4-37-15,3 0 22 16,-3-14-167-16,-11-6-17 0,-13-4 75 16,-13 2-8-1,-8 4 132-15,-2 6 57 16,-19 8 56-16,-3 4 48 0,-3 9-20 15,-2 22 7-15,4 9-5 16,3 5-97-16,8 1 112 16,12-3-158-16,2-4 15 15,0-10-12-15,23-8-3 16,6-12-14-16,4-9-15 16,7 0-98-16,5-21 91 15,1-11-160-15,4-5-113 16,-4-1 12-16,-3 2 97 15,-12 11 200-15,-8 8 223 16,-12 13 26-16,-7 4-17 16,-4 12-155-16,0 16-19 0,-2 4 55 15,-9 0-73-15,3-6 4 16,2-3-44-16,4-11 44 16,2-4-34-16,0-8-10 15,4 0-18-15,19 0-13 16,8-12 13-16,9-8-64 15,9-2-7-15,3 0-68 16,0 1 140-16,0 12-38 16,-7 4 55-16,-9 5 92 15,-9 9-54-15,-10 15 6 16,-5 3-44-16,-10 2 17 16,-2 0-68-16,-10-2 6 0,-38-5-81 15,0-8-69-15,2-9-408 16</inkml:trace>
  <inkml:trace contextRef="#ctx0" brushRef="#br0" timeOffset="35898.01">15160 2530 1870 0,'0'0'538'0,"0"0"-465"16,0 0-34-16,0 0-39 15,127-14-101-15,-98 107 68 16,-11-5-234-16,-10 6-346 0</inkml:trace>
  <inkml:trace contextRef="#ctx0" brushRef="#br0" timeOffset="35989.04">15263 3423 1377 0,'0'0'514'16,"0"0"-318"-16,0 0-90 15,0 0-106-15,0 0-104 16,0 0-540-16</inkml:trace>
  <inkml:trace contextRef="#ctx0" brushRef="#br0" timeOffset="36452.4">17309 2629 1597 0,'0'0'851'16,"0"0"-604"-16,0 0-239 16,0 0 29-16,0 0-74 15,0 0 37-15,-27 109 0 16,5-48 61-16,-2 9-53 15,1 2 20-15,3-4-28 16,0-3 30-16,4-9-20 16,3-12-10-16,4-10-88 15,4-10-12-15,3-10-106 16,0-14-127-16,0-4-213 16,0-18-854-16</inkml:trace>
  <inkml:trace contextRef="#ctx0" brushRef="#br0" timeOffset="36707.9">16872 2916 2068 0,'0'0'301'0,"0"0"-301"15,0 0-105-15,171-33 40 16,-99 33 11-16,3 0 54 16,-3 12 133-16,-3 14-98 15,-11 9 10-15,-14 1 42 16,-12 2-54-16,-12-2 45 15,-14-4-78-15,-6-6 27 16,0-4 5-16,0-4-32 16,-15-8-18-16,-3-6-3 15,1-4-129-15,5-2-28 0,8-24-59 16,4-36-98-16,18 4 56 16,8 2-996-16</inkml:trace>
  <inkml:trace contextRef="#ctx0" brushRef="#br0" timeOffset="37175.21">17545 2879 1333 0,'0'0'810'0,"0"0"-551"15,0 0-231-15,0 0 82 16,0 0-109-16,0 0-1 16,0 0 16-16,114 115 3 15,-74-97 11-15,9-9-30 16,2-7 0-16,-2-2-42 16,-7 0 42-16,-10-14-49 15,-14-1 49-15,-12-4-10 16,-6 6-6-16,-4 0 16 15,-19 10 0-15,-6 3 28 0,-2 3 2 16,0 22-16-16,4 5 83 16,10 4-80-16,8-3 53 15,9 0-70-15,0-6 1 16,15-8 18-16,19-7-8 16,9-10-11-16,12 0 0 15,7-20-20-15,8-11 5 16,-1-8-68-16,-3-9-76 15,-6-4 114-15,-8-7-111 16,-14-2 28-16,-14 3 128 16,-11 12 12-16,-7 9 241 15,-6 16-65-15,0 12-77 0,0 9-62 16,0 9-49 0,-8 22 0-16,-3 10-9 0,3 14 36 15,2 3 1-15,6 0-28 16,0-4 0-16,0-10-4 15,0-5 10-15,0-11-6 16,-8-8 0-16,-15-6-58 16,-32-14 2-16,6 0-269 15,-3-12-624-15</inkml:trace>
  <inkml:trace contextRef="#ctx0" brushRef="#br0" timeOffset="37317.08">18011 2235 39 0,'0'0'2228'16,"0"0"-2034"-16,0 0-194 0,-107 133-47 15,31-11 25-15,9-11-38 16,11-13-255-16</inkml:trace>
  <inkml:trace contextRef="#ctx0" brushRef="#br0" timeOffset="38323.07">19393 3305 2293 0,'0'0'379'0,"0"0"-379"15,0 0-151-15,0 0-13 16,161-81 134-16,-95 39 30 16,4-8 1-16,-3-4 23 15,-5-3-24-15,-6-2-43 16,-12-5 37-16,-13 1-9 15,-13 3 15-15,-9 8 99 16,-7 11-69-16,-2 16 41 16,0 14-16-16,-8 11-27 15,-13 17-53-15,-6 26 25 16,-2 20 0-16,0 17 119 16,3 6-90-16,6 2 18 15,4-7-35-15,7-14 31 0,7-16-28 16,0-17-15-16,2-12 0 15,0-13-18-15,9-9 18 16,15 0-21-16,12-21 12 16,11-13-191-16,4-14 107 15,7-4-88-15,0 0-90 16,-7 10 173-16,-9 13 98 16,-15 24 44-16,-13 5 77 15,-12 17-110-15,-2 17 148 16,0 5-76-16,-2-1-40 15,0-4 44-15,2-6-69 16,0-5 22-16,24-8 0 16,9-7-38-16,14-8 92 15,7 0-94-15,4-11-106 0,-2-13 35 16,-5-10-64-16,-6-5-19 16,-6-6 20-16,-5-4 64 15,-7 0 70-15,-9 11 59 16,-7 10 123-16,-5 12 68 15,-6 9-106-15,0 7-59 16,0 0-85-16,-11 9 17 16,-9 13-5-16,1 6-12 15,-2 2 0-15,3 1 12 16,5 1-2-16,4-3 18 16,6 0-28-16,3-1 0 0,0 0 13 15,12-3-13 1,13-6 0-16,8-3 6 15,9-8 12-15,10-8-36 0,3 0 2 16,6-12-139-16,-6-16 91 16,-4-7-141-16,-11 0 41 15,-9-1 13-15,-19 3-111 16,-12 12 18-16,0 7-54 0</inkml:trace>
  <inkml:trace contextRef="#ctx0" brushRef="#br0" timeOffset="38869.08">21281 2970 940 0,'0'0'983'0,"0"0"-686"15,0 0-222-15,0 0-1 16,0 0-45-16,0 0 24 16,0 0 90-16,-60 96-102 15,45-64 89-15,-1-3-124 16,7-6 13-16,3-9 16 16,3-7-26-16,0-4-9 15,3-3 0-15,0 0 33 16,0 0 35-16,10-15-68 15,17-10-52-15,11-11-49 16,8-2-25-16,8 1 33 16,1 10 70-16,-3 8 23 15,-8 16 62-15,-4 3-62 16,-11 3 9-16,-6 17 74 16,-13 6-70-16,-2 6 4 0,-8 5-17 15,0-2-106-15,-14 4 43 16,-6-11-432-16,0-10-607 0</inkml:trace>
  <inkml:trace contextRef="#ctx0" brushRef="#br0" timeOffset="39215.37">20905 2781 1073 0,'0'0'863'0,"0"0"-799"16,0 0-64-16,-152-14-64 0,92 43-105 16,13 6-91-16,11 5-73 0</inkml:trace>
  <inkml:trace contextRef="#ctx0" brushRef="#br0" timeOffset="39973.39">22625 2450 1719 0,'0'0'558'16,"0"0"-499"-16,0 0-27 16,0 0-9-16,0 0-23 15,0 0 129-15,0 0-129 16,-2-10 0-16,-20 63 23 16,-10 17 58-16,-8 12 4 15,1 11-34-15,-4-1-43 16,5-1 142-16,7-5-139 15,8-9-11-15,8-11 22 16,11-10 2-16,4-12-1 0,0-12-23 16,19-8 0-1,10-7-5-15,6-14 5 0,4-3-18 16,8-5 3-16,4-25-25 16,-1-11 19-16,-4-4-81 15,-11-1-14-15,-8 9 71 16,-13 9 84-16,-9 12-39 15,-5 14 60-15,0 2-42 16,-19 5-32-16,-5 22 14 16,-2 4 0-16,3 8 15 15,5-3-15-15,7 0 0 16,7-8-1-16,2-5-62 16,2-10-19-16,0-13-130 0,0 0-150 15,0-1-124-15</inkml:trace>
  <inkml:trace contextRef="#ctx0" brushRef="#br0" timeOffset="40100.05">22695 2842 1735 0,'0'0'845'0,"0"0"-704"16,0 0-120-16,133-17-42 16,-79 17-47-16,31 24-118 15,-14 2-76-15,-4-1-636 0</inkml:trace>
  <inkml:trace contextRef="#ctx0" brushRef="#br0" timeOffset="40565.04">24064 2735 1287 0,'0'0'978'0,"0"0"-711"15,0 0-145-15,0 0 122 16,0 0-169-16,0 0-48 16,0 0-1-16,4-6-16 15,-11 48-10-15,-11 17 0 16,-4 11 6-16,-2 5 19 15,1 0-25-15,1-5 0 16,4-10-16-16,2-8 44 16,8-11-50-16,2-9 22 0,6-9-184 15,0-14 38 1,12-9-239-16,3 0-174 0</inkml:trace>
  <inkml:trace contextRef="#ctx0" brushRef="#br0" timeOffset="40791.94">24143 2651 2227 0,'0'0'270'15,"0"0"-178"-15,0 0-92 16,137 54 0-16,-95-10 64 16,-7 14-23-16,-8 10 53 15,-9 8-76-15,-11 5 5 16,-7-3 28-16,-23-6-51 0,-21-8 0 15,-10-8 2-15,-8-9-2 16,4-12-30 0,2-12-187-16,16-13-329 0,15-10-700 0</inkml:trace>
  <inkml:trace contextRef="#ctx0" brushRef="#br0" timeOffset="41143.65">24841 3139 1438 0,'0'0'921'0,"0"0"-410"16,0 0-449-16,0 0-20 0,116-9 58 15,-58 3-99 1,7 2 20-16,3 4-21 0,0 0-57 15,-12 0 50-15,-16 12-478 16,-23-5-492-16</inkml:trace>
  <inkml:trace contextRef="#ctx0" brushRef="#br0" timeOffset="41274.14">24799 3333 2517 0,'0'0'298'16,"0"0"-298"-16,0 0-19 15,0 0-39-15,201 4 58 16,-117-4-63-16,-4-4-285 0</inkml:trace>
  <inkml:trace contextRef="#ctx0" brushRef="#br0" timeOffset="43549.04">25922 2847 1949 0,'0'0'520'16,"0"0"-393"-16,0 0 68 15,0 0-73-15,0 0-110 16,0 0 123-16,0 0-135 16,5-54 0-16,11 54-2 15,8 0 25-15,7 20-24 16,0 12 1-16,-4 8 0 16,-11 9-24-16,-12 5 24 15,-4 1 0-15,-6 0 11 0,-17-3 4 16,1-8 1-16,2-6-16 15,4-12 0-15,5-9-7 16,7-5 7-16,2-8-11 16,2-4-4-16,0-3 29 15,6-22-56 1,17-18-24-16,10-15-206 0,5-12 226 16,4-2-131-16,-1 10 116 15,-12 13 61-15,-12 17 11 16,-9 18 149-16,-8 14-97 15,0 0-44-15,-12 20 63 16,-15 18-28-16,-2 13 21 16,0 7-13-16,6 0-48 0,14-2 25 15,9-8-39-15,0-8-23 16,27-12-23-16,11-10-33 16,11-12-82-16,5-6 24 15,-1-4-116-15,-4-24-42 16,-4-12-81-16,-9-6 69 15,-9-2 307-15,-10 8 76 16,-5 12 533-16,-12 12-118 16,0 16-380-16,0 0-45 15,-18 21-66-15,-3 11 0 16,4 3 130-16,7 2-129 16,10 0 18-16,0-7-19 15,19-4 41-15,12-8-46 16,9-10 5-16,2-8-10 15,3 0-31-15,-2-15-11 0,-4-14-24 16,-5-9 61-16,-3-8-15 16,-2-4 5-16,-4 2 25 15,-6 5 0-15,-3 11 91 16,-9 14-36-16,-5 12 0 16,-2 6-55-16,0 27 18 15,-11 23-18-15,-18 33 0 16,-11 30 0-16,4-1 55 15,2-11-53-15,7-13 15 16,8-18-17-16,-4 3 41 0,-1 3-1 16,-1-12-40-16,6-14 0 15,0-12-7 1,2-15 13-16,-3-10-6 16,-1-13 0-16,-2 0 19 0,-4-16-7 15,9-13-11-15,7-6-1 16,11-9 62-16,6-4-51 15,32-6 7-15,18-4-18 16,17 0-57-16,14 3 39 16,49-17-276-16,-23 16-227 15,-9 10-332-15</inkml:trace>
  <inkml:trace contextRef="#ctx0" brushRef="#br0" timeOffset="43643.16">27387 3326 848 0,'0'0'1761'0,"0"0"-1486"0,0 0-275 15,0 0-104-15,0 0-442 16,0 0-270-16</inkml:trace>
  <inkml:trace contextRef="#ctx0" brushRef="#br0" timeOffset="57587.2">3274 5747 646 0,'0'0'361'16,"0"0"-254"-1,0 0-17-15,0 0-45 16,0 0 39-16,0 0 59 16,0-36-22-16,0 29-28 0,0 3-14 15,0 1-22-15,0-2 15 16,2 2-41-16,-2-1-30 15,0 1 85-15,3 1-41 16,-3 0 14-16,0 2 28 16,0 0-19-16,0 0 30 15,0 0-27-15,0 0-58 16,0 0 68-16,0 0-80 16,0 0 9-16,0 0 21 15,0 0-30-15,0 0 44 16,0 0-36-16,0 0 0 0,0 0 34 15,0 0-43-15,0 0 0 16,0 0 0-16,0 0 19 16,0 0-14-1,0 0-5-15,0 0 0 0,0 0-17 16,-5 4 17-16,-3 6 0 16,-2 1 0-16,-1 1 17 15,0-1-19-15,0 1 2 16,-2 3 0-16,1-1 17 15,-1 0-8-15,-1 1-8 16,3 0-1-16,-2 2 17 16,-1-3-2-16,-1 3-15 15,1 1 0-15,-1 0-9 0,-1 3 10 16,1-2-1 0,-1 1 0-16,3 3 13 0,-3-2-13 15,3 1 0-15,-3 0 0 16,-1 1 5-1,-1 1-5-15,0-3 13 0,-2 4-13 16,-1 1 25-16,4-2 4 16,-3 0-29-16,2-2-2 15,0 2-14-15,0-2 26 16,1 2-10-16,-4-2 0 16,3 3 11-16,-1-2-16 15,1 1 5-15,-3 1 0 0,2-1-10 16,-2 2 26-1,1-2-16-15,1 1 0 16,-2-2 1-16,2 0-4 0,-2 3 3 16,1 1 0-16,1-3-7 15,-2 0 17-15,3 3-10 16,-2-6 0-16,2 4 1 16,0-4-4-16,1 2 3 15,-1-2 0-15,2-1-12 16,0 2 27-16,-1-1-10 15,1 1-5-15,-1 0 0 16,1-2-3-16,1 1 3 16,-4 2-2-16,3 0-8 15,-1 0 20-15,-1 0-5 16,-4 2-5-16,0 0 0 0,-1 0-6 16,-2 1 6-16,1 1 0 15,0-1-8-15,1-3 17 16,1 2 3-16,-1-2-12 15,4-4 0-15,1 0-7 16,0 1 7-16,0 1 0 16,2-1-5-16,1 0 17 15,2-2-9-15,-1 0-3 16,1 1 0-16,1-2-7 16,-1 1 7-16,-1-2 0 15,2 2-9-15,1-2 22 16,-3 1-10-16,3-2-3 15,-1 3 0-15,4-1-4 16,-3-2 4-16,1 2 0 16,2 0-12-16,-3-2 25 0,-1 2-10 15,3-3-3-15,1 1 0 16,-1-3-7-16,0-1 7 16,0 2 0-16,2-3-6 15,3-1 19-15,-3 0-19 16,2 2 6-16,-1-2 0 15,-1-1-3-15,1 2 3 16,-1 1 0-16,0-3-1 16,1 1 11-16,1-3-11 15,1 2 1-15,-1-2 0 16,0 1-9-16,1-3 9 0,2-1 0 16,0 1-2-1,0 0 16-15,-1 0-17 0,1-1 3 16,0 0 0-16,0 1-14 15,0-1 15-15,0-1-1 16,2-2 0-16,0 0 8 16,0 0-4-16,0 0-4 15,0 0-49-15,0 0 35 16,0 0-103-16,0 0-37 16,-6 2-169-16,4-2-546 0</inkml:trace>
  <inkml:trace contextRef="#ctx0" brushRef="#br0" timeOffset="60087">1678 7935 831 0,'0'0'308'0,"0"0"-229"16,0 0-41-16,0 0 4 15,0 0-20-15,0 0 69 16,0 0-13-16,-13 0-21 15,11 0 32-15,2 0-64 16,0 0 26-16,0 0 3 16,0 0-54-16,0 0 40 15,0 0-40-15,0 0 0 16,0 0 57-16,0 0-42 16,0 0 32-16,0 0 17 15,0 0-33-15,0 0 58 16,0 0-61-16,0 0-27 15,0 0 40-15,0 0-40 0,0 1 13 16,8-1 20 0,5 3-33-16,5-2 72 0,1 2-73 15,2-1 6-15,2-2 28 16,-1 0-33-16,3 0 19 16,-3 0-20-16,0 0 26 15,1 0-19-15,-6 0-7 16,1 0-4-16,-2 0 3 15,-3 2 2-15,3 0-1 16,-1 2 0-16,4-3 7 16,0-1-7-16,4 0 0 15,1 0 0-15,5 0-3 16,3 0 9-16,1 0 0 16,0 0-6-16,1-4 10 15,-1 1-1-15,0-1-9 16,-2 0 0-16,1 0 10 15,-3 1-9-15,-2 2 14 0,-3-2-15 16,1 2 9-16,-2-1 8 16,-4 0-17-16,1 0 0 15,-2-1-8-15,2 3 19 16,-2 0 2-16,2-2-13 16,2 0 1-16,3 1 24 15,0-4-25-15,4 1 0 16,0 0 8-16,0 1 1 15,2-2-5-15,-2 1-4 16,-3 2 0-16,1 2-1 16,-1 0 1-16,-3 0 0 15,2 0-9-15,-4 0 24 16,2 0-15-16,-3 0 0 16,1 0 0-16,-2 4-5 0,4-2 5 15,-1 3 0-15,0-3-6 16,2-1 20-16,1 2-4 15,2-3-10-15,-2 1 0 16,2-1-3-16,-2 0 3 16,2 0 0-16,-2 0-4 15,2 0 15-15,-2 0-8 16,-1 0-3-16,0 0 0 16,1 0 0-16,-3 0 0 15,1 0 0-15,2 0-9 16,-4 0 23-16,0 0-11 15,1 0-3-15,3 0 0 0,-4 0 4 16,4 0-4-16,2 0 0 16,0 0-1-1,0 0 16-15,2 0-4 0,-2 0-11 16,-2 0 0-16,0 0-3 16,0 0 3-16,-3 3 0 15,0-3-6-15,-2 0 21 16,-1 1-14-16,-2-1-1 15,-1 3 0-15,-3-1-9 16,3-1 9-16,-3 1 0 16,3 0-1-16,1 1 18 15,2-1-17-15,-1 0 0 0,1 0 0 16,4-1-6-16,-3 2 6 16,0-2 0-16,0 2-2 15,0-2 15-15,0-1-13 16,0 3 0-16,-3-3 0 15,-1 1-10-15,1-1 10 16,-2 3 0-16,-2-1 0 16,1 2 13-16,1-3-9 15,-1 2-4-15,-2-2 0 16,2 2-11-16,-1-2 18 16,-1 2-7-16,-3-3 0 15,-1 1 15-15,1 2-8 16,1-1-7-16,-2 0-1 0,3 0-1 15,1 1 2 1,1 0 0-16,3-1 0 0,1 2 7 16,3-2-7-16,1 2 0 15,-4-3 0-15,4 2-10 16,-4-2 16-16,-1 2-6 16,2-1 0-16,-1-1 7 15,2 2-7-15,-2 0 0 16,1-2 0-16,-1 0-12 15,2 2 21-15,-5-1-9 16,-2-2 0-16,1 2 6 16,-1-2-6-16,1 2 0 15,1 1-4-15,-1-3-11 16,1 0 30-16,-1 3-14 0,2-3-1 16,3 0 1-16,0 0-4 15,0 0 3-15,0 0 0 16,-1 0-17-16,-1 0 34 15,3 0-14-15,-2 0-3 16,1 0 0-16,-1 0-14 16,-1 0 14-16,2 0 0 15,0 0-4-15,0 0 17 16,1 0-8-16,2 0-5 16,1 0 0-16,2 0-6 15,3 0 6-15,-2 0 0 16,2-3-11-16,-3 3 23 15,1 0-9-15,-1 0-3 0,-2 0 0 16,3-3-7 0,-2 3 7-16,0 0 0 0,2-2-11 15,0 2 28-15,-1-2-17 16,1 2 0-16,-3 0 0 16,0 0-11-16,1 0 11 15,2 0 0-15,-4 0-6 16,6 0 21-16,2 0-16 15,0 0 1-15,2 0 0 16,2 0-2-16,4 0 2 16,-2 0 0-16,3 0-10 15,2 0 25-15,1 2-9 16,1 3-6-16,0-2 0 16,3 1 1-16,1 1 0 15,1 0-1-15,1 1 0 16,-4-2 23-16,0 2-13 15,-1-2-10-15,-1 3 0 0,-1-5-9 16,-2 5 9-16,1-2 0 16,-4-2-6-16,-3-1 22 15,-6 2-54-15,-5-2 29 16,-6 2-119-16,-16-4-15 16,0 0-429-16,-9 0-916 0</inkml:trace>
  <inkml:trace contextRef="#ctx0" brushRef="#br0" timeOffset="62261.12">3372 5777 629 0,'0'0'77'0,"0"0"-50"16,0 0 291-16,0 0 79 16,0 0-128-16,0 0-164 15,0 0-4-15,18 10 26 16,-18-10-40-16,0 0 39 15,0 0-66-15,0 0-34 0,0 0 66 16,0 0-84 0,0 0-2-16,0 0-6 0,0 0 15 15,0 2-6-15,3 5-9 16,-1 0 0-16,2 7 14 16,2 0-13-16,6 4 15 15,-1 2-16-15,4 2 22 16,1 3-14-16,5 0-8 15,2 1 0-15,4 0 3 16,4 2-3-16,6-1 0 16,-2-1 0-16,1-1 9 15,1 1-3-15,-1 1-6 16,3-1 0-16,0-1-10 16,3 4 10-16,6 0 0 15,-2-2 0-15,1-1 13 16,2 1-9-16,-4-3-4 15,-3 2 0-15,1-3 6 0,-1 2-5 16,3-3 16-16,-1 2-17 16,3-4 15-16,2 0-8 15,-4-4-7-15,-1 0 0 16,-3 0 6-16,-4 0 1 16,-1 2-4-16,-5 0-3 15,0 2 21-15,0 0-10 16,-2 2-11-16,0 0 0 15,0-2-2-15,-2-2 3 16,-2 1-1-16,1-3 0 16,1-2 11-16,-3 2 4 15,3-3-15-15,-2 4 0 16,-3-1-5-16,2 0 13 16,-1 2-2-16,-1 2-6 0,-2-2 0 15,2 2-4-15,1-3 4 16,-3 4 0-16,0-1-10 15,-2-3 22-15,-1 4-8 16,4-1-4-16,-3 2 0 16,-1-2-10-16,3 0 10 15,3 2 0-15,-4 1-8 16,4-1 19-16,-3-2-4 16,0 0-7-16,0 1 0 15,1-4-4-15,-2 1 4 16,1-1 0-16,1 0-11 0,-2-2 22 15,2 5-6-15,-1-6-5 16,-3 1 0-16,-1-1-10 16,-1 3 10-1,1-2 0-15,0 2-7 0,0-2 21 16,-3 1-14-16,3 0 0 16,1-2 0-16,-1 1-4 15,-1-4 4-15,1 2 0 16,-1-4-9-16,1 4 28 15,-3-4-22-15,3 4 3 16,-3-3 0-16,3 2-3 16,-1 1 3-16,4-2 0 15,1-1-7-15,-3-2 16 0,2 2-6 16,-2-3-3-16,-3-1 0 16,-1 1-5-16,1 1 5 15,-1-3 0-15,-2 4-7 16,0-3 19-16,0 0-9 15,-1-1-3-15,-2 2 0 16,3-1-12-16,-1 1 12 16,-2-2 0-16,1 2-1 15,2 2 14-15,3-1-13 16,-2 0 0-16,2 1 0 16,-1-2-13-16,3 1 13 15,0 1 0-15,0-4 0 16,-3 1 17-16,3 0-20 15,-6 0 3-15,4 1 0 16,-1 0-11-16,-2 2 11 0,3-2 0 16,-3 3-1-16,3 0 16 15,-1-2-18-15,0 0 3 16,1 0-3-16,1 1-10 16,-4-3 14-16,2-1-1 15,-1 2 0-15,-1-1 16 16,-2-1-17-16,2-1 1 15,-2 3 0-15,2-3-9 16,-2-1 9-16,2 2 0 16,-2-1 0-16,3-2 10 15,-4 1-5-15,1 0-5 16,-3 1-3-16,2 0-8 16,0-2 12-16,-1-1-1 15,-1 5 0-15,2-5 10 0,0 0-7 16,1 4-3-16,0-1-4 15,2-1-12-15,0 2 24 16,3-1-8-16,1 2 0 16,3-2 9-16,0 2-7 15,2-2-2-15,3 0-5 16,-4 0-1-16,4 0 12 16,-5 0 2-16,-3 0-8 15,-1 0 0-15,-3 1-8 16,-1-2 8-16,-4 3-86 15,-6-3-21-15,0 2-229 0,-6-3-456 16</inkml:trace>
  <inkml:trace contextRef="#ctx0" brushRef="#br0" timeOffset="63241.45">1582 7874 973 0,'0'0'74'0,"0"0"114"16,0 0 335-16,0 0-377 15,0 0-145-15,0 0 0 16,0 0 20-16,-2 33-3 16,-5-24 18-16,-1 3-36 15,-8 0-79-15,5-2-245 16,-1-3-1149-16</inkml:trace>
  <inkml:trace contextRef="#ctx0" brushRef="#br0" timeOffset="64514.9">2757 5344 143 0,'0'0'554'16,"0"0"225"0,0 0-292-16,0 0-409 0,0 0-68 15,0 0 123-15,0 0-64 16,7 7 2-16,-18 17 10 15,-5 15 40-15,-5 9 1 16,4 8-76-16,1 0-45 16,1-1 48-16,4-9-49 15,1-9 0-15,4-8-1 16,4-7-12-16,0-8-19 16,2-9-93-16,0-3-44 15,0-2 30-15,0 0-88 16,0-21-117-16,17-38-392 15,3-9 396-15,5 5 2 0,0 8 338 16,-10 36 220-16,-1 10-36 16,-1 3 65-16,1 4 438 15,1 2-488-15,1 0-82 16,-1 18 53-16,3 12-73 16,-1 11-50-16,4 1 27 15,-1 2-74-15,-3-2 0 16,0-3 0-16,-9-7-96 15,-8-6-72-15,-4-6-360 16,-19-13-361-16</inkml:trace>
  <inkml:trace contextRef="#ctx0" brushRef="#br0" timeOffset="64654.58">2516 5695 700 0,'0'0'1325'0,"0"0"-950"15,0 0-130 1,0 0-124-16,63-104-109 0,-10 87 28 15,10 3-40-15,26 14-51 16,-16 2-108-16,-11 12-443 0</inkml:trace>
  <inkml:trace contextRef="#ctx0" brushRef="#br0" timeOffset="65641.14">1277 8029 849 0,'0'0'100'0,"0"0"-100"16,0 0 34-16,0 0 805 16,0 0-580-16,0 0-178 15,0 0 22-15,2 0-79 16,-2 2 11-16,0 10-12 15,0 11-11-15,0 14 42 16,-7 9-45-16,-1 8 3 16,-4 0 30-16,3-1-41 15,3-12-1-15,-1-6 0 16,2-9 18-16,3-11-12 16,0-3-6-16,2-7-3 0,0-5-22 15,0 0 25 1,0-5 0-16,0-24 0 0,0-16-150 15,0-13 69-15,12-9-39 16,3-2 15-16,7 5 105 16,5 10 0-16,0 14 61 15,-1 12-18-15,-4 12-31 16,-3 9 37-16,-11 7-2 16,-1 3-19-16,-7 22 80 15,0 12-53-15,0 7-3 16,-17 4-30-16,-2-2 5 15,4-8 1-15,10-8-28 16,5-7-7-16,9-9-2 16,21-2 9-16,3-6-6 15,2-3 5-15,1 2 1 16,-5 0-5-16,-6 4 5 16,-14 4-3-16,-11 8 3 0,0 4 0 15,-32 8 11-15,-10 1-11 16,-5 0-6-16,-1 0-8 15,-8 2-143-15,16-7-362 16,9-9-1111-16</inkml:trace>
  <inkml:trace contextRef="#ctx0" brushRef="#br0" timeOffset="66454.33">7293 8356 705 0,'0'0'859'0,"0"0"-636"16,0 0-127-16,0 0-55 15,0 0 21-15,0 0-56 16,0 0 48-16,0-28-7 15,0 28-40-15,0 0 47 16,0-3-54-16,0 1 0 16,0-1-2-16,4-3 4 15,4-2-2-15,-2-2 0 16,-4-3 22-16,-2 2 12 0,0-1-34 16,-2 1 13-1,-20 5 2-15,-12 5-15 0,-10 1 0 16,-7 11-1-16,-5 22 10 15,2 6 92-15,12 10-21 16,13 1-52-16,18 0 36 16,11-6-37-16,20-5 2 15,31-12-29-15,16-8 1 16,43-19-2-16,-15 0-212 16,-10-14-426-16</inkml:trace>
  <inkml:trace contextRef="#ctx0" brushRef="#br0" timeOffset="68375">2188 7128 815 0,'0'0'0'15,"0"0"0"-15,0 0 279 0,0 0 228 16,0 0-400-16,0 0-17 15,0 0-43-15,3 4 23 16,-3-4 53-16,2 0-20 16,-2 0-8-16,0 0-38 15,2 0-45-15,2 0 87 16,2 0-78-16,4 0-10 16,3 0 12-16,1 0-21 15,3-4 10-15,-1 3-12 16,3-2 0-16,-4 3-5 15,1 0 5-15,-1 0 0 16,3 0 2-16,0 0 8 16,2 0 1-16,5 0-11 0,1 0 0 15,6 0 20-15,1 0-20 16,2 0 0-16,3 0 28 16,2 0-27-16,-1 0 23 15,0 0-24-15,-1 0 0 16,3 0-2-16,-4 0 2 15,-1 0 0-15,-1 0-10 16,-1 0 25-16,-3 0-11 16,0 0-4-16,0 0 0 15,1 0-9-15,2 0 9 16,-3 3 0-16,0-2-6 16,3-1 20-16,1 3-14 15,1-3 0-15,-1 0 0 0,-2 0-12 16,4 0 12-16,-6 0 0 15,0 0-2-15,-5 0 14 16,-3 0-18-16,1 0 6 16,-1 0 0-16,2 0-6 15,1 0 6-15,3 0 0 16,4 0-7-16,1 0 19 16,2 0-3-16,1 0-9 15,1-4 0-15,-3 1-11 16,4-1 11-16,-3 2 0 15,-1 1-1-15,3 1 13 16,-5-2-10-16,4 2-2 0,-4 0 0 16,0 0-15-1,-2 0 15-15,3 0 0 16,-3 0 0-16,0 0 15 16,0 0-15-16,3 0 0 0,-3 0 0 15,0 0-6-15,0 0 6 16,-2 0 0-16,-2 0-2 15,-4 0 8-15,1 0-3 16,-2 0-3-16,0 0-3 16,1 0-12-16,2 0 16 15,-2 0-1-15,4 2 0 16,0-2 16-16,0 1-14 16,0 1-2-16,-2 0-6 15,2 3-6-15,-2-4 24 16,2 2-12-16,2-2 0 0,2-1 24 15,-2 0 8 1,0 0-32-16,-2 0 0 0,-2 0-3 16,-2 0 9-16,-4 0-1 15,-5 0-5-15,-5 0 7 16,-3 0 2-16,-4 0-9 16,-2 0 0-16,0 0-12 15,0 0 12-15,0 0-20 16,0 0-129-16,-4 0-355 15,-7 2-103-15</inkml:trace>
  <inkml:trace contextRef="#ctx0" brushRef="#br0" timeOffset="69359.5">1702 6699 608 0,'0'0'107'0,"0"0"-107"15,0 0 19-15,0 0 288 16,0 0-1-16,0 0-13 15,0 0-56-15,-22-50-78 0,22 48 85 16,-2 0-101-16,2 2-70 16,-2 0 43-1,2 0-85-15,0 0-1 16,-3 4-30-16,-1 17 15 0,-2 11 28 16,-1 6-26-16,-5 4-17 15,2-4 48-15,1-4-47 16,-1-10 11-16,6-7-12 15,0-6 16-15,2-5-13 16,2-4-3-16,0-2 0 16,0 0-12-16,0 0 12 15,0 0-12-15,0-10 6 16,0-16-94-16,15-10-62 0,5-6 17 16,7 1 17-16,4 6 65 15,-2 8 24-15,-2 9 39 16,-2 9 15-16,-6 2-1 15,2 6 149-15,-4 1-84 16,3 0-33-16,5 0 15 16,0 13-45-16,-4 6 21 15,2 0-37-15,-3 1 8 16,-5-1-13-16,-3-4 5 16,-1 0-65-16,-5-6-24 15,0-7-147-15,-4-2-142 16,-2 0-257-16</inkml:trace>
  <inkml:trace contextRef="#ctx0" brushRef="#br0" timeOffset="69584.17">2139 6449 821 0,'0'0'986'0,"0"0"-812"15,0 0-95-15,0 0 82 16,0 0-49-16,-91 140 53 15,67-104-92-15,6-2-39 16,5-8-15-16,3-3-10 16,4-10-18-16,3-5-31 15,3-4-68-15,0-2 29 16,0-2-97-16,19 0-49 16,-2-6-110-16,-1-8-239 0</inkml:trace>
  <inkml:trace contextRef="#ctx0" brushRef="#br0" timeOffset="69741.92">2168 6467 1132 0,'0'0'583'16,"0"0"-354"-16,0 0-93 15,0 0 9-15,0 0-105 16,0 0 56-16,0 0-31 16,39 90-53-16,-31-50 10 15,3-1-22-15,3 2-155 16,-3-10-108-16,1-14-531 0</inkml:trace>
  <inkml:trace contextRef="#ctx0" brushRef="#br0" timeOffset="70619.95">5476 6699 652 0,'0'0'1129'16,"0"0"-773"-16,0 0-218 15,0 0-138-15,0 0 39 16,0 0-39-16,0 0 0 15,5 53 123-15,-5-7-71 0,-9 3-27 16,2-1-10-16,3-3-6 16,0-11-1-16,2-9-8 15,2-10-14-15,0-7-11 16,0-6-75-16,0-2-14 16,0 0 24-16,2-22-72 15,8-10-354-15,7-10 136 16,0-4-241-16,8-2 476 15,1 5 145-15,3 9 557 16,-2 10-201-16,-2 12-11 16,-3 11-60-16,-2 1-74 15,3 0-98-15,-2 11 5 16,-1 7-93-16,3 4 11 16,0 0-23-16,-4 0 2 0,1-1-30 15,-5-5-41-15,4-10-176 16,-6-6-63-16,-4 0-552 0</inkml:trace>
  <inkml:trace contextRef="#ctx0" brushRef="#br0" timeOffset="70771.32">6020 6517 1761 0,'0'0'803'0,"0"0"-803"15,0 0-27 1,0 0 11-16,-50 138 16 0,23-76-2 15,-14 28-56-15,8-14-291 16,3-13-677-16</inkml:trace>
  <inkml:trace contextRef="#ctx0" brushRef="#br0" timeOffset="74586.31">1719 9529 925 0,'0'0'0'15,"0"0"114"-15,0 0 105 16,0 0 167-16,0 0-320 0,0 0 18 16,0 0-13-16,44-44 21 15,-44 42 72-15,0 0-50 16,0 2 13-16,0 0-37 16,0 0-66-16,0 0 73 15,0 0-97-15,0 13 1 16,-13 13 7-16,-6 13 13 15,-5 9 19-15,-5 2-31 16,0 0 12-16,-2-1 13 16,2-5-34-16,5-9-3 15,3-5-16-15,13-9-50 16,2-9-121-16,6-12-144 16,6-6-234-16,7-17-215 0</inkml:trace>
  <inkml:trace contextRef="#ctx0" brushRef="#br0" timeOffset="74771.7">1816 9439 568 0,'0'0'1377'15,"0"0"-1223"-15,0 0-126 16,0 0-26-16,0 0 22 16,18 120 116-16,-13-69-68 15,1 0-27-15,3-1-23 16,0-4-16-16,5-3-12 15,-6-10-43-15,-3-1-155 16,-5-9-69-16,0-11-408 0</inkml:trace>
  <inkml:trace contextRef="#ctx0" brushRef="#br0" timeOffset="74939.06">1530 9735 1243 0,'0'0'540'16,"0"0"46"-16,0 0-477 15,0 0-103-15,0 0 20 16,133-44-26-16,-77 38-7 16,2 3 5-16,1 1-91 15,15-5-123-15,-18 2-318 16,-14 0-138-16</inkml:trace>
  <inkml:trace contextRef="#ctx0" brushRef="#br0" timeOffset="75393.14">2111 9523 793 0,'0'0'1020'15,"0"0"-663"-15,0 0-273 16,0 0-65-16,0 0 17 16,0 0 76-16,-14 124 32 15,3-72-86-15,2-4-46 16,2-4 34-16,1-10-45 16,1-8-1-16,3-12 0 15,2-7-21-15,0-7-6 16,0 0 27-16,0-21-40 15,11-12-103-15,7-11 14 0,7-9 10 16,1-3-15 0,3 6 22-16,-2 10 112 0,-7 16 148 15,-3 16-55-15,-3 8-13 16,-3 8-6-16,3 16 14 16,-1 4-14-16,5 2-68 15,5-6 77-15,3-4-50 16,7-8 3-16,8-7 26 15,-1-5-38-15,3 0-7 16,-4-21-17-16,-3-7 14 16,-3-7-54-16,-4-4-2 15,-4-5-24-15,-5 2 65 16,-5 5 2-16,-6 14 55 16,-5 11 68-16,-1 12-101 15,-3 3 13-15,0 29-36 16,0 14 0-16,-7 15-2 15,-4 6 2-15,-9 20-149 0,7-15-319 16,-1-18-1028-16</inkml:trace>
  <inkml:trace contextRef="#ctx0" brushRef="#br0" timeOffset="76677.34">1304 10258 682 0,'0'0'658'0,"0"0"-3"15,0 0-442-15,0 0-108 0,0 0-30 16,0 0 72 0,0 0-80-16,13 0 2 0,16 0-16 15,18 0-36-15,17-2 54 16,13-3-50-16,14 1-21 16,24 0 82-16,26-3-68 15,21 4 11-15,-14-4-8 16,-32 5 5-16,-36 0-5 15,-25 2-17-15,9 0 0 16,0 0-27-16,1 0-7 16,-15 0-104-16,-7 2-100 15,-18 7-315-15,-12-2-343 0</inkml:trace>
  <inkml:trace contextRef="#ctx0" brushRef="#br0" timeOffset="77287.22">1571 10610 1538 0,'0'0'585'0,"0"0"-440"15,0 0-70-15,0 0-23 16,0 0-33-16,0 0 17 16,0 0-27-16,-72 98 38 15,41-42 87-15,0 2-119 16,0-3-7-16,4-11-1 15,10-10 4-15,8-10-22 16,9-14-80-16,11-10-154 0,16-17 37 16,0-9-485-16</inkml:trace>
  <inkml:trace contextRef="#ctx0" brushRef="#br0" timeOffset="77461.95">1671 10550 1483 0,'0'0'905'0,"0"0"-844"15,0 0-61-15,0 0-16 16,0 0 16-16,34 118 17 16,-20-74-16-16,-2 0-1 15,7-2 0-15,-4-4-15 16,-1-6-28-16,-10-6-192 16,-4-8-250-16,0-8-288 0</inkml:trace>
  <inkml:trace contextRef="#ctx0" brushRef="#br0" timeOffset="78055.86">1384 10768 2189 0,'0'0'247'0,"0"0"-189"16,0 0-58-16,127-47-9 16,-65 34 0-16,7 3 9 15,2 1 0-15,3 2 0 16,-3-1-151-16,-6 0 26 15,-9-3-54-15,-13 1 32 16,-10 1 110-16,-16 1 37 16,-5 2 43-16,-8 2 156 0,-1 0 6 15,-3 4-3-15,0 0-128 16,0 0-52-16,0 1-22 16,0 22 8-16,0 11-8 15,-7 9 25-15,-5 6-18 16,2 1 49-16,-1-4-56 15,1-7 0-15,4-8-11 16,-1-11 28-16,3-6-17 16,4-7 0-16,-2-7 1 15,2 0-16-15,0-7 15 16,0-21-67-16,0-14 1 16,15-8-47-16,12-6-70 15,4 3 31-15,4 10 152 16,-3 11 17-16,-8 14 29 0,-5 14-3 15,-13 4 10-15,-6 12 25 16,0 20 37-16,-18 10-13 16,-13 4-45-16,2 2 84 15,2-3-95-15,14-9-26 16,13-5 4-16,0-4-23 16,29-5 1-16,15-7-2 15,10-3 0-15,1 0-14 16,-3-1 14-16,-10 1 0 15,-15 2-9-15,-21 2 2 16,-6 2-1-16,-26 3-8 16,-21 2-59-16,-25 3 11 15,10-5-141-15,13-10-325 0</inkml:trace>
  <inkml:trace contextRef="#ctx0" brushRef="#br0" timeOffset="78654.17">2959 10147 1088 0,'0'0'854'0,"0"0"-514"16,0 0-158-16,0 0 20 16,0 0-24-16,0 0-98 15,0 0-17-15,52-5-63 16,-14 5 6-16,4 0-37 15,-4 2 31-15,-7 14-156 16,-22 17-130-16,-9-7-260 0,0-1-399 0</inkml:trace>
  <inkml:trace contextRef="#ctx0" brushRef="#br0" timeOffset="78779.95">2878 10389 1521 0,'0'0'864'15,"0"0"-689"-15,0 0-154 16,0 0 147-16,0 0-101 15,118 0-43-15,-56-3-24 16,32-2-127-16,-17-2-252 16,-9 5-1087-16</inkml:trace>
  <inkml:trace contextRef="#ctx0" brushRef="#br0" timeOffset="79368.25">3898 9589 1532 0,'0'0'388'16,"0"0"-274"-16,0 0-98 15,0 0 16-15,0 0 58 16,-42 108 42-16,19-53-5 16,2-1-64-16,0 0-16 15,3-7-47-15,5-6 18 16,1-9-15-16,8-13-3 16,0-4-109-16,4-11-96 15,0-4-38-15,0-28 108 16,0-11-489-16,6-5-535 0</inkml:trace>
  <inkml:trace contextRef="#ctx0" brushRef="#br0" timeOffset="79531.53">3883 9617 1045 0,'0'0'708'0,"0"0"-449"15,0 0-108 1,0 0 71-16,122 19-142 0,-86 13-20 16,-5 9 31-16,-2 3-69 15,-6 3 30-15,-6-3-52 16,-3-2 1-16,-6-4-37 15,-5-6 33-15,-3-3-133 16,0-8-136-16,-3-7-295 16,-7-8-386-16</inkml:trace>
  <inkml:trace contextRef="#ctx0" brushRef="#br0" timeOffset="79855.12">3843 9864 970 0,'0'0'542'0,"0"0"255"16,0 0-556-16,0 0-28 15,0 0-134-15,0 0-61 16,0 0-18 0,144-73 7-16,-88 73-46 0,18 0-137 15,-14 12-364-15,-11-4-614 0</inkml:trace>
  <inkml:trace contextRef="#ctx0" brushRef="#br0" timeOffset="80326.23">4547 9717 508 0,'0'0'1242'15,"0"0"-970"-15,0 0-31 16,0 0-93-16,0 0-67 0,0 0-46 15,0 0-9-15,-22 18 66 16,11 26-36 0,-1 7-29-16,1-3 14 15,5-4-40-15,-1-10 18 0,4-10-19 16,1-10-11-16,2-6-20 16,0-8-8-16,0 0 15 15,0-10 3-15,0-20-86 16,8-8-27-16,9-5 73 15,5-1 8-15,3 8 53 16,-3 10 45-16,0 14 21 16,-1 12 6-16,-1 0-52 0,-1 12 68 15,6 13-74-15,2-2 2 16,6 0 52-16,3-5-67 16,1-8 47-16,2-8 16 15,-1-2-55-15,-5-8 39 16,-2-23-48-16,-2-6 0 15,-6-11 17-15,-4-10-17 16,-1-5 0-16,-5 1-12 16,-1 6 27-16,-5 12-10 15,-5 14-5-15,-2 14-56 16,-7 16-44-16,-13 8-275 16,-3 14-447-16</inkml:trace>
  <inkml:trace contextRef="#ctx0" brushRef="#br0" timeOffset="80785.38">3682 10285 1292 0,'0'0'812'0,"0"0"-570"0,0 0-76 15,0 0 55-15,0 0-115 16,0 0-30-16,0 0-52 16,114-92-8-16,-41 85 26 15,32 3-42-15,31 4 0 0,-8 0-1 16,-16 0 14-1,-16 8-3-15,-22 2-10 0,4 0-62 16,18 11-38 0,-25-8-362-16,-21-1-306 0</inkml:trace>
  <inkml:trace contextRef="#ctx0" brushRef="#br0" timeOffset="81275.03">3970 10529 2036 0,'0'0'391'0,"0"0"-391"15,0 0 31-15,0 0-31 16,0 0 24-16,0 0 55 16,-137 114 48-16,98-75-81 15,5-3 10-15,9-7-56 16,7-9 1-16,10-9-6 16,8-5 5-16,0-6-28 15,8 0-43-15,19-20-44 16,10-9-81-16,2-10-67 15,1-5-27-15,0 0 128 16,-1 1 137-16,-6 7 25 0,-6 12 294 16,-10 8 13-16,-3 12-87 15,-7 4-169-15,1 4-42 16,4 20 80-16,1 9-62 16,1 6-6-16,-1 5-21 15,0 1 21-15,1-5-20 16,-4-2-1-16,-1-8-123 15,-2-5 2-15,-7-6-194 16,0-9-281-16,-7-7-749 0</inkml:trace>
  <inkml:trace contextRef="#ctx0" brushRef="#br0" timeOffset="81579.92">3773 10710 1876 0,'0'0'547'16,"0"0"-449"-16,0 0-74 0,0 0 31 15,0 0-32-15,0 0-6 16,118-30-17-16,-62 24 15 16,9 1-21-16,1-2 6 15,4-5-14-15,-3 0 4 16,-7-2 10-16,-14 1 0 16,-12 3 0-16,-16 5 10 15,-16 5 16-15,-2 0 4 16,-11 0-7-16,-13 12 19 15,-5 13-41-15,4 6 46 0,8 3-30 16,11 0-4 0,6 1 32-16,8-4-45 0,23-5-12 15,11-6 11 1,7-8-49-16,27-5-41 0,-12-7-165 16,-10 0-388-16</inkml:trace>
  <inkml:trace contextRef="#ctx0" brushRef="#br0" timeOffset="82129.61">5204 10217 1748 0,'0'0'633'0,"0"0"-437"15,0 0 86-15,0 0-185 16,0 0-79-16,0 0 32 16,0 0-49-16,95-12 4 15,-58 12-5-15,-6 0-43 0,-4 12 16 16,-16 14-249-16,-7-1-181 15,-4-4-247-15</inkml:trace>
  <inkml:trace contextRef="#ctx0" brushRef="#br0" timeOffset="82277.92">5131 10411 1739 0,'0'0'678'0,"0"0"-542"15,0 0-89-15,0 0 111 16,0 0-118-16,0 0-40 15,116 0 0-15,-70 0-55 16,17 0-121-16,-14 0-210 16,-11 0-756-16</inkml:trace>
  <inkml:trace contextRef="#ctx0" brushRef="#br0" timeOffset="83345.37">6105 9707 1094 0,'0'0'928'15,"0"0"-702"-15,0 0-226 16,0 0 0-16,0 0 83 16,-20 142-8-16,9-75 3 15,0-5-53-15,1-4-10 16,4-10 16-16,2-14-31 15,2-12 0-15,2-10-4 16,0-10 15-16,0-2 3 16,0-18-14-16,8-17-167 0,8-16 58 15,4-11-39 1,4-7-28-16,3 6 9 16,-4 8 155-16,-3 17 12 15,-7 20 186-15,-4 18-130 0,-5 7 59 16,-4 25-5-16,2 9 4 15,1 6 9-15,4-3-75 16,8-4 23-16,5-6-53 16,11-10-18-16,7-10 89 15,7-11-78-15,4-3-11 16,0-15-5-16,-3-16-78 16,-3-8 31-16,-7-9-81 15,-7-3 10-15,-4 5 111 16,-10 6 24-16,-6 14 147 15,-4 12 108-15,-5 14-149 0,0 0-62 16,-7 21-56-16,-13 16 0 16,-1 14 17-16,2 7-17 15,3 2 0-15,5-2-2 16,9-7-134-16,2-7-40 16,2-10-152-16,15-13-262 15,-1-9-304-15</inkml:trace>
  <inkml:trace contextRef="#ctx0" brushRef="#br0" timeOffset="83772.48">6840 9793 590 0,'0'0'1230'0,"0"0"-979"16,0 0-232-16,0 0 29 0,-13 117 122 15,-5-65-26-15,1 2-37 16,3-4-71-16,3-6-11 15,5-12 3-15,1-10-28 16,5-11-7-16,0-11-7 16,0 0 14-16,0-15 0 15,13-21-125-15,8-10-38 16,6-12 53-16,4-6-64 16,2 1 49-16,1 12 110 15,-3 10 15-15,-7 21 227 16,-6 20-45-16,0 3-129 15,-1 31 76-15,1 8-80 16,1 8-10-16,2 2 34 0,4-6-37 16,4-6 18-16,4-12-28 15,1-12-25-15,1-12 114 16,-4-4-96-16,-2-14 7 16,-2-20 23-16,-4-12-48 15,-3-8 26-15,-7-6-27 16,-2 0 0-16,-4 4-50 15,0 10 14-15,-7 17-146 16,0 17-70-16,-2 9-544 0</inkml:trace>
  <inkml:trace contextRef="#ctx0" brushRef="#br0" timeOffset="84285.09">5617 10465 1898 0,'0'0'480'0,"0"0"-335"15,0 0-118-15,0 0 1 16,193-12 47-16,-50 12-44 16,52 6 103-16,16 11-92 0,-6-3-30 15,-22 6 39-15,-34-5-45 16,-8-3 0-16,-30 1-6 15,-28-6-81-15,-27 0-26 16,-7-2-206-16,-11-3-322 16,-11 0-646-16</inkml:trace>
  <inkml:trace contextRef="#ctx0" brushRef="#br0" timeOffset="84990.9">5996 10796 929 0,'0'0'1413'0,"0"0"-1202"16,0 0-137-16,0 0-28 15,0 0-46-15,0 0 0 16,0 0-9-16,-29 46 9 15,9 6 110-15,0 4-100 0,4 0 1 16,3-7-7-16,4-14 16 16,5-10-16-16,-1-9-4 15,5-11 0-15,0-2-15 16,0-3 15-16,0 0 0 16,7-20-9-16,11-12-18 15,6-11 26-15,5-8-25 16,6-3 18-16,2 3-13 15,-2 9 21-15,-4 12 0 16,-6 12-7-16,-8 10 23 16,-3 8-44-16,-12 0 28 15,-2 12 0-15,0 16 6 0,-18 7 3 16,-9 6 16 0,3-3-25-16,2-3 29 0,8-10-12 15,14-4-17-15,0-5 0 16,16-2 2-16,20-2-2 15,8-3 0-15,5 2 0 16,-4-2 14-16,-7 0-22 16,-13 5 8-16,-19 3-9 15,-6 6 2-15,-25 0 14 16,-14 2 11-16,-6-1-18 16,3-4 20-16,10-6-58 15,14-6-24-15,18-6-187 16,0-2-216-16,23 0-109 0</inkml:trace>
  <inkml:trace contextRef="#ctx0" brushRef="#br0" timeOffset="85188.02">6811 10902 2302 0,'0'0'285'15,"0"0"-258"-15,-120 33 5 16,53 0-31-16,7 10 115 15,14 3-1-15,21 2-87 16,25 2 57-16,2-2-85 16,40-2-6-16,18-8 0 15,52-6-121-15,-14-14-143 0,-9-9-699 16</inkml:trace>
  <inkml:trace contextRef="#ctx0" brushRef="#br0" timeOffset="91602.17">11344 4536 1763 0,'0'0'579'16,"0"0"-480"-16,0 0 126 0,0 0-81 15,0 0-53 1,0 0 43-16,-2-16-88 0,4-8-33 16,15-9-13-16,6-5-10 15,4-4-25-15,6 1 24 16,0-5-69-16,-1 7 25 16,-3 3-54-16,-9 7 40 15,-7 10 62-15,-7 6 7 16,-4 7 0-16,-2 6 0 15,0 0-8-15,0 9-5 16,-6 23 26-16,-11 14-8 0,-1 9 8 16,-1 10 8-16,2-1 16 15,1-4-37-15,7-6 0 16,3-7-14-16,2-9 14 16,4-8-121-16,-3-10-129 15,3-8-224-15,0-10-219 16</inkml:trace>
  <inkml:trace contextRef="#ctx0" brushRef="#br0" timeOffset="92060.26">11279 4180 1020 0,'0'0'674'16,"0"0"-271"-16,0 0-206 0,0 0-177 15,38-109 46 1,4 93-60-16,16 3 48 0,13 5 32 15,10 8-76-15,6 0 27 16,0 0-37-16,-4 11 0 16,-8-1-7-16,-13-3 7 15,-12-3 0-15,-17 1-13 16,-14-3 5-16,-13 3 7 16,-6 5-31-16,-8 11 32 15,-21 11 18-15,-8 9-2 16,-5 10 39-16,1 0 6 15,10-5-50-15,7-9 36 16,10-9-47-16,8-7 1 16,6-10-33-16,0-6-4 0,24-5-60 15,7 0 13-15,5-20-173 16,16-31-223-16,-4-3-27 16,-7 2-392-16,-8 10 898 15,-22 26 283-15,-9 10 363 16,-2 6-54-16,0 0-306 15,0 4-105-15,0 24-142 16,-4 10 28-16,-7 12 25 16,1 4-92-16,6 1-6 15,4-4-138-15,0-13-395 16,16-13-1114-16</inkml:trace>
  <inkml:trace contextRef="#ctx0" brushRef="#br0" timeOffset="92535.25">12735 4279 700 0,'0'0'142'16,"0"0"585"-16,0 0-556 16,0 0-54-16,0 0-10 15,-147-29 69-15,100 66 31 16,7 11-87-16,9 8 63 15,10 4-116-15,15-2-52 16,6-5 17-16,6-7-31 16,25-12 17-16,9-8-18 15,10-12 21-15,3-12-52 16,3-2 11-16,0-6-69 16,-7-18 45-16,-6-6-6 0,-10-1 19 15,-14 5 19 1,-7 7 12-16,-10 9 113 0,-2 6-62 15,0 4-41-15,0 0-10 16,0 5 19-16,0 13-19 16,0 0 0-16,0 3 14 15,2-4 25-15,18-2-39 16,7-7 0-16,2-6-6 16,0-2 19-16,0 0-6 15,-5-8-7-15,-7-9 0 16,-7 0 9-16,-5-5-9 0,-5 0 0 15,0-1-10 1,-3 0-27-16,-15-13-75 0,5 5-243 16,5-1-548-16</inkml:trace>
  <inkml:trace contextRef="#ctx0" brushRef="#br0" timeOffset="92677">13243 3828 2328 0,'0'0'529'0,"0"0"-493"16,0 0-36-16,0 0-100 16,-80 128 88-16,4-16-36 15,11-12-17-15,7-15-464 0</inkml:trace>
  <inkml:trace contextRef="#ctx0" brushRef="#br0" timeOffset="117601.67">14632 4025 652 0,'0'0'83'0,"0"0"-83"15,0 0 20-15,0 0 360 16,0 0-5-16,0-7-257 16,0 2-38-16,0 0-10 15,0 1 47-15,0 0 34 16,0 3-71-16,0 1 67 15,0-3-98-15,0 3 4 16,0 0 27-16,0 0-39 16,0 0 33-16,0 0-74 15,0 0 12-15,0 0 12 16,0 0-24-16,0 0 0 16,0 0 18-16,0 0-17 15,0 0 2-15,-2 4-3 0,-5 14 0 16,-3 6 11-16,0 7-10 15,-3 2-1-15,1 0 27 16,1 1-27-16,3-4 42 16,-2 0-42-16,1-2 0 15,1-2 15-15,0-4-15 16,4-3 0-16,0-8-14 16,-1-1 29-16,3-4-7 15,2-4-8-15,0-2 0 16,0 0-3-16,0 0 3 0,0 0 0 15,0 0-8 1,0 0 25-16,0 0-5 0,0 0-12 16,0-3 0-16,0-16-30 15,2-7-74-15,11-6 19 16,1-4 73-16,7-2-25 16,2-2 36-16,4-1-33 15,4 2-42-15,3 2 63 16,-5 4-40-16,-7 7 47 15,-4 6-3-15,-7 9 18 16,-4 5 3-16,-3 4-12 16,-4 2 0-16,0 0 26 15,0 12-15-15,0 15 21 0,0 9 36 16,-11 5-53 0,-4 1 63-16,-5-2-50 0,1-4-27 15,2-7 72-15,1-7-73 16,5-6 12-16,5-6-12 15,1-5 26-15,5 1-10 16,0-6-16-16,0 0 0 16,0 0 27-16,3 0-27 15,12-11-1-15,10-5-27 16,4-1-27-16,0 4 27 16,0 5 28-16,-2 8-15 15,-6 0 0-15,2 0 15 16,-5 18 0-16,-7 6-1 15,-5 0 10-15,-4 1 0 16,-2 0-9-16,0-1 0 0,-17-2 42 16,-10-1-30-1,-4-4 12-15,-7-1-24 0,-2-2 26 16,2-1-52-16,5-8-3 16,6-2-93-1,14-3-35-15,5 0-183 0,8-13-674 0</inkml:trace>
  <inkml:trace contextRef="#ctx0" brushRef="#br0" timeOffset="117986.65">15510 4002 781 0,'0'0'22'0,"0"0"784"16,0 0-636-16,0 0-79 15,0 0-15-15,0 0-4 16,0 0 19-16,-127-9 89 15,82 41-91-15,3 9-2 16,4 3 14-16,9 5-57 16,11-1 52-16,12-2-76 15,6-3-14-15,2-4 83 16,29-3-87-16,11-7 8 0,12-4-10 16,6-7-3-16,2-8-76 15,12-7-155-15,-19-3-321 16,-12 0-478-16</inkml:trace>
  <inkml:trace contextRef="#ctx0" brushRef="#br0" timeOffset="120388.09">14569 4688 970 0,'0'0'405'0,"0"0"-235"16,0 0-115-16,0 0-55 16,0 0 156-16,0 0-6 15,0 0-52-15,0 0 18 16,0 0-59-16,0 0-4 15,0 0 15-15,9 0-48 16,5 0 63-16,5 0-62 16,8 0-20-16,6 0 56 15,6 0-42-15,3 0 2 16,5 0-3-16,4-6 4 16,3 0 25-16,4 1-43 15,0-2 0-15,0 2-8 0,-5-2 9 16,-2 1-1-16,-4 0 0 15,-5 2 15-15,-2 0-16 16,1 2 1-16,-1 0 0 16,-3-1 16-16,2 3 8 15,-6 0 3-15,-4 0-27 16,-3 0 27-16,-5 0-13 16,-3 0-14-16,-3 0-1 15,1 0-7-15,-3 0 9 16,1 0-2-16,-1 0-38 15,-2 0-134-15,-4 0-79 16,-5 3-406-16</inkml:trace>
  <inkml:trace contextRef="#ctx0" brushRef="#br0" timeOffset="120813.74">14837 4899 933 0,'0'0'647'0,"0"0"-517"16,0 0-57-16,0 0-40 15,0 0 17-15,0 0 73 16,0 0-35-16,6 46 18 16,-6-16-14-16,0 6-52 15,-8 4 37-15,-6 1-25 16,3 3-52-16,-3-7 105 15,3-1-104-15,3-5-1 16,3-7 13-16,3-4-12 16,2-8-2-16,0-4-111 15,7-8-116-15,6-2-10 16,1-14-532-16</inkml:trace>
  <inkml:trace contextRef="#ctx0" brushRef="#br0" timeOffset="121061.09">14979 4925 1549 0,'0'0'596'15,"0"0"-484"-15,0 0-112 16,0 0 0-16,0 0 8 16,0 0 39-16,0 0 70 15,105 116-47-15,-100-72-33 16,-5 2 33-16,0 0-70 0,-19-3 0 15,-4-6 2-15,-9-3 21 16,3-8-46-16,3-6 18 16,3-6-130-16,5-9-77 15,9-5-338-15,5 0-405 0</inkml:trace>
  <inkml:trace contextRef="#ctx0" brushRef="#br0" timeOffset="121396.99">15432 5003 1031 0,'0'0'358'16,"0"0"-153"-16,0 0-32 15,0 0-73-15,0 0 99 16,0 0-42-16,0 0-68 16,0 76-1-16,0-46-60 15,0 4 16-15,-3 2-4 16,-1 2-34-16,0 1 79 16,-3-2-85-16,3 4 1 15,-1-5 16-15,0-4-17 16,5-4-1-16,0-5-43 0,0-9-105 15,0-11-57 1,0-3-278-16,0 0-252 0</inkml:trace>
  <inkml:trace contextRef="#ctx0" brushRef="#br0" timeOffset="121639.06">15441 5003 1692 0,'0'0'538'0,"0"0"-409"0,0 0-125 15,0 0 13 1,0 0 78-16,136-54-48 16,-99 50-13-16,-2 4-14 15,-7 0-20-15,-8 0-36 0,-9 2-121 16,-11 8-123-16,-9 8 52 15,-18-2-147-15,-6-2-1007 0</inkml:trace>
  <inkml:trace contextRef="#ctx0" brushRef="#br0" timeOffset="121769.99">15441 5003 1311 0,'-70'133'687'16,"70"-131"-454"-16,8-1-141 15,16 1 30-15,14 0 2 16,6-2-106-16,12 0-6 15,2 0-12-15,15-5-113 0,-12-6-374 16,-14 1-1014-16</inkml:trace>
  <inkml:trace contextRef="#ctx0" brushRef="#br0" timeOffset="122381.9">16380 4592 740 0,'0'0'919'0,"0"0"-602"15,0 0-169-15,0 0 99 16,0 0-53-16,0 0-37 16,0 0-32-16,23-14-105 15,0 8 3-15,4 1-23 16,4 4 18-16,2-1-19 16,-1 2 1-16,-3 0-3 0,-3 0-16 15,-5 0-58-15,-8 6-103 16,-13 6-92-16,0-1-319 15,-9 0-356-15</inkml:trace>
  <inkml:trace contextRef="#ctx0" brushRef="#br0" timeOffset="122527.64">16301 4775 1318 0,'0'0'756'15,"0"0"-609"-15,0 0-72 16,0 0-12-16,116 9-55 15,-69-9 93-15,6 0-101 16,14-2-35-16,-11-2-84 0,-13 1-405 16</inkml:trace>
  <inkml:trace contextRef="#ctx0" brushRef="#br0" timeOffset="126462.38">18044 4068 611 0,'0'0'271'0,"0"0"-93"16,0 0-16-16,0 0 11 15,0 0 4-15,0 0-11 16,0 0 2-16,18-38-64 15,-18 36 24-15,2-1-68 16,-2 3 5-16,0 0 26 16,0 0-44-16,0 0 23 15,0 0-31-15,0 0-38 16,0 0 87-16,0 0-66 16,0 0-10-16,-4 7 14 15,-16 16-17-15,-9 10 10 16,-9 10-1-16,-4 1-8 15,-3 2 61-15,3-3-71 16,1-4 0-16,8-5 4 16,2-4 7-16,9-4 4 15,4-7-15-15,9-4-86 0,7-5-7 16,2-1-150-16,13-9-60 16,14 0-65-16,2-16-791 0</inkml:trace>
  <inkml:trace contextRef="#ctx0" brushRef="#br0" timeOffset="126690.15">18223 4113 1189 0,'0'0'711'0,"0"0"-613"0,0 0-50 15,0 0-4-15,0 0 6 16,0 0 133-16,38 102-119 15,-29-64-33 1,2 0-4-16,3 1-24 0,-2-4-6 16,-1-2-30-16,1-8-144 15,-6 0-15-15,-1-7-344 16,-5-10-378-16</inkml:trace>
  <inkml:trace contextRef="#ctx0" brushRef="#br0" timeOffset="126899.36">17657 4389 1906 0,'0'0'559'16,"0"0"-458"-16,0 0-99 16,0 0 68-16,0 0-48 15,0 0-8-15,171-3 36 16,-103-2-50-16,-2 3 0 15,1 2-67-15,8 0-196 16,-15 0-249-16,-12 0-370 0</inkml:trace>
  <inkml:trace contextRef="#ctx0" brushRef="#br0" timeOffset="145542.41">17684 4466 637 0,'0'0'260'0,"0"0"-83"15,0 0-69-15,0 0 50 16,0 0-7-16,0 0-49 16,0 0-3-16,0 0-92 15,0 0 18-15,0 0-25 16,0 4-29-16,0-3 29 16,0 3 112-16,0-1-1 15,0 0 9-15,0 1-98 0,-5 0 39 16,-4 4 15-16,2 1-28 15,-1 1 9-15,-2-1-57 16,2 4 2-16,-3 1-29 16,3-6-53-16,2-4-427 0</inkml:trace>
  <inkml:trace contextRef="#ctx0" brushRef="#br0" timeOffset="146197.1">18143 4052 1490 0,'0'0'575'0,"0"0"-416"15,0 0-65-15,0 0-35 16,0 0 36-16,0 0-74 16,0 0-5-16,44 54 12 15,-26-28-28-15,7 2-80 16,-6-6-234-16,-3-7-748 0</inkml:trace>
  <inkml:trace contextRef="#ctx0" brushRef="#br0" timeOffset="146959.99">18575 4153 1530 0,'0'0'365'0,"0"0"-258"16,0 0-68-16,0 0-2 15,0 0 106-15,0 0-29 16,0 0-68-16,4 29 41 16,-1-4-44-16,-3 6-4 15,0 2 0-15,0-3-27 16,0-1 49-16,0-5-61 16,0-7 0-16,0 0-1 15,0-7 2-15,0-3-1 16,0-5 0-16,0-2 15 0,0 0 25 15,0 0-30 1,0-7-9-16,0-16 4 16,0-7-5-16,0-4-15 0,2-6 3 15,12 2-39-15,3-2 26 16,3 4 4-16,3-1-27 16,-2 7 35-16,0 6 11 15,-5 8 2-15,-3 9 1 16,0 4 18-16,-4 3 50 15,0 8-69-15,-5 16 0 16,-1 7 54-16,-3 5-17 16,0 0 5-16,-13 0-22 0,-3-8-3 15,3-5 29 1,4-6-46-16,6-9 0 0,3-4-1 16,0-4 2-16,5 0-2 15,17 0-13-15,7 0-26 16,2 0 15-16,0 0-19 15,-6 0 19-15,-5 0 16 16,-9 8 18-16,-7 10 10 16,-4 5-19-16,-4 3 12 15,-23 1 15-15,-6 1-27 16,-9-3-1-16,-21 1-51 16,12-8-207-16,9-8-527 0</inkml:trace>
  <inkml:trace contextRef="#ctx0" brushRef="#br0" timeOffset="147665.26">17746 4706 591 0,'0'0'376'15,"0"0"-138"-15,0 0-93 16,0 0 41-16,0 0 60 16,0 0-60-16,0 0 6 15,-20-12 9-15,18 10-97 16,0 1 106-16,2-2-123 16,0 3-47-16,0 0 38 15,0 0-56-15,0 0 8 16,0 0-3-16,0 0-12 15,6 0 40-15,14 0-55 16,12 0 0-16,10 0 6 16,13 0-5-16,14 3-1 15,12 2 0-15,6 4 14 0,6-2-8 16,-3 1-6 0,-3 1 0-16,-10-4-13 0,-5 1 28 15,-5 3-12-15,-5-4-3 16,-8 2 1-16,-6-2-21 15,-10-1 20-15,-7 1-69 16,-8 0-30-16,-9-3-141 16,-8 0-128-16,-6-2-570 0</inkml:trace>
  <inkml:trace contextRef="#ctx0" brushRef="#br0" timeOffset="148103.13">17924 4985 1815 0,'0'0'616'0,"0"0"-540"15,0 0-64-15,0 0 74 16,0 0-85-16,0 0 26 15,0 0 38-15,-80 81-30 16,45-36 63-16,-2 1-87 16,6-2 5-16,7-7 7 15,8-8-23-15,5-7 0 16,9-9-17-16,2-8-152 16,2-5 18-16,34-14-63 15,-5-12-323-15,0-8-438 0</inkml:trace>
  <inkml:trace contextRef="#ctx0" brushRef="#br0" timeOffset="148264.6">18033 4949 1495 0,'0'0'643'15,"0"0"-484"1,0 0-104-16,0 0-55 0,0 0 136 16,34 110-68-16,-23-62-18 15,2 2 9-15,0-1-50 16,1-6-9-16,-1-3-51 15,-5-4-158-15,-4-12-69 16,-4-7-485-16</inkml:trace>
  <inkml:trace contextRef="#ctx0" brushRef="#br0" timeOffset="148432.19">17634 5217 2121 0,'0'0'590'0,"0"0"-534"15,0 0 12-15,136-26-68 16,-64 20 0-16,3 5-10 16,6 1 10-16,12 0-90 15,-22 0-243-15,-15 0-520 0</inkml:trace>
  <inkml:trace contextRef="#ctx0" brushRef="#br0" timeOffset="148687.03">18384 5059 1156 0,'0'0'694'0,"0"0"-540"16,0 0-101-16,0 0 28 15,0 0 106-15,0 120-69 16,-8-68-62-16,-2 3 91 15,1-1-133-15,1-6-14 16,2-4 6-16,2-9-6 16,-1-8-7-16,3-7-121 15,2-18-142-15,0-2-39 16,-2 0-317-16</inkml:trace>
  <inkml:trace contextRef="#ctx0" brushRef="#br0" timeOffset="148885.1">18550 5071 1609 0,'0'0'541'0,"0"0"-364"0,0 0-51 15,129 48 47-15,-100-17-37 16,-6 10-18-16,-12 6-45 16,-11-1-67-16,0 2 66 15,-29 0-72-15,-13-4 0 16,-12-6-30-16,-39-1-43 15,11-14-233-15,6-8-427 0</inkml:trace>
  <inkml:trace contextRef="#ctx0" brushRef="#br0" timeOffset="155434.31">19408 4787 1702 0,'0'0'564'0,"0"0"-525"0,0 0 32 16,0 0 64-16,0 0 6 15,0 0 17-15,0 0-64 16,0 0-77-16,0 0 88 16,0 0-80-16,0 0 32 15,0 0 21-15,0 0-50 16,3 0 46-16,8 0-74 15,9 0 13-15,7 0-2 16,9 0-11-16,6 0-15 16,0-5-18-16,1 3-93 15,-1 2 21-15,-13 0-276 16,-9 0-439-16</inkml:trace>
  <inkml:trace contextRef="#ctx0" brushRef="#br0" timeOffset="155720.43">19377 4918 1468 0,'0'0'803'0,"0"0"-570"15,0 0 4-15,0 0-92 16,0 0-42-16,0 0-61 0,0 0-14 16,101 0 3-16,-59-2-31 15,3 0-21 1,-3 2 12-16,-2 0-79 0,7 0-154 16,-11-1-238-16,-9-1-469 0</inkml:trace>
  <inkml:trace contextRef="#ctx0" brushRef="#br0" timeOffset="156021.29">19884 4729 1196 0,'0'0'556'15,"0"0"-441"-15,0 0-100 16,0 0 21-16,0 0 120 16,0 0-42-16,0 0-20 15,107 17-25-15,-101 12-13 16,-6 6 38-16,0 4-81 16,-4 1-2-16,-16 1 32 15,-7-6-43-15,-2-1-3 16,-4-6-3-16,-1-6-65 15,1-5-39-15,-5-12-134 16,7-3-306-16,6-2-888 0</inkml:trace>
  <inkml:trace contextRef="#ctx0" brushRef="#br0" timeOffset="156228.06">19313 4620 1722 0,'0'0'505'16,"0"0"-359"-16,0 0-76 16,0 0-5-16,-116 104-8 15,111-53-35-15,5 8 47 16,7-1-69-16,17 0-45 16,10-3-16-16,22-1-184 15,-7-14-252-15,-7-12-940 0</inkml:trace>
  <inkml:trace contextRef="#ctx0" brushRef="#br0" timeOffset="159694.15">21121 4238 1290 0,'0'0'613'0,"0"0"-411"0,0 0-61 16,0 0 56-16,0 0-47 15,0 0-52-15,0 0 65 16,-2 0-114-16,2 0-24 15,0 0-1-15,2 0-15 16,7 0 26-16,-1 0-35 16,2 0 0-16,-4 0-10 15,1 7 10-15,-3 12 0 16,-4 10-14-16,0 3 28 16,0 4-1-16,-6-2-13 15,-5-2 0-15,-1-6-6 16,6-5 6-16,1-10 0 15,5-3-1-15,0-5 14 16,0-3-17-16,0 0 4 16,5-11-74-16,15-16 24 0,7-11-204 15,4-11 102-15,5-3-54 16,-3 3-15-16,-2 8 158 16,-11 9 27-16,-7 15 36 15,-8 10 201-15,-5 7-49 16,0 2-64-16,-20 23-16 15,-2 13-3-15,-1 5 68 16,10 4-96-16,11-1-27 16,2-4 40-16,22-5-54 15,18-2-46-15,38-9-81 0,-11-8-241 16,-5-11-519-16</inkml:trace>
  <inkml:trace contextRef="#ctx0" brushRef="#br0" timeOffset="160396.56">20758 4710 1309 0,'0'0'481'16,"0"0"-368"-16,0 0-68 15,0 0 84-15,0 0 29 0,0 0-41 16,0 0 44-16,-3 2-129 15,3-2 2-15,0 0 36 16,3 0-23-16,12 2 27 16,9-2-74-16,10 0 16 15,3 3 30-15,6-3-32 16,1 0-8-16,4 0 53 16,3 0-42-16,2 0 37 15,3 3-54-15,2-3 1 16,0 2 5-16,4-2-6 15,-4 0 0-15,0 0-7 16,-2 0 23-16,-7 0-17 0,-2 2 1 16,-9 3 0-16,-3-4-5 15,-8 3 5-15,-2 0 0 16,-3 0-12-16,0 0 30 16,-2 2-18-16,1-2 0 15,-4-2 0-15,-1 3-9 16,-1-4 9-16,-1 1-30 15,-3 0-15-15,-5-2-122 16,0 0-25-16,-6 0-320 0</inkml:trace>
  <inkml:trace contextRef="#ctx0" brushRef="#br0" timeOffset="163310.41">20858 5254 1684 0,'0'0'574'16,"0"0"-471"-16,0 0-42 16,0 0-4-16,0 0 85 15,0 0-31-15,0 0-90 16,53-14 88-16,-26-1-109 15,2-1 1-15,0 1 0 16,2-4 19-16,-4 1-12 0,-3 0-8 16,-1 0 0-1,-5 1-5-15,-5 5 5 0,-1 3 0 16,-8 5 1-16,-2 3 9 16,-2 1 49-16,0 0-59 15,0 0 13-15,0 0-22 16,0 11 9-16,-4 15 0 15,-6 9-10-15,-1 6 26 16,1 3-16-16,0-1 0 16,6-4-16-16,4-2-4 15,0-5-165-15,8-9-172 16,10-8-553-16</inkml:trace>
  <inkml:trace contextRef="#ctx0" brushRef="#br0" timeOffset="163768.94">21509 5216 808 0,'0'0'884'0,"0"0"-710"16,0 0-101-16,0 0-23 0,0 0 35 15,0 0 51-15,0 0-28 16,-16-22 44-16,27 13-149 16,5 3 11-16,-1 0 9 15,1 4-11-15,-5 2 14 16,-2 0-23-16,-4 0 20 15,-5 14 26-15,0 12-31 16,-23 8-7-16,-12 5 60 16,-5-1-42-16,-3-2 3 15,7-11-18-15,10-4 1 16,10-9 34-16,11-7-49 16,5-2 0-16,10-3 2 15,23 0 10-15,13 0-15 16,10 0 3-16,7 0-171 15,-1-8 14-15,10-6-215 0,-17 4-244 16,-12 0-800-16</inkml:trace>
  <inkml:trace contextRef="#ctx0" brushRef="#br0" timeOffset="164609.15">22320 4708 909 0,'0'0'563'16,"0"0"-313"-16,0 0-98 15,0 0 50-15,0 0 70 16,0 0-88-16,0 0 75 16,-13-20-126-16,13 20-59 15,0 0 42-15,0-2-48 16,0 2 4-16,0 0-30 15,0 0-24-15,0 0 52 16,2 0-70-16,7 0 0 16,5 0-5-16,7 0 11 0,6 0-6 15,4 0 0-15,2 0-85 16,1 0 73-16,-2 0-94 16,-4 0-62-16,-3 0-108 15,-16 14-214-15,-6-2-167 16,-3 2-511-16</inkml:trace>
  <inkml:trace contextRef="#ctx0" brushRef="#br0" timeOffset="164761.06">22324 4842 1395 0,'0'0'608'0,"0"0"-516"0,0 0 91 16,0 0-5 0,0 0 29-16,0 0-16 0,116 4-121 15,-64-4-31-15,1 0-39 16,-6 0-90-16,-4 0-95 15,-12 4-408 1,-14 1-1067-16</inkml:trace>
  <inkml:trace contextRef="#ctx0" brushRef="#br0" timeOffset="179033.44">23663 4391 856 0,'0'0'111'16,"0"0"-78"-16,0 0 137 15,0 0 410-15,0 0-445 16,0 0-96-16,31-8 93 16,-31 6 27-16,2 2-7 15,-2-2-33-15,0 2-53 16,0 0 82-16,0 0-106 0,0 0-15 15,0 0 36 1,0 0-50-16,0 0 13 0,0 0-26 16,0 0 20-1,-10 0-5-15,-9 9-15 0,-10 6 0 16,-8 3-13-16,-5 7 28 16,-2-4-14-16,-3 1-1 15,1-2 1-15,3-4 2 16,7-3-3-16,9-5 0 15,10-4-12-15,5-2 26 16,8 1-1-16,4-3-13 16,0 0 6-16,0 0 17 15,0 0-23-15,0 0 0 16,0 0 7-16,2 0 4 16,16 0 0-16,11 0-11 15,16 0 0-15,10-3-14 0,10 1 14 16,2 0 0-16,-3 2-10 15,-4 0-4-15,-6 0-41 16,4 0-169-16,-16 0-132 16,-13 4-305-16</inkml:trace>
  <inkml:trace contextRef="#ctx0" brushRef="#br0" timeOffset="179283.19">23754 4381 1091 0,'0'0'958'0,"0"0"-751"16,0 0-191-16,0 0 63 15,0 0-54-15,0 0 73 16,0 0 10-16,-34 140-84 15,23-95 3-15,2-1-27 16,7 5-85-16,0-10-25 16,2-13-425-16</inkml:trace>
  <inkml:trace contextRef="#ctx0" brushRef="#br0" timeOffset="179581.58">24161 4580 1568 0,'0'0'756'0,"0"0"-610"16,0 0-99-16,0 0-18 15,0 0-28-15,114 0 41 16,-76 0-42-16,11 0-96 0,-11 2-113 16,-5 0-577-16</inkml:trace>
  <inkml:trace contextRef="#ctx0" brushRef="#br0" timeOffset="180181.12">24739 4416 1242 0,'0'0'762'0,"0"0"-622"16,0 0-102-16,0 0-5 16,0 0-33-16,0 0 116 15,0 0-42-15,-29 81-22 16,20-49 33-16,5-1-64 16,4-5-11-16,0-2-10 15,4-9 21-15,15 0-6 16,6-7-15-16,2-8-68 15,2 0 48-15,0 0-81 16,-2-20-48-16,0-4 1 0,-2-8-25 16,-4-4 82-16,0-1-1 15,-6 4 92-15,-1 4 15 16,-8 9 96-16,0 6 54 16,-3 6-10-16,-3 6-84 15,2 2 27-15,-2 0-98 16,0 23 0-16,0 10 35 15,0 14-2-15,-9 5 15 16,-2 4-17-16,0-1-13 16,-2 0 43-16,2-6-61 15,-5-7 0-15,3-11 2 16,-3-4-1-16,1-13-1 16,-4-7 0-16,-1-7 19 0,3 0-38 15,5-2 19 1,10-15 0-16,2-7 65 0,14-5-65 15,23-1 6-15,11 2-6 16,10 3 7-16,8 4-53 16,5 7-14-16,25 2-84 15,-17 6-158-15,-15 1-1421 0</inkml:trace>
  <inkml:trace contextRef="#ctx0" brushRef="#br0" timeOffset="181937.07">23210 4886 781 0,'0'0'551'0,"0"0"-416"0,0 0-39 15,0 0 10-15,0 0 8 16,0 0 47-16,0 0-126 15,0 0 9-15,0 0 11 16,0 0-43-16,0 0 49 16,0 0-61-16,0 0 22 15,0 0-13-15,0 0-9 16,0 3-3-16,0 0-3 16,0 1 12-16,-2 0-23 15,-1 0 17-15,0 1-4 16,1-1-24-16,2-1 28 15,0-1-4-15,0-2-5 16,0 3 18-16,0-3 0 0,0 0-8 16,0 0 44-16,0 0 88 15,0 0-74-15,0 0-5 16,0 0 4-16,0 0-58 16,8 0 46-16,0 2-46 15,7 0 0-15,4 3 6 16,-2-5 5-16,6 5-4 15,1-1 18-15,1-2-19 16,4-1 49-16,2 2-55 16,5-1 0-16,1-2-4 15,1 2 4-15,-2-2 0 16,0 1 0-16,-5-1 15 16,-2 3-18-16,-2-3 3 15,0 1 0-15,-6-1-5 16,2 0 13-16,-3 0-8 15,0 0 0-15,0 3 21 16,1-3-12-16,-2 2-9 0,1 0-3 16,5-1-14-16,-2 2 18 15,3-1-1-15,3 0 0 16,2 0 18-16,3 0-19 16,-1 1 1-16,1 0-2 15,-1-1-16-15,-2 0 19 16,-2 0-1-16,-2 1 0 15,-2-3 13-15,-1 3-13 16,-2-1 0-16,3 0-3 0,0 0-6 16,-2 0 9-16,2-2 0 15,0 1 0-15,2 2 12 16,-3-1-4-16,5 0-8 16,-2-1-8-16,4-1 1 15,1 3 8-15,-1-1-1 16,0 2 0-16,0-1 13 15,0-3-13-15,-2 5 0 16,0-3 0-16,2 0-12 16,-2 0 26-16,3 1-11 15,1 0-3-15,0 1 17 16,5 1-2-16,0-2-15 16,2 1 0-16,0 2-10 15,0-2 16-15,-1-1-6 0,-2 0 10 16,-3-1-1-16,-5 0 79 15,-2 0-88-15,-10 1 2 16,-1-3 2-16,-7 1 5 16,-7-1-18-16,-2 2 2 15,-7 0-217-15,-13 0-157 16,-4 0-638-16</inkml:trace>
  <inkml:trace contextRef="#ctx0" brushRef="#br0" timeOffset="190730.53">24195 5278 309 0,'0'0'1285'16,"0"0"-964"-16,0 0-268 15,0 0 43-15,0 0 40 16,0 0-68-16,11-22 74 16,-9 20-99-16,-2 2-33 15,3 0 51-15,-3 0-50 16,0 0 18-16,0 0-20 15,0 0 24-15,-8 16-12 16,-9 5-21-16,-8 5 0 16,-1 5 21-16,-1-1-21 0,2-4 0 15,1-4 0-15,2-4 17 16,3-4-13-16,4-5-4 16,4-2 0-16,6-2 0 15,1-5 2-15,4 0-2 16,0 0 0-16,0 0 22 15,0 0-15-15,0 0-7 16,0 0-6-16,14 0-8 16,10 0 14-16,14 0 0 15,13 0 0-15,7 0 11 16,6 0-16-16,3 0 5 0,-1 0-63 16,-8 0-35-1,2 0-108-15,-18 0-115 16,-13 0-368-16</inkml:trace>
  <inkml:trace contextRef="#ctx0" brushRef="#br0" timeOffset="190940.52">24386 5332 1952 0,'0'0'669'15,"0"0"-669"-15,0 0-31 0,0 0 31 16,0 0 46 0,-53 156 25-16,37-87-71 0,6 5 27 15,-4 16-60-15,5-18-211 16,0-18-532-16</inkml:trace>
  <inkml:trace contextRef="#ctx0" brushRef="#br0" timeOffset="199062.15">11865 6421 1661 0,'0'0'383'15,"0"0"-254"-15,0 0-9 16,0 0 1-16,0 0 89 16,0 0-100-16,-26-3-1 15,23 3 0-15,3 0-62 16,0 0 47-16,0 0-76 16,0 0 1-16,0 0 62 15,0 0-72-15,0 0-1 0,0 0 17 16,3 0-13-16,17-2 5 15,15-1-17 1,14-1 0-16,9-1-54 16,2 4 40-16,-2-2-85 0,-8 3 10 15,-2 0-210-15,-14 9-230 16,-12 0-322-16</inkml:trace>
  <inkml:trace contextRef="#ctx0" brushRef="#br0" timeOffset="199380.97">11905 6534 1440 0,'0'0'852'16,"0"0"-705"-16,0 0-94 16,0 0 72-16,0 0-39 15,0 0 58-15,0 0-97 16,56-2-29-16,-16-3 3 16,5 1-21-16,3 1 0 15,-2 3-12-15,-7 0-61 16,-3 0-43-16,0 0-176 0,-10 3-210 15,-8-1-201-15</inkml:trace>
  <inkml:trace contextRef="#ctx0" brushRef="#br0" timeOffset="199603.95">12518 6350 1363 0,'0'0'773'15,"0"0"-554"-15,0 0-191 16,0 0 2-16,0 0 22 16,0 0-52-16,10 145 104 15,-29-103-104-15,-5-4 8 0,-1-6-4 16,-1-10-4-16,1-6-56 16,1-11-42-16,-14-5-182 15,7-17-82-15,0-5-683 16</inkml:trace>
  <inkml:trace contextRef="#ctx0" brushRef="#br0" timeOffset="199747.98">11762 6368 1825 0,'0'0'583'15,"0"0"-508"-15,0 0-16 16,-140 97-26-16,120-39 9 16,14 4-42-16,6-2 35 15,18 0-72-15,22-4 37 0,37 3-202 16,-5-16-195-16,-5-11-957 15</inkml:trace>
  <inkml:trace contextRef="#ctx0" brushRef="#br0" timeOffset="-198113.67">25912 5111 765 0,'0'0'10'0,"0"0"-10"15,0 0 1 1,0 0 2-16,0 0 304 0,0 0-193 15,-19 0-47-15,17 0-12 16,0 0 58-16,0-7 60 16,-2 4-26-16,1-1 73 15,-4-1-127-15,3 0-27 16,-1 1 55-16,-1 2-44 16,2-1 21-16,-1 0-40 15,2 1-31-15,1 0 116 16,0 0-115-16,0 2 9 15,2-2 30-15,0 2-26 0,0 0 42 16,0 0-40 0,0 0-42-16,0 0 112 0,0 0-103 15,0 0 5-15,14 0 18 16,9-1-27-16,14 1 0 16,3 0-6-16,4-3-66 15,-1 3 51-15,-6 0-91 16,-6 0-107-16,-12 0-75 15,-13 8-315-15,-6-1-170 0</inkml:trace>
  <inkml:trace contextRef="#ctx0" brushRef="#br0" timeOffset="-197932.58">25835 5171 1273 0,'0'0'356'0,"0"0"-222"16,0 0 46-16,0 0 43 15,0 0-36-15,0 0-127 16,0 0-54-16,156 0 27 16,-113 0-33-16,1 2-85 15,8-2-120-15,-10 0-154 16,-9 0-500-16</inkml:trace>
  <inkml:trace contextRef="#ctx0" brushRef="#br0" timeOffset="-197724.81">26388 5017 1028 0,'0'0'257'16,"0"0"-126"-16,0 0-45 0,0 0-27 16,14 102 117-16,-28-68-92 15,-5-2-5-15,-6 0-59 16,0-4 1-16,-2-3-15 15,3-7-6-15,-3-13-123 16,5 0-57-16,4-5-174 0</inkml:trace>
  <inkml:trace contextRef="#ctx0" brushRef="#br0" timeOffset="-197526.75">25904 4795 461 0,'0'0'1289'0,"0"0"-962"16,-125 39-207-16,79 8 5 16,8 13-15-16,16 7-99 15,18 4 82-15,4 0-93 16,26 0-9-16,19-4-3 16,40-1-42-16,-12-16-165 15,-7-16-521-15</inkml:trace>
  <inkml:trace contextRef="#ctx0" brushRef="#br0" timeOffset="-195941.8">27324 4389 7 0,'0'0'1113'15,"0"0"-831"-15,0 0-30 16,0 0-81-16,0 0-16 16,0 0 43-16,0 0 45 15,-22-68-126-15,22 60 29 0,0 0 8 16,0 2-74 0,0 0-11-16,0 2-36 0,0 2-18 15,0 2 45-15,0 0-60 16,0 0 0-16,0 4-17 15,2 18 31-15,3 12-14 16,-5 7 0-16,0 5 6 16,-7 1 9-16,-10-4-15 15,-2-5 0-15,4-8-8 16,1-9 22-16,6-4-10 16,3-9-4-16,3-4 1 15,2-4-18-15,0 0 17 16,0-2-24-16,20-22 24 15,11-14-113-15,7-15-11 16,4-2-24-16,-2-2-1 0,-5 12 142 16,-14 14-20-16,-7 13 27 15,-14 15 30-15,0 3-30 16,-10 14 39-16,-15 19-2 16,-2 9 46-16,-2 9 40 15,6-1-99-15,12-1-9 16,6-4 1-16,5-7-4 15,10-5-11-15,16-6-1 16,12-5-94-16,4-8 3 16,12-6-191-16,-12-4-311 15,-11-4-507-15</inkml:trace>
  <inkml:trace contextRef="#ctx0" brushRef="#br0" timeOffset="-195687.69">26930 4962 613 0,'0'0'1478'16,"0"0"-1110"-16,0 0-303 15,0 0 26-15,0 0 10 16,0 0-39-16,0 0 27 15,167 23-89-15,-102-17 17 16,4-2-14-16,2 0-3 0,-4-3-115 16,-6 2-94-1,-3 1-114-15,-16-3-268 0,-15-1-991 0</inkml:trace>
  <inkml:trace contextRef="#ctx0" brushRef="#br0" timeOffset="-195021.42">27266 5370 1487 0,'0'0'335'0,"0"0"-261"0,0 0-22 16,0 0 17-16,0 0 129 16,0 0 0-16,0 0-113 15,-27-19 64-15,27 14-112 16,0-4-27-16,0 1 34 15,0 1-44-15,14-1-2 16,6 1-4-16,2 5 6 16,3 2-27-16,-2 0 27 15,-8 5-19-15,-4 14 6 16,-11 10 13-16,0 3 0 16,-13 6 30-16,-14 1-23 15,0 2 65-15,5-4-72 16,10-4 0-16,10-3 4 15,2-2-2-15,12-3 11 0,10-4-13 16,2-3 20-16,-5-1-14 16,-11-1-6-16,-8-2-5 15,-13 4-10-15,-32 4 30 16,-15 0-24-16,-13 0 9 16,-1 1-107-16,-8-3 21 15,20-5-396-15,16-7-431 0</inkml:trace>
  <inkml:trace contextRef="#ctx0" brushRef="#br0" timeOffset="-194178.73">28180 5008 1302 0,'0'0'577'15,"0"0"-350"-15,0 0-82 16,0 0 30-16,0 0 60 15,0 0-147-15,0 0-53 16,89 0-35-16,-50 0-16 16,-3 0 1-16,-7 0-143 0,-12 9-114 15,-17 3-96 1,0-2-289-16,-20-3-527 0</inkml:trace>
  <inkml:trace contextRef="#ctx0" brushRef="#br0" timeOffset="-194062.83">28180 5008 998 0,'-60'119'787'0,"60"-115"-591"0,23 3-136 16,16-4 31-16,17 3 65 16,18-3-156-16,51-3-91 15,-18 0-93-15,-12 0-610 0</inkml:trace>
  <inkml:trace contextRef="#ctx0" brushRef="#br0" timeOffset="-193561.88">29255 4787 1820 0,'0'0'337'16,"0"0"-314"-16,-31 108-1 15,2-50 32-15,-2 0-14 16,0-6 116-16,2-6-122 16,4-8-32-16,7-10 21 15,5-7-15-15,6-14 4 16,3-7-12-16,4 0 1 16,0-5-22-16,6-18 21 15,16 1-3-15,7 2-8 0,10 2 22 16,0 7-3-16,9 2-8 15,0 3 0-15,4 4-11 16,-1-2 11-16,-4 0-25 16,-2 0-61-16,-12-4-87 15,-6-4 36-15,-12-2 8 16,-6-4 88-16,-9 3 41 16,0 2 70-16,0 6 59 15,-7 7 16-15,-8 0-61 16,-3 17 45-16,-5 17-56 15,2 12-22-15,-2 8 53 16,5 5-104-16,3-3-6 0,7-5-66 16,6-5-107-16,2-9-88 15,14-13-242-15,7-12-337 0</inkml:trace>
  <inkml:trace contextRef="#ctx0" brushRef="#br0" timeOffset="-193392.31">29661 5167 2154 0,'0'0'675'0,"0"0"-606"15,0 0-69-15,116-24 0 16,-67 20-22-16,6 3 22 16,3 1-9-16,25 0-97 0,-17 0-228 15,-10 0-381-15</inkml:trace>
  <inkml:trace contextRef="#ctx0" brushRef="#br0" timeOffset="-192903.57">30379 4957 430 0,'0'0'1453'16,"0"0"-1182"-16,0 0-222 15,0 0 14-15,0 0-23 16,0 0 36-16,0 0 120 15,-12 82-110-15,3-40-47 16,7 1-35-16,2-5 19 16,0-9 4-16,16-4-17 0,10-12-4 15,5-4 16-15,4-9-22 16,0 0-108-16,1-25-52 16,-5-6-98-16,-2-12-21 15,-4-1-17-15,-8 4 209 16,-1 8 87-16,-10 8 205 15,-4 13 155-15,-2 11-152 16,0 5-199-16,-6 27 56 16,-12 18 11-16,-2 13-18 15,0 8 54-15,4 8-67 16,1-1-12-16,4-3-29 16,-3-8 26-16,-1-9-9 15,-1-7-21-15,-5-15 0 0,0-11 4 16,-4-12-2-16,3-12-2 15,1-1 0-15,6-5 19 16,11-19 74-16,4-7-44 16,15-6-35-16,28-6 27 15,19-1-41-15,14 3-1 16,31-5 1-16,24 0-97 16,19 7-102-16,-28 7-293 15,-28 14-279-15</inkml:trace>
  <inkml:trace contextRef="#ctx0" brushRef="#br0" timeOffset="-192821.79">31361 5278 211 0,'0'0'800'16,"0"0"-425"-16,0 0-108 16,0 0-252-16,0 0-15 0,0 0-1566 0</inkml:trace>
  <inkml:trace contextRef="#ctx0" brushRef="#br0" timeOffset="-166762.9">13464 6377 810 0,'0'0'63'16,"0"0"-37"-16,0 0-26 15,0 0 16-15,0 0-7 16,0 0 237-16,-65-9-71 16,60 6-146-16,3 1-9 15,2 2-13-15,-2-3 6 16,2 3-1-16,0 0-12 0,0 0 0 15,0 0 58-15,0 0 22 16,0 0 22-16,0-2 19 16,0 2-49-16,0 0 74 15,0-2-24-15,0 2-7 16,0-2 76-16,0 2-76 16,0-1-23-16,0-2-9 15,0 3-68-15,2-1 60 16,0 1-75-16,3-3 0 15,0 2 20-15,3-3-20 16,8-1 0-16,6 3 0 16,5 2 21-16,4 0-29 0,3 2 8 15,-3 18 0 1,-2 5-9-16,-9 5 10 0,-7 4-1 16,-9 2 5-16,-4 6 20 15,0 0 21-15,-17 2-46 16,-10-3 2-16,-4 0 23 15,0-7-24-15,4-5-1 16,7-9 0-16,7-8 26 16,6-9-23-16,7-3-3 15,0 0-20-15,13-5-1 16,16-23-55-16,13-8-98 16,5-13-4-16,3-3-25 15,-6-1 132-15,-6 4-20 16,-9 6 35-16,-11 10 47 15,-7 8 18-15,-9 9 75 16,-2 12 83-16,0 4-111 0,-15 11 6 16,-6 19-61-16,-1 7-1 15,2 4 133-15,9 1-100 16,8-7-8-16,3 0-25 16,10-9-12-16,21-6-9 15,34-11-128-15,-5-6-206 16,-4-3-442-16</inkml:trace>
  <inkml:trace contextRef="#ctx0" brushRef="#br0" timeOffset="-166452.78">14253 6525 1553 0,'0'0'543'16,"0"0"-386"-16,0 0-66 16,0 0 63-16,0 0-89 15,0 0-44-15,0 0 46 16,59 6-22-16,-30-3-5 0,6 2-40 15,-2-1 27-15,0-2-66 16,-4 2-19-16,-7 6-143 16,-8-3-76-16,-14 2-380 0</inkml:trace>
  <inkml:trace contextRef="#ctx0" brushRef="#br0" timeOffset="-166301.72">14069 6784 1145 0,'0'0'1076'0,"0"0"-778"16,0 0-281-16,117 0-1 16,-53 0-10-16,8-6-6 15,3-5-15-15,24 1-56 16,-21 2-191-16,-16 1-500 0</inkml:trace>
  <inkml:trace contextRef="#ctx0" brushRef="#br0" timeOffset="-165230.79">15269 6682 1197 0,'0'0'630'16,"0"0"-322"-16,0 0-169 15,0 0-52-15,0 0 50 16,0 0-33-16,0 0-16 16,44-20-57-16,-1-6-3 15,4-3-10-15,4-3-18 16,-1-4-73-16,-8 2 66 15,-5-2-25-15,-10 2 4 16,-7 6 27-16,-7 3 1 16,-3 11 11-16,-8 4 10 0,-2 8 12 15,0 2 14-15,0 9-47 16,-4 18 0 0,-10 13 3-16,-3 9 15 0,1 2 40 15,3 2-58-15,1-2-18 16,5-5 9-16,3-8-128 15,4-1-68-15,2-10-263 16,11-13-413-16</inkml:trace>
  <inkml:trace contextRef="#ctx0" brushRef="#br0" timeOffset="-164869.75">15992 6428 1385 0,'0'0'285'0,"0"0"-129"15,0 0-9-15,0 0-7 16,0 0-10-16,0 0-71 16,0 0 35-16,48-47-94 15,-25 62 0-15,-3 14 10 16,-7 3-3-16,-11 6 10 15,-2 6-8-15,-21 0 16 16,-22 2 40-16,-8 0-52 16,-3-6-12-16,5-10 54 15,13-8-22-15,16-11 12 0,11-7 1 16,9-4-36-16,3 0 50 16,26 0-60-16,12-7-39 15,13-2 21-15,9-1-120 16,30-1-61-16,-12 1-122 15,-12 3-624-15</inkml:trace>
  <inkml:trace contextRef="#ctx0" brushRef="#br0" timeOffset="-164633.37">16422 6694 320 0,'0'0'1807'0,"0"0"-1262"15,0 0-471-15,0 0-57 16,0 0 12-16,0 0-29 16,0 0-19-16,151-47 10 15,-95 47-138-15,-12 8-102 16,-5 2-539-16</inkml:trace>
  <inkml:trace contextRef="#ctx0" brushRef="#br0" timeOffset="-163764.4">17231 6428 519 0,'0'0'927'16,"0"0"-668"-16,0 0-155 16,0 0-62-16,0 0 92 15,0 0-103-15,0 0-30 16,29-58 35-16,-11 55-35 16,0 3 0-16,-5 0-1 15,1 3 10-15,-12 19 45 16,-2 9-20-16,0 5 2 0,-25 4 50 15,-6-2-23-15,-7 0-2 16,0-6-32 0,0-8-14-16,9-6 18 0,6-5-34 15,13-8 0-15,10-2-7 16,0-3 7-16,14 0-48 16,21-8-94-16,9-7-84 15,6 1 105-15,-4 5-4 16,-1 4 93-16,-10 5 32 15,-10 0 21-15,-8 12 72 16,-11 7 7-16,-6 8-36 16,-6 1 104-16,-20 5-98 15,-6-1-20-15,-3-2 15 16,2-2-54-16,3-4 3 16,6-8-14-16,9-4-115 0,15-12-66 15,0 0-187-15,4 0-115 16</inkml:trace>
  <inkml:trace contextRef="#ctx0" brushRef="#br0" timeOffset="-163283.25">17616 6611 1612 0,'0'0'654'16,"0"0"-640"-16,0 0 20 15,0 0-34-15,0 0 0 16,-40 124 8-16,40-102 3 0,9-5 27 15,16-3-26 1,8-9 15-16,3-2-26 0,2-3-1 16,-2 0-77-1,-1-17 5-15,-4-6-51 0,-4-5 2 16,-4-6 19-16,-4-3 28 16,-5 4 55-16,-3 4 38 15,-5 9 38-15,-3 10 116 16,-3 10-64-16,0 0-89 15,0 25-20-15,-11 16 1 16,-4 10 88-16,-4 9-49 16,1 3-8-16,1 6 47 15,3-2-51-15,3-2 11 16,3-5 0-16,-2-6-38 16,1-8 59-16,-1-8-60 0,0-9 0 15,-3-9-1-15,-3-10 11 16,-1-8-10-16,-4-2 0 15,2-2 7-15,1-16 32 16,9-10-39-16,9-4 1 16,0-7 27-16,24-1-19 15,19 0 18-15,10 2-27 16,14 4-84-16,45-7-15 16,-19 8-273-16,-9 8-605 0</inkml:trace>
  <inkml:trace contextRef="#ctx0" brushRef="#br0" timeOffset="-163198.68">18463 6842 1698 0,'0'0'0'0,"0"0"-215"0</inkml:trace>
  <inkml:trace contextRef="#ctx0" brushRef="#br0" timeOffset="-149795.58">11248 7742 658 0,'0'0'121'0,"0"0"-65"16,0 0-56-16,0 0-33 16,0 0 26-16,0 0 1 15,-41-4 12 1,37 4 203-16,-2-2-141 0,1 1-66 16,1-5 97-16,-1 5 0 15,3-1 68-15,-1 0 43 16,3 2-45-16,0-2 20 15,0 2-65-15,0 0-49 16,0 0 80-16,0 0-92 16,0 0 17-16,0 0 23 15,0 0-44-15,0 0 60 16,0 0-75-16,0 0-38 0,0 0 66 16,0 0-67-16,0 0 4 15,0 0 22-15,0 0-8 16,0 0 8-16,0-2-27 15,7 0 0-15,15-1 7 16,10 0-7-16,11-3 0 16,5 3 0-16,6 0 12 15,2 3-26-15,-3 0-101 16,10 6-181-16,-17 8-67 16,-15-2-612-16</inkml:trace>
  <inkml:trace contextRef="#ctx0" brushRef="#br0" timeOffset="-149426.75">11284 7923 727 0,'0'0'341'0,"0"0"435"0,0 0-528 15,0 0-24-15,0 0-61 16,0 0-65-16,0 0 78 15,-23-9-131-15,46 3-18 16,10-5-15-16,9-1 7 16,10 1-23-16,6 4 4 15,2 3-151-15,17 4 32 16,-12 0-171-16,-14 0-368 0</inkml:trace>
  <inkml:trace contextRef="#ctx0" brushRef="#br0" timeOffset="-149192.52">11992 7614 876 0,'0'0'1258'16,"0"0"-1125"-16,0 0-84 15,0 0-46-15,0 0 13 16,0 0 60-16,108 106-52 15,-108-56 4-15,0 4 13 16,-21 4-35-16,-8 3-12 16,-6-5-20-16,-6 3-183 15,10-16-62-15,7-13-589 0</inkml:trace>
  <inkml:trace contextRef="#ctx0" brushRef="#br0" timeOffset="-148755.34">12902 7524 844 0,'0'0'32'0,"0"0"949"16,0 0-686-16,0 0-228 15,0 0 30-15,0 0-97 16,0 0 25-16,16-14 13 15,-12 25-37-15,1 14 80 16,-3 8-21-16,0 8-45 16,-2 5 104-16,0 0-103 15,0-2-7-15,0 0-1 16,0-4 9-16,0-3-11 0,-2-1-6 16,2-6-102-1,0-4-4-15,0-9-248 16,6-6-232-16,-2-11-494 0</inkml:trace>
  <inkml:trace contextRef="#ctx0" brushRef="#br0" timeOffset="-148484.89">13022 7474 649 0,'0'0'951'0,"0"0"-699"15,0 0-114-15,134-16-57 16,-85 16-43-16,3 21 117 16,-2 7-62-16,-5 6-11 0,-7 8-4 15,-11 7-43-15,-16-1 15 16,-11 4-38-16,-3 0-12 16,-30 0 107-16,-11 0-107 15,-10-1 0-15,-2-5 0 16,5-4-85-16,-2-5-46 15,14-12-212-15,16-11-456 0</inkml:trace>
  <inkml:trace contextRef="#ctx0" brushRef="#br0" timeOffset="-148058.59">13762 7770 758 0,'0'0'160'0,"0"0"754"16,0 0-444-16,0 0-362 15,0 0-88-15,0 0 35 16,0 0-45-16,49 11 5 15,-20-11 65-15,7 0-80 16,2 0 0-16,2 1 3 16,-2 5-3-16,-5 1-22 15,-10 8-116-15,-12-3-189 16,-9-1-239-16</inkml:trace>
  <inkml:trace contextRef="#ctx0" brushRef="#br0" timeOffset="-147902.4">13733 7983 1810 0,'0'0'745'0,"0"0"-607"16,0 0-84-16,0 0-54 15,114-16 17-15,-63 7-8 16,1 5-9-16,-4 4-23 16,0 0-156-16,-15 3-320 15,-14 7-912-15</inkml:trace>
  <inkml:trace contextRef="#ctx0" brushRef="#br0" timeOffset="-127227.7">15020 7720 970 0,'0'0'45'15,"0"0"-45"-15,0 0-12 16,0 0-368-16</inkml:trace>
  <inkml:trace contextRef="#ctx0" brushRef="#br0" timeOffset="-126772.33">14736 7943 872 0,'0'0'1237'0,"0"0"-1014"16,0 0-143-16,0 0-3 15,0 0 133-15,0 0-115 16,0 0-23-16,-2-11 16 15,20 0-70-15,9-6 2 16,6-5-20-16,9-4 9 16,8-3-18-16,-1-2 9 15,-3-4-53-15,-1 3 47 0,-9 6-34 16,-7-3 38-16,-7 7 2 16,-6 3 0-16,-8 4-5 15,-1 3 5-15,-2 3 0 16,-5 6 7-16,0 1 14 15,0 2 13-15,0 0-34 16,0 0 30-16,0 0-27 16,0 19-3-16,-12 15-4 15,-3 10-14-15,1 5 27 16,-1 6-9-16,1 1 0 16,3-5-114-16,3 6-105 15,4-17-385-15,0-12-791 0</inkml:trace>
  <inkml:trace contextRef="#ctx0" brushRef="#br0" timeOffset="-125856.77">15510 7778 1617 0,'0'0'402'0,"0"0"-227"15,0 0-67 1,0 0 85-16,0 0-95 0,0 0-31 16,0 0 15-16,-20-17-67 15,20 5-6-15,0-2-9 16,11-1-29-16,0 1 7 16,2 2 22-16,-1 1-6 15,-6 8-5-15,-1 0 12 16,-5 3-1-16,0 0 0 15,0 0-14-15,0 5-8 0,-5 11 22 16,-8 4 0-16,-3-2 3 16,1-2-2-16,3-7-1 15,4-2 0-15,6-7 21 16,0 0 24-16,-1 0-45 16,3-4-1-16,0-14 1 15,0-2-46-15,5 0 12 16,8-3 17-16,3 8 8 15,-3 1-8-15,-2 5 17 16,-4 6 0-16,-3 3-5 16,-4 0 6-16,0 0-1 0,0 6 6 15,0 10 16 1,-11 3 32-16,-7 1-54 0,-2-1 2 16,0-5 18-16,0-4-20 15,7-7 0-15,1-3 0 16,8 0-3-16,2-5-43 15,2-15-21-15,0-4-15 16,20-2 60-16,4 2-3 16,1 5 20-16,1 3 4 15,1 9 2-15,-4 7 74 16,-2 0-71-16,-4 12 4 16,-9 13 33-16,-8 8-30 15,0 7 21-15,-8 3-32 16,-17 3 26-16,-6-4 12 15,-3-5-38-15,1-5 0 0,0-7 8 16,8-7-7-16,7-10-1 16,5-3 0-16,8-5 12 15,5 0 38-15,0 0-50 16,0 0 34-16,9 0 55 16,14 0-78-16,10 0-5 15,5 0-6-15,5 0 17 16,1 0-26-16,-1 0 9 15,7 0-130-15,-9 0-126 16,-8 0-450-16</inkml:trace>
  <inkml:trace contextRef="#ctx0" brushRef="#br0" timeOffset="-125658.36">15888 7890 1013 0,'0'0'1219'0,"0"0"-871"16,0 0-175-16,0 0-91 16,0 0-64-16,0 0 21 15,0 0-39-15,123-34-40 16,-92 34-25-16,12 0-210 16,-7 2-201-16,-7 3-174 0</inkml:trace>
  <inkml:trace contextRef="#ctx0" brushRef="#br0" timeOffset="-125144.55">16522 7678 1692 0,'0'0'499'0,"0"0"-360"15,0 0-64-15,0 0-23 16,0 0 49-16,0 0-34 16,0 0 78-16,-31-47-145 15,31 44 13-15,0 3 9 16,0-4-22-16,4 0 0 16,5-1 0-16,4 5 12 0,1 0-21 15,-3 0 9 1,0 13-5-16,-7 11 5 0,-4 6 0 15,0 6 0-15,-19 4-1 16,-8-2 13-16,-4-4 6 16,2-4-18-16,2-8 0 15,6-7-6-15,9-5 13 16,3-6-7-16,9-4 0 16,0 0 20-16,0 0-64 15,15-11 40-15,12-4-178 16,4 2 146-16,2 4-1 15,-1 4 37-15,-3 5-7 16,-9 0 21-16,-9 7 37 16,-7 9-43-16,-4 6-8 0,0 0 60 15,-13 3-47-15,-7 2 6 16,-5-1-19-16,6-4-19 16,0-6-3-16,15-6-170 15,4-4-322-15,0-6-292 0</inkml:trace>
  <inkml:trace contextRef="#ctx0" brushRef="#br0" timeOffset="-124674.89">16800 7860 1602 0,'0'0'383'0,"0"0"-341"15,0 0-32-15,0 0 40 16,0 0 34-16,0 0 29 15,0 0-45-15,0 76-62 0,6-63 51 16,6-5-57-16,7-7 0 16,0-1 0-16,1 0 0 15,3-9-10-15,-4-12 9 16,2-3-30-16,-3 1 10 16,-5 0 21-16,-2 5 0 15,-2 6 28-15,-4 8 48 16,-5 4-21-16,2 4-55 15,-2 24 22-15,0 13 23 16,0 12-45-16,0 10 0 16,-4 7 50-16,-10 0-38 0,1 0-4 15,-1-4-8-15,-3-8 16 16,-4-5-5-16,2-13-11 16,-6-10 0-16,2-10 7 15,-1-11-6-15,1-9 17 16,6 0-18-16,3-13 22 15,12-13 42-15,2-8-64 16,7-9-33-16,25-3 32 16,5-3-97-16,9-4 21 15,2 0-30-15,18-22-127 16,-14 13-53-16,-8 6-469 0</inkml:trace>
  <inkml:trace contextRef="#ctx0" brushRef="#br0" timeOffset="-124517.8">17394 7686 1365 0,'0'0'648'0,"0"0"-350"16,0 0-71-16,0 0-143 16,0 0-21-16,0 0 4 15,91 130-66-15,-109-65 85 16,-20 4-86-16,-18 6-27 16,-8-3-1-16,-47 13-179 15,16-20-118-15,4-14-289 0</inkml:trace>
  <inkml:trace contextRef="#ctx0" brushRef="#br0" timeOffset="-124029.64">14977 7435 1132 0,'0'0'655'0,"0"0"-481"15,0 0-57-15,-113-18-57 16,80 40 16-16,1 27 57 16,5 30-38-16,14 34 89 15,10-3-163-15,3-8-3 0,23-13-36 16,21-27-24-16,57 17-126 16,-7-12-207-16,1-23-1034 0</inkml:trace>
  <inkml:trace contextRef="#ctx0" brushRef="#br0" timeOffset="-123132.74">17690 7678 1340 0,'0'0'538'16,"0"0"-262"-16,0 0-19 15,0 0-97-15,0 0-140 0,0 0 65 16,0 0-45 0,5 78-19-16,-5-41 35 0,0-2-48 15,0-3-2-15,8-6-6 16,15-8 16-16,6-8-2 16,4-8-14-16,3-2-42 15,-1-8 17-15,-2-14-68 16,-3-8 20-16,-6-6 33 15,-3-2-61-15,-8 2 95 16,-4 8-15-16,-7 8 21 16,-2 11 126-16,0 9-63 15,0 1-53-15,-14 27-10 0,-1 15 14 16,1 16 4 0,4 11-18-16,3 9 0 15,-2 1 17-15,-2 0-17 0,-2-6 0 16,-8-5-1-16,-1-11 11 15,-9-10-7-15,-3-12-3 16,-1-11 0-16,-1-14 12 16,7-8 10-16,11-3 66 15,16-20 35-15,2-18-110 16,35-10 50-16,23-8-63 16,14-2-13-16,12 2-2 15,6 6-65-15,24-4-145 16,-23 13-112-16,-18 9-502 0</inkml:trace>
  <inkml:trace contextRef="#ctx0" brushRef="#br0" timeOffset="-122730.58">18872 7833 1610 0,'0'0'667'0,"0"0"-455"15,0 0 84-15,0 0-150 16,0 0-62-16,0 0 27 16,0 0-99-16,108-17-5 15,-56 13-7-15,0 4-6 16,-8 0-25-16,-7 0-81 15,-16 16-233-15,-13 2-156 16,-8-1-344-16</inkml:trace>
  <inkml:trace contextRef="#ctx0" brushRef="#br0" timeOffset="-122597.65">18868 8017 2114 0,'0'0'599'0,"0"0"-577"0,0 0 75 16,0 0-73-16,0 0-13 15,135 0-22-15,-66-2-7 16,-11-5-250-16,-11 2-726 0</inkml:trace>
  <inkml:trace contextRef="#ctx0" brushRef="#br0" timeOffset="-120802.63">19988 7977 1832 0,'0'0'534'0,"0"0"-316"16,0 0-218-16,0 0 6 15,136-74-18-15,-73 38-35 0,6-4-29 16,-3-3 0 0,-6 1-41-16,-8 3 54 0,-9 0-74 15,-12 6 46-15,-14 1 91 16,-5 8 81-16,-8 9 96 16,-4 5 11-16,0 6-61 15,0 4 36-15,0 0-163 16,0 6-8-16,0 21 8 15,0 18 11-15,-11 9 26 16,-4 8-37-16,1 2 34 16,1-5-16-16,4-8-18 15,7-7-135-15,2-12-35 16,6-11-207-16,14-12-404 0</inkml:trace>
  <inkml:trace contextRef="#ctx0" brushRef="#br0" timeOffset="-120389.68">21117 7633 827 0,'0'0'1116'15,"0"0"-899"-15,0 0-132 16,0 0 82-16,0 0-72 15,-123-39-3-15,113 27 14 16,10-3-94-16,0 0 58 0,8-1-70 16,16 0-19-16,7 6 5 15,5 3 6-15,-2 7 8 16,-7 0 0-16,-12 21 1 16,-11 11 1-16,-4 9 7 15,-33 7-9-15,-21 7 53 16,-15-1-42-16,-6-6 16 15,5-10-27-15,14-10 21 16,18-10 35-16,21-7-56 16,15-8 0-16,2 1 6 15,24 0 6-15,21 2-12 16,17 3 0-16,7-1 19 16,5 0-70-16,-3-2 23 0,16-2-196 15,-20-3-52 1,-11-1-522-16</inkml:trace>
  <inkml:trace contextRef="#ctx0" brushRef="#br0" timeOffset="-119746.21">21645 7706 1883 0,'0'0'550'15,"0"0"-409"-15,0 0-32 16,0 0-12-16,0 0-97 16,0 0-12-16,0 0 11 15,16 52 2-15,-16-14 35 16,0 6-36-16,0-2 15 15,0-6-6-15,0-7-9 0,6-9-2 16,9-10-14 0,10-10-39-16,2 0-27 0,4-8-66 15,-2-18-95-15,-2-9 64 16,-5-3-17-16,-4-2 75 16,-4 3 121-16,-6 8 27 15,-3 11 221-15,-3 12 81 16,-2 6-234-16,0 18-37 15,0 24-39-15,-5 14-10 16,-8 13 57-16,-5 3-27 16,0 2 29-16,-4-4-62 0,-2-8 21 15,-7-8 22 1,-5-10-41-16,-3-9-4 16,-5-11 38-16,1-10-41 0,1-10 33 15,5-4-34-15,6 0-73 16,12-36 11-16,11 4-201 15,8-1-416-15</inkml:trace>
  <inkml:trace contextRef="#ctx0" brushRef="#br0" timeOffset="-118619.15">22427 7850 1245 0,'0'0'577'16,"0"0"-438"-16,0 0 55 16,0 0 50-16,0 0-12 15,0 0-22-15,0 0-105 16,-18-10-68-16,41 9 90 0,10-2-127 16,14 0 0-16,6 2-9 15,7 1-31-15,-2-2-45 16,16-1-256-16,-18-2-357 15,-7-1-1132-15</inkml:trace>
  <inkml:trace contextRef="#ctx0" brushRef="#br0" timeOffset="-118116.79">23368 7615 1735 0,'0'0'327'0,"0"0"-231"16,0 0-10-16,0 0-23 15,0 0 115-15,0 0-104 16,0 0-44-16,23-102 43 15,0 92-73-15,2 4 0 16,0 6-7-16,-7 0 20 16,-5 5-4-16,-9 14-9 15,-4 12 0-15,-6 3 69 16,-26 4-60-16,-5 0 12 0,-6-4 25 16,5-8-40-1,7-6 30-15,9-8-36 16,13-5 0-16,7-4-27 15,2-3 27-15,11 0-94 0,18 0 56 16,6 0-27 0,6 0 63-16,-4 0-41 0,-5 4 43 15,-10 6-12-15,-9 7 14 16,-11 0-2-16,-2 7 50 16,-13 3-42-16,-20-2 56 15,-8 1-64-15,-3-1 1 16,1-6-33-16,8 0-73 15,13-7-172-15,10-7-336 0</inkml:trace>
  <inkml:trace contextRef="#ctx0" brushRef="#br0" timeOffset="-117573.5">23831 7752 485 0,'0'0'1377'16,"0"0"-1075"-16,0 0-111 15,0 0-111-15,0 0-50 16,0 0-11-16,0 0-11 16,-4 14 85-16,4 13-91 0,0-4 33 15,0 1-21 1,9-8-14-16,7-4-18 0,-1-6 17 15,3-6-41-15,-3 0 40 16,3-2-29-16,1-14-37 16,-4-8 56-16,1-1-43 15,-3 0 36-15,-5 4 19 16,0 2 40-16,-4 12 101 16,-4 7-101-16,0 0-9 15,0 21-41-15,0 19 16 16,-14 17-6-16,-3 6 15 15,-3 10-2-15,-5-4 14 16,-2-3-27-16,0-5 3 16,-4-6 22-16,0-13-7 15,-5-9-18-15,3-8 48 0,-5-9-42 16,3-12 51-16,1-4-57 16,5 0 10-16,7-14 80 15,10-10-78-15,12-7 1 16,0 0-13-16,34-6 9 15,13 1-24-15,15 0-22 16,10 0-117-16,3 2 24 16,28-8-164-16,-19 6-295 15,-15 5-474-15</inkml:trace>
  <inkml:trace contextRef="#ctx0" brushRef="#br0" timeOffset="-117135.5">24340 7371 552 0,'0'0'1213'0,"0"0"-940"0,0 0-12 16,0 0-62 0,0 0-65-16,0 0 11 0,0 0-83 15,-9-58 46-15,14 48-108 16,12 0 10-16,5 2-11 16,5 4 1-16,-2 2 0 15,-4 2-9-15,-7 2 22 16,-11 22-29-16,-3 10 16 15,-29 8 0-15,-17 6 16 16,-6 1-15-16,2-7-1 16,13-6 0-16,12-9 21 15,21-4-14-15,4-5-7 16,15-2 0-16,21-4 17 16,13-4-17-16,9-2-38 15,33-6-108-15,-15 0-324 16,-7 0-155-16</inkml:trace>
  <inkml:trace contextRef="#ctx0" brushRef="#br0" timeOffset="-117032.61">24874 7836 2152 0,'0'0'450'0,"0"0"-450"16,0 0-156-16,0 0-432 0</inkml:trace>
  <inkml:trace contextRef="#ctx0" brushRef="#br0" timeOffset="-105135.5">11680 8805 1237 0,'0'0'394'0,"0"0"-259"16,0 0 10-16,0 0 37 15,0 0-63-15,0 0 69 16,0-23-146-16,0 18-22 16,3-2 32-16,-1 4-40 15,0-1 21-15,-2 4 4 16,0-2-13-16,0 2 68 16,0 0-92-16,0 0 0 15,0 0-9-15,0 0 32 16,0 12-24-16,0 16 1 0,0 14 0 15,0 10 112 1,0 10-112-16,0 3 0 16,-9-2 29-16,-2 2-4 0,0-9-19 15,2-6-6-15,5-8 13 16,1-8-47-16,3-8 34 16,0-7-189-16,0-10-6 15,18-9-137-15,-2-1 20 16,-1-19-377-16</inkml:trace>
  <inkml:trace contextRef="#ctx0" brushRef="#br0" timeOffset="-104869.6">11849 8763 861 0,'0'0'922'0,"0"0"-726"15,0 0-61-15,0 0-34 16,0 0-23-16,123 12 149 15,-87 29-169-15,0 12 33 16,-7 3 13-16,-8 0-70 16,-7-1 50-16,-11-6-84 15,-3-3 0-15,-9-5 66 16,-24-1-66-16,-10-3 0 16,-6-5-1-16,-5-6 1 15,3-9-6 1,9-5-150-16,6-12-146 0,14 0-7 15,10-14-778-15</inkml:trace>
  <inkml:trace contextRef="#ctx0" brushRef="#br0" timeOffset="-104676.24">12478 8635 1617 0,'0'0'603'16,"0"0"-565"-16,0 0 1 16,0 0-39-16,-106 150 0 15,63-88-4-15,7 14 4 16,9-16-268-16,15-11-659 0</inkml:trace>
  <inkml:trace contextRef="#ctx0" brushRef="#br0" timeOffset="-104216.48">12757 9133 1491 0,'0'0'844'0,"0"0"-528"16,0 0-198-16,0 0 93 16,0 0-165-16,0 0-35 15,0 0 29-15,56-19-40 16,-23 16 0-16,0 3-1 15,-2 0-133-15,-4 8 39 16,-11 13-209-16,-7-1-197 0,-9-4-80 16</inkml:trace>
  <inkml:trace contextRef="#ctx0" brushRef="#br0" timeOffset="-104077.11">12757 9274 362 0,'0'0'1490'0,"0"0"-830"15,0 0-468-15,0 0-21 16,0 0-37-16,0 0-117 15,0 0 59-15,120-10-76 16,-66 7-96-16,0 3 65 16,6 0-271-16,-14 5-257 15,-13 7-355-15</inkml:trace>
  <inkml:trace contextRef="#ctx0" brushRef="#br0" timeOffset="-102604.52">13629 9278 675 0,'0'0'943'0,"0"0"-574"16,0 0-243-16,0 0 98 16,0 0 41-16,0 0-115 15,0 0 52-15,24-17-201 16,10-6 49-16,8-5-62 16,1-2 12-16,-1 0-44 15,-3-2 35-15,-2 1-97 16,-6 4 82-16,-7 1-68 15,-6 5 80-15,-7 5-30 16,-7 7 73-16,-1 4-31 16,-1 3 66-16,-2 2-54 0,0 0 54 15,0 0-66-15,0 14-15 16,0 13-2-16,0 11 29 16,-7 6-12-16,0 2 0 15,1 0 29-15,2-7-40 16,4 0 11-16,0-6-191 15,6-8 4-15,15-9-332 16,0-8-376-16</inkml:trace>
  <inkml:trace contextRef="#ctx0" brushRef="#br0" timeOffset="-102231.68">14366 9144 781 0,'0'0'1188'16,"0"0"-950"-16,0 0-237 16,0 0 159-16,0 0-99 15,0 0-12-15,0 0 32 16,18-98-72-16,9 90-9 16,4 4 0-16,-2 4 23 15,-2 2-37-15,-5 19 14 16,-8 7 0-16,-14 9 24 15,0 3-18-15,-36 6 37 16,-15 4 2-16,-9-1-15 16,-5-8 53-16,9-8-83 15,18-12 0-15,14-9 33 0,15-8-12 16,9-4 36-16,0 0-32 16,20 0 14-16,15 0 9 15,10-4-48-15,7-1-30 16,0 2 17-16,0 3-108 15,10 0-99-15,-12 0-158 16,-13 0-476-16</inkml:trace>
  <inkml:trace contextRef="#ctx0" brushRef="#br0" timeOffset="-102023.79">14835 9354 1989 0,'0'0'787'0,"0"0"-687"16,0 0-88-16,0 0 26 15,0 0-30-15,0 0-8 16,125-14 0-16,-79 14-157 16,16 0 87-16,-10 4-302 15,-10 3-342-15</inkml:trace>
  <inkml:trace contextRef="#ctx0" brushRef="#br0" timeOffset="-99911.48">15715 8981 1106 0,'0'0'333'0,"0"0"-91"16,0 0-63-16,0 0 31 16,0 0-66-16,0 0-103 15,0 0 159-15,3-46-176 16,-3 43 15-16,-7 3-5 0,-11 0-18 16,-5 0-13-16,-4 0-3 15,-6 5 0-15,0 15 11 16,-3 8 22-16,1 4-33 15,6 7 96-15,4 1-66 16,5 2 69 0,9-3-99-16,6-1 27 0,5-4 16 15,0-5-43-15,18-5 0 16,11-7-6-16,7-8 22 16,4-7-37-16,0-2-35 0,-2 0-64 15,-12-4 85 1,-7-8-6-16,-15-2 41 15,-4-2 8-15,0 0 2 16,-20 0 93-16,-2-1-76 0,-5 6-14 16,0 5 53-16,0 6-66 15,5 0-19-15,5 2 18 16,7 13-194-16,10 8-21 16,16-5-293-16,9-6-313 0</inkml:trace>
  <inkml:trace contextRef="#ctx0" brushRef="#br0" timeOffset="-99429.48">16069 9168 1540 0,'0'0'591'0,"0"0"-460"16,0 0-130-16,0 0 112 15,0 0-112-15,0 0 53 16,0 0-5-16,-29 90-34 15,29-62 24-15,2-4-39 16,19-4 0-16,1-8-20 16,7-6 20-16,0-6-43 15,0 0 6-15,0-8-71 16,-2-13 25-16,-3-5-75 16,-2-3-35-16,-5 0 149 15,-5-3-19-15,-5 6 63 16,-3 11 171-16,-1 10 5 0,-3 5-32 15,0 12-144-15,-7 25 0 16,-6 15 77-16,-3 12-69 16,1 8 41-16,-3 6 21 15,0 1-59 1,0-8 60-16,-2-6-71 0,-2-10 0 16,-3-10 22-16,-4-11-10 15,-4-11 0-15,0-9 46 16,4-11-47-16,4-3 159 15,12-7-79-15,10-22-84 16,3-9 58-16,20-6-65 16,28-5 0-16,10-4-2 15,13 5-119-15,33-13-21 0,-19 15-464 16,-11 8-1093-16</inkml:trace>
  <inkml:trace contextRef="#ctx0" brushRef="#br0" timeOffset="-96689.6">11551 10078 1540 0,'0'0'365'0,"0"0"-282"16,0 0 90-16,0 0-97 15,0 0 29-15,0 0 7 16,0 0-106-16,-3-12 57 16,3 12-63-16,0 3 0 15,0 18 30-15,0 11-1 16,0 10 55-16,0 9-1 16,0 1-81-16,-2-3 95 15,-2-2-97-15,0-7 1 16,-1-4 3-16,3-6-4 15,2-6 0-15,0-4 0 16,0-2 27-16,0-3-86 16,0-4 12-16,0 0-140 0,13-6 25 15,-1 2-322-15,-4-7-163 0</inkml:trace>
  <inkml:trace contextRef="#ctx0" brushRef="#br0" timeOffset="-96270.45">11710 10066 1279 0,'0'0'376'16,"0"0"-110"-16,0 0-166 15,0 0 27-15,0 0 37 16,0 0-154-16,0 0 131 16,89-34-141-16,-56 40 0 15,7 20 59-15,2 8-36 16,-1 8 54-16,-6 8-23 15,-10 3-25-15,-10 1 77 0,-11-4-94 16,-4-2-6 0,-11-4 79-16,-20-4-83 0,-11-2 22 15,-9-5-24-15,-1-5 33 16,2-7-84-16,4-5 51 16,13-3-220-16,11-10-6 15,9-3-352-15,10 0-464 0</inkml:trace>
  <inkml:trace contextRef="#ctx0" brushRef="#br0" timeOffset="-95884.33">12349 9932 1000 0,'0'0'1335'0,"0"0"-1040"0,0 0-175 16,0 0-120-1,0 0 24-15,0 0-33 0,0 0 9 16,-58 86 0-16,33-26-23 16,1 4-65-16,4 20-96 15,9-17-323-15,4-15-369 0</inkml:trace>
  <inkml:trace contextRef="#ctx0" brushRef="#br0" timeOffset="-95598.68">12541 10386 1438 0,'0'0'947'15,"0"0"-772"-15,0 0-57 16,0 0 2-16,0 0-81 16,0 0 46-16,0 0-85 15,100-19 2-15,-66 19-7 16,-3 0 5-16,-2 0-104 15,-9 5-53-15,-14 8-112 16,-6-1-88-16,0 0-500 0</inkml:trace>
  <inkml:trace contextRef="#ctx0" brushRef="#br0" timeOffset="-95440.77">12412 10550 1857 0,'0'0'569'0,"0"0"-471"15,0 0-96-15,0 0 126 16,137-23-128-16,-79 11 12 16,7 4-60-16,26 0 33 15,-17 2-240-15,-7 2-492 0</inkml:trace>
  <inkml:trace contextRef="#ctx0" brushRef="#br0" timeOffset="-95117.65">13228 10343 1166 0,'0'0'747'0,"0"0"-590"16,0 0-35-16,0 0-87 16,0 0-7-16,0 0 187 15,0 0-118-15,-36 82 4 16,58-50-56-16,11-1-12 15,10-8 29-15,5-7-62 16,8-8 0-16,0-8 21 16,0 0-21-16,-7-11-18 15,-13-14 17-15,-11-7 2 16,-17-5-44-16,-8-7 43 0,-4 1-12 16,-23-1 3-16,-8 8 18 15,-8 12-6-15,-4 9-3 16,-15 15-226-16,13 0-112 15,7 12-668-15</inkml:trace>
  <inkml:trace contextRef="#ctx0" brushRef="#br0" timeOffset="-94573.04">14420 10385 1390 0,'0'0'757'16,"0"0"-436"-16,0 0-147 16,0 0-4-16,0 0-95 15,0 0-47-15,0 0 38 16,44-11-66-16,-8 11 0 0,6 5-14 15,6 2 15-15,0 2-2 16,2-3-116-16,10 0-157 16,-16-2 27-16,-9 0-580 0</inkml:trace>
  <inkml:trace contextRef="#ctx0" brushRef="#br0" timeOffset="-94315.64">14491 10485 1575 0,'0'0'623'0,"0"0"-469"16,0 0-10-16,0 0 171 15,0 0-236-15,0 0-35 16,0 0-11-16,70 0-9 15,-26 0-12-15,5 0-12 16,5 0-74-16,-1 0 50 16,0 0-193-16,12 0-36 15,-13 0-215-15,-11 0-250 0</inkml:trace>
  <inkml:trace contextRef="#ctx0" brushRef="#br0" timeOffset="-94064.77">15122 10281 788 0,'0'0'960'0,"0"0"-667"16,0 0-293-16,0 0 38 16,0 0-3-16,0 0-27 15,0 0 12-15,33 105 58 16,-54-64-58-16,-6-1 58 15,-4-5-78-15,-3-8 12 16,0-5 16-16,3-5-28 16,2-10-12-16,-9-7-59 15,5 0-195-15,6-11-297 0</inkml:trace>
  <inkml:trace contextRef="#ctx0" brushRef="#br0" timeOffset="-93896.88">14405 10117 1098 0,'0'0'1060'0,"0"0"-738"16,0 0-312-16,-118 30-9 16,97 13 33-16,13 11-18 15,8 7 115-15,0 6-131 16,17-4 24-16,16-1-34 16,6-6 10-16,32 5-124 15,-11-15-90-15,-2-14-402 0</inkml:trace>
  <inkml:trace contextRef="#ctx0" brushRef="#br0" timeOffset="-91177.88">19237 10415 1588 0,'0'0'647'15,"0"0"-420"-15,0 0 239 16,0 0-350-16,0 0-34 15,0 0-78-15,0 0 55 16,109-34-91-16,-62 34 32 16,2 0-75-16,0 12 65 15,-9 0-183-15,-13 6-126 16,-11-2-245-16,-16-4-550 0</inkml:trace>
  <inkml:trace contextRef="#ctx0" brushRef="#br0" timeOffset="-91036.96">19184 10553 1397 0,'0'0'1120'0,"0"0"-898"16,0 0-128-16,0 0-94 15,124-2 0-15,-66-3 0 16,9 1-58-16,29-1-45 16,-13 2-376-16,-10-2-359 0</inkml:trace>
  <inkml:trace contextRef="#ctx0" brushRef="#br0" timeOffset="-90768.11">20104 10409 468 0,'0'0'1472'0,"0"0"-1080"15,0 0-272-15,0 0-107 16,0 0 68-16,0 0-70 16,0 0-2-16,-89 35 108 15,89-3-92-15,2 2 12 16,27-5-37-16,16-7 42 15,9-8-33-15,6-9-9 16,0-5-51-16,-3-5 50 16,-12-15-114-16,-13-4 77 15,-16-5-2-15,-16-2-123 16,-8-1 162-16,-23 0-81 16,-7 6-21-16,-20 5 17 0,9 8-224 15,7 6-241-15</inkml:trace>
  <inkml:trace contextRef="#ctx0" brushRef="#br0" timeOffset="-89547.82">21294 10411 1328 0,'0'0'582'16,"0"0"-223"-16,0 0-127 15,0 0 32-15,0 0-49 16,0 0-171-16,0 0 117 0,14-10-161 15,19 2 1-15,7 0-17 16,10 0 16-16,1 3-9 16,0 5-17-16,0 0-143 15,-7 0 50-15,-3 11-251 16,-12-1-269-16,-14-2-342 0</inkml:trace>
  <inkml:trace contextRef="#ctx0" brushRef="#br0" timeOffset="-89384.89">21399 10493 1824 0,'0'0'504'0,"0"0"-492"15,0 0 204-15,0 0-137 16,0 0-71-16,0 0 44 16,163 2-52-16,-105-2-67 0,14 0-109 15,-15-2-313 1,-12-8-15-16</inkml:trace>
  <inkml:trace contextRef="#ctx0" brushRef="#br0" timeOffset="-89195.02">22001 10289 1714 0,'0'0'536'16,"0"0"-396"-16,0 0-87 16,0 0 6-16,0 0 20 15,0 0-79-15,40 124 144 16,-53-80-144-16,-11 1 0 15,-8-5 26-15,-1-9-26 16,2-5-12-16,-2-6-33 16,1-11-147-16,-23-9 12 0,5-9-394 15,4-13-436-15</inkml:trace>
  <inkml:trace contextRef="#ctx0" brushRef="#br0" timeOffset="-89034.13">21134 10118 1114 0,'0'0'1245'0,"0"0"-963"16,0 0-258-16,-123 104 16 16,104-39 53-16,16 8-93 15,3 6 0-15,29-3-1 16,25-4-10-16,62 3-102 0,-14-22-264 16,3-16-692-16</inkml:trace>
  <inkml:trace contextRef="#ctx0" brushRef="#br0" timeOffset="-88513.41">22759 10314 1117 0,'0'0'1218'0,"0"0"-914"0,0 0-283 16,0 0 40-16,0 0-61 16,0 0 0-16,0 0 32 15,0 89-31-15,0-51 40 16,0-3-41-16,5-9 0 16,8-9-31-16,5-7 31 15,0-5-85-15,-1-5-3 16,0-7-67-16,-7-17-55 15,-1-8-77-15,-5-7 69 16,2 6 207-16,-6 3 11 16,0 10 292-16,0 16 98 15,0 4-307-15,0 20-61 16,0 24-22-16,-6 16 0 0,-5 13 83 16,-7 9-81-16,-3 0 42 15,-8-2 32-15,-5-8-68 16,-1-9 72-16,-2-13-80 15,4-15 9-15,4-11 115 16,10-10-123-16,2-10 38 16,13-4 63-16,4-7-48 15,0-23 60-15,29-10-114 16,13-10-6-16,16 0-65 16,11-2 44-16,5 9-73 15,24-3-55-15,-20 12-222 16,-13 6-364-16</inkml:trace>
  <inkml:trace contextRef="#ctx0" brushRef="#br0" timeOffset="-88263.56">23484 10430 743 0,'0'0'1480'16,"0"0"-978"-16,0 0-335 16,0 0-92-16,0 0 89 15,0 0-164-15,0 0 0 16,104-12-40-16,-62 15 40 16,1 8-58-16,-7 4-101 0,-14 3-320 15,-11-2 123 1,-11-7-697-16</inkml:trace>
  <inkml:trace contextRef="#ctx0" brushRef="#br0" timeOffset="-88119.64">23451 10568 1302 0,'0'0'1006'15,"0"0"-750"-15,0 0-56 16,0 0-40-16,0 0-17 16,0 0-120-16,113 0 40 15,-55-3-126-15,4 3-16 16,19 0-259-16,-15 0-221 15,-12 0-1405-15</inkml:trace>
  <inkml:trace contextRef="#ctx0" brushRef="#br0" timeOffset="-83400.75">24832 7918 1497 0,'0'0'639'0,"0"0"-552"15,0 0-27-15,0 0-16 16,0 0-3-16,0 0 176 16,0 0-196-16,65 25 9 0,-61 3 61 15,-4 9-57 1,-13 12 50-16,-36 13-84 0,-36 16-44 16,-51 14 44-16,16-17-523 15,6-21-836-15</inkml:trace>
  <inkml:trace contextRef="#ctx0" brushRef="#br0" timeOffset="-67335.54">24886 7698 522 0,'0'0'489'0,"0"0"-377"16,0 0-28-16,0 0 66 15,0 0 0-15,0 0 0 16,0 0-3-16,-29-50-88 16,25 44 168-16,2 0-115 15,-4 2-50-15,4 0 93 16,0 1-103-16,0 2-4 15,2-1-48-15,0 2 38 16,0 0-26-16,0 0-12 0,0 0-10 16,0 0-24-16,0 0 29 15,0 0 5-15,0 0 0 16,0 2 18-16,0-2-9 16,0 1-9-16,0-1-4 15,0 0-4-15,0 0 16 16,-7 0 18-16,-6 0-26 15,-5 0 35-15,-7 0-40 16,-17 0 5-16,7 20-186 16,2-1-439-16</inkml:trace>
  <inkml:trace contextRef="#ctx0" brushRef="#br0" timeOffset="-52070.83">3295 12533 1377 0,'0'0'267'0,"0"0"-200"16,0 0 126-16,0 0-78 16,0 0-20-16,0 0 52 15,0-32-62-15,0 25 5 16,0 3-16-16,0 1-66 0,0-1 141 15,0 1-87 1,0 3-42-16,0 0 41 0,0 0-55 16,0 0 16-16,0 0-22 15,0 0 6-15,-6 12-48 16,2 12 42-16,0 5 0 16,4 2-1-16,0 2 10 15,0-5-9-15,4-6 0 16,14-4 7-16,5-6 2 15,6-6-9-15,2-6-46 16,7 0 24-16,1-12-68 16,-1-14-1-16,1-12-42 15,-8-6-107-15,-2-6 92 16,-10 0-46-16,-5 1 58 0,-5 11 112 16,-7 8 24-16,-2 12 62 15,0 8 49-15,0 10 6 16,0 2 21-16,-4 32-138 15,-7 34 47-15,1 36 92 16,4 3-60-16,2-9 7 16,4-11-42-16,0-24-36 15,0 8 60-15,0 1-68 16,0-12 0-16,-5-9-3 16,-4-18 18-16,-2-8-10 15,-2-13 0-15,-3-12 15 16,-5 0 57-16,6-23-51 15,7-19-8-15,8-12 20 0,0-10-38 16,33-4-13-16,18 3-56 16,45-3-63-16,-14 19 11 15,-6 8-430-15</inkml:trace>
  <inkml:trace contextRef="#ctx0" brushRef="#br0" timeOffset="-15671.98">16406 10575 958 0,'0'0'138'15,"0"0"108"-15,0 0 303 0,0 0-345 16,0 0-101-16,0 0 67 15,0 17-32-15,0-17-48 16,0 0 77-16,0 0-130 16,9-2-19-16,0-6 0 15,4-3-8-15,5 0 8 16,2-3-18-16,5-5 0 16,6-1-4-16,3-4 4 15,3-4-14-15,3-2 13 16,1-4-29-16,-1-4 4 15,-3-1-41-15,1-5-1 16,-1 0 36-16,-6 4 4 0,-8 3 24 16,-4 5-10-16,-6 5 28 15,-4 9 13-15,-7 3-11 16,1 10-3-16,-3 1 77 16,0 2-89-16,0 2 11 15,0 0-12-15,0 0 17 16,0 16-35-16,-11 16 16 15,-5 12 2-15,-5 11 23 16,4 1-23-16,1 0 0 16,5-1-6-16,-1-10 26 15,6-3-31-15,4-4 11 16,2-1-202-16,0-11-77 16,0-9-623-16</inkml:trace>
  <inkml:trace contextRef="#ctx0" brushRef="#br0" timeOffset="-15184.75">17182 10267 1096 0,'0'0'849'0,"0"0"-699"15,0 0-31-15,0 0-30 16,0 0 22-16,0 0 24 0,0 0-64 16,-23-59-8-1,23 36-63-15,16-3 1 0,4-1-25 16,-2 8 24-16,-2 2-9 16,-3 11 0-16,-7 6 3 15,-3 0-13-15,-3 18 4 16,0 14 15-16,-13 13 56 15,-18 5-55-15,-7 2 8 16,-5-4-3-16,1-9 16 16,4-6-10-16,4-10-12 15,3-9 0-15,7-5 0 16,6-5 0-16,3-4 0 16,7 0-12-16,4-2 27 15,4-12-14-15,0 0-1 16,12-2 0-16,7 2-4 15,8 2 5-15,6 6-1 0,3 4 0 16,5 2 16-16,1 0-22 16,0 2 6-16,1 8-80 15,5 4-18-15,-7-4-252 16,-10-5-374-16</inkml:trace>
  <inkml:trace contextRef="#ctx0" brushRef="#br0" timeOffset="-14984.72">17427 10399 1672 0,'0'0'765'0,"0"0"-520"0,0 0-196 16,0 0 36-16,0 0-85 15,0 0 14-15,0 0-11 16,118-27-3-16,-68 27-129 15,-11 0-141-15,-3 0-482 0</inkml:trace>
  <inkml:trace contextRef="#ctx0" brushRef="#br0" timeOffset="-14568.4">18147 10084 1774 0,'0'0'365'0,"0"0"-176"16,0 0-189-16,0 0 18 15,0 0-13-15,0 0 15 16,0 0 38-16,-134 142 22 15,110-83-72-15,6 1 90 16,5-6-76-16,8-4-21 0,5-11 66 16,0-8-65-1,5-7 11-15,12-7-13 0,8-8 24 16,2-7-55-16,4-2 31 16,0-2-81-16,-4-16 52 15,-4-4-26-15,-10-4 4 16,-9-1 26-16,-4 4 25 15,0 2 6-15,-11 7 12 16,-11 7-5-16,-3 5-26 16,-2 2 1-16,-2 4-117 15,10 10-189-15,9-2-561 0</inkml:trace>
  <inkml:trace contextRef="#ctx0" brushRef="#br0" timeOffset="-14042.8">18357 10337 1579 0,'0'0'491'15,"0"0"-467"-15,0 0 126 16,0 0-48-16,0 0-51 16,-33 102 23-16,33-77-62 15,0-6 1-15,0 0-13 16,10-6 22-16,5-4-38 15,-1-4 16-15,1-5-70 16,2 0 23-16,-2 0-101 16,1-16-32-16,-3-8 25 15,1-4-89-15,-6-3 24 16,1-2 1-16,-2 8 219 16,0 2 141-16,-5 11 125 15,0 10-59-15,-2 2-141 16,0 10-44-16,0 19 56 0,0 15-14 15,0 5-38-15,-4 8 57 16,-3 2-57-16,0 3 26 16,0-4-3-16,3 0-42 15,-5-5 76-15,-2-7-83 16,-2-7 8-16,-3-8 6 16,-4-6-14-16,-4-8 37 15,-6-8 1-15,-1-7-28 16,2-2 69-16,7-4-24 15,11-20 45-15,11-9 4 16,0-7-98-16,27-6-5 0,13 0-1 16,9 3 24-16,9 4-46 15,4 5 22 1,5 5-164-16,16-1-21 0,-16 7-409 16,-14 2-1189-16</inkml:trace>
  <inkml:trace contextRef="#ctx0" brushRef="#br0" timeOffset="-10045.56">24369 10379 681 0,'0'0'1034'16,"0"0"-739"-16,0 0-161 15,0 0 130-15,0 0-85 16,0 0-12-16,0 0-5 16,4-42-88-16,-2 38 14 15,-2 2-24-15,0-3-58 16,2 4 115-16,-2 1-121 15,0 0 0-15,0 0 2 16,0 0-2-16,0 0-12 16,0 0-23-16,0 0-112 0,0 0 107 15,0 0-254-15,0 0-94 16,0 0-212-16,0 0-206 0</inkml:trace>
  <inkml:trace contextRef="#ctx0" brushRef="#br0" timeOffset="-9598.75">24369 10379 1332 0,'40'-54'529'0,"-40"54"-330"16,0-2-3-16,0-2 117 15,0-1-133-15,0 2-111 16,-2-3 19-16,-1-5-48 16,3-1-14-16,0-5-26 15,0-8 19-15,13 0-74 16,10-4 55-16,4 2-69 15,0 4 60-15,-3 7-39 16,-4 6 23-16,-4 6 13 16,-8 4-12-16,-3 7-10 0,-5 16 34 15,0 14-9-15,-22 7 3 16,-12 2 12-16,-4-2 4 16,-4-4-10-16,-1-10 15 15,3-8 0-15,7-8-15 16,4-6-12-16,7-6-1 15,6-2-7-15,5 0-8 16,6-8-9-16,5-8-27 16,0 0 49-16,0 0-25 15,12 6 40-15,1 6 8 16,3 4-7-16,4 4 11 0,2 16-12 16,3 6 15-16,4 1 48 15,9-4-63-15,3 0 0 16,13-6 13-16,6-7-13 15,5-3-43-15,22-7-149 16,-16 0-341-16,-11-13-169 0</inkml:trace>
  <inkml:trace contextRef="#ctx0" brushRef="#br0" timeOffset="-9497.8">25071 10395 2006 0,'0'0'386'0,"0"0"-386"16,0 0-9-16,0 0-297 0,0 0-365 15</inkml:trace>
  <inkml:trace contextRef="#ctx0" brushRef="#br0" timeOffset="2730.35">4614 12402 1728 0,'0'0'355'0,"0"0"-181"16,0 0 3-1,0 0-6-15,0 0 2 0,0 0-39 16,-38-92-46-16,38 84-28 15,0 2-21-15,0 3-15 16,0 3-7-16,0 0-16 16,-2 0-1-16,0 0 0 15,-8 0-9-15,-5 15 3 16,-14 11-7-16,-11 14 13 16,-11 7 6-16,-3 0-6 15,5-2 0-15,7-10 0 16,10-7 1-16,10-8-1 15,11-7 1-15,9-3-1 0,2 0-1 16,2 6-17-16,25 7 18 16,11 4 0-16,9 1 0 15,8-2-8-15,3-2-10 16,-2-1 2-16,-7-3-35 16,-9 3-130-16,-22 7-129 15,-13-6-308-15,-5-4-1022 0</inkml:trace>
  <inkml:trace contextRef="#ctx0" brushRef="#br0" timeOffset="2874.2">4219 12988 2476 0,'0'0'348'16,"0"0"-333"-16,0 0-1 16,0 0 2-16,125 8-1 15,-56 2-15-15,18 10-94 16,-15-3-269-16,-19 0-656 0</inkml:trace>
  <inkml:trace contextRef="#ctx0" brushRef="#br0" timeOffset="3474.9">2737 12468 1612 0,'0'0'357'16,"0"0"-215"-16,0 0-30 15,0 0-6-15,93-102-2 16,-66 92-22-16,-9 10-35 16,-5 0-32-16,-13 16-6 15,0 21 17-15,-10 12 41 16,-22 8-18-16,-5 3-28 15,-4-6-2-15,5-10-6 16,7-10-7-16,11-8-4 0,7-4-1 16,9-4-1-16,2 2 0 15,7 3-10-15,22 0-23 16,8 0-58-16,4 1-17 16,3 6-59-16,-10-7-149 15,-16 0-364-15</inkml:trace>
  <inkml:trace contextRef="#ctx0" brushRef="#br0" timeOffset="3628.68">2438 13082 2067 0,'0'0'582'16,"0"0"-486"-16,0 0-95 0,0 0 44 16,0 0-10-1,118-20-35-15,-51 16-2 0,16 4-187 16,-19 0-291-16,-19 0-415 0</inkml:trace>
  <inkml:trace contextRef="#ctx0" brushRef="#br0" timeOffset="4005.95">2095 12537 1468 0,'0'0'929'16,"0"0"-827"-16,-116 4-89 16,64 31-11-16,6 14 114 15,10 11-10-15,18 4-51 16,18-2-16-16,12-1 4 15,32-11-16-15,18-10-18 16,17-17-3-16,3-12-6 16,3-11 0-16,-5-11-1 15,-15-18-13-15,-19-14-3 16,-21-5 11-16,-18-3 6 16,-7-5-19-16,-14 1-31 15,-13 9 22-15,-2 14 7 16,5 17-34-16,13 26-72 15,7 19-208-15,4 6-293 0</inkml:trace>
  <inkml:trace contextRef="#ctx0" brushRef="#br0" timeOffset="4696.85">5140 12418 1787 0,'0'0'517'0,"0"0"-465"16,0 0-52-16,0 0-7 16,0 0 7-16,-74 157 93 15,41-73-31-15,4 0-1 16,7-20-31-16,1-2-2 16,8-15-16-16,7-15-3 15,1-14-9-15,3-8 1 16,2-8 6-16,0-2 26 15,0-4 10-15,11-19 11 16,16-6-54-16,11-2 0 16,9-1-10-16,8 5 9 15,7 0-11-15,6 6 11 0,-4 0-1 16,-1 4-35-16,-12 0-36 16,-11 3-12-16,-15 2-7 15,-14 2 68-15,-11 0 24 16,0 2 12-16,-25 6 15 15,-4 2 23-15,-7 14 29 16,-1 30-6-16,-1 32-31 16,7 35-23-16,13 23-19 15,11-7-5-15,7-19-196 16,9-38-319-16,5-38-1304 0</inkml:trace>
  <inkml:trace contextRef="#ctx0" brushRef="#br0" timeOffset="8961.82">3104 3463 804 0,'0'0'299'0,"0"0"-177"0,0 0-3 16,0 0 35-16,0 0 7 15,0 0-89-15,0 0-52 16,0 0 30-16,0 0-41 16,0 0-7-16,0 0 96 15,0 0 141-15,0 0-130 16,0 0-73-16,0 0 5 15,0 0 22-15,0 0 14 16,0 0-21-16,0 0-20 16,0 0-15-16,0 0-6 15,0 0-9-15,0 0-5 16,0 2-1-16,0 9-101 0,-4 1-387 16,-5-5-526-16</inkml:trace>
  <inkml:trace contextRef="#ctx0" brushRef="#br0" timeOffset="18276.68">26818 7874 1144 0,'0'0'175'15,"0"0"-81"-15,0 0 44 16,0 0-12-16,0 0 14 16,0 0 5-16,-2-66 3 15,2 54-32-15,0 2-33 16,0-2 15-16,5 2 3 16,-1 0-48-16,3 0-29 15,-1 2-13-15,3 1-10 16,3 4 0-16,-4 3 1 0,1 0-1 15,-1 0-1-15,-6 23 8 16,-2 10 1 0,0 12 40-16,0 5-17 15,-12 0-9-15,3-3-10 0,5-6-12 16,4-9 7-16,0-10-7 16,0-8-1-16,15-10 0 15,12-4 0-15,8-2-13 16,4-25-56-16,1-6-66 15,-5-7 34-15,-3-5-25 16,-8 0 37-16,-3-1 24 16,-4 5 21-16,-7 7 44 15,-4 9 31-15,-4 12 54 0,-2 13 10 16,0 0-93-16,-8 28-2 16,-11 22 0-16,-3 17 16 15,-1 10 20-15,4 10-3 16,-2-3-16-16,6-8-6 15,-1-7-11-15,5-13-2 16,0-10 2-16,0-12 1 16,-2-11-1-16,-1-8 1 15,-3-10 8-15,-2-5 9 16,-1 0-12-16,5-21 6 16,6-7 7-16,9-7-1 15,5-1-18-15,26-4-5 16,13 3-18-16,12 2-59 15,31-3-84-15</inkml:trace>
  <inkml:trace contextRef="#ctx0" brushRef="#br0" timeOffset="18749.62">27208 7907 0 0,'-95'0'0'0,"-3"-19"0"16,-18 3 0-16,-25 2 0 0</inkml:trace>
  <inkml:trace contextRef="#ctx0" brushRef="#br0" timeOffset="34827.96">26604 7656 314 0,'0'0'686'0,"0"0"-592"16,0 0-16-16,0 0-78 16,0 0-22-16,0 0 8 0,-13-4 28 15,11 8 75 1,2-3 172-16,0 2-107 0,0-3 21 15,0 0-24-15,0 0-46 16,0 0 74-16,0 0-108 16,-2 0-13-16,2 0-5 15,-2 0-44-15,-3 2 31 16,-2 0-40-16,-4 5 2 16,-7 5 33-16,-4 8-26 15,-5 3 2-15,-4 7 38 16,-2 4-48-16,-6 3 50 15,-1 1-51-15,-1 1 1 16,2-4 20-16,3-3-21 0,5-6 0 16,6-8-4-16,6-2 17 15,1-6-4-15,7-4-9 16,2-2 0-16,4-2 6 16,3 0-6-16,2-2 0 15,0 0 27-15,0 0-26 16,0 0 69-16,0 3-70 15,10 4 7-15,5 3 1 16,5 2-8-16,3 4 0 16,-2 3-11-16,4 0 26 15,2-1-31-15,-3 0 4 16,8 2-192-16,-5-3-60 16,-10-10-550-16</inkml:trace>
  <inkml:trace contextRef="#ctx0" brushRef="#br0" timeOffset="35049.35">25800 8177 1976 0,'0'0'393'15,"0"0"-322"-15,0 0 38 16,0 0-25-16,0 0-57 15,0 0 46-15,141 30-73 0,-93-16-1 16,-3 3-26 0,-1 2-170-16,-13-4-142 0,-8-4-737 0</inkml:trace>
  <inkml:trace contextRef="#ctx0" brushRef="#br0" timeOffset="35626.65">25619 7622 689 0,'0'0'1108'0,"0"0"-950"16,0 0-56-16,0 0 53 15,0 0-60 1,0 0-35-16,0 0 18 0,-127 18-35 16,96 33 138-16,6 12-105 15,13 2-46-15,8-6 37 16,4-6-59-16,16-12 13 15,18-10-17-15,11-14 21 16,3-12 34-16,4-5-59 16,-6-12-15-16,-3-20-5 15,-14-9 11-15,-9-7 0 16,-9-4-17-16,-8-2-73 16,-3 8 80-16,0 9-19 15,-7 11-5-15,-5 13 18 0,6 13-152 16,1 6-381-16,5 10-134 0</inkml:trace>
  <inkml:trace contextRef="#ctx0" brushRef="#br0" timeOffset="36299.06">27841 7668 1026 0,'0'0'742'0,"0"0"-534"16,0 0-128-16,0 0-21 15,0 0 30-15,0 0-88 16,0 0 50-16,-62 81 99 15,29-37-101-15,-7-1-3 16,-1-2 30-16,1-5-30 16,1-4 18-16,3-6-64 0,7-7 10 15,7-3 8 1,5-7-18-16,11-4 0 0,6-2 2 16,0-1 7-16,6 0 7 15,19 2-16-15,8 2 0 16,8 0 6-16,1 0-6 15,-2 0-12-15,-1 0 12 16,-10 4-115-16,-10 2-7 16,-17 8-176-16,-2-1-207 15,0-5-192-15</inkml:trace>
  <inkml:trace contextRef="#ctx0" brushRef="#br0" timeOffset="36443.46">27349 8197 1007 0,'0'0'974'0,"0"0"-757"0,0 0-141 16,0 0 128-16,0 0-150 16,0 0-36-16,156 14-36 15,-75 3 16-15,-15-5-216 16,-10-3-310-16</inkml:trace>
  <inkml:trace contextRef="#ctx0" brushRef="#br0" timeOffset="37027.21">28408 7840 1101 0,'0'0'841'16,"0"0"-721"-16,0 0-110 16,0 0 27-16,0 0-17 15,0 0 109-15,-33 113 1 16,12-60-59-16,1-4 13 16,3-1-84-16,-2-6 16 15,6-5 3-15,0-12-19 16,2-4 0-16,2-9-9 0,0-7 30 15,4-3 2 1,1-2-4-16,2 0-19 16,0 0 73-16,2-9-58 15,0-3 7-15,13 0-22 0,11 1 29 16,10 3-44-16,9 4 15 16,1 2 0-16,3 2-18 15,1-4 18-15,0 1-1 16,-4-4 0-16,-3-3-32 15,-8-4 6-15,-4-4 27 16,-8-4-4-16,-7-4-13 16,-7-2 18-16,-7 0-1 15,0 2 5-15,0 4 7 0,-2 8 77 16,-9 5-68 0,1 9-15-16,-3 0 15 0,-5 21-20 15,1 11-1-15,-1 12 0 16,0 8 27-16,2 2-52 15,6 4 25-15,2 12-178 16,6-13-71-16,2-17-566 0</inkml:trace>
  <inkml:trace contextRef="#ctx0" brushRef="#br0" timeOffset="37157.5">29010 8330 1694 0,'0'0'545'16,"0"0"-545"-16,0 0-744 0,0 0-611 0</inkml:trace>
  <inkml:trace contextRef="#ctx0" brushRef="#br0" timeOffset="41533.42">11411 11839 1402 0,'0'0'313'0,"0"0"-157"15,0 0-2-15,0 0-75 16,0 0-8-16,0 0-12 16,0 0-34-16,2-42-7 15,0 38 10-15,-2 2 41 16,0 2 20-16,0 0-16 16,0 0 5-16,0 0-35 15,0 0-19-15,0 0-23 0,0 0 2 16,0 0-3-1,0 0-12-15,0 3 7 0,0 8 4 16,4-2-8-16,5 2 9 16,7-5 0-16,2-6-6 15,4 0-5-15,0 0-1 16,-3-5-13-16,-9-7-6 16,-5 0 3-16,-5 1 26 15,0 0-8-15,-21 4 4 16,-2 1 6-16,-6 6-1 15,2 0-7-15,4 6 8 16,10 18-91-16,6-5-278 16,7-4-989-16</inkml:trace>
  <inkml:trace contextRef="#ctx0" brushRef="#br0" timeOffset="48680.88">12345 11510 770 0,'0'0'675'0,"0"0"-445"16,0 0-32-16,0 0 10 15,0 0 20-15,0 0-70 16,4-74 3-16,-2 57-49 0,3 5-32 15,-3 1-10-15,0 3-10 16,0 3-31-16,-2 5-16 16,0 0-13-16,0 0 0 15,0 0-2-15,0 0-7 16,0 9-3-16,0 13 2 16,0 12 10-16,-2 6 0 15,-4 2 1-15,-1 3-1 16,3-6 1-16,-2-1 7 15,4-4-8-15,2-2 1 16,0-3-2-16,0-5-43 16,0-2-109-16,6-4-81 15,4-6-116-15,1-9-247 0</inkml:trace>
  <inkml:trace contextRef="#ctx0" brushRef="#br0" timeOffset="48987.09">12422 11355 1768 0,'0'0'480'0,"0"0"-340"16,0 0-69-16,0 0-41 15,0 0 46-15,0 0-21 16,0 0-54-16,104-20 0 15,-69 53 5-15,3 11 15 16,-7 6 8-16,-4 5 3 0,-12-4 1 16,-6-1-4-16,-9-4-7 15,0 0-1-15,-16-2-6 16,-17 0-3-16,-7-2-5 16,-3-1-7-16,-1-7-109 15,-7-10-139-15,15-10-262 16,9-10-926-16</inkml:trace>
  <inkml:trace contextRef="#ctx0" brushRef="#br0" timeOffset="49398.3">13027 11342 1947 0,'0'0'397'16,"0"0"-296"-16,0 0-42 16,0 0-5-16,0 0 4 15,0 0 33-15,-114 97-21 16,92-44-28-16,4 3-18 16,5-3-17-1,8 0-6-15,5-7-1 0,0-3 0 16,5-7-61-16,16-6-106 15,18-8-102-15,-3-10-214 16,-3-8-290-16</inkml:trace>
  <inkml:trace contextRef="#ctx0" brushRef="#br0" timeOffset="49687.1">13165 11548 1478 0,'0'0'481'16,"0"0"-231"-16,0 0-52 15,0 0-122-15,0 0-45 16,0 0 46-16,0 0 8 16,-25 104-27-16,25-67-16 15,21-8-26-15,10-4-1 16,9-10 14-16,2-5-22 16,1-7 8-16,-3-3-15 15,-9 0-7-15,-9-13 6 16,-11-6-5-16,-11-6 4 15,0-3-4-15,-9-2-3 16,-15 0 9-16,-3 5 0 0,-2 6-16 16,2 5-82-16,8-2-142 15,5 7-326-15,7-4-774 0</inkml:trace>
  <inkml:trace contextRef="#ctx0" brushRef="#br0" timeOffset="49898.2">13604 11304 795 0,'0'0'1321'15,"0"0"-998"-15,0 0-236 16,0 0-36-16,114 82 43 16,-106-26-11-16,-8 6-26 0,0 6-30 15,-22 2-26 1,-6-2 8-16,-6-2-9 0,-2-5-63 15,-2 0-107-15,9-16-202 16,9-15-709-16</inkml:trace>
  <inkml:trace contextRef="#ctx0" brushRef="#br0" timeOffset="50906.32">14362 11662 1564 0,'0'0'552'16,"0"0"-348"-16,0 0 13 15,0 0 17-15,0 0-49 16,0 0-70-16,0 0-70 16,20 0-27-16,9 0-18 15,7 0 0-15,8 0 0 16,1 0 0-16,-3 0-24 0,-1 6-52 15,-8-1-56-15,-14 12-134 16,-9-2-210-16,-10-3-266 0</inkml:trace>
  <inkml:trace contextRef="#ctx0" brushRef="#br0" timeOffset="51052.28">14370 11843 1064 0,'0'0'1218'16,"0"0"-933"-16,0 0-206 15,0 0 6-15,0 0 21 16,123-6-75-16,-71 3-20 0,-1 3-11 16,7 0-81-16,-12 0-211 15,-12 9-721-15</inkml:trace>
  <inkml:trace contextRef="#ctx0" brushRef="#br0" timeOffset="54559.36">15387 11543 872 0,'0'0'116'0,"0"0"-110"15,0 0 1-15,0 0 59 16,0 0 44-16,0 0-4 16,0 0-10-16,-10-21 43 15,10 17 12-15,0 3-41 16,0-5-21-16,-3 3-4 15,3 1-9-15,-3 0-14 16,-1-2-17-16,-2 1-24 16,-3 3 0-16,-1 0 1 0,-3 0 3 15,-3 0 19-15,-1 0 18 16,-1 11 8-16,-2 10 3 16,0 5-11-16,2 3-2 15,5 5-2-15,4 2-21 16,5 0 3-16,4-1 1 15,2-4-6-15,17-2-9 16,13-7 1-16,6-4 1 16,4-6-15-16,5-6 2 15,2-6-9-15,-2 0-4 16,-1-3 5-16,-3-12-6 16,-7-3 5-16,-7-6-6 15,-10-3-10-15,-9-4 9 16,-8-5-19-16,-2-3 4 0,-6-1 6 15,-15 2 9-15,-3 4-1 16,-1 6-4-16,-2 6-43 16,3 8-51-16,2 11-74 15,3 3-192-15,9 0-635 16</inkml:trace>
  <inkml:trace contextRef="#ctx0" brushRef="#br0" timeOffset="54950.9">16266 11566 1923 0,'0'0'539'15,"0"0"-344"-15,0 0-19 16,0 0-92-16,0 0-41 16,0 0-32-16,0 0-11 15,0-26-81-15,-2 48-280 16,-5 2-250-16,0 0-435 0</inkml:trace>
  <inkml:trace contextRef="#ctx0" brushRef="#br0" timeOffset="55113.38">16179 11921 1485 0,'0'0'826'0,"0"0"-688"16,0 0-86-16,0 0 4 0,0 0 0 15,-73 113-22-15,41-88-19 16,-4 3-14-16,-8 2-1 16,-3 0-67-16,-16 10-110 15,13-6-150-15,4-11-422 0</inkml:trace>
  <inkml:trace contextRef="#ctx0" brushRef="#br0" timeOffset="59124.36">17229 11418 595 0,'0'0'787'0,"0"0"-511"0,0 0-183 16,0 0 6-16,0 0 58 15,0 0-25-15,0 0-36 16,0-11-25-16,0 9 14 16,0 2-14-16,0 0-24 15,0 0-20-15,0 0-18 16,0 0-8-16,0 0-1 15,0 0-5-15,0 7-5 16,0 15 10-16,-3 6 12 16,1 7 9-16,0 6 6 15,-1 1-11-15,1 0-5 16,0-4-9-16,2-2-2 16,0-2 2-16,0-1-2 15,0-5-48-15,0-3-62 16,0-2-136-16,2-7-77 0,5-11-299 15</inkml:trace>
  <inkml:trace contextRef="#ctx0" brushRef="#br0" timeOffset="59397.78">17320 11361 570 0,'0'0'1171'16,"0"0"-1016"-16,0 0-130 0,0 0-19 16,0 0 26-16,121 90 99 15,-97-44 22-15,-2 5-27 16,-6 5-58 0,-9-1-38-16,-7-4-12 0,0-3-5 15,-19-1-3-15,-12-5-4 16,-4-4-6-16,-3-5-44 15,5-12-165-15,8-7-172 16,13-12-703-16</inkml:trace>
  <inkml:trace contextRef="#ctx0" brushRef="#br0" timeOffset="59715.92">17994 11372 1205 0,'0'0'530'15,"0"0"-384"-15,0 0-110 16,0 0-24-16,0 0 69 15,0 0 70-15,-119 120 3 16,97-60-58-16,9 3-25 16,8 2-23-16,5-5-33 0,0-6-4 15,20-8-11-15,9-9-4 16,4-7-38-16,21-16-85 16,-7-8-189-16,-5-6-463 15</inkml:trace>
  <inkml:trace contextRef="#ctx0" brushRef="#br0" timeOffset="60181.95">18372 11465 1719 0,'0'0'451'0,"0"0"-451"15,0 0 0-15,0 0 46 16,-67 119 72-16,38-68-18 15,-2 0-29-15,0-4-26 0,0-5-28 16,4-10-9-16,2-6-2 16,8-10-2-16,5-5 1 15,6-8-4-15,6-1-1 16,0-2 14-16,4 0 20 16,21-8-34-16,10-9-14 15,12 3 4-15,4 0 4 16,3 4 5-16,-5 5 1 15,-3-1-2-15,-7 2 2 16,-8 0 0-16,-9-3-8 16,-4 2 8-16,-9-5-15 15,-5-4-18-15,-4-3-29 0,0-1 26 16,0-4 20 0,0 4 16-16,-4 2 14 15,-1 8 42-15,3 4 29 16,0 4-47-16,0 4-38 0,-2 21 0 15,-3 14 3-15,-2 7-2 16,2 8 5-16,1 1-12 16,-1-4-55-16,7-2-115 15,0-13-164-15,0-12-408 16</inkml:trace>
  <inkml:trace contextRef="#ctx0" brushRef="#br0" timeOffset="60447.58">18889 11379 2104 0,'0'0'319'0,"0"0"-319"15,0 0 0-15,0 0 55 16,27 118 15-16,-23-63 9 15,4 3-21-15,-4 3-16 16,-2-3-21-16,-2-2-11 16,0-4-9-16,-9-2 4 15,-15-7-5-15,-9 3-133 0,6-11-96 16,4-11-366-16</inkml:trace>
  <inkml:trace contextRef="#ctx0" brushRef="#br0" timeOffset="60814.52">19478 11698 1355 0,'0'0'843'0,"0"0"-532"15,0 0-140-15,0 0-61 16,0 0-14-16,0 0-65 15,0 0-11-15,76-26-20 16,-50 26 1-16,3 0-1 16,0 0-12-16,-2 0-41 15,-4 1-138-15,-8 6-156 16,-9-1-404-16</inkml:trace>
  <inkml:trace contextRef="#ctx0" brushRef="#br0" timeOffset="60970.48">19487 11811 2006 0,'0'0'482'0,"0"0"-434"16,0 0 80-16,0 0 4 15,0 0-72-15,0 0-37 16,145 0-23-16,-101 0-66 16,18 0-199-16,-10 0-241 15,-8 1-172-15</inkml:trace>
  <inkml:trace contextRef="#ctx0" brushRef="#br0" timeOffset="62709.78">20236 11518 1064 0,'0'0'389'0,"0"0"-164"15,0 0-47-15,0 0-12 16,0 0 10-16,0 0-28 16,0 0-31-16,7-38-42 15,-7 38 17-15,0 0-15 16,0 0-12-16,0 0-12 15,-9 0-39-15,-11 22-5 16,-7 10-2-16,0 12 8 0,4 4 6 16,10 5-11-16,13-6 4 15,0-2 4-15,15-7-11 16,22-7 8 0,9-6-6-16,14-13-9 15,7-10-3-15,7-2-9 0,-3-10-25 16,-6-19 9-16,-12-4-2 15,-11-6 12-15,-17-7 1 16,-15-4-7-16,-10-4 15 16,-10 0 9-16,-19 1 0 15,-9 13 19-15,-3 5-11 16,-9 13-8-16,-21 8-79 16,13 6-194-16,6 4-582 0</inkml:trace>
  <inkml:trace contextRef="#ctx0" brushRef="#br0" timeOffset="67043.32">21667 11592 2111 0,'0'0'486'16,"0"0"-386"-16,0 0-91 0,0 0-8 15,0 0-2 1,0 0 1-16,-4-17-9 0,4 17-30 15,0 5-46-15,0 13 23 16,4 10-132-16,3-2-195 16,-1-6-400-16</inkml:trace>
  <inkml:trace contextRef="#ctx0" brushRef="#br0" timeOffset="67162.75">21759 11816 1520 0,'0'0'281'16,"0"0"-148"-16,0 0-64 15,0 0-49-15,-36 137 19 16,0-101-39-16,-11-2-5 16,7-9-160-16,14-9-530 0</inkml:trace>
  <inkml:trace contextRef="#ctx0" brushRef="#br0" timeOffset="67578.15">22529 11482 1847 0,'0'0'389'0,"0"0"-310"16,0 0-79-16,0 0 0 15,0 0 66-15,0 0 32 16,0 142-41-16,0-93 17 15,0 0-41-15,-2-4-14 16,-2-7-11-16,2-4-8 16,2-4 0-16,-2-6-6 0,2-6-93 15,0-4-76-15,0-14-113 16,0 0-90-16,0-2-149 16</inkml:trace>
  <inkml:trace contextRef="#ctx0" brushRef="#br0" timeOffset="67802.42">22612 11430 1128 0,'0'0'802'0,"0"0"-580"15,0 0-155-15,0 0-24 16,145-7 70-16,-114 44 7 16,-9 11-13-16,-8 10-22 0,-10 6-46 15,-4 2-26 1,-4-1-4-16,-21-10-9 0,-4-2 0 15,0-11 1-15,-2-9-1 16,8-6-42-16,8-13-123 16,15-14-167-16,0 0-273 15,9-20-703-15</inkml:trace>
  <inkml:trace contextRef="#ctx0" brushRef="#br0" timeOffset="68026.39">23111 11388 1687 0,'0'0'513'16,"0"0"-370"-16,0 0-82 15,0 0-33-15,0 0 79 0,-115 74 3 16,90-18-13-16,7 10-22 16,9 2-26-16,9-2-21 15,0-5-21-15,11-9-7 16,18-8 0-16,7-10-18 15,7-10-78-15,21-14-138 16,-12-6-252-16,-6-4-512 0</inkml:trace>
  <inkml:trace contextRef="#ctx0" brushRef="#br0" timeOffset="68427.16">23435 11497 1388 0,'0'0'371'0,"0"0"-199"15,0 0 36-15,0 0-1 16,0 0-44-16,0 0-40 16,0 0-53-16,0-7-19 15,8 2-34-15,6 0-17 16,-1-1-9-16,5 0-9 15,-3 2 17-15,4 4-8 16,-4 0-1-16,-3 0 1 16,-8 21 0-16,-4 5 9 0,-4 13 0 15,-25 7 19-15,-14 2-1 16,-2 1-6-16,0-5 2 16,8-6 17-16,8-8-16 15,14-6 0 1,10-2-7-16,5-6-7 0,11 0 3 15,22-6-4 1,13-6-6-16,4-4-33 0,4 0-128 16,17-25-133-16,-13 0-344 15,-11-6-963-15</inkml:trace>
  <inkml:trace contextRef="#ctx0" brushRef="#br0" timeOffset="68630.32">23883 11396 1661 0,'0'0'475'0,"0"0"-371"16,0 0 21-16,0 0-21 15,0 0-9-15,131 86 31 16,-117-32-38-16,-12 11-53 16,-2 2-29-16,-12 5 3 15,-19-3-9-15,-9-6-43 16,-13 6-113-16,6-19-125 15,13-14-481-15</inkml:trace>
  <inkml:trace contextRef="#ctx0" brushRef="#br0" timeOffset="69792.48">24605 11717 1614 0,'0'0'555'0,"0"0"-404"0,0 0 50 15,0 0 21-15,0 0-58 16,0 0-62-16,0 0-63 16,49-19-26-16,-12 15-11 15,6 0-2-15,2 3 0 16,2 1 0-16,-5 0-38 15,-5 0-41-15,-4 0-86 16,-16 0-92-16,-17 5-109 16,-11 8-292-16,-16-2-74 0</inkml:trace>
  <inkml:trace contextRef="#ctx0" brushRef="#br0" timeOffset="69926.73">24612 11840 1475 0,'0'0'531'0,"0"0"-433"16,0 0 44-16,0 0 62 15,0 0-46 1,0 0-70-16,120 15-64 0,-69-15-24 16,14 0-121-16,-16 0-159 15,-8 0-349-15</inkml:trace>
  <inkml:trace contextRef="#ctx0" brushRef="#br0" timeOffset="83770.38">25262 11999 629 0,'0'0'787'16,"0"0"-612"-16,0 0-111 16,0 0 118-16,0 0 57 15,0 0-59-15,-2 0-50 16,2 0-44-16,0 0-28 15,7 0-9-15,7-6-22 16,1-6 0-16,3-2 6 0,-1-3-15 16,6-6-11-16,1 0-5 15,3-6-2-15,2 1-6 16,2-3-48-16,3 2 6 16,-3-5 5-16,0 2-3 15,-4 1 30-15,-2 0 10 16,-4 2 5-16,0 3 1 15,-5 4 0-15,-3 4 26 16,-5 4 11-16,0 4 0 16,-4 4 22-16,-4 2-17 15,0 4-28-15,0 0 0 16,0 0-14-16,0 13 0 16,0 13 0-16,-4 11 1 15,-6 7 7-15,2 4-7 16,3-2 7-16,3-1-8 0,2-5-35 15,0 3-94-15,11-11-138 16,3-11-421-16</inkml:trace>
  <inkml:trace contextRef="#ctx0" brushRef="#br0" timeOffset="85801.25">26219 11744 1028 0,'0'0'846'0,"0"0"-663"16,0 0-135-16,0 0-33 15,0 0 32-15,0 0 58 16,0 0-25-16,-27 0-35 16,27 0-5-16,0-7 3 15,0-9-14-15,0-5-29 16,15-6-10-16,6-2-2 0,6-1-27 16,2 0 5-16,-2 4 28 15,-1 4 0-15,-6 4 6 16,-4 4 17-16,-8 7 9 15,-3 4-11-15,-5 3-15 16,0 0-2-16,0 23 2 16,-7 8 2-16,-15 11 41 15,-7 6-21-15,-2-2-13 16,-5-5 9-16,3-5-3 16,-1-6 7-16,-1-5 4 15,-1-2-18-15,2-7 3 16,5-4-11-16,3-7 6 15,8-2 4-15,5-3-10 16,6 0 0-16,7-15-1 16,0-11-46-16,2 3 1 0,16-3 16 15,2 8 21 1,-2 7 9-16,-2 9-2 0,-1 2 1 16,1 9 0-16,1 15 1 15,4 3 18-15,5 2-6 16,6 0 11-16,10-8 3 15,7-5-11-15,7-7 1 16,6-6-16-16,-2-3-71 16,16 0-122-16,-16-12-338 15,-11-4-964-15</inkml:trace>
  <inkml:trace contextRef="#ctx0" brushRef="#br0" timeOffset="85952.35">26894 11829 983 0,'0'0'1616'16,"0"0"-1415"-16,0 0-201 15,0 0-79-15,0 0-81 16,0 0-136-16,0 0-315 0</inkml:trace>
  <inkml:trace contextRef="#ctx0" brushRef="#br0" timeOffset="91100.74">11513 12833 1020 0,'0'0'343'0,"0"0"-229"16,0 0 52-16,0 0 33 16,0 0-32-16,0 0 3 15,-11-24-38-15,9 19-27 16,2 0-9-16,0 3-8 0,0-2-13 15,0 2-26-15,0 2-15 16,0 0-14-16,0 0-1 16,0 0-1-16,0 0-5 15,0 0-13-15,0 0 1 16,0 0 8-16,0 0-8 16,0 0-1-16,0 0 6 15,9 0-6-15,17 10 0 16,10 8-1-16,11 6 1 15,4 5-1-15,-2 0 1 16,1 2 0-16,-6-1 0 0,-5 0-1 16,0-2 1-16,-1-2-1 15,-5 0 1-15,-2-2-1 16,3-4-94 0,-3 0-75-16,14-6-77 0,-7-5-131 15,-7-9-437-15</inkml:trace>
  <inkml:trace contextRef="#ctx0" brushRef="#br0" timeOffset="92036.73">12364 12627 1768 0,'0'0'372'0,"0"0"-260"15,0 0-80-15,0 0-30 16,0 0 10-16,0 0 20 16,0 0-31-16,-23 53 13 15,2 0 85-15,1 7-38 16,3 5-27-16,3-5-15 16,5-7-10-16,7-10-9 15,2-7 1-15,2-6-1 16,21-9-21-16,8-4-28 15,9-11-26-15,7-6-49 16,3 0-93-16,6-20-23 16,-2-6-49-16,-8-6 77 15,-5-2 116-15,-12 2 96 16,-12 6 96-16,-10 6 193 0,-7 6-25 16,0 7-14-16,-15 7-79 15,-16 0-76-15,-12 17-9 16,-6 12 21-16,2 8-10 15,5-1-45-15,9 0-37 16,12-10-15-16,15-6 0 16,6-8-34-16,0-5-56 15,24-7 38-15,12 0-1 16,2-5-68-16,5-15-52 16,-6-6-33-16,-6-1 57 15,-6 1 99-15,-10 3 50 0,-6 9 54 16,-6 7 119-16,-3 7-30 15,0 0-61-15,0 9-34 16,-5 11 42-16,-2 0-24 16,7 1-35-1,0-4-21-15,9-5-2 0,16-7-8 16,6-5 0-16,4 0-20 16,4-11-58-16,-2-7-11 15,-3-6-33-15,-7 2-3 16,-9 4 37-16,-5 2 73 15,-7 7 15-15,-6 9 91 16,0 0-20-16,0 7-39 16,0 15 85-16,0 4-31 0,0 3-52 15,0-6-6-15,12 0-13 16,5-10-3-16,8-6-12 16,2-7-14-16,0 0-47 15,-6-11-47-15,0-12-56 16,-7-4-9-16,-6-4 13 15,-3 2 36-15,-5 3 114 16,0 3 10-16,0 11 140 16,0 10 106-16,0 2-112 15,0 22-107-15,-3 25 72 16,-5 17 5-16,-6 16-43 16,1 9-17-16,-1 1-20 15,3-6-17-15,3-9-6 0,2-17 1 16,4-12-2-1,0-14-7-15,2-13-60 0,-2-7-78 16,-9-12-136-16,0-5-92 16,-5-18-583-16</inkml:trace>
  <inkml:trace contextRef="#ctx0" brushRef="#br0" timeOffset="92198.73">12480 12743 1844 0,'0'0'498'0,"0"0"-359"16,23-109-67-16,10 74-43 16,11 7-18-16,8 14-11 15,6 14-27-15,13 34-110 16,-15 17-253-16,-15 10-764 0</inkml:trace>
  <inkml:trace contextRef="#ctx0" brushRef="#br0" timeOffset="92299.4">12690 13541 973 0,'0'0'952'16,"0"0"-757"-16,0 0-195 16,0 0-120-16,0 0-433 0</inkml:trace>
  <inkml:trace contextRef="#ctx0" brushRef="#br0" timeOffset="93787.4">13824 12784 939 0,'0'0'519'0,"0"0"-289"15,0 0-66-15,0 0 35 16,0 0 37-16,0 0-79 16,0 0-75-16,0-11-55 15,0 25-25-15,0 17-2 16,0 9 27-16,0 7-7 16,-4 2 3-16,-2-1-14 0,-1-4 2 15,3-6-10 1,2-6-1-16,-1-6 0 0,3-6-64 15,0-6-79-15,0-4-76 16,0-10-60-16,0-4-62 16,0-14-20-16</inkml:trace>
  <inkml:trace contextRef="#ctx0" brushRef="#br0" timeOffset="94750.46">13863 12683 1202 0,'0'0'696'15,"0"0"-543"-15,0 0-122 16,0 0-29-16,0 0 89 0,120 84 63 16,-100-28-47-1,-6 7-32-15,-10 2-30 0,-4 1-6 16,0-5-1-16,-6-6-15 16,-17-8 4-16,-2-5-10 15,-4-8-15-15,2-7 5 16,1-12-7-16,6-8-24 15,4-7-33-15,10-12-11 16,6-25-88-16,2-14-197 16,27-14-173-16,13 0 149 15,9 6 165-15,3 14 212 16,-2 15 118-16,-6 19 86 16,-6 11 55-16,-9 11-19 15,-11 26-16-15,-11 7 10 16,-7 9-79-16,-2-2-74 0,0 2-33 15,-9-10-12 1,1-9-11-16,1-10-25 0,5-7 8 16,2-12-8-16,0-5-26 15,7 0-4-15,17-15 20 16,8-19-54-16,3-11-96 16,0-4 27-16,-5 3 82 15,-8 5 45-15,-9 15 6 16,-11 12 138-16,-2 14-22 15,-6 0-81-15,-17 16-18 16,-2 11 14-16,4-1 21 16,5-1-9-16,9-3-30 0,7-6-2 15,0-6-11-15,9-4-24 16,13-4 12-16,8-2-22 16,-1 0-48-16,0-18-38 15,-3-4-4-15,-6-4 56 16,-4 0 40-16,-3 4 28 15,-6 9 78-15,-5 4 135 16,-2 9-75-16,0 0-100 16,0 22-37-16,0 8 53 15,-2 5-4-15,2-4-29 16,0-1-13-16,0-7-7 16,5-8 0-16,10-7-1 15,5-6-10-15,7-2-8 0,4-2-40 16,5-16-94-1,-1-8-31-15,6-4 56 0,-3 2 33 16,-3 3 52-16,-4 6 42 16,-6 14 47-16,-8 5 30 15,-7 3-25-15,-6 19 33 16,-4 9 14-16,0-2-45 16,0 0-26-16,0-7-18 15,0-7-4-15,0-4-6 16,0-8 6-16,0-3-6 15,2 0 0-15,19 0-7 16,5-14-11-16,8-5-102 16,4-4-20-16,-1-1 54 15,-1 2 40-15,-5 6 31 16,-6 8 15-16,-7 8 11 0,-7 0 2 16,-5 2-12-16,-6 15-1 15,0-2-23-15,-25 7-44 16,-4-3-101-16,-2-8-332 0</inkml:trace>
  <inkml:trace contextRef="#ctx0" brushRef="#br0" timeOffset="94917.02">14308 12784 1928 0,'0'0'383'16,"0"0"-217"-16,0 0-29 0,0 0-96 15,105-104-41-15,-56 104-11 16,16 69-63 0,-14 5-144-16,-12 7-432 0</inkml:trace>
  <inkml:trace contextRef="#ctx0" brushRef="#br0" timeOffset="95602.96">15963 12683 1091 0,'0'0'721'0,"0"0"-462"0,0 0-89 16,0 0-40-1,0 0-62-15,0 0-68 0,0 0 6 16,13 36 22-16,-13 26 57 15,0 8-20-15,0 4-27 16,-9-2-16-16,5-5-3 16,-1-7-17-16,1-10 4 15,4-6-6-15,0-6 0 16,0-10-73-16,0-5-132 16,0-19-101-16,0-4-47 15,-5 0-54-15</inkml:trace>
  <inkml:trace contextRef="#ctx0" brushRef="#br0" timeOffset="95854.58">15699 13050 172 0,'0'0'1626'0,"0"0"-1250"15,0 0-267-15,0 0-109 16,0 0-21-16,0 0 5 16,158-53 15-16,-92 53 1 15,3 7 18-15,-5 13 18 16,-4 6 11-16,-13 4 35 15,-11 0-30-15,-12 0-14 16,-8 1-23-16,-10-4-9 16,-6-3-5-16,0-2-1 15,0-5-1-15,0-7 0 16,-4-5-52-16,0-5-38 16,-1-1-20-16,5-56-116 15,0 5-476-15,0-4-335 0</inkml:trace>
  <inkml:trace contextRef="#ctx0" brushRef="#br0" timeOffset="96324.59">16283 12997 1618 0,'0'0'379'0,"0"0"-284"16,0 0 16-16,0 0-48 15,0 0-21-15,74 116 24 16,-43-101 1-16,7-5-15 16,5-8-31-16,-3-2-11 15,-3 0-10-15,-5-16-6 16,-8-4-15-16,-13-2 3 15,-7-2-41-15,-4 4 17 16,-4 2 21-16,-15 10 21 16,-6 8 20-16,-2 0 29 0,2 24 28 15,5 6-35-15,7 8-6 16,9-2-12-16,4 0 7 16,2-7-6-16,23-5-4 15,8-11-3-15,5-6 4 16,7-7-10-16,5-2 0 15,0-20-12-15,-2-9-32 16,-3-9-17-16,-7-8 12 16,-9-6-12-16,-9-4-33 15,-7 0-1-15,-3 3 83 16,-6 16 10-16,-2 11 134 16,1 13 35-16,-3 15-119 0,0 0-60 15,2 19-43-15,0 18 34 16,4 9 9-16,-1 7 6 15,2 1-6-15,-3-4-7 16,-1-4 7-16,-3-5 0 16,0-10 0-16,0-2-3 15,-17-12-103-15,-22-14-89 16,1-3-324-16,-1-7-1228 0</inkml:trace>
  <inkml:trace contextRef="#ctx0" brushRef="#br0" timeOffset="96477.39">16604 12398 2163 0,'0'0'642'15,"0"0"-566"-15,0 0-76 0,0 0-28 16,-107 113 26 0,52-3-4-16,1 20-13 0,11-17-299 15,20-36-927-15</inkml:trace>
  <inkml:trace contextRef="#ctx0" brushRef="#br0" timeOffset="98223.26">17722 12605 1011 0,'0'0'946'0,"0"0"-770"16,0 0-126-16,0 0-34 16,0 0-14-16,0 0 16 15,0 0-17-15,2 34 18 16,-2 66 124-16,-9 30-24 16,-7-5-25-16,1-27-17 15,1-31-44-15,7-26-14 16,3 3-17-16,2-4 11 0,2 1-11 15,0-15-1 1,6-8 8-16,15-12-6 0,7-6-3 16,6-4-17-16,4-24-72 15,0-13-38-15,-3-5 34 16,-6-2 7-16,-6 8 38 16,-10 10 38-16,-4 14 10 15,-9 15 24-15,0 1-23 16,0 15-1-16,-2 15 77 15,-8 7-25-15,4-3 0 16,2-3-26-16,1-4-15 16,3-11-5-16,0-6-6 15,0-6-18-15,0-4-13 16,0 0 1-16,16-16-2 16,8-14-109-16,12-7-64 0,5-2 57 15,0 0 79 1,-1 13 69-16,-5 10 35 0,-14 15 17 15,-7 1-5-15,-10 15 40 16,-4 13 40-16,0 8 8 16,-11-2-77-16,-4-2-20 15,2-5-22-15,3-11-14 16,6-6-2-16,4-6 0 16,0-4-14-16,0 0-13 15,18-11-21-15,13-10-104 16,7-7 15-16,8-5-11 15,1 6 79-15,1 0 50 16,-9 10 19-16,-7 12 76 16,-10 5-27-16,-9 0-8 0,-6 18-5 15,-7 6-9-15,0 2-16 16,0 1-11-16,-16-4-24 16,-15-2-62-16,4-7-231 15,1-10-607-15</inkml:trace>
  <inkml:trace contextRef="#ctx0" brushRef="#br0" timeOffset="98410.21">17880 12905 1709 0,'0'0'362'0,"0"0"-280"16,0 0-66-16,0 0-14 15,0 0 4-15,0 0-6 16,51 127-8-16,-51-109-121 16,2-10-347-16</inkml:trace>
  <inkml:trace contextRef="#ctx0" brushRef="#br0" timeOffset="98547.42">18256 12504 2160 0,'0'0'303'16,"0"0"-303"-16,0 0-7 16,-17 155 7-16,-4-67-67 0,4-5-323 15</inkml:trace>
  <inkml:trace contextRef="#ctx0" brushRef="#br0" timeOffset="99905.88">19023 13174 1783 0,'0'0'789'16,"0"0"-789"-16,0 0-353 0,0 0 353 15,0 0 46-15,0 0 110 16,0 0-27-16,-51 51-17 15,40-20-72-15,4 1-21 16,2-9-8-16,5-8-10 16,0-7 5-16,0-8 0 15,0 0-5-15,19-5 17 16,7-24-18-16,10-8-68 16,4-5 12-16,1-3 17 15,-6 9 30-15,-6 12 8 16,-7 16 1-16,-6 8 13 15,-8 6-2-15,-3 22 20 16,-3 4 11-16,1 4-14 16,-1-4-18-16,2-3-4 15,3-7-5-15,4-10 16 0,5-6-12 16,1-6-5 0,8-6-1-16,-3-23-41 0,3-15-50 15,-2-12-5-15,-6-12-1 16,3-14-1-16,0-5-53 15,0 2 152-15,0 8 90 16,-5 19 126-16,-3 19 6 16,-7 22-107-16,-5 15-79 15,0 2-36-15,0 24-11 16,-3 20 11-16,-11 16 20 16,-3 10-2-16,-1 5 10 15,3-3-21-15,-1-6-5 16,5-8 6-16,1-12-7 0,4-10-1 15,4-11 5 1,2-11-5-16,0-9-6 0,0-5-12 16,11 0 15-1,13-19-6-15,7-11-36 0,5-5-88 16,0 3 22-16,-7 6 67 16,-7 13 39-16,-2 10 5 15,-5 3 1-15,2 8 20 16,1 12 11-16,6 4 14 15,10-2 13-15,10-1-12 16,10-4-12-16,8-6-14 16,3-7-6-16,-1-4-4 15,-8 0-11-15,-14-3 1 0,-13-5 10 16,-13 2-5 0,-16 3 10-16,0 3 12 0,-22 0-13 15,-12 0-15-15,-8 0 0 16,1 16 0-16,6-3 0 15,10 2 0-15,10-6-1 16,13-4-16-16,2-5-11 16,0 0 15-16,22 0-4 15,7-10-25-15,0-6-22 16,2 0 14-16,-4 3 33 16,-7 5 16-16,-5 6 1 15,-3 2 0-15,-1 0 8 0,-1 7 5 16,4 6 0-1,-1 1-12-15,3 1 0 0,7-4 0 16,1-6 7-16,7-5 6 16,3 0-14-16,0-21-30 15,-1-7-43-15,0-6-7 16,-4-6 11-16,-2-4 1 16,-5 0 1-16,-2 1 20 15,-2 10 47-15,-7 8 0 16,-2 11 132-16,-5 14-43 15,-1 0-66-15,-1 21-22 16,-2 17 47-16,0 12 4 16,0 10 3-16,0 5-9 15,0-2-19-15,0 1-15 16,0-5-11-16,0-9 5 16,0-10-6-16,0-11 6 0,5-8-6 15,-3-10-38-15,-2-11-37 16,0 0 17-16,-5-7 13 15,-13-21-124-15,1-10-90 16,1-8 126-16,9-6 133 16,7 2 24-16,0 5 23 15,18 6 121-15,9 7 19 16,4 8-6-16,2 5-20 16,6 7-75-16,1 6-63 15,1 4-14-15,0 2-9 16,-1 0 0-16,-4 0-18 15,-5 8-78-15,-11 2-81 16,-20 2-83-16,0-2-249 16,-4-4-103-16</inkml:trace>
  <inkml:trace contextRef="#ctx0" brushRef="#br0" timeOffset="100085.37">19997 12941 1859 0,'0'0'617'0,"0"0"-381"16,0 0-85-16,0 0-100 16,0 0-38-16,0 0-12 15,0 0-1-15,109-65-34 0,-84 61-136 16,2-17-55 0,-5 3-90-16,-4-6-393 0</inkml:trace>
  <inkml:trace contextRef="#ctx0" brushRef="#br0" timeOffset="100203.88">20351 12587 1580 0,'0'0'839'16,"0"0"-483"-16,0 0-218 16,0 0-138-16,0 0-12 15,0 0-11-15,0 0-22 16,-6 162-97-16,-7-97-195 16,3-15-517-16</inkml:trace>
  <inkml:trace contextRef="#ctx0" brushRef="#br0" timeOffset="101903.23">21838 12784 1704 0,'0'0'502'0,"0"0"-502"16,0 0-31-16,0 0 31 16,0 0 11-16,0 0 51 15,0 0 9-15,-8 20-2 16,8-25-17-16,6-10-49 16,-2-4-2-16,2 0-2 15,-6-4-5-15,0 3 6 0,-8 6 0 16,-16 10 0-16,-12 4-9 15,-8 12 4-15,-8 29 5 16,-2 17 43 0,6 11 6-16,8 10 20 0,11-3-2 15,11-6-33-15,14-10-4 16,4-10-18-16,4-11-5 16,23-12 6-16,11-9-12 15,7-9-2-15,3-9-5 16,6 0-63-16,-3-17-14 15,-2-12-2-15,-2-8-26 16,-9-2 19-16,-7-2 21 0,-9 5 62 16,-9 10 9-1,-5 10 99-15,-8 10 26 16,0 6-75-16,0 2-38 16,-12 20-11-16,-1 9 23 0,1 6 7 15,6 1-16-15,6-6-6 16,0-3-9-16,4-10-1 15,17-4-8-15,3-10 3 16,7-5-6-16,5 0-4 16,-1-4-31-16,1-14-32 15,-1-6 36-15,-2-1 9 16,-2-1 13-16,-3-1 20 16,-1 3-29-16,0 4 20 15,-1 2 10-15,-1 3-1 16,0 6 0-16,-4 1 1 0,0 2 0 15,-5 2 1 1,-5 2-1-16,-5-1-1 0,-6 3 1 16,0 0 0-16,0 7 0 15,-21 18 8-15,-8 10 57 16,-8 7 4-16,2 4-29 16,3-2 5-16,8-6-18 15,9-9-20-15,10-12-7 16,5-4 2-16,0-11-2 15,15-2 2-15,12 0-2 16,9-22-59-16,-1-6-119 16,2-9-33-16,-4-3 20 15,-2 5 74-15,-4 1 75 16,-5 10 42-16,-4 11 124 16,-7 11 20-16,-4 2-95 0,-3 18 38 15,1 12 12-15,-5 10-40 16,0 0-37-16,0 1-22 15,0-4-19 1,0-3-96-16,-5-13-98 0,-4-11-323 0</inkml:trace>
  <inkml:trace contextRef="#ctx0" brushRef="#br0" timeOffset="102099.32">22361 12552 1046 0,'0'0'739'0,"0"0"-556"16,0 0-136-16,151 7-10 15,-118 23 77-15,-11 10-15 16,-14 11-42-16,-8 7-32 16,-27 22-25-16,-7-15-142 15,3-14-256-15</inkml:trace>
  <inkml:trace contextRef="#ctx0" brushRef="#br0" timeOffset="102540.95">23285 12489 1935 0,'0'0'289'0,"0"0"-234"16,0 0-55-16,0 0 46 16,-35 156 46-16,24-72 3 15,1 8-10-15,4-1-18 16,-1-7-35-16,3-10-12 16,4-11-10-16,0-16-3 15,0-10-6-15,0-17 0 16,0-8-1-16,0-12 6 15,7 0 0-15,15-24-6 16,11-17-72-16,7-13-16 0,10-1-40 16,-4 2 14-1,-1 16 114-15,-9 20 22 0,-7 17 10 16,-12 6-4-16,-5 28 22 16,-10 10 10-16,-2 5 1 15,0 0 3-15,-5-5-43 16,-4-1-10-16,2-9-4 15,5-8-7-15,2-7-107 16,4-10-101-16,39-9-83 16,-1-14-185-16,4-13-450 0</inkml:trace>
  <inkml:trace contextRef="#ctx0" brushRef="#br0" timeOffset="102986.28">23979 12883 390 0,'0'0'1806'0,"0"0"-1471"16,0 0-282-16,0 0-53 15,-116 26 0-15,64 15 41 16,10 6 13-16,9 6 7 16,12 1-23-16,17-4-15 15,4-4-15-15,6-7-7 16,26-10 0-16,11-6-1 16,5-12-29-16,6-11-8 15,2 0-52-15,2-15-1 16,-5-18-39-16,-4-9-4 15,-6-4 6-15,-10 1 113 16,-8 4 14-16,-10 11 164 0,-9 14 44 16,-3 16-74-16,-3 0-134 15,0 21 17-15,-11 11 5 16,-5 7 20-16,-2 1-2 16,4-6-18-16,6-5-22 15,1-11 1-15,5-9-1 16,2-7-9-16,0-2-9 15,15 0 0-15,17-19-67 16,8-6-91-16,7-5-21 16,2 5 92-16,-3 6 105 15,-3 12 47-15,-9 7 53 16,-12 0-16-16,-7 26-39 16,-10 8-44-16,-5 7-1 15,0 18-18-15,0-13-188 0,0-13-773 16</inkml:trace>
  <inkml:trace contextRef="#ctx0" brushRef="#br0" timeOffset="103673.88">25356 12487 1572 0,'0'0'385'0,"0"0"-260"15,0 0-112-15,0 0-3 16,0 0 21 0,0 0-17-16,0 0 120 0,-17 122 42 15,1-46-92-15,0 9 20 16,0 3-46-16,3-5 5 16,2-2-17-16,4-7-15 15,3-11-11-15,4-5-10 16,0-14-8-16,0-10 4 15,13-8-5-15,7-10 7 16,5-10-2-16,6-6-6 16,7-2 0-16,3-27-31 0,-4-7-28 15,-6-1-11 1,-8 5 37-16,-10 9 33 0,-7 11 63 16,-6 11-27-1,0 1-36-15,0 8-11 0,0 13 4 16,-2 9 6-16,-2 3 1 15,0-1 0-15,4-4 1 16,-3-5-1-16,1-6-99 16,-10-11-99-16,0-4-144 15,-5-2-372-15</inkml:trace>
  <inkml:trace contextRef="#ctx0" brushRef="#br0" timeOffset="103799.34">25474 12912 1508 0,'0'0'932'15,"0"0"-719"-15,0 0-213 0,174-79-21 16,-105 71-62-16,39 6-66 16,-17 2-198-16,-9 0-976 0</inkml:trace>
  <inkml:trace contextRef="#ctx0" brushRef="#br0" timeOffset="104153.36">26139 13232 1735 0,'0'0'634'15,"0"0"-545"-15,0 0-75 16,100-102 2-16,-58 56-10 15,-4-4-4-15,0-2 4 16,-7 0-6-16,-4 1-8 16,-7 9 8-16,-7 9 17 15,-5 8 117-15,-6 13 78 16,-2 10-107-16,0 2-78 16,0 10-27-16,0 22-21 15,-6 15 20-15,-4 11-7 16,1 8 8-16,-1 2 0 0,6-4-56 15,2-8-123-15,2-4-57 16,2-17-272-16,12-16-458 16</inkml:trace>
  <inkml:trace contextRef="#ctx0" brushRef="#br0" timeOffset="104514.37">26852 12765 1111 0,'0'0'506'0,"0"0"-296"15,0 0-10-15,0 0-43 0,0 0-36 16,0 0-22 0,0 0 8-16,-38-26 0 0,56 20-55 15,11-1-52-15,4 4-25 16,5 3 13-16,-5 0 3 15,-6 18-4-15,-15 18 8 16,-12 10 5-16,-23 10 36 16,-33 6 25-16,-12 1 22 15,-4-7-24-15,9-10 12 16,17-12-30-16,21-10-22 16,21-6-11-16,4-4-1 15,27-2-2-15,23-3-5 0,20-4-27 16,10-5-81-1,42 0-145-15,-18-4-212 0,-17-6-411 16</inkml:trace>
  <inkml:trace contextRef="#ctx0" brushRef="#br0" timeOffset="107270.64">27492 12950 895 0,'0'0'831'0,"0"0"-604"0,0 0-50 15,0 0-56-15,0 0-80 16,0 0-32-16,0 0-8 15,0 38 63-15,-2 3 1 16,-8 8-7-16,2-5-28 16,1-7 10-16,-2-5-12 15,4-13-13-15,3-4 4 16,0-8-13-16,2-5 2 16,0-2 8-16,0 0 13 15,2-13 12-15,16-19-41 16,9-12-82-16,7-11 50 15,5-1 26-15,1 4 5 16,1 11 1-16,-3 18-2 0,-9 14-3 16,-7 9 4-1,-9 13-4-15,-6 21 5 0,-7 7 37 16,0 5-1-16,0-5-6 16,-9-4-11-1,0-8-9-15,5-8-8 0,0-10-1 16,4-7-1-16,0-4 0 15,0 0-3-15,17-12-54 16,16-15-81-16,10-12-43 16,6-5 80-16,2 2 41 15,-4 8 60-15,-11 10 78 16,-10 11 67-16,-8 13-74 0,-7 0-56 16,-1 23 0-16,-4 7 7 15,-6 6-11-15,0 2-4 16,0 2-7-16,0-2-36 15,0-3-122-15,0-12-203 16,0-11-400-16</inkml:trace>
  <inkml:trace contextRef="#ctx0" brushRef="#br0" timeOffset="107663.95">28352 12506 1719 0,'0'0'554'0,"0"0"-456"16,0 0 13-16,0 0-54 15,0 0 39-15,0 0 34 16,0 0-43-16,-22-60-46 15,38 50-27-15,5 6-14 16,4 4-5-16,0 2-6 16,-7 24-8-16,-9 13 13 15,-9 7 1-15,-3 5 5 16,-23-6 6-16,-6-6 19 16,5-5-1-16,7-15-9 15,11-5-3-15,9-6-11 0,9-2 7 16,30 0-2-16,21 0-6 15,17 0-28-15,29-4-85 16,36-2-106-16,-22 0-117 16,-12 0-462-16</inkml:trace>
  <inkml:trace contextRef="#ctx0" brushRef="#br0" timeOffset="110319.26">14600 14209 1302 0,'0'0'220'0,"0"0"-135"15,0 0 20-15,0 0 20 16,0-122 63-16,0 96 22 16,0-5-20-16,0 9-12 15,0 4-18-15,0 7-81 16,0 4-33-16,0 7-40 15,0 0-6-15,0 27-33 16,0 19 33-16,3 17 1 16,-3 14 10-16,0 1-1 15,-5 1-3-15,-5-12-5 16,0-10-2-16,6-11-1 16,-1-18 1-16,5-13-1 15,0-8 1-15,0-7-30 0,7 0 14 16,13-22 16-16,3-12-19 15,0-14-36-15,2-9-53 16,-4-7 44-16,-6 6 48 16,-4 5 16-16,-4 20 22 15,-7 17 130-15,0 16-77 16,0 0-75-16,-7 23-8 16,-4 6 4-16,4 5 4 15,7-4 0-15,2-4 14 16,30-8-4-16,15-12-9 15,9-6-1-15,8 0-10 0,3-22-10 16,-5-10-11-16,-6-8-33 16,-12-9 12-1,-10-6 10-15,-14-6-15 16,-14-1 7-16,-6 7 50 0,0 10 15 16,-2 13 89-16,-13 25 23 15,-5 7-83-15,-7 26-44 16,-4 22 1-16,4 16 7 15,10 4 22-15,9 4 0 16,8-7-21-16,5-7-9 16,21-10-2-16,9-15-29 15,4-12-13-15,1-12-8 16,3-9-9-16,1 0-27 16,-4-18 2-16,-1-4-23 15,-6-5 28-15,-6 4 26 0,-8 7 55 16,-2 11 27-16,-9 5 8 15,-4 7-20 1,3 21 50-16,-2 4-38 16,2 3-9-16,-1-6-12 0,7-7-6 15,3-9 9-15,7-9-9 16,4-4-5-16,2 0-26 16,0-24-84-16,2-2-127 15,-5-4-43-15,-4-2 14 16,-1 6 136-16,-8 3 135 15,-4 9 46-15,-2 10 193 16,-5 4-131-16,-2 4-62 16,0 18 60-16,0 5-56 0,0 0-50 15,2 0 0-15,2-9-144 16,3-10-417-16</inkml:trace>
  <inkml:trace contextRef="#ctx0" brushRef="#br0" timeOffset="110440.25">15795 14015 2097 0,'0'0'284'15,"0"0"-284"-15,0 0-227 16,0 0-399-16</inkml:trace>
  <inkml:trace contextRef="#ctx0" brushRef="#br0" timeOffset="113297">17485 14347 1465 0,'0'0'562'0,"0"0"-395"0,0 0 10 15,0 0 37-15,0 0-26 16,0 0-60-16,0 0-62 16,40 0-44-16,-5 0-22 15,4 0 0-15,3 0-17 16,1 0-20-16,-5 0-36 15,-7 0-103-15,-7 3-25 16,-13 9-98-16,-11 5-77 16,-16-1-123-16,-12-2-513 0</inkml:trace>
  <inkml:trace contextRef="#ctx0" brushRef="#br0" timeOffset="113414.46">17541 14483 1149 0,'0'0'713'15,"0"0"-425"-15,0 0-93 16,0 0-51-16,0 0-9 0,0 0-81 15,0 0-54-15,133 0-47 16,-68 0-124-16,-12 0-176 16,-10 0-401-16</inkml:trace>
  <inkml:trace contextRef="#ctx0" brushRef="#br0" timeOffset="135230.53">16685 14239 977 0,'0'0'317'15,"0"0"-91"-15,0 0-13 16,0 0-104-16,0 0 44 16,0 0-1-16,0 0-31 15,0 0 10-15,0 0-38 16,0 0-23-16,0 0 115 0,0 0-129 16,-2 0-8-1,-3-4 10-15,0 0-50 0,1 2 41 16,2-1-49-16,0 2 1 15,2 1 31-15,0-2-32 16,0 2 0-16,0-2-5 16,0 2 20-16,0 0-25 15,10 0 10-15,9 0 0 16,1 2-8-16,0 16 8 16,-4 4-6-16,-6 12-9 15,-3 2 30-15,-7 8-21 16,0 1 6-16,0 1 0 15,-2-2-10-15,-3-8 10 16,3-9 0-16,2-4-9 0,0-7 15 16,11-8-12-16,14-8-75 15,8 0-55-15,4-15 41 16,2-14-156-16,-3-9-17 16,-3-5 92-16,-6 0 50 15,-2-3 106-15,-8 5 20 16,-5 7 82-16,-4 12 177 15,-3 10-62-15,-5 10-68 16,0 2-85-16,0 12-32 16,0 26 8-16,0 15 3 15,-9 18-23-15,0 10 79 16,-2 0-52-16,2 6 13 16,3-5-5-16,-4-5-28 0,1-11 18 15,1-12-25-15,-4-10 0 16,-1-18 3-16,-2-8 5 15,-3-10-8-15,-3-8 30 16,2 0-24-16,5-16 92 16,10-16-74-16,4-12-12 15,13-4 26-15,25-6-38 16,11 4 0-16,7-1-1 16,6 12-81-16,19-4-73 15,-17 16-187-15,-10 0-504 0</inkml:trace>
  <inkml:trace contextRef="#ctx0" brushRef="#br0" timeOffset="136166.2">18515 14245 1685 0,'0'0'311'16,"0"0"-218"-16,0 0 50 15,0 0-44-15,0 0 62 16,0 0-51-16,0 0-54 16,-67-94 31-16,67 84-72 15,11 2-14-15,14 0-1 16,8 3 11-16,3 5-23 15,-3 0 12-15,-6 22-9 16,-11 13-5-16,-16 5 20 16,-10 13-6-16,-32 5 20 15,-20 5 0-15,-14 0 35 0,-2-11-55 16,4-10 0-16,17-12 44 16,16-12-10-16,19-7-1 15,17-8-32-15,5-3 26 16,23 0 21-16,24-6-48 15,16-6 0-15,8-2-31 16,7 0 13-16,24 2-78 16,-21 0-171-16,-15 1-419 0</inkml:trace>
  <inkml:trace contextRef="#ctx0" brushRef="#br0" timeOffset="137482.01">19059 14293 1043 0,'0'0'217'16,"0"0"-190"-16,0 0 52 16,0 0 64-16,0 0-6 15,0 0 8-15,0 0 26 16,0 81-8-16,-14-46-32 15,3 4-60-15,-2-7 85 16,2-6-131-16,2-8-9 16,5-6 30-16,-1-7-44 15,5-5 23-15,0 0-20 16,0 0 1-16,2-12 71 0,16-13-77 16,6-8-107-16,5-8 86 15,5-1-34-15,1 1 16 16,-1 10 7-16,-5 6 32 15,-5 13 7-15,-5 12-7 16,-11 0 0-16,-4 20 33 16,-4 13-3-16,0 2 41 15,-15-1-71-15,-1-3 14 16,3-9 11-16,4-8-25 16,7-11 0-16,2-3-12 15,0 0 5-15,22-25-63 16,11-8-299-16,10-3 92 15,2-4 154-15,0 4-59 0,-8 10 182 16,-5 9 153 0,-10 17 46-16,-9 0-10 0,-7 21-61 15,-6 11-35 1,0 12 39-16,-2 5-130 0,-8 1-2 16,3-10 0-1,7 2-55-15,0-12-143 0,0-14-344 0</inkml:trace>
  <inkml:trace contextRef="#ctx0" brushRef="#br0" timeOffset="137686.94">19750 14516 1962 0,'0'0'395'0,"0"0"-341"15,0 0 28 1,-47 129 31-16,18-83-67 0,-4 3 5 16,-5-1-51-16,-14 10-148 15,13-16-104-15,5-7-793 0</inkml:trace>
  <inkml:trace contextRef="#ctx0" brushRef="#br0" timeOffset="138337.31">20623 14179 1018 0,'0'0'1069'16,"0"0"-846"-16,0 0-183 16,0 0 80-16,0 0-103 15,0 0 9-15,0 0 13 16,31 21-39-16,-17 18 102 16,-5 15-60-16,-7 8-26 15,-2-2 86-15,0 1-101 16,-4-8 7-16,-9-7 17 15,3-11-17-15,2-12 11 16,1-6-19-16,5-13 0 0,2-4 9 16,0 0-2-1,0-16-14-15,17-21 7 0,8-12-146 16,6-13 70-16,3-5-37 16,-5 8 35-16,-9 11 77 15,-7 13 2 1,-11 21 120-16,-2 14-11 0,-2 3-109 15,-15 31 46-15,-2 7-22 16,6 5-24-16,7 2 103 16,6-2-86-16,4-2-17 15,23-7-1-15,11-7-13 16,10-8-62-16,33-16-175 16,-14-6-280-16,-7 0-456 0</inkml:trace>
  <inkml:trace contextRef="#ctx0" brushRef="#br0" timeOffset="138564.62">21418 14342 1595 0,'0'0'754'0,"0"0"-587"15,0 0 30-15,0 0-24 16,0 0-103-16,0 0-2 15,0 0-68-15,77 0 0 16,-32 0-26-16,2 1 26 16,-2 7-61-16,-6 0-80 0,-5 7-137 15,-12-1-98 1,-11-5-409-16</inkml:trace>
  <inkml:trace contextRef="#ctx0" brushRef="#br0" timeOffset="138698.44">21451 14552 1590 0,'0'0'995'0,"0"0"-737"16,0 0-221-16,0 0 14 16,0 0-36-16,0 0 7 15,0 0-44-15,104 23-31 16,-64-18-511-16,-3-3-921 0</inkml:trace>
  <inkml:trace contextRef="#ctx0" brushRef="#br0" timeOffset="146466.31">22706 14173 899 0,'0'0'43'0,"0"0"-27"16,0 0-2-16,0 0-1 15,0 0 486-15,0 0-197 16,-7 12-196-16,7-12 29 16,-2 0 2-16,2 0-60 15,0 0 5-15,0 0-82 16,0 0 0-16,0 0 12 15,0 0-6-15,0 0 21 16,0 0-27-16,4 0 0 16,7-8-6-16,1-6 6 15,-1 0 0-15,0 2 0 16,-2 0 7-16,-2 0 53 16,-3 2 29-16,-2 3-15 15,-2 0 132-15,0 5-124 0,0 2-9 16,0 0-7-16,-20 0-64 15,-14 6 10-15,-12 21-12 16,-10 18 0-16,-2 15-14 16,2 12 14-16,8 8 0 15,9-3-15-15,14-2 32 16,12-12-16-16,13-13-1 16,0-10 0-16,30-10-10 15,9-16 10-15,13-14-21 16,6 0 19-16,-2-14-67 0,-10-19 42 15,-13-4-19-15,-14-4 37 16,-19 4-21-16,0 2 38 16,-23 8-8-1,-15 10 13-15,-9 14-1 0,-3 3-24 16,2 18 8-16,4 22-201 16,15-5-46-16,15-10-616 15</inkml:trace>
  <inkml:trace contextRef="#ctx0" brushRef="#br0" timeOffset="147149.57">23292 14212 1884 0,'0'0'104'0,"0"0"-104"15,0 0 0-15,0 0 75 16,0 0 102-16,4 113-40 15,-15-61-89-15,-7-4 111 16,1-2-77-16,1-5-5 0,1-7-5 16,1-5-57-16,5-12 37 15,5-5-52-15,-1-6 0 16,5-2 6-16,0-4 1 16,0 0-7-16,0 0 29 15,2-10-29-15,19-16 31 16,10-14-31-16,9-10-4 15,4-6-44-15,1 3 36 16,-1 11-10-16,-7 14 14 16,-9 16 16-16,-6 12-10 15,-6 10 2-15,-7 26 0 16,-9 12 58-16,0 9-56 0,-6 1-2 16,-13-3 25-1,2-9-16-15,3-13 15 0,3-9-24 16,7-9 0-16,2-12 0 15,2-3 6-15,0 0-6 16,11-23 0-16,20-16-24 16,11-11-34-16,9-8 6 15,3 0-58-15,0 9 109 16,-10 21-19-16,-9 13 20 16,-10 15 13-16,-9 0-7 15,-9 24 54-15,-7 12-53 16,0 8 2-16,-12 6 21 15,-7 4-30-15,0 2-95 16,6-8-182-16,4-18-464 0</inkml:trace>
  <inkml:trace contextRef="#ctx0" brushRef="#br0" timeOffset="147428">24090 14614 1731 0,'0'0'363'0,"0"0"-230"15,0 0-112-15,0 0 20 0,0 0 80 16,0 0-73-16,0 0-30 15,63-7-6-15,-57-2 1 16,-1 3 45-16,-5 6-58 16,-11 0-54-16,-14 4-192 15,-2 10-570-15</inkml:trace>
  <inkml:trace contextRef="#ctx0" brushRef="#br0" timeOffset="175633.03">1892 14476 764 0,'0'0'0'15,"0"0"0"-15,0 0 717 16,0 0-458-16,0 0-147 16,0 0-13-16,14-21-6 15,-14 14 38-15,0 0-41 16,-3 2-38-16,1 1 62 16,2-1-86-16,-2 3 11 15,2 2-14-15,0 0-16 16,0 0-7-16,0 0-2 15,0 5-8-15,0 20-23 0,0 17 43 16,2 16-12-16,9 32 34 16,0 35-23-16,3 32 58 15,-1 3-13-15,1-3-55 16,-4-18 94-16,1-20-95 16,3-1 8-16,-5-3 33 15,-1-2-34-15,2-25 41 16,-6-12-48-16,3-18 2 15,-5-4 7-15,4 8-9 16,0 2 0-16,0 6-2 16,1-7 14-16,1-10-8 15,0-8-4-15,-2-9 0 0,-1-6-17 16,1-11 17 0,-2-6-20-16,1-3 19 0,-5-1 2 15,2-6-13-15,-2-3 12 16,0 0 0-16,0 0 5 15,0 0-5-15,0 0 0 16,0 0 6-16,0 0 3 16,0 0 6-16,0 0-15 15,0 0 0-15,0 0 2 16,0 0-2-16,0 0-7 16,0 0 0-16,0 0 7 15,0 0-17-15,0 0 13 16,0 0-7-16,0 0-25 0,0 0 21 15,0 0-23-15,0 4 18 16,0-4-26-16,0 0 36 16,0 0-4-16,0 0 14 15,0 2-22-15,0-2 22 16,0 0-6 0,0 5 0-16,0-5 12 0,0 0-21 15,16 3 6-15,13 1 9 16,13 1-13-16,20-5 13 15,32 0 0-15,42 0 23 16,41-12-22-16,12-2 59 16,-4-1-60-16,-18 7 6 15,-20 4 43-15,2 4-42 0,3 0-7 16,4 0 9-16,5 0 3 16,3 8 7-16,6 6-19 15,7-2 0-15,-4-2 3 16,-4-1-3-16,-6-4 0 15,-12 3-11-15,-12 0 31 16,-23-6-24-16,-24 2 4 16,-26 1-30-16,-1-5 2 15,8 0 25-15,12 0-11 16,11 0 7-16,-3 0-10 16,-8 0 7-16,-11 0-61 15,-14 0-8-15,-16 0-5 16,-10 0-113-16,-14 0 41 0,-11 9-51 15,-7 3-317-15</inkml:trace>
  <inkml:trace contextRef="#ctx0" brushRef="#br0" timeOffset="177427.45">1808 14355 712 0,'0'0'1'0,"0"0"20"16,0 0 633-16,0 0-415 15,0 0-164-15,0 0 16 16,0 0-12-16,2 0 19 0,-2 0 6 16,2 0-73-16,2 0 62 15,1 0-93-15,3 0 1 16,4 0 28-16,3 0-20 16,3 2 7-16,2 10 7 15,2 5-12-15,5 1 50 16,4 3-61-16,3 8 0 15,3-3 13-15,4 2-12 16,1 0 22-16,1 0-23 16,1 2 22-16,-2 0 42 15,3 2-64-15,2 3 0 16,-2 0 18-16,1 0-17 16,1 1-1-16,0 0 0 0,6 0 13 15,3-1 8 1,2 0-21-16,2-1 0 0,3 1-3 15,-3-3 18-15,2-1-13 16,-1 3-2-16,1-7 9 16,0 0-8-16,3 0-1 15,-1-4 0-15,2 0-7 16,-4-5 14-16,3-1-6 16,-5 2-1-16,2-3 0 15,-2 2 0-15,3-4 0 16,-1 2 0-16,1 3-18 15,-3-5 36-15,0 5-18 16,0 1 0-16,-2-1 7 16,0-6-12-16,0 6 5 15,-1-5-5-15,1 1-4 16,0 3 18-16,3 0-6 16,-3 1-3-16,2 3 0 0,-2-3 0 15,-2 2 0-15,-2-2 0 16,-2 4-15-16,0-4 33 15,2 1-15-15,-1 1-3 16,-2-1 0-16,1 0-10 16,-3 0 10-16,-5 3-23 15,-1-2 13-15,-5 2 14 16,-3-2-13-16,-4 5 9 16,-2-1-3-16,-2 0-46 15,0-2 43-15,0 3-41 16,2-8 41-16,-1-1-32 15,1 2 27-15,0-9 1 0,-2 2 10 16,-2 2-9 0,-3-6 9-16,-1 2-3 0,-4 0-4 15,-1 2 14-15,-1 0 5 16,1 2-12-16,-3 1 0 16,3-3-8-16,-3 2 8 15,0-1 0-15,3 1-13 16,-1-2 26-16,1 2-11 15,3 0-2-15,-2-2 0 16,1 6 3-16,-1-4-3 16,4 0 0-16,-3 0-12 0,1 2 25 15,4-1-5-15,-1-1-8 16,0-2 0 0,5 2 7-16,-2-6-7 0,1 2 0 15,-1-2-13-15,-2-2 29 16,-4 2-10-1,2 1-6-15,-4 0 0 0,1 5 6 16,-2-6-6-16,1 6 0 16,-1-1-2-16,2-4 11 15,0 1-10-15,-3-2 1 16,1 0 0-16,-1 3 4 16,-1-8-4-16,-3 6 0 15,3 0-1-15,-3-1 10 16,5 2 16-16,1 2-25 15,3 2 0-15,5 0-3 0,1-2 3 16,3 2-37-16,-2-3-60 16,-2 1-152-16,-9-3-147 15,-10-5-1157-15</inkml:trace>
  <inkml:trace contextRef="#ctx0" brushRef="#br0" timeOffset="178567.08">1353 15218 707 0,'0'0'602'0,"0"0"-526"16,0 0-25-16,0 0 84 15,0 0 4-15,0 0 2 16,0 0-120-16,-25 0-20 16,25 0 88-16,0 0-58 15,0 0 8-15,0 0-11 16,0-6-21-16,0-1 21 16,0 2-18-16,0 0-8 15,0 1 94-15,-6 3-53 0,-6 1 48 16,-3 0-48-16,-5 0-29 15,-3 14 36-15,1 26-35 16,0 32 15-16,8 38 108 16,8-2-84-16,6-9 13 15,0-15-35-15,16-31-9 16,10 2 16-16,12-11-39 16,4-14 0-16,3-16 19 15,1-14-19-15,-8 0 0 16,-7-26-1-16,-12-10-14 15,-13-11-15-15,-6 1 30 16,-9 5 0-16,-20 11 1 16,-8 16 1-16,-6 14-2 0,-6 14-12 15,-2 69-100-15,11-2-19 16,15-5-404-16</inkml:trace>
  <inkml:trace contextRef="#ctx0" brushRef="#br0" timeOffset="179387.37">3847 16811 916 0,'0'0'374'15,"0"0"-301"-15,0 0 36 16,0 0 30-16,0 0 0 0,0 0-5 15,0 0-84-15,-41 55 9 16,41-43 9-16,0 5-53 16,0 6 101-16,8 0-85 15,14 16-4-15,4 3 50 16,6 6-47-16,1 2 17 16,3 3-38-16,-4-3 12 15,-9 2 22-15,-7-6-43 16,-9-2 0-16,-7-8 9 15,0-5-8-15,-23-9 20 16,-10-9-19-16,-7-7 20 16,-5-6 11-16,1 0-33 15,2-28 0-15,11-11 28 0,10-10 32 16,15-9-4-16,6-10-24 16,13-2-11-16,24-2-14 15,9 3-7-15,-2 3-98 16,-1 7 11-16,-12-2-60 15,-14 13-125-15,-15 11-265 0</inkml:trace>
  <inkml:trace contextRef="#ctx0" brushRef="#br0" timeOffset="180274.01">1970 15441 626 0,'0'0'68'0,"0"0"-68"15,0 0-240-15,0 0-141 16</inkml:trace>
  <inkml:trace contextRef="#ctx0" brushRef="#br0" timeOffset="180993.25">1970 15441 509 0,'-29'13'270'0,"29"-13"-104"16,0-6 59-16,0 2 11 16,0 1-55-16,0 3 9 15,0 0-35-15,0 0-42 16,0 0 80-16,0 0-99 15,0 0-6-15,0 0-9 16,0-5-44-16,0 5 37 16,7 0-72-16,9 0 9 15,3 0 1-15,8 0-10 0,4 0 0 16,10 0-7-16,1 0 23 16,7 0-10-16,2 0-6 15,5 0 0-15,-2 0 1 16,-1 0-1-16,-4-4 0 15,0 4-7-15,-5 0 19 16,4 0-14-16,-4 0 2 16,1 0 0-16,-1 4-15 15,-1 1 15-15,-1 0 0 16,-2 3-1-16,0-4 10 16,0 0-8-16,0-4-1 15,1 2 0-15,3-2-6 16,1 0 6-16,1 0 0 15,2 0-6-15,-4 0 20 16,-1 0-29-16,-4-2 15 0,-1-2 0 16,-5 0-18-16,1 0 18 15,-3 2 0-15,-2 0-1 16,0 0 15-16,-4-1-21 16,-1 3 7-16,1 0 0 15,-3 0-4-15,0-5 4 16,1 5 0-16,-1 0-6 15,0 0 15-15,0 0-6 16,1 0-3-16,-4-4 0 16,4 4-5-16,-5 0 5 15,2 0 0-15,-2 0 0 16,2 0 17-16,0-2 0 16,2 1-17-16,1-2 0 0,-3-1 0 15,0 4 0-15,-2-4 0 16,-3 1 0-16,-3 3 21 15,1 0-9-15,-5-6-12 16,4 5 0-16,-3-1 36 16,-1 2-36-16,2-2 0 15,-4 2-2-15,-1 0 17 16,-1 0-21-16,-2 0 6 16,-2 0-10-16,0 0-12 15,0 0-102-15,0 0-189 16,-13 4-197-16,-3 3-560 0</inkml:trace>
  <inkml:trace contextRef="#ctx0" brushRef="#br0" timeOffset="181548.94">4034 15436 1207 0,'0'0'407'15,"0"0"-304"-15,0 0-58 16,0 0 84-16,0 0-26 16,0 0-26-16,0 0-24 15,0 12-46-15,3 2 107 16,1 0-96-16,-2 9-12 16,0-2 54-16,0 7-33 15,-2 3 12-15,2 5-1 0,1 0-20 16,0 0 28-16,1 0-46 15,3-1 0 1,-1-3-3-16,0-6 13 16,4 6-10-16,-3-6 0 0,-1 1 11 15,0 4-8-15,-1-4-3 16,0 8-2-16,-1-7-7 16,1 2 11-16,-3 2-2 15,2-6 0-15,-2 2 12 16,3 2-12-16,-1-7 0 15,1 9 0-15,0-5 24 16,1 4-23-16,-2 0 11 16,1 3-12-16,2-2 14 0,-5 1-11 15,3 1-3-15,-1-2 0 16,-2-1 37-16,2 1-31 16,1-1 15-16,-1-1-21 15,-2-4 16-15,4 3-8 16,-4-8-8-16,-2 1 0 15,0-3-9-15,0-1 15 16,0-1-12-16,0-3-49 16,0-2-127-16,-5-5-172 15,-4-7-1341-15</inkml:trace>
  <inkml:trace contextRef="#ctx0" brushRef="#br0" timeOffset="182907.44">1921 14495 510 0,'0'0'178'0,"0"0"-77"16,0 0 782-16,0 0-781 15,0 0-60-15,0 0 130 16,0 0-71-16,-13-59 17 16,8 53 1-16,3 3-74 15,2 3 35-15,0 0-80 16,-2 5 9-16,2 25-18 0,-5 34 19 15,1 46 20 1,-5 49 24-16,-2 17 4 16,-3 0 47-16,3-7-61 0,7-21-35 15,4-1 100-15,9-5-87 16,24-4 11-16,14-7-11 16,2-25-16-16,0-23 33 15,-5-24-39-15,4-9 0 16,7 5-7-16,6-1 7 15,5 2-23-15,-3-16-38 16,12-11-160-16,-13-17-27 16,-10-12-484-16</inkml:trace>
  <inkml:trace contextRef="#ctx0" brushRef="#br0" timeOffset="183556.37">2315 16744 1071 0,'0'0'516'0,"0"0"-451"15,0 0 24-15,0 0 2 16,0 0 14-16,123 112 64 16,-24-73-91-16,52 2-20 15,68-1-42-15,34-12 3 16,24-20 6-16,-1-8-25 16,-4-8 0-16,12-20 2 15,-2-7-2-15,-5 0-9 16,-26-5 7-16,-35 4 4 15,-56 10 5-15,-52 8-7 16,-41 8-47-16,-26-3-55 16,-6-1-108-16,-22-4-60 15,-5 1-60-15,-8-2-690 0</inkml:trace>
  <inkml:trace contextRef="#ctx0" brushRef="#br0" timeOffset="184493.4">2300 16767 1397 0,'0'0'539'15,"0"0"-439"-15,0 0-34 16,0 0 111-16,0 0-8 0,0 0-105 16,0 0-63-16,173-31 87 15,-74 31-88-15,43 17 0 16,55 6 27-16,32-1 13 15,12 0 30-15,4-8-70 16,-13-6 2-16,7-2 8 16,4-2-10-16,-2-4 0 15,-5 0-6-15,-13-4 21 16,-20-7-7-16,-25-1-8 16,-42 3 0-16,-38 4-44 15,-34-4-39-15,-4-7-143 16,-15 2-126-16,-11 0-419 0</inkml:trace>
  <inkml:trace contextRef="#ctx0" brushRef="#br0" timeOffset="185198.55">2434 15432 1053 0,'0'0'1226'0,"0"0"-1096"15,0 0-130-15,0 0-22 16,-92 195 22-16,38-47 136 15,6-8-79-15,15-19-14 16,12-41-25-16,15-28 3 16,4 3-26-16,2-6 5 15,0-1-100-15,50-34 26 16,2-9-198-16,-1-5-244 0</inkml:trace>
  <inkml:trace contextRef="#ctx0" brushRef="#br0" timeOffset="185401.17">3167 15605 2022 0,'0'0'355'0,"0"0"-314"16,-42 162-27-16,8-90 2 16,-5 2-15-16,0-9 64 15,8-9-65-15,6-10 13 16,10-10-14-16,13-7 1 15,2-14-125-15,40-15-103 16,5-10-62-16,5-20-231 0</inkml:trace>
  <inkml:trace contextRef="#ctx0" brushRef="#br0" timeOffset="185567.27">3528 15799 1687 0,'0'0'375'16,"-23"204"-173"-16,0-101-131 15,-2-27-22-15,9-26-48 16,1 2 48-16,3 3-49 16,6-4-33-16,6-14 26 15,24-31-156-15,10-6-146 16,3-6-454-16</inkml:trace>
  <inkml:trace contextRef="#ctx0" brushRef="#br0" timeOffset="185698.67">3997 16094 1549 0,'0'0'234'0,"-27"138"-234"15,-16-31-68-15,5-17-222 16,5-20-240-16</inkml:trace>
  <inkml:trace contextRef="#ctx0" brushRef="#br0" timeOffset="188043.37">5000 14084 857 0,'0'0'204'16,"0"0"-139"-16,0 0 71 16,0 0-17-16,0 0 54 15,0 0 0-15,0 0-50 16,0-76 55-16,0 70-57 0,0-2-15 15,0 4 90-15,0 3-148 16,0 1 15-16,0 0 1 16,0 0-64-16,0 0 22 15,0 0-22-15,0 8-4 16,6 17-11-16,7 14 15 16,3 10 0-16,-1 14 24 15,4 7-17-15,-1 10 48 16,-5 10-44-16,3 3 1 15,-3 2 49-15,-2 2-61 16,3-2 0-16,-4-7-8 16,1-7 28-16,-1 0-13 15,-6-15-7-15,0-3 0 16,-2-7 0-16,-2-8 0 0,3-8 0 16,-3-10-10-1,2-7 25-15,-2-9-14 16,2-5-1-16,-2-6 0 0,0 2-7 15,2-5 7-15,-2 0 0 16,0 0-5-16,0 0 17 16,0 0 2-16,0 0-14 15,0 0 0-15,0 0-3 16,0 0 3-16,0 0 0 16,0 0-11-16,0 0 26 15,0 0-31-15,0 0 14 16,0 0-4-16,0 0-43 15,0 0 49-15,0 0-30 0,0 0 30 16,0 0 0-16,0 0 0 16,0 0 0-16,0 0 0 15,0 0-8-15,0 0 8 16,0 0 0-16,0 0-12 16,0 0 26-1,0 0-13-15,0 0-1 0,0 0 0 16,0 0 5-16,0 0-5 15,0 0 0-15,0 0-11 16,0 0 28-16,0 0-22 16,0 0 5-16,0 0 0 15,0 0-33-15,0 0 33 16,0 0 0-16,0 0-4 16,0 0 14-16,0 0-2 0,0 0-8 15,0 0 0-15,0 0 6 16,0 0-6-16,0 0 0 15,0 0 0-15,0 0 1 16,0 0-13-16,0 0-116 16,-15 0-348-16,-3 0-675 0</inkml:trace>
  <inkml:trace contextRef="#ctx0" brushRef="#br0" timeOffset="189966.4">5251 15538 1549 0,'0'0'369'0,"0"0"-291"16,0 0 5-16,0 0 67 15,0 0-5-15,0 0 71 16,0 0-131-16,0-18-53 16,15 10 19-16,12 0-51 15,12-2 18-15,9 4-18 16,13 5 10-16,13 1-13 16,32 0 3-16,48 0 0 15,58 0 10-15,29 0-8 0,4 0 14 16,-11 0-16-1,-26 0 8-15,-3 0-11 0,-5-3 3 16,-9 3 0-16,-10 0 28 16,-20 0-20-16,-34 0-1 15,-33 0-7-15,-34 0-36 16,-16 3 29-16,-3 9-189 16,-12-4-118-16,-12 1-337 0</inkml:trace>
  <inkml:trace contextRef="#ctx0" brushRef="#br0" timeOffset="190866.44">6485 15887 358 0,'0'0'1309'16,"0"0"-1091"-16,0 0-137 15,0 0 171-15,0 0-98 16,0 0-51-16,0 0-42 15,19-117-54-15,12 96-14 16,8-1-7-16,1 7 14 16,-5 8-7-16,1 7 34 15,-10 0-27-15,-5 12 41 16,-10 15-27-16,-11 12 35 16,0 11-49-16,-11 4-69 15,-14 0 62-15,-13 18-257 16,9-15-205-16,5-14-105 0</inkml:trace>
  <inkml:trace contextRef="#ctx0" brushRef="#br0" timeOffset="190942.17">6591 16293 1073 0,'0'0'556'0,"0"0"-326"0,0 0-230 16,0 0-245-16</inkml:trace>
  <inkml:trace contextRef="#ctx0" brushRef="#br0" timeOffset="191422.51">4327 14897 1011 0,'0'0'965'0,"0"0"-711"16,0 0-110-16,0 0-40 15,0 0 137-15,0 0-87 16,0 0-122-16,-25-46 19 16,42 34-51-16,6 6-25 15,8 6 25-15,2 4-24 16,3 31 10-16,-5 16-12 15,-8 11 14-15,-15 2-30 16,-8 0 42-16,0-2-43 16,-23 7-53-16,-4-15-151 0,-2-20-345 15</inkml:trace>
  <inkml:trace contextRef="#ctx0" brushRef="#br0" timeOffset="191542.42">4275 15383 1302 0,'0'0'1364'0,"0"0"-1364"16,0 0-158-16,0 0 103 16,0 0-71-16,0 0-205 0</inkml:trace>
  <inkml:trace contextRef="#ctx0" brushRef="#br0" timeOffset="193276.2">5048 13994 760 0,'0'0'829'15,"0"0"-730"-15,0 0 13 16,0 0-27-16,0 0 28 0,0 0 19 16,0 0-64-16,65-15-14 15,-36 15-25-15,7 0-7 16,6 8 33-16,8 4-55 16,5 5 0-16,5 1-1 15,5 5 1-15,6 3 0 16,7-1 0-16,9 4 10 15,25 2-1-15,19 8-9 16,25 1 0-16,-13-3 3 16,-27-10-3-16,-29-6 0 15,-16-10 0-15,14 8 14 16,13-2-11-16,11 5-3 16,-2 2-2-16,-4 1-13 15,-5 1 23-15,-9 4-8 0,-4 4 0 16,-6 1 6-16,-4 4 0 15,-7-1-6-15,-1 1 0 16,-7 0-11-16,-2-3 19 16,-6 0-8-16,-4 3 0 15,-3-3 6-15,2 0-4 16,0 1-2-16,2-2-5 16,2-5-6-16,5 2 12 15,0-8-1-15,2-2 0 16,-2-2 6-16,-6-1-21 15,0-4 15-15,-11 1-4 0,-3-4-5 16,-7 0 9-16,-6 1 0 16,-5-4-1-16,-7 3 9 15,-3-3-17-15,0 5 9 16,-4-6-7-16,0 3-10 16,3 5 25-1,-3-5-8-15,6 1 0 0,0 2 6 16,3-5-11-16,4 0 5 15,-2-1-27-15,1-2 19 16,2 3 0-16,1-6 8 16,0 0 0-16,3 3 1 15,0-1 16-15,2-1-17 0,-1 1 0 16,0 0 2 0,-4 2 4-16,1 0-5 15,-2 0-1-15,-2 2 6 0,-3-1-1 16,1 2-5-16,-4-5-6 15,2 4-2-15,-3-1 16 16,-3-2-8-16,-2 3 0 16,1-6 6-16,-3 1-14 15,1-4 8-15,-1 2-3 16,0 0-7-16,3 2 16 16,-3-2-6-16,2 2 0 15,1 1 1-15,-1-2 8 16,0 2-9-16,4 0-8 15,-2-1-6-15,3 0 25 16,-1 2-11-16,2-2 0 0,1 0 8 16,0 0-10-16,-2 1 2 15,2-3 0-15,-1 1 24 16,-2 1-24-16,-4-4 25 16,-1 0-25-16,-3 0 1 15,0 0 36-15,-3 0-30 16,-28 0 10-16,-38 5-10 15,-55 0-7-15,-73 8-61 16,19-8-189-16,7 2-455 0</inkml:trace>
  <inkml:trace contextRef="#ctx0" brushRef="#br0" timeOffset="194193.21">5731 14263 892 0,'0'0'344'16,"0"0"-253"-16,0 0-24 16,0 0 67-16,0 0 48 15,0 0-103-15,0 0-46 16,0-10 92-16,0 10-86 16,0 0 30-16,0 0-10 15,0 0-49-15,0 0 37 16,0 0-47-16,0 0 2 15,0 0 4-15,0 0-6 0,0 0-28 16,0 0 11-16,0 0-31 16,0 0 39-16,0 0-28 15,0 0-40-15,0 0-21 16,-12 0-455-16</inkml:trace>
  <inkml:trace contextRef="#ctx0" brushRef="#br0" timeOffset="195309.83">5229 14504 1051 0,'0'0'352'0,"0"0"-233"16,0 0 32-16,0 0 20 15,0 0-74-15,0 0-2 16,0 0-95-16,56 0 9 16,-25 4 26-16,7 0-29 15,7 0-6-15,6 2 60 16,6-2-21-16,11-1 82 16,5 2-34-16,10-5-53 15,6 2 40-15,9 0-74 16,4 0 0-16,3-1 0 15,2 4 16-15,-2 1-11 16,-3-4-5-16,-6 5 0 0,-5-2-37 16,-6-1 25-16,-6 1-27 15,-8-2 23-15,-7 1-3 16,-6-2-5-16,-6-2 24 16,-10 3-2-16,-4-3-30 15,-9 0 32-15,-3 0 0 16,-5 0-1-16,-4 0 10 15,-1 0-8-15,-1 0-1 16,-1 0 0-16,1-3-6 16,-3 1 6-16,1-2 0 15,-3 1 0-15,-4 3 18 16,-2 0-12-16,-4 0-6 16,0 0 0-16,0 0 53 15,0 0-44-15,0 0 25 0,0 0-16 16,0 0 7-16,0 0-1 15,3 0-24-15,-3 0 0 16,0 0-15-16,0 0 15 16,0 0 0-16,0 0-1 15,0 0 18-15,0 0-14 16,0 0-3-16,0 0 0 16,0 0 51-16,0 0-50 15,0 0 33-15,0 0 1 16,0 0-20-16,0 0 20 15,0 9-35-15,0 21-26 0,0 15 17 16,-3 18 16-16,-3 10-14 16,-2 4 5-16,-7 22-123 15,2-23-62-15,-3-16-573 16</inkml:trace>
  <inkml:trace contextRef="#ctx0" brushRef="#br0" timeOffset="196137.71">5542 14529 1292 0,'0'0'495'15,"0"0"-411"-15,0 0 0 16,0 0 142-16,0 0-44 15,0 0-35-15,0 0-73 16,19 5-51-16,-46 48 32 16,-13 42 21-16,-13 34-20 15,2-4 33-15,8-21-63 0,14-35 0 16,10-24-26 0,-2 1 12-16,3 2-3 0,3-2-9 15,8-10-24-15,7-9-9 16,7-15-176-16,47-12 7 15,-4-9-92-15,2-19-475 0</inkml:trace>
  <inkml:trace contextRef="#ctx0" brushRef="#br0" timeOffset="196383.58">6045 14570 1996 0,'0'0'327'0,"0"0"-327"15,0 0 61-15,0 0 26 16,-85 142 11-16,36-66-14 16,-4 13 34-16,3-4-83 15,4-4 0-15,11-17-35 16,6-8 18-16,10-15-18 16,9-13 0-16,7-6-21 15,3-10-23-15,5-6-139 16,24-6 69-16,31-32-29 15,-2-13-361-15,-3-9-292 0</inkml:trace>
  <inkml:trace contextRef="#ctx0" brushRef="#br0" timeOffset="196587.21">6333 14652 2129 0,'0'0'265'0,"0"0"-199"15,-12 105-39-15,-13-33 31 16,-6 3 6-16,-2 3-13 15,2-6 99-15,6-11-150 16,8-8 0-16,6-13 0 16,11-12 0-16,0-6-1 15,6-17-121-15,23-5-23 16,11-1 66-16,31-57-293 16,-8 4-294-16,-5-9-677 0</inkml:trace>
  <inkml:trace contextRef="#ctx0" brushRef="#br0" timeOffset="196757.42">6701 14749 924 0,'0'0'1274'16,"0"0"-1057"-16,0 0-187 16,0 0 67-16,-16 155-29 15,-4-92-14-15,2-10 74 16,5-7-128-16,8-11 0 16,5-12-9-16,0-6 2 15,5-11-111-15,14-6-56 16,26-20-68-16,-7-14-71 15,0-5-398-15</inkml:trace>
  <inkml:trace contextRef="#ctx0" brushRef="#br0" timeOffset="196869.64">6903 14870 829 0,'0'0'1152'0,"0"0"-822"16,0 0-298-16,-20 124 47 0,-2-57-29 16,-7 4-50-1,2-3 0-15,-4 16-61 0,8-20-248 16,6-17-190-16</inkml:trace>
</inkml:ink>
</file>

<file path=ppt/ink/ink1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4-11-04T02:20:38.801"/>
    </inkml:context>
    <inkml:brush xml:id="br0">
      <inkml:brushProperty name="width" value="0.05292" units="cm"/>
      <inkml:brushProperty name="height" value="0.05292" units="cm"/>
      <inkml:brushProperty name="color" value="#FFFFFF"/>
    </inkml:brush>
  </inkml:definitions>
  <inkml:trace contextRef="#ctx0" brushRef="#br0">23838 2292 791 0,'0'0'344'0,"0"0"-92"0,0 0 90 0,0 0-188 0,0 0-154 0,0 0 44 0,0 0 155 0,0 0 12 16,0-3-134-16,0 2 5 15,0-1 12-15,0 0-44 16,0 2 55-16,0-2-8 15,0 2-54-15,0 0 21 16,0 0-44-16,0 0-20 0,0 0 37 16,0 0-36-16,0 0 5 15,0 0-6-15,0 0-1 16,0 2-8 0,0 6 9-16,0 4 0 0,-3-2 0 15,1 4 9-15,0-2-9 16,2 2 0-16,0-2 6 15,0 2-14-15,0 2 8 16,0 0 0-16,0 0-3 16,0 0 9-16,0 0 1 15,0-2-7-15,0 0 0 16,2-1-6-16,0 0 6 0,3 1 0 16,-3 2-1-1,0-1 7-15,-2 0-5 0,0 2-1 16,0-3 0-16,0 2-1 15,0-2 0-15,0 0 1 16,0 0 1-16,0 0 5 16,0 0-7-16,0 0 1 15,0 0 0-15,0-2 8 16,0 2-8-16,0-4 0 16,0 2 7-16,0-2-1 15,0 0-6-15,0 0 0 16,2 0 0-16,0-2 3 15,4 2-3-15,-4-2 0 0,2 0-2 16,-2 2 10-16,0 0-11 16,-2 2 3-16,3 0 0 15,-3 1 2-15,0-2-2 16,2 1 0-16,-2-2-1 16,2 3 2-16,-2-1 1 15,2-2-2-15,-2 1 0 16,2 0 1-16,-2-1-1 15,0-1 0 1,2 1-1-16,-2 3 7 0,3-4-13 0,-3 4 7 16,2-3 0-1,1 0 3 1,-1 2-3-16,-2-2 0 0,2 2 0 0,0-2 6 16,-2 0-11-1,2-2 5-15,-2 2 0 0,3 0 2 16,-1-2-1-1,0 0-1-15,-2 2 0 0,0-2 6 16,2 0-9-16,-2-2 3 0,0 2 0 16,0 0 1-16,0 0-1 15,0 2 0-15,0 0 0 16,0 0 2-16,0 0-2 16,0 0 0-1,0 1 0-15,0 0 1 0,0 1 0 16,0 1-1-16,0 1 0 15,2-1 11-15,0 4-14 16,-2-3 3-16,0 1 0 16,3 2-5-16,-3-1 13 15,0 2-8-15,2-2 0 0,-2 2 10 16,2-2-11-16,-2 0 1 16,3-2 0-1,-1 0 3-15,-2 0 6 0,2 2-9 16,1-2 0-16,-3-2 10 15,0 2-22 1,2-2 12-16,-2-2 0 0,0 2-3 16,0-2 14-16,0 2-4 15,0-2-7 1,0 2 1-16,0-2-15 0,0 3 14 16,0-1 0-1,0-1-4-15,0 2 14 16,0-1-4-16,0-5-6 15,0 1 0-15,0-1-12 16,0 0 9-16,0 2 3 16,0-1 3-16,0-2 6 15,0 2-12-15,0 0 3 16,0-2 0-16,0 2-5 0,0-2 5 16,0 0 0-16,0-2 0 15,0 2 12-15,0-2-25 16,0 2 19-16,0 0-6 15,0-2 0-15,0 2-5 16,0 0 5-16,0 0-1 16,0 0 7-16,0 0-3 15,2 2-3-15,-2 0 0 16,2 2 0-16,-2 0-2 16,0 0 2-16,0 0-6 15,0-2 20-15,0-2-26 16,0 0 18-16,0 0-6 15,0-4 0-15,0 2-1 16,0 0 1-16,0 0 0 0,0 2 10 16,0 1-13-16,0 0 3 15,0 4 0 1,0-2 5-16,0 0-5 0,0-2-1 16,0 0 0-16,0-3 1 15,0 0 0-15,0-3 2 16,0 1-2-16,0-2 0 15,0 0-27-15,0 0-36 16,0-6-140-16,0-12-314 16,0-10-1415-16</inkml:trace>
  <inkml:trace contextRef="#ctx0" brushRef="#br0" timeOffset="6152.69">22977 2962 751 0,'0'0'275'0,"0"0"32"16,0 0-111-16,0 0-64 0,0 0-8 15,0 0 37-15,0 0-20 16,0-3-75-16,0 1 20 16,0 1-8-16,0 1-2 0,0 0 26 15,0 0-23 17,0 0 4-32,0 0-17 0,0 0-51 0,0 0 21 0,0 0-25 31,0 0-10-31,0 0 31 15,5-3-31-15,4 3 14 0,2-1 2 0,2-2-16 16,3 2 25-16,-1-2-26 16,1 2 0-16,5-2 9 15,-2 1 1-15,6-2-5 16,0 3-5 0,-1-3 0-1,-2 1-12-15,0 1 9 16,-1 0 3-16,-2 0 3 15,2 2 8-15,-1-2-10 16,2 0-1-16,0 2 0 0,1-1-7 16,-2-2 7-16,2 2 0 15,-1-4 0-15,1 3 7 16,-4 0-13-16,2 2 7 16,-3 0-1-16,1 0 0 15,2 0 0-15,-2 0 0 0,-1 0-3 16,5 0 10-16,-4 0-7 15,4 0 0-15,4 0 0 16,2-2 2-16,0 0-2 16,2 1 0-16,0-2-3 15,0 3 9-15,-2 0-9 16,-2 0 3-16,2 0 0 16,-5 0-2-16,3 0 2 15,0 0 0-15,-2 0-4 16,1 0 11-16,1 0-8 15,2 0 1-15,0 0 0 16,0 0-1-16,3 0 1 0,-1 0-9 16,-2-1 9-16,-1 1 0 15,-4 0-1-15,3 0 1 16,-4 0 0-16,2 0 1 16,-2 0 0-16,4 0-1 15,2 0 6-15,2-3-6 16,1 1 4-16,-1 0-4 15,0 0 0-15,-2 0-1 16,2 2 1-16,-2-2 0 16,0 2 0-16,-2 0 2 0,2 0-5 15,-2 0 3 1,0 0 0-16,2-2 3 0,0 0-3 16,2 0 0-16,2 0 0 15,1 0 2-15,1 0-2 16,-1-2 0-16,-1 0 0 15,0 2 4-15,-2-2-4 16,3 2 0-16,-5 0-1 16,2 0 12-16,-2 0-20 15,-2 2 9-15,0 0 0 16,0 0 1-16,-3 0-1 16,2-2 0-16,-1 2 1 0,2 0 11 15,2-2-16-15,-2 0 4 16,-1 0 0-16,3 2 3 15,-4 0-2-15,1 0-1 16,1 0 0 0,0 0 14-16,2 0-23 0,0 0 9 15,0 0 0-15,4-2-2 16,-2-2 3-16,3 2-1 16,-1-4 0-16,0 2 8 15,-1 0-19-15,1 0 11 16,-4 0 0-16,2 0 3 0,-4 0 11 15,0 2-17 1,0 0 3-16,-3 2 0 0,3-2-2 16,-1 0-2-16,1 2 4 15,0-2 11-15,2 2-10 16,0-2 4-16,0 0-5 16,0 0 0-16,0 0 5 15,0 0-5-15,-2 2 0 16,2-2 0-16,0 0 0 15,-3 0 6-15,3 0-6 16,-4 2 0-16,-1-2-1 16,-1 0 1-16,-4 2 0 15,2 0-1-15,-5-2 2 16,1 2-1-16,1 0 0 0,-1-2 0 16,6 0 3-16,0-2-3 15,-2 0 0-15,6 2-1 16,0-2 2-16,0 2 0 15,-3 0-1-15,3 0 0 16,0 2 6-16,-3-2-6 16,1 2 0-1,-1-2 15-15,-1 2-13 16,4-2 23-16,-3 2-25 0,5-2 1 16,-3 2 5-16,3-2-6 15,0 0 0-15,0 0 4 0,3 0-2 16,1 2-1-16,0-2-1 15,3 2 0-15,5 0-1 16,-2 0 0-16,3 0 1 16,3 0-1-16,2 0 3 15,4 0-1-15,1 0-1 16,3 0 0-16,-1 0-4 16,1 2 5-16,1 2-1 15,-2 0 0 1,-1 0 0-16,1 0 2 15,-5-2-2-15,2 2 0 16,-4 0 2-16,1 0-2 0,0 2 0 16,-2-2 0-16,-3 0 1 15,-3 0-4-15,-3-2 3 0,-3 2 0 16,-3 0 0-16,0-2 0 16,-2 0 0-16,-2 0 0 15,2-2 9-15,-2 0-9 16,0 0 0-16,2 0 0 15,-5 0-4-15,2 0 4 16,1 0 0-16,-2 0 0 16,2 0 6-16,-3 0-12 0,5 0 6 15,0 0 0-15,3 0 2 16,1 0-2-16,0 0 0 16,3 0 0-16,1 0 9 15,2 0-18-15,1-2 8 16,2 0 1-16,1 0 0 15,1 0 6-15,-2 0-6 16,1 2 0-16,-3-2 1 16,-5 2-7-16,-2 0 6 15,-4 0 0-15,-2 0-1 16,-2 0 2-16,0 0 7 16,-4 0-8-16,4 0 0 0,-2 0-9 15,-1 0 9 1,2 0 0-16,1 0-1 0,-1 0 7 15,1 0-1-15,2 0-5 16,-2 0 0-16,-4 0-11 16,2 0 11-16,-1 0 0 15,0 0-3 1,0 0 11-16,1 0-8 0,-1 0 0 16,0 0 0-16,1 0-6 15,-1 0 3-15,3 0 3 16,-4 0 3-16,4 0 3 0,0 0-9 15,0 0 3 1,1 0 0-16,-2 0 0 0,3 0 0 16,0 0 0-16,2 0-1 15,-2-2 7-15,0 2-8 16,2-2 2-16,-3 2 0 16,0-2 1-16,3 2-1 15,-2 0 0-15,0 0-1 31,2 0 10-31,-2 0-14 0,0 0 5 0,2 0 0 16,0 0 3-16,0 0-3 16,2 0 0-16,0 0 1 15,0 2 8-15,1 0-15 0,1 0 6 16,-2 0 0 0,3-2 4-16,-1 2-4 0,0 0 0 15,3 0-1-15,-1 0 2 16,1 0-3-16,0 0 2 15,2-2 0-15,-1 2 5 16,-1-2-5 0,-1 0-1-16,-1 2 1 0,-3 0 0 15,3-2 0-15,-5 0 0 16,-1 0 0-16,-1 0 3 16,-4 0-2-16,-3 0-1 31,-3 0 0-31,0 0 6 0,-7 0-10 15,2 0 4-15,-5 0 0 16,-5 0-11-16,-2 0-23 16,-5 0-162-1,-19 0-456-15,-12 6-497 0</inkml:trace>
  <inkml:trace contextRef="#ctx0" brushRef="#br0" timeOffset="8432.67">24027 3878 924 0,'0'0'167'0,"0"0"-146"0,0 0-4 0,0 0 31 16,0 0 311-16,0 0-153 15,0 0-113-15,12 22-6 16,-10-22-14-16,-2 0-4 15,2 0 16-15,-2 0-35 16,0 0-20 0,0 2-2-16,0 2-27 15,0 2 23-15,0 0 6 0,0 0-16 0,0 2 7 16,0 0-21-16,0 2 0 16,2 0 8-16,0 0-7 15,-2 2-1-15,0-2 11 16,0 2-10-16,0 0 29 15,0 0-10-15,0 1 3 16,0-4 23-16,0 1-46 16,0 0 9-16,0-2 7 15,0 2-15 1,0-2 6-16,2 1-7 0,-2-1 0 16,0 2 13-1,0-1-7-15,0 1-6 16,0-2 6-16,0 3 6 0,0-5-18 15,3 2 6-15,-3-1 0 16,2 0 6-16,-2 1 3 16,2 0-9-16,0 0 0 0,0 0 10 15,0 0-20-15,0 0 10 16,-2 0 0-16,0 0-3 16,0 0 13-16,0 0-5 15,0 0-5-15,0 0 1 16,3 0-11-16,0 0 10 15,-1-2 0-15,-2 2 1 0,0-2 8 16,2 0-9-16,-2 0 0 31,0 0 0-31,2 2-8 0,-2-2 8 16,0 2 0-16,0 0-1 0,0 0 13 31,0 0-12-31,0-2 0 0,0 2 0 16,0 2 8-16,0-2-2 0,0 5-6 15,0-4 28-15,0 4-27 16,0-2 14-16,0 1-13 0,0 1-2 16,0 1 10-16,0 0-10 15,0 2 0-15,0 2 14 16,0 2-5-16,0 0 25 16,0 4-21-16,0 0 19 31,0 2 11-31,0 0-37 0,0 0-5 0,0-2 17 15,0 2-17-15,0-4 11 16,0-1-12-16,0-3 0 16,-2-4 8-1,2-5-8-15,0-4-33 0,-2-5-97 0,2 0-157 16,-2-17-568-16</inkml:trace>
  <inkml:trace contextRef="#ctx0" brushRef="#br0" timeOffset="10765.1">23065 4127 535 0,'0'0'684'0,"0"0"-503"16,0 0-34-16,0 0-8 0,0 0 19 0,0 0-36 16,0 0 35-16,0 0 8 15,0 0-69-15,2 0-14 16,-2 0-17-16,0 0-28 16,0 0 10-16,0 0-30 15,0 0 0-15,2 0 16 16,2 0-33-16,3 0 36 15,4-3-6-15,2-3-12 16,3 1 17-16,2 1-20 16,0-3 0-16,2 4 3 15,-2 0-16-15,0 2-2 16,-1 1 1-16,3 0 8 0,3-3-9 16,4 3 0-1,-1-4 0-15,3 0 12 0,2 1-3 16,0-1-4-16,0-3 18 15,3 1-23-15,0-2 12 16,-1 0-12-16,1 1 0 16,-3-2 0-16,0 1 1 15,-2 2-1-15,-2 0 1 16,1 2 11-16,1 0-19 16,0 0 7-16,4 0 0 15,6 0-3-15,-1 0 4 0,1 0-1 16,1 0 0-1,3 2 12-15,-1 0-27 0,3 0 9 16,-1 0 6-16,2-2 1 16,-2 2 7-1,3-2-7-15,-1 0-1 16,4 2 8-16,-4 0-26 16,1-2 18-16,-1 2 0 0,4 0 6 15,-2 0-5-15,4-2-1 16,2 0 0-16,1 0 2 15,0 0-5-15,3 0 3 16,0-2 0-16,0 0 3 16,-2-2 6-16,2 2-3 15,-2 0-6-15,-3-2 0 0,1 0-9 16,-3 2 8-16,-2-2 1 16,-2 0 1-16,-1 2 8 0,2 0-10 15,3-2 8 1,2 2 11-16,7-2 5 15,5 0-23-15,4 2 0 16,7-4 3-16,7 2 9 0,0 2-21 16,7-2 9-16,-1 4 0 15,0-2 3 1,3 4-3-16,-3-3 0 0,-2 4-5 16,2-3 13-1,-5 1-2-15,1 0-6 16,-4 0 0-16,-6-1 2 0,1 3-2 15,-7-2 0-15,-2 2-1 16,-5 1 10-16,-2 0-12 0,0 0 3 16,-2 0 0-1,3 0-1-15,-3-4-2 0,2 1 3 16,0 0-1-16,2-4 7 16,1 3-17-16,1 0 11 31,5-2 0-31,0 1-1 0,5-2 0 0,4 4 1 15,0-1 0 1,2 1 1-16,2 2-2 16,3-2 1-16,0 1 0 15,-1 2 5-15,3 0-5 0,-2 0 0 0,0 0-1 16,-1 0 7-16,3 0-13 31,2 0 7-31,0 0 0 16,-1 0-9-16,1 0-5 15,-5 0 13-15,-2 0 1 16,-1 0 0-16,-6 0-6 16,-4 2 6-16,1 2 0 15,-7 0 1-15,-1 2-1 16,-1-4 0-16,-3 3 0 16,-2-4 2-16,-2-1-2 0,-1 3 0 15,-1-3 0-15,-3 0-2 16,-2 0 3-16,-2 0-1 15,-5 0 0-15,1 0 11 16,-6 0-20-16,-1 0 9 16,-1 0 0-16,1 0 0 15,0-3 1-15,0-1-1 16,1 0 0-16,1 1 11 16,3 0-23-16,1 2 12 15,-2-2 0-15,-3-1-2 16,2 2 10-16,-4-2-8 0,1 2 0 15,-3 0 9 1,3 2-23-16,-1 0 14 0,4 0 0 16,1 0-3-16,0 0 14 15,0 0-8-15,0 0-3 16,-4 0 0-16,-3 0-11 16,-2 0 11-16,-2 0 0 15,0 0 13-15,-2 0-11 16,2 0 8-16,0 0-10 15,0 0 0-15,0 0-3 16,-3 0 4-16,1 0-1 16,0-1 18-16,-3 1-17 0,3 0 22 15,2-3-23-15,0 3 0 16,3 0-2-16,1-1 2 16,-2-2 0-16,-2-1 14 15,-4 2-13-15,-4 0 15 16,-5 0-16-16,-7 2 0 15,-5 0 0-15,-4-1-7 16,-2-6-42-16,-17 1-192 16,-10-4-391-16</inkml:trace>
  <inkml:trace contextRef="#ctx0" brushRef="#br0" timeOffset="12194.47">23060 2374 662 0,'0'0'438'16,"0"0"-387"-16,0 0 480 0,0 0-365 0,0 0-55 16,0 0 102-16,0 0-43 15,-4-18-33-15,4 14-45 16,9 2-33-16,1 2 17 15,4 0-56-15,-1 0 2 0,1 0 12 16,-1 14-33-16,-4 2 26 16,0 6-6-16,-4 4 3 15,-5 2 39-15,0 2-42 16,0 3 9-16,0-6 12 16,0 1-42-1,-7-6 16-15,2-4-16 16,1-4 0-16,-1-5 2 15,5-5 4-15,0-4-6 0,0 0 1 16,7 0-1 0,11-20-6-16,7-10-64 0,4-9-104 0,0-9 12 15,0-2-88-15,-3 0 23 16,-8 6 134-16,-5 10 93 16,-8 10 38-16,-5 11 80 15,0 12 33-15,0 1-23 16,-3 4-70-16,-4 18 22 15,-1 8 29-15,4 6-29 16,1 4 26-16,3 2-53 16,0 0-34-16,5-4 5 15,12-3-24 1,5-7-12-16,3-6-97 0,6-3-191 0,-6-6-256 16,-6-5-975-16</inkml:trace>
  <inkml:trace contextRef="#ctx0" brushRef="#br0" timeOffset="13939.99">22840 3730 829 0,'0'0'356'0,"0"0"-176"0,0 0 24 0,0 0 11 0,0 0-31 0,0 0-9 15,0 0-35-15,-12 0-10 16,12 0-58-16,0 0-11 16,0 0 1-16,0 0-11 15,0 0 49-15,7-9-66 16,9-5-33-16,2-2-2 0,3-4 1 16,2-2-25-16,0-2-5 15,-2-2-41-15,-3 0 16 16,-5-2-9-16,-3 2 6 15,-6 2 47-15,-4 2-2 16,0 4 13-16,0 4 25 16,0 4-13-16,-4 4 34 15,-3 4-46-15,2 2 0 16,-1 0-1-16,1 0 8 16,1 9-16-16,0 6 5 15,-1 5 4-15,0 6 8 16,3 4-8-16,0 8 0 0,2 8 46 15,-2 4-25-15,2 6 15 16,-3 1-26-16,3-2-1 16,0 0 13-16,-2-5-14 15,-2-4-8-15,-2-6 9 16,-6-6 0-16,-1-3-3 16,-3-10 0-16,1-5 6 15,-1-6 18-15,0-7-22 16,6-3 43-16,0 0 6 15,6-10-24-15,4-11 12 16,0-2-30-16,2-6-9 0,18-3 0 16,7 0-6-1,4 0-11-15,5-2 10 16,-1 2-71-16,3-2-79 16,7-11-84-16,-9 8-99 0,-5 1-302 0</inkml:trace>
  <inkml:trace contextRef="#ctx0" brushRef="#br0" timeOffset="14190.4">23237 3084 1743 0,'0'0'316'0,"0"0"-206"0,0 0 20 0,0 0-48 16,0 0-5-16,0 0-7 16,0 0 1-16,-68 130-23 15,55-74-47-15,-1 2-1 16,5 1-19-16,7 3-177 16,2-14-96-16,0-14-403 0</inkml:trace>
  <inkml:trace contextRef="#ctx0" brushRef="#br0" timeOffset="14483.95">23381 3378 1107 0,'0'0'649'0,"0"0"-531"16,0 0-28-16,0 0 20 16,0 0 6-16,0 0 23 15,-127 125-16-15,114-81-44 16,3 4-21-16,10-2-46 16,0-2 10-16,0-4-22 15,21-5-27-15,3-9-34 16,16-10-130-16,-4-8-163 15,-7-8-450-15</inkml:trace>
  <inkml:trace contextRef="#ctx0" brushRef="#br0" timeOffset="14930.76">23414 3549 18 0,'0'0'1301'0,"0"0"-1016"15,0 0-157-15,0 0 1 16,0 0-34-16,0 0-4 0,0 0 38 16,74 20-9-1,-74 14-18-15,0 4 6 0,0 2-50 16,-2-5 2-16,-5-3-42 31,4-9-5-31,1-5 16 16,2-5-28-16,0-9 7 0,0-4 16 0,5 0-24 15,6-10-4 1,2-15-66-16,-1-3-27 16,1-6 5-16,-2 0-50 0,-2-2 66 15,-2 6 36-15,-3 4 13 0,-2 8 27 16,-2 8 46 0,0 6 52-16,0 4-47 0,0 0-36 15,0 10-10-15,0 10 18 16,0 2-8-16,0 2 34 15,0-2-32-15,0 0-3 16,2-5-8-16,7-6-6 16,1-7-66-16,0-4-72 15,1-4-87 1,-3-15-287-16,-4-4-572 0</inkml:trace>
  <inkml:trace contextRef="#ctx0" brushRef="#br0" timeOffset="15090.05">23700 3419 1614 0,'0'0'589'0,"0"0"-398"16,0 0 2-16,0 0-53 15,0 0-36-15,71 116-43 16,-69-64 11-16,-2 6-72 16,0 0-9-16,-6 1-64 15,-21 7-209-15,4-16-219 16,1-14-595-16</inkml:trace>
  <inkml:trace contextRef="#ctx0" brushRef="#br0" timeOffset="16229.98">23114 4421 124 0,'0'0'1205'0,"0"0"-923"16,0 0-138-16,0 0-43 0,0 0-54 0,0 0-8 15,0 0-30-15,0-10 80 16,0 38 32-16,0 8-37 16,0 10 3-16,0 8-21 15,0 11-10-15,0 5 27 16,0 0-46-16,0 0-8 16,0-3 2-16,0-9-31 15,0-8 19-15,-7-8-18 0,-4-12-1 16,-5-8 33-1,-4-10 1-15,-4-8 15 0,1-4-1 16,-2-4-24-16,8-18 10 16,6-10-34-16,6-6 1 15,5-4 7-15,5-2-8 16,23 0-6-16,9 2 5 16,5-1-74-1,5 5-38-15,-1 0-75 0,10-10-130 16,-12 8-238-16,-8 4-511 0</inkml:trace>
  <inkml:trace contextRef="#ctx0" brushRef="#br0" timeOffset="16425.27">23441 4361 1505 0,'0'0'522'16,"0"0"-373"-16,0 0-75 15,0 0-19-15,0 0 45 16,-62 110-6-16,51-60-24 15,9 3-21-15,2-3-33 16,2-2-13-16,19-8-3 16,6-8-56-16,4-10-50 15,10-10-119 1,-8-8-94-16,-8-4-406 0</inkml:trace>
  <inkml:trace contextRef="#ctx0" brushRef="#br0" timeOffset="16813.16">23530 4530 833 0,'0'0'890'0,"0"0"-691"16,0 0-85-16,0 0-47 0,0 0 48 15,0 0 22 1,0 0-14-16,52 126-27 0,-52-84-67 16,0-2-12-16,0-6 18 15,0-8-34-15,0-8-1 16,0-10 24-16,0-8-23 15,4 0 1-15,7-14-2 16,3-16-91-16,1-8-4 16,-3-4-94-16,-2-2-12 15,-1 4 83-15,-5 8 100 16,-2 8 18-16,1 12 132 16,-3 12 36-16,0 0-60 15,0 8-91-15,0 18 61 16,0 4 4-16,0 2-46 15,9 2 4-15,2-4-31 16,0-6-8 0,1-4-1-16,0-10-17 0,0-6-27 15,-3-4-47-15,0-4-81 0,-5-34-86 16,0 2-130-16,1-2-269 16</inkml:trace>
  <inkml:trace contextRef="#ctx0" brushRef="#br0" timeOffset="16931.9">23817 4506 696 0,'0'0'728'15,"0"0"-338"-15,0 0-163 0,0 0-53 0,0 0 8 16,0 0-89 0,76 142-39-1,-76-84-40-15,0 0-14 0,-16 10-110 16,-5-15-202-16,-2-13-436 0</inkml:trace>
  <inkml:trace contextRef="#ctx0" brushRef="#br0" timeOffset="18504.6">24161 2486 703 0,'0'0'1'0,"0"0"1197"0,0 0-844 0,0 0-160 0,0 0-5 16,0 0-31-1,0 0-92-15,38 4-6 0,-7-4-18 16,7-2-6-16,-1-2-36 15,1 2-1-15,-4 0-22 16,10 0-198-16,-8-2-136 16,-7 0-309-16</inkml:trace>
  <inkml:trace contextRef="#ctx0" brushRef="#br0" timeOffset="19013.34">24646 2286 1367 0,'0'0'494'16,"0"0"-373"-1,0 0 50-15,0 0-109 16,0 0-8-16,0 0 90 16,0 0-42-16,-25 84 8 15,23-48-20-15,2-2-23 0,0-2-9 16,0-8-34-1,2-4 0-15,8-8 16 0,-1-6-38 16,1-6 14-16,2 0 10 0,3 0-20 16,1-15-3-1,4-8-3-15,2-5-30 16,5-2 9-16,4 0-66 0,1 2 36 16,3 4 19-16,-2 4-10 0,1 6 27 15,-3 4-6 1,-4 5 21-16,-5 5 2 15,-3 0 4-15,-6 3-1 16,-3 11 12-16,-2 2-16 0,-6 0 16 16,-2 0-5-16,0 0 14 15,0-4 21-15,0-4-41 16,-14-2 9-16,-1-6 23 16,-8 0-16-16,-6 0 12 15,-4-18-34-15,-5-4 6 16,-2-2-12-16,0 0-15 15,4 2-98-15,-4 6-41 0,11 4-218 16,11 7-493-16</inkml:trace>
  <inkml:trace contextRef="#ctx0" brushRef="#br0" timeOffset="20009.5">31428 2410 1104 0,'0'0'635'0,"0"0"-443"0,0 0 93 0,0 0 25 15,0 0-56-15,0 0-53 16,0 0-103-16,-4 0-30 16,18 0-16-16,3 0-38 15,3-2 7-15,5 0-21 16,2 0-17-16,2 2 11 15,2 0-78-15,9 0-68 0,-7 0-330 16,-4 0-217-16</inkml:trace>
  <inkml:trace contextRef="#ctx0" brushRef="#br0" timeOffset="20208.1">31645 2252 1360 0,'0'0'939'0,"0"0"-824"16,0 0-73-16,0 0 20 0,0 0-47 16,0 0 42-16,0 0 29 15,-78 108-47-15,65-64-6 16,-1 0-24 0,3 0-9-16,2-8-50 15,9-4-97-15,0-11-107 16,5-10-108-16,10-7-504 0</inkml:trace>
  <inkml:trace contextRef="#ctx0" brushRef="#br0" timeOffset="20649.41">31810 2340 967 0,'0'0'270'15,"0"0"-7"-15,0 0 8 16,0 0-93-16,0 112-23 16,0-82-38-16,-2-6-31 15,2-4-18-15,0-5-43 16,0-10 6-16,8-5 17 0,8 0-16 16,4-2 1-16,2-16-24 15,3-6-9 1,6-4-17-16,5-4-26 0,1-2-12 15,3 4 28-15,3 4-15 16,-5 6 34 0,-7 10 6-16,-4 10 4 0,-12 0 12 15,-6 2-6-15,-6 14 18 16,-3 4 74-16,0 2-20 16,-14-4 69-16,-6-2-31 15,-4-6-34-15,-3-4-11 16,-2-6-33-16,-2 0-20 15,-1-6-19-15,1-10-1 0,-9-2-89 16,9 2-197-16,4 6-471 16</inkml:trace>
  <inkml:trace contextRef="#ctx0" brushRef="#br0" timeOffset="24545.42">27891 2296 586 0,'0'0'39'0,"0"0"819"0,0 0-462 0,0 0-189 0,0 0 73 15,0 0-55-15,0 0-55 16,-5 2-29-16,5-2-42 15,0 0-32-15,0 0 43 16,0-6-73-16,3-6-8 16,3-11-13-16,5-4-2 15,0-9-23-15,3-7 9 16,1-1-29-16,1-2 23 16,-1 4-31-16,-1 4 37 15,-3 12-2-15,-5 6 11 16,-1 10-13-16,-5 6 4 15,0 4 0-15,0 0-6 16,0 10 3-16,0 18 3 16,0 10 0-16,-2 12 1 15,-5 10-14-15,2 32-40 0,3-11-158 16,-2-13-447-16</inkml:trace>
  <inkml:trace contextRef="#ctx0" brushRef="#br0" timeOffset="25331.3">27946 3048 1335 0,'0'0'543'0,"0"0"-310"0,0 0 12 0,0 0-102 16,0 0 11-16,0 0-30 15,0 0-48-15,-78 44 9 16,58-4-41-16,-2 8-2 16,4 8 19-16,2 2-60 0,10-3 20 15,6-9 0-15,0-6-13 16,18-12 20-16,13-10-28 15,11-10 0-15,5-8 15 16,4-2-5-16,-2-24-10 16,-5-8 0-1,-7-4 0-15,-13-5-2 0,-8-1 2 16,-10 2-40-16,-6 4 16 16,0 6-72-16,-9 4-25 15,-11 8-177-15,3 8-462 0</inkml:trace>
  <inkml:trace contextRef="#ctx0" brushRef="#br0" timeOffset="34617.28">29243 3374 320 0,'0'0'397'0,"0"0"-199"0,0 0-58 0,0 0-36 16,0 0-41-16,0 0 15 0,0-14 9 15,3 14 12-15,-1 0 77 16,0 0-176-16,0 0 0 16,0 0 0-16,-2 3 346 15,0-3-42-15,0 0-211 0,0 0-10 16,0 0 11-16,0 0-23 15,0 0 46-15,0 0-10 16,0 0-37-16,0 0 23 16,0 0-56-16,0 0 4 0,0 0 37 15,0 0-42-15,0 0 10 16,0 0-31-16,0 0-9 31,0 0 29-31,0 0-34 16,0 0 15-16,2 0 29 0,13 0-24 0,10 0 33 15,8 0-21-15,10 0-18 16,8 0-8-16,5 0-6 16,6-4-1-16,1 1 9 31,-3 2-2-31,-4 1-10 0,-5 0 3 16,-7 0-7-16,-6 0 7 15,-7 0-59-15,-6 0-13 16,-5 0 5-16,-5 0-56 15,-3 0-70-15,-5-9-538 0</inkml:trace>
  <inkml:trace contextRef="#ctx0" brushRef="#br0" timeOffset="38863.46">25861 3349 743 0,'0'0'254'0,"0"0"-73"0,0 0-7 0,0 0 25 16,0 0-15-16,0 0-3 0,0 0-58 15,0 0-14-15,0 0-9 16,0 0-36-16,0 0 8 16,0 0 45-1,0 0-29-15,0 0-4 0,0 0-35 16,0 0 5-16,0 0 32 15,0 0-66-15,0 0-4 16,0 0 26-16,0 0-14 16,0 0 32-16,0 0-30 0,0 0 1 15,0 0 40 1,0 0-50-16,0 0-2 0,0 0 11 16,0 0-29-16,0 0 29 15,0 0-29-15,0 0 8 16,0 0 22-16,0 0-31 15,6 0 24-15,17 0 13 16,6 0-19-16,9 0 28 16,8-8-46-16,6-2 7 15,3-1 10-15,3 4-17 16,-3 0 0-16,1 1 1 16,-2 2 11-16,0 0-24 0,-6 3 3 15,-1-2-29-15,-7-1 13 16,-4 2-81-16,0-4-23 15,-10 0-191 1,-6 0-452-16</inkml:trace>
  <inkml:trace contextRef="#ctx0" brushRef="#br0" timeOffset="39393.68">26213 3138 333 0,'0'0'1351'0,"0"0"-958"0,0 0-17 0,0 0-35 16,0 0-147-16,0 0-56 0,0 0-81 16,0-4-36-16,-3 4 1 15,3 16-11-15,-2 12 4 16,0 10-5-16,0 12-8 15,0 3-4-15,0 5-8 0,2 10-101 16,0-16-229 0,0-12-652-16</inkml:trace>
  <inkml:trace contextRef="#ctx0" brushRef="#br0" timeOffset="42929.37">24156 4877 785 0,'0'0'234'0,"0"0"-156"0,0 0-10 0,0 0-10 15,0 0 33-15,0 0 12 16,0 0 3-16,-11 0 28 15,11 0-10-15,0 0-17 16,0 0 0-16,0 0-26 16,0 0-5-1,0 0-28-15,0 0-29 16,0 0 15-16,0 0-19 0,0 0 12 16,0 0 22-16,0 0-37 15,0 0 20-15,0 0 16 16,0 0 8-16,0 0 21 15,0 0-44-15,0 0-22 16,0 0 6-16,0 8-5 16,0 3-9-16,0 10 49 15,0 3-4-15,0 2 42 0,0 4-53 16,0 4-9-16,0 2 37 16,0 6-56-16,0 2 13 15,0 6 33-15,0 0-32 16,0 3 19-16,0-3-34 15,0-4-7-15,0-6 22 16,0-6-17-16,0-10-6 16,4-4 0-16,3-8-55 15,13-12-65-15,1 0-260 16,-4-10-349-16</inkml:trace>
  <inkml:trace contextRef="#ctx0" brushRef="#br0" timeOffset="44295.02">25732 5677 1487 0,'0'0'485'0,"0"0"-296"0,0 0 38 16,0 0-48-1,0 0-49-15,0 0 19 16,0 0-43-16,6-17-29 15,3 7-18-15,4-4-47 0,3-2-1 16,2 0 25 0,4-4-35-16,0 0 24 15,3-2-25-15,4-4 0 16,5-2-6-16,3-2-5 0,7-2 11 16,4-2 8-1,3-2-2-15,2 0-12 0,3-5 1 16,0 0 5-16,0-2 5 15,-1 1-5-15,-4-2 0 16,1 4-6-16,-6 2 8 16,-1 0-8-16,-1 4-8 15,-1 0 14-15,-1 1-6 16,-2 1 6-16,1 0 0 16,-4 0 2-16,-1 0-1 15,-5 0-2-15,-4 2-4 0,-2 0 5 16,-3 4 0-1,0 0-8-15,-2 2 7 0,0 0-5 16,0 2 12-16,0 0-2 16,-3 1-4-16,2 2 0 15,-6 2-1-15,-2 3 0 16,0 5 1-16,-2 0 10 16,3 0-8-16,1 0 4 15,3-1-6-15,3 2 0 16,4-2 2-16,-3 2-2 15,-1 0 0-15,0 0 2 16,-1 0 4-16,-3 0 0 16,-1 0-6-16,1 0 0 15,-2 0 9-15,1 0 2 0,-3 0-10 16,-2 0 22-16,0 2-22 16,-3 2 21-16,-1 0-21 15,-3 2 4-15,-2 0 10 16,2 2-14-16,-2 0-1 15,0 0 0-15,0 0 12 16,0 0-24-16,0 0-7 16,0 0-40-16,0 0 13 15,-2 0-231-15,-9 0-253 16,2 0-525-16</inkml:trace>
  <inkml:trace contextRef="#ctx0" brushRef="#br0" timeOffset="44764.78">27089 4331 1099 0,'0'0'493'0,"0"0"-267"0,0 0 83 0,0 0-123 0,0 0 13 16,0 0 2-16,0 0-26 15,-21-12-63-15,21 12-38 16,0-2 0 0,0 0-53-16,9-2-2 0,14-2 10 15,8-2-23-15,6-2-2 16,6 0-4-16,1 2 0 15,-2 0-1-15,-3 2 1 16,-6 2 0 0,-4 2-6-16,-5 0 15 0,1 0-11 0,-5 0 2 15,3 0 0 1,-4 2 19-16,-3 0-19 0,2 0-1 16,-5 0 1-1,-2 10 0-15,0 8-6 0,-3 6 6 16,-6 8 0-16,-2 6-7 15,0 2-50-15,0 16-54 16,-5-12-185-16,5-9-418 0</inkml:trace>
  <inkml:trace contextRef="#ctx0" brushRef="#br0" timeOffset="45890.54">29187 4263 1437 0,'0'0'495'0,"0"0"-287"0,0 0 61 15,0 0-133-15,0 0-47 0,0 0 66 16,0 0-74 0,9-12-38-16,4 12-10 0,10 0-20 15,1 0 22-15,5 2-29 16,5 8 6-16,-1 4 4 15,2 0-16-15,3 4 0 16,1 2-1-16,-4 0 7 16,1 2-6-16,-3 2 0 15,3-2 0 1,1-2-2-16,4 2 2 0,3-1 0 16,3-2-1-16,4 2 7 15,1-2-15-15,1 2 5 0,-2-1 2 16,0 0-10-16,-1 2 3 15,-6-2 9-15,-1 2-1 16,-3 0 2-16,-5-2 4 16,3 2-5-16,-3 0 0 15,2-2-8-15,1 2 8 16,-3-4-1 0,1 3-5-1,1-3 12-15,0 0-11 0,-2 0 5 16,-1-4 0-16,1 1 17 15,-2 2-17 1,-1-3 0-16,-3 0-1 0,-3-2 10 16,-3 2-7-16,-6 0-2 15,-1-2 0-15,-7-2-11 16,0 0 11-16,-3-2 0 16,1 2 0-16,2-4 15 15,0 2-14-15,3-2-1 16,-2-2 0-16,-1 0-2 15,1-2 3-15,0 0-1 16,-1 0 0-16,0-2-75 0,0 0-69 16,4 0-48-16,-4 0-78 15,-4 0-291-15</inkml:trace>
  <inkml:trace contextRef="#ctx0" brushRef="#br0" timeOffset="46598.21">30475 4987 780 0,'0'0'914'0,"0"0"-693"0,0 0-44 0,0 0-34 16,0 0 16-16,0 0-8 15,0 0-9-15,69 0-19 16,-49 2-69-16,2 2-18 16,-1 0-7-16,-4 2-28 15,3 2 15-15,-4 0-16 16,2 2 0-16,-2 2 8 16,1 0-8-16,-1 2 0 15,1-2 12-15,4 2-10 16,-3 0-1-16,1 0-1 15,2-2 0-15,-4 0 6 0,1-2-5 16,-3-2-1 0,-1 0 4-16,-1-2 2 15,-1-2-1-15,-1-1-4 0,5-3-1 16,-1 0 45-16,5 0-44 16,2 0 27-16,3 0 3 15,-1-3-14 1,3-3 20-16,-2-3-2 15,0 0-7-15,-4-1 44 0,2-2-49 16,-5 0 23-16,-3-2 0 0,-4 0-29 16,-1-2 38-1,-4-2-22-15,-2-2-15 0,-2-2 3 16,-2-2-21-16,0-4-39 16,0 2-19-16,0-1-49 15,0 2-27-15,-4-1-215 16,-2 8-379-16,-1 1-724 0</inkml:trace>
  <inkml:trace contextRef="#ctx0" brushRef="#br0" timeOffset="62288.56">28196 4117 1020 0,'0'0'375'0,"0"0"-99"0,0 0-25 0,0 0-13 16,0 0-33-16,0-25-53 0,0 20-30 15,0-4-46-15,-7 5-18 16,-6 0 17-16,-5 4-69 16,-6 0 10-16,-5 0-16 15,-8 17 2-15,0 5-16 16,-3 6 12-16,0 3 2 16,4 4 30-16,10 1-18 15,5 2 28-15,11 2-20 16,10-2-7-16,0 0 23 15,23-6-35-15,13-4 5 16,11-6-6-16,7-9-14 16,2-9-53-16,-1-4-75 0,-2 0 0 15,-8-12-20-15,-5-7-42 16,-6-1-72-16,-10-5-40 16,-4-4 34-16,-4-1 157 15,-3-2 125-15,1-2 96 16,-4 2 103-16,1 4-12 15,1 4 15-15,-3 4 53 16,-1 6-67-16,-3 4-82 0,0 4-30 16,-5 4-2-1,2 2-1-15,-2 0-59 0,0 4-14 16,0 14 70-16,0 8-11 16,2 6-9-1,0 4-35-15,0 4-7 0,1 0 7 16,1-2-15-16,0-2 0 15,0-4-1-15,4-8-32 16,-4-3-61-16,1-9-91 16,-3-9-31-1,-2-3-58-15,0-3-78 0,0-15-814 16</inkml:trace>
  <inkml:trace contextRef="#ctx0" brushRef="#br0" timeOffset="62491.71">28508 4187 1219 0,'0'0'581'0,"0"0"-393"0,0 0 38 0,0 0-68 16,0 0-24-16,0 0-3 0,0 0-30 15,109 48-14 1,-105-8-63-16,-4 6 8 16,0 0-32-16,0 0 0 0,0-6 0 15,-9-1-104-15,-6-10-49 16,-23-4-92-16,4-10-94 15,1-6-359-15</inkml:trace>
  <inkml:trace contextRef="#ctx0" brushRef="#br0" timeOffset="62617.61">28309 4439 1719 0,'0'0'703'16,"0"0"-462"-1,0 0 61-15,150-34-213 0,-88 24-59 0,2-2-30 16,26-2-79-16,-17 0-285 15,-11 2-1063-15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7A29E2-FFA6-49DF-812D-911B70155D0E}" type="datetimeFigureOut">
              <a:rPr lang="en-US" smtClean="0"/>
              <a:t>04-Nov-24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EAFD61-2D2D-4B6C-8ED8-F1580441E70A}" type="slidenum">
              <a:rPr lang="en-US" smtClean="0"/>
              <a:t>‹#›</a:t>
            </a:fld>
            <a:endParaRPr lang="en-US"/>
          </a:p>
        </p:txBody>
      </p:sp>
    </p:spTree>
    <p:extLst>
      <p:ext uri="{BB962C8B-B14F-4D97-AF65-F5344CB8AC3E}">
        <p14:creationId xmlns:p14="http://schemas.microsoft.com/office/powerpoint/2010/main" val="31138372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71CFF-CD3C-4814-A5D5-5431DB04FD2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vi-VN"/>
          </a:p>
        </p:txBody>
      </p:sp>
      <p:sp>
        <p:nvSpPr>
          <p:cNvPr id="3" name="Subtitle 2">
            <a:extLst>
              <a:ext uri="{FF2B5EF4-FFF2-40B4-BE49-F238E27FC236}">
                <a16:creationId xmlns:a16="http://schemas.microsoft.com/office/drawing/2014/main" id="{ED6DDB0E-491E-43AD-928F-1B8DCCA542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vi-VN"/>
          </a:p>
        </p:txBody>
      </p:sp>
      <p:sp>
        <p:nvSpPr>
          <p:cNvPr id="4" name="Date Placeholder 3">
            <a:extLst>
              <a:ext uri="{FF2B5EF4-FFF2-40B4-BE49-F238E27FC236}">
                <a16:creationId xmlns:a16="http://schemas.microsoft.com/office/drawing/2014/main" id="{E9EF40B0-DA07-495D-960D-0E259547E3CF}"/>
              </a:ext>
            </a:extLst>
          </p:cNvPr>
          <p:cNvSpPr>
            <a:spLocks noGrp="1"/>
          </p:cNvSpPr>
          <p:nvPr>
            <p:ph type="dt" sz="half" idx="10"/>
          </p:nvPr>
        </p:nvSpPr>
        <p:spPr/>
        <p:txBody>
          <a:bodyPr/>
          <a:lstStyle/>
          <a:p>
            <a:fld id="{3311F50E-4925-4BB2-8218-BE723EDECF2D}" type="datetimeFigureOut">
              <a:rPr lang="vi-VN" smtClean="0"/>
              <a:t>04/11/2024</a:t>
            </a:fld>
            <a:endParaRPr lang="vi-VN"/>
          </a:p>
        </p:txBody>
      </p:sp>
      <p:sp>
        <p:nvSpPr>
          <p:cNvPr id="5" name="Footer Placeholder 4">
            <a:extLst>
              <a:ext uri="{FF2B5EF4-FFF2-40B4-BE49-F238E27FC236}">
                <a16:creationId xmlns:a16="http://schemas.microsoft.com/office/drawing/2014/main" id="{9D34B849-4CAD-45CB-8E67-BAFFFC4FF1E3}"/>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5B205CEF-5AFC-4184-ACDF-B7775D40C327}"/>
              </a:ext>
            </a:extLst>
          </p:cNvPr>
          <p:cNvSpPr>
            <a:spLocks noGrp="1"/>
          </p:cNvSpPr>
          <p:nvPr>
            <p:ph type="sldNum" sz="quarter" idx="12"/>
          </p:nvPr>
        </p:nvSpPr>
        <p:spPr/>
        <p:txBody>
          <a:bodyPr/>
          <a:lstStyle/>
          <a:p>
            <a:fld id="{F5AB275B-8D2F-4DA9-990A-9C52DF3E0FA5}" type="slidenum">
              <a:rPr lang="vi-VN" smtClean="0"/>
              <a:t>‹#›</a:t>
            </a:fld>
            <a:endParaRPr lang="vi-VN"/>
          </a:p>
        </p:txBody>
      </p:sp>
    </p:spTree>
    <p:extLst>
      <p:ext uri="{BB962C8B-B14F-4D97-AF65-F5344CB8AC3E}">
        <p14:creationId xmlns:p14="http://schemas.microsoft.com/office/powerpoint/2010/main" val="22112305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36462-46D1-47C9-AD7D-9B99C732511C}"/>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8801F50F-5AA1-4E64-A148-A3DDDF8289D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93119460-E5D4-4438-B909-AA8A4F4092FA}"/>
              </a:ext>
            </a:extLst>
          </p:cNvPr>
          <p:cNvSpPr>
            <a:spLocks noGrp="1"/>
          </p:cNvSpPr>
          <p:nvPr>
            <p:ph type="dt" sz="half" idx="10"/>
          </p:nvPr>
        </p:nvSpPr>
        <p:spPr/>
        <p:txBody>
          <a:bodyPr/>
          <a:lstStyle/>
          <a:p>
            <a:fld id="{3311F50E-4925-4BB2-8218-BE723EDECF2D}" type="datetimeFigureOut">
              <a:rPr lang="vi-VN" smtClean="0"/>
              <a:t>04/11/2024</a:t>
            </a:fld>
            <a:endParaRPr lang="vi-VN"/>
          </a:p>
        </p:txBody>
      </p:sp>
      <p:sp>
        <p:nvSpPr>
          <p:cNvPr id="5" name="Footer Placeholder 4">
            <a:extLst>
              <a:ext uri="{FF2B5EF4-FFF2-40B4-BE49-F238E27FC236}">
                <a16:creationId xmlns:a16="http://schemas.microsoft.com/office/drawing/2014/main" id="{736FEA07-06A8-4BAD-AB11-650FE210D6D2}"/>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AD238166-2CEA-4832-A4E2-F1EF51EB8ED1}"/>
              </a:ext>
            </a:extLst>
          </p:cNvPr>
          <p:cNvSpPr>
            <a:spLocks noGrp="1"/>
          </p:cNvSpPr>
          <p:nvPr>
            <p:ph type="sldNum" sz="quarter" idx="12"/>
          </p:nvPr>
        </p:nvSpPr>
        <p:spPr/>
        <p:txBody>
          <a:bodyPr/>
          <a:lstStyle/>
          <a:p>
            <a:fld id="{F5AB275B-8D2F-4DA9-990A-9C52DF3E0FA5}" type="slidenum">
              <a:rPr lang="vi-VN" smtClean="0"/>
              <a:t>‹#›</a:t>
            </a:fld>
            <a:endParaRPr lang="vi-VN"/>
          </a:p>
        </p:txBody>
      </p:sp>
    </p:spTree>
    <p:extLst>
      <p:ext uri="{BB962C8B-B14F-4D97-AF65-F5344CB8AC3E}">
        <p14:creationId xmlns:p14="http://schemas.microsoft.com/office/powerpoint/2010/main" val="6606973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747C1-7BFB-4102-84C3-365462E6047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vi-VN"/>
          </a:p>
        </p:txBody>
      </p:sp>
      <p:sp>
        <p:nvSpPr>
          <p:cNvPr id="3" name="Text Placeholder 2">
            <a:extLst>
              <a:ext uri="{FF2B5EF4-FFF2-40B4-BE49-F238E27FC236}">
                <a16:creationId xmlns:a16="http://schemas.microsoft.com/office/drawing/2014/main" id="{CB073600-CCF6-4E96-B7CC-5C18C0CC976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29DC1CB-6DDA-4360-8E95-BC246B562816}"/>
              </a:ext>
            </a:extLst>
          </p:cNvPr>
          <p:cNvSpPr>
            <a:spLocks noGrp="1"/>
          </p:cNvSpPr>
          <p:nvPr>
            <p:ph type="dt" sz="half" idx="10"/>
          </p:nvPr>
        </p:nvSpPr>
        <p:spPr/>
        <p:txBody>
          <a:bodyPr/>
          <a:lstStyle/>
          <a:p>
            <a:fld id="{3311F50E-4925-4BB2-8218-BE723EDECF2D}" type="datetimeFigureOut">
              <a:rPr lang="vi-VN" smtClean="0"/>
              <a:t>04/11/2024</a:t>
            </a:fld>
            <a:endParaRPr lang="vi-VN"/>
          </a:p>
        </p:txBody>
      </p:sp>
      <p:sp>
        <p:nvSpPr>
          <p:cNvPr id="5" name="Footer Placeholder 4">
            <a:extLst>
              <a:ext uri="{FF2B5EF4-FFF2-40B4-BE49-F238E27FC236}">
                <a16:creationId xmlns:a16="http://schemas.microsoft.com/office/drawing/2014/main" id="{2FBB77F2-A0B5-46CC-B086-BEBFA730A218}"/>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86262039-E7D9-4717-B1B1-0D4558AA7BDF}"/>
              </a:ext>
            </a:extLst>
          </p:cNvPr>
          <p:cNvSpPr>
            <a:spLocks noGrp="1"/>
          </p:cNvSpPr>
          <p:nvPr>
            <p:ph type="sldNum" sz="quarter" idx="12"/>
          </p:nvPr>
        </p:nvSpPr>
        <p:spPr/>
        <p:txBody>
          <a:bodyPr/>
          <a:lstStyle/>
          <a:p>
            <a:fld id="{F5AB275B-8D2F-4DA9-990A-9C52DF3E0FA5}" type="slidenum">
              <a:rPr lang="vi-VN" smtClean="0"/>
              <a:t>‹#›</a:t>
            </a:fld>
            <a:endParaRPr lang="vi-VN"/>
          </a:p>
        </p:txBody>
      </p:sp>
    </p:spTree>
    <p:extLst>
      <p:ext uri="{BB962C8B-B14F-4D97-AF65-F5344CB8AC3E}">
        <p14:creationId xmlns:p14="http://schemas.microsoft.com/office/powerpoint/2010/main" val="3419488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01528-8413-43CD-A65C-C07FB4DFC348}"/>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E76D4330-1EE1-4429-9399-9BB204713CC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Content Placeholder 3">
            <a:extLst>
              <a:ext uri="{FF2B5EF4-FFF2-40B4-BE49-F238E27FC236}">
                <a16:creationId xmlns:a16="http://schemas.microsoft.com/office/drawing/2014/main" id="{D204385B-7C60-4738-9215-D687E709FDD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Date Placeholder 4">
            <a:extLst>
              <a:ext uri="{FF2B5EF4-FFF2-40B4-BE49-F238E27FC236}">
                <a16:creationId xmlns:a16="http://schemas.microsoft.com/office/drawing/2014/main" id="{5C82BE01-682F-48E3-AA06-2AED213464BC}"/>
              </a:ext>
            </a:extLst>
          </p:cNvPr>
          <p:cNvSpPr>
            <a:spLocks noGrp="1"/>
          </p:cNvSpPr>
          <p:nvPr>
            <p:ph type="dt" sz="half" idx="10"/>
          </p:nvPr>
        </p:nvSpPr>
        <p:spPr/>
        <p:txBody>
          <a:bodyPr/>
          <a:lstStyle/>
          <a:p>
            <a:fld id="{3311F50E-4925-4BB2-8218-BE723EDECF2D}" type="datetimeFigureOut">
              <a:rPr lang="vi-VN" smtClean="0"/>
              <a:t>04/11/2024</a:t>
            </a:fld>
            <a:endParaRPr lang="vi-VN"/>
          </a:p>
        </p:txBody>
      </p:sp>
      <p:sp>
        <p:nvSpPr>
          <p:cNvPr id="6" name="Footer Placeholder 5">
            <a:extLst>
              <a:ext uri="{FF2B5EF4-FFF2-40B4-BE49-F238E27FC236}">
                <a16:creationId xmlns:a16="http://schemas.microsoft.com/office/drawing/2014/main" id="{0AC8F201-B224-42CB-B1A8-47EC4BA1CAE6}"/>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9E17DEDE-E3EB-47EA-AF9A-A9F4569064E2}"/>
              </a:ext>
            </a:extLst>
          </p:cNvPr>
          <p:cNvSpPr>
            <a:spLocks noGrp="1"/>
          </p:cNvSpPr>
          <p:nvPr>
            <p:ph type="sldNum" sz="quarter" idx="12"/>
          </p:nvPr>
        </p:nvSpPr>
        <p:spPr/>
        <p:txBody>
          <a:bodyPr/>
          <a:lstStyle/>
          <a:p>
            <a:fld id="{F5AB275B-8D2F-4DA9-990A-9C52DF3E0FA5}" type="slidenum">
              <a:rPr lang="vi-VN" smtClean="0"/>
              <a:t>‹#›</a:t>
            </a:fld>
            <a:endParaRPr lang="vi-VN"/>
          </a:p>
        </p:txBody>
      </p:sp>
    </p:spTree>
    <p:extLst>
      <p:ext uri="{BB962C8B-B14F-4D97-AF65-F5344CB8AC3E}">
        <p14:creationId xmlns:p14="http://schemas.microsoft.com/office/powerpoint/2010/main" val="20241634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F2268-0B0D-463F-882F-06A8DF4ED027}"/>
              </a:ext>
            </a:extLst>
          </p:cNvPr>
          <p:cNvSpPr>
            <a:spLocks noGrp="1"/>
          </p:cNvSpPr>
          <p:nvPr>
            <p:ph type="title"/>
          </p:nvPr>
        </p:nvSpPr>
        <p:spPr>
          <a:xfrm>
            <a:off x="839788" y="365125"/>
            <a:ext cx="10515600" cy="1325563"/>
          </a:xfrm>
        </p:spPr>
        <p:txBody>
          <a:bodyPr/>
          <a:lstStyle/>
          <a:p>
            <a:r>
              <a:rPr lang="en-US"/>
              <a:t>Click to edit Master title style</a:t>
            </a:r>
            <a:endParaRPr lang="vi-VN"/>
          </a:p>
        </p:txBody>
      </p:sp>
      <p:sp>
        <p:nvSpPr>
          <p:cNvPr id="3" name="Text Placeholder 2">
            <a:extLst>
              <a:ext uri="{FF2B5EF4-FFF2-40B4-BE49-F238E27FC236}">
                <a16:creationId xmlns:a16="http://schemas.microsoft.com/office/drawing/2014/main" id="{FDEF9DE2-F83D-4116-ABF7-CA50184738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6EFE414-FE6E-4A98-9E3B-FDDD317EDF8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Text Placeholder 4">
            <a:extLst>
              <a:ext uri="{FF2B5EF4-FFF2-40B4-BE49-F238E27FC236}">
                <a16:creationId xmlns:a16="http://schemas.microsoft.com/office/drawing/2014/main" id="{E54D73DF-8B14-492A-A8F8-A51D6F5778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B8C59A3-F9B3-46D5-B49D-39D1E53BD28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7" name="Date Placeholder 6">
            <a:extLst>
              <a:ext uri="{FF2B5EF4-FFF2-40B4-BE49-F238E27FC236}">
                <a16:creationId xmlns:a16="http://schemas.microsoft.com/office/drawing/2014/main" id="{DF506692-637C-4775-A64B-9FB80A8B93A7}"/>
              </a:ext>
            </a:extLst>
          </p:cNvPr>
          <p:cNvSpPr>
            <a:spLocks noGrp="1"/>
          </p:cNvSpPr>
          <p:nvPr>
            <p:ph type="dt" sz="half" idx="10"/>
          </p:nvPr>
        </p:nvSpPr>
        <p:spPr/>
        <p:txBody>
          <a:bodyPr/>
          <a:lstStyle/>
          <a:p>
            <a:fld id="{3311F50E-4925-4BB2-8218-BE723EDECF2D}" type="datetimeFigureOut">
              <a:rPr lang="vi-VN" smtClean="0"/>
              <a:t>04/11/2024</a:t>
            </a:fld>
            <a:endParaRPr lang="vi-VN"/>
          </a:p>
        </p:txBody>
      </p:sp>
      <p:sp>
        <p:nvSpPr>
          <p:cNvPr id="8" name="Footer Placeholder 7">
            <a:extLst>
              <a:ext uri="{FF2B5EF4-FFF2-40B4-BE49-F238E27FC236}">
                <a16:creationId xmlns:a16="http://schemas.microsoft.com/office/drawing/2014/main" id="{8560BF7E-BA86-47A6-94BE-A681F4CE8DF1}"/>
              </a:ext>
            </a:extLst>
          </p:cNvPr>
          <p:cNvSpPr>
            <a:spLocks noGrp="1"/>
          </p:cNvSpPr>
          <p:nvPr>
            <p:ph type="ftr" sz="quarter" idx="11"/>
          </p:nvPr>
        </p:nvSpPr>
        <p:spPr/>
        <p:txBody>
          <a:bodyPr/>
          <a:lstStyle/>
          <a:p>
            <a:endParaRPr lang="vi-VN"/>
          </a:p>
        </p:txBody>
      </p:sp>
      <p:sp>
        <p:nvSpPr>
          <p:cNvPr id="9" name="Slide Number Placeholder 8">
            <a:extLst>
              <a:ext uri="{FF2B5EF4-FFF2-40B4-BE49-F238E27FC236}">
                <a16:creationId xmlns:a16="http://schemas.microsoft.com/office/drawing/2014/main" id="{ADAF0EEC-2271-4DA7-860D-63C749ADEBF3}"/>
              </a:ext>
            </a:extLst>
          </p:cNvPr>
          <p:cNvSpPr>
            <a:spLocks noGrp="1"/>
          </p:cNvSpPr>
          <p:nvPr>
            <p:ph type="sldNum" sz="quarter" idx="12"/>
          </p:nvPr>
        </p:nvSpPr>
        <p:spPr/>
        <p:txBody>
          <a:bodyPr/>
          <a:lstStyle/>
          <a:p>
            <a:fld id="{F5AB275B-8D2F-4DA9-990A-9C52DF3E0FA5}" type="slidenum">
              <a:rPr lang="vi-VN" smtClean="0"/>
              <a:t>‹#›</a:t>
            </a:fld>
            <a:endParaRPr lang="vi-VN"/>
          </a:p>
        </p:txBody>
      </p:sp>
    </p:spTree>
    <p:extLst>
      <p:ext uri="{BB962C8B-B14F-4D97-AF65-F5344CB8AC3E}">
        <p14:creationId xmlns:p14="http://schemas.microsoft.com/office/powerpoint/2010/main" val="2803264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345D2-49E2-4D5B-B082-A328A62AA0F5}"/>
              </a:ext>
            </a:extLst>
          </p:cNvPr>
          <p:cNvSpPr>
            <a:spLocks noGrp="1"/>
          </p:cNvSpPr>
          <p:nvPr>
            <p:ph type="title"/>
          </p:nvPr>
        </p:nvSpPr>
        <p:spPr/>
        <p:txBody>
          <a:bodyPr/>
          <a:lstStyle/>
          <a:p>
            <a:r>
              <a:rPr lang="en-US"/>
              <a:t>Click to edit Master title style</a:t>
            </a:r>
            <a:endParaRPr lang="vi-VN"/>
          </a:p>
        </p:txBody>
      </p:sp>
      <p:sp>
        <p:nvSpPr>
          <p:cNvPr id="3" name="Date Placeholder 2">
            <a:extLst>
              <a:ext uri="{FF2B5EF4-FFF2-40B4-BE49-F238E27FC236}">
                <a16:creationId xmlns:a16="http://schemas.microsoft.com/office/drawing/2014/main" id="{2D97703A-204D-4933-B289-5B3B798542F7}"/>
              </a:ext>
            </a:extLst>
          </p:cNvPr>
          <p:cNvSpPr>
            <a:spLocks noGrp="1"/>
          </p:cNvSpPr>
          <p:nvPr>
            <p:ph type="dt" sz="half" idx="10"/>
          </p:nvPr>
        </p:nvSpPr>
        <p:spPr/>
        <p:txBody>
          <a:bodyPr/>
          <a:lstStyle/>
          <a:p>
            <a:fld id="{3311F50E-4925-4BB2-8218-BE723EDECF2D}" type="datetimeFigureOut">
              <a:rPr lang="vi-VN" smtClean="0"/>
              <a:t>04/11/2024</a:t>
            </a:fld>
            <a:endParaRPr lang="vi-VN"/>
          </a:p>
        </p:txBody>
      </p:sp>
      <p:sp>
        <p:nvSpPr>
          <p:cNvPr id="4" name="Footer Placeholder 3">
            <a:extLst>
              <a:ext uri="{FF2B5EF4-FFF2-40B4-BE49-F238E27FC236}">
                <a16:creationId xmlns:a16="http://schemas.microsoft.com/office/drawing/2014/main" id="{8C978061-FF89-40A8-9F3D-1EF12E6732D2}"/>
              </a:ext>
            </a:extLst>
          </p:cNvPr>
          <p:cNvSpPr>
            <a:spLocks noGrp="1"/>
          </p:cNvSpPr>
          <p:nvPr>
            <p:ph type="ftr" sz="quarter" idx="11"/>
          </p:nvPr>
        </p:nvSpPr>
        <p:spPr/>
        <p:txBody>
          <a:bodyPr/>
          <a:lstStyle/>
          <a:p>
            <a:endParaRPr lang="vi-VN"/>
          </a:p>
        </p:txBody>
      </p:sp>
      <p:sp>
        <p:nvSpPr>
          <p:cNvPr id="5" name="Slide Number Placeholder 4">
            <a:extLst>
              <a:ext uri="{FF2B5EF4-FFF2-40B4-BE49-F238E27FC236}">
                <a16:creationId xmlns:a16="http://schemas.microsoft.com/office/drawing/2014/main" id="{005B3C25-ADD4-4C8F-96F5-6DC6FC19411A}"/>
              </a:ext>
            </a:extLst>
          </p:cNvPr>
          <p:cNvSpPr>
            <a:spLocks noGrp="1"/>
          </p:cNvSpPr>
          <p:nvPr>
            <p:ph type="sldNum" sz="quarter" idx="12"/>
          </p:nvPr>
        </p:nvSpPr>
        <p:spPr/>
        <p:txBody>
          <a:bodyPr/>
          <a:lstStyle/>
          <a:p>
            <a:fld id="{F5AB275B-8D2F-4DA9-990A-9C52DF3E0FA5}" type="slidenum">
              <a:rPr lang="vi-VN" smtClean="0"/>
              <a:t>‹#›</a:t>
            </a:fld>
            <a:endParaRPr lang="vi-VN"/>
          </a:p>
        </p:txBody>
      </p:sp>
    </p:spTree>
    <p:extLst>
      <p:ext uri="{BB962C8B-B14F-4D97-AF65-F5344CB8AC3E}">
        <p14:creationId xmlns:p14="http://schemas.microsoft.com/office/powerpoint/2010/main" val="1818451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A72EEDA-DF01-4129-818E-CF4695498ACE}"/>
              </a:ext>
            </a:extLst>
          </p:cNvPr>
          <p:cNvSpPr>
            <a:spLocks noGrp="1"/>
          </p:cNvSpPr>
          <p:nvPr>
            <p:ph type="dt" sz="half" idx="10"/>
          </p:nvPr>
        </p:nvSpPr>
        <p:spPr/>
        <p:txBody>
          <a:bodyPr/>
          <a:lstStyle/>
          <a:p>
            <a:fld id="{3311F50E-4925-4BB2-8218-BE723EDECF2D}" type="datetimeFigureOut">
              <a:rPr lang="vi-VN" smtClean="0"/>
              <a:t>04/11/2024</a:t>
            </a:fld>
            <a:endParaRPr lang="vi-VN"/>
          </a:p>
        </p:txBody>
      </p:sp>
      <p:sp>
        <p:nvSpPr>
          <p:cNvPr id="3" name="Footer Placeholder 2">
            <a:extLst>
              <a:ext uri="{FF2B5EF4-FFF2-40B4-BE49-F238E27FC236}">
                <a16:creationId xmlns:a16="http://schemas.microsoft.com/office/drawing/2014/main" id="{205FB5DA-0FCD-44B7-B6C9-A59E17D946B1}"/>
              </a:ext>
            </a:extLst>
          </p:cNvPr>
          <p:cNvSpPr>
            <a:spLocks noGrp="1"/>
          </p:cNvSpPr>
          <p:nvPr>
            <p:ph type="ftr" sz="quarter" idx="11"/>
          </p:nvPr>
        </p:nvSpPr>
        <p:spPr/>
        <p:txBody>
          <a:bodyPr/>
          <a:lstStyle/>
          <a:p>
            <a:endParaRPr lang="vi-VN"/>
          </a:p>
        </p:txBody>
      </p:sp>
      <p:sp>
        <p:nvSpPr>
          <p:cNvPr id="4" name="Slide Number Placeholder 3">
            <a:extLst>
              <a:ext uri="{FF2B5EF4-FFF2-40B4-BE49-F238E27FC236}">
                <a16:creationId xmlns:a16="http://schemas.microsoft.com/office/drawing/2014/main" id="{3C825BF4-A433-4BC7-B066-8DC97BB4FF02}"/>
              </a:ext>
            </a:extLst>
          </p:cNvPr>
          <p:cNvSpPr>
            <a:spLocks noGrp="1"/>
          </p:cNvSpPr>
          <p:nvPr>
            <p:ph type="sldNum" sz="quarter" idx="12"/>
          </p:nvPr>
        </p:nvSpPr>
        <p:spPr/>
        <p:txBody>
          <a:bodyPr/>
          <a:lstStyle/>
          <a:p>
            <a:fld id="{F5AB275B-8D2F-4DA9-990A-9C52DF3E0FA5}" type="slidenum">
              <a:rPr lang="vi-VN" smtClean="0"/>
              <a:t>‹#›</a:t>
            </a:fld>
            <a:endParaRPr lang="vi-VN"/>
          </a:p>
        </p:txBody>
      </p:sp>
    </p:spTree>
    <p:extLst>
      <p:ext uri="{BB962C8B-B14F-4D97-AF65-F5344CB8AC3E}">
        <p14:creationId xmlns:p14="http://schemas.microsoft.com/office/powerpoint/2010/main" val="31277113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52EC4-202E-4CB1-A504-D4E4064D2D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Content Placeholder 2">
            <a:extLst>
              <a:ext uri="{FF2B5EF4-FFF2-40B4-BE49-F238E27FC236}">
                <a16:creationId xmlns:a16="http://schemas.microsoft.com/office/drawing/2014/main" id="{48800FFA-443D-4783-ABAD-A61A24D6D0C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Text Placeholder 3">
            <a:extLst>
              <a:ext uri="{FF2B5EF4-FFF2-40B4-BE49-F238E27FC236}">
                <a16:creationId xmlns:a16="http://schemas.microsoft.com/office/drawing/2014/main" id="{C55D193F-8461-41BF-8B09-05717C830D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046698-9CCD-4958-9248-CF642423F72A}"/>
              </a:ext>
            </a:extLst>
          </p:cNvPr>
          <p:cNvSpPr>
            <a:spLocks noGrp="1"/>
          </p:cNvSpPr>
          <p:nvPr>
            <p:ph type="dt" sz="half" idx="10"/>
          </p:nvPr>
        </p:nvSpPr>
        <p:spPr/>
        <p:txBody>
          <a:bodyPr/>
          <a:lstStyle/>
          <a:p>
            <a:fld id="{3311F50E-4925-4BB2-8218-BE723EDECF2D}" type="datetimeFigureOut">
              <a:rPr lang="vi-VN" smtClean="0"/>
              <a:t>04/11/2024</a:t>
            </a:fld>
            <a:endParaRPr lang="vi-VN"/>
          </a:p>
        </p:txBody>
      </p:sp>
      <p:sp>
        <p:nvSpPr>
          <p:cNvPr id="6" name="Footer Placeholder 5">
            <a:extLst>
              <a:ext uri="{FF2B5EF4-FFF2-40B4-BE49-F238E27FC236}">
                <a16:creationId xmlns:a16="http://schemas.microsoft.com/office/drawing/2014/main" id="{413DBBEA-BEBC-4337-9F4A-486AD29C83EF}"/>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52DE9CC5-C262-4B72-AAB4-36C2CDE295DD}"/>
              </a:ext>
            </a:extLst>
          </p:cNvPr>
          <p:cNvSpPr>
            <a:spLocks noGrp="1"/>
          </p:cNvSpPr>
          <p:nvPr>
            <p:ph type="sldNum" sz="quarter" idx="12"/>
          </p:nvPr>
        </p:nvSpPr>
        <p:spPr/>
        <p:txBody>
          <a:bodyPr/>
          <a:lstStyle/>
          <a:p>
            <a:fld id="{F5AB275B-8D2F-4DA9-990A-9C52DF3E0FA5}" type="slidenum">
              <a:rPr lang="vi-VN" smtClean="0"/>
              <a:t>‹#›</a:t>
            </a:fld>
            <a:endParaRPr lang="vi-VN"/>
          </a:p>
        </p:txBody>
      </p:sp>
    </p:spTree>
    <p:extLst>
      <p:ext uri="{BB962C8B-B14F-4D97-AF65-F5344CB8AC3E}">
        <p14:creationId xmlns:p14="http://schemas.microsoft.com/office/powerpoint/2010/main" val="19007308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EC05A-B217-470A-BF3D-3DA14CAFD6A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Picture Placeholder 2">
            <a:extLst>
              <a:ext uri="{FF2B5EF4-FFF2-40B4-BE49-F238E27FC236}">
                <a16:creationId xmlns:a16="http://schemas.microsoft.com/office/drawing/2014/main" id="{3E30CFCB-CA7D-458F-ABAF-A7F31CB30B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vi-VN"/>
          </a:p>
        </p:txBody>
      </p:sp>
      <p:sp>
        <p:nvSpPr>
          <p:cNvPr id="4" name="Text Placeholder 3">
            <a:extLst>
              <a:ext uri="{FF2B5EF4-FFF2-40B4-BE49-F238E27FC236}">
                <a16:creationId xmlns:a16="http://schemas.microsoft.com/office/drawing/2014/main" id="{84CF69B0-6507-4F9E-860C-4A22C1C7E2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6CED1B-16B9-4455-BBE5-36F26AB7AB89}"/>
              </a:ext>
            </a:extLst>
          </p:cNvPr>
          <p:cNvSpPr>
            <a:spLocks noGrp="1"/>
          </p:cNvSpPr>
          <p:nvPr>
            <p:ph type="dt" sz="half" idx="10"/>
          </p:nvPr>
        </p:nvSpPr>
        <p:spPr/>
        <p:txBody>
          <a:bodyPr/>
          <a:lstStyle/>
          <a:p>
            <a:fld id="{3311F50E-4925-4BB2-8218-BE723EDECF2D}" type="datetimeFigureOut">
              <a:rPr lang="vi-VN" smtClean="0"/>
              <a:t>04/11/2024</a:t>
            </a:fld>
            <a:endParaRPr lang="vi-VN"/>
          </a:p>
        </p:txBody>
      </p:sp>
      <p:sp>
        <p:nvSpPr>
          <p:cNvPr id="6" name="Footer Placeholder 5">
            <a:extLst>
              <a:ext uri="{FF2B5EF4-FFF2-40B4-BE49-F238E27FC236}">
                <a16:creationId xmlns:a16="http://schemas.microsoft.com/office/drawing/2014/main" id="{220D2D0B-477F-4893-9435-1F8F59268862}"/>
              </a:ext>
            </a:extLst>
          </p:cNvPr>
          <p:cNvSpPr>
            <a:spLocks noGrp="1"/>
          </p:cNvSpPr>
          <p:nvPr>
            <p:ph type="ftr" sz="quarter" idx="11"/>
          </p:nvPr>
        </p:nvSpPr>
        <p:spPr/>
        <p:txBody>
          <a:bodyPr/>
          <a:lstStyle/>
          <a:p>
            <a:endParaRPr lang="vi-VN"/>
          </a:p>
        </p:txBody>
      </p:sp>
      <p:sp>
        <p:nvSpPr>
          <p:cNvPr id="7" name="Slide Number Placeholder 6">
            <a:extLst>
              <a:ext uri="{FF2B5EF4-FFF2-40B4-BE49-F238E27FC236}">
                <a16:creationId xmlns:a16="http://schemas.microsoft.com/office/drawing/2014/main" id="{9B3C8A36-120C-4F62-9642-21BFE201A4EC}"/>
              </a:ext>
            </a:extLst>
          </p:cNvPr>
          <p:cNvSpPr>
            <a:spLocks noGrp="1"/>
          </p:cNvSpPr>
          <p:nvPr>
            <p:ph type="sldNum" sz="quarter" idx="12"/>
          </p:nvPr>
        </p:nvSpPr>
        <p:spPr/>
        <p:txBody>
          <a:bodyPr/>
          <a:lstStyle/>
          <a:p>
            <a:fld id="{F5AB275B-8D2F-4DA9-990A-9C52DF3E0FA5}" type="slidenum">
              <a:rPr lang="vi-VN" smtClean="0"/>
              <a:t>‹#›</a:t>
            </a:fld>
            <a:endParaRPr lang="vi-VN"/>
          </a:p>
        </p:txBody>
      </p:sp>
    </p:spTree>
    <p:extLst>
      <p:ext uri="{BB962C8B-B14F-4D97-AF65-F5344CB8AC3E}">
        <p14:creationId xmlns:p14="http://schemas.microsoft.com/office/powerpoint/2010/main" val="6387631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BB24A-BD0C-4E6B-A14B-6FB2C82304DC}"/>
              </a:ext>
            </a:extLst>
          </p:cNvPr>
          <p:cNvSpPr>
            <a:spLocks noGrp="1"/>
          </p:cNvSpPr>
          <p:nvPr>
            <p:ph type="title"/>
          </p:nvPr>
        </p:nvSpPr>
        <p:spPr/>
        <p:txBody>
          <a:bodyPr/>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FB34426F-F860-4815-8364-66D91CECC08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297B5A88-B62C-4250-8CA2-6B1AD07CB193}"/>
              </a:ext>
            </a:extLst>
          </p:cNvPr>
          <p:cNvSpPr>
            <a:spLocks noGrp="1"/>
          </p:cNvSpPr>
          <p:nvPr>
            <p:ph type="dt" sz="half" idx="10"/>
          </p:nvPr>
        </p:nvSpPr>
        <p:spPr/>
        <p:txBody>
          <a:bodyPr/>
          <a:lstStyle/>
          <a:p>
            <a:fld id="{3311F50E-4925-4BB2-8218-BE723EDECF2D}" type="datetimeFigureOut">
              <a:rPr lang="vi-VN" smtClean="0"/>
              <a:t>04/11/2024</a:t>
            </a:fld>
            <a:endParaRPr lang="vi-VN"/>
          </a:p>
        </p:txBody>
      </p:sp>
      <p:sp>
        <p:nvSpPr>
          <p:cNvPr id="5" name="Footer Placeholder 4">
            <a:extLst>
              <a:ext uri="{FF2B5EF4-FFF2-40B4-BE49-F238E27FC236}">
                <a16:creationId xmlns:a16="http://schemas.microsoft.com/office/drawing/2014/main" id="{0091E895-FBAA-4F91-A358-343BC20C509C}"/>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8139F1FE-611D-4BFD-9099-EF7AD2DBB54E}"/>
              </a:ext>
            </a:extLst>
          </p:cNvPr>
          <p:cNvSpPr>
            <a:spLocks noGrp="1"/>
          </p:cNvSpPr>
          <p:nvPr>
            <p:ph type="sldNum" sz="quarter" idx="12"/>
          </p:nvPr>
        </p:nvSpPr>
        <p:spPr/>
        <p:txBody>
          <a:bodyPr/>
          <a:lstStyle/>
          <a:p>
            <a:fld id="{F5AB275B-8D2F-4DA9-990A-9C52DF3E0FA5}" type="slidenum">
              <a:rPr lang="vi-VN" smtClean="0"/>
              <a:t>‹#›</a:t>
            </a:fld>
            <a:endParaRPr lang="vi-VN"/>
          </a:p>
        </p:txBody>
      </p:sp>
    </p:spTree>
    <p:extLst>
      <p:ext uri="{BB962C8B-B14F-4D97-AF65-F5344CB8AC3E}">
        <p14:creationId xmlns:p14="http://schemas.microsoft.com/office/powerpoint/2010/main" val="6536728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5F4775C-0F54-4EEA-ABBC-5B00D1CA852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031DFDEC-324E-4F0E-9DC4-7F61B1131BD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E773D3ED-2D49-46CD-BA1F-484CD9EE50E2}"/>
              </a:ext>
            </a:extLst>
          </p:cNvPr>
          <p:cNvSpPr>
            <a:spLocks noGrp="1"/>
          </p:cNvSpPr>
          <p:nvPr>
            <p:ph type="dt" sz="half" idx="10"/>
          </p:nvPr>
        </p:nvSpPr>
        <p:spPr/>
        <p:txBody>
          <a:bodyPr/>
          <a:lstStyle/>
          <a:p>
            <a:fld id="{3311F50E-4925-4BB2-8218-BE723EDECF2D}" type="datetimeFigureOut">
              <a:rPr lang="vi-VN" smtClean="0"/>
              <a:t>04/11/2024</a:t>
            </a:fld>
            <a:endParaRPr lang="vi-VN"/>
          </a:p>
        </p:txBody>
      </p:sp>
      <p:sp>
        <p:nvSpPr>
          <p:cNvPr id="5" name="Footer Placeholder 4">
            <a:extLst>
              <a:ext uri="{FF2B5EF4-FFF2-40B4-BE49-F238E27FC236}">
                <a16:creationId xmlns:a16="http://schemas.microsoft.com/office/drawing/2014/main" id="{45491CB8-6AD5-4FE5-837B-DD926AB102BB}"/>
              </a:ext>
            </a:extLst>
          </p:cNvPr>
          <p:cNvSpPr>
            <a:spLocks noGrp="1"/>
          </p:cNvSpPr>
          <p:nvPr>
            <p:ph type="ftr" sz="quarter" idx="11"/>
          </p:nvPr>
        </p:nvSpPr>
        <p:spPr/>
        <p:txBody>
          <a:bodyPr/>
          <a:lstStyle/>
          <a:p>
            <a:endParaRPr lang="vi-VN"/>
          </a:p>
        </p:txBody>
      </p:sp>
      <p:sp>
        <p:nvSpPr>
          <p:cNvPr id="6" name="Slide Number Placeholder 5">
            <a:extLst>
              <a:ext uri="{FF2B5EF4-FFF2-40B4-BE49-F238E27FC236}">
                <a16:creationId xmlns:a16="http://schemas.microsoft.com/office/drawing/2014/main" id="{81633A72-E5AA-40D2-ADE7-5D827296766B}"/>
              </a:ext>
            </a:extLst>
          </p:cNvPr>
          <p:cNvSpPr>
            <a:spLocks noGrp="1"/>
          </p:cNvSpPr>
          <p:nvPr>
            <p:ph type="sldNum" sz="quarter" idx="12"/>
          </p:nvPr>
        </p:nvSpPr>
        <p:spPr/>
        <p:txBody>
          <a:bodyPr/>
          <a:lstStyle/>
          <a:p>
            <a:fld id="{F5AB275B-8D2F-4DA9-990A-9C52DF3E0FA5}" type="slidenum">
              <a:rPr lang="vi-VN" smtClean="0"/>
              <a:t>‹#›</a:t>
            </a:fld>
            <a:endParaRPr lang="vi-VN"/>
          </a:p>
        </p:txBody>
      </p:sp>
    </p:spTree>
    <p:extLst>
      <p:ext uri="{BB962C8B-B14F-4D97-AF65-F5344CB8AC3E}">
        <p14:creationId xmlns:p14="http://schemas.microsoft.com/office/powerpoint/2010/main" val="35678114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1000" b="-1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3380AF7-DD55-436F-878E-4915A1A371A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vi-VN"/>
          </a:p>
        </p:txBody>
      </p:sp>
      <p:sp>
        <p:nvSpPr>
          <p:cNvPr id="3" name="Text Placeholder 2">
            <a:extLst>
              <a:ext uri="{FF2B5EF4-FFF2-40B4-BE49-F238E27FC236}">
                <a16:creationId xmlns:a16="http://schemas.microsoft.com/office/drawing/2014/main" id="{D84CFCBD-4F2D-47A9-88B7-A5C438C37C0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FAAF500B-FD86-4A9F-A4F5-F31B5EA17CB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311F50E-4925-4BB2-8218-BE723EDECF2D}" type="datetimeFigureOut">
              <a:rPr lang="vi-VN" smtClean="0"/>
              <a:t>04/11/2024</a:t>
            </a:fld>
            <a:endParaRPr lang="vi-VN"/>
          </a:p>
        </p:txBody>
      </p:sp>
      <p:sp>
        <p:nvSpPr>
          <p:cNvPr id="5" name="Footer Placeholder 4">
            <a:extLst>
              <a:ext uri="{FF2B5EF4-FFF2-40B4-BE49-F238E27FC236}">
                <a16:creationId xmlns:a16="http://schemas.microsoft.com/office/drawing/2014/main" id="{1B9F9C71-7239-4060-A30D-B058E2B6527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vi-VN"/>
          </a:p>
        </p:txBody>
      </p:sp>
      <p:sp>
        <p:nvSpPr>
          <p:cNvPr id="6" name="Slide Number Placeholder 5">
            <a:extLst>
              <a:ext uri="{FF2B5EF4-FFF2-40B4-BE49-F238E27FC236}">
                <a16:creationId xmlns:a16="http://schemas.microsoft.com/office/drawing/2014/main" id="{624D4DAA-D67F-435F-BBE9-7ADCA5AF972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5AB275B-8D2F-4DA9-990A-9C52DF3E0FA5}" type="slidenum">
              <a:rPr lang="vi-VN" smtClean="0"/>
              <a:t>‹#›</a:t>
            </a:fld>
            <a:endParaRPr lang="vi-VN"/>
          </a:p>
        </p:txBody>
      </p:sp>
    </p:spTree>
    <p:extLst>
      <p:ext uri="{BB962C8B-B14F-4D97-AF65-F5344CB8AC3E}">
        <p14:creationId xmlns:p14="http://schemas.microsoft.com/office/powerpoint/2010/main" val="31192193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customXml" Target="../ink/ink1.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customXml" Target="../ink/ink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customXml" Target="../ink/ink3.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21.png"/><Relationship Id="rId5" Type="http://schemas.openxmlformats.org/officeDocument/2006/relationships/customXml" Target="../ink/ink4.xml"/><Relationship Id="rId4" Type="http://schemas.openxmlformats.org/officeDocument/2006/relationships/image" Target="../media/image7.wmf"/></Relationships>
</file>

<file path=ppt/slides/_rels/slide5.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260.png"/></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28.png"/><Relationship Id="rId5" Type="http://schemas.openxmlformats.org/officeDocument/2006/relationships/customXml" Target="../ink/ink6.xml"/><Relationship Id="rId4" Type="http://schemas.openxmlformats.org/officeDocument/2006/relationships/image" Target="../media/image9.w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30.png"/><Relationship Id="rId5" Type="http://schemas.openxmlformats.org/officeDocument/2006/relationships/customXml" Target="../ink/ink7.xml"/><Relationship Id="rId4" Type="http://schemas.openxmlformats.org/officeDocument/2006/relationships/image" Target="../media/image10.w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4.bin"/><Relationship Id="rId7" Type="http://schemas.openxmlformats.org/officeDocument/2006/relationships/image" Target="../media/image33.png"/><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customXml" Target="../ink/ink8.xml"/><Relationship Id="rId5" Type="http://schemas.openxmlformats.org/officeDocument/2006/relationships/image" Target="../media/image12.png"/><Relationship Id="rId4" Type="http://schemas.openxmlformats.org/officeDocument/2006/relationships/image" Target="../media/image11.wmf"/></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ustomXml" Target="../ink/ink9.xml"/><Relationship Id="rId2" Type="http://schemas.openxmlformats.org/officeDocument/2006/relationships/image" Target="../media/image16.emf"/><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customXml" Target="../ink/ink10.xml"/><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40.png"/></Relationships>
</file>

<file path=ppt/slides/_rels/slide1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80384" y="158277"/>
            <a:ext cx="2813784" cy="646331"/>
          </a:xfrm>
          <a:prstGeom prst="rect">
            <a:avLst/>
          </a:prstGeom>
        </p:spPr>
        <p:txBody>
          <a:bodyPr wrap="none">
            <a:spAutoFit/>
          </a:bodyPr>
          <a:lstStyle/>
          <a:p>
            <a:r>
              <a:rPr lang="en-US" sz="3600" b="1">
                <a:solidFill>
                  <a:srgbClr val="00B0F0"/>
                </a:solidFill>
              </a:rPr>
              <a:t>III. Tối ưu hóa</a:t>
            </a:r>
            <a:endParaRPr lang="vi-VN" sz="3600" b="1">
              <a:solidFill>
                <a:srgbClr val="00B0F0"/>
              </a:solidFill>
            </a:endParaRPr>
          </a:p>
        </p:txBody>
      </p:sp>
      <p:sp>
        <p:nvSpPr>
          <p:cNvPr id="3" name="Rectangle 2"/>
          <p:cNvSpPr/>
          <p:nvPr/>
        </p:nvSpPr>
        <p:spPr>
          <a:xfrm>
            <a:off x="480384" y="804608"/>
            <a:ext cx="11015256" cy="1754326"/>
          </a:xfrm>
          <a:prstGeom prst="rect">
            <a:avLst/>
          </a:prstGeom>
        </p:spPr>
        <p:txBody>
          <a:bodyPr wrap="square">
            <a:spAutoFit/>
          </a:bodyPr>
          <a:lstStyle/>
          <a:p>
            <a:r>
              <a:rPr lang="en-US" sz="3600" b="1" dirty="0" err="1">
                <a:solidFill>
                  <a:srgbClr val="FFFF00"/>
                </a:solidFill>
                <a:latin typeface="Times New Roman" panose="02020603050405020304" pitchFamily="18" charset="0"/>
                <a:cs typeface="Times New Roman" panose="02020603050405020304" pitchFamily="18" charset="0"/>
              </a:rPr>
              <a:t>Ví</a:t>
            </a:r>
            <a:r>
              <a:rPr lang="en-US" sz="3600" b="1">
                <a:solidFill>
                  <a:srgbClr val="FFFF00"/>
                </a:solidFill>
                <a:latin typeface="Times New Roman" panose="02020603050405020304" pitchFamily="18" charset="0"/>
                <a:cs typeface="Times New Roman" panose="02020603050405020304" pitchFamily="18" charset="0"/>
              </a:rPr>
              <a:t> dụ. </a:t>
            </a:r>
            <a:r>
              <a:rPr lang="en-US" sz="3600">
                <a:solidFill>
                  <a:schemeClr val="bg1"/>
                </a:solidFill>
                <a:latin typeface="Times New Roman" panose="02020603050405020304" pitchFamily="18" charset="0"/>
                <a:cs typeface="Times New Roman" panose="02020603050405020304" pitchFamily="18" charset="0"/>
              </a:rPr>
              <a:t>Một hộp có đáy là hình vuông được thiết kế sao cho chiều dài của một cạnh đáy cộng với chiều cao của hộp là 10inch. Hãy cho biết thể tích lớn nhất có thể của hộp này.</a:t>
            </a:r>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D117E855-9CB3-4A9F-BA9A-53796A4EF3E7}"/>
                  </a:ext>
                </a:extLst>
              </p14:cNvPr>
              <p14:cNvContentPartPr/>
              <p14:nvPr/>
            </p14:nvContentPartPr>
            <p14:xfrm>
              <a:off x="464760" y="2596320"/>
              <a:ext cx="11420640" cy="3853440"/>
            </p14:xfrm>
          </p:contentPart>
        </mc:Choice>
        <mc:Fallback xmlns="">
          <p:pic>
            <p:nvPicPr>
              <p:cNvPr id="5" name="Ink 4">
                <a:extLst>
                  <a:ext uri="{FF2B5EF4-FFF2-40B4-BE49-F238E27FC236}">
                    <a16:creationId xmlns:a16="http://schemas.microsoft.com/office/drawing/2014/main" id="{D117E855-9CB3-4A9F-BA9A-53796A4EF3E7}"/>
                  </a:ext>
                </a:extLst>
              </p:cNvPr>
              <p:cNvPicPr/>
              <p:nvPr/>
            </p:nvPicPr>
            <p:blipFill>
              <a:blip r:embed="rId3"/>
              <a:stretch>
                <a:fillRect/>
              </a:stretch>
            </p:blipFill>
            <p:spPr>
              <a:xfrm>
                <a:off x="455400" y="2586960"/>
                <a:ext cx="11439360" cy="38721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49F2C4BA-1255-4913-91CB-2B90247BB9E0}"/>
                  </a:ext>
                </a:extLst>
              </p14:cNvPr>
              <p14:cNvContentPartPr/>
              <p14:nvPr/>
            </p14:nvContentPartPr>
            <p14:xfrm>
              <a:off x="439560" y="3571920"/>
              <a:ext cx="10857600" cy="3035160"/>
            </p14:xfrm>
          </p:contentPart>
        </mc:Choice>
        <mc:Fallback xmlns="">
          <p:pic>
            <p:nvPicPr>
              <p:cNvPr id="6" name="Ink 5">
                <a:extLst>
                  <a:ext uri="{FF2B5EF4-FFF2-40B4-BE49-F238E27FC236}">
                    <a16:creationId xmlns:a16="http://schemas.microsoft.com/office/drawing/2014/main" id="{49F2C4BA-1255-4913-91CB-2B90247BB9E0}"/>
                  </a:ext>
                </a:extLst>
              </p:cNvPr>
              <p:cNvPicPr/>
              <p:nvPr/>
            </p:nvPicPr>
            <p:blipFill>
              <a:blip r:embed="rId5"/>
              <a:stretch>
                <a:fillRect/>
              </a:stretch>
            </p:blipFill>
            <p:spPr>
              <a:xfrm>
                <a:off x="430200" y="3562560"/>
                <a:ext cx="10876320" cy="3053880"/>
              </a:xfrm>
              <a:prstGeom prst="rect">
                <a:avLst/>
              </a:prstGeom>
            </p:spPr>
          </p:pic>
        </mc:Fallback>
      </mc:AlternateContent>
    </p:spTree>
    <p:extLst>
      <p:ext uri="{BB962C8B-B14F-4D97-AF65-F5344CB8AC3E}">
        <p14:creationId xmlns:p14="http://schemas.microsoft.com/office/powerpoint/2010/main" val="2981527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18EC8D5-B671-468D-BCFA-2C3DF2EB35AF}"/>
              </a:ext>
            </a:extLst>
          </p:cNvPr>
          <p:cNvPicPr>
            <a:picLocks noChangeAspect="1"/>
          </p:cNvPicPr>
          <p:nvPr/>
        </p:nvPicPr>
        <p:blipFill>
          <a:blip r:embed="rId2"/>
          <a:stretch>
            <a:fillRect/>
          </a:stretch>
        </p:blipFill>
        <p:spPr>
          <a:xfrm>
            <a:off x="382208" y="263937"/>
            <a:ext cx="11229965" cy="2960955"/>
          </a:xfrm>
          <a:prstGeom prst="rect">
            <a:avLst/>
          </a:prstGeom>
        </p:spPr>
      </p:pic>
    </p:spTree>
    <p:extLst>
      <p:ext uri="{BB962C8B-B14F-4D97-AF65-F5344CB8AC3E}">
        <p14:creationId xmlns:p14="http://schemas.microsoft.com/office/powerpoint/2010/main" val="42757718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D43D87A-A00A-4825-9D7F-FF67D9F8E183}"/>
              </a:ext>
            </a:extLst>
          </p:cNvPr>
          <p:cNvPicPr>
            <a:picLocks noChangeAspect="1"/>
          </p:cNvPicPr>
          <p:nvPr/>
        </p:nvPicPr>
        <p:blipFill>
          <a:blip r:embed="rId2"/>
          <a:stretch>
            <a:fillRect/>
          </a:stretch>
        </p:blipFill>
        <p:spPr>
          <a:xfrm>
            <a:off x="4914901" y="3572107"/>
            <a:ext cx="6647546" cy="2892113"/>
          </a:xfrm>
          <a:prstGeom prst="rect">
            <a:avLst/>
          </a:prstGeom>
        </p:spPr>
      </p:pic>
      <p:pic>
        <p:nvPicPr>
          <p:cNvPr id="5" name="Picture 4">
            <a:extLst>
              <a:ext uri="{FF2B5EF4-FFF2-40B4-BE49-F238E27FC236}">
                <a16:creationId xmlns:a16="http://schemas.microsoft.com/office/drawing/2014/main" id="{C1285496-118D-42BE-A649-400A432EF2DA}"/>
              </a:ext>
            </a:extLst>
          </p:cNvPr>
          <p:cNvPicPr>
            <a:picLocks noChangeAspect="1"/>
          </p:cNvPicPr>
          <p:nvPr/>
        </p:nvPicPr>
        <p:blipFill>
          <a:blip r:embed="rId3"/>
          <a:stretch>
            <a:fillRect/>
          </a:stretch>
        </p:blipFill>
        <p:spPr>
          <a:xfrm>
            <a:off x="402673" y="310204"/>
            <a:ext cx="6814556" cy="2975690"/>
          </a:xfrm>
          <a:prstGeom prst="rect">
            <a:avLst/>
          </a:prstGeom>
        </p:spPr>
      </p:pic>
      <p:pic>
        <p:nvPicPr>
          <p:cNvPr id="2" name="Picture 1">
            <a:extLst>
              <a:ext uri="{FF2B5EF4-FFF2-40B4-BE49-F238E27FC236}">
                <a16:creationId xmlns:a16="http://schemas.microsoft.com/office/drawing/2014/main" id="{9FF5287E-A60D-4840-9661-906CA1BA2AB9}"/>
              </a:ext>
            </a:extLst>
          </p:cNvPr>
          <p:cNvPicPr>
            <a:picLocks noChangeAspect="1"/>
          </p:cNvPicPr>
          <p:nvPr/>
        </p:nvPicPr>
        <p:blipFill>
          <a:blip r:embed="rId4"/>
          <a:stretch>
            <a:fillRect/>
          </a:stretch>
        </p:blipFill>
        <p:spPr>
          <a:xfrm>
            <a:off x="883949" y="3798604"/>
            <a:ext cx="2406774" cy="2216264"/>
          </a:xfrm>
          <a:prstGeom prst="rect">
            <a:avLst/>
          </a:prstGeom>
        </p:spPr>
      </p:pic>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662C5F08-83E4-4F61-9A8A-8F88261531BF}"/>
                  </a:ext>
                </a:extLst>
              </p14:cNvPr>
              <p14:cNvContentPartPr/>
              <p14:nvPr/>
            </p14:nvContentPartPr>
            <p14:xfrm>
              <a:off x="5963400" y="339840"/>
              <a:ext cx="5568480" cy="5808960"/>
            </p14:xfrm>
          </p:contentPart>
        </mc:Choice>
        <mc:Fallback>
          <p:pic>
            <p:nvPicPr>
              <p:cNvPr id="3" name="Ink 2">
                <a:extLst>
                  <a:ext uri="{FF2B5EF4-FFF2-40B4-BE49-F238E27FC236}">
                    <a16:creationId xmlns:a16="http://schemas.microsoft.com/office/drawing/2014/main" id="{662C5F08-83E4-4F61-9A8A-8F88261531BF}"/>
                  </a:ext>
                </a:extLst>
              </p:cNvPr>
              <p:cNvPicPr/>
              <p:nvPr/>
            </p:nvPicPr>
            <p:blipFill>
              <a:blip r:embed="rId6"/>
              <a:stretch>
                <a:fillRect/>
              </a:stretch>
            </p:blipFill>
            <p:spPr>
              <a:xfrm>
                <a:off x="5954040" y="330480"/>
                <a:ext cx="5587200" cy="5827680"/>
              </a:xfrm>
              <a:prstGeom prst="rect">
                <a:avLst/>
              </a:prstGeom>
            </p:spPr>
          </p:pic>
        </mc:Fallback>
      </mc:AlternateContent>
    </p:spTree>
    <p:extLst>
      <p:ext uri="{BB962C8B-B14F-4D97-AF65-F5344CB8AC3E}">
        <p14:creationId xmlns:p14="http://schemas.microsoft.com/office/powerpoint/2010/main" val="3035768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3884" y="144208"/>
            <a:ext cx="11015256" cy="1754326"/>
          </a:xfrm>
          <a:prstGeom prst="rect">
            <a:avLst/>
          </a:prstGeom>
        </p:spPr>
        <p:txBody>
          <a:bodyPr wrap="square">
            <a:spAutoFit/>
          </a:bodyPr>
          <a:lstStyle/>
          <a:p>
            <a:r>
              <a:rPr lang="en-US" sz="3600" b="1" dirty="0" err="1">
                <a:solidFill>
                  <a:srgbClr val="FFFF00"/>
                </a:solidFill>
                <a:latin typeface="Times New Roman" panose="02020603050405020304" pitchFamily="18" charset="0"/>
                <a:cs typeface="Times New Roman" panose="02020603050405020304" pitchFamily="18" charset="0"/>
              </a:rPr>
              <a:t>Ví</a:t>
            </a:r>
            <a:r>
              <a:rPr lang="en-US" sz="3600" b="1">
                <a:solidFill>
                  <a:srgbClr val="FFFF00"/>
                </a:solidFill>
                <a:latin typeface="Times New Roman" panose="02020603050405020304" pitchFamily="18" charset="0"/>
                <a:cs typeface="Times New Roman" panose="02020603050405020304" pitchFamily="18" charset="0"/>
              </a:rPr>
              <a:t> dụ. </a:t>
            </a:r>
            <a:r>
              <a:rPr lang="en-US" sz="3600">
                <a:solidFill>
                  <a:schemeClr val="bg1"/>
                </a:solidFill>
                <a:latin typeface="Times New Roman" panose="02020603050405020304" pitchFamily="18" charset="0"/>
                <a:cs typeface="Times New Roman" panose="02020603050405020304" pitchFamily="18" charset="0"/>
              </a:rPr>
              <a:t>Một vật chuyển động dọc theo trục s theo thời gian t được cho bởi phương trình sau. Tìm GTLN, GTNN của vận tốc biết 1 ≤ t ≤ 5.</a:t>
            </a:r>
          </a:p>
        </p:txBody>
      </p:sp>
      <p:graphicFrame>
        <p:nvGraphicFramePr>
          <p:cNvPr id="3" name="Object 2"/>
          <p:cNvGraphicFramePr>
            <a:graphicFrameLocks noChangeAspect="1"/>
          </p:cNvGraphicFramePr>
          <p:nvPr/>
        </p:nvGraphicFramePr>
        <p:xfrm>
          <a:off x="3616233" y="1898534"/>
          <a:ext cx="5048357" cy="716079"/>
        </p:xfrm>
        <a:graphic>
          <a:graphicData uri="http://schemas.openxmlformats.org/presentationml/2006/ole">
            <mc:AlternateContent xmlns:mc="http://schemas.openxmlformats.org/markup-compatibility/2006">
              <mc:Choice xmlns:v="urn:schemas-microsoft-com:vml" Requires="v">
                <p:oleObj spid="_x0000_s1038" name="Equation" r:id="rId3" imgW="1790640" imgH="253800" progId="Equation.DSMT4">
                  <p:embed/>
                </p:oleObj>
              </mc:Choice>
              <mc:Fallback>
                <p:oleObj name="Equation" r:id="rId3" imgW="1790640" imgH="253800" progId="Equation.DSMT4">
                  <p:embed/>
                  <p:pic>
                    <p:nvPicPr>
                      <p:cNvPr id="3" name="Object 2"/>
                      <p:cNvPicPr/>
                      <p:nvPr/>
                    </p:nvPicPr>
                    <p:blipFill>
                      <a:blip r:embed="rId4"/>
                      <a:stretch>
                        <a:fillRect/>
                      </a:stretch>
                    </p:blipFill>
                    <p:spPr>
                      <a:xfrm>
                        <a:off x="3616233" y="1898534"/>
                        <a:ext cx="5048357" cy="716079"/>
                      </a:xfrm>
                      <a:prstGeom prst="rect">
                        <a:avLst/>
                      </a:prstGeom>
                    </p:spPr>
                  </p:pic>
                </p:oleObj>
              </mc:Fallback>
            </mc:AlternateContent>
          </a:graphicData>
        </a:graphic>
      </p:graphicFrame>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E53A0FE8-9E38-4237-9836-943524434DF9}"/>
                  </a:ext>
                </a:extLst>
              </p14:cNvPr>
              <p14:cNvContentPartPr/>
              <p14:nvPr/>
            </p14:nvContentPartPr>
            <p14:xfrm>
              <a:off x="426600" y="2505600"/>
              <a:ext cx="10606320" cy="3932640"/>
            </p14:xfrm>
          </p:contentPart>
        </mc:Choice>
        <mc:Fallback xmlns="">
          <p:pic>
            <p:nvPicPr>
              <p:cNvPr id="5" name="Ink 4">
                <a:extLst>
                  <a:ext uri="{FF2B5EF4-FFF2-40B4-BE49-F238E27FC236}">
                    <a16:creationId xmlns:a16="http://schemas.microsoft.com/office/drawing/2014/main" id="{E53A0FE8-9E38-4237-9836-943524434DF9}"/>
                  </a:ext>
                </a:extLst>
              </p:cNvPr>
              <p:cNvPicPr/>
              <p:nvPr/>
            </p:nvPicPr>
            <p:blipFill>
              <a:blip r:embed="rId6"/>
              <a:stretch>
                <a:fillRect/>
              </a:stretch>
            </p:blipFill>
            <p:spPr>
              <a:xfrm>
                <a:off x="417240" y="2496240"/>
                <a:ext cx="10625040" cy="3951360"/>
              </a:xfrm>
              <a:prstGeom prst="rect">
                <a:avLst/>
              </a:prstGeom>
            </p:spPr>
          </p:pic>
        </mc:Fallback>
      </mc:AlternateContent>
    </p:spTree>
    <p:extLst>
      <p:ext uri="{BB962C8B-B14F-4D97-AF65-F5344CB8AC3E}">
        <p14:creationId xmlns:p14="http://schemas.microsoft.com/office/powerpoint/2010/main" val="2591244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5641" y="286646"/>
            <a:ext cx="2751074" cy="646331"/>
          </a:xfrm>
          <a:prstGeom prst="rect">
            <a:avLst/>
          </a:prstGeom>
        </p:spPr>
        <p:txBody>
          <a:bodyPr wrap="none">
            <a:spAutoFit/>
          </a:bodyPr>
          <a:lstStyle/>
          <a:p>
            <a:r>
              <a:rPr lang="en-US" sz="3600" b="1">
                <a:solidFill>
                  <a:schemeClr val="bg1"/>
                </a:solidFill>
              </a:rPr>
              <a:t>IV</a:t>
            </a:r>
            <a:r>
              <a:rPr lang="vi-VN" sz="3600" b="1">
                <a:solidFill>
                  <a:schemeClr val="bg1"/>
                </a:solidFill>
              </a:rPr>
              <a:t>. </a:t>
            </a:r>
            <a:r>
              <a:rPr lang="en-US" sz="3600" b="1">
                <a:solidFill>
                  <a:schemeClr val="bg1"/>
                </a:solidFill>
              </a:rPr>
              <a:t>TIỆM CẬN</a:t>
            </a:r>
            <a:endParaRPr lang="vi-VN" sz="3600" b="1">
              <a:solidFill>
                <a:schemeClr val="bg1"/>
              </a:solidFill>
            </a:endParaRPr>
          </a:p>
        </p:txBody>
      </p:sp>
      <p:pic>
        <p:nvPicPr>
          <p:cNvPr id="3" name="Picture 2"/>
          <p:cNvPicPr>
            <a:picLocks noChangeAspect="1"/>
          </p:cNvPicPr>
          <p:nvPr/>
        </p:nvPicPr>
        <p:blipFill>
          <a:blip r:embed="rId2"/>
          <a:stretch>
            <a:fillRect/>
          </a:stretch>
        </p:blipFill>
        <p:spPr>
          <a:xfrm>
            <a:off x="703262" y="932977"/>
            <a:ext cx="10498138" cy="5242225"/>
          </a:xfrm>
          <a:prstGeom prst="rect">
            <a:avLst/>
          </a:prstGeom>
        </p:spPr>
      </p:pic>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4CB335E1-8D44-442E-A4BC-883652214401}"/>
                  </a:ext>
                </a:extLst>
              </p14:cNvPr>
              <p14:cNvContentPartPr/>
              <p14:nvPr/>
            </p14:nvContentPartPr>
            <p14:xfrm>
              <a:off x="7648560" y="5960520"/>
              <a:ext cx="91440" cy="13320"/>
            </p14:xfrm>
          </p:contentPart>
        </mc:Choice>
        <mc:Fallback xmlns="">
          <p:pic>
            <p:nvPicPr>
              <p:cNvPr id="4" name="Ink 3">
                <a:extLst>
                  <a:ext uri="{FF2B5EF4-FFF2-40B4-BE49-F238E27FC236}">
                    <a16:creationId xmlns:a16="http://schemas.microsoft.com/office/drawing/2014/main" id="{4CB335E1-8D44-442E-A4BC-883652214401}"/>
                  </a:ext>
                </a:extLst>
              </p:cNvPr>
              <p:cNvPicPr/>
              <p:nvPr/>
            </p:nvPicPr>
            <p:blipFill>
              <a:blip r:embed="rId4"/>
              <a:stretch>
                <a:fillRect/>
              </a:stretch>
            </p:blipFill>
            <p:spPr>
              <a:xfrm>
                <a:off x="7639200" y="5951160"/>
                <a:ext cx="110160" cy="32040"/>
              </a:xfrm>
              <a:prstGeom prst="rect">
                <a:avLst/>
              </a:prstGeom>
            </p:spPr>
          </p:pic>
        </mc:Fallback>
      </mc:AlternateContent>
    </p:spTree>
    <p:extLst>
      <p:ext uri="{BB962C8B-B14F-4D97-AF65-F5344CB8AC3E}">
        <p14:creationId xmlns:p14="http://schemas.microsoft.com/office/powerpoint/2010/main" val="20026438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67684" y="449008"/>
            <a:ext cx="11279816" cy="646331"/>
          </a:xfrm>
          <a:prstGeom prst="rect">
            <a:avLst/>
          </a:prstGeom>
        </p:spPr>
        <p:txBody>
          <a:bodyPr wrap="square">
            <a:spAutoFit/>
          </a:bodyPr>
          <a:lstStyle/>
          <a:p>
            <a:r>
              <a:rPr lang="en-US" sz="3600" b="1">
                <a:solidFill>
                  <a:srgbClr val="FFFF00"/>
                </a:solidFill>
                <a:latin typeface="Times New Roman" panose="02020603050405020304" pitchFamily="18" charset="0"/>
                <a:cs typeface="Times New Roman" panose="02020603050405020304" pitchFamily="18" charset="0"/>
              </a:rPr>
              <a:t>Ví dụ. </a:t>
            </a:r>
            <a:r>
              <a:rPr lang="en-US" sz="3600">
                <a:solidFill>
                  <a:schemeClr val="bg1"/>
                </a:solidFill>
                <a:latin typeface="Times New Roman" panose="02020603050405020304" pitchFamily="18" charset="0"/>
                <a:cs typeface="Times New Roman" panose="02020603050405020304" pitchFamily="18" charset="0"/>
              </a:rPr>
              <a:t>Tìm các tiệm cận của đồ thị hàm số</a:t>
            </a:r>
            <a:endParaRPr lang="en-US" sz="3600" i="1">
              <a:solidFill>
                <a:schemeClr val="bg1"/>
              </a:solidFill>
              <a:latin typeface="Times New Roman" panose="02020603050405020304" pitchFamily="18" charset="0"/>
              <a:cs typeface="Times New Roman" panose="02020603050405020304" pitchFamily="18" charset="0"/>
            </a:endParaRPr>
          </a:p>
        </p:txBody>
      </p:sp>
      <p:graphicFrame>
        <p:nvGraphicFramePr>
          <p:cNvPr id="3" name="Object 2"/>
          <p:cNvGraphicFramePr>
            <a:graphicFrameLocks noChangeAspect="1"/>
          </p:cNvGraphicFramePr>
          <p:nvPr/>
        </p:nvGraphicFramePr>
        <p:xfrm>
          <a:off x="8496300" y="268799"/>
          <a:ext cx="2273300" cy="1006747"/>
        </p:xfrm>
        <a:graphic>
          <a:graphicData uri="http://schemas.openxmlformats.org/presentationml/2006/ole">
            <mc:AlternateContent xmlns:mc="http://schemas.openxmlformats.org/markup-compatibility/2006">
              <mc:Choice xmlns:v="urn:schemas-microsoft-com:vml" Requires="v">
                <p:oleObj spid="_x0000_s4110" name="Equation" r:id="rId3" imgW="888840" imgH="393480" progId="Equation.DSMT4">
                  <p:embed/>
                </p:oleObj>
              </mc:Choice>
              <mc:Fallback>
                <p:oleObj name="Equation" r:id="rId3" imgW="888840" imgH="393480" progId="Equation.DSMT4">
                  <p:embed/>
                  <p:pic>
                    <p:nvPicPr>
                      <p:cNvPr id="3" name="Object 2"/>
                      <p:cNvPicPr/>
                      <p:nvPr/>
                    </p:nvPicPr>
                    <p:blipFill>
                      <a:blip r:embed="rId4"/>
                      <a:stretch>
                        <a:fillRect/>
                      </a:stretch>
                    </p:blipFill>
                    <p:spPr>
                      <a:xfrm>
                        <a:off x="8496300" y="268799"/>
                        <a:ext cx="2273300" cy="1006747"/>
                      </a:xfrm>
                      <a:prstGeom prst="rect">
                        <a:avLst/>
                      </a:prstGeom>
                    </p:spPr>
                  </p:pic>
                </p:oleObj>
              </mc:Fallback>
            </mc:AlternateContent>
          </a:graphicData>
        </a:graphic>
      </p:graphicFrame>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51494ECC-37AB-4B72-A74B-6D32DBE5F5C0}"/>
                  </a:ext>
                </a:extLst>
              </p14:cNvPr>
              <p14:cNvContentPartPr/>
              <p14:nvPr/>
            </p14:nvContentPartPr>
            <p14:xfrm>
              <a:off x="342360" y="1251000"/>
              <a:ext cx="9180720" cy="3453120"/>
            </p14:xfrm>
          </p:contentPart>
        </mc:Choice>
        <mc:Fallback xmlns="">
          <p:pic>
            <p:nvPicPr>
              <p:cNvPr id="5" name="Ink 4">
                <a:extLst>
                  <a:ext uri="{FF2B5EF4-FFF2-40B4-BE49-F238E27FC236}">
                    <a16:creationId xmlns:a16="http://schemas.microsoft.com/office/drawing/2014/main" id="{51494ECC-37AB-4B72-A74B-6D32DBE5F5C0}"/>
                  </a:ext>
                </a:extLst>
              </p:cNvPr>
              <p:cNvPicPr/>
              <p:nvPr/>
            </p:nvPicPr>
            <p:blipFill>
              <a:blip r:embed="rId6"/>
              <a:stretch>
                <a:fillRect/>
              </a:stretch>
            </p:blipFill>
            <p:spPr>
              <a:xfrm>
                <a:off x="333000" y="1241640"/>
                <a:ext cx="9199440" cy="3471840"/>
              </a:xfrm>
              <a:prstGeom prst="rect">
                <a:avLst/>
              </a:prstGeom>
            </p:spPr>
          </p:pic>
        </mc:Fallback>
      </mc:AlternateContent>
    </p:spTree>
    <p:extLst>
      <p:ext uri="{BB962C8B-B14F-4D97-AF65-F5344CB8AC3E}">
        <p14:creationId xmlns:p14="http://schemas.microsoft.com/office/powerpoint/2010/main" val="26188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67684" y="449008"/>
            <a:ext cx="11279816" cy="646331"/>
          </a:xfrm>
          <a:prstGeom prst="rect">
            <a:avLst/>
          </a:prstGeom>
        </p:spPr>
        <p:txBody>
          <a:bodyPr wrap="square">
            <a:spAutoFit/>
          </a:bodyPr>
          <a:lstStyle/>
          <a:p>
            <a:r>
              <a:rPr lang="en-US" sz="3600" b="1">
                <a:solidFill>
                  <a:srgbClr val="FFFF00"/>
                </a:solidFill>
                <a:latin typeface="Times New Roman" panose="02020603050405020304" pitchFamily="18" charset="0"/>
                <a:cs typeface="Times New Roman" panose="02020603050405020304" pitchFamily="18" charset="0"/>
              </a:rPr>
              <a:t>Ví dụ. </a:t>
            </a:r>
            <a:r>
              <a:rPr lang="en-US" sz="3600">
                <a:solidFill>
                  <a:schemeClr val="bg1"/>
                </a:solidFill>
                <a:latin typeface="Times New Roman" panose="02020603050405020304" pitchFamily="18" charset="0"/>
                <a:cs typeface="Times New Roman" panose="02020603050405020304" pitchFamily="18" charset="0"/>
              </a:rPr>
              <a:t>Tìm các tiệm cận của đồ thị hàm số</a:t>
            </a:r>
            <a:endParaRPr lang="en-US" sz="3600" i="1">
              <a:solidFill>
                <a:schemeClr val="bg1"/>
              </a:solidFill>
              <a:latin typeface="Times New Roman" panose="02020603050405020304" pitchFamily="18" charset="0"/>
              <a:cs typeface="Times New Roman" panose="02020603050405020304" pitchFamily="18" charset="0"/>
            </a:endParaRPr>
          </a:p>
        </p:txBody>
      </p:sp>
      <p:graphicFrame>
        <p:nvGraphicFramePr>
          <p:cNvPr id="3" name="Object 2"/>
          <p:cNvGraphicFramePr>
            <a:graphicFrameLocks noChangeAspect="1"/>
          </p:cNvGraphicFramePr>
          <p:nvPr/>
        </p:nvGraphicFramePr>
        <p:xfrm>
          <a:off x="8435975" y="236538"/>
          <a:ext cx="2825750" cy="1071562"/>
        </p:xfrm>
        <a:graphic>
          <a:graphicData uri="http://schemas.openxmlformats.org/presentationml/2006/ole">
            <mc:AlternateContent xmlns:mc="http://schemas.openxmlformats.org/markup-compatibility/2006">
              <mc:Choice xmlns:v="urn:schemas-microsoft-com:vml" Requires="v">
                <p:oleObj spid="_x0000_s5134" name="Equation" r:id="rId3" imgW="1104840" imgH="419040" progId="Equation.DSMT4">
                  <p:embed/>
                </p:oleObj>
              </mc:Choice>
              <mc:Fallback>
                <p:oleObj name="Equation" r:id="rId3" imgW="1104840" imgH="419040" progId="Equation.DSMT4">
                  <p:embed/>
                  <p:pic>
                    <p:nvPicPr>
                      <p:cNvPr id="3" name="Object 2"/>
                      <p:cNvPicPr/>
                      <p:nvPr/>
                    </p:nvPicPr>
                    <p:blipFill>
                      <a:blip r:embed="rId4"/>
                      <a:stretch>
                        <a:fillRect/>
                      </a:stretch>
                    </p:blipFill>
                    <p:spPr>
                      <a:xfrm>
                        <a:off x="8435975" y="236538"/>
                        <a:ext cx="2825750" cy="1071562"/>
                      </a:xfrm>
                      <a:prstGeom prst="rect">
                        <a:avLst/>
                      </a:prstGeom>
                    </p:spPr>
                  </p:pic>
                </p:oleObj>
              </mc:Fallback>
            </mc:AlternateContent>
          </a:graphicData>
        </a:graphic>
      </p:graphicFrame>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B536BF3E-67BB-44E1-A9E2-61F30D27E917}"/>
                  </a:ext>
                </a:extLst>
              </p14:cNvPr>
              <p14:cNvContentPartPr/>
              <p14:nvPr/>
            </p14:nvContentPartPr>
            <p14:xfrm>
              <a:off x="327240" y="1336320"/>
              <a:ext cx="10141560" cy="3214080"/>
            </p14:xfrm>
          </p:contentPart>
        </mc:Choice>
        <mc:Fallback xmlns="">
          <p:pic>
            <p:nvPicPr>
              <p:cNvPr id="5" name="Ink 4">
                <a:extLst>
                  <a:ext uri="{FF2B5EF4-FFF2-40B4-BE49-F238E27FC236}">
                    <a16:creationId xmlns:a16="http://schemas.microsoft.com/office/drawing/2014/main" id="{B536BF3E-67BB-44E1-A9E2-61F30D27E917}"/>
                  </a:ext>
                </a:extLst>
              </p:cNvPr>
              <p:cNvPicPr/>
              <p:nvPr/>
            </p:nvPicPr>
            <p:blipFill>
              <a:blip r:embed="rId6"/>
              <a:stretch>
                <a:fillRect/>
              </a:stretch>
            </p:blipFill>
            <p:spPr>
              <a:xfrm>
                <a:off x="317880" y="1326960"/>
                <a:ext cx="10160280" cy="3232800"/>
              </a:xfrm>
              <a:prstGeom prst="rect">
                <a:avLst/>
              </a:prstGeom>
            </p:spPr>
          </p:pic>
        </mc:Fallback>
      </mc:AlternateContent>
    </p:spTree>
    <p:extLst>
      <p:ext uri="{BB962C8B-B14F-4D97-AF65-F5344CB8AC3E}">
        <p14:creationId xmlns:p14="http://schemas.microsoft.com/office/powerpoint/2010/main" val="1332820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67684" y="449008"/>
            <a:ext cx="11279816" cy="646331"/>
          </a:xfrm>
          <a:prstGeom prst="rect">
            <a:avLst/>
          </a:prstGeom>
        </p:spPr>
        <p:txBody>
          <a:bodyPr wrap="square">
            <a:spAutoFit/>
          </a:bodyPr>
          <a:lstStyle/>
          <a:p>
            <a:r>
              <a:rPr lang="en-US" sz="3600" b="1">
                <a:solidFill>
                  <a:srgbClr val="FFFF00"/>
                </a:solidFill>
                <a:latin typeface="Times New Roman" panose="02020603050405020304" pitchFamily="18" charset="0"/>
                <a:cs typeface="Times New Roman" panose="02020603050405020304" pitchFamily="18" charset="0"/>
              </a:rPr>
              <a:t>Ví dụ. </a:t>
            </a:r>
            <a:r>
              <a:rPr lang="en-US" sz="3600">
                <a:solidFill>
                  <a:schemeClr val="bg1"/>
                </a:solidFill>
                <a:latin typeface="Times New Roman" panose="02020603050405020304" pitchFamily="18" charset="0"/>
                <a:cs typeface="Times New Roman" panose="02020603050405020304" pitchFamily="18" charset="0"/>
              </a:rPr>
              <a:t>Tìm tiệm cận ngang của đồ thị hàm số</a:t>
            </a:r>
            <a:endParaRPr lang="en-US" sz="3600" i="1">
              <a:solidFill>
                <a:schemeClr val="bg1"/>
              </a:solidFill>
              <a:latin typeface="Times New Roman" panose="02020603050405020304" pitchFamily="18" charset="0"/>
              <a:cs typeface="Times New Roman" panose="02020603050405020304" pitchFamily="18" charset="0"/>
            </a:endParaRPr>
          </a:p>
        </p:txBody>
      </p:sp>
      <p:graphicFrame>
        <p:nvGraphicFramePr>
          <p:cNvPr id="3" name="Object 2"/>
          <p:cNvGraphicFramePr>
            <a:graphicFrameLocks noChangeAspect="1"/>
          </p:cNvGraphicFramePr>
          <p:nvPr/>
        </p:nvGraphicFramePr>
        <p:xfrm>
          <a:off x="8924925" y="180035"/>
          <a:ext cx="2662238" cy="1006475"/>
        </p:xfrm>
        <a:graphic>
          <a:graphicData uri="http://schemas.openxmlformats.org/presentationml/2006/ole">
            <mc:AlternateContent xmlns:mc="http://schemas.openxmlformats.org/markup-compatibility/2006">
              <mc:Choice xmlns:v="urn:schemas-microsoft-com:vml" Requires="v">
                <p:oleObj spid="_x0000_s6158" name="Equation" r:id="rId3" imgW="1041120" imgH="393480" progId="Equation.DSMT4">
                  <p:embed/>
                </p:oleObj>
              </mc:Choice>
              <mc:Fallback>
                <p:oleObj name="Equation" r:id="rId3" imgW="1041120" imgH="393480" progId="Equation.DSMT4">
                  <p:embed/>
                  <p:pic>
                    <p:nvPicPr>
                      <p:cNvPr id="3" name="Object 2"/>
                      <p:cNvPicPr/>
                      <p:nvPr/>
                    </p:nvPicPr>
                    <p:blipFill>
                      <a:blip r:embed="rId4"/>
                      <a:stretch>
                        <a:fillRect/>
                      </a:stretch>
                    </p:blipFill>
                    <p:spPr>
                      <a:xfrm>
                        <a:off x="8924925" y="180035"/>
                        <a:ext cx="2662238" cy="1006475"/>
                      </a:xfrm>
                      <a:prstGeom prst="rect">
                        <a:avLst/>
                      </a:prstGeom>
                    </p:spPr>
                  </p:pic>
                </p:oleObj>
              </mc:Fallback>
            </mc:AlternateContent>
          </a:graphicData>
        </a:graphic>
      </p:graphicFrame>
      <p:pic>
        <p:nvPicPr>
          <p:cNvPr id="5" name="Picture 4">
            <a:extLst>
              <a:ext uri="{FF2B5EF4-FFF2-40B4-BE49-F238E27FC236}">
                <a16:creationId xmlns:a16="http://schemas.microsoft.com/office/drawing/2014/main" id="{27E511C9-6AA1-4AAD-BC87-C3833295A951}"/>
              </a:ext>
            </a:extLst>
          </p:cNvPr>
          <p:cNvPicPr>
            <a:picLocks noChangeAspect="1"/>
          </p:cNvPicPr>
          <p:nvPr/>
        </p:nvPicPr>
        <p:blipFill>
          <a:blip r:embed="rId5"/>
          <a:stretch>
            <a:fillRect/>
          </a:stretch>
        </p:blipFill>
        <p:spPr>
          <a:xfrm>
            <a:off x="7857005" y="5740000"/>
            <a:ext cx="4200525" cy="800100"/>
          </a:xfrm>
          <a:prstGeom prst="rect">
            <a:avLst/>
          </a:prstGeom>
        </p:spPr>
      </p:pic>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53E90287-51E0-4DBE-B887-5548B5B39284}"/>
                  </a:ext>
                </a:extLst>
              </p14:cNvPr>
              <p14:cNvContentPartPr/>
              <p14:nvPr/>
            </p14:nvContentPartPr>
            <p14:xfrm>
              <a:off x="419400" y="1063080"/>
              <a:ext cx="11489040" cy="4962240"/>
            </p14:xfrm>
          </p:contentPart>
        </mc:Choice>
        <mc:Fallback xmlns="">
          <p:pic>
            <p:nvPicPr>
              <p:cNvPr id="7" name="Ink 6">
                <a:extLst>
                  <a:ext uri="{FF2B5EF4-FFF2-40B4-BE49-F238E27FC236}">
                    <a16:creationId xmlns:a16="http://schemas.microsoft.com/office/drawing/2014/main" id="{53E90287-51E0-4DBE-B887-5548B5B39284}"/>
                  </a:ext>
                </a:extLst>
              </p:cNvPr>
              <p:cNvPicPr/>
              <p:nvPr/>
            </p:nvPicPr>
            <p:blipFill>
              <a:blip r:embed="rId7"/>
              <a:stretch>
                <a:fillRect/>
              </a:stretch>
            </p:blipFill>
            <p:spPr>
              <a:xfrm>
                <a:off x="410040" y="1053720"/>
                <a:ext cx="11507760" cy="4980960"/>
              </a:xfrm>
              <a:prstGeom prst="rect">
                <a:avLst/>
              </a:prstGeom>
            </p:spPr>
          </p:pic>
        </mc:Fallback>
      </mc:AlternateContent>
    </p:spTree>
    <p:extLst>
      <p:ext uri="{BB962C8B-B14F-4D97-AF65-F5344CB8AC3E}">
        <p14:creationId xmlns:p14="http://schemas.microsoft.com/office/powerpoint/2010/main" val="3503771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91276F3-6D9F-41F9-889F-8C5F61DB6651}"/>
              </a:ext>
            </a:extLst>
          </p:cNvPr>
          <p:cNvPicPr>
            <a:picLocks noChangeAspect="1"/>
          </p:cNvPicPr>
          <p:nvPr/>
        </p:nvPicPr>
        <p:blipFill>
          <a:blip r:embed="rId2"/>
          <a:stretch>
            <a:fillRect/>
          </a:stretch>
        </p:blipFill>
        <p:spPr>
          <a:xfrm>
            <a:off x="421729" y="364209"/>
            <a:ext cx="9971945" cy="982898"/>
          </a:xfrm>
          <a:prstGeom prst="rect">
            <a:avLst/>
          </a:prstGeom>
        </p:spPr>
      </p:pic>
      <p:pic>
        <p:nvPicPr>
          <p:cNvPr id="5" name="Picture 4">
            <a:extLst>
              <a:ext uri="{FF2B5EF4-FFF2-40B4-BE49-F238E27FC236}">
                <a16:creationId xmlns:a16="http://schemas.microsoft.com/office/drawing/2014/main" id="{95374539-F0D9-40F5-A762-654DC0E00633}"/>
              </a:ext>
            </a:extLst>
          </p:cNvPr>
          <p:cNvPicPr>
            <a:picLocks noChangeAspect="1"/>
          </p:cNvPicPr>
          <p:nvPr/>
        </p:nvPicPr>
        <p:blipFill>
          <a:blip r:embed="rId3"/>
          <a:stretch>
            <a:fillRect/>
          </a:stretch>
        </p:blipFill>
        <p:spPr>
          <a:xfrm>
            <a:off x="421728" y="2909175"/>
            <a:ext cx="6793767" cy="3450804"/>
          </a:xfrm>
          <a:prstGeom prst="rect">
            <a:avLst/>
          </a:prstGeom>
        </p:spPr>
      </p:pic>
    </p:spTree>
    <p:extLst>
      <p:ext uri="{BB962C8B-B14F-4D97-AF65-F5344CB8AC3E}">
        <p14:creationId xmlns:p14="http://schemas.microsoft.com/office/powerpoint/2010/main" val="4149475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5641" y="286646"/>
            <a:ext cx="10360337" cy="584775"/>
          </a:xfrm>
          <a:prstGeom prst="rect">
            <a:avLst/>
          </a:prstGeom>
        </p:spPr>
        <p:txBody>
          <a:bodyPr wrap="none">
            <a:spAutoFit/>
          </a:bodyPr>
          <a:lstStyle/>
          <a:p>
            <a:r>
              <a:rPr lang="en-US" sz="3200" b="1">
                <a:solidFill>
                  <a:srgbClr val="FFC000"/>
                </a:solidFill>
              </a:rPr>
              <a:t>IV</a:t>
            </a:r>
            <a:r>
              <a:rPr lang="vi-VN" sz="3200" b="1">
                <a:solidFill>
                  <a:srgbClr val="FFC000"/>
                </a:solidFill>
              </a:rPr>
              <a:t>. </a:t>
            </a:r>
            <a:r>
              <a:rPr lang="en-US" sz="3200" b="1">
                <a:solidFill>
                  <a:srgbClr val="FFC000"/>
                </a:solidFill>
              </a:rPr>
              <a:t>SỰ TỐI ƯU HÓA TRONG KHOA HỌC VẬT LÝ VÀ KỸ THUẬT </a:t>
            </a:r>
            <a:endParaRPr lang="vi-VN" sz="3200" b="1">
              <a:solidFill>
                <a:srgbClr val="FFC000"/>
              </a:solidFill>
            </a:endParaRPr>
          </a:p>
        </p:txBody>
      </p:sp>
      <p:sp>
        <p:nvSpPr>
          <p:cNvPr id="4" name="Rectangle 3">
            <a:extLst>
              <a:ext uri="{FF2B5EF4-FFF2-40B4-BE49-F238E27FC236}">
                <a16:creationId xmlns:a16="http://schemas.microsoft.com/office/drawing/2014/main" id="{9BE67377-50E4-43C0-945B-B03C5FE57044}"/>
              </a:ext>
            </a:extLst>
          </p:cNvPr>
          <p:cNvSpPr/>
          <p:nvPr/>
        </p:nvSpPr>
        <p:spPr>
          <a:xfrm>
            <a:off x="456092" y="1008529"/>
            <a:ext cx="11279816" cy="2862322"/>
          </a:xfrm>
          <a:prstGeom prst="rect">
            <a:avLst/>
          </a:prstGeom>
        </p:spPr>
        <p:txBody>
          <a:bodyPr wrap="square">
            <a:spAutoFit/>
          </a:bodyPr>
          <a:lstStyle/>
          <a:p>
            <a:r>
              <a:rPr lang="en-US" sz="3600" b="1">
                <a:solidFill>
                  <a:srgbClr val="FFFF00"/>
                </a:solidFill>
                <a:latin typeface="Times New Roman" panose="02020603050405020304" pitchFamily="18" charset="0"/>
                <a:cs typeface="Times New Roman" panose="02020603050405020304" pitchFamily="18" charset="0"/>
              </a:rPr>
              <a:t>Ví dụ. </a:t>
            </a:r>
            <a:r>
              <a:rPr lang="en-US" sz="3600">
                <a:solidFill>
                  <a:schemeClr val="bg1"/>
                </a:solidFill>
                <a:latin typeface="Times New Roman" panose="02020603050405020304" pitchFamily="18" charset="0"/>
                <a:cs typeface="Times New Roman" panose="02020603050405020304" pitchFamily="18" charset="0"/>
              </a:rPr>
              <a:t>Người ta cần xây một hàng rào hình chữ nhật để làm một vườn chơi an toàn cho trẻ em. Hãy cho biết diện tích lơn nhất có thể làm vườn cho trẻ nếu mảnh tam giác vuông chứa hình chữ nhật có kich thước các cạnh góc vuông lần lượt là 4m và 12m.</a:t>
            </a:r>
            <a:endParaRPr lang="en-US" sz="3600" i="1">
              <a:solidFill>
                <a:schemeClr val="bg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385CB382-7718-4AC2-AFFB-9D5C58735AA0}"/>
              </a:ext>
            </a:extLst>
          </p:cNvPr>
          <p:cNvPicPr>
            <a:picLocks noChangeAspect="1"/>
          </p:cNvPicPr>
          <p:nvPr/>
        </p:nvPicPr>
        <p:blipFill>
          <a:blip r:embed="rId2"/>
          <a:stretch>
            <a:fillRect/>
          </a:stretch>
        </p:blipFill>
        <p:spPr>
          <a:xfrm>
            <a:off x="874453" y="4007959"/>
            <a:ext cx="3589971" cy="2497841"/>
          </a:xfrm>
          <a:prstGeom prst="rect">
            <a:avLst/>
          </a:prstGeom>
        </p:spPr>
      </p:pic>
      <p:pic>
        <p:nvPicPr>
          <p:cNvPr id="7" name="Picture 6">
            <a:extLst>
              <a:ext uri="{FF2B5EF4-FFF2-40B4-BE49-F238E27FC236}">
                <a16:creationId xmlns:a16="http://schemas.microsoft.com/office/drawing/2014/main" id="{3B277BB2-27D8-45C1-A477-56C841D5959F}"/>
              </a:ext>
            </a:extLst>
          </p:cNvPr>
          <p:cNvPicPr>
            <a:picLocks noChangeAspect="1"/>
          </p:cNvPicPr>
          <p:nvPr/>
        </p:nvPicPr>
        <p:blipFill>
          <a:blip r:embed="rId3"/>
          <a:stretch>
            <a:fillRect/>
          </a:stretch>
        </p:blipFill>
        <p:spPr>
          <a:xfrm>
            <a:off x="6658589" y="4007959"/>
            <a:ext cx="4658958" cy="2224652"/>
          </a:xfrm>
          <a:prstGeom prst="rect">
            <a:avLst/>
          </a:prstGeom>
        </p:spPr>
      </p:pic>
    </p:spTree>
    <p:extLst>
      <p:ext uri="{BB962C8B-B14F-4D97-AF65-F5344CB8AC3E}">
        <p14:creationId xmlns:p14="http://schemas.microsoft.com/office/powerpoint/2010/main" val="14936186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4B2AD48-ABC2-44F5-9614-2CFE26E6C59C}"/>
              </a:ext>
            </a:extLst>
          </p:cNvPr>
          <p:cNvPicPr>
            <a:picLocks noChangeAspect="1"/>
          </p:cNvPicPr>
          <p:nvPr/>
        </p:nvPicPr>
        <p:blipFill>
          <a:blip r:embed="rId2"/>
          <a:stretch>
            <a:fillRect/>
          </a:stretch>
        </p:blipFill>
        <p:spPr>
          <a:xfrm>
            <a:off x="338472" y="283124"/>
            <a:ext cx="3293341" cy="1572570"/>
          </a:xfrm>
          <a:prstGeom prst="rect">
            <a:avLst/>
          </a:prstGeom>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87410733-8166-471A-8193-E42A52E6F500}"/>
                  </a:ext>
                </a:extLst>
              </p14:cNvPr>
              <p14:cNvContentPartPr/>
              <p14:nvPr/>
            </p14:nvContentPartPr>
            <p14:xfrm>
              <a:off x="427680" y="307440"/>
              <a:ext cx="10862640" cy="5983200"/>
            </p14:xfrm>
          </p:contentPart>
        </mc:Choice>
        <mc:Fallback xmlns="">
          <p:pic>
            <p:nvPicPr>
              <p:cNvPr id="3" name="Ink 2">
                <a:extLst>
                  <a:ext uri="{FF2B5EF4-FFF2-40B4-BE49-F238E27FC236}">
                    <a16:creationId xmlns:a16="http://schemas.microsoft.com/office/drawing/2014/main" id="{87410733-8166-471A-8193-E42A52E6F500}"/>
                  </a:ext>
                </a:extLst>
              </p:cNvPr>
              <p:cNvPicPr/>
              <p:nvPr/>
            </p:nvPicPr>
            <p:blipFill>
              <a:blip r:embed="rId4"/>
              <a:stretch>
                <a:fillRect/>
              </a:stretch>
            </p:blipFill>
            <p:spPr>
              <a:xfrm>
                <a:off x="418320" y="298080"/>
                <a:ext cx="10881360" cy="6001920"/>
              </a:xfrm>
              <a:prstGeom prst="rect">
                <a:avLst/>
              </a:prstGeom>
            </p:spPr>
          </p:pic>
        </mc:Fallback>
      </mc:AlternateContent>
    </p:spTree>
    <p:extLst>
      <p:ext uri="{BB962C8B-B14F-4D97-AF65-F5344CB8AC3E}">
        <p14:creationId xmlns:p14="http://schemas.microsoft.com/office/powerpoint/2010/main" val="3518442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4A6B86E-AF99-445B-BC62-96DFD4BFF67D}"/>
              </a:ext>
            </a:extLst>
          </p:cNvPr>
          <p:cNvPicPr>
            <a:picLocks noChangeAspect="1"/>
          </p:cNvPicPr>
          <p:nvPr/>
        </p:nvPicPr>
        <p:blipFill>
          <a:blip r:embed="rId2"/>
          <a:stretch>
            <a:fillRect/>
          </a:stretch>
        </p:blipFill>
        <p:spPr>
          <a:xfrm>
            <a:off x="391298" y="297971"/>
            <a:ext cx="11356951" cy="2126822"/>
          </a:xfrm>
          <a:prstGeom prst="rect">
            <a:avLst/>
          </a:prstGeom>
        </p:spPr>
      </p:pic>
      <p:pic>
        <p:nvPicPr>
          <p:cNvPr id="5" name="Picture 4">
            <a:extLst>
              <a:ext uri="{FF2B5EF4-FFF2-40B4-BE49-F238E27FC236}">
                <a16:creationId xmlns:a16="http://schemas.microsoft.com/office/drawing/2014/main" id="{CA2E3F85-ED8B-410C-B538-5866AD311404}"/>
              </a:ext>
            </a:extLst>
          </p:cNvPr>
          <p:cNvPicPr>
            <a:picLocks noChangeAspect="1"/>
          </p:cNvPicPr>
          <p:nvPr/>
        </p:nvPicPr>
        <p:blipFill>
          <a:blip r:embed="rId3"/>
          <a:stretch>
            <a:fillRect/>
          </a:stretch>
        </p:blipFill>
        <p:spPr>
          <a:xfrm>
            <a:off x="8811508" y="2534450"/>
            <a:ext cx="2833955" cy="3947993"/>
          </a:xfrm>
          <a:prstGeom prst="rect">
            <a:avLst/>
          </a:prstGeom>
        </p:spPr>
      </p:pic>
    </p:spTree>
    <p:extLst>
      <p:ext uri="{BB962C8B-B14F-4D97-AF65-F5344CB8AC3E}">
        <p14:creationId xmlns:p14="http://schemas.microsoft.com/office/powerpoint/2010/main" val="22411260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36C0017-4213-419E-87F0-6CD5E2097CCA}"/>
              </a:ext>
            </a:extLst>
          </p:cNvPr>
          <p:cNvPicPr>
            <a:picLocks noChangeAspect="1"/>
          </p:cNvPicPr>
          <p:nvPr/>
        </p:nvPicPr>
        <p:blipFill>
          <a:blip r:embed="rId2"/>
          <a:stretch>
            <a:fillRect/>
          </a:stretch>
        </p:blipFill>
        <p:spPr>
          <a:xfrm>
            <a:off x="430758" y="330093"/>
            <a:ext cx="7962127" cy="6330862"/>
          </a:xfrm>
          <a:prstGeom prst="rect">
            <a:avLst/>
          </a:prstGeom>
        </p:spPr>
      </p:pic>
      <p:pic>
        <p:nvPicPr>
          <p:cNvPr id="5" name="Picture 4">
            <a:extLst>
              <a:ext uri="{FF2B5EF4-FFF2-40B4-BE49-F238E27FC236}">
                <a16:creationId xmlns:a16="http://schemas.microsoft.com/office/drawing/2014/main" id="{5863C89F-C2D6-41AF-B004-9F17C7EDA1F3}"/>
              </a:ext>
            </a:extLst>
          </p:cNvPr>
          <p:cNvPicPr>
            <a:picLocks noChangeAspect="1"/>
          </p:cNvPicPr>
          <p:nvPr/>
        </p:nvPicPr>
        <p:blipFill>
          <a:blip r:embed="rId3"/>
          <a:stretch>
            <a:fillRect/>
          </a:stretch>
        </p:blipFill>
        <p:spPr>
          <a:xfrm>
            <a:off x="8452280" y="272943"/>
            <a:ext cx="3374276" cy="4700717"/>
          </a:xfrm>
          <a:prstGeom prst="rect">
            <a:avLst/>
          </a:prstGeom>
        </p:spPr>
      </p:pic>
    </p:spTree>
    <p:extLst>
      <p:ext uri="{BB962C8B-B14F-4D97-AF65-F5344CB8AC3E}">
        <p14:creationId xmlns:p14="http://schemas.microsoft.com/office/powerpoint/2010/main" val="2015564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61ACC93-6961-441A-859E-26663CE074EA}"/>
              </a:ext>
            </a:extLst>
          </p:cNvPr>
          <p:cNvPicPr>
            <a:picLocks noChangeAspect="1"/>
          </p:cNvPicPr>
          <p:nvPr/>
        </p:nvPicPr>
        <p:blipFill>
          <a:blip r:embed="rId2"/>
          <a:stretch>
            <a:fillRect/>
          </a:stretch>
        </p:blipFill>
        <p:spPr>
          <a:xfrm>
            <a:off x="387171" y="330157"/>
            <a:ext cx="11449340" cy="2674299"/>
          </a:xfrm>
          <a:prstGeom prst="rect">
            <a:avLst/>
          </a:prstGeom>
        </p:spPr>
      </p:pic>
    </p:spTree>
    <p:extLst>
      <p:ext uri="{BB962C8B-B14F-4D97-AF65-F5344CB8AC3E}">
        <p14:creationId xmlns:p14="http://schemas.microsoft.com/office/powerpoint/2010/main" val="18422022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ABBCCE8-7EA5-4AE8-B3AC-28EA34BED438}"/>
              </a:ext>
            </a:extLst>
          </p:cNvPr>
          <p:cNvPicPr>
            <a:picLocks noChangeAspect="1"/>
          </p:cNvPicPr>
          <p:nvPr/>
        </p:nvPicPr>
        <p:blipFill>
          <a:blip r:embed="rId2"/>
          <a:stretch>
            <a:fillRect/>
          </a:stretch>
        </p:blipFill>
        <p:spPr>
          <a:xfrm>
            <a:off x="443286" y="336023"/>
            <a:ext cx="11305428" cy="5068733"/>
          </a:xfrm>
          <a:prstGeom prst="rect">
            <a:avLst/>
          </a:prstGeom>
        </p:spPr>
      </p:pic>
    </p:spTree>
    <p:extLst>
      <p:ext uri="{BB962C8B-B14F-4D97-AF65-F5344CB8AC3E}">
        <p14:creationId xmlns:p14="http://schemas.microsoft.com/office/powerpoint/2010/main" val="34526781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6AB376C-F02A-4FE9-86E0-A85CF970E510}"/>
              </a:ext>
            </a:extLst>
          </p:cNvPr>
          <p:cNvPicPr>
            <a:picLocks noChangeAspect="1"/>
          </p:cNvPicPr>
          <p:nvPr/>
        </p:nvPicPr>
        <p:blipFill>
          <a:blip r:embed="rId2"/>
          <a:stretch>
            <a:fillRect/>
          </a:stretch>
        </p:blipFill>
        <p:spPr>
          <a:xfrm>
            <a:off x="404031" y="312468"/>
            <a:ext cx="7743926" cy="3261264"/>
          </a:xfrm>
          <a:prstGeom prst="rect">
            <a:avLst/>
          </a:prstGeom>
        </p:spPr>
      </p:pic>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9577F6FC-AFFD-4466-8D85-79548648A4FE}"/>
                  </a:ext>
                </a:extLst>
              </p14:cNvPr>
              <p14:cNvContentPartPr/>
              <p14:nvPr/>
            </p14:nvContentPartPr>
            <p14:xfrm>
              <a:off x="8216640" y="691560"/>
              <a:ext cx="3378960" cy="1352520"/>
            </p14:xfrm>
          </p:contentPart>
        </mc:Choice>
        <mc:Fallback xmlns="">
          <p:pic>
            <p:nvPicPr>
              <p:cNvPr id="2" name="Ink 1">
                <a:extLst>
                  <a:ext uri="{FF2B5EF4-FFF2-40B4-BE49-F238E27FC236}">
                    <a16:creationId xmlns:a16="http://schemas.microsoft.com/office/drawing/2014/main" id="{9577F6FC-AFFD-4466-8D85-79548648A4FE}"/>
                  </a:ext>
                </a:extLst>
              </p:cNvPr>
              <p:cNvPicPr/>
              <p:nvPr/>
            </p:nvPicPr>
            <p:blipFill>
              <a:blip r:embed="rId4"/>
              <a:stretch>
                <a:fillRect/>
              </a:stretch>
            </p:blipFill>
            <p:spPr>
              <a:xfrm>
                <a:off x="8207280" y="682200"/>
                <a:ext cx="3397680" cy="1371240"/>
              </a:xfrm>
              <a:prstGeom prst="rect">
                <a:avLst/>
              </a:prstGeom>
            </p:spPr>
          </p:pic>
        </mc:Fallback>
      </mc:AlternateContent>
    </p:spTree>
    <p:extLst>
      <p:ext uri="{BB962C8B-B14F-4D97-AF65-F5344CB8AC3E}">
        <p14:creationId xmlns:p14="http://schemas.microsoft.com/office/powerpoint/2010/main" val="40419364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0863437-B688-4081-8B1E-C0C6D60FC1BD}"/>
              </a:ext>
            </a:extLst>
          </p:cNvPr>
          <p:cNvPicPr>
            <a:picLocks noChangeAspect="1"/>
          </p:cNvPicPr>
          <p:nvPr/>
        </p:nvPicPr>
        <p:blipFill>
          <a:blip r:embed="rId2"/>
          <a:stretch>
            <a:fillRect/>
          </a:stretch>
        </p:blipFill>
        <p:spPr>
          <a:xfrm>
            <a:off x="411740" y="298854"/>
            <a:ext cx="8390441" cy="4101696"/>
          </a:xfrm>
          <a:prstGeom prst="rect">
            <a:avLst/>
          </a:prstGeom>
        </p:spPr>
      </p:pic>
    </p:spTree>
    <p:extLst>
      <p:ext uri="{BB962C8B-B14F-4D97-AF65-F5344CB8AC3E}">
        <p14:creationId xmlns:p14="http://schemas.microsoft.com/office/powerpoint/2010/main" val="39271346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8401111-6FC3-409F-8353-3C5BE8D172C6}"/>
              </a:ext>
            </a:extLst>
          </p:cNvPr>
          <p:cNvPicPr>
            <a:picLocks noChangeAspect="1"/>
          </p:cNvPicPr>
          <p:nvPr/>
        </p:nvPicPr>
        <p:blipFill>
          <a:blip r:embed="rId2"/>
          <a:stretch>
            <a:fillRect/>
          </a:stretch>
        </p:blipFill>
        <p:spPr>
          <a:xfrm>
            <a:off x="433493" y="327838"/>
            <a:ext cx="7836928" cy="6051968"/>
          </a:xfrm>
          <a:prstGeom prst="rect">
            <a:avLst/>
          </a:prstGeom>
        </p:spPr>
      </p:pic>
    </p:spTree>
    <p:extLst>
      <p:ext uri="{BB962C8B-B14F-4D97-AF65-F5344CB8AC3E}">
        <p14:creationId xmlns:p14="http://schemas.microsoft.com/office/powerpoint/2010/main" val="16594373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782</TotalTime>
  <Words>198</Words>
  <Application>Microsoft Office PowerPoint</Application>
  <PresentationFormat>Widescreen</PresentationFormat>
  <Paragraphs>9</Paragraphs>
  <Slides>18</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18</vt:i4>
      </vt:variant>
    </vt:vector>
  </HeadingPairs>
  <TitlesOfParts>
    <vt:vector size="24" baseType="lpstr">
      <vt:lpstr>Arial</vt:lpstr>
      <vt:lpstr>Calibri</vt:lpstr>
      <vt:lpstr>Calibri Light</vt:lpstr>
      <vt:lpstr>Times New Roman</vt:lpstr>
      <vt:lpstr>Office Theme</vt:lpstr>
      <vt:lpstr>Equation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11</dc:creator>
  <cp:lastModifiedBy>Nguyễn Điệp</cp:lastModifiedBy>
  <cp:revision>19</cp:revision>
  <dcterms:created xsi:type="dcterms:W3CDTF">2021-11-16T10:15:54Z</dcterms:created>
  <dcterms:modified xsi:type="dcterms:W3CDTF">2024-11-04T04:49:12Z</dcterms:modified>
</cp:coreProperties>
</file>