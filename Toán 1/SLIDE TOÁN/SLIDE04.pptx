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257" r:id="rId6"/>
    <p:sldId id="258" r:id="rId7"/>
    <p:sldId id="259" r:id="rId8"/>
    <p:sldId id="260" r:id="rId9"/>
    <p:sldId id="30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352" r:id="rId18"/>
    <p:sldId id="301" r:id="rId19"/>
    <p:sldId id="268" r:id="rId20"/>
    <p:sldId id="269" r:id="rId21"/>
    <p:sldId id="302" r:id="rId22"/>
    <p:sldId id="270" r:id="rId23"/>
    <p:sldId id="271" r:id="rId24"/>
    <p:sldId id="272" r:id="rId25"/>
    <p:sldId id="303" r:id="rId26"/>
    <p:sldId id="273" r:id="rId27"/>
    <p:sldId id="304" r:id="rId2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9.31408" units="1/cm"/>
          <inkml:channelProperty channel="Y" name="resolution" value="49.23077" units="1/cm"/>
          <inkml:channelProperty channel="T" name="resolution" value="1" units="1/dev"/>
        </inkml:channelProperties>
      </inkml:inkSource>
      <inkml:timestamp xml:id="ts0" timeString="2021-10-19T08:45:51.670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1" timeString="2021-10-19T08:45:56.044"/>
    </inkml:context>
  </inkml:definitions>
  <inkml:trace contextRef="#ctx0" brushRef="#br0">27062 13494 0,'0'0'16</inkml:trace>
  <inkml:trace contextRef="#ctx1" brushRef="#br0">1377 5525 940 0,'0'0'318'0,"0"0"-157"16,0 0-10-16,0 0-28 15,0 0 39-15,0 0 55 16,-27-14-64-16,20 11-38 16,1 3 50-16,2-2-89 15,1 2 21-15,1 0-41 16,2 0-30-16,-2 0 42 15,2 0-68-15,0 0 0 16,-2 0 32-16,2 0-17 16,0 0-14-16,0 0-1 15,0 0 1-15,0 0 30 0,0 0-31 16,0 0 0-16,6-4 15 16,7-6 0-16,8-10-16 15,8-8 1-15,4-12-14 16,5-6-2-16,-1-5-21 15,0 1-35-15,-6-1 58 16,-7 2-56-16,-8 5 24 16,-5 6 18-16,-6 9 28 15,-3 3 13-15,-2 11-12 16,0 5-1-16,0 6 43 16,0 1-42-16,0 3-2 15,0 0-6-15,-2 5-22 16,-5 22 28-16,-2 16-20 15,-4 18 21-15,-3 28 7 0,-2 27-1 16,3-4 18-16,-2-15-6 16,7-13-17-16,1-19 61 15,-3 6-61-15,2 6 0 16,-1-9 27-16,-1-8-14 16,-1-9-11-16,-3-13-3 15,1-8 0-15,-1-8-3 16,1-10 3-16,-4-6 0 15,2-6-6-15,-1 0 16 16,3-26-20-16,5-13 2 16,10-9 1-16,0-8-20 0,25-4 27 15,10-2-37-15,11 1-12 16,-2 0-78-16,3 1 23 16,17-20-78-1,-12 15-200-15,-8 9-340 0</inkml:trace>
  <inkml:trace contextRef="#ctx1" brushRef="#br0" timeOffset="243.86">1939 5005 1320 0,'0'0'346'0,"0"0"-251"0,0 0-50 16,0 0 62-16,-78 114 29 15,51-49 45-15,9 8-52 16,4 7-64-16,12-1 44 16,2-7-102-16,8-8 1 15,16-12-8-15,7-10-71 16,7-11 7-16,17-16-82 16,-10-8-191-16,-9-7-177 0</inkml:trace>
  <inkml:trace contextRef="#ctx1" brushRef="#br0" timeOffset="645.39">1995 5395 1092 0,'0'0'589'0,"0"0"-496"0,0 0-81 16,0 0 57-16,0 0-68 15,0 0 60-15,0 0 24 16,71 26 7-16,-63-3 11 15,-2 0-48-15,-6 9-12 16,0-3 58-16,0 2-84 16,0-4 22-16,-6-7-23 15,4-6-14-15,2-5-2 16,0-7-27-16,8-2-29 16,11 0 41-16,4-18-80 15,-1-4-69-15,-2-7-63 16,-4 5 72-16,-8 4 141 15,-5 6 14-15,-3 10 101 0,0 4 27 16,0 0-93-16,-3 22 45 16,-1 6 10-16,4 6-32 15,0 2 16-15,0-2-74 16,7-6 0-16,9-3-12 16,1-10 12-16,1-4-28 15,3-9-62-15,2-4-72 16,-4-19 2-16,-7-4-380 0</inkml:trace>
  <inkml:trace contextRef="#ctx1" brushRef="#br0" timeOffset="823.31">2414 5139 1692 0,'0'0'328'0,"0"0"-197"15,0 0-18 1,0 0 38-16,84 128-57 0,-76-61-20 15,-8 8 1-15,0 6-74 16,-12 3-1-16,-19 17-80 16,4-21-137-16,2-19-362 0</inkml:trace>
  <inkml:trace contextRef="#ctx1" brushRef="#br0" timeOffset="1741.93">2911 5801 1664 0,'0'0'386'0,"0"0"-299"16,0 0-5-16,0 0-12 15,0 0-63-15,0 0 67 16,87-124-74-16,-49 71 21 16,1-7-10-16,7-5-11 15,-7-8-1-15,-1-2-11 16,-5-1-26-16,-8 0 14 15,-7 4-44-15,-9 11 60 16,-5 12 8-16,-4 17 1 16,0 16 51-16,0 14-37 15,-17 2-2-15,-3 18-16 16,-7 22 3-16,0 14 0 16,5 12 67-16,4 10-39 15,9 7 24-15,7-1-10 16,2-6-18-16,0-8 28 15,17-12-52-15,10-10 0 0,2-14 18 16,7-11-18-16,-1-15-1 16,4-6-32-16,-6-6-50 15,-1-25 29-15,-6-6-104 16,-8-11-93-16,-7 1 105 16,-4 7 11-16,-7 11 135 15,0 14 137-15,0 15 71 16,0 0-74-16,-9 24-105 15,-5 14 71-15,1 3 48 16,4 1-120-16,4-5 8 16,3-7-36-16,2-9-30 0,0-7-22 15,2-10-68-15,10-4-71 16,-1 0 15-16,2-43-146 16,1 3-221-16,-3-2-129 15</inkml:trace>
  <inkml:trace contextRef="#ctx1" brushRef="#br0" timeOffset="2259.95">3490 5479 411 0,'0'0'981'15,"0"0"-593"-15,0 0-230 16,0 0 1-16,0 0-43 16,0 0-75-16,0 0 14 15,98 99-46-15,-64-94-7 16,1-5 62-16,2 0-64 16,-8-21-25-16,-8-4-35 0,-7-6 7 15,-12 1 7-15,-2-2-66 16,0 6 39-16,-12 6 73 15,-3 8 12-15,-1 12 58 16,1 4-25-16,2 27 4 16,-1 10 74-16,8 10-64 15,6-2-12-15,0-3 17 16,2-8-62-16,16-9 27 16,2-9-24-16,2-11 1 15,5-4 25-15,0-5-31 16,4-6-15-16,2-20-7 15,-1-6-47-15,-3-5 16 16,-7 7-28-16,-9 9 51 0,-6 12 3 16,-5 9 27-16,-2 11-1 15,0 18 1-15,0 7 65 16,-9 1 18-16,3-7-34 16,1-10-49-16,5-9 43 15,0-4-43-15,0-7-7 16,9 0 6-16,18-8-54 15,10-13 27-15,5-1-15 16,6-2 10-16,-2 6 11 16,-3 11 22-16,-8 7-7 15,-6 0 1-15,-8 17 0 16,-10 8-1-16,-7 1 4 16,-4-2-62-16,-4-4 35 0,-38-6-122 15,-1-6-203 1,1-8-607-16</inkml:trace>
  <inkml:trace contextRef="#ctx1" brushRef="#br0" timeOffset="2410.75">3534 5206 1833 0,'0'0'503'0,"0"0"-445"15,0 0-31-15,123-44-27 16,-65 44-9-16,18 5 1 15,-13 22-137-15,-12-1-462 0</inkml:trace>
  <inkml:trace contextRef="#ctx1" brushRef="#br0" timeOffset="3213.25">5087 5066 1066 0,'0'0'387'15,"0"0"-109"-15,0 0-65 16,0 0-62-16,0 0 22 16,0 0-71-16,0 0-1 15,29-46-70-15,-29 81-22 16,-8 17 83-16,-5 16-5 16,2 16-49-16,2 5 55 15,3-1-87-15,1-4 6 16,5-12 0-16,0-14 0 15,0-11-14-15,11-15 2 16,3-8 0-16,5-10-31 16,2-6-17-16,1-8-68 15,-2-12-76-15,-4-16-174 0,-8-8-394 16</inkml:trace>
  <inkml:trace contextRef="#ctx1" brushRef="#br0" timeOffset="3771.17">4926 5474 578 0,'0'0'1116'16,"0"0"-775"-16,0 0-223 16,0 0-49-16,0 0-48 15,118-68-13-15,-62 48 0 16,2 6-8-16,-4 5 0 16,-6 9 49-16,-9 3-39 15,-16 23 17-15,-9 12 50 16,-12 8 15-16,-2 6 25 15,0 1-48-15,-2-5-63 16,-6-9 51-16,2-8-57 0,6-13 0 16,0-9-6-16,0-9-50 15,19 0 10-15,10-14-4 16,4-16-104-16,5-11-53 16,-3-9-81-16,-6 0 20 15,-6 9 133-15,-9 13 135 16,-10 16 229-16,-4 12-26 15,0 2-118-15,-8 26 82 16,-4 7-43-16,3 4-1 16,5-3-59-16,4-4-27 15,0-10 6-15,19-5-43 16,12-11 2-16,12-6-8 16,3-4 6-16,6-20-31 0,-6-8-56 15,-7-9-9-15,-12-1 60 16,-14-2-55-16,-13 7 17 15,0 5 74-15,-9 15 25 16,-16 13 50-16,-4 4 5 16,2 18 42-16,5 17 19 15,7 8-92-15,6 3-16 16,9 3 36-16,0-6-62 16,17 0-14-16,10-8-24 15,2-4-78-15,-4-1-85 16,-12-7-335-16,-11-10-567 0</inkml:trace>
  <inkml:trace contextRef="#ctx1" brushRef="#br0" timeOffset="3873.45">5443 6028 1976 0,'0'0'272'0,"0"0"-272"16,0 0-138-16,0 0-191 0</inkml:trace>
  <inkml:trace contextRef="#ctx1" brushRef="#br0" timeOffset="4558.08">6549 5228 1378 0,'0'0'281'0,"0"0"-137"0,0 0-9 15,0 0-59-15,0 0 56 16,0 0-48-16,0 0-16 16,0 10-28-16,0 18-38 15,0 13 45-15,0 12 17 16,0 8-28-16,0 2 57 16,0-1-73-16,0-5 2 15,-6-10-5-15,0-6-16 16,4-11 8-16,-2-6-9 15,4-6-83-15,0-6-24 16,0-12-185-16,0 0-229 0,0-5-408 16</inkml:trace>
  <inkml:trace contextRef="#ctx1" brushRef="#br0" timeOffset="5293.2">6199 5617 998 0,'0'0'182'16,"0"0"-11"-16,0 0 48 15,0 0-58-15,0 0 23 16,0 0 55-16,0 0-112 16,-7-36-54-16,30 26-52 0,10-4-20 15,7-1 13 1,11 1-14-16,5 2 0 15,4 0-7-15,5 2 20 0,4-2-13 16,0 2 0-16,-2-2 0 16,-4 0 24-16,-11 2-24 15,-13 2 0-15,-15 4-3 16,-10 2 17-16,-10 2-16 16,-4 0 2-16,-2 0 0 15,-21 10 28-15,-12 12-27 16,-5 8 6-16,-7 4 72 15,3 5-60-15,1-2 40 16,7 1-35-16,9-4-10 16,12-5 8-16,9-7-22 15,6-8-9-15,0-4 0 0,19-8-4 16,12-2 13-16,10-2-55 16,5-22-39-1,0-8 24-15,-5-10-63 16,-5 0-13-16,-9-1 51 0,-12 11 59 15,-8 12 36-15,-7 12 157 16,0 8-36-16,0 0-44 16,-2 20-77-16,-7 10 49 15,4 4 60-15,5 2-71 16,0-2 14-16,0-3-47 16,19-9 7-16,0-7-14 15,6-6 2-15,2-9-26 0,-1 0-19 16,1-5-43-16,-2-17-20 15,-3-7-104-15,-2-7-12 16,-4 0 38-16,-7 6 4 16,-3 7 182-16,-4 15 165 15,-2 8-5-15,0 4-36 16,0 23 50-16,0 4-48 16,0 10 19-16,0-4-82 15,0-2-36-15,0-5-27 16,0-7-14-16,0-11-97 15,0-12-176-15,0 0-303 16,0-5-319-16</inkml:trace>
  <inkml:trace contextRef="#ctx1" brushRef="#br0" timeOffset="5423.82">7057 5155 2378 0,'0'0'334'16,"0"0"-328"-16,0 0-6 15,3 119-198-15,-6-33 42 16,-8 4-393-16</inkml:trace>
  <inkml:trace contextRef="#ctx1" brushRef="#br0" timeOffset="5506.91">6919 6180 912 0,'0'0'0'0</inkml:trace>
  <inkml:trace contextRef="#ctx1" brushRef="#br0" timeOffset="6104.89">8136 5073 1773 0,'0'0'338'16,"0"0"-218"-16,0 0 41 0,0 0-146 15,0 0 38 1,0 0-1-16,0 0-29 0,2 2 6 16,9 59 58-16,1 14-2 15,1 10 12-15,3 2-66 16,1-3 12-16,1-10-34 16,-3-15-3-16,3-10 18 15,-1-18-24-15,0-12 0 16,3-14 27-16,5-5-26 15,6-15 45-15,7-29-37 16,2-18 0-16,5-17-18 16,-1-9-31-16,-4 0-8 15,0 7 24-15,-6 16-69 16,1 12-42-16,-8 19-96 16,-9 17-321-16</inkml:trace>
  <inkml:trace contextRef="#ctx1" brushRef="#br0" timeOffset="6303.64">7989 5513 1213 0,'0'0'1098'16,"0"0"-764"-16,0 0-266 15,0 0-41-15,156-41 2 16,-74 25-12-16,10 1-34 15,3 2 8-15,21-3-210 16,-24 6-270-16,-21 0-606 0</inkml:trace>
  <inkml:trace contextRef="#ctx1" brushRef="#br0" timeOffset="6653.83">8691 5430 1984 0,'0'0'235'0,"0"0"-235"16,0 0-21-16,0 0 21 16,0 0 89-16,9 141 65 15,-9-97 7-15,0 0-73 16,-7-4-72-16,-2-10 41 0,5-10-57 16,2-8 0-1,2-10 0-15,0-2 0 16,0-8-6-16,13-25-44 15,9-14-180-15,1-10 99 0,-4-4-121 16,-3 6 108-16,-5 15 144 16,-9 19 272-16,-2 16 26 15,0 5-215-15,0 26-65 16,-2 16 36-16,2 8-54 16,0 4 15-16,18-1-15 15,24-10-25-15,14-9-127 16,52-19-51-16,-15-11-321 15,-6-4-592-15</inkml:trace>
  <inkml:trace contextRef="#ctx1" brushRef="#br0" timeOffset="6900.68">9818 5203 2169 0,'0'0'263'16,"0"0"-236"-16,0 0-27 15,-115-19-5-15,59 20 5 16,1 25 112-16,1 12-12 16,12 15-6-16,9 8-74 15,14 2-11-15,13 5 56 16,6-5-55-16,2-5 1 16,25-10-11-16,6-8 1 15,5-12-2-15,3-10-62 0,-2-12-117 16,-7-6-136-1,-19 0-360-15</inkml:trace>
  <inkml:trace contextRef="#ctx1" brushRef="#br0" timeOffset="7038.62">9297 5522 1952 0,'0'0'538'0,"0"0"-404"15,0 0-134-15,0 0-25 16,168-14-16-16,-68 14-49 15,-15 0-38-15,-5 0-436 0</inkml:trace>
  <inkml:trace contextRef="#ctx1" brushRef="#br0" timeOffset="7298.87">10049 5213 857 0,'0'0'822'16,"0"0"-682"-16,0 0-97 15,0 0 11-15,0 0 166 16,-3 133-33-16,-1-75-29 16,2 5-27-16,2-5-111 15,0 0-9-15,0-12-11 16,2-11-18-16,7-10-76 15,5-15-36-15,7-10-128 0,0-22-9 16,-1-10-645-16</inkml:trace>
  <inkml:trace contextRef="#ctx1" brushRef="#br0" timeOffset="7747.07">10244 5203 1896 0,'0'0'246'16,"0"0"-235"-16,0 0-11 15,-6 139 0-15,-3-79 93 16,0 5 14-16,0-4 10 16,5-1-43-16,-1-6-61 15,3-9-7-15,0-15-6 0,2-9-59 16,0-12 41-16,-2-9-41 16,2 0 23-16,-2-9 14 15,-1-22-251-15,3-13 31 16,0-16 7-16,0-11-260 15,0-8 273-15,16 1 222 16,4 7 75-16,7 9 265 16,4 14-82-16,5 16-157 15,1 13-100-15,-1 17 12 16,-2 2 92-16,-10 22-40 16,-10 14 36-16,-14 10 57 15,-7 9-46-15,-34 1-1 0,-9-3-25 16,-8-6-38-16,2-9 38 15,11-14-71-15,14-10 40 16,15-8-3-16,14-3-7 16,2-3 25-16,11 0-70 15,22 4 6-15,13 3-5 16,6 5-1-16,8 7-15 16,28 6-44-16,-16-2-184 15,-14-8-631-15</inkml:trace>
  <inkml:trace contextRef="#ctx1" brushRef="#br0" timeOffset="8966.01">11344 5499 1026 0,'0'0'348'0,"0"0"-107"15,0 0-21-15,0 0-2 16,0 0 41-16,0 0-98 16,0 0-8-16,-33-32-38 15,33 32-54-15,0 0-2 16,0 0-47-16,0 0-2 15,0 0 44-15,0 0-53 16,0 0-1-16,0 0 5 16,0 0-4-16,0 0 9 15,0 0-10-15,0 0 0 16,0 0 10-16,0 0-2 16,0 0-9-16,0 0 1 0,0 0 0 15,0 0 0-15,0 0 0 16,0 0 0-16,0 0-24 15,0 0 24-15,0 0-1 16,0 0-16-16,0 0 17 16,0 0-15-16,0 0 15 15,0 0 0-15,0 0-10 16,0 0 17-16,0 0-14 16,0 0 7-16,0 0 0 15,0 0 9-15,0 0-9 16,0 0 0-16,0 0 1 15,0 0 20-15,0 0-28 16,0 0 14-16,0 0-7 0,0 0 18 16,0 0-18-1,0 0 0-15,0 0-6 0,0 0 7 16,0 0-2-16,0 0-5 16,0 0 6-16,0 0 16 15,0 0-16-15,2 0-9 16,11 0-15-16,11 0 47 15,8 0-29-15,7 3 6 16,9-1 0-16,2-2-6 16,2 2-38-16,-3-2-78 15,5 5-69-15,-14 0-185 16,-11-1-396-16</inkml:trace>
  <inkml:trace contextRef="#ctx1" brushRef="#br0" timeOffset="11789.78">11083 5576 1588 0,'0'0'521'0,"0"0"-458"0,0 0-39 15,0 0 32-15,0 0-34 16,0 0 55-16,0 0 39 16,-21 70 1-16,-16-25-12 15,-7 2-105-15,-4-4-3 16,6-5-12-16,15-10-130 15,11-8-91-15,14-16-517 0</inkml:trace>
  <inkml:trace contextRef="#ctx1" brushRef="#br0" timeOffset="12905.73">11569 4942 1005 0,'0'0'538'0,"0"0"-284"16,0 0-106-16,0 0-31 16,0 0 5-16,0 0-60 15,0 0-3-15,-5 53 2 16,1-2 74-16,-2 12 15 16,-6 7-80-16,1 5-4 15,-1-5-9-15,4-2-39 16,-1-7 19-16,7-3-37 15,2-9 0-15,0-6 9 16,0-10-9-16,2-6-15 0,13-10-7 16,6-2-41-16,5-10 13 15,8-2-29-15,1-3-64 16,3-4 51-16,-4-17-71 16,-5-7 6-16,-5-4 6 15,-4-2 70-15,-4-2 81 16,-3 4 0-16,-4 4 75 15,-5 10 127-15,-2 6-48 16,-2 7-3-16,0 5-78 16,0 3-46-16,-6 20-12 15,-5 14-2-15,3 6 23 0,0 2 49 16,8-3-84 0,0-6 32-16,0-9-33 0,18-10 11 15,7-5-7-15,2-7-4 16,4-5-48-16,0 0 21 15,3-21-74-15,-3-6 3 16,-4-11-59-16,-6-6-152 16,-5 2-15-16,-5 5 91 15,-7 14 233-15,-4 14 199 16,0 9-59-16,0 9-90 16,-6 22 103-16,-5 10 24 15,0 0-27-15,0-1-115 16,4-4-21-16,5-7-3 0,2-9-11 15,0-6-65 1,0-7-122-16,0-7-54 0,0 0 111 16,0-37-121-16,0-16-405 15,11-3 129-15,5 1 527 16,-1 20 161-16,3 7 166 16,5 1 28-16,0 4-14 15,7 3-133-15,-4 10-56 16,-1 5-8-16,-5 5-97 15,-7 0 4-15,-6 15-26 16,-7 9-14-16,0 6 66 16,-17 5 8-16,-4 2 27 15,8 1-2-15,4-2-73 16,9-4 10-16,0-5-26 0,24-10-20 16,16-5 33-16,12-10-34 15,6-2-47-15,4-5-86 16,1-41-99-16,-16 2-123 15,-18-4-470-15</inkml:trace>
  <inkml:trace contextRef="#ctx1" brushRef="#br0" timeOffset="13054.28">12395 4824 1945 0,'0'0'325'0,"0"0"-242"16,0 0-77-16,0 0-12 15,-149 164-28-15,82-53-75 16,11-12-157-16,12-15-1270 0</inkml:trace>
  <inkml:trace contextRef="#ctx1" brushRef="#br0" timeOffset="13968.68">13006 5891 1243 0,'0'0'893'0,"0"0"-778"15,0 0-115-15,0 0-17 16,114-98-38-16,-62 46 30 16,4-9 0-16,4-6-40 15,-2-12 53-15,0-5-80 16,-10-3 0-16,-5-1 15 15,-17 4-18-15,-10 12 95 16,-11 16 127-16,-5 16 31 16,0 16-22-16,-19 13-81 15,0 11-54-15,-8 7 21 16,0 27-11-16,-2 16 101 16,2 16-22-16,6 13-3 0,7 4 9 15,9 5-29 1,5-7-37-16,0-5 21 0,21-11-50 15,5-14 23-15,6-10-23 16,-1-15 0-16,5-14-1 16,-1-9-6-16,3-3-24 15,-5-5-6-15,-2-19-65 16,-8-6-5-16,-10 0 36 16,-6 3 47-16,-7 10 23 15,0 10 49-15,-9 7-17 16,-11 5 2-16,0 19-22 15,-1 8 57-15,8 1-41 16,5 1-28-16,8-5 22 16,0-5-22-16,0-6-48 0,2-6-23 15,7-5-33-15,-5-7-10 16,2 0-16-16,0 0 49 16,-2-17-51-16,0-1 26 15,1 0 106-15,-1 6 85 16,-2 4 130-16,2 8-53 15,1 0-141-15,2 0 4 16,2 3-7-16,-3 12-18 16,4-1 0-16,-6 0-7 15,-4-4-132-15,0-4-168 16,0-6-433-16</inkml:trace>
  <inkml:trace contextRef="#ctx1" brushRef="#br0" timeOffset="14090.11">13647 5293 1971 0,'0'0'0'15,"0"0"-88"-15,154 0-610 0</inkml:trace>
  <inkml:trace contextRef="#ctx1" brushRef="#br0" timeOffset="15168.84">14235 5763 1761 0,'0'0'341'15,"0"0"-341"-15,0 0-49 0,120-92-206 16,-70 34-43-16,0-10 199 15,4-10 99-15,-4 1 109 16,-9 1-16-16,-5 5-24 16,-11 13-11-16,-15 16-32 15,-7 16 116-15,-3 20 91 16,-5 6-159-16,-16 28-53 16,-6 24-14-16,0 32 75 15,0 39 41-15,2 25-33 16,5-7 13-16,7-32-8 15,4-36-63-15,0-22 18 16,-2 3-43-16,0-3-6 16,-5-1 10-16,3-14-11 0,1-15 0 15,4-11 20 1,-1-10-19-16,3 0 20 0,0-18-18 16,6-24-3-16,0-15-18 15,25-17-36-15,29-28-8 16,27-28-72-16,23-23-97 15,10 1-57-15,-21 27 83 16,-26 39 85-16,-32 38 119 16,-16 14 1-16,-6 2 105 15,-4 9 73-15,-9 3 46 16,0 17-13-16,-24 3-135 16,-12 28-74-16,-7 20 64 15,-1 18-19-15,9 10 2 16,6 7 18-16,12 1-54 15,13-8 14-15,4-7-27 16,4-13 1-16,21-14-23 0,4-14 14 16,4-12-23-16,-1-10-18 15,-1-6-82-15,-4-10-7 16,-3-48-116-16,-8-11-257 16,-5 5-150-16,-6 6-271 15,-5 40 932-15,0 10 952 16,0 2-366-16,0 6-283 15,0 0-101-15,0 12-140 16,0 18 86-16,0 11-13 16,-3 5-42-16,-2-1-14 15,-1 0-44-15,-1-12 0 0,5-8-35 16,0-10 14-16,2-6 10 16,0-9-15-16,11 0-9 15,13-7 12-15,10-20-12 16,3-16-37-16,2-11-131 15,-10-5-21-15,-7 0-3 16,-8 9 48-16,-10 20 144 16,-4 18 203-16,0 12-85 15,-7 16-43-15,-9 24 63 16,3 8-49-16,2 4 26 16,8-3-114-16,3-5 20 15,0-8-21-15,5-12-13 16,9-8-7-16,1-12-58 0,3-8-46 15,-7-19-73 1,-2-6-383-16</inkml:trace>
  <inkml:trace contextRef="#ctx1" brushRef="#br0" timeOffset="15325.77">15492 5020 2282 0,'0'0'505'0,"0"0"-446"16,0 0-59-16,60 113 0 15,-60-30 40-15,-9 33-38 16,-33 26-2-16,-7-10-3 16,-9-17-130-16,14-43-168 15,15-42-766-15</inkml:trace>
  <inkml:trace contextRef="#ctx1" brushRef="#br0" timeOffset="16752.68">16615 5097 1352 0,'0'0'372'16,"0"0"-151"-16,0 0-154 15,0 0-65-15,0 0 80 16,-156 7 10-16,100 27 39 16,4 10-25-16,-2 9-23 15,9 8 17-15,9 1-46 16,12-2-23-16,13-6 26 16,11-8-48-16,0-4 20 0,11-10-28 15,18-7 14-15,12-13 0 16,5-10-15-16,5-2-24 15,1-13 23-15,-4-14-81 16,-3-10 25-16,-9-1-43 16,-9 1 26-16,-10 4 74 15,-7 8-33-15,-8 10 33 16,-2 11 97-16,0 4-84 16,0 4 5-16,-12 16-9 15,1 7 20-15,5 2 36 16,4 2-50-16,2-6 0 15,0-1 5-15,10-5-19 16,9-5-2-16,2-9-8 16,8-5-15-16,5 0 22 15,6-22-90-15,2-10-27 0,1-6-57 16,-1 0-71-16,-8 2 58 16,-7 11 106-16,-12 11 83 15,-10 14 21-15,-5 0-10 16,0 14 46-16,-8 18 116 15,-11 3-1-15,-1 3-28 16,1-6-68-16,4-7-41 16,7-10 14-16,2-6-49 15,6-5 0-15,0-4 21 16,0 0-21-16,4 0-17 16,13-13-38-16,7-2-15 0,6-2 49 15,-1 5-20 1,4 2 23-16,2 3 11 15,5 0 7-15,7 0 10 16,3-2-10-16,-4-3-33 0,-1-4 27 16,-7-2-160-16,-11-4-29 15,-14-3 34-15,-11 4 0 16,-2 3 68-16,-4 8 93 16,-17 10 44-16,-5 3 90 15,-1 32 40-15,1 20 57 16,1 17-39-16,2 11-51 15,4 8 15-15,5-3-50 16,1-1-51-16,7-10 28 16,0-8-77-16,2-11-6 0,4-14 0 15,-2-12-12-15,2-12-1 16,-2-10-47-16,-3-10-61 16,-9-18 56-16,4-15-27 15,-3-10-606-15</inkml:trace>
  <inkml:trace contextRef="#ctx1" brushRef="#br0" timeOffset="16926">16930 5007 2009 0,'0'0'281'16,"0"0"-281"-16,0 0 18 15,0 0 25-15,0 0-10 0,31 112 17 16,9-84-10-16,16-8-40 15,44-16-111-15,-13-4-146 16,-6 0-484-16</inkml:trace>
  <inkml:trace contextRef="#ctx1" brushRef="#br0" timeOffset="18035.87">17797 5750 1602 0,'0'0'527'16,"0"0"-411"-16,0 0-87 0,0 0-7 15,151-75 6 1,-90 20-27-16,-1-11-1 0,0-9 22 15,-2-9-20 1,-6-4 1-16,-10 2-3 0,-9 4 0 16,-8 9 12-16,-15 14-12 15,-4 17 58-15,-6 19 45 16,0 22-38-16,-12 1-48 16,-13 34-16-16,-3 22-1 15,1 17 77-15,3 19-28 16,8 1-7-16,11 4-12 15,5-9-29-15,2-12 18 16,21-16-19-16,6-17 0 16,4-18-8-16,7-14 8 15,3-11-7-15,3-9-44 0,-1-26-80 16,-5-14-68 0,-4-5-32-16,-12-2-54 0,-7 12 191 15,-11 11 94-15,-6 22 326 16,0 11-162-16,-2 4-136 15,-14 24 12-15,-1 9 31 16,0 7-3-16,7-1 41 16,5-5-94-16,5-3-11 15,0-9-4-15,9-13-38 16,16-6 6-16,8-7-26 16,5-2-34-16,4-19 33 15,-2-9-25-15,-4-6-4 16,-7-6-18-16,-9 0 10 0,-9 4 96 15,-7 6 39 1,-4 11 98-16,0 7 51 0,-13 14-142 16,-9 0-29-16,-9 11-6 15,0 19 4-15,4 10 26 16,4 4-7-16,10 5-33 16,11-3 66-16,2-8-59 15,9-6 1-15,22-13 0 16,13-8-9-16,12-11 0 15,8 0-56-15,4-18-97 16,-3-13 16-16,-7-4-82 16,-14 0 69-16,-11 8 74 15,-17 10 76-15,-12 13 155 16,-4 4-36-16,-2 9-55 16,-16 15 123-16,1 3-76 0,3-1-15 15,7-3-55-15,7-7-16 16,0-9-3-16,9-2-22 15,24-5-15-15,13 0-22 16,9-17-91-16,3-1-21 16,-5-1 51-16,-3 5 64 15,-15 7 28-15,-8 7 3 16,-11 5 3-16,-9 16 28 16,-7 9-22-16,0 1-4 15,-12-4 5-15,-14-4-7 16,-8-7 0-16,-31-14-90 15,5-2-184-15,0 0-625 0</inkml:trace>
  <inkml:trace contextRef="#ctx1" brushRef="#br0" timeOffset="18171.99">18546 5279 1517 0,'0'0'646'0,"0"0"-452"15,89-104-19-15,-26 74-90 16,8 14-85-16,11 11-14 15,32 17-7-15,-18 18-190 16,-15 3-360-16</inkml:trace>
  <inkml:trace contextRef="#ctx1" brushRef="#br0" timeOffset="18546.68">20343 4971 1846 0,'0'0'365'0,"0"0"-365"16,0 0-56-16,0 0-114 0,0 0 170 15,-21 148 157-15,0-34 60 16,-4 31-34-16,2-7-91 16,10-27-74-16,9-38 35 15,2-26-53-15,2-3-23 16,0-2-50-16,0-1-85 15,0-22-95-15,0-12-234 16,2-7-157-16</inkml:trace>
  <inkml:trace contextRef="#ctx1" brushRef="#br0" timeOffset="19034.78">19875 5522 1770 0,'0'0'510'0,"0"0"-463"16,0 0-47-16,144-81-45 15,-65 64 8-15,10 11 37 16,0 6 35-16,-6 14-25 16,-14 21 53-16,-23 9-3 15,-21 4-40-15,-18 3 61 16,-7-4-6-16,-5-5-32 16,-10-12 9-16,1-9-51 15,7-8 13-15,7-11-14 16,0-2-20-16,12-2 2 15,23-23-82-15,12-16-161 16,6-10-125-16,3 0-240 16,-9 2 53-16,-16 14 573 15,-11 16 543-15,-15 17-173 0,-5 2-122 16,0 23-59-16,-11 9 49 16,0 4-130-16,6 0 3 15,5-7-63-15,2-7-17 16,29-8-6-16,12-9-25 15,11-5-20-15,-2-9-79 16,-2-16-117-16,-17-8 23 16,-15-4 55-16,-15 0 65 15,-3 5 73-15,-7 6 10 16,-13 12 126-16,1 12 82 16,4 2-82-16,4 14 25 15,6 20-84-15,5 12-46 16,2 6-31-16,46 19-4 0,-2-13-199 15,-1-14-362-15</inkml:trace>
  <inkml:trace contextRef="#ctx1" brushRef="#br0" timeOffset="19147.05">20559 6034 2365 0,'0'0'387'0,"0"0"-387"16,0 0-321-16,0 0-517 0</inkml:trace>
  <inkml:trace contextRef="#ctx1" brushRef="#br0" timeOffset="19537.37">22271 5015 316 0,'0'0'1660'0,"0"0"-1510"16,0 0-150-16,0 0 0 15,-33 109 51-15,6-25 56 16,2 30 36-16,5-6-28 16,9-13-81-16,7-14-1 15,4-26-33-15,0-4-90 16,0-5-42-16,9-22-101 15,-1-10-162-15,-4-14-462 0</inkml:trace>
  <inkml:trace contextRef="#ctx1" brushRef="#br0" timeOffset="20069.26">21840 5486 1884 0,'0'0'588'0,"0"0"-509"15,0 0-79-15,135-48-71 16,-40 31 32-16,-1 5 38 15,9 5 1-15,-7 7 19 16,-27 0 75-16,-7 14-73 16,-24 8 7-16,-20 7 14 15,-18 4-20-15,-2 4 56 16,-23 0-35-16,0-1-34 16,3-7 10-16,7-9-19 15,8-11 0-15,7-9-34 16,0 0-21-16,13-9 28 15,18-19-152-15,7-8-184 16,5-5 12-16,-6 7 40 16,-10 10 311-16,-12 14 255 0,-7 10-2 15,-8 10-87-15,0 22-22 16,0 11-12-16,0 1 15 16,0-2-101-16,0-8-7 15,0-6-38-15,17-9 8 16,10-10 7-16,4-7-16 15,5-2-32-15,0-8-86 16,-5-18-71-16,-5-12-79 16,-3-12-5-16,-5-6 18 15,-5-2 15-15,1 7 240 16,-5 13 71-16,-5 14 557 16,-2 14-263-16,-2 10-162 0,0 2-146 15,0 20-45-15,0 12 80 16,0 4-59-16,0 6-27 15,0 0-6-15,0-3-14 16,0-11-97-16,0-14-173 16,0-13-271-16,0-3-302 0</inkml:trace>
  <inkml:trace contextRef="#ctx1" brushRef="#br0" timeOffset="20192.95">22905 5049 1145 0,'0'0'1326'0,"0"0"-1116"16,0 0-210-16,0 0-256 0,4 160-36 16,-8-76-406-16</inkml:trace>
  <inkml:trace contextRef="#ctx1" brushRef="#br0" timeOffset="20294.91">22594 6101 409 0,'0'0'1739'16,"0"0"-1209"-16,0 0-530 15,0 0-126-15,0 0-113 16,0 0-688-16</inkml:trace>
  <inkml:trace contextRef="#ctx1" brushRef="#br0" timeOffset="20744.77">23649 5409 1835 0,'0'0'339'15,"0"0"-225"-15,0 0 7 16,114-14 13-16,-95 25-48 16,-7 21-41-16,-12 12 48 15,0 12-41-15,-19 6 22 16,-7 2-23-16,-1-9-37 15,5-11-1-15,8-16-13 16,8-12 0-16,6-10 8 16,0-6-8-16,8 0-7 0,19-17 7 15,12-18-55-15,3-17-12 16,4-15-66-16,-3-6-58 16,-10 4 121-16,-10 15 70 15,-10 17 142-15,-13 23 44 16,0 14-111-16,-7 0-59 15,-17 26-8-15,1 11 3 16,6 7 43-16,7 2-34 16,10 5 2-16,0-5-19 15,29-6 5-15,16-8-16 16,11-11-17-16,9-9-89 16,20-12-22-16,-19 0-331 0,-10-12-439 15</inkml:trace>
  <inkml:trace contextRef="#ctx1" brushRef="#br0" timeOffset="20910.93">24377 5442 1365 0,'0'0'1175'0,"0"0"-914"16,0 0-192-16,0 0 25 16,123-47-93-16,-61 42 16 15,7 1-17-15,3 4-8 16,-5 0-14-16,-11 9-125 15,-21 10-192-15,-22-3-288 0</inkml:trace>
  <inkml:trace contextRef="#ctx1" brushRef="#br0" timeOffset="21070.44">24338 5583 1815 0,'0'0'650'0,"0"0"-499"16,0 0-117-16,0 0 5 15,0 0 28-15,162 34-33 16,-81-24-34-16,48-5-122 16,-20-1-362-16,-11-4-437 0</inkml:trace>
  <inkml:trace contextRef="#ctx1" brushRef="#br0" timeOffset="21323.87">25339 5392 2152 0,'0'0'493'0,"0"0"-476"16,0 0-17-16,0 0 0 16,-81 114 72-16,75-63-23 15,6 2-1-15,22 0-1 16,24-9-46-16,12-13 31 16,7-12-32-16,2-18 1 15,-5-1 10-15,-15-23-11 16,-16-17 0-16,-18-9 0 15,-13-9 8-15,-4 0-16 16,-29 2 8-16,-11 10-79 16,-43 13-158-16,10 13-292 15,4 15-575-15</inkml:trace>
  <inkml:trace contextRef="#ctx1" brushRef="#br0" timeOffset="24903.02">1317 7502 1637 0,'0'0'533'15,"0"0"-426"-15,0 0-41 16,0 0-66-16,118-77 1 0,-60 38-2 16,4-10 1-16,3-1-14 15,-3-4-60-15,-6-1-19 16,-11 1 26-16,-14 4 8 15,-13 7 36-15,-11 6 23 16,-7 8 29-16,0 10 43 16,-12 9-13-16,-3 10-16 15,-3 0-43-15,-3 17-12 16,0 26 12-16,-2 15 32 16,3 20 7-16,3 12 39 15,3 7-23-15,-1 1 27 16,-1-4 11-16,0-6-63 0,-2-7-3 15,-4-12 10 1,-2-14-4-16,-5-13-6 16,0-11-6-16,2-13 16 0,4-10 21 15,5-8-34-15,10 0-13 16,8-18 0-16,0-18-11 16,22-17-26-16,20-7-10 15,14-8-30-15,11-1-59 16,29-10-149-16,-16 16-283 15,-11 17-647-15</inkml:trace>
  <inkml:trace contextRef="#ctx1" brushRef="#br0" timeOffset="25783.07">2072 6932 1803 0,'0'0'211'0,"0"0"-173"16,0 0-38-16,0 0 0 16,-118 72 28-16,74 2 124 15,8 5 15-15,5 11-27 16,13 2-53-16,16-18-2 0,2 5-64 16,4-15 1-16,23-10-22 15,11-16-34-15,9-15-33 16,20-20-140-16,-11-3-145 15,-10-10-329-15</inkml:trace>
  <inkml:trace contextRef="#ctx1" brushRef="#br0" timeOffset="26135.95">2088 7289 1602 0,'0'0'282'0,"0"0"-186"16,0 0-59-16,0 0-5 15,0 0 65-15,123 50 15 0,-112-10 11 16,-9 8 15-16,-2 3-51 16,0-1 20-16,-11-6-59 15,-3-10-17-15,3-9-11 16,7-11-19-16,2-9 9 16,2-5-10-16,0 0-16 15,13-18 7-15,9-17-103 16,-1-9-117-16,-2-7-79 15,-5-4-183-15,-10 11 219 16,-4 16 272-16,0 18 317 16,0 10-107-16,-8 21-74 15,-2 14 24-15,8 8-42 16,2 0-38-16,0-2-21 0,23-7-59 16,8-10-18-16,27-20-32 15,-9-4-225-15,-5-2-394 16</inkml:trace>
  <inkml:trace contextRef="#ctx1" brushRef="#br0" timeOffset="26302.19">2699 7072 1172 0,'0'0'1084'0,"0"0"-973"15,13 109-71-15,-13-37 24 16,0 8-18-16,-19 7-22 0,-10 0-15 15,-19 30-9-15,6-23-156 16,9-19-309-16</inkml:trace>
  <inkml:trace contextRef="#ctx1" brushRef="#br0" timeOffset="27507.87">3031 7645 1761 0,'0'0'400'0,"0"0"-259"0,0 0-107 16,0 0-19-16,0 0 2 15,134-95-17-15,-68 38-1 16,8-7 0-16,-3-5 1 16,-4-9-1-16,-7-4-9 15,-10-3-11-15,-13-5-7 16,-14 9 5-16,-10 11-4 15,-13 18 18-15,0 18 9 16,-2 21 65-16,-20 13-55 16,-7 23 0-16,-4 26-10 15,-4 34 37-15,8 1 33 16,8 12 36-16,7 3-28 16,12-17-16-16,2 2-19 0,0-10-27 15,9-13 27 1,11-18-42-16,2-13-1 0,5-14 12 15,0-9-6-15,2-7-12 16,2-9-9-16,0-21-69 16,-2-12-38-16,-7-5-44 15,-4-4-99-15,-5 7 47 16,-8 12 218-16,-5 16 33 16,0 16 127-16,0 2-136 15,-11 28 44-15,0 9 14 16,2 4-14-16,6 0-16 15,3-6-15-15,3-6-14 0,17-12-23 16,4-8-26 0,8-11 19-16,1 0-24 15,0-11-40-15,-2-16-42 0,-2-8-125 16,-8-4-41-16,-6-6-17 16,-5 1-74-16,-10 8 131 15,0 11 239-15,-5 12 486 16,-17 13-274-16,-3 4-99 15,0 26 49-15,6 7 10 16,5 2-8-16,7 3 14 16,7-3-93-16,3-6-33 15,23-7-23-15,10-9-21 16,6-12-8-16,7-5-9 16,1-4-49-16,-4-19-10 15,-1-5-152-15,-9-5 34 0,-7 1-21 16,-10 6-79-1,-5 6 286-15,-10 12 27 16,-4 8 183-16,0 0-90 16,-6 22 82-16,-8 7-16 0,1-1-53 15,4-4-56-15,4-8-13 16,5-7-52-16,0-7-12 16,12-2 4-16,21 0-4 15,13-15-34-15,10-10-148 16,4-3-84-16,-4 0 86 15,-6 4 130-15,-8 7 50 16,-9 10 105-16,-10 7 4 16,-8 4-14-16,-8 22 8 0,-7 6-3 15,0 2-24 1,0 3-62-16,-16-5-12 0,-1-2-4 16,-8-9-13-16,-20-5-79 15,3-11-164-15,-3-5-350 0</inkml:trace>
  <inkml:trace contextRef="#ctx1" brushRef="#br0" timeOffset="27653.01">3771 7142 1729 0,'0'0'320'16,"0"0"-247"-16,127-60-48 15,-57 48-25-15,7 8-11 0,33 12-18 16,-19 18-201-16,-13 2-469 15</inkml:trace>
  <inkml:trace contextRef="#ctx1" brushRef="#br0" timeOffset="28042.93">5599 6920 735 0,'0'0'635'0,"0"0"-560"16,0 0-60-16,0 0 178 16,-22 142 141-16,-7-31-95 15,-6 24-60-15,3-8-37 16,12-24-80-16,14-35-26 16,6-29-36-16,0 5 10 15,6-7-26-15,9-5 11 16,8-15-71-16,-1-10-23 0,3-8-132 15,-6-22-160 1,-9-3-577-16</inkml:trace>
  <inkml:trace contextRef="#ctx1" brushRef="#br0" timeOffset="28447.82">5227 7458 1482 0,'0'0'556'15,"0"0"-343"-15,0 0-134 16,0 0-79-16,0 0-19 15,174-61 10-15,-99 45 9 16,8 6 0-16,0 8 25 16,-6 2-24-16,-9 0 35 15,-20 20 7-15,-17 6 15 0,-17 8 12 16,-12 5 3-16,-2 1-36 16,0-3 21-16,-11-3-57 15,2-9 10-15,5-11-11 16,4-7-26-16,0-7 11 15,13 0-23-15,18-17-38 16,8-12-17-16,2-6-135 16,-1-1-131-16,-11 3 24 15,-10 9 335-15,-13 14 239 16,-6 10 77-16,0 0-222 16,-15 24-45-16,-1 7-2 15,5-1 17-15,9-1-31 16,2-7-10-16,15-8 17 15,23-7-40-15,13-7-22 0,14-8-51 16,1-19-172 0,13-27-67-16,-21 8-223 0,-16 0-567 0</inkml:trace>
  <inkml:trace contextRef="#ctx1" brushRef="#br0" timeOffset="28569.82">6386 7347 1287 0,'0'0'633'15,"0"0"-325"-15,0 0-109 16,0 0-55-16,-69 127-61 15,69-84-31-15,8 4-7 16,26-3-45-16,24 4-3 16,-4-10-177-16,-11-14-343 0</inkml:trace>
  <inkml:trace contextRef="#ctx1" brushRef="#br0" timeOffset="28683.17">5914 7903 2184 0,'0'0'432'0,"0"0"-432"16,0 0-462-16,0 0-422 0</inkml:trace>
  <inkml:trace contextRef="#ctx1" brushRef="#br0" timeOffset="29072.39">7785 6932 1347 0,'0'0'254'15,"0"0"-171"-15,0 0-20 16,0 0-24-16,0 0 33 16,0 0 63-16,-25 142 112 0,4-12 5 15,3 15-136-15,5-23-57 16,7-33-26-16,3-38-33 15,3-8-20-15,0-1-43 16,0-2-52-16,-2-6-48 16,-1-14-198-16,-3-14-334 0</inkml:trace>
  <inkml:trace contextRef="#ctx1" brushRef="#br0" timeOffset="29573.01">7199 7490 1971 0,'0'0'474'0,"0"0"-474"16,114-35-50-16,-29 24-4 0,31-4-24 16,-9 7 78-16,0 4 6 15,-7 4 74-15,-35 0-9 16,-7 20-31-16,-27 7-15 16,-24 2 41-16,-7 6-16 15,-20-3 38-15,-12-2-31 16,4-6-30-16,5-7-14 15,12-10-13-15,11-7-49 16,0 0-14-16,24-23-78 16,39-25-420-16,1 2 164 15,-8 6-570-15,-11 12 850 16,-40 27 117-16,-5 1 771 16,0 0-402-16,0 19-86 15,-11 9 7-15,-3 5-128 16,1 0-49-16,5-4-19 0,8-8-70 15,0-4-17-15,8-9 26 16,16-8-27-16,10 0-6 16,4-7-28-16,1-15-68 15,-3-7 6-15,-5-3-44 16,-6-2 46-16,-5 6 55 16,-5 5 33-16,-5 10 84 15,-4 10 75-15,-3 3-110 16,-3 15-34-16,0 14 8 15,0 7-21-15,0 5 35 16,0-3-37-16,0-6-47 16,4-16-116-16,2-8-201 15,-4-8-439-15</inkml:trace>
  <inkml:trace contextRef="#ctx1" brushRef="#br0" timeOffset="29710.15">8238 7145 1667 0,'0'0'907'0,"0"0"-896"16,0 0-11-16,27 113-262 15,-27-34-225-15,0 4-281 0</inkml:trace>
  <inkml:trace contextRef="#ctx1" brushRef="#br0" timeOffset="29784.15">8147 7798 863 0,'0'0'492'0,"0"0"-194"0,0 0-143 16,-47 109-100-16,47-100-55 15,0-9-551-15</inkml:trace>
  <inkml:trace contextRef="#ctx1" brushRef="#br0" timeOffset="30473.77">9014 7365 1652 0,'0'0'366'0,"0"0"-208"16,0 0-29-16,0 0-85 16,0 0 23-16,0 0-40 15,150-83 57-15,-113 88-18 16,-1 19-26-16,-9 10-9 16,-7 7 69-16,-11 6-63 15,-9 1 17-15,0-1-14 16,-9-3-16-16,-9-6 6 15,1-10-30-15,3-10 0 16,5-6 0-16,5-10 15 16,4-2-15-16,0 0 2 15,0-28-2-15,15-17-75 0,12-11-175 16,2-6 15 0,-5 4-40-16,-3 14 275 0,-13 18 72 15,-8 17 113-15,0 9-106 16,-4 5 10-16,-14 22 21 15,3 5-34-15,5 7-4 16,8 1-54-16,2-1-3 16,20-3-15-16,18-10-34 15,18-6-14-15,40-20-155 16,-11 0-164-16,-12-12-476 0</inkml:trace>
  <inkml:trace contextRef="#ctx1" brushRef="#br0" timeOffset="30634.52">9745 7411 1279 0,'0'0'1174'0,"0"0"-934"15,0 0-182-15,0 0-58 0,152 0-1 16,-83 0 0-16,5 0-8 16,-1 6-23-16,-4 4-244 15,-18 0-319-15,-22-2-457 0</inkml:trace>
  <inkml:trace contextRef="#ctx1" brushRef="#br0" timeOffset="30785.45">9750 7543 1971 0,'0'0'553'0,"0"0"-492"16,0 0-28-16,0 0-3 0,185 24-29 15,-69-17-2-15,29-3-23 16,4-4-222-16,-40 0-262 15,-33 0-298-15</inkml:trace>
  <inkml:trace contextRef="#ctx1" brushRef="#br0" timeOffset="31036.54">10757 7302 1833 0,'0'0'363'16,"0"0"-230"-16,0 0-96 15,0 0-18-15,0 0 42 0,-106 135 65 16,106-93-24-16,29-4 14 16,21-3-70-16,18-12-13 15,9-11 9-15,6-12-41 16,-5 0-2-16,-13-23 1 16,-21-9 0-16,-23-3-19 15,-21-1-8-15,-12 0-52 16,-32 4-118-16,-39 6-27 15,12 10-107-15,4 10-611 0</inkml:trace>
  <inkml:trace contextRef="#ctx1" brushRef="#br0" timeOffset="31734.87">12005 7449 1101 0,'0'0'501'0,"0"0"-287"15,0 0 79-15,0 0-31 16,0 0-45-16,0 0-62 15,0 0-54-15,16-10-62 16,20 10 6-16,13 8-33 0,14 0-11 16,5-5 7-16,3 3-8 15,-3-6-39-15,-6 0-70 16,-4 0-119-16,-16 0-101 16,-17 0-308-16</inkml:trace>
  <inkml:trace contextRef="#ctx1" brushRef="#br0" timeOffset="31962.19">11990 7604 1386 0,'0'0'574'0,"0"0"-398"16,0 0-4-16,0 0-23 0,127 11-98 15,-62-11-14-15,11 0-37 16,1 0-41-16,2-5-8 16,-8-6-153-16,1-9-128 15,-22 5-270-15,-16-3-583 0</inkml:trace>
  <inkml:trace contextRef="#ctx1" brushRef="#br0" timeOffset="32172.67">12706 7367 942 0,'0'0'152'0,"0"0"-73"15,0 0 104-15,51 114 19 16,-51-71-4-16,0 0-3 0,-15 1-50 16,-17-1-39-16,-6-6-60 15,-4-4-14-15,0-11-26 16,-3-7-6-16,3-10-41 15,-14-10-141-15,9-16-131 16,7-7-710-16</inkml:trace>
  <inkml:trace contextRef="#ctx1" brushRef="#br0" timeOffset="32338.4">11799 7250 1898 0,'0'0'373'0,"0"0"-266"16,-132 81 19-16,85-21-68 15,14 10 1-15,17 7 14 16,16 3-62 0,22 0-7-16,36-4-4 0,65 0-126 15,-14-19-121-15,-4-21-631 0</inkml:trace>
  <inkml:trace contextRef="#ctx1" brushRef="#br0" timeOffset="33137.93">13546 7804 1230 0,'0'0'847'0,"0"0"-645"16,0 0-178-16,0 0-18 15,0 0 72-15,0 0 65 16,158-68-30-16,-88 15-63 15,5-6-49-15,3-12 10 16,0-4-11-16,-2-8-32 16,0-21 31-16,-18 8-30 15,-13-3 13-15,-12 9 16 0,-22 30 2 16,-5 9 21-16,-6 19 24 16,0 23-27-16,-6 9 1 15,-19 20-19-15,-8 30 0 16,-11 32 3-16,-4 34 24 15,9-2 21-15,10-10-23 16,18-17-24-16,11-24 32 16,0-1-27-16,8 0 6 15,19-16-3-15,11-16-9 16,9-12 20-16,4-12-20 16,5-6-31-16,-3-6-10 15,-6-22-45-15,-7-7-37 16,-8-8 3-16,-10 1 20 0,-9 6 100 15,-9 11 29-15,-1 11 173 16,-3 10-44 0,0 4-116-16,-3 7-29 15,-12 16-11-15,-3 7-2 0,2 4 27 16,5 2-27-16,3-5-31 16,5-5-47-16,3-11-166 15,0-15-85-15,9-1-54 16,4-17-272-16</inkml:trace>
  <inkml:trace contextRef="#ctx1" brushRef="#br0" timeOffset="33553.28">14625 7386 1440 0,'0'0'345'16,"0"0"-163"-16,-6 120-20 0,-10-65-18 15,-3-1 20-15,2-5 3 16,3-10-20-16,6-13-95 15,3-6-32-15,3-13-1 16,2-7-19-16,0 0 20 16,13-7-20-16,12-22-18 15,10-9-18-15,10-8-76 16,2-4-92-16,-2 5 59 16,-5 10 124-16,-14 14 21 15,-7 17 47-15,-13 4-32 16,-6 21 67-16,0 13 20 15,-16 4 3-15,-5-2 5 0,-2-4-55 16,7-10-19 0,5-9-36-16,11-12 1 0,2-1 5 15,36-8-6-15,22-17-45 16,23-10-62-16,10-3-14 16,3-1 41-16,-9 9 40 15,-16 6 37-15,-21 12 2 16,-24 12 1-16,-19 0-12 15,-7 23-12-15,-46 33-53 16,-4-8-235-16,1-4-494 0</inkml:trace>
  <inkml:trace contextRef="#ctx1" brushRef="#br0" timeOffset="35416.89">15764 7583 842 0,'0'0'1127'16,"0"0"-848"-16,0 0-205 15,0 0-18-15,0 0 24 16,0 0-57-16,143-80 15 16,-96 41 29-16,-1-5-59 15,-6-2-8-15,-6-5-29 16,-8 1 17-16,-10-2-13 15,-11 4-13-15,-5 7 38 0,0 12 50 16,-15 12-49 0,-6 15-2-16,-4 2-19 0,-1 26 5 15,-1 23 15-15,5 32 22 16,2 33 20-16,6 27 23 16,5-11-30-16,7-23 6 15,0-32-32-15,0-24 6 16,-3 7 6-16,1 3-21 15,-5-1 0-15,-2-12-9 16,-8-16 17-16,-6-10-16 16,-10-10-4-16,-2-10 12 15,-1-2 14-15,5-4-14 16,10-21 0-16,12-6 37 16,11-9-24-16,13-7-1 0,30-5-12 15,17-3-13-15,16 0-30 16,11-3-120-16,38-28-74 15,-23 14-272-15,-15 4-237 0</inkml:trace>
  <inkml:trace contextRef="#ctx1" brushRef="#br0" timeOffset="35635.28">16471 6921 563 0,'0'0'1146'15,"0"0"-773"-15,0 0-247 16,0 0-92-16,-109 151 35 0,71-60 48 15,5 9 15 1,14-12-42-16,9 10-43 16,10-9-21-16,0-16-2 15,8-10-24-15,15-17-22 0,1-17-17 16,0-12-52-16,1-11-20 16,-3-6-84-16,-7-34-99 15,-1-6-230-15,-9-6-208 0</inkml:trace>
  <inkml:trace contextRef="#ctx1" brushRef="#br0" timeOffset="35971.17">16435 7374 1247 0,'0'0'556'0,"0"0"-411"15,0 0-79-15,0 0 56 16,24 104 11-16,-24-50 34 16,0 1-39-16,-6 0-49 0,-5-7 15 15,1-10-84-15,4-12 11 16,4-10-2-16,2-11-5 15,0-5-8-15,0 0 9 16,20-17-15-16,7-19-27 16,2-9-188-16,-1-12 30 15,-3 1 3-15,-9 3-21 16,-5 13 203-16,-11 18 74 16,0 17 133-16,-5 5-38 15,-13 21-73-15,1 13 7 16,5 10-15-16,10 0-31 15,2 2-26-15,8-5-31 0,18-5 14 16,10-10-28 0,10-10 4-16,6-12-56 15,-1-4-98-15,0-21-88 0,-12-11-297 16,-18-5-579-16</inkml:trace>
  <inkml:trace contextRef="#ctx1" brushRef="#br0" timeOffset="36135.9">17097 7100 1883 0,'0'0'355'16,"0"0"-253"-16,0 0-31 15,93 143-4-15,-90-73 42 16,-6 8-35-16,-43 21-28 16,-39 21 1-16,-35 16-47 0,-23-5-117 15,30-39-214-15,18-36-611 0</inkml:trace>
  <inkml:trace contextRef="#ctx1" brushRef="#br0" timeOffset="36951.61">13624 8265 1326 0,'0'0'387'15,"0"0"-131"-15,0 0-187 16,0 0-49-16,0 0 35 15,0 0 35-15,0 0 21 16,90-2-40-16,-78 39 22 0,-3 7 34 16,-6 7-37-1,-3 7-18-15,0-5-15 0,0-2-30 16,-12-10 0-16,2-8-27 16,3-12 1-16,2-9 23 15,3-8-22-15,0-1-2 16,2-3 9-16,0 0 0 15,0-17-11-15,7-19 2 16,15-20-152-16,7-14-51 16,4-8-110-16,0 8 36 15,-8 14 178-15,-11 21 99 16,-12 20 188-16,-2 15-82 16,-6 4-34-16,-15 24 91 15,3 12-22-15,5 4-40 16,9 4-8-16,4 0-47 0,6-1-21 15,21-8-25-15,9-5-31 16,6-10 18-16,3-8-160 16,13-16-71-16,-12 0-229 15,-11-4-361-15</inkml:trace>
  <inkml:trace contextRef="#ctx1" brushRef="#br0" timeOffset="37121.01">14012 8410 620 0,'0'0'1354'16,"0"0"-961"-16,0 0-269 16,0 0-71-16,0 0-26 15,127 2-26-15,-78 4 0 16,9-2-1-16,0 0-100 16,18-4-21-16,-14 0-273 0,-17 0-406 0</inkml:trace>
  <inkml:trace contextRef="#ctx1" brushRef="#br0" timeOffset="37331.9">14440 8247 1272 0,'0'0'611'16,"0"0"-359"-16,0 0-171 16,0 0-51-16,0 0 12 15,113 75 13-15,-90-33 37 0,-11 4 11 16,-12 6-63-16,0 0-15 15,-29-2 23-15,-10-4-41 16,1-7-14 0,3-10 2-16,6-11-126 0,13-7-162 15,11-11-501-15</inkml:trace>
  <inkml:trace contextRef="#ctx1" brushRef="#br0" timeOffset="37569.54">14788 8365 1345 0,'0'0'279'0,"0"0"-87"0,0 0 50 15,-47 129-33 1,47-95-41-16,18-7-51 0,27-10 4 16,15-9-78-16,11-8-22 15,2-6-3-15,-11-22-18 16,-12-7-32-16,-26-6 25 15,-21-2-87-15,-8 2-32 16,-38 2-84-16,-38 12-33 16,6 8 37-16,9 11-173 0</inkml:trace>
  <inkml:trace contextRef="#ctx1" brushRef="#br0" timeOffset="38267.96">17863 7565 1627 0,'0'0'616'0,"0"0"-442"15,0 0-80-15,0 0-36 16,0 0-9-16,0 0 13 16,131-12-62-16,-73 12-1 0,-4 4-84 15,-6 11-173-15,-17-4-303 16,-17-2-1053-16</inkml:trace>
  <inkml:trace contextRef="#ctx1" brushRef="#br0" timeOffset="38381.98">17824 7708 1868 0,'0'0'552'0,"0"0"-552"16,0 0-1-16,187 2-45 15,-92-2-246-15,2-4-290 0</inkml:trace>
  <inkml:trace contextRef="#ctx1" brushRef="#br0" timeOffset="38784.21">18439 7671 1839 0,'0'0'393'16,"0"0"-393"-16,0 0-13 15,118-69-18-15,-60 28-75 16,0 1 60-16,-6-2 35 15,-10 0-139-15,-9 2 16 16,-15 3-25-16,-9 5 159 16,-9 6 115-16,0 9 56 15,0 11 106-15,-13 6-139 16,-3 14-131-16,1 28 11 16,-1 32 20-16,-2 38 36 15,-2 33 30-15,-3 8-46 0,4-23-3 16,1-36-2-16,7-34-37 15,-1-10 4-15,-3 2-20 16,-1 0 0-16,-7-3-1 16,-2-15 1-16,-5-14 0 15,-6-12 50-15,1-8-29 16,3 0-2-16,11-17-13 16,9-14 12-16,12-14-18 15,20-9-7-15,32-10-7 16,21-6-56-16,54-34-153 15,-17 16-316-15,-13 9-533 0</inkml:trace>
  <inkml:trace contextRef="#ctx1" brushRef="#br0" timeOffset="38982.98">19257 7161 1691 0,'0'0'507'16,"0"0"-439"-16,0 0-27 15,-142 114 27-15,99-42 42 16,10 13 15-16,13 3-80 16,13 0-18-16,7-5-27 15,9-6-32-15,22-15-94 16,30-11-61-16,-9-21-309 16,0-16-641-16</inkml:trace>
  <inkml:trace contextRef="#ctx1" brushRef="#br0" timeOffset="39244.14">19437 7516 1976 0,'0'0'270'0,"0"0"-215"16,0 0-17-16,0 0 62 16,-84 126-4-16,84-94 2 15,26-6-4-15,19-6-58 16,11-12 1-16,2-8-20 15,-3-2-16-15,-5-24-2 16,-17-8-12-16,-15-8 7 0,-16-4-12 16,-2 1-19-16,-22 5 31 15,-11 11-15-15,-7 9-33 16,1 9-46-16,8 11-180 16,12 0-250-16,9 0-505 0</inkml:trace>
  <inkml:trace contextRef="#ctx1" brushRef="#br0" timeOffset="39418.5">20205 7157 758 0,'0'0'1280'16,"0"0"-1000"-16,96 113-161 15,-96-26-50-15,-32 30 13 16,-63 23-48-16,-31 4-34 0,-9-16-50 15,32-42-170-15,29-38-419 0</inkml:trace>
  <inkml:trace contextRef="#ctx1" brushRef="#br0" timeOffset="41687.88">1839 9881 1035 0,'0'0'767'15,"0"0"-415"-15,0 0-116 16,0 0-16-16,0 0-90 16,0 0-53-16,0 0 10 15,53 0-75-15,-10 0-6 16,7 0 13-16,2 0-17 15,2 0-4-15,-3 7-44 16,0 3-139-16,-14-2-127 16,-14-4-632-16</inkml:trace>
  <inkml:trace contextRef="#ctx1" brushRef="#br0" timeOffset="41902.8">1790 9918 660 0,'0'0'1586'0,"0"0"-1195"16,0 0-192-16,0 0-75 15,0 0-90-15,0 0-13 16,0 0-21-16,160-12 2 16,-104 12-22-16,0 0-7 15,-5 0-67-15,-9 0-91 16,-4 0-172-16,-11 0-213 0,-11-14-380 0</inkml:trace>
  <inkml:trace contextRef="#ctx1" brushRef="#br0" timeOffset="42083.28">2392 9651 1560 0,'0'0'314'16,"0"0"-209"-16,0 0 73 15,0 0-35-15,122 72-15 16,-118-23-1-16,-4 9-57 15,-22 4-49-15,-22 2 28 16,-12-2-49-16,-9-4-27 16,-1-6-83-16,-17-14-80 15,16-11-293-15,11-17-354 0</inkml:trace>
  <inkml:trace contextRef="#ctx1" brushRef="#br0" timeOffset="42277.74">1586 9527 1876 0,'0'0'251'15,"0"0"-178"-15,0 0 40 16,-151 158 32-16,124-78-74 16,12 9 13-16,15 3-49 15,2 0-35-15,33-6-13 16,46 0-160-16,-8-26-303 0,4-19-683 15</inkml:trace>
  <inkml:trace contextRef="#ctx1" brushRef="#br0" timeOffset="43303.73">3408 10294 1672 0,'0'0'389'15,"0"0"-234"-15,0 0-16 16,0 0-44-16,0 0 3 16,0 0-15-16,124-79-57 15,-63 24-26-15,6-9-36 16,0-10-54-16,-3-4-4 16,-1-2-84-16,-5-5 26 15,-10 0-6-15,-9 1 28 16,-10 5 130-16,-10 10 73 15,-11 20 147-15,-8 17 18 16,0 19-123-16,-3 13-56 0,-17 9-58 16,-7 32-1-16,-2 31 50 15,0 35 7 1,9-3 35-16,7-5 1 0,13-16-74 16,0-20-5-16,0-1-8 15,18-1-3-15,8-20 10 16,5-16-13-16,10-16-18 15,3-9 17-15,1-12-79 16,-1-24-62-16,-6-8-26 16,-7-6-105-16,-8-1 66 15,-9 10 99-15,-8 12 108 16,-4 12 249-16,-2 17-117 16,0 0-90-16,-2 26-32 0,-12 14 64 15,6 4 27-15,-1 2-61 16,3-4-28-16,6-6-12 15,0-7-96-15,0-21-107 16,12-8-283-16,1 0-471 0</inkml:trace>
  <inkml:trace contextRef="#ctx1" brushRef="#br0" timeOffset="43719.3">4471 9803 1086 0,'0'0'568'0,"0"0"-285"16,0 136-24-16,-7-78-56 16,-1-7-19-16,1-9-101 0,2-12-31 15,3-12-21-15,2-7-30 16,0-11 32-16,0 0-15 16,18-13 0-16,13-15-18 15,9-11-134-15,10-4-73 16,5-1-14-16,1 3-18 15,-3 14 151-15,-8 15 88 16,-12 12 115-16,-15 4 83 16,-11 24-36-16,-7 6 18 15,0 2-75-15,-12-4-7 16,-1-8-20-16,5-10-74 16,6-8 10-16,2-6 13 15,4 0-27-15,27-14-12 16,22-16-69-16,15-9-68 0,11 0 17 15,4-1 26-15,-5 8 36 16,-15 11 57-16,-17 16-37 16,-19 5 29-16,-23 21-53 15,-21 37-91-15,-26 0-67 16,-5-7-559-16</inkml:trace>
  <inkml:trace contextRef="#ctx1" brushRef="#br0" timeOffset="44235.34">3379 10535 1614 0,'0'0'497'0,"0"0"-317"16,0 0-102-16,0 0-32 15,0 0 15-15,0 0 3 16,116-91 6-16,-87 91-27 16,-5 13-41-16,-6 20-2 15,-11 16 13-15,-7 9 30 0,-4 7 27 16,-19-1-40-16,-1-4-3 15,3-10-3-15,6-9-12 16,3-16-24-16,10-10 11 16,2-10-1-16,0-5-13 15,0-1 12-15,18-23-10 16,5-15-68-16,4-9-117 16,-6-8 12-16,0 2-72 15,-8 6 133-15,-6 14 125 16,-7 17 202-16,0 17-53 15,-2 0-109-15,-12 21-16 16,8 9 38-16,3 4 20 16,3 4-15-16,5-4-20 15,19-2-39-15,8-6-8 16,7-8-49-16,19-10-106 0,-6-8-219 16,-12 0-473-16</inkml:trace>
  <inkml:trace contextRef="#ctx1" brushRef="#br0" timeOffset="44403.86">3806 10642 1476 0,'0'0'727'0,"0"0"-554"16,0 0-132-16,0 0-17 16,117-11-22-16,-66 11 8 15,7 0-20-15,2 0 10 16,20 7-61-16,-14-2-188 0,-16-5-337 0</inkml:trace>
  <inkml:trace contextRef="#ctx1" brushRef="#br0" timeOffset="44649.92">4250 10495 1693 0,'0'0'272'16,"0"0"-196"-16,0 0-57 15,0 0 14-15,0 0-8 16,0 0 26-16,129 58 35 16,-110-24-18-16,-11 3 15 15,-8 3 36-15,0-3-43 16,-19 2 20-16,-8-5-19 16,-4-3-55-16,4-4 0 0,7-8-22 15,9-5-116-15,11-14-136 16,13 0-379-16,12-14-625 0</inkml:trace>
  <inkml:trace contextRef="#ctx1" brushRef="#br0" timeOffset="44875.77">4634 10626 1864 0,'0'0'335'0,"0"0"-263"15,0 0 75-15,-80 109 1 16,75-83-25-16,5-1-21 0,13-6-48 15,28-10-12 1,12-5 4-16,9-4-31 0,2-8 12 16,-14-16-27-1,-12-6 0-15,-18-2 6 0,-20 0-6 16,0 0-52-16,-27 1-56 16,-23 6-127-16,2 6-289 15,9 9-788-15</inkml:trace>
  <inkml:trace contextRef="#ctx1" brushRef="#br0" timeOffset="49581.84">6038 9649 947 0,'0'0'369'15,"0"0"-137"-15,0 0-50 16,0 0 79-16,0 0-47 16,0 0-21-16,0 0-8 15,0 0-91-15,3 0-18 16,15 0-3-16,8-6-49 16,12-10-19-16,4-4-5 15,8-4-42-15,-4-2 21 16,-1-2-46-16,-3 0-14 15,-9-1-33-15,-8 3 16 16,-12 1 44-16,-10 3 14 16,-3 4 40-16,-12 4-9 0,-19 5 11 15,-9 9-2-15,-7 0 40 16,-1 12-18-16,0 18 57 16,11 6 5-16,10 7-25 15,16 1 48-15,11-1-70 16,7 1 21-16,28-5-11 15,12-6-35-15,14-4-4 16,1-11-8-16,5-5-70 16,-5-12-5-16,5-1-167 15,-14-12-140-15,-17-5-333 0</inkml:trace>
  <inkml:trace contextRef="#ctx1" brushRef="#br0" timeOffset="50068.73">6730 8955 1518 0,'0'0'321'16,"0"0"-135"-16,0 0-91 15,0 0-58-15,0 0 19 16,-116 14 85-16,78 16 8 16,7 5-1-16,4 0-71 15,6 2 5-15,11-3-59 16,5-6-23-16,5-7 21 15,0-7-21-15,7-7-19 16,12-7 11-16,6 0-54 16,4-7-119-16,2-16-114 15,5-21-199-15,-7 0-100 16,-7 5-283-16,-6 13 877 16,-14 23 530-16,-2 3 152 0,0 0-301 15,0 0-171-15,0 19-95 16,0 9 81-16,0 9-109 15,-4 3-56-15,-1 1-31 16,3-6-31-16,2-7-144 16,0-8-301-16,0-14-256 0</inkml:trace>
  <inkml:trace contextRef="#ctx1" brushRef="#br0" timeOffset="50415.78">6944 8947 833 0,'0'0'612'0,"0"0"-420"16,0 0 33-16,0 0 75 15,2 131-121-15,-9-90-4 16,-2 0-45-16,2-7-88 16,3-10-4-16,4-7-38 15,0-8-10-15,0-9 4 16,2 0-52-16,14-4-30 15,1-18-49-15,4-10-237 16,-6-9-148-16,1-5-19 16,-5 4 216-16,-5 7 325 15,-1 10 731-15,-5 13-115 16,0 12-292-16,0 0-253 16,0 12-48-16,-5 18 67 15,-3 7-20-15,5 7-5 0,3 0-65 16,0 0-9-16,11 7-117 15,12-12-143-15,1-13-451 0</inkml:trace>
  <inkml:trace contextRef="#ctx1" brushRef="#br0" timeOffset="50805.85">7271 9544 942 0,'0'0'513'16,"0"0"-286"-16,0 0 38 15,0 0-48-15,0 0-50 16,0 0-17-16,0 0-33 16,5 3-56-16,10-1-29 15,10 0-24-15,8-1 12 0,7 2-20 16,5-3 1-16,3 0-21 15,2 0-79-15,6-3-126 16,-14-6-133-16,-11-2-521 0</inkml:trace>
  <inkml:trace contextRef="#ctx1" brushRef="#br0" timeOffset="52286.47">7474 9425 765 0,'0'0'802'0,"0"0"-585"16,0 0-116-16,0 0-10 15,0 0-36-15,0 0 29 16,0 0 5-16,-23 10-42 16,14 24 54-16,5 8-69 15,0 8 4-15,4-1-15 16,0 2-21-16,2 5-48 0,11-13-193 15,5-16-403-15</inkml:trace>
  <inkml:trace contextRef="#ctx1" brushRef="#br0" timeOffset="54236.83">7926 9613 1431 0,'0'0'334'0,"0"0"-175"15,0 0 14-15,0 0-8 16,143-26-85-16,-89 5-31 15,1-2 13-15,1-3-61 16,-3-5-1-16,-3 0 0 0,-12 1-15 16,-12-1 5-16,-10 4-1 15,-14 0-8-15,-2 1-2 16,-13 5 14-16,-21 2 7 16,-9 6 3-16,-5 10 7 15,-4 3 4-15,1 10 1 16,7 20-14-16,10 8 74 15,14 7-7-15,16 0 14 16,4 1-19-16,27 0-30 16,19-3 4-16,12-9-37 15,10-7 0-15,0-13-1 16,3-7-101-16,16-7-89 0,-18 0-162 16,-13-14-212-16</inkml:trace>
  <inkml:trace contextRef="#ctx1" brushRef="#br0" timeOffset="54941.6">8572 8499 1493 0,'0'0'327'15,"0"0"-147"-15,0 0-22 16,0 0-113-16,0 0-38 16,0 0 14-16,0 0 134 15,-17 155 41-15,5-78-78 16,-1-1-63-16,3-6 27 16,0-10-65-16,4-9-1 15,-1-15-7-15,3-10-9 16,2-11 0-16,2-9 0 0,0-4 0 15,0-2-11 1,0 0 11-16,2-9 0 0,17-16-16 16,10-8-99-16,8-6-64 15,-2 4 78 1,-1 10 70-16,-8 13 14 0,-10 10 18 16,-7 2-1-16,-9 14 20 15,0 11 35-15,-12 4 19 16,-15 3 8-16,-6-1-46 15,0-4 13-15,2-3-49 16,6-2-61-16,21-11-158 16,4-5-308-16,0-6-393 0</inkml:trace>
  <inkml:trace contextRef="#ctx1" brushRef="#br0" timeOffset="55283.37">8878 8863 920 0,'0'0'749'16,"0"0"-669"-16,0 0 74 16,0 0 95-16,3 106-52 15,-8-72-49-15,-4-3-5 16,3-5-88-16,-1-6-6 16,5-8-32-16,2-5-7 15,0-7-10-15,0 0-21 16,15 0-28-16,8-19-26 15,6-10-110-15,0-11-110 16,-3-4-13-16,-6-2-272 0,-8 11 580 16,-10 9 174-1,-2 19 334-15,-2 7-299 0,-17 14-112 16,4 20 33-16,1 6-5 16,12 7-33-16,2-3-16 15,9-1-65-15,22-3-11 16,31 1-75-16,-6-13-131 15,-2-9-346-15</inkml:trace>
  <inkml:trace contextRef="#ctx1" brushRef="#br0" timeOffset="57024.32">9191 9629 773 0,'0'0'1032'0,"0"0"-670"15,0 0-103-15,0 0-67 16,0 0-122-16,0 0-12 16,162-36-58-16,-106 30-6 15,2 4 5-15,17-2-139 16,-12 1-136-16,-10 0-567 0</inkml:trace>
  <inkml:trace contextRef="#ctx1" brushRef="#br0" timeOffset="57414.94">10233 8999 1633 0,'0'0'278'0,"0"0"-246"16,0 0-20-16,0 0-2 16,0 0 184-16,-104 129-2 15,69-59 7 1,2 10-40-16,10 5-90 0,9-2-32 16,9 0 4-16,5-7-41 15,5-10 0-15,20-6-58 16,8-14-89-16,23-16-96 15,-7-14-286-15,-5-14-467 0</inkml:trace>
  <inkml:trace contextRef="#ctx1" brushRef="#br0" timeOffset="57741.93">10617 9298 1491 0,'0'0'356'0,"0"0"-218"15,0 0-125-15,0 0 44 16,-125 36 118-16,78-2 46 16,5 4-52-16,9-1-64 15,6-1 16-15,11-4-97 16,12-4 1-16,4-6-10 16,0-5-15-16,20-2-8 15,5-9-32-15,6-6-82 16,0 0-41-16,0-12-56 15,-2-9 1-15,-5 2 67 16,-4 3 151-16,-3 8 79 0,-7 8 92 16,-1 0-138-16,1 16 30 15,-2 11-18-15,-1 10-14 16,-1 1-31-16,4 3-71 16,-6-8-189-16,3-13-602 0</inkml:trace>
  <inkml:trace contextRef="#ctx1" brushRef="#br0" timeOffset="59157">11041 9525 1440 0,'0'0'369'0,"0"0"-138"0,0 0-31 16,0 0-74-16,0 0 16 15,0 0-52-15,0 0-26 16,44-12 1-16,-9 10-53 16,11-3-1-16,2 5-11 15,-1-7-60-15,-3 2-107 16,-1-6-172-16,-12-1-298 15,-10-1-755-15</inkml:trace>
  <inkml:trace contextRef="#ctx1" brushRef="#br0" timeOffset="59372.1">11337 9281 697 0,'0'0'610'15,"0"0"-558"-15,0 0 145 16,0 0 60-16,-69 116-13 16,49-70-48-16,2 1-102 15,7 2-63-15,4-5-3 16,7-5-28-16,0-2-50 16,5-5-169-16,8-12-128 15,2-10-325-15</inkml:trace>
  <inkml:trace contextRef="#ctx1" brushRef="#br0" timeOffset="59865.98">11703 8971 1136 0,'0'0'516'0,"0"0"-405"15,0 0-76-15,0 0-27 16,0 0 11-16,0 0 224 0,-14 104-31 16,-6-31 5-1,0 5-91-15,-2 1-29 0,1-6-17 16,6-7-47-16,3-9-2 15,4-17-31-15,6-10 0 16,0-14 2-16,2-8-2 16,0-6 0-16,0-2 0 15,0 0 0-15,0-8-10 16,16-17 10-16,13-10-178 16,6-1 20-16,3 5 23 15,-5 12 12-15,-8 12 80 16,-10 7 38-16,-8 17 5 15,-7 13 65-15,0 7 31 16,-14 4 51-16,-15-1-55 16,-4-2 2-16,-2-6-34 0,1-6-43 15,7-6-17 1,7-6-4-16,7-5-90 16,11-9-56-16,2-2-142 15,0-19-46-15</inkml:trace>
  <inkml:trace contextRef="#ctx1" brushRef="#br0" timeOffset="60065.86">12082 9039 1573 0,'0'0'245'0,"0"0"-21"16,53 109 18-16,-44-43-27 0,-9 8-75 15,0 5-37-15,-21-3-18 16,-2-4-85-16,-4-6 0 15,0-8-30-15,7-10-119 16,11-12-114-16,7-14-317 16,2-11-589-16</inkml:trace>
  <inkml:trace contextRef="#ctx1" brushRef="#br0" timeOffset="60325.73">12331 9328 1448 0,'0'0'274'15,"0"0"-219"-15,0 0 33 0,0 0 135 16,0 0-33-16,18 139 6 16,-18-95-56-16,-6 0-73 15,-8-6 22-15,5-7-71 16,1-6-18-16,0-9 5 15,6-8-5-15,2-6-1 16,0-2-56-16,2 0-75 16,27-44 50-16,-2 0-278 15,-2-8-362-15</inkml:trace>
  <inkml:trace contextRef="#ctx1" brushRef="#br0" timeOffset="60452.93">12331 9328 1590 0,'123'54'264'16,"-123"-22"-31"-16,-7 9-53 0,1 5-69 15,6 0-4-15,0-4-80 16,22-4-27-16,16-6-36 16,35-9-112-16,-9-8-343 15,-5-11-819-15</inkml:trace>
  <inkml:trace contextRef="#ctx1" brushRef="#br0" timeOffset="61447.83">13196 9527 1605 0,'0'0'690'0,"0"0"-440"0,0 0-87 15,0 0-109-15,0 0 4 16,0 0-37-16,0 0 12 15,136-4-33-15,-69 6-3 16,2 2-87-16,25-2-102 16,-19-2-190-16,-12 0-437 0</inkml:trace>
  <inkml:trace contextRef="#ctx1" brushRef="#br0" timeOffset="61758.14">14110 9254 1250 0,'0'0'378'16,"0"0"-189"-16,0 0-77 16,0 0-48-16,0 0-49 15,134-44 23-15,-110 46 0 16,-11 24-1-16,-13 12 73 15,0 12 4-15,-37 6 21 16,-14-2 15-16,-3-4-53 16,5-9 12-16,11-11-72 15,20-9-36-15,18-9 30 16,2-3-30-16,41-3-1 16,19-1 0-16,18-5-40 0,46 0-84 15,-20-7-178-15,-17-7-453 16</inkml:trace>
  <inkml:trace contextRef="#ctx1" brushRef="#br0" timeOffset="65318.67">6228 10011 844 0,'0'0'589'0,"0"0"-378"16,0 0-52-16,0 0-11 15,0 0-35-15,0 0 47 16,0 0-58-16,-3 0-17 16,3 0-18-16,0 0-9 15,0 0 0-15,0 0-42 16,0 0-4-16,0 0-4 16,14 0-7-16,4 0-2 0,8 0 1 15,8 0 0-15,3 0-3 16,11 0 3-16,0 3 0 15,8-1 0-15,4 2-33 16,3 0-24-16,-1-2-5 16,3 3 23-16,-2-5 38 15,-1 1-18-15,1-1 19 16,1 0-7-16,1 0 16 16,-1 0-18-16,1 0-15 15,-1 0-45-15,-1 0 33 16,-1 0-23-16,1 0 47 15,-6 0 3-15,3 0 18 0,-1 0-7 16,-1 2-2 0,2 2 8-16,0 1-8 0,2-2-4 15,1 1-5-15,1 1-6 16,2-3-11-16,-4 1 25 16,0-1 1-16,-3 0 6 15,-5 0 33-15,-2 1-20 16,0 0-4-16,-4 1-4 15,4-2-11-15,1 0 0 16,1-2 0-16,-1 2 0 16,3-2-3-16,2 0 4 15,0 0-1-15,2 0 4 16,2 0 4-16,7 0-9 16,3 0 1-16,1 0-15 15,1 0 6-15,0 0-14 16,-3 0 14-16,-2 0 8 0,-2 0 1 15,2 0 3-15,-5 0-3 16,1 0 0-16,-3 0 0 16,-2 0 1-16,-1 0 21 15,-1 0 24-15,-3 0-9 16,1 0-13-16,-2 0-24 16,2 0 1-16,-3 0-11 15,5 0 10-15,0 0 0 16,2 0-1-16,2 0-2 15,3 0-4-15,2 0 6 16,2 0-24-16,0 0 24 16,0 0-29-16,3 0-7 0,-1 0 6 15,0 0-19-15,1 0 2 16,-1 0-10-16,0 0-18 16,-3 0 65-16,-2 0-16 15,1 0 27-15,0 0 2 16,-3 0-2-16,4 0 22 15,-1 0-22-15,-3 0 0 16,3 0 13-16,-3 0-7 16,1 0-11-16,-1 0 5 15,4 0 0-15,-4 0 7 16,1 0-7-16,-3 0 0 16,1 0 29-16,-5 0-22 0,0 0-7 15,-4 0 0-15,0 0 17 16,0 0 6-1,-2 0-23-15,1-2 9 0,-2 0 13 16,1-4-16-16,-1 3 20 16,0-2-1-16,3 1 3 15,-3 1 18-15,3 1-44 16,-1-1 20-16,0 1 4 16,5 0-14-16,0 2 15 15,0-2-12-15,1 2-2 16,-4 0 15-16,0 0-28 15,1 0 0-15,-2 0-1 16,2 2 4-16,2 0-3 0,2 0 2 16,2 1 26-1,3-3 33-15,-1 0-26 0,1 0 23 16,0 0 6-16,-3 0-53 16,3 0 24-16,-2 0-14 15,-3 0-21-15,0-3 19 16,-9 1-19-16,-4 2 0 15,-7 0 1-15,-11 0-1 16,-9 0-6-16,-20 0-90 16,0 2-141-16,-9 2-319 0</inkml:trace>
  <inkml:trace contextRef="#ctx1" brushRef="#br0" timeOffset="67134.7">10331 10666 851 0,'0'0'224'0,"0"0"-113"0,0 0 44 15,0 0 11-15,0 0-53 16,0 0-28-16,0 0 19 15,39-26-37-15,-37 26 6 16,2 0 34-16,1 0-41 16,5 12-4-16,0 10-9 15,1 12 17-15,-7 7 51 16,-4 10-39-16,0 0 24 16,0 4-41-16,-15-6-29 15,-1-7 15-15,-1-9-17 16,1-8-33-16,5-7 44 15,1-8-43-15,4-4 11 16,4-5-13-16,2-1 5 0,0 0-11 16,0 0 6-16,0-1 0 15,2-24-24-15,18-14-99 16,9-11-176-16,7-11 2 16,4 1-66-16,-5 8 159 15,-6 10 169-15,-11 12 35 16,-13 14 211-16,-5 12 32 15,0 4-95-15,-15 4-98 16,-8 17 27-16,3 11 52 16,4-1-48-16,9 5-5 15,7-2-12-15,5-2-36 16,21-2-2-16,13-2-9 16,7-5-17-16,6-5-91 15,19-16-152-15,-15-2-311 16,-11 0-847-16</inkml:trace>
  <inkml:trace contextRef="#ctx1" brushRef="#br0" timeOffset="67745.05">10798 10432 352 0,'0'0'519'16,"0"0"-383"-16,0 0-2 15,0 0 72-15,0 0-12 16,0 0-20-16,0 0-11 16,0-14-35-16,0 14-27 15,0-5-66-15,0 3 7 0,0-2-7 16,0 2-10-16,0-2 15 15,0 0 62-15,0 2-51 16,0-2 38-16,0-1-13 16,0 4-60-16,0 1 35 15,0 0-39-15,6 0-3 16,7 0-18-16,3 12 4 16,-5 6-8-16,-1 4 13 15,-10 6 8-15,0 2 32 16,-12 0 0-16,-11-2-4 15,0-6 36-15,2-5-56 16,8-5 11-16,8-8-15 0,5-2-11 16,0-2-1-16,16 0-11 15,15 0-18-15,9 0 18 16,7 0-71-16,11-2-121 16,-13-2-133-16,-10-1-467 0</inkml:trace>
  <inkml:trace contextRef="#ctx1" brushRef="#br0" timeOffset="70168.64">15084 10020 861 0,'0'0'357'15,"0"0"-89"-15,0 0-4 0,0 0-43 16,0 0-51-1,0 0 13-15,0 0-54 0,-14-18-6 16,14 18-5-16,0 0-40 16,0 0 22-16,0 0-30 15,0 0-39-15,0 0 37 16,10 0-68-16,13 0 10 16,8-3-5-16,4 3 1 15,7 0-12-15,0 0-15 16,-1 0-66-16,-8 5 7 15,-6 11-216-15,-12-4-211 16,-13-1-379-16</inkml:trace>
  <inkml:trace contextRef="#ctx1" brushRef="#br0" timeOffset="70331.39">14919 10236 755 0,'0'0'1357'0,"0"0"-1003"16,0 0-200-16,0 0-64 15,0 0-11-15,120 0-55 16,-56 0-24-16,0 0-20 16,22-3-218-16,-16-8-263 15,-10-1-348-15</inkml:trace>
  <inkml:trace contextRef="#ctx1" brushRef="#br0" timeOffset="70798.52">15920 10108 1257 0,'0'0'732'0,"0"0"-519"16,0 0-170-16,0 0-43 15,0 0-10-15,94-102-1 16,-72 61-12-16,-2 0-10 15,-5-2 11-15,-1-3 22 16,-3 7 95-16,-1 3-23 16,-4 5 11-16,1 9 91 15,-5 6-85-15,-2 10-16 0,2 3-43 16,-2 3-19-16,0 0 0 16,0 0-11-1,0 0 0-15,0 0-1 16,0 0 2-16,0 12-2 0,0 8 2 15,0 6-1-15,0 6 36 16,0 6-28-16,0-1 28 16,0 2-8-16,0 1-27 15,0 2 18-15,0-2-19 16,-4 4 0-16,-1-2 6 16,1 0-6-16,0-2-12 15,-2-1-25-15,0-3-35 16,2-2-8-16,-5-3-90 0,-1 0-54 15,-11 5-64 1,2-8-191-16,-1-9-78 0</inkml:trace>
  <inkml:trace contextRef="#ctx1" brushRef="#br0" timeOffset="70935.92">15880 10488 719 0,'0'0'863'0,"0"0"-360"16,0 0-278-16,0 0-15 15,0 0-25-15,0 0-48 16,0 0-77-16,118 0-44 15,-56 0-16-15,9 0-25 16,28 0-65-16,-19-7-224 16,-12-5-706-16</inkml:trace>
  <inkml:trace contextRef="#ctx1" brushRef="#br0" timeOffset="82616.78">1627 13140 462 0,'0'0'496'0,"0"0"-455"0,0 0-24 16,0 0 132-16,0 0 29 15,0 0-25-15,-20 0-56 16,18 0 21-16,-1 0 34 15,1 0-51-15,0-2 0 16,0 2-2-16,2 0-62 16,-3 0 35-16,1 0-16 15,2 0-32-15,0 0 47 16,0 0-32-16,0 0-3 16,0 0 30-16,0 0-40 15,0 0 36-15,0 0-17 0,0 0-39 16,0 0 91-16,0 0-76 15,11-2 3-15,14-4 13 16,11 0-30-16,10-2 19 16,8 2-26-16,2 2-14 15,-3 2-11-15,-6 2-53 16,-7 0-151-16,-8 2-87 16,-15 6-331-16,-11 0-706 0</inkml:trace>
  <inkml:trace contextRef="#ctx1" brushRef="#br0" timeOffset="82865.86">1549 13247 1373 0,'0'0'622'0,"0"0"-344"15,0 0-72-15,0 0-53 16,0 0-25-16,0 0-98 16,0 0-12-16,80 0 15 15,-31 0-27-15,7 0-12 16,0 2-5-16,15-2-189 16,-13 2-174-16,-11-2-546 0</inkml:trace>
  <inkml:trace contextRef="#ctx1" brushRef="#br0" timeOffset="83093.2">2191 13020 947 0,'0'0'1231'0,"0"0"-947"16,0 0-243-16,0 0 6 15,0 0-7-15,0 0-27 16,0 0 45-16,60 118-14 15,-85-77-43-15,-8-3 43 16,-5-2-44-16,-9-5-9 16,1-4-115-16,-4-9-56 15,-12-18-110-15,15-3-246 0,9-18-337 16</inkml:trace>
  <inkml:trace contextRef="#ctx1" brushRef="#br0" timeOffset="83238.78">1669 12923 1714 0,'0'0'588'0,"0"0"-331"0,-131-5-206 16,71 26 4-16,0 18 15 16,8 9-15-16,12 13 10 15,15 8-65-15,21 5-18 16,4 5-1-16,58 9-111 16,0-18-121-16,7-22-599 0</inkml:trace>
  <inkml:trace contextRef="#ctx1" brushRef="#br0" timeOffset="84319.69">3058 13293 1588 0,'0'0'521'15,"0"0"-434"-15,0 0-12 0,0 0 38 16,0 0 5-16,0 0 10 16,0 0-92-16,136-86-27 15,-74 38 5-15,8-5-14 16,-1-7-50-16,-1-4-72 16,-1-5-47-16,-9-1 66 15,-8 0-26-15,-15 4 38 16,-12 6 89-16,-10 12 4 15,-11 11 62-15,-2 16 58 0,0 13-72 16,-15 8 21 0,-14 5-60-16,-5 30 4 0,-4 14 111 15,0 18-34-15,7 11 11 16,4 2-36-16,12-2-20 16,8-7-6-16,7-7-41 15,0-11 0-15,18-12-2 16,9-11 2-16,8-9-16 15,6-14-48-15,3-7-50 16,-2-7-9-16,-1-26-64 16,-10-11-113-16,-6-9-14 15,-8 4-71-15,-9 3 385 16,-2 16 123-16,-4 12 215 16,-2 11-20-16,0 7-165 15,0 7-91-15,0 17 17 0,-2 5 13 16,-4 3-12-16,4 3-72 15,2-7-8-15,0-2-21 16,0-8-108-16,19-14-108 16,-1-4-124-16,-3 0-523 0</inkml:trace>
  <inkml:trace contextRef="#ctx1" brushRef="#br0" timeOffset="84732.28">3991 12946 1318 0,'0'0'286'0,"0"0"27"16,0 109-99-16,-8-63-35 16,1-11-27-16,1-7-67 15,2-8-18-15,1-8-65 0,3-5 20 16,0-5-4-16,0-2-18 16,0 0-15-16,7-2-19 15,12-17 1-15,12-6-110 16,4-6-48-16,0 4 48 15,-1 10 143-15,-8 8 6 16,-8 9 90-16,-4 3 1 16,-8 20 17-16,-4 2 26 15,-2 3-58-15,0-2-36 16,0-8 12-16,0-6-49 16,0-8-15-16,2-4 6 0,15 0 0 15,8-7-10 1,16-20-141-16,15-8-80 0,11-9-22 15,2 3 57 1,-5 5 196-16,-10 12 60 0,-14 14 134 16,-16 10-78-16,-10 10-73 15,-14 26-30-15,0 15-13 16,-41 26-63-16,0-11-209 16,-1-12-698-16</inkml:trace>
  <inkml:trace contextRef="#ctx1" brushRef="#br0" timeOffset="85461.49">3310 13604 1452 0,'0'0'342'0,"0"0"-144"15,0 0-27-15,0 0-81 16,0 0-64-16,0 0-19 16,120-31 36-16,-84 31-22 15,-7 0-8-15,-7 20 33 0,-9 11-3 16,-11 4 25-16,-2 10 59 16,-4 1-51-16,-19-3 9 15,0 1-49-15,0-9-29 16,3-7 35-16,7-6-42 15,6-14 0-15,5-2-2 16,2-6-6-16,0 0-4 16,5-12-24-16,14-22-36 15,8-12-156-15,4-8-267 16,-2-3-45-16,-6 11 247 16,-10 14 293-16,-6 13 331 15,-7 14 196-15,0 5-340 16,-7 7-61-16,-9 18-27 15,2 8 5-15,6 1-19 16,8 2-39-16,0-9-7 16,22 5-39-16,14-13-19 0,31-3-24 15,-9-8-249-15,-5-8-523 0</inkml:trace>
  <inkml:trace contextRef="#ctx1" brushRef="#br0" timeOffset="85665.78">3860 13704 1452 0,'0'0'698'16,"0"0"-559"-16,0 0-18 16,0 0 56-16,0 0-99 15,0 0-56-15,127 0 14 0,-65-3-36 16,4 2-60-16,18-8-161 15,-16 4-367-15,-16-6-1064 16</inkml:trace>
  <inkml:trace contextRef="#ctx1" brushRef="#br0" timeOffset="85891.12">4217 13596 874 0,'0'0'891'15,"0"0"-768"-15,0 0-63 0,0 0 3 16,0 0 55-16,0 0-11 16,121 67-13-16,-109-34-12 15,-7 3-26-15,-5 2-1 16,-9 0 23-16,-18 2-52 16,-4-2-6-16,2-6-20 15,4-4-88-15,12-7-142 16,9-16-519-16</inkml:trace>
  <inkml:trace contextRef="#ctx1" brushRef="#br0" timeOffset="86132.74">4665 13770 1513 0,'0'0'500'0,"0"0"-393"15,0 0 171-15,0 0-36 16,-89 118-129-16,89-100-16 15,7-2-77-15,28-6 23 16,15-8-25-16,8-2-2 16,2-4-16-16,-7-20-9 15,-13-4-55-15,-15-4 58 16,-21-2-72-16,-4 1-47 16,-22 4-44-16,-34 7-9 15,4 8-142-15,8 8-399 0</inkml:trace>
  <inkml:trace contextRef="#ctx1" brushRef="#br0" timeOffset="113862.93">5970 12404 307 0,'0'0'185'15,"0"0"-64"-15,0 0 64 16,0 0-18-16,-6-12-25 0,6 8 10 16,0-1 0-1,0-4-18-15,0 3-38 0,0-2-44 16,3-1 15-16,2 2 12 16,-3 3-32-16,0-2 26 15,-2 4 0-15,0-2 55 16,0 2 11-16,0 1-45 15,0-4 1-15,0 3 1 16,0-2-63-16,0 0-3 16,0 2-14-16,0-1 5 15,0 3 13-15,0 0-2 16,0 0-1-16,0 0 15 0,0 0-25 16,0 0 15-16,-2 0-36 15,-10 0 0-15,-5 0-1 16,-6 0-14-16,-8 0-2 15,-4 13 8-15,-5 9-8 16,-5 6 16-16,-2 4 0 16,4 2 1-16,4 0-3 15,7 1 12-15,10-5-9 16,7-4 0-16,9-6-4 16,6-3-2-16,0-6-5 15,10 1 11-15,12-2-1 16,7-2 1-16,0-4-1 15,4-4-12-15,4 0-24 16,-2 0 5-16,1-19-36 16,-3-2-83-16,0-9 62 15,-2-4-51-15,-4-4 8 16,0-3-1-16,-2 1 52 0,-6 2 49 16,-1 4 14-16,-5 8 18 15,-3 8 167-15,-3 9 46 16,-5 6-81-16,-2 3-65 15,0 8-46-15,0 22-8 16,0 13 105-16,-2 10-25 16,-5 8-21-16,3 1-54 15,4-2-17-15,0-4-1 16,2-4-77-16,29-9-142 16,0-14-327-16,0-17-485 0</inkml:trace>
  <inkml:trace contextRef="#ctx1" brushRef="#br0" timeOffset="114261.87">6283 12596 1295 0,'0'0'718'0,"0"0"-474"16,0 0-112-16,0 0-3 15,0 0 6-15,0 0-123 16,0 0-6-16,148-58-6 0,-104 35-19 16,-3-3 7-16,-6-3 0 15,-8-2-34-15,-12-1-2 16,-11-1 15-16,-4 1-11 16,-2 8 17-16,-22 6 21 15,-10 12 5-15,-3 6 1 16,-5 6 0-16,3 22 75 15,11 8-18-15,12 5-1 16,16 0 6-16,4 2-14 16,34-1-9-16,13-6-4 15,12-6-6-15,3-8-2 16,2-6-20-16,-6-8-7 16,-7-4-33-16,-5-4-76 15,-5 0-109-15,-14-16-323 16,-12-4-532-16</inkml:trace>
  <inkml:trace contextRef="#ctx1" brushRef="#br0" timeOffset="114809.05">6852 11883 628 0,'0'0'962'0,"0"0"-743"16,0 0-111-16,0 0-15 15,0 0-14-15,0 0 34 16,-125 26-2-16,87-2-19 16,2 2 12-16,12-2-39 15,9-2-41-15,8-4-2 16,7-4-20-16,0-4-2 0,4-3-9 15,16-6-15-15,7-1-16 16,4 0-31-16,2-16-55 16,1-6-103-1,-8-6-7-15,-1 4 9 16,-9 2 93-16,-7 9 134 0,-5 10 252 16,-4 3-11-16,0 3-120 15,0 22 17-15,0 8-14 16,0 2-35-16,0 3-58 15,0-3-31-15,0-3-47 16,10-13-108-16,5-4-215 16,1-14-587-16</inkml:trace>
  <inkml:trace contextRef="#ctx1" brushRef="#br0" timeOffset="115160.76">6970 11875 1264 0,'0'0'518'0,"0"0"-422"16,0 0 10-16,0 0 35 16,0 0-10-16,0 0 27 15,0 0-39-15,42 118-25 16,-42-86-23-16,0-3-35 16,-2-8 3-16,0-4-30 15,0-5-3-15,2-8-6 16,0-4-21-16,0 0-30 15,9-11 33-15,13-18-102 0,3-16-93 16,-1-9-123-16,-4-4-296 16,-6 7 494-16,-10 17 138 15,-4 19 548-15,0 15-183 16,-2 1-192-16,-10 27-42 16,4 15-23-16,3 4-26 15,5 4-33-15,9-1-49 16,22-1-7-16,25 2-85 15,-10-12-142-15,-1-13-493 0</inkml:trace>
  <inkml:trace contextRef="#ctx1" brushRef="#br0" timeOffset="115530.88">7619 12460 887 0,'0'0'1242'0,"0"0"-937"15,0 0-226-15,0 0 29 16,0 0-29-16,0 0-32 16,0 0-7-16,135 19-40 15,-94-15-28-15,-3-2-49 16,2-2-132-16,-14 0-256 15,-7-5-362-15</inkml:trace>
  <inkml:trace contextRef="#ctx1" brushRef="#br0" timeOffset="115678.7">7860 12270 1698 0,'0'0'502'0,"0"0"-446"15,0 0 53-15,-42 125-21 16,28-67-42-16,1 5-46 15,1 4-31-15,8 5-109 16,2-15-393-16,2-18-1162 0</inkml:trace>
  <inkml:trace contextRef="#ctx1" brushRef="#br0" timeOffset="116874.69">8475 11895 1073 0,'0'0'392'15,"0"0"-45"-15,0 0-113 16,0 0-91-16,0 0-91 16,0 0 4-16,0 0 18 15,16-72-74-15,-16 78 0 0,0 25 15 16,0 22 37-16,-5 17 107 16,-6 15-67-16,-2 2-5 15,-3 5-32-15,0-11-18 16,0-7 11-16,6-12-36 15,1-11-3-15,1-16 0 16,6-10-8-16,0-11-2 16,2-7-6-16,0-7 7 15,0 0-13-15,0 0 13 16,4-23-9-16,19-13-2 16,10-11-189-16,10 1 20 15,-1 8 56-15,-2 15 64 16,-7 16 60-16,-8 7 0 0,-4 7 34 15,-11 19 88-15,-10 6-33 16,0 3 26-16,-8 4-48 16,-21-4 11-16,-7 2-7 15,-7-5-56-15,3-4-3 16,3-4-12-16,6-4-61 16,12-6-33-16,11-7-213 15,8-7-372-15</inkml:trace>
  <inkml:trace contextRef="#ctx1" brushRef="#br0" timeOffset="117210.88">8747 12576 1803 0,'0'0'330'0,"0"0"-271"0,0 0 16 15,0 0 122-15,0 0-91 16,0 0-56-16,151-31-50 15,-106 8-11-15,-3-2-65 16,-6-5-3-16,-14-5-37 16,-11 1-92-16,-11 2-52 15,-11 8 173-15,-26 10 87 16,-15 14 33-16,-4 0 125 16,0 30 71-16,10 9-57 15,10 5 5-15,16 2-67 16,16-3-27-16,4 0-26 0,21-6-47 15,22-2 17-15,15-9-22 16,9-6 1-16,4-8-12 16,-1-6-117-16,7-6-106 15,-17-9-304 1,-12-11-669-16</inkml:trace>
  <inkml:trace contextRef="#ctx1" brushRef="#br0" timeOffset="117827.38">9249 11676 1091 0,'0'0'323'0,"0"0"-67"15,0 0-119-15,0 0-4 0,0 0 18 16,0 0-102-16,0 0 66 16,-23 95 69-16,7-32-28 15,1 7-46-15,-3-5-43 16,0-5-12-16,0-6-8 16,3-11-31-16,3-7-9 15,4-12-7-15,3-9 0 16,1-4-1-16,4-7-4 15,0-4-18-15,0 0 11 16,0 0-6-16,6-16 7 16,19-12-105-16,9-4-168 15,5-3 161-15,-1 10-60 16,-2 9 83-16,-10 9 100 16,-5 7 45-16,-7 2 63 15,-10 19-14-15,-4 7 4 0,0 2 9 16,-14 0-11-16,-13 0 3 15,0-4-49-15,-1-3-29 16,4-6-21-16,3-2-37 16,15-15-207-16,4 0-229 15,2 0-713-15</inkml:trace>
  <inkml:trace contextRef="#ctx1" brushRef="#br0" timeOffset="118195.72">9546 11989 1475 0,'0'0'278'0,"0"0"-171"15,0 0 19-15,0 0 96 0,0 0-39 16,0 0-11-16,23 123-66 16,-23-94-52-16,0 0-15 15,0-5 11-15,0-2-36 16,-4-6 3-16,2-6-16 15,-1-5-2-15,3-2-9 16,0-3-23-16,3-3-10 16,13-20 36-16,5-14-184 15,2-7-61-15,-5-2-32 16,-5 6 134-16,-9 14 150 16,-4 14 187-16,0 12 1 0,0 0-98 15,0 18-59-15,-6 13 153 16,1 5-77-16,5 1-50 15,0-2-14-15,16-3-43 16,13-5-7-16,29 0-30 16,-9-7-188-16,-1-9-377 15</inkml:trace>
  <inkml:trace contextRef="#ctx1" brushRef="#br0" timeOffset="121582.43">10285 12631 1542 0,'0'0'616'16,"0"0"-437"-16,0 0-78 15,0 0 30-15,0 0-45 16,0 0-62-16,158 0 6 16,-96 0-30-16,32 0-58 0,-18 0-140 15,-11 0-410-15</inkml:trace>
  <inkml:trace contextRef="#ctx1" brushRef="#br0" timeOffset="122060.64">11482 12332 1704 0,'0'0'366'0,"0"0"-241"0,0 0-109 15,0 0-14-15,-127 2 23 16,62 28 52-16,-1 6 41 16,5 7-18-16,14-6-18 15,18-2-45-15,16-7-9 16,13-2 18-16,2-6-46 15,27-6-13-15,9-8-11 16,9-6-55-16,2 0-56 16,-2-22-92-16,-5-6-42 15,-7-9-79-15,-6 4 84 0,-8 1 264 16,-10 7 27 0,-9 11 325-16,-2 10 120 0,0 4-318 15,-2 2-96-15,-9 18 39 16,0 11-20-16,4 3-31 15,7 6-24-15,0-2-22 16,38 4-106-16,-2-12-120 16,1-13-356-16</inkml:trace>
  <inkml:trace contextRef="#ctx1" brushRef="#br0" timeOffset="122212.53">11785 12489 1776 0,'0'0'521'16,"0"0"-481"-16,0 0-26 0,129 0-3 16,-82 0-11-16,20 10-183 15,-11-5-75-15,-9-5-374 0</inkml:trace>
  <inkml:trace contextRef="#ctx1" brushRef="#br0" timeOffset="122647.34">12509 11923 146 0,'0'0'1545'16,"0"0"-1249"-16,0 0-250 16,0 0-21-16,0 0-17 0,0 0 157 15,-17 120 30-15,1-49-24 16,0 6-70-16,-1 2-24 15,1-3-7-15,3-6-31 16,2-6-38-16,3-7 50 16,6-10-51-16,2-10-2 15,0-9 2-15,0-12-9 16,0-6-11-16,0-5-24 16,0-5 20-16,0 0 24 15,0-26 0-15,21-15-42 16,8-11-183-16,6-5 41 15,7 6 76-15,-1 10 91 0,-3 15 17 16,-3 16 175-16,1 10-55 16,0 0 4-16,-5 19-52 15,-5 4-19-15,-10 5-8 16,-11 5-34-16,-5-1 8 16,-27 4 6-16,-22 1-4 15,-18 6-21-15,-46 5-33 16,17-8-167-16,9-16-355 0</inkml:trace>
  <inkml:trace contextRef="#ctx1" brushRef="#br0" timeOffset="130138.7">5929 13126 116 0,'0'0'952'0,"0"0"-673"0,0 0-115 16,0 0-33-16,0 0 3 16,0 0 0-16,0 0-48 15,0 0 14-15,0 0-43 16,0 0 5-16,0 0 28 16,0 0-42-16,9-2-22 15,6 2-20-15,10 0-6 16,6 0 2-16,7 0-2 15,7 0 0-15,4 0 2 16,4 6-1-16,10-3-1 16,5 2 0-16,7-1-6 15,-2 2-9-15,1 0-34 16,-3-1 9-16,-7-2 40 0,-1-1-14 16,-3 0 13-1,-4 3 1-15,0-4 1 0,-3 3-1 16,-2 0 0-16,1 0 0 15,-3 1 0-15,2 0 0 16,0-1-2-16,1 1-11 16,-2-3 3-16,2-2 9 15,4 2 1-15,-2-2 0 16,0 0 10-16,2 1-9 16,2-1-1-16,-2 2 0 15,0 2-5-15,0-1-15 16,-2-2-11-16,-6 2 31 15,2-2-11-15,-2 2 18 0,4-3-8 16,-1 1 1-16,5 2 0 16,4-2 10-16,3 3-10 15,1 2 0-15,5-2-1 16,0 1 1-16,1-1-1 16,1-1-15-16,-5 2 6 15,-1-1 8-15,-1 2 2 16,-1 2 0-16,2 0-1 15,2 0-4-15,0 2-6 16,1-3-73-16,2 2 15 16,3-4 38-16,1 0 3 15,2-2 24-15,1-3-8 16,0 0 17-16,-2 0-13 16,-1 0 8-16,-5 3 0 0,2-1 2 15,-1 2-2-15,1-1-40 16,3 2-23-16,-1-1-7 15,0-1 50-15,3 2 3 16,-2-3 17-16,4 0 33 16,-1 0-9-16,4-2 2 15,0 2-17-15,0-1-9 16,2 2 7-16,0-3-7 16,4 2 0-16,2-2-9 15,7 0 9-15,4 0 0 16,3 0 0-16,1 0 9 15,1 0 3-15,-4 0-12 16,-3 0 0-16,-7 0 8 0,-4 0-8 16,-2 0 12-16,-3 0 15 15,-2 0-19-15,-7 2 1 16,-3 2-9-16,-12-3 7 16,-11 2-19-16,-14 1-14 15,-13-3-28-15,-11-1-156 16,-9 0-573-16</inkml:trace>
  <inkml:trace contextRef="#ctx1" brushRef="#br0" timeOffset="130882.77">9257 13733 791 0,'0'0'944'16,"0"0"-731"-16,0 0-71 16,0 0-9-16,0 0-62 15,0 0-19-15,0 0-33 16,102-78-19-16,-50 69-10 16,0 3-14-16,-6 6 20 15,-11 0-8-15,-14 3 5 16,-17 22-3-16,-4 7 10 15,-29 10 40-15,-15 6 12 16,-14 2 40-16,0-2-19 16,4-7-6-16,12-8-28 0,15-13-7 15,14-5-20 1,13-8-12-16,9 0-46 0,31-3 27 16,22-4-5-16,50-7-98 15,-14-14-257-15,-9-9-603 0</inkml:trace>
  <inkml:trace contextRef="#ctx1" brushRef="#br0" timeOffset="131120.09">9919 13650 1585 0,'0'0'268'16,"0"0"-165"-16,0 0-8 15,0 0 18-15,0 0 19 16,0 0-30-16,0 0 15 0,107 122 1 15,-107-82-66-15,0-4-9 16,-2-4 15-16,-5-8-58 16,3-6 0-16,2-6-9 15,2-7-58-15,0-5-48 16,2-3 5-16,23-45 8 16,-4 2-281-16,2-3-421 0</inkml:trace>
  <inkml:trace contextRef="#ctx1" brushRef="#br0" timeOffset="131226.81">10113 13698 1015 0,'0'0'753'15,"0"0"-501"-15,0 0-149 16,0 0 49-16,0 0 27 16,6 102-53-16,17-65-71 15,17 2-25-15,32-3-30 0,53-12-94 16,-14-12-130-16,0-10-608 16</inkml:trace>
  <inkml:trace contextRef="#ctx1" brushRef="#br0" timeOffset="131809.29">13319 13343 1347 0,'0'0'593'15,"0"0"-297"-15,0 0-52 16,0 0-30-16,0 0-40 16,0 0-92-16,0 0-49 15,54-4-8-15,-12 4-17 16,2 0-16-16,3 0-16 15,-5 0-19-15,-3 2-44 0,-10 6-214 16,-12-2-277-16,-13-3-537 16</inkml:trace>
  <inkml:trace contextRef="#ctx1" brushRef="#br0" timeOffset="131941.29">13292 13496 1609 0,'0'0'536'16,"0"0"-428"-16,0 0 120 15,143 9-33-15,-66-6-142 16,11-3-53-16,36 0-134 16,-22 0-240-16,-14 0-624 0</inkml:trace>
  <inkml:trace contextRef="#ctx1" brushRef="#br0" timeOffset="132325.93">14469 13399 967 0,'0'0'348'15,"0"0"-140"-15,0 0-19 16,73-111-21-16,-54 72-5 16,-6-7-25-16,1-5-29 15,-2 0 0-15,-1-4-22 16,3 3 10-16,-1 4 61 15,-1 7-61-15,-3 14-29 16,-3 8-32-16,-2 10-16 0,-4 5 13 16,2 1-33-16,-2 3-12 15,0 0 12-15,0 4-18 16,0 18-10-16,0 13 20 16,0 11 8-1,0 8 16-15,0 8-11 0,0 5-4 16,0 3 5-16,0-1-6 15,-4 5 0-15,2-7-16 16,0-4-44-16,0-5-56 16,-14-5-127-16,-2-13-247 15,0-13-224-15</inkml:trace>
  <inkml:trace contextRef="#ctx1" brushRef="#br0" timeOffset="132446.18">14378 13694 1716 0,'0'0'751'0,"0"0"-556"0,0 0-80 15,185 0-18-15,-92-3-42 16,10-1-55-16,29-1 0 16,-28 0-186-16,-21 0-564 0</inkml:trace>
  <inkml:trace contextRef="#ctx1" brushRef="#br0" timeOffset="135439.76">1827 15717 593 0,'0'0'626'15,"0"0"-436"-15,0 0-9 16,0 0 34-16,0 0 2 16,0 0 15-16,0 0-8 15,-17 0-73-15,15 0-15 16,2 0-43-16,0 0-38 16,0 0-26-16,0 0-28 15,0 0 5-15,11 0-6 16,11 0-4-16,14 2-4 15,12 2 8-15,6 4-28 16,4-4-60-16,13 2-146 16,-17 2-127-16,-14-8-481 0</inkml:trace>
  <inkml:trace contextRef="#ctx1" brushRef="#br0" timeOffset="135645.37">1713 15941 1930 0,'0'0'365'15,"0"0"-260"-15,0 0-71 16,0 0 49-16,0 0-57 16,0 0-4-16,152-5-22 15,-101 5-80-15,26-9-54 0,-13 2-101 16,-10-4-506-16</inkml:trace>
  <inkml:trace contextRef="#ctx1" brushRef="#br0" timeOffset="135863.14">2447 15566 1654 0,'0'0'244'16,"0"0"-212"-16,0 0 79 15,9 111 54-15,-9-61-20 16,-9 0-25-16,-11 2-51 16,-2-4-38-16,-3-2-30 15,-1-10-1-15,-5-5-47 16,-4-9-100-16,-25-17-135 0,7-5-207 16,2 0-418-16</inkml:trace>
  <inkml:trace contextRef="#ctx1" brushRef="#br0" timeOffset="136022.84">1518 15700 1991 0,'0'0'250'15,"0"0"-169"-15,-65 133-47 16,53-69-18-16,12 7 21 16,12-1-29-16,26-2-8 15,13-9-91-15,36-10-148 16,-11-13-121-16,-8-16-768 0</inkml:trace>
  <inkml:trace contextRef="#ctx1" brushRef="#br0" timeOffset="141889.84">3241 16022 1250 0,'0'0'225'15,"0"0"-91"-15,0 0 92 16,0 0 36-16,0 0-11 16,0 0-59-16,6-19-45 15,17-8-89-15,6-4-52 16,6-8 0-16,5-8-6 15,3-1-88-15,1-5-24 16,0-5-9-16,-3-1 23 16,-7-3 34-16,-8-1 1 15,-6 1 1-15,-4-2 7 16,-3 4 51-16,-6 6 4 16,0 10 34-16,-5 12 81 0,-2 14-7 15,0 8-21-15,0 10-44 16,-4 1-43-16,-15 31-19 15,-3 21 19-15,-2 14 25 16,4 8 55-16,9 5-16 16,9-8-23-16,2-5 21 15,13-9-54-15,14-12-7 16,6-11 18-16,5-10-19 16,-1-11-25-16,2-14-4 15,1 0-84-15,-7-22 24 16,-4-12-70-16,-9-7-108 15,-9-5 107-15,-9 7-21 16,-2 7 181-16,0 11 189 0,0 16 45 16,-2 5-50-16,-9 5-149 15,-2 26 4-15,-3 3 51 16,3 8-45-16,6 1 4 16,7-2-49-16,0-4-52 15,20-6-30-15,7-9-186 16,-3-14-336-16</inkml:trace>
  <inkml:trace contextRef="#ctx1" brushRef="#br0" timeOffset="142309.76">4026 15620 1594 0,'0'0'218'15,"0"0"2"-15,-6 111-61 16,0-67-4-16,-1-3-20 15,3-2-49-15,2-11-14 0,2-5-71 16,0-11 17-16,0-7-19 16,0-5 1-16,2 0-32 15,13-10-17-15,10-16 2 16,4-13-54-16,0-2-107 16,0 4 85-16,-9 5 114 15,-4 21 18-15,-7 7 69 16,-2 4-27-16,-3 18 66 15,-2 11 42-15,2 5-68 16,-1-2-48-16,-1-9 22 16,0-3-63-16,5-8 2 0,4-12-4 15,6 0-10-15,10 0-5 16,10-22-31-16,3-10-119 16,1 2 128-16,-2-2-18 15,-13 6 55-15,-6 12 9 16,-11 14 0-16,-7 0-9 15,-2 18-3-15,0 22 3 16,0 36-46-16,-11-9-9 16,1-9-476-16</inkml:trace>
  <inkml:trace contextRef="#ctx1" brushRef="#br0" timeOffset="142904.73">3472 16339 1577 0,'0'0'564'0,"0"0"-385"16,0 0-8-16,0 0-57 15,0 0-103-15,0 0 106 16,0 0-117-16,58-87 0 15,-42 97-20-15,-3 18 32 16,-3 12-12-16,-8 13 18 16,-2 0-12-16,0 0 88 15,-7-2-77-15,-2-12-17 16,2-13 19-16,5-7-4 16,2-10-27-16,0-5 12 0,0-4-6 15,0-4-48-15,13-24 54 16,8-20-83-1,5-14-123-15,-3-6-64 0,-6 6 121 16,-6 13 149-16,-6 23 154 16,-5 20 133-16,0 6-234 15,0 11-33-15,-7 19 37 16,3 10-18-16,4 4 35 16,0-3-74-16,11 4 8 15,23-11-17-15,8-2 9 16,29-18-115-16,-13-6-138 15,-7-8-412-15</inkml:trace>
  <inkml:trace contextRef="#ctx1" brushRef="#br0" timeOffset="143076.66">3923 16356 2104 0,'0'0'470'16,"0"0"-416"-16,0 0-54 0,0 0 18 15,0 0 0-15,0 0-18 16,134 27-46-16,-86-23-33 16,22-3-147-16,-15-1-10 15,-8 0-378-15</inkml:trace>
  <inkml:trace contextRef="#ctx1" brushRef="#br0" timeOffset="143302.04">4296 16240 1545 0,'0'0'554'16,"0"0"-430"-16,0 0-123 16,0 0 45-16,0 0 24 15,0 0-64-15,0 0 123 16,97 125-56-16,-90-81-33 16,-7 2 30-16,-2 2-43 15,-21-2 13-15,-6 3-40 16,0-10 22-16,8-6-49 15,4-16-114-15,17-17-162 16,0 0-309-16,5-10-978 0</inkml:trace>
  <inkml:trace contextRef="#ctx1" brushRef="#br0" timeOffset="143540.87">4645 16419 1657 0,'0'0'228'16,"0"0"11"-16,0 0-62 15,-31 135 29-15,24-96-40 16,7-5-95-16,0-5 17 16,18-8-88-16,15-3 20 15,10-14 32-15,9-4-52 16,0-12 0-16,-2-19-6 16,-15-13-28-16,-12-7 1 15,-19-7-90-15,-4 4-45 16,-16 14 95-16,-20 9-90 15,-24 22-21-15,10 5-22 16,5 4-311-16</inkml:trace>
  <inkml:trace contextRef="#ctx1" brushRef="#br0" timeOffset="145980.47">5800 15136 871 0,'0'0'551'0,"0"0"-371"15,0 0-49-15,0 0 61 16,0 0 16-16,0 0-72 16,0 0-36-16,20-17-15 15,-24 17-15-15,-21 0-32 16,-10 14-18-16,-13 12-20 16,-8 15 20-16,1 3 18 15,4 6-3-15,10-2 0 16,14-7-2-16,12-9-27 15,13-6 11-15,2-9-17 16,13-9 0-16,18-6 0 16,12-2-33-16,8-10-53 0,0-22-57 15,-1-8-79 1,-6-4-31-16,-9-7-84 0,-8 5 140 16,-9 10 197-16,-9 13 162 15,-5 10 124-15,-4 10-39 16,0 3-148-16,0 3-46 15,0 24-36-15,0 6 116 16,0 13-27-16,10 0-57 16,1-1-30-16,7 0-19 15,4-12-1-15,2-5-120 16,7-10-94-16,-4-12-313 16,-6-6-483-16</inkml:trace>
  <inkml:trace contextRef="#ctx1" brushRef="#br0" timeOffset="146387.84">6132 14680 1081 0,'0'0'541'15,"0"0"-353"-15,0 0 52 16,0 0-50-16,0 0-20 0,0 0-92 16,0 0-22-16,22-47-40 15,-6 47-16-15,4 0 0 16,-3 0 0-1,-1 0 1-15,-7 21 15 0,-9 9-15 16,0 8 48-16,-22 6 22 16,-5 1-8-16,1-10-11 15,7-11-29-15,11-6-22 16,8-7-1-16,2-1-11 16,29-3 10-16,11 4-48 15,34-11-133-15,-9 0-291 16,-11 0-504-16</inkml:trace>
  <inkml:trace contextRef="#ctx1" brushRef="#br0" timeOffset="147122.31">6485 15422 747 0,'0'0'1086'15,"0"0"-735"-15,0 0-182 16,0 0 28-16,0 0-54 15,0 0-76-15,0 0-50 16,93-13 19-16,-53-1-36 16,0 2-1-16,0-9 0 15,-4 1-46-15,-7-2-9 16,-10 0-15-16,-5 3-29 0,-12-2 48 16,-2 7-12-16,-12 0 39 15,-21 10 9 1,-4 4 16-16,-5 0 9 15,2 10 19-15,6 12 24 16,8 4 40-16,10 2-21 0,11 2-8 16,5-2-23-16,18 2-5 15,25-4-1-15,10-4-18 16,12-6-16-16,4-7-34 16,18-9-122-16,-18 0-92 15,-16-5-411-15</inkml:trace>
  <inkml:trace contextRef="#ctx1" brushRef="#br0" timeOffset="148796.62">7039 14650 975 0,'0'0'587'15,"0"0"-510"-15,0 0-42 0,0 0 32 16,0 0 34-16,-138 58 36 16,98-26 22-16,4 0-17 15,7-2-46-15,9-2-18 16,9-3 3-16,7-5-59 16,4-3-9-16,0-5-13 15,19-3-9-15,8-7-49 16,6-2-33-16,6-6-79 15,-3-22-32-15,-1-2-121 16,-4-9-58-16,-6 3 32 16,-10 9 315-16,-3 4 34 15,-10 9 500-15,0 10-148 16,-2 4-81-16,0 0-172 0,0 9-62 16,-2 16 60-16,-8 8-12 15,4 4-33-15,2 2-48 16,4-3-4-1,0-5-36-15,0-4-125 0,8-5-205 16,4-18-285-16</inkml:trace>
  <inkml:trace contextRef="#ctx1" brushRef="#br0" timeOffset="149135.29">7202 14674 1521 0,'0'0'235'15,"0"0"-130"-15,0 0 91 0,6 105 9 16,-6-59-57 0,0-6-23-16,-9-1-40 0,3-7-46 15,4-9-15-15,0-7-17 16,2-6-7-16,0-10-18 16,0 0-74-16,8-3 7 15,13-26-3-15,3-11-125 16,0-15-118-16,-3-1-296 15,-3 6 300-15,-10 10 327 16,-5 19 692-16,-3 16-159 16,0 5-391-16,-13 18-86 15,-3 18 54-15,0 12 4 16,9 1-32-16,7 5-51 16,0 5-31-16,23-12-22 0,22 3-151 15,-6-19-319-15,-1-14-760 16</inkml:trace>
  <inkml:trace contextRef="#ctx1" brushRef="#br0" timeOffset="149371.09">7661 15190 540 0,'0'0'1301'16,"0"0"-942"-16,0 0-217 16,0 0-22-16,0 0-33 15,0 0-67-15,147 0-20 0,-102-4-70 16,-5-5-64-16,7-5-62 16,-11-4-96-16,-12 0-354 0</inkml:trace>
  <inkml:trace contextRef="#ctx1" brushRef="#br0" timeOffset="149503.87">7920 14945 611 0,'0'0'1356'0,"0"0"-1138"15,0 0-152-15,0 0-4 16,-79 148-12-16,60-87-4 16,5-2-46-16,5 19-11 15,7-18-201-15,2-11-392 0</inkml:trace>
  <inkml:trace contextRef="#ctx1" brushRef="#br0" timeOffset="150328.79">8852 14875 1187 0,'0'0'361'16,"0"0"-104"-16,0 0 41 15,0 0-110-15,0 0-46 16,0 0-53-16,0 0-56 15,-2-50-33-15,-1 68-3 16,-2 20 3-16,-3 18 31 16,-3 15 51-16,-1 4-4 15,-1-3-20-15,1-6-30 0,2-8 10 16,3-7-29-16,3-11-8 16,2-10 20-16,-1-8-20 15,3-12-2-15,0-1 0 16,0-9-15-16,0 0 16 15,0 0 0-15,5-19 0 16,16-17-1-16,12-8-166 16,4 0-12-16,5 0 81 15,-2 11-7-15,-4 17 58 16,-4 15 21-16,-11 1 26 16,-5 5 43-16,-9 18 17 0,-7 7 18 15,0-1 17-15,-23 5-9 16,-10 1 20-1,-7-5-38-15,-4-2-33 16,-1-5-2-16,1-2-33 0,5-7-12 16,-1-10-103-16,13-4-152 15,10 0-341-15</inkml:trace>
  <inkml:trace contextRef="#ctx1" brushRef="#br0" timeOffset="150691.81">9130 14696 1058 0,'0'0'589'16,"0"0"-341"-16,0 0-149 16,0 0 12-16,0 0 10 15,0 0-71-15,0 0-10 16,67 58 22-16,-67-5-5 16,-11-2 38-16,-9 2 4 15,4-9-43-15,3-11 21 16,8-10-63-16,5-7 5 0,0-3-6 15,9-6-13-15,18 1-9 16,25-8-116-16,-6 0-349 16,-1-12-708-16</inkml:trace>
  <inkml:trace contextRef="#ctx1" brushRef="#br0" timeOffset="151072.28">9471 15298 1719 0,'0'0'561'16,"0"0"-451"-16,0 0-2 0,0 0 30 15,0 0-50-15,0 0-58 16,0 0-30-16,129-58-58 15,-90 31-28-15,-11 0-48 16,-8-5-51-16,-11 3-63 16,-9 1 32-16,-7 9 198 15,-19 7 18-15,-6 12 37 16,-3 0 64-16,-1 25 91 16,7 9-9-16,9 6-30 15,11 0-39-15,9 3-29 0,3-5-45 16,28 1-7-1,14-13 7-15,13-3-40 16,9-11-35-16,6-10-101 16,27-4-44-16,-20-15-286 0,-13-8-372 0</inkml:trace>
  <inkml:trace contextRef="#ctx1" brushRef="#br0" timeOffset="151757.87">9935 14432 1483 0,'0'0'281'0,"0"0"-137"0,0 0-105 16,0 0-12-16,0 0-14 15,0 0 54-15,-3 104 144 16,-10-44-47-16,0 6-20 15,0-2-48-15,-1-7-23 16,5-10-21-16,0-8-51 16,5-13 5-16,2-12 2 15,2-7-8-15,0-5-6 16,0-2-17-16,0 0 13 16,0-9 1-16,19-21 9 0,13-3-174 15,1-2 99-15,1 0 37 16,-6 13 28-16,-7 12 10 15,-7 10 42-15,-6 0 11 16,-6 22-53-16,-2 7 38 16,0 5 41-16,-14 2-20 15,-5 0-2-15,-4-4-36 16,1-3-15-16,2-6-6 16,7 0-39-16,6-14-173 15,5-1-270-15,2-8-486 0</inkml:trace>
  <inkml:trace contextRef="#ctx1" brushRef="#br0" timeOffset="152092.87">10252 14679 755 0,'0'0'1177'0,"0"0"-1065"16,0 0-105-16,0 0 108 15,0 0 70-15,2 109-11 16,-2-78-66-16,-4-4-36 15,1-8-6-15,0-3-59 16,3-9 6-16,0-3-8 16,0-1-5-16,3-3-49 15,12-3 10-15,10-20-28 16,2-13-61-16,0-9-176 16,-6-1 2-16,-7 7 262 15,-7 12 40-15,-7 19 517 16,0 8-340-16,-2 4-149 15,-17 27 65-15,2 8-34 16,3 9 13-16,8 5-41 0,6 3-16 16,0-2-15-16,25-4-36 15,35-6-91-15,-7-8-90 16,0-18-420-16</inkml:trace>
  <inkml:trace contextRef="#ctx1" brushRef="#br0" timeOffset="154734.74">5753 15932 1106 0,'0'0'298'0,"0"0"-144"16,0 0 11-16,0 0 29 15,0 0-2-15,0 0-75 16,0 0-28-16,0 0-17 15,11 0-48-15,12 4 1 16,10-4 7-16,16 4-31 16,13 1-2-16,16 0 1 15,27 0 0-15,29 3 6 16,33-3-6-16,13-5 0 16,-1 0-1-16,-7 0 2 15,-10 0-2-15,-2 0 1 16,2 0 0-16,-4 0 0 15,-3 0 0-15,-1 0 0 16,2 0-1-16,3 0 0 0,-1 0-11 16,-2 0-20-16,-4 0-14 15,-9 0 21-15,-12 0 7 16,-21-5 18-16,-27 1 41 16,-16 2 22-16,-4 0 29 15,11 2-31-15,8 0-55 16,12 0-6-16,-7 0-5 15,-7 0-66-15,-8 0 20 16,-8 0 32-16,-6 0 19 16,-5 0-9-16,-4 0 9 15,-5 0 19-15,-1 0-19 0,-7 0-13 16,2 8-120-16,-9-3-257 16,-7-2-377-16</inkml:trace>
  <inkml:trace contextRef="#ctx1" brushRef="#br0" timeOffset="155533.18">8061 16508 1564 0,'0'0'360'0,"0"0"-194"15,0 0-22-15,0 0-39 16,0 0-77-16,0 0-28 16,86-121-10-16,-37 99-49 15,3 5 32-15,-6 12 15 16,-11 5 12-16,-12 0 8 15,-21 22-8-15,-4 17 49 16,-38 16 50-16,-16 3 1 16,-8 0-8-16,1-6-41 15,14-9 8-15,16-18 16 0,20-11-65 16,13-5-1-16,15-6-8 16,34-3 0-16,22 0-1 15,35 0-53-15,27-17-168 16,16-17-62-16,-24 5-222 15,-34 3-957-15</inkml:trace>
  <inkml:trace contextRef="#ctx1" brushRef="#br0" timeOffset="156186.71">10967 15963 49 0,'0'0'336'16,"0"0"-336"-16</inkml:trace>
  <inkml:trace contextRef="#ctx1" brushRef="#br0" timeOffset="156434.65">10967 15963 709 0,'14'-9'206'0,"-19"9"-155"16,2-4-40-1,-1 4-4-15,2 0 15 0,0 0 87 16,-1-5 64-16,1 1 48 16,-4 0-1-16,1 3 64 15,3-3-21-15,-3-1-24 16,5 5-47-16,0 0-47 16,0 0-54-16,0 0-37 15,10 0-8-15,14 0-45 16,12 0-1-16,6 0 0 15,5 0-13-15,-3 0-47 16,6 18-85-16,-13-6-214 16,-16-1-496-16</inkml:trace>
  <inkml:trace contextRef="#ctx1" brushRef="#br0" timeOffset="156585.7">10894 16138 1870 0,'0'0'565'0,"0"0"-424"15,0 0-4-15,0 0-34 16,0 0-55-16,164-10-48 16,-94 2-17-16,32-2-250 15,-13-2-369-15,-13-2-594 0</inkml:trace>
  <inkml:trace contextRef="#ctx1" brushRef="#br0" timeOffset="156888.69">11794 15998 1540 0,'0'0'242'0,"0"0"-197"16,0 0-11-16,94-103 26 15,-65 59 13-15,-3-5-37 16,-1-4 69-16,-5-1-6 16,-3-3 35-16,-1 12 86 15,-7 9-53-15,-2 9-56 16,-2 13-58-16,-5 10-11 15,0 4-42-15,0 0-12 16,0 4 6-16,0 18-21 16,0 15 27-16,0 8 3 15,-2 12 3-15,-4 1 3 0,2 4-9 16,2 0-4-16,2 2 2 16,0-6-50-16,0 1-87 15,0-1-121-15,-2-11-205 16,-7-15-308-16</inkml:trace>
  <inkml:trace contextRef="#ctx1" brushRef="#br0" timeOffset="157004.81">11843 16237 392 0,'0'0'1521'0,"0"0"-935"15,0 0-389-15,0 0-34 16,0 0-54-16,0 0-52 16,156-7-57-16,-34 3-47 0,-16-4-177 15,-15 2-500-15</inkml:trace>
  <inkml:trace contextRef="#ctx1" brushRef="#br0" timeOffset="160126.34">20876 9214 1283 0,'0'0'500'16,"0"0"-226"-16,0 0-41 15,0 0-5-15,0 0-45 16,0 0-99-16,0 0-6 15,0 0-47-15,6 0-7 16,15 0 37-16,10 0-43 16,9 0-4-16,6 0 1 15,1 0-15-15,1 0-2 16,-7 0-68-16,-5 0-45 0,-11 6-97 16,-17 9-161-16,-8-6-262 15,0 1-60-15</inkml:trace>
  <inkml:trace contextRef="#ctx1" brushRef="#br0" timeOffset="160284.14">20866 9312 1430 0,'0'0'398'15,"0"0"-173"-15,0 0 8 16,0 0-66-16,0 0-10 16,0 0-131-16,0 0 0 15,114 14-26-15,-69-10-15 16,-1-2-60-16,14 0-87 15,-13-2-213-15,-7 0-322 0</inkml:trace>
  <inkml:trace contextRef="#ctx1" brushRef="#br0" timeOffset="160474.12">21487 9145 1570 0,'0'0'532'15,"0"0"-448"-15,0 0-40 16,0 0-8-16,0 0 44 15,17 109 25-15,-41-70-60 16,-5 0-16-16,-4-3-23 16,-4-7-5-16,2-10-1 15,-5-7-55-15,-18-12-166 16,6-2-143-16,8-15-393 0</inkml:trace>
  <inkml:trace contextRef="#ctx1" brushRef="#br0" timeOffset="160623.09">20621 9011 620 0,'0'0'1462'0,"0"0"-1247"16,0 0-133-16,-84 129-56 15,68-63 20-15,10 4-13 16,6 2-33-16,0-2-25 16,35 6-112-16,1-18-189 15,-3-17-447-15</inkml:trace>
  <inkml:trace contextRef="#ctx1" brushRef="#br0" timeOffset="170508.89">22690 8747 1156 0,'0'0'266'0,"0"0"-106"15,0 0 5-15,0 0-45 16,0 0 19-16,0 0-31 15,-11-39-58-15,2 36-19 16,1-2-19-16,-6 3 25 16,-1 2-28-16,-6 0-8 15,-4 14 41-15,-1 13-20 16,-6 4 12-16,-1 10 6 16,2 1 22-16,2 0-13 15,4-2 14-15,8-6-27 16,3-4 11-16,7-4-47 15,5-5 13-15,2-3-12 0,0-2 12 16,0-4-5-16,0-3-8 16,7 0-8-16,7-4-2 15,3-5-23-15,6 0-4 16,3 0-48-16,6-14 34 16,1-9-11-16,0-7-33 15,-2-3-72-15,-2 1 12 16,-4 4 52-16,-8 5 100 15,-3 6 3-15,-7 8 107 16,-3 4 61-16,-2 5-126 16,0 0-42-16,1 8 0 15,2 15 46-15,-1 6 2 16,3 3-22-16,1 0-3 0,4-1-23 16,1-5-56-1,7-7-112-15,-2-5-118 0,-4-11-606 0</inkml:trace>
  <inkml:trace contextRef="#ctx1" brushRef="#br0" timeOffset="170933.44">22920 8322 1239 0,'0'0'345'15,"0"0"-220"-15,0 0-65 16,0 0 22-16,0 0-19 15,0 0 26-15,0 0 12 16,93-59 16-16,-86 59-28 16,-7 14-64-16,0 16 15 15,-9 12 83-15,-18 9-56 16,-4 2 9-16,2-7-57 16,6-11-8-16,10-9-11 15,7-10 6-15,6-3-12 0,0-6-15 16,6 0-30-16,19 0 39 15,6 0-80-15,30-7-76 16,-8 0-195-16,-6 0-593 0</inkml:trace>
  <inkml:trace contextRef="#ctx1" brushRef="#br0" timeOffset="171124.7">23250 8839 1265 0,'0'0'567'15,"0"0"-415"-15,0 0-73 16,0 0-29-16,127-24-50 0,-80 14-9 16,8-6-155-16,-10 4-196 15,-10-2-867-15</inkml:trace>
  <inkml:trace contextRef="#ctx1" brushRef="#br0" timeOffset="171322.33">23537 8610 1337 0,'0'0'267'0,"0"0"-161"15,0 0 65 1,-40 121-7-16,27-75-49 0,3-2-43 15,6 0-41-15,4-3-31 16,0-3 0-16,14-3-169 16,5-8-146-16,4-14-337 15</inkml:trace>
  <inkml:trace contextRef="#ctx1" brushRef="#br0" timeOffset="171772.31">23934 8333 963 0,'0'0'250'0,"0"0"-44"16,0 0 14-16,0 0-25 15,0 0-77-15,0 0-10 16,0 0 67-16,0 155-46 15,0-79-36-15,0 7 13 16,-3-4-64-16,-3-8 17 16,-3-11-17-16,1-11-6 15,-2-16 8-15,4-8-38 16,-1-10 3-16,5-6-3 16,0-5-6-16,0-4-3 15,2 0-3-15,0 0 12 0,0-16-15 16,15-13-22-16,9-5-103 15,8-2 80-15,1 4-11 16,-2 10 25-16,-4 13 31 16,-4 9 9-16,-4 0 3 15,-7 11 15-15,-6 11 5 16,-6 3 21-16,0 0-18 16,-6 1 13-16,-21 2-23 15,-6 4-16-15,-26 2-116 16,10-3-208-16,7-15-517 0</inkml:trace>
  <inkml:trace contextRef="#ctx1" brushRef="#br0" timeOffset="172365.64">24333 8208 1280 0,'0'0'305'0,"0"0"-209"16,0 0-52-16,0 0 13 16,0 0 6-16,0 0-14 15,0 0-32-15,22-21-17 0,-6 21 24 16,-3 0 37-16,-1 0 19 16,-4 2 20-16,-3 17-20 15,-5 13 13-15,0 5 15 16,-11 8-12-16,-12-3 3 15,1-2-39-15,5-11-30 16,5-4 19-16,7-9-42 16,5-4 11-16,3-1-18 15,19 0-6-15,11-1 0 16,3 0-71-16,13-4-132 16,-11 0-93-16,-7-6-548 0</inkml:trace>
  <inkml:trace contextRef="#ctx1" brushRef="#br0" timeOffset="174134.69">22529 9397 1126 0,'0'0'211'0,"0"0"-156"16,0 0-7-16,0 0 65 15,0 0 21-15,0 0-14 0,0 0 9 16,-8-5-30-16,32 5 34 16,12 0-8-16,18 5-3 15,17 4-79-15,33 1-9 16,39-3-32-16,42-4 14 15,18-3 6-15,-2 0-22 16,-12 0 0-16,-28-1 6 16,-16-8 9-16,-31 4-23 15,-35 0 8-15,-25 1 0 16,-14 4-1-16,-5 0-8 16,0 0-49-16,-10 0-10 15,-11 2-130-15,-9 8-162 0,-5-3-313 16</inkml:trace>
  <inkml:trace contextRef="#ctx1" brushRef="#br0" timeOffset="174510.73">23316 9719 1458 0,'0'0'401'0,"0"0"-152"15,0 0 41 1,0 0-79-16,0 0-113 0,0 0-80 16,114-25-9-16,-67 22-5 15,-2 3-4-15,-10 3-10 16,-10 18 2-16,-16 11-7 15,-9 8 15-15,-18 6 41 16,-20 2 13-16,-4-2 0 16,6-8-29-16,11-6-24 15,15-11 33-15,10-5-32 16,13 0-2-16,31-2 0 16,16-4-12-16,21-2-72 15,55-8-187-15,-21-13-266 16,-5-8-282-16</inkml:trace>
  <inkml:trace contextRef="#ctx1" brushRef="#br0" timeOffset="174873.87">25183 9413 1413 0,'0'0'810'16,"0"0"-510"-16,0 0-157 15,0 0 18-15,0 0-107 16,133 0-54-16,-91 0-14 16,-1 12-207-16,-12-1-368 15,-14-4-411-15</inkml:trace>
  <inkml:trace contextRef="#ctx1" brushRef="#br0" timeOffset="174990.84">25198 9549 538 0,'0'0'1723'0,"0"0"-1401"15,0 0-273-15,0 0 30 16,158 3-79-16,-62-3-43 16,-16 0-232-16,-6 0-477 0</inkml:trace>
  <inkml:trace contextRef="#ctx1" brushRef="#br0" timeOffset="175666.54">26462 9443 2029 0,'0'0'488'0,"0"0"-449"15,0 0-23-15,0 0-16 16,0 0-26-16,0 0-32 16,0 0-6-16,94-119-50 15,-77 85 38-15,1 0-24 16,-5 0 34-16,1 3-35 0,-5 6 101 16,-3 3 47-16,-1 6 4 15,0 6 24-15,-3 3 61 16,0 4-62-16,-2 3-33 15,0 0-41-15,0 0 0 16,0 0 11-16,0 7-8 16,0 14 22-16,-2 3 63 15,-2 5-58-15,-4 8 11 16,4 1-30-16,-3 5 1 16,1-2 4-16,-4 3-16 15,2 0-32-15,-1 1-35 16,0-1-27-16,-2 0-36 15,-2 4-99-15,4-12-70 16,-1-9-347-16</inkml:trace>
  <inkml:trace contextRef="#ctx1" brushRef="#br0" timeOffset="175851.69">26270 9814 1558 0,'0'0'705'0,"0"0"-507"16,0 0-68-16,0 0 32 16,0 0-78-16,122 0-84 15,-50 0-17-15,37 0-165 16,-12 0-190-16,-16 0-446 0</inkml:trace>
  <inkml:trace contextRef="#ctx1" brushRef="#br0" timeOffset="176989.5">20831 11215 945 0,'0'0'325'16,"0"0"-106"-16,0 0 51 0,0 0 56 15,0 0-78-15,0 0-37 16,0 0-75-16,-5-14-35 15,24 7-1-15,10 2-85 16,8-4 9-16,10 4-24 16,4 3 0-16,7 2 0 15,-2 0-55-15,-2 0-81 16,-6 0-83-16,-7 9-117 16,-15 0-209-16,-10-3-217 0</inkml:trace>
  <inkml:trace contextRef="#ctx1" brushRef="#br0" timeOffset="177164.93">20916 11293 1498 0,'0'0'376'15,"0"0"-236"-15,0 0 36 16,0 0 28-16,0 0-51 16,122 3-101-16,-62-3-38 15,5 0-14-15,-3-3-61 16,-6-1-100-16,9-8-174 15,-18-2-343-15,-9 0-466 0</inkml:trace>
  <inkml:trace contextRef="#ctx1" brushRef="#br0" timeOffset="177342.48">21661 11051 1493 0,'0'0'255'0,"0"0"-176"16,0 0 72-16,-19 124 1 15,-10-70-25-15,-4-2-53 16,-2-5-51-16,-1-7 23 16,2-12-45-16,0-6-1 15,-14-17-84-15,7-2-196 16,4-3-243-16</inkml:trace>
  <inkml:trace contextRef="#ctx1" brushRef="#br0" timeOffset="177501.98">20519 10971 340 0,'0'0'1651'0,"0"0"-1324"0,0 0-252 16,-145 37-45-16,122 12 8 15,17 13 5-15,6 8-1 16,16 4-42-16,26 5-61 16,51 15-40-16,-6-19-157 15,1-18-434-15</inkml:trace>
  <inkml:trace contextRef="#ctx1" brushRef="#br0" timeOffset="178214.69">23131 11133 1512 0,'0'0'595'0,"0"0"-401"15,0 0-110-15,0 0-56 16,0 0-14-16,0 0-13 16,-158 26 53-16,107 9 4 0,7 6-20 15,7 1 20-15,16-1-47 16,9-8 7-16,12-5 0 15,0-7-17-15,7-7 1 16,17-6-2-16,7-8-33 16,8 0 3-16,3-15-83 15,0-14-33-15,1-7-83 16,-6-9-62-16,-5 5 8 16,-8 6 206-16,-9 11 77 15,-7 10 383-15,-8 13-156 16,0 0-155-16,0 16-55 15,0 14 95-15,0 4-25 16,-2 6-41-16,2-1-22 16,0-2-18-16,4-2-6 0,21-3-71 15,-4-10-172-15,2-9-383 16</inkml:trace>
  <inkml:trace contextRef="#ctx1" brushRef="#br0" timeOffset="178664.74">23387 10758 697 0,'0'0'736'0,"0"0"-462"16,0 0-116-16,0 0-4 15,0 0 16-15,0 0-50 16,0 0-77-16,0-4-27 16,8 4 14-16,-2 2-16 15,-4 9-14-15,1 0-13 16,-3 4 13-16,0-3 19 15,0 5-10-15,0 0 13 16,0-2-10-16,0 3 9 16,0 0 13-16,0-2-5 15,0 0-7-15,0-2 37 16,0-4-39-16,0 1-7 16,0-6-4-16,0 1-3 0,2 1 8 15,9 1-14-15,7 2-9 16,4 0-33-16,27 0-105 15,-6-5-120-15,-3 0-445 0</inkml:trace>
  <inkml:trace contextRef="#ctx1" brushRef="#br0" timeOffset="178883.33">23894 11205 1637 0,'0'0'672'15,"0"0"-509"-15,0 0-112 16,0 0-45-16,118-25-6 16,-74 16-70-16,10-9-248 15,-11 1-327-15,-12 3-165 0</inkml:trace>
  <inkml:trace contextRef="#ctx1" brushRef="#br0" timeOffset="179054.64">24093 10979 1370 0,'0'0'254'0,"0"0"-60"16,-56 102-2-16,33-48-27 15,6 4-46-15,3 0-67 16,10-2-21-16,4-8-31 15,0-3-22-15,33-11-49 16,0-12-226-16,1-13-359 0</inkml:trace>
  <inkml:trace contextRef="#ctx1" brushRef="#br0" timeOffset="179498.75">24639 10701 1175 0,'0'0'337'16,"0"0"-214"-16,0 0-88 15,0 0 22-15,0 0 157 16,0 0 86-16,4 131-136 16,-4-66-4-16,-6 0-32 15,-4 3-53-15,1 1-6 16,3-7-29-16,2-6-29 15,-2-12 12-15,2-9-21 16,2-13-2-16,0-10 0 16,2-9-17-16,-3-1 16 15,3-2-17-15,0 0 18 16,0-5 15-16,5-20-15 16,17-7-57-16,7-2-10 0,3 2 28 15,-1 10 38-15,-4 12-12 16,-5 10 13-16,-5 0 3 15,-1 18 5-15,-5 6 7 16,-4 2 4-16,-7-2-1 16,0 1 21-16,-15-3-11 15,-14-1-5-15,-5-1-10 16,-1-3-13-16,-2-6-58 16,10-11-149-16,8-2-310 15,13-19-435-15</inkml:trace>
  <inkml:trace contextRef="#ctx1" brushRef="#br0" timeOffset="179903.33">25125 10698 1435 0,'0'0'392'16,"0"0"-161"-16,0 0-51 0,0 0-32 16,0 0-10-16,0 0-53 15,0 0-35-15,17-22-32 16,-1 22 7-16,1 0 17 15,1 8-36-15,-2 14 0 16,-7 7 22-16,-9 6-20 16,-2 2 37-16,-23 2-8 15,-4-5-3-15,2-8 10 16,9-6-44-16,10-7 6 16,8-8-20-16,0 1 1 15,8 1-38-15,19-2 27 16,22-5-112-16,-4 0-215 15,-5 0-596-15</inkml:trace>
  <inkml:trace contextRef="#ctx1" brushRef="#br0" timeOffset="180902.07">23379 10839 1407 0,'0'0'498'16,"0"0"-330"-16,0 0 21 16,0 0-54-16,0 0-101 0,0 0 46 15,0 0-47 1,-7-34 4-16,7 27 0 0,0-1 26 15,5 0-7-15,3 2-51 16,4 2 5-16,-1 2-14 16,-3 2 4-16,0 0-11 15,-2 0 4-15,3 16-14 16,-5 5 21-16,1 6 10 16,-5 3-8-16,0-2 38 15,0-3-21-15,0-6 4 16,0-5-16-16,0-6-5 15,-3-4 13-15,3-2-15 16,0 1 0-16,0-3-9 16,0 0-13-16,0 0-3 0,0 1-13 15,0 2 0-15,0-3 37 16,0 1-11-16,0-1 11 16,0 0-5-16,0 0 7 15,0 0-7-15,0 0 7 16,0 0-1-16,0 0 12 15,0 0-12-15,0 3-6 16,0-2-2-16,0 4 5 16,6-1-4-16,-4-3 7 15,0 3 0-15,0-1 5 16,-2-2-5-16,2-1 0 16,-2 3-1-16,2-1 0 15,3 2-32-15,1 4-82 0,15-2-67 16,-4-2-179-16,3-4-547 15</inkml:trace>
  <inkml:trace contextRef="#ctx1" brushRef="#br0" timeOffset="181583.79">23387 10778 598 0,'0'0'1118'15,"0"0"-729"-15,0 0-222 16,0 0-1-16,0 0-17 16,0 0-72-16,0 0-8 15,6-57-27-15,4 46-16 16,1 1 1-16,7-1-27 15,3 8-15-15,0 3-7 16,4 0-23-16,0 3 18 16,-7 16 12-16,-7 8-11 15,-11 8 25-15,0 7 1 0,-27 4 14 16,-8 0 33-16,-8-4-29 16,3-5 9-16,6-12-5 15,12-4-16-15,9-11 14 16,9-5-14-16,4-1-6 15,0-1 0-15,13 1-2 16,18 0 1-16,9-2 1 16,11 1-85-16,32-3-124 15,-14 0-309-15,-7-9-610 0</inkml:trace>
  <inkml:trace contextRef="#ctx1" brushRef="#br0" timeOffset="182246.73">25914 11209 1581 0,'0'0'522'15,"0"0"-315"-15,0 0 81 16,0 0-63-16,0 0-110 16,0 0-48-16,0 0-32 15,98-16-34-15,-50 16-2 16,4 0-48-16,-5 0-50 0,-3 12-111 16,-15 4-274-16,-15-2-322 15</inkml:trace>
  <inkml:trace contextRef="#ctx1" brushRef="#br0" timeOffset="182371.74">25883 11369 1927 0,'0'0'526'15,"0"0"-471"-15,0 0 12 16,122 3-22-16,-42-3-45 16,52 0-147-16,-19-4-242 15,-10-6-493-15</inkml:trace>
  <inkml:trace contextRef="#ctx1" brushRef="#br0" timeOffset="182853.11">27119 10985 1239 0,'0'0'297'0,"0"0"-197"16,0 0-40-16,0 0 45 16,0 0 17-16,0 0-49 15,0 0 5-15,0-6 0 0,0 6-21 16,0 0 10-16,0 0-23 15,0 0-34-15,0 0 4 16,0-3-13-16,8 3-2 16,7-1-26-16,7 1 21 15,5 0 6-15,-2 0 25 16,-8 11-13-16,-5 11 10 16,-12 9-7-16,-3 6 58 15,-35 9 22-15,-14-3 14 16,-8 1-9-16,5-7-32 15,10-10-36-15,20-7 2 16,21-8-34-16,4-2 1 0,29 0 22 16,27 2-11-16,35 2-12 15,36-4-72 1,31-6-54-16,-21-4-171 16,-31 0-596-16</inkml:trace>
  <inkml:trace contextRef="#ctx1" brushRef="#br0" timeOffset="184270.71">17371 12726 601 0,'0'0'721'15,"0"0"-368"-15,0 0-44 0,0 0-34 16,0 0-41-16,14-111-145 15,15 95-59-15,9 6-21 16,1 10-9-16,7 0 0 16,-2 28 7-16,3 9-1 15,1 6 26-15,2 3-17 16,-1-2 25-16,0-1 6 16,0-9-45-16,-5-7 0 15,1-5 11-15,-5-8-11 16,-4-9-2-16,-1-5-16 15,-2 0 12-15,2-14 4 0,2-11-52 16,5-4-8-16,6-5-36 16,5 0 51-16,4-1 21 15,11 3-30-15,1 6 4 16,-2 6 46-16,-7 5 5 16,-13 4 18-16,-16 5-10 15,-16 4 1-15,-10 2 14 16,-5 0-11-16,-9 6-3 15,-26 19 50-15,-13 10 41 16,-8 5-49-16,1 1-21 16,8-5-20-16,14-9 4 15,10-8-14-15,15-9-28 0,8-7 22 16,0-3-61-16,24 0-13 16,16-10 46-16,7-12-78 15,2-5-73-15,-6-4 16 16,-14 7 97-16,-12 6 72 15,-10 10 193-15,-7 8-19 16,0 0-109-16,-5 7-46 16,-8 12 20-16,-1 3 25 15,10-2-40-15,4-2 8 16,0-4-31-16,23-3 5 16,10-8-6-16,5-3-55 15,2 0-12-15,0-7-17 16,-4-14-23-16,-9 0-6 0,-5 1 4 15,-11 1 33 1,-5 9 76-16,-6 8 74 0,0 2-74 16,0 8 3-16,0 15-3 15,-2 4 50-15,2 1-23 16,0 0-2-16,14-7-25 16,11-5 9-16,8-10-9 15,5-6-54-15,13-9-83 16,-9-14-107-16,-8-3-265 0</inkml:trace>
  <inkml:trace contextRef="#ctx1" brushRef="#br0" timeOffset="184540.74">19208 12821 880 0,'0'0'410'0,"0"0"-18"16,-51 167-86 0,24-77-76-16,0 6-13 15,-4 5-51-15,4-5-54 0,1-5-27 16,1-7-43-16,3-13-9 15,1-11-26-15,0-7-6 16,1-13 11-16,1-10-12 16,2-10-10-16,1-10 8 15,5-10 2-15,3 0 10 16,4-28-10-16,4-16-13 16,6-16 7-16,23-14-21 15,11-7 18-15,4-3 9 0,1 6-19 16,-3 6-36-1,-7-8-157-15,-8 17-138 0,-13 10-199 0</inkml:trace>
  <inkml:trace contextRef="#ctx1" brushRef="#br0" timeOffset="184701.51">18646 12392 1420 0,'0'0'636'0,"0"0"-281"15,0 0-208-15,89-104-73 16,-44 86-74-16,-3 12-15 16,4 21-143-16,-13 18-223 15,-16 11-411-15</inkml:trace>
  <inkml:trace contextRef="#ctx1" brushRef="#br0" timeOffset="184806.66">18687 13240 1763 0,'0'0'478'15,"0"0"-478"-15,0 0-14 16,0 0-45-16,0 0-335 0</inkml:trace>
  <inkml:trace contextRef="#ctx1" brushRef="#br0" timeOffset="186118.89">20474 12743 935 0,'0'0'340'0,"0"0"-118"15,-127 64-59-15,74-28 1 16,4 7 7-16,11-4-68 15,13-2-56-15,11-7-7 16,14-8-21-16,0-7 12 16,27-4 6-16,14-8-37 0,10-3-9 15,2-9-134 1,3-21-55-16,13-30-124 16,-4-5-199-16,-14 5-404 15</inkml:trace>
  <inkml:trace contextRef="#ctx1" brushRef="#br0" timeOffset="186240.1">20474 12743 1221 0,'159'-4'700'0,"-159"4"-455"15,0 0-152-15,0 19-81 16,0 12 53-16,0 13 34 16,0 2-48-16,2 5-26 15,9-5-25-15,3-6-67 16,1-6-26-16,7-12-166 16,-4-7-258-16,-7-13-300 0</inkml:trace>
  <inkml:trace contextRef="#ctx1" brushRef="#br0" timeOffset="186539.5">20762 12279 1267 0,'0'0'250'16,"0"0"-96"-16,0 0-7 15,0 0 50-15,114-41-15 16,-87 41-101-16,-8 14-35 16,-5 14 30-16,-10 8 13 15,-4 6 25-15,0 2 10 0,-18-3-62 16,3-5-9-16,3-9-31 16,8-8-22-16,4-6 4 15,0 1-4-15,22 0-16 16,12 3-10-16,28-4-117 15,-6-2-317-15,-2-9-638 0</inkml:trace>
  <inkml:trace contextRef="#ctx1" brushRef="#br0" timeOffset="186699.77">21217 12830 1677 0,'0'0'376'0,"0"0"-243"15,0 0-79-15,0 0-48 16,127 2-6-16,-63-9-166 16,-10-11-224-16,-10-2-512 0</inkml:trace>
  <inkml:trace contextRef="#ctx1" brushRef="#br0" timeOffset="186862.67">21473 12579 1285 0,'0'0'351'16,"0"0"-211"-16,-47 106 23 16,27-45-5-16,7 2-55 15,7 2-63-15,6-5-40 0,0-9-28 16,37-14-141 0,-1-13-74-16,3-18-506 0</inkml:trace>
  <inkml:trace contextRef="#ctx1" brushRef="#br0" timeOffset="187266.89">21935 12386 1744 0,'0'0'116'0,"0"0"-78"15,0 0 92-15,-21 104 66 16,13-47-5-16,-2 5-46 15,2-3-19-15,-1 2-7 16,2-3-59-16,-2-6-11 0,2-3-36 16,3-7-11-16,-2-13-2 15,3-4-6-15,0-13-21 16,3-4-19 0,0-8-16-16,0 0 22 0,21-12-8 15,18-18-167-15,20-5-413 16,3-1-54-16,0 9 682 15,-8 10 86-15,-13 13 242 16,-12 4-99-16,-14 7-45 16,-9 17-6-16,-6 3 17 15,0 6-49-15,-21-1-24 16,-10 2-21-16,-6-5-47 0,0-3-27 16,-3-3-27-16,4-7-52 15,-2-16-115-15,11 0-301 16,9-5-344-16</inkml:trace>
  <inkml:trace contextRef="#ctx1" brushRef="#br0" timeOffset="187566.79">22318 12200 1655 0,'0'0'544'0,"0"0"-320"16,0 0-19-16,0 0-135 0,0 0-45 15,0 0-24-15,0 0 0 16,93 76 31-16,-97-26 30 16,-25 4 1-16,-7-4 3 15,5-5-35-15,4-9-1 16,14-12-30-16,9-7-1 15,4 0-8-15,11-3-24 16,20-1-6-16,42-13-85 16,-8 0-226-16,2 0-669 0</inkml:trace>
  <inkml:trace contextRef="#ctx1" brushRef="#br0" timeOffset="187839.58">22724 12781 307 0,'0'0'2071'15,"0"0"-1606"-15,0 0-404 16,0 0 2-16,0 0-54 0,0 0-9 16,127 0-10-16,-85 3-102 15,-9 6-239-15,-12-3-527 0</inkml:trace>
  <inkml:trace contextRef="#ctx1" brushRef="#br0" timeOffset="187964.54">22623 12980 1756 0,'0'0'593'0,"0"0"-460"16,0 0-100-16,183 12-33 15,-56-12-37-15,-18-4-215 16,-9-13-811-16</inkml:trace>
  <inkml:trace contextRef="#ctx1" brushRef="#br0" timeOffset="188273.13">23636 12513 1908 0,'0'0'148'15,"0"0"-61"-15,0 0-59 16,0 0 83-16,115-10-70 15,-81 18 6-15,-12 14 68 16,-13 9-44-16,-9 10-22 16,-27 11 82-16,-24 5-14 15,-9 1-55-15,4-5-6 0,9-9-46 16,16-8-4-16,17-7-6 16,14-5 0-16,9-2 0 15,32 0-12-15,59-4-56 16,-9-6-152-16,-2-8-433 0</inkml:trace>
  <inkml:trace contextRef="#ctx1" brushRef="#br0" timeOffset="188998.02">24734 12992 1028 0,'0'0'1001'15,"0"0"-610"-15,0 0-190 16,0 0-109-16,0 0-92 0,0 0-15 16,0 0-4-1,-20 54 19-15,3-8 9 16,-6 7-9-16,1-2-79 0,-1 2-103 16,6-18-322-1,7-14-722-15</inkml:trace>
  <inkml:trace contextRef="#ctx1" brushRef="#br0" timeOffset="201345.65">24853 12479 1204 0,'0'0'252'0,"0"0"-104"16,0 0-3-16,0 0 27 16,0 0-24-16,0 0-45 15,15-65 2-15,-15 63-35 16,0 2-61-16,0 0 11 16,0 2-20-16,0 23 0 15,0 19 8-15,-7 14 90 0,-6 14 6 16,-1 8-31-16,1-1-43 15,4-1 22-15,5-5-42 16,1-2 2-16,3-5-12 16,0-4-18-16,0-5-68 15,-15-2-137-15,1-13-289 16,-5-18-224-16</inkml:trace>
  <inkml:trace contextRef="#ctx1" brushRef="#br0" timeOffset="202235.65">24326 12954 1677 0,'0'0'533'0,"0"0"-380"0,0 0-121 15,185-68 97-15,-96 58-19 16,8 3-94-16,-2 5-4 16,-3 0-12-16,-15-1-12 15,-9-5-31-15,-15-9-34 16,-12-2 29-16,-12-10 23 15,-14-5-46-15,-11-7 44 16,-4-5-20-16,-2 0 38 16,-13 7 9-16,-1 8 15 15,5 14 41-15,1 15 8 16,6 2-58-16,-3 31-5 16,3 20 14-16,0 14 50 15,-1 10 7-15,3 0-26 16,2-8-13-16,0-6-8 15,0-15-16-15,0-12 4 0,0-14-13 16,0-10-25-16,5-10-24 16,14 0-20-16,10-16 25 15,12-19-47-15,5-11-59 16,1-7-77-16,-7 2-16 16,-9 12 243-16,-12 16 84 15,-13 19 116-15,-6 4-147 16,0 15-14-16,-2 12 132 15,-7 9-21-15,4-2-57 16,5-1-55-16,0-8 5 16,2-4-29-16,14-5-13 15,5-7-1-15,2-6-22 16,2-3-5-16,0-3-26 0,2-14-5 16,-7-7 29-16,-3 2-20 15,-8 4 49 1,-4 5 30-16,-5 8 77 0,0 3-46 15,0 2-61-15,2 0 5 16,1 0-19-16,3 0-26 16,3 0 12-16,-3 6-17 15,4-3-10-15,-6-3 33 16,3 0 13-16,-1-5 9 16,8-19 0-16,8-8-4 15,10-7 3-15,10 1-22 16,2 4-26-16,1 7 31 0,-8 13 15 15,-7 7 3-15,-10 7 64 16,-9 0-9-16,-3 12-8 16,-8 12-8-16,0 5 22 15,0 0 19-15,-13 4-18 16,-5-3-24-16,3-6-21 16,4-9-16-16,4-3-2 15,7-5-41-15,0-4-49 16,0-3-40-16,14 0 13 15,7 0 55-15,8-3-20 16,-2-5-56-16,-4 4 63 16,-7 4 38-16,-8 0 1 15,-3 15 36-15,-5 8-9 16,2 2 4-16,2-4-52 16,1-5-238-16,0-10-535 0</inkml:trace>
  <inkml:trace contextRef="#ctx1" brushRef="#br0" timeOffset="202418.66">25760 12258 1746 0,'0'0'378'0,"0"0"-269"15,129-6-45-15,-85 14 51 16,-10 25-95-16,-25 13-20 15,-31 45-76-15,-26-8-110 16,-9-12-481-16</inkml:trace>
  <inkml:trace contextRef="#ctx1" brushRef="#br0" timeOffset="204000.49">27066 12603 1657 0,'0'0'385'15,"0"0"-363"-15,0 0 17 0,0 0 48 16,-43 155 63-16,24-99-63 15,3-6-36-15,3-13-10 16,5-11-20-16,6-9 12 16,2-7-33-16,0-8-11 15,0-2-17-15,12 0-10 16,15-15 3-16,11-14-15 16,10-16-212-16,8-4-36 15,-2 1-76-15,-3 13 258 16,-13 17 116-16,-11 18 247 15,-16 9-94-15,-9 28 28 16,-2 9 45-16,-9 4-59 0,-11-1-48 16,0-9-45-16,2-10 10 15,5-11-55-15,6-8-8 16,2-5-14-16,3-4-6 16,2-2 11-16,0 0-12 15,0-2 0-15,12-22-6 16,17-18-77-16,15-13-196 15,8-3 6-15,4 4 28 16,-8 19 107-16,-8 18 138 16,-13 17 1-16,-9 2 93 15,-7 22 47-15,-2 5-8 16,0 1-18-16,6 2-31 16,10-4-13-16,15-5-46 15,15-4-4-15,10-12-21 16,3-5-21-16,-6-2-48 15,-11-9-51-15,-13-11 28 0,-18-4 45 16,-13 3 25-16,-7 7 22 16,-14 10 64-16,-17 4-34 15,-7 2 49-15,-2 21 17 16,6-2-29-16,10 4 13 16,10-4-43-16,12-2-19 15,2-4-18-15,16-3-20 16,13-5 1-16,5-7-88 15,1 0-98-15,-4-10 51 16,-2-17-18-16,-6-2 56 16,-6 3 116-16,-5 4 9 15,-3 8 231-15,-7 7 9 0,0 7-191 16,0 0-58-16,2 3 6 16,1 10 33-16,4 4-2 15,4-3-16 1,6-3 13-16,0-3-19 0,6-5-14 15,-1-3-1-15,5 0-61 16,0-16-86-16,0-6-57 16,3-6-99-16,-5 0 2 15,-6 3 175-15,-3 5 126 16,-7 10 192-16,-3 10-1 16,-6 0-116-16,0 12 96 15,-2 14 26-15,0 3 7 16,0 3-61-16,0-3-52 15,-7-4-5-15,0-5-55 0,3-8 9 16,1-4-21-16,1-5-18 16,2 0 8-16,0-3-9 15,0 0 6-15,0 0-9 16,0 0 3-16,0 0 0 16,2-4-19-16,17-15-11 15,10-7-143-15,2-1-55 16,2-1 68-16,-2 7 145 15,-4 7 15-15,-3 10 87 16,1 4-10-16,-3 0 29 16,-1 16-16-16,-2 4-14 15,-3 4-31-15,-3 1 4 16,-1-4-48-16,-8 4-2 0,-4-4-52 16,-4 2-75-16,-19-5-107 15,-8-8-300-15</inkml:trace>
  <inkml:trace contextRef="#ctx1" brushRef="#br0" timeOffset="204206.28">27879 12421 1681 0,'0'0'479'0,"0"0"-413"16,0 0-9-16,0 0 42 15,137 34 48-15,-100-22-52 0,8-3-9 16,6-5-20-16,5-1-66 16,27-3-4-16,-12-4-195 15,-7-11-395-15</inkml:trace>
  <inkml:trace contextRef="#ctx1" brushRef="#br0" timeOffset="205253.67">29440 12751 1704 0,'0'0'576'0,"0"0"-502"0,0 0-9 15,0 0 42 1,0 0-16-16,0 0-42 15,0 0-19-15,15 0-18 0,3 0 52 16,3 0-27-16,-4 2-17 16,-5 0-14-16,-3 1-6 15,-5 0-1-15,-2 8-14 16,0 8-18-16,2 8 22 16,-1 6 12-16,-1 7-1 15,3-1 1-15,2-5-1 16,-1-6 10-16,5-8-10 0,1-6 0 15,-2-8-2-15,9-6-23 16,-2 0-15-16,5-12-48 16,1-16-52-16,0-8-32 15,-6-8-69-15,-1-1 33 16,-3 10 208-16,-7 8 55 16,-1 15 196-16,-5 12-139 15,0 0-100-15,0 23 0 16,-3 16 57-16,-10 15 53 15,-3 11-10-15,-1 4-28 16,-5-2-10-16,-1-3-24 16,1-8-14-16,2-7-5 15,2-12-25-15,3-12-5 16,6-13 17-16,2-8-11 16,4-4 19-16,3 0 2 0,0-18 16 15,10-16-44-15,18-17-12 16,19-12-53-16,16-14-84 15,6-1-109-15,0 1-61 16,-6 8 87-16,-17 12 232 16,-15 17 101-16,-17 12 143 15,-10 14 60-15,-4 9-105 16,0 5-111-16,-8 0-69 16,-13 7-19-16,1 12-9 15,3 2 8-15,5 2-8 16,6 0 9-16,6 0 0 15,0-2-9-15,4-3 8 16,21-1-13-16,6-5-26 0,11-8 31 16,5-4-89-16,5-7-98 15,-2-20-32-15,-3-11-142 16,-11-3-220-16,-9 4 590 16,-12 14 116-16,-10 9 577 15,-5 13-425-15,0 1-123 16,-12 7-93-16,-7 15 36 15,1 4 2-15,2 3-42 16,7-4-48-16,5-2 31 16,4-5-23-16,0-6-7 15,0-4-1-15,18-4-9 16,6-4 9-16,7 0-21 0,8-8-51 16,2-18-74-16,1-10-62 15,-1-7-61 1,-7 3-38-16,-8 6 307 15,-13 15 110-15,-3 10 260 0,-8 9-216 16,-2 4-114-16,2 22-27 16,-2 9 68-16,2 4-50 15,-2 3-16-15,3-2-11 16,-3-4-4-16,0-4-46 16,0-6-45-16,-29-14-149 15,-9-3-144-15,-7-9-414 0</inkml:trace>
  <inkml:trace contextRef="#ctx1" brushRef="#br0" timeOffset="205413.66">29743 12388 1903 0,'0'0'562'0,"0"0"-368"16,116-37-81-16,-53 32-56 15,6 5-47-15,4 0-2 16,-1 10-8-16,7 19-63 15,-18-2-244-15,-14-7-473 0</inkml:trace>
  <inkml:trace contextRef="#ctx1" brushRef="#br0" timeOffset="206530.61">31301 12508 1903 0,'0'0'277'15,"0"0"-194"-15,0 0-21 16,0 0 24-16,0 0-43 16,0 0-3-16,0 0 8 15,-2-99-17-15,-44 99-22 16,-14 9 6-16,-10 28 40 16,1 14-24-16,7 9 8 15,14 7 12-15,15-3-22 16,14 0 6-16,11-6-28 15,8-5-1-15,5-9 29 0,21-9-35 16,15-8-5-16,10-13-4 16,12-10-30-16,8-4-17 15,4-14-16-15,4-18 26 16,-8-10-14-16,-9-1-14 16,-15 3 72-16,-18 8 2 15,-16 16 78-15,-13 9 1 16,0 7-79-16,-17 0 6 15,-14 17 10-15,-8 7 24 16,6 2 5-16,4 1-11 16,9-8-20-16,9-2-10 15,6-5-4-15,5-4-21 0,0-1-28 16,7-2-31-16,18-5-56 16,4 0-21-16,6-10-179 15,-2-16-38 1,-4-3-123-16,-6 1 497 0,-7 7 165 15,-9 8 420-15,-5 9-355 16,-2 4-125-16,0 0-32 16,0 6 14-16,0 10 72 15,0 3-65-15,0 1-24 16,0-3-37-16,8 0-9 16,11-4-24-16,3-4-9 15,6-7-25-15,4-2-59 16,2-7-57-16,-1-13 52 15,-2-1-42-15,-8 0 86 16,-8 7 54-16,-7 7 66 0,-3 5-12 16,-2 2-23-16,-3 0-25 15,0 15 60-15,2 6 46 16,2 3-33-16,3-4-33 16,1-3-25-16,6-3 6 15,4-7-27-15,2-7-39 16,5 0-47-16,4-9-107 15,2-15-168-15,0-3-122 16,0-4 126-16,-2 6 208 16,-4 2 149-16,-6 9 388 0,-7 5 248 15,-5 9-428 1,-3 0-126-16,-2 3-65 0,-2 15 12 16,0 5-1-16,0 0-22 15,0 4-6-15,-11-1-31 16,-25-7-76-16,5-5-167 15,-3-10-426-15</inkml:trace>
  <inkml:trace contextRef="#ctx1" brushRef="#br0" timeOffset="206720.24">31438 12521 2089 0,'0'0'542'0,"0"0"-395"15,0 0-53-15,0 0-56 16,0 0-8-16,118-24-30 0,-103 24-7 16,-2 0 5-16,-6 2-68 15,-4-2-176-15,-3 0-364 16,0 0-494-16</inkml:trace>
  <inkml:trace contextRef="#ctx1" brushRef="#br0" timeOffset="206832.81">31772 12310 1898 0,'0'0'501'0,"0"0"-421"16,138 16-76-16,-47 22-4 15,-12-4-200-15,-11-3-1090 0</inkml:trace>
  <inkml:trace contextRef="#ctx1" brushRef="#br0" timeOffset="206953.69">32670 12729 2261 0,'0'0'634'0,"0"0"-634"16,0 0-118-16,0 0-138 15,0 0-509-15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8:52:54.49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1665 6814 914 0,'0'0'318'0,"0"0"-160"15,0 0 19-15,0 0-53 16,0 0 38-16,0 0 43 15,2-12-47-15,-2 12-46 16,0-2-26-16,0 2-19 16,0 0 20-16,0 0-63 0,0 0 30 15,0 0 20-15,0 0-56 16,0 0 27-16,0 0-40 16,0 0-4-16,0 0 13 15,0 0-14-15,0 0 0 16,0 0-1-16,0 0-26 15,2 0 21-15,0 0-24 16,-2 0 28-16,0 0-20 16,0 0 22-16,0 0 0 15,0 0 17-15,0 0-17 16,0 0 30-16,0 0-30 16,-4 0 0-16,-2 0 28 15,1 0-28-15,0 0 0 0,3 0-1 16,2 0-8-16,0 0 7 15,0 0-16-15,0 0-66 16,2 2-13-16,12-1-88 16,-3 1-137-16,0-2-409 0</inkml:trace>
  <inkml:trace contextRef="#ctx0" brushRef="#br0" timeOffset="413.12">2124 6435 479 0,'0'0'1387'16,"0"0"-1195"-16,0 0-95 16,0 0-47-16,0 0 18 15,0 0 9-15,0 0-9 16,-9 15-14-16,5 23-32 0,-1 11 60 15,-2 6-23 1,3 3-47-16,0-5 15 0,1-7-27 16,3-7-16-16,0-12-10 15,0-6-72-15,0-11-70 16,0-12-59-16,3-18-119 16,-1-8-200-16</inkml:trace>
  <inkml:trace contextRef="#ctx0" brushRef="#br0" timeOffset="602.78">2133 6372 1169 0,'0'0'703'15,"0"0"-654"-15,0 0 18 0,0 0 12 16,80 104 54-16,-59-55 16 16,0-1-60-16,2 3-52 15,-1-5-37-15,3-5 0 16,-4-5-68-1,2-8-92-15,6-15-100 16,-4-10-40-16,-3-3-328 0</inkml:trace>
  <inkml:trace contextRef="#ctx0" brushRef="#br0" timeOffset="811.91">2643 6400 1551 0,'0'0'197'0,"0"0"-108"15,-93 143 104-15,55-79-78 16,3-4-17-16,5-6 47 16,10-9-113-16,9-11-8 15,4-10-24-15,5-11-70 16,2-8-4-16,0-5-96 16,2-17 98-16,27-49-109 15,-4 4-360-15,1-2-140 0</inkml:trace>
  <inkml:trace contextRef="#ctx0" brushRef="#br0" timeOffset="956.13">2643 6400 740 0,'-77'88'517'16,"77"-88"-329"-16,2 20-125 16,0 15 59-16,2 7 46 15,3 9-60-15,9-2-14 16,3 1 31-16,8-7-86 0,7-6-18 16,1-6-21-16,4-9-70 15,-2-10-17-15,15-12-78 16,-10 0-13-16,-5-6-209 0</inkml:trace>
  <inkml:trace contextRef="#ctx0" brushRef="#br0" timeOffset="1256.08">3363 6461 1071 0,'0'0'482'0,"0"0"-297"0,0 0-40 16,0 0-58-16,0 0 42 15,0 0 11-15,-120 110-13 16,82-60-4-16,0 2-108 15,7-1-3-15,2-5-12 16,5-9-86-16,3-8 25 16,-3-13-136-16,3-8-96 15,4-8-212-15</inkml:trace>
  <inkml:trace contextRef="#ctx0" brushRef="#br0" timeOffset="1442.57">3002 6495 1038 0,'0'0'957'15,"0"0"-834"-15,0 0-84 16,0 0 59-16,119 56-91 16,-86-24 30-16,2 4 21 15,5-2-58-15,1-2 0 16,1-6-37-16,-2-6-68 16,1-9 14-16,-8-11-115 15,7-4 10-15,-11-17-121 16,-5-5-65-16</inkml:trace>
  <inkml:trace contextRef="#ctx0" brushRef="#br0" timeOffset="1628">3619 6465 1030 0,'0'0'708'0,"0"0"-431"15,0 0-156-15,0 0-121 16,0 0 9-16,0 0 49 16,0 0 38-16,5 125 30 15,-3-74-73-15,5 2-29 16,0-5 3-16,1-2-27 15,1-10-46-15,-1-6-29 16,-2-9-43-16,-4-10-68 16,-2-11-117-16,0-12-29 15,-11-16-283-15</inkml:trace>
  <inkml:trace contextRef="#ctx0" brushRef="#br0" timeOffset="1838.36">3773 6333 580 0,'0'0'1326'15,"0"0"-1141"-15,0 0-92 16,0 0 11-16,125 81-46 16,-103-34 44-16,-8 3 38 15,-7 5-95-15,-7 4-15 16,-7 0-11-16,-22-3-17 16,-11-5 2-16,-9-5-4 15,-5-8-85-15,-2-11 9 16,1-11-121-16,-6-16-79 15,19-20-30-15,11-10-409 0</inkml:trace>
  <inkml:trace contextRef="#ctx0" brushRef="#br0" timeOffset="1907.29">3577 6675 592 0,'0'0'0'0</inkml:trace>
  <inkml:trace contextRef="#ctx0" brushRef="#br0" timeOffset="2169.85">3577 6675 1679 0,'-76'22'826'16,"78"-22"-678"-16,17 0-147 0,10 0 4 15,18 0-5-15,12-6 1 16,15-3-7-16,28-6 6 16,-15 5-258-16,-16 0-368 0</inkml:trace>
  <inkml:trace contextRef="#ctx0" brushRef="#br0" timeOffset="2421.55">4340 6617 1921 0,'0'0'591'0,"0"0"-591"16,0 0-31-16,0 0-175 16,0 0-160-16,0 0-259 0</inkml:trace>
  <inkml:trace contextRef="#ctx0" brushRef="#br0" timeOffset="2512">4284 6880 689 0,'0'0'1519'0,"0"0"-1519"15,0 0-395-15,0 0-523 0</inkml:trace>
  <inkml:trace contextRef="#ctx0" brushRef="#br0" timeOffset="3139.16">5345 6360 1215 0,'0'0'504'16,"0"0"-245"-16,0 0-4 0,0 0-131 16,0 0 17-16,0 0-65 15,0 0-30-15,0 12-28 16,0 25-2-16,-2 11-11 15,-7 12 29-15,3 1-24 16,-4 0-20-16,6-5-23 16,-1-8-64-16,5-9-60 15,0-16-181-15,0-14-414 0</inkml:trace>
  <inkml:trace contextRef="#ctx0" brushRef="#br0" timeOffset="3654.25">5457 6396 704 0,'0'0'774'0,"0"0"-615"15,0 0-129-15,0 0 30 16,122-55 45-16,-80 52 35 16,1 3 24-16,-3 3-55 15,-7 23-53-15,-8 6 8 16,-10 8-18-16,-13 4 0 15,-2 2 36-15,-15 0-30 0,-22-2 16 16,-13-1-4 0,-4-6-52-16,2-3-12 0,4-8-9 15,11-6-77-15,14-10-90 16,15-6-342-16,8-4-627 0</inkml:trace>
  <inkml:trace contextRef="#ctx0" brushRef="#br0" timeOffset="3905.9">6045 6508 1780 0,'0'0'251'16,"0"0"-251"-16,0 0 0 15,0 0-26-15,0 0-50 16,0 0-177-16,0 0-565 0</inkml:trace>
  <inkml:trace contextRef="#ctx0" brushRef="#br0" timeOffset="4030.05">5970 6717 1750 0,'0'0'487'16,"0"0"-438"-16,0 0-49 15,131 8-62-15,-51-8-65 16,-11 0-126-16,-13 0-512 0</inkml:trace>
  <inkml:trace contextRef="#ctx0" brushRef="#br0" timeOffset="4456.22">6803 6298 1428 0,'0'0'282'0,"0"0"-263"15,0 0-6-15,0 0 34 16,0 0 25-16,0 0 114 16,0 0 23-16,31 86-46 15,-29-35-21-15,0 4-91 0,-2 4-36 16,2-4 13-16,-2-2-14 16,0-7-28-16,0-7-24 15,0-7-108-15,0-17-48 16,3-8-290-16,2-7-407 0</inkml:trace>
  <inkml:trace contextRef="#ctx0" brushRef="#br0" timeOffset="4960.46">7010 6324 489 0,'0'0'397'16,"0"0"-39"-16,0 0-88 0,-16 111-13 16,12-67 18-16,4 4-121 15,0 0-46-15,0-2-14 16,0-4-74-16,0-3 13 16,-2-10-33-16,0-4 0 15,-1-11 7-15,1-6-7 16,0-8-37-16,0 0 36 15,-2-3-30-15,-6-23 1 16,4-14-171-16,1-10-79 16,5-10 26-16,0 0 62 15,5 0 192-15,13 9 67 16,6 12-30-16,8 10 8 0,-1 14-7 16,6 6 15-16,-1 9 53 15,2 0 23-15,-7 17-12 16,-9 11-48-16,-11 5 11 15,-11 10 22-15,-4 3-30 16,-25 0-27-16,-9-5 30 16,1-4-74-16,3-9 28 15,9-12-14-15,15-8-7 16,10-5 72-16,0-1-43 16,8-1-26-16,21 5 25 15,11 0-22-15,7 5-28 16,8 1 12-16,5 1-83 15,-10 1-240-15,-19-5-907 0</inkml:trace>
  <inkml:trace contextRef="#ctx0" brushRef="#br0" timeOffset="5509.96">6011 6546 1536 0,'0'0'863'0,"0"0"-638"15,0 0-172-15,0 0-24 16,0 0 40-16,123-23-57 16,-71 15-12-16,23 6 0 15,-13 2-132-15,-12 0-413 0</inkml:trace>
  <inkml:trace contextRef="#ctx0" brushRef="#br0" timeOffset="7254.59">1676 7939 1016 0,'0'0'368'16,"0"0"-214"-16,0 0-105 15,0 0-17-15,0 0 76 16,0 0 30-16,0 0 31 16,-3 0-72-16,3 0-35 15,0 0-10-15,0 0-42 16,0 0-2-16,0 0-16 16,3 0-20-16,1 0 28 15,3 0-1-15,-2 0-21 16,-3 1 21-16,-2 2 0 0,0-3 1 15,0 0 40 1,0 2 7-16,0-2-1 0,0 0 0 16,0 2-15-16,0-2-31 15,0 2-13-15,0-2-14 16,0 1 14-16,2-1-21 16,7 0-3-16,2 0 13 15,-2 0 23-15,-5 0 1 16,-4-7 16-16,0-5 6 15,0-1 33-15,-18 3-48 16,-3 6-7-16,-4 4 0 16,-2 4-136-16,4 13-82 15,8-2-508-15</inkml:trace>
  <inkml:trace contextRef="#ctx0" brushRef="#br0" timeOffset="8737.44">2423 7678 1255 0,'0'0'184'16,"0"0"-160"-16,0 0-23 15,0 0 78-15,0 0 90 16,0 0 34-16,0 0-64 16,120-18-51-16,-111 48 24 15,-7 9-32-15,-2 4-46 16,0 4 107-16,0-6-103 16,-13-4 5-16,-1-6-2 15,3-9-29-15,3-7 26 16,0-9-38-16,6-6 0 15,2 0-15-15,0-9 24 0,14-21-18 16,11-17-245 0,1-11 57-16,3-8 0 15,-5 11 53-15,-8 13 144 16,-9 18 194-16,-7 16 31 0,0 8-47 16,-9 16-157-16,-7 19 15 15,5 10 77-15,7 5-60 16,4 2-36-16,7-1-2 15,24-7-15-15,9-8-18 16,28-11-131-16,-7-8-115 16,-6-12-371-16</inkml:trace>
  <inkml:trace contextRef="#ctx0" brushRef="#br0" timeOffset="9075.44">3321 7662 1355 0,'0'0'541'15,"0"0"-492"-15,0 0 27 16,0 0 19-16,-130 87-23 15,86-61 30-15,1 1-59 16,4-5-34-16,7-4 24 16,12-6-33-16,11-3 0 0,9-5-7 15,0-1-4 1,11 4 11-16,18 4 39 0,12 4-26 16,3-2 28-16,1 6-41 15,-3-4-11-15,2 6-90 16,-9-6-150-16,-12-2-353 0</inkml:trace>
  <inkml:trace contextRef="#ctx0" brushRef="#br0" timeOffset="9411.98">3606 7756 1083 0,'0'0'324'16,"0"0"-106"-16,0 0 33 15,-60 111-22-15,60-75-64 16,0-3-23-16,29-4-29 16,11-5-68-16,16-10 0 15,6-11-45-15,7-3 0 16,1-16-12-16,-13-13-24 15,-14-7-16-15,-20-7 42 16,-23 1-90-16,0 2 6 16,-29 4 39-16,-12 10 55 15,-3 10-13-15,1 14 13 0,3 2-37 16,2 22-115 0,13 6-217-16,13-2-514 0</inkml:trace>
  <inkml:trace contextRef="#ctx0" brushRef="#br0" timeOffset="9621.39">4433 7820 2357 0,'0'0'273'0,"0"0"-273"16,0 0-344-16,0 0-589 0</inkml:trace>
  <inkml:trace contextRef="#ctx0" brushRef="#br0" timeOffset="9720.34">4315 8201 2177 0,'0'0'36'0,"0"0"-36"16,0 0-842-16</inkml:trace>
  <inkml:trace contextRef="#ctx0" brushRef="#br0" timeOffset="11042.43">4984 8049 114 0,'0'0'1530'0,"0"0"-1014"15,0 0-389-15,0 0-58 16,0 0-38-16,0 0-31 15,151-114-3-15,-95 67-11 16,2-5 14-16,-4 0-17 16,-10-3-25-16,-11 4-10 15,-12 6 51-15,-13 6-16 16,-8 10 17-16,0 10 57 16,0 11-48-16,-12 8-9 15,-5 3-13-15,2 31 13 16,-1 29 29-16,5 34 6 15,5 28 51-15,2-4-24 16,4-21-16-16,0-28-6 0,-3-18-40 16,-4 2 14-16,-2 4 5 15,-7 0-10-15,-3-10-5 16,-8-11 17-16,-4-12-15 16,0-10 12-16,0-13-18 15,8-4 0-15,10-14 43 16,13-27-43-16,0-14-11 15,38-11-42-15,15-11-16 16,16-3-39-16,9 0-61 16,2 2-75-16,-1 2 8 15,-10 4-12-15,-11 3 75 16,-16 9 33-16,-13 11 140 16,-13 6 43-16,-12 14 181 15,-4 9-1-15,0 15 46 0,-6 5-137 16,-19 12-93-16,-6 26-32 15,2 16 24-15,4 10 76 16,12 6-58-16,13 0-24 16,0-3 10-16,15-11-35 15,16-12-13-15,5-12-66 16,5-12-16-16,7-20-42 16,-7 0-178-16,-15-9-249 0</inkml:trace>
  <inkml:trace contextRef="#ctx0" brushRef="#br0" timeOffset="11379.98">5824 7828 1560 0,'0'0'264'0,"0"0"-169"15,0 0-68-15,0 0-14 16,0 0 122-16,81 122-1 16,-79-78-4-16,-2-1-1 15,0-2-66-15,-7-9-2 16,0-9-61-16,1-7 16 15,4-9 5-15,2-7-21 16,0 0 0-16,8-25 0 16,13-16-167-16,1-12 0 15,0-10-172-15,-4 2 14 16,-7 6 280-16,-9 17 45 16,-2 20 335-16,0 18-93 15,0 0-192-15,-9 31 33 0,5 13 15 16,4 2-9-1,2 2 10-15,25-4-98 0,9-6-2 16,5-13-38-16,7-10-33 16,5-15-69-16,-13-3-147 15,-13-16-312-15</inkml:trace>
  <inkml:trace contextRef="#ctx0" brushRef="#br0" timeOffset="11545.65">6348 7640 1709 0,'0'0'344'16,"0"0"-256"-16,0 0-36 16,94 114-5-16,-76-56-23 0,-10 4 4 15,-5 0 28-15,-3 2-43 16,0-3-13-16,-16 7-53 16,3-15-146-16,4-20-315 0</inkml:trace>
  <inkml:trace contextRef="#ctx0" brushRef="#br0" timeOffset="11847.84">6798 7989 1774 0,'0'0'478'16,"0"0"-417"-16,0 0-8 16,0 0 78-16,0 0-70 15,0 0 70-15,0 0-76 16,150 24-55-16,-117-6-10 15,-10 8-212-15,-12-5-343 16,-11-6-480-16</inkml:trace>
  <inkml:trace contextRef="#ctx0" brushRef="#br0" timeOffset="11972.84">6694 8231 2376 0,'0'0'339'0,"0"0"-312"16,123 0-27-16,-52 0-218 15,22 0-93-15,-20-3 42 16,-17-4-934-16</inkml:trace>
  <inkml:trace contextRef="#ctx0" brushRef="#br0" timeOffset="13340.54">7839 8011 1748 0,'0'0'508'0,"0"0"-499"16,0 0-9-16,0 0 16 15,127-30-9-15,-73 10 23 16,4-9-30-16,2 0 0 16,-2-4-20-16,-6 2-21 15,-15-1-33-15,-14 0-19 16,-19 3 13-16,-4-2-13 0,-18 7 3 15,-15 3 62 1,-12 7 28-16,-2 10 107 0,-1 4 60 16,3 8-70-1,9 21-25-15,9 6 52 0,17 7-41 16,10 2-20-16,8 0 8 16,30-1-31-16,16-8 11 15,10-5-51-15,7-7-21 16,3-11-12-16,15-12-178 15,-20 0-143-15,-15-7-337 0</inkml:trace>
  <inkml:trace contextRef="#ctx0" brushRef="#br0" timeOffset="13619.84">8221 7340 1899 0,'0'0'482'0,"0"0"-414"15,0 0-62-15,0 0-6 0,140-1 7 16,-64 11-7 0,-12 2-160-16,-8-4-238 0</inkml:trace>
  <inkml:trace contextRef="#ctx0" brushRef="#br0" timeOffset="13888.83">8825 7189 1147 0,'0'0'255'0,"0"0"-136"16,0 0 84-16,0 0 3 16,0 0-39-16,0 0-3 15,44 127 20-15,-48-78-94 0,-9-3-21 16,-1-5-62-16,5-12 8 15,5-8-3-15,4-13-12 16,0-8-28-16,0 0 1 16,17-15-64-16,8-33-108 15,-5 1-311-15,-5 0-179 0</inkml:trace>
  <inkml:trace contextRef="#ctx0" brushRef="#br0" timeOffset="14009.87">8825 7189 529 0,'94'67'916'15,"-94"-67"-375"-15,0 1-383 16,0 21-106-16,0 12 59 15,0 7 65-15,0 11-113 16,8 0-28-16,21 3-35 16,9-4-65-16,26-1-38 0,-8-12-181 15,-4-13-543-15</inkml:trace>
  <inkml:trace contextRef="#ctx0" brushRef="#br0" timeOffset="14197.9">9253 7706 1713 0,'0'0'559'16,"0"0"-473"-16,0 0-32 16,0 0-39-16,0 0 39 0,0 0 14 15,187 32-68 1,-116-26-151-16,-7-4-497 0</inkml:trace>
  <inkml:trace contextRef="#ctx0" brushRef="#br0" timeOffset="14309.19">9957 7640 1495 0,'0'0'0'0,"0"0"-510"0</inkml:trace>
  <inkml:trace contextRef="#ctx0" brushRef="#br0" timeOffset="14429.69">10113 7311 1453 0,'0'0'636'0,"0"0"-270"15,0 0-189-15,0 0-169 16,0 0-7-16,0 0-2 0,-58 177 2 16,39-61-13-16,2-14-134 15,5-18-596-15</inkml:trace>
  <inkml:trace contextRef="#ctx0" brushRef="#br0" timeOffset="15464.84">7915 8238 825 0,'0'0'488'16,"0"0"-270"-16,0 0-59 15,0 0 1-15,0 0 22 16,117-23-26-16,-65 23-63 15,16 0 24-15,9 8-110 0,11 9 41 16,9-1-8-16,24 2 20 16,24-3 20-1,25-1-46-15,7-2-20 16,-3-5 14-16,-18-7-15 0,-19 0-26 16,-26 0-5-16,-22-2-3 15,-25-4 20-15,-6 2-86 16,0-3-87-16,9 2 8 15,-9-2-159-15,-21 2-363 0</inkml:trace>
  <inkml:trace contextRef="#ctx0" brushRef="#br0" timeOffset="15985.06">8819 8548 1803 0,'0'0'468'15,"0"0"-395"-15,0 0-73 16,0 0 0-16,0 0 0 0,135-51 58 16,-99 51 10-16,-5 0-48 15,-7 19-19-15,-7 13 22 16,-11 9-13-16,-6 5 27 16,0 0 38-16,-10-1-38 15,-3-6-6-15,0-10-20 16,4-7-10-16,5-10 17 15,1-7-18-15,3-5 0 16,0 0-24-16,0-5-23 16,5-22-2-16,11-11-287 15,-1-6-23-15,-1 0 219 16,-8 9 140-16,-1 12 170 16,-5 12 316-16,0 11-375 0,0 0-83 15,-3 18-20-15,1 12 11 16,2 6 59-16,9 5-78 15,31-2-7-15,63-2-48 16,-7-13-219-16,1-12-666 0</inkml:trace>
  <inkml:trace contextRef="#ctx0" brushRef="#br0" timeOffset="16764.47">10699 8194 2056 0,'0'0'400'0,"0"0"-400"15,0 0-372-15,0 0-420 0</inkml:trace>
  <inkml:trace contextRef="#ctx0" brushRef="#br0" timeOffset="16869.49">10624 8531 2205 0,'0'0'0'16,"0"0"-296"-16,0 0-455 0</inkml:trace>
  <inkml:trace contextRef="#ctx0" brushRef="#br0" timeOffset="17668.72">9212 8546 1160 0,'0'0'633'16,"0"0"-349"-16,0 0-132 16,0 0-84-16,0 0-52 15,0 0-16-15,0 0-1 16,-119-20-63-16,82 56-50 16,8-2-147-16,12-3-483 0</inkml:trace>
  <inkml:trace contextRef="#ctx0" brushRef="#br0" timeOffset="20554.92">11479 8381 1033 0,'0'0'559'16,"0"0"-400"-1,0 0-14-15,0 0 92 0,0 0-45 16,0 0 19-16,0 0-66 16,79-48-108-16,-25 6 28 15,8-7-65-15,7-11-20 16,2-7 20-16,-2-5-51 15,-6-4 50-15,-8-3-57 16,-10-1-20-16,-9 0 68 16,-12 2-97-16,-9 3 51 15,-7 13 39-15,-8 14 17 0,0 16 129 16,-3 16-95-16,-12 16-13 16,-10 0-42-16,-4 30 48 15,-5 20-27-15,-1 32 59 16,10 5-5-16,8 5 16 15,10-1-48-15,7-19-20 16,2 0 29-16,22-14-14 16,8-16-19-16,5-11 2 15,6-14 0-15,3-11-1 16,2-6-17-16,-2 0-51 16,-3-23 59-16,-5-8-90 15,-9-4-9-15,-7 4 48 16,-9 7 61-16,-9 10 97 15,-1 8-15-15,-3 6-61 16,0 0-21-16,-3 11-11 0,-7 15 11 16,-1 7 0-16,3-1 0 15,6-2 0-15,2-6-85 16,0-6-69-16,2-10 21 16,15-5-18-16,1-3 95 15,-1 0 28-15,1-15 28 16,-3-2 12-16,-1 8 47 15,-5 1 142-15,-5 4 38 16,3 2-150-16,0 0-43 16,8 1-46-16,8-5 0 15,8-1-7-15,7-5 7 16,1-4-70-16,-4-2 0 16,-9-4-61-16,-10 0 52 0,-12 0 8 15,-4 2-36-15,-2 4 96 16,-14 7-1-16,-1 8 12 15,-2 1 83-15,4 11-39 16,3 18 38-16,8 3 25 16,4 6-47-16,0-2 48 15,14-2-95-15,13-4 9 16,6-8-13-16,3-8-9 16,1-8 0-16,3-6-15 15,-1 0-43-15,-2-14 33 16,-1-6-85-16,-3-4 58 15,-4 2 16-15,-6 4 36 0,-8 3 36 16,-5 12-34 0,-4 3 6-16,-4 0 6 15,-2 8 26-15,2 10-19 16,3 3 5-16,-1-4-12 0,3-5 39 16,2-2-53-16,4-8 0 15,7-2 18-15,12 0-18 16,10-12-50-16,7-10-121 15,7-3 5-15,0 2 89 16,-6 6 33-16,-7 4 31 16,-11 11 4-16,-15 2 14 15,-10 12-5-15,-7 12 0 16,0 6 0-16,-16 0 2 16,-11-2-2-16,-23-4-107 15,5-7-146-15,3-14-415 0</inkml:trace>
  <inkml:trace contextRef="#ctx0" brushRef="#br0" timeOffset="20706.64">12590 7758 1982 0,'0'0'513'16,"0"0"-491"-16,0 0-22 15,171-52-169-15,-99 52 26 16,32 8 32-16,-14 16-155 0,-14-1-577 15</inkml:trace>
  <inkml:trace contextRef="#ctx0" brushRef="#br0" timeOffset="21084.97">14663 7700 2082 0,'0'0'187'16,"0"0"-187"-16,0 0-174 15,0 0 111-15,0 0 63 16,0 0 165-16,0 120 67 16,-2-66-82-16,0 4-69 15,2 7-22-15,0-4-53 16,0-2-6-16,0-6 0 16,0-9-28-16,0-9 13 15,0-5-73-15,0-9-86 16,0-14-49-16,0-7-266 15,0 0-531-15</inkml:trace>
  <inkml:trace contextRef="#ctx0" brushRef="#br0" timeOffset="21628.52">14273 8035 1393 0,'0'0'714'0,"0"0"-714"16,114-35-56-16,-43 25 28 15,7 5 28-15,5 5 9 16,-4 0 171-16,-7 4-33 16,-9 15-12-16,-19 8-89 15,-13 3-6-15,-15 4 26 16,-12 0-66-16,-4 1 0 16,0-8 32-16,0-5-15 15,0-8-31-15,0-5 14 0,0-7-6 16,5-2-11-16,8-4-1 15,11-19 11-15,10-13-166 16,4-7-55-16,-2 0-11 16,-5 5 140-1,-12 10 99-15,-9 14 303 0,-10 12-172 16,0 2-114-16,-7 12-8 16,-4 14 4-16,2 3 51 15,7-3-2-15,2 1-35 16,9-2 22-16,22-10-37 15,9-7-12-15,11-8 0 16,1 0-33-16,-2-14-37 16,-5-12-26-16,-9-9-43 0,-9-3 32 15,-12-1-55 1,-12 2 79-16,-3 5 83 0,-3 13 121 16,-14 11 55-16,-4 8-73 15,2 4-72-15,1 19 104 16,9 12-86-16,5 3 27 15,4 6-21-15,8 5-34 16,21-2-21-16,11-1-37 16,14 2-150-16,-8-13-155 15,-15-13-1104-15</inkml:trace>
  <inkml:trace contextRef="#ctx0" brushRef="#br0" timeOffset="21736.89">15232 8518 1343 0,'0'0'1287'0,"0"0"-1062"0,0 0-225 16,0 0-654-16,0 0-263 0</inkml:trace>
  <inkml:trace contextRef="#ctx0" brushRef="#br0" timeOffset="25625.86">1620 10207 365 0,'0'0'701'0,"0"0"-502"16,0 0-47-16,0 0 28 0,0 0-39 15,0 0-5-15,0 0-37 16,0 0-31-16,0 0 9 16,0 0-58-16,2-2 19 15,1-7-27-15,-3 2 21 16,0-1 70-16,0 2-50 15,0 2 28-15,0 1 40 16,-7 3-75-16,0 0-29 16,3 0-16-16,-1 0 0 15,5 0-13-15,0 3 13 16,0 2-43-16,11 1 43 16,10-3-48-16,1-3 47 15,0 0-12-15,-4 0 13 0,-7-7 8 16,-7-3 2-16,-4-2-4 15,0 0 21-15,-2 4-27 16,-9 3-82-16,-7 5-111 16,5 0-364-16,4 7-538 0</inkml:trace>
  <inkml:trace contextRef="#ctx0" brushRef="#br0" timeOffset="26478.88">2518 9825 1030 0,'0'0'389'15,"0"0"-214"-15,0 0-110 16,0 0 15-16,0 0 84 15,0 0-25-15,0 0-15 16,27-6-65-16,-22 33 27 16,-3 8 26-16,-2 8-24 15,0 3-38-15,0-5 62 16,-7-4-106-16,1-9 24 16,-2-10-21-16,6-8 10 15,2-6-25-15,0-4 6 16,0 0-38-16,0-2 36 0,8-22-31 15,7-15-80-15,3-10-97 16,-3-9-29-16,-3 3-17 16,-6 9 256-1,-6 17 36-15,0 16 283 0,0 13-145 16,0 0-144-16,0 21-6 16,0 12 5-16,0 10 75 15,0 1-60-15,11 0-38 16,14-4-6-16,10-8-39 15,5-8-46-15,18-18-78 16,-11-6-142-16,-7 0-260 0</inkml:trace>
  <inkml:trace contextRef="#ctx0" brushRef="#br0" timeOffset="26766.57">2936 9726 1365 0,'0'0'660'15,"0"0"-431"-15,0 0-121 16,0 0 25-16,0 0-105 16,0 0-9-16,0 0-3 15,55 19 16-15,-21 5 19 16,6 3-51-16,2-4 0 16,3 2 15-16,-3-5-9 15,-7-6-6-15,-8 0 0 16,-13-2-2-16,-14 3 1 0,-8 10 2 15,-31 11-1-15,-15 12 93 16,-8 6-86-16,1 4-7 16,11-2-18-16,13 2-150 15,18-13-119-15,12-18-624 0</inkml:trace>
  <inkml:trace contextRef="#ctx0" brushRef="#br0" timeOffset="27057.71">3544 9860 1573 0,'0'0'364'16,"0"0"-316"-16,0 0 62 15,0 0 35-15,-85 114 58 0,79-74 3 16,6-2-118-16,10-4-42 15,30-7 26-15,12-12-63 16,10-12 37-16,5-3-46 16,-7-14 6-16,-8-14-16 15,-19-5-18-15,-17-1-28 16,-16 0-3-16,-2 2-76 16,-25 3-47-16,-22 9-1 15,7 11-143-15,3 4-322 0</inkml:trace>
  <inkml:trace contextRef="#ctx0" brushRef="#br0" timeOffset="40943.97">4201 10069 1510 0,'0'0'376'0,"0"0"-278"0,0 0-1 15,0 0-62 1,0 0-10-16,0 0 12 0,0 0-37 15,0 3-10 1,0 9-98-16,0 5-45 0,-9 4-68 16,-4 4-134-16,2-1 118 15,0-5 146-15,0-1 91 16,2-5 4-16,2-3 178 16,3-1-21-16,2 0-14 15,2 5-147-15,0 0-3 16,4-4-319-16</inkml:trace>
  <inkml:trace contextRef="#ctx0" brushRef="#br0" timeOffset="41674.86">4848 10178 1857 0,'0'0'552'0,"0"0"-536"15,0 0-4-15,118-100-24 16,-55 53-62-16,1-6 47 16,1 1-72-16,-7 4-137 0,-12 3 105 15,-13 8 60-15,-12 6 71 16,-15 9 54-16,-6 8 51 16,0 6 92-1,-10 8-87-15,-7 0-93 0,0 2 39 16,1 22-56-16,5 10 13 15,5 15 12-15,6 9 5 16,0 10 19-16,0 8-15 16,0 5-13-16,0-4 76 15,-4-2-97-15,-8-9 27 16,-3-11-17-16,-6-9 1 16,-6-9 27-16,-4-7-37 15,-9-10 7-15,-7-5 28 0,1-7-30 16,3-8-8-1,12 0 4-15,16-13-2 0,15-17 0 16,2-10-2-16,36-10 2 16,20-8-6-16,15-6 6 15,12-1-15-15,4 3-129 16,-2 3-102-16,-4 1 3 16,4-17-33-16,-23 17-125 15,-17 6-335-15</inkml:trace>
  <inkml:trace contextRef="#ctx0" brushRef="#br0" timeOffset="41853.75">5662 9726 1079 0,'0'0'584'16,"0"0"-310"-16,0 0-58 16,0 0-80-16,0 0-58 15,0 0 0-15,-147 46-29 16,116 7-18-16,6 14 49 0,9 5-61 16,11 0-2-16,5-4-5 15,0-6-12-15,14-9-20 16,6-14-44-16,5-10-78 15,12-19 7-15,-8-10-189 16,-2 0-197-16</inkml:trace>
  <inkml:trace contextRef="#ctx0" brushRef="#br0" timeOffset="42201.93">5648 9965 879 0,'0'0'785'16,"0"0"-662"-16,0 0 39 15,0 0 42-15,14 113-78 16,-14-67 44-16,-7 1-36 0,-6-1-66 16,1-9 10-16,3-4-78 15,3-9 9-15,6-10-18 16,0-11 0-16,2-3-42 16,18-5-17-16,9-25-17 15,0-12-92-15,-3-13-181 16,-5-5-159-16,-10 2 12 15,-4 12 505-15,-7 16 270 16,0 16 211-16,0 14-263 16,0 0-1-16,0 16-85 15,0 14 17-15,0 5-37 0,11 2-60 16,9-3-9-16,7-1-43 16,2-10-28-1,0-7-16-15,0-9-117 16,-3-7-54-16,-4-11-133 0,-8-11-372 0</inkml:trace>
  <inkml:trace contextRef="#ctx0" brushRef="#br0" timeOffset="42385.82">6128 9735 1936 0,'0'0'277'15,"0"0"-189"-15,0 0 68 16,82 130-25-16,-62-69-76 0,-8 5 36 15,-8 4-73 1,-4 0-5-16,0-2-26 0,-2-3-23 16,-19-5-190-16,3-18-316 15,5-16-827-15</inkml:trace>
  <inkml:trace contextRef="#ctx0" brushRef="#br0" timeOffset="43281.01">6749 10086 1415 0,'0'0'797'16,"0"0"-497"-16,0 0-142 15,0 0-12-15,0 0-93 16,0 0-21-16,0 0-11 16,81-12-21-16,-32 12-1 15,-3 4-81-15,-1 22-109 16,-16-2-100-16,-18 0-523 0</inkml:trace>
  <inkml:trace contextRef="#ctx0" brushRef="#br0" timeOffset="43403.49">6682 10337 1302 0,'0'0'1060'16,"0"0"-794"-16,0 0-178 16,0 0-13-16,0 0-75 15,123 0-2-15,-36 3 1 16,-11 4-267-16,-13-3-424 0</inkml:trace>
  <inkml:trace contextRef="#ctx0" brushRef="#br0" timeOffset="44752.94">7598 10132 1228 0,'0'0'560'0,"0"0"-402"16,0 0-72-16,0 0 60 15,141-56-16-15,-89 23-22 16,6-6-4-16,2-7-92 0,0-5-4 16,-3-5-8-16,-5 1-15 15,-7-1-3-15,-12 1-3 16,-11 3 21-16,-10 2 0 15,-10 6 15-15,-2 11-6 16,0 3 17-16,-18 16-25 16,-7 10 6-16,-6 4-1 15,-3 25-6-15,-1 19 34 16,-1 18 7-16,5 8 21 16,6 6-27-16,12-4-8 15,11-3 39-15,2-11-66 16,5-10 22-16,22-12-22 15,4-8 0-15,9-14 0 0,1-8-3 16,5-6-33-16,2-10 20 16,-3-18-78-16,-1-8-15 15,-3-3-8-15,-10 4 31 16,-8 7 84-16,-10 12 2 16,-11 14 43-16,-2 2 20 15,0 14-56-15,-15 16 76 16,-3 7-19-16,-3 0-14 15,6-5 15-15,5-8-65 16,4-10 0-16,6-8-10 16,0-6-4-16,6 0-23 15,23-9-18-15,10-14-95 16,5-9-8-16,1-2-100 0,-3 5 132 16,-8 6 126-1,-12 13 150-15,-9 10-21 16,-9 4-93-16,-4 25 39 0,0 6 68 15,0 5-91-15,-2-6-33 16,2-4-19-16,0-7-39 16,16-20-94-16,11-3-117 15,2 0-423-15</inkml:trace>
  <inkml:trace contextRef="#ctx0" brushRef="#br0" timeOffset="44935.85">8863 9629 1551 0,'0'0'487'0,"0"0"-411"16,0 0 63-16,-98 116 25 15,73-65-26-15,9 0-85 16,10 4-3-16,6-1-50 16,8-4-21-16,35 1-110 15,-1-10-163-15,-3-17-483 0</inkml:trace>
  <inkml:trace contextRef="#ctx0" brushRef="#br0" timeOffset="45219.38">8914 10101 1876 0,'0'0'505'0,"0"0"-420"16,0 0-85-16,0 0-2 15,0 0-32 1,129-90 25-16,-98 61-37 0,-4-3-131 15,-4-2-70-15,-8-1 105 16,-6-2 43-16,-2 3 10 16,-5 8 89-16,-2 5 137 15,0 14 124-15,0 7-88 16,0 0-155-16,0 13-2 16,0 19 92-16,-2 11-16 15,-5 5-15-15,0 4-28 16,3 1-49-16,4-7 0 15,0 7-103-15,0-14-123 0,8-15-268 16</inkml:trace>
  <inkml:trace contextRef="#ctx0" brushRef="#br0" timeOffset="45401.24">9264 9950 2000 0,'0'0'352'0,"0"0"-273"16,0 0-78-16,0 0 1 16,0 0-2-16,143 20-12 15,-97-14-37-15,16-6-198 16,-10 0-451-16,-14-4-477 0</inkml:trace>
  <inkml:trace contextRef="#ctx0" brushRef="#br0" timeOffset="45581.95">9515 9769 1348 0,'0'0'272'0,"0"0"-44"16,0 0 50-16,-46 149-117 16,35-99-54-16,2-2-42 15,2-4-38-15,7-3-27 16,0-11-167-16,9-12-172 15,7-13-476-15</inkml:trace>
  <inkml:trace contextRef="#ctx0" brushRef="#br0" timeOffset="45835.89">9774 9742 709 0,'0'0'643'0,"0"0"-434"15,0 0-11-15,0 0 100 16,0 0-26-16,48 104-121 16,-48-67 25-16,0 2-87 15,-8-5-31-15,-3-5-23 16,5-10-29-16,2-7 5 16,4-6-11-16,0-6-1 0,0 0-35 15,0-8 19 1,6-21-65-16,11-37-289 0,-1 5-193 15,-3 4-110-15</inkml:trace>
  <inkml:trace contextRef="#ctx0" brushRef="#br0" timeOffset="45966.24">9774 9742 1400 0,'81'-2'631'0,"-81"15"-411"15,-8 15-36-15,4 10-15 16,4 4-36-16,0 1-65 16,14-3-56-16,17-6-6 15,9-6-6-15,10-10-53 16,-2-10-76-16,1-8-153 15,-11-18-233-15,-13-8-1194 0</inkml:trace>
  <inkml:trace contextRef="#ctx0" brushRef="#br0" timeOffset="46106.82">10445 9571 1859 0,'0'0'474'15,"0"0"-385"-15,0 0-43 16,47 146-34-16,-47-74-12 15,-13 11-2-15,-56 30-103 16,6-22-202-16,1-15-866 0</inkml:trace>
  <inkml:trace contextRef="#ctx0" brushRef="#br0" timeOffset="46744.93">7770 10360 1743 0,'0'0'394'0,"0"0"-343"16,121 3 35-1,-28 3-16-15,41 2 13 0,44 0 59 16,19-4-27-16,3-2-39 16,-8-2-1-16,-19 0-30 15,4 0 5-15,-5 0-50 16,-8 0 6-16,-3 0 15 16,-9 0-21-16,-12 0 0 15,-26 0-6-15,-32 0-9 16,-23 0 8-16,-15 0-26 15,-5 0-45-15,-2 0 69 16,-11 0-119-16,-26 0-100 16,0 0-238-16,-17 0-229 0</inkml:trace>
  <inkml:trace contextRef="#ctx0" brushRef="#br0" timeOffset="47982.84">8448 10677 1069 0,'0'0'600'0,"0"0"-385"0,0 0-157 15,0 0 22-15,0 0 15 16,0 0-38-16,0 0 17 16,7 31 3-16,-5-4 61 15,0 8-6-15,-2 0-74 16,0 0-13-16,0-7 0 16,0-6-45-16,3-8 20 15,-3-6-20-15,2-3-6 16,2-5-9-16,5 0 6 15,11-11-30-15,9-15-30 16,11-10-192-16,5-6-26 0,-1 4-5 16,-8 9 292-16,-9 15 76 15,-9 11 84-15,-10 3-17 16,-3 20 13-16,-5 12 16 16,0 5-19-16,-5 4-65 15,-5-3-61-15,-2-10 58 16,5-6-84-16,3-10-1 15,4-7 0-15,0-5-1 16,0 0 1-16,18-10-17 16,16-19-59-16,10-11-73 15,7-6-34-15,5 2 22 16,-7 7 114-16,-9 12 47 0,-8 15 125 16,-13 10-31-1,-5 3-30-15,-8 26 13 16,-6 9-37-16,0 4-4 15,0 2-36-15,0-2-27 0,0-8-129 16,3-11-328-16,7-14-641 0</inkml:trace>
  <inkml:trace contextRef="#ctx0" brushRef="#br0" timeOffset="48337.05">9375 10706 1549 0,'0'0'403'16,"0"0"-298"-16,0 0-67 16,0 0 70-16,0 0-2 0,0 0 22 15,117 52-1-15,-98-26-52 16,-5 0-20-16,-10 3-48 16,-4-3 19-1,0-1 8-15,-2-6-33 0,-4-7 2 16,0-7-3-16,4-5-57 15,0 0 56-15,0-14-68 16,2-16-278-16,0-4-138 16,0 0 164-16,-2 6 270 15,0 12 51-15,-7 16 334 16,-3 0-146-16,1 30-26 16,3 9-3-16,8 2-23 0,0 1-69 15,24-2-15-15,45-3-52 16,65-18-117-16,-10-10-92 15,4-9-584-15</inkml:trace>
  <inkml:trace contextRef="#ctx0" brushRef="#br0" timeOffset="48705.75">11255 10311 755 0,'0'0'1902'0,"0"0"-1902"16,0 0-36-16,0 0-467 15,0 0 133-15</inkml:trace>
  <inkml:trace contextRef="#ctx0" brushRef="#br0" timeOffset="48794.55">11054 10664 1430 0,'0'0'0'0</inkml:trace>
  <inkml:trace contextRef="#ctx0" brushRef="#br0" timeOffset="49531.89">9293 10800 337 0,'0'0'1327'15,"0"0"-986"-15,0 0-252 16,0 0-40-16,0 0 10 16,0 0-16-16,0 0 100 15,127-58-72-15,-101 58-5 16,1 12 19-16,-6 10-44 0,-8 7 1 16,-7 2-14-16,-6 5-22 15,0 2 72-15,-2-2-62 16,-15 1 14-16,-4-9-10 15,3-4-19-15,3-8 10 16,6-8-11-16,7-3 0 16,2-5-33-16,0 0 33 15,0-16-15-15,15-17-15 16,14-15-254-16,3-10 72 16,1-3-155-16,-4 9 155 15,-9 14 212-15,-11 15 267 16,-9 16 37-16,0 7-72 15,-13 7-174-15,-7 19 10 16,1 6-11-16,9 7-26 16,10 1 35-16,0 2-60 0,29-3-12 15,10-3-18-15,42-8-104 16,-12-10-153-16,-5-12-531 0</inkml:trace>
  <inkml:trace contextRef="#ctx0" brushRef="#br0" timeOffset="51375.15">11948 10391 757 0,'0'0'981'0,"0"0"-633"16,0 0-194-16,0 0-66 15,0 0-28-15,0 0 18 16,140-80-76-16,-78 34-2 16,5-9-37-16,-1-5-14 15,-4-4 10-15,-6-4-35 16,-12 1-52-16,-13 4 87 16,-13 5 33-16,-11 9 8 15,-7 13 77-15,0 14 32 16,-2 13 13-16,-14 9-118 15,-9 5 14-15,-1 29 16 0,-3 16-3 16,0 16 46-16,6 13 8 16,13 4-18-16,4-4 0 15,6-7-67-15,10-7 0 16,19-13 31-16,6-12-23 16,7-10-16-16,6-14 1 15,2-10-26-15,2-6 2 16,-1-17-69-16,-2-18-53 15,-2-13-22-15,-5-12-174 16,-5-5-137-16,-12 0 79 16,-4 4 195-16,-10 13 212 0,-6 14 571 15,-3 15-179-15,-2 7-86 16,0 9-169-16,0 3-55 16,0 0-49-16,0 3-32 15,-2 18 91-15,-6 5-50 16,0 6 2-16,1 5 38 15,1 9-28-15,-2-3 24 16,0 3-37-16,-1-2-39 16,3-5 50-16,-2-7-51 15,4-9-1-15,2-8 0 16,2-7-11-16,0-7-10 16,0-1-16-16,-2 0-38 15,2-5 63-15,-5-25-70 0,3-19-255 16,0-13-200-16,2-10 57 15,0 2 96-15,0 10 384 16,0 18 504-16,0 19 121 16,2 15-296-16,2 8-116 15,1 0-160-15,7 22-46 16,3 11 72-16,7 4-37 16,7 7-29-16,5-5 27 15,5-5-22-15,6-10-24 16,2-8 12-16,0-9-6 15,-5-7 0-15,-4 0-15 16,-9-16-29-16,-11-8 14 16,-10-5-49-16,-8 1-15 15,0 5-17-15,-12 4 111 0,-13 15 0 16,-2 4 6-16,-2 16 38 16,2 16 78-16,8 8-70 15,5 0 18-15,9-2-41 16,5-1-7-16,3-5 5 15,21-6-27-15,7-8 0 16,9-10-1-16,8-8 0 16,2 0 1-16,4-22-34 15,0-8-42-15,-3-4 19 16,-9-1-69-16,-9 8 60 16,-12 6 66-16,-12 13 11 15,-9 8 35-15,0 0-39 16,-9 18 4-16,-9 8 99 15,0 0-71-15,2-3 4 16,10-7-6-16,2-9-28 0,4-2-16 16,0-5 7-16,12 0-39 15,17 0 39-15,14-12-58 16,8-6-5-16,3-5-1 16,-3 3 2-16,-7 6 56 15,-8 6-3-15,-9 8 9 16,-9 0 24-16,-9 17-24 15,-9 6-6-15,0 5-9 16,-13 1-16-16,-16-5-26 16,-29-8-167-16,4-7-127 15,-2-9-346-15</inkml:trace>
  <inkml:trace contextRef="#ctx0" brushRef="#br0" timeOffset="51529.82">13134 9922 1043 0,'0'0'750'0,"0"0"-367"16,0 0-157-16,142-90-155 16,-84 81-54-16,7 9-17 15,4 0-33-15,29 31-158 16,-17 1-304-16,-10-2-682 0</inkml:trace>
  <inkml:trace contextRef="#ctx0" brushRef="#br0" timeOffset="51872.74">14860 9673 1452 0,'0'0'354'15,"0"0"-354"-15,0 0 0 16,0 0 32-16,0 123 214 0,-6-70-28 16,0 8 0-16,-1 1-79 15,1 4-92-15,2-3-8 16,0-4-39-16,2-4 1 15,2-9-12-15,0-6-50 16,0-10-77-16,0-14-101 16,0-8-242-16,-2-8-314 0</inkml:trace>
  <inkml:trace contextRef="#ctx0" brushRef="#br0" timeOffset="52440.62">14458 10092 1542 0,'0'0'702'16,"0"0"-589"-16,0 0-113 16,126-6 0-16,-60 6 22 0,5 0-14 15,4 4 38-15,-3 12-2 16,-9 6 1-16,-15 2 25 16,-12 5-30-16,-16 0-28 15,-13 4 25-15,-7-6-9 16,0 2 5-16,0-9-6 15,-5-4-15-15,3-8-15 16,2-6 3-16,0-2-42 16,14 0 27-16,15-19-71 15,8-10-109-15,10-14-129 0,-2-4-68 16,-3-1-107 0,-9 6 499-16,-12 11 191 0,-13 14 473 15,-8 14-366 1,0 3-152-16,-11 10-100 15,-9 15-4-15,5 2 37 0,1 4-34 16,7-1-44-16,7-4 45 16,0-6-40-16,7-2-6 15,18-6 0-15,6-9-9 16,10-3 9-16,3 0-44 16,1-19-43-16,-5-11 2 15,-5-7-29-15,-6 2-2 16,-11 3 42-16,-9 7 74 15,-9 9 104-15,0 14 37 16,0 2-50-16,-18 4-11 0,1 21-44 16,-4 6 15-16,5 10-20 15,7 3 2-15,5 4 4 16,4 1-37-16,0-6-19 16,11-1 10-16,3-6-78 15,-14-2-148-15,0-10-444 16,-7-7-923-16</inkml:trace>
  <inkml:trace contextRef="#ctx0" brushRef="#br0" timeOffset="52556.94">15131 10587 1942 0,'0'0'717'16,"0"0"-584"-16,0 0-112 16,0 0-21-16,0 0-200 0,0 0-41 15,0 0-650-15</inkml:trace>
  <inkml:trace contextRef="#ctx0" brushRef="#br0" timeOffset="52669.84">16281 10430 2105 0,'0'0'0'0</inkml:trace>
  <inkml:trace contextRef="#ctx0" brushRef="#br0" timeOffset="54313.75">1397 11718 1667 0,'0'0'478'15,"0"0"-382"-15,0 0-80 16,0 0 2-16,0 0 16 15,0 0-28-15,0 0 106 16,0 149 25-16,0-83-89 16,-6-3 10-16,-1-8-45 15,0-10-12-15,0-12 18 0,1-8-19 16,-1-9-25-16,3-9-27 16,1-7-86-16,-1 0 62 15,-1-5 21 1,5-26-69-16,0-10-43 0,5-16 57 15,21-10-27-15,10-2 24 16,7 5 113-16,1 18 19 16,1 17 202-16,-5 22-42 15,-2 7-18-15,-5 24-68 16,-11 22 41-16,-13 10-17 16,-9 8-39-16,-4 0 1 15,-27-1-31-15,-5-8-36 16,-4-6 35-16,7-15-47 15,6-12 0-15,11-10-4 0,14-12-20 16,2 0 0-16,16-18-46 16,22-14-155-16,11-8-69 15,-3 2 97-15,-4 8 173 16,-15 11 24-16,-11 17 187 16,-12 2-65-16,-4 16-67 15,0 14 92-15,3 4-31 16,5-3-78-16,8-7 16 15,11-9-34-15,11-14 0 16,9-1 25-16,2-13-45 16,-2-14 0-16,-10-5 2 15,-14-1 4-15,-14 1-11 16,-9 2 5-16,-5 9-13 0,-17 4-10 16,-3 15-126-16,10 6-118 15,6 18-127-15,9 3-352 0</inkml:trace>
  <inkml:trace contextRef="#ctx0" brushRef="#br0" timeOffset="54566.58">2842 11957 1315 0,'0'0'375'0,"0"0"-159"16,0 0-56-16,-159-4-62 15,97 27-21-15,4 2 73 16,11 5-48-16,18 0-37 16,13-4-32-16,16-3-27 0,0-5-6 15,29-8-9-15,12-8-15 16,5-2-1-16,4-11-129 16,-4-17-70-16,-7-5-84 15,-6-30-55-15,-14 8 8 16,-5-2-237-16</inkml:trace>
  <inkml:trace contextRef="#ctx0" brushRef="#br0" timeOffset="54718.74">2801 11654 879 0,'0'0'882'16,"0"0"-277"-16,0 0-351 15,0 0-218-15,0 0-36 16,0 0-8-16,0 0 8 0,0 139 27 16,0-69-26-1,0 0 0-15,0-4-1 16,5-6-10-16,4-9-68 15,4-1-54-15,-4-16-135 0,0-14-276 0</inkml:trace>
  <inkml:trace contextRef="#ctx0" brushRef="#br0" timeOffset="55093.65">2442 11883 1884 0,'0'0'319'16,"0"0"-309"-16,0 0 2 0,155-2 26 16,-105 10 14-16,0 7 81 15,-2 2-20-15,0-1-80 16,-11 2 10-16,-8 0-17 16,-4 2-25-16,-7 2 62 15,-5 0-62-15,3 2 29 16,-1 0-12-16,10-4-8 15,6-3 8-15,7-8-18 16,7-7 0-16,1-2-7 16,-1 0-33-16,-7-16 28 15,-13-4-6-15,-12 1 18 16,-11-2 22-16,-2 1-7 16,-11 2 13-16,-16 4 19 0,-4 6-40 15,-2 4-14 1,4 4-7-16,2 0-65 0,6 0-89 15,8 0-298-15,7 0-305 16</inkml:trace>
  <inkml:trace contextRef="#ctx0" brushRef="#br0" timeOffset="55251.1">3241 11386 1795 0,'0'0'481'15,"0"0"-481"-15,0 0-9 16,-10 154-3-16,-16-42-25 16,0 15-78-16,1-21-283 15,11-29-752-15</inkml:trace>
  <inkml:trace contextRef="#ctx0" brushRef="#br0" timeOffset="55397.43">3432 12226 922 0,'0'0'1475'16,"0"0"-1357"-16,0 0-118 16,-2 104-3-16,-31-48 3 15,-50 29-25-15,8-13-19 16,-2-12-460-16</inkml:trace>
  <inkml:trace contextRef="#ctx0" brushRef="#br0" timeOffset="57496.75">4030 12279 1795 0,'0'0'556'15,"0"0"-415"-15,0 0-118 16,123-90-22-16,-55 42 26 16,9-6-19-16,-2-4-16 15,-6-4-103-15,-13 0 37 16,-13 4 73-16,-17 5-14 15,-15 10 15-15,-11 9 45 16,0 11 23-16,-4 9-7 16,-14 14-61-16,-3 0 10 15,2 37-10-15,-1 19 8 16,5 18 10-16,5 16 77 16,3 2-37-16,7 1 2 15,-2-7-29-15,-2-8-16 16,-3-8 19-16,-6-12-33 15,-5-8 0-15,-4-8 8 0,-7-11-8 16,-2-7 1-16,-3-10-2 16,5-10 0-16,4-4 15 15,15-17-15-15,10-24-10 16,6-18-34-16,36-13-69 16,20-13 6-16,17 1-42 15,10-8-128-15,5 2-201 16,-5 1-155-16,-8-1 348 15,-15 9 285-15,-15 10 312 16,-18 17 184-16,-12 18-21 0,-17 19-139 16,-4 17-73-1,-11 0-187-15,-22 34-57 0,-12 21 2 16,-2 13 19-16,2 11 11 16,10 2-36-16,17-10-15 15,13-6 14-15,5-14-14 16,16-10 0-1,18-10-25-15,8-10-12 0,7-11-4 16,0-10-152-16,4-10-98 16,-10-18-83-16,-16-6-304 0</inkml:trace>
  <inkml:trace contextRef="#ctx0" brushRef="#br0" timeOffset="57809.67">5004 11927 1721 0,'0'0'373'0,"0"0"-281"16,0 0-69-16,0 0 67 15,29 102 4-15,-18-63 11 16,-5-3-22-16,-3-2-14 16,-3-4-51-16,0-2 20 15,0-6-21-15,-9-5-16 16,2-10 16-16,5-2-17 16,2-5-19-16,0 0 7 15,0-12-28-15,13-15-15 16,8-11-403-16,-1-1 223 15,-3 8 210-15,-5 11 25 16,-8 13 248-16,-4 7-63 16,0 10-135-16,0 19 62 15,0 2-5-15,0 3-63 0,0 1 43 16,0-9-87-16,20-6 0 16,9-11-15-16,16-9-69 15,-7-9-137-15,-7-14-484 0</inkml:trace>
  <inkml:trace contextRef="#ctx0" brushRef="#br0" timeOffset="57968.93">5463 11684 1743 0,'0'0'608'16,"0"0"-559"-16,0 0 34 15,36 162-9-15,-36-90-34 16,0 11-22-16,-15 3-18 15,-39 27-91-15,4-23-235 16,2-20-874-16</inkml:trace>
  <inkml:trace contextRef="#ctx0" brushRef="#br0" timeOffset="58600.56">6223 12398 882 0,'0'0'1106'0,"0"0"-788"0,0 0-164 16,0 0-96-16,0 0-39 16,0 0-19-16,123-110-9 15,-67 57-3-15,4-5-86 16,-2-5-17-16,-7-10-48 16,-6-3-80-16,-14-2 63 15,-11 2 2-15,-11 9 178 16,-7 16 48-16,-2 18 186 15,-4 20-24-15,-17 13-143 16,-8 15-66-16,-10 45 39 16,3 9 63-16,5 15 4 15,4 8 54-15,15-12-77 16,10 4-31-16,2-11 2 0,12-11-53 16,17-14 11-16,6-14-13 15,7-11-12-15,3-18 5 16,2-5-45-16,-2-12-97 15,11-47-70-15,-14 6-180 16,-9-3-306-16</inkml:trace>
  <inkml:trace contextRef="#ctx0" brushRef="#br0" timeOffset="59138.9">6892 12087 823 0,'0'0'599'16,"0"0"-402"-16,0 0 15 16,0 0 21-16,-73 131-101 15,63-93-49-15,10-6-21 16,0-6-38-16,12-8-3 0,15-8-21 15,11-8-1 1,3-2-18-16,7-2-133 0,-4-15-19 16,-3-10 95-16,-6-4 32 15,-10-1 28-15,-8-5-18 16,-8-1 9-16,-9 4-1 16,0 8 26-16,-11 8 26 15,-16 11 40-15,-2 7-32 16,-2 7 68-16,2 21 42 15,6 5-42-15,10 8 12 16,11 1-41-16,2-1 1 16,7-3-17-16,22-4-38 15,8-10 7-15,6-13-26 16,6-9-18-16,2-2 17 16,1-10-109-16,2-17 18 0,-6-7-41 15,-5-1-61 1,-7 5 8-16,-12 6 87 0,-11 9 99 15,-13 12 129-15,0 3-108 16,-6 10-1-16,-10 12 143 16,-2 2-43-16,7-2-27 15,6-5-61-15,5-5-11 16,0-7-1-16,23-5-20 16,12 0-6-16,13-2-60 15,10-16-20-15,1 0 45 16,1 0-21-16,-6 4 59 15,-7 9-12-15,-11 5 30 16,-10 0-24-16,-10 9 9 0,-11 7-6 16,-5 4-16-16,-23-2-79 15,-12-2-81-15,-8-8-182 0</inkml:trace>
  <inkml:trace contextRef="#ctx0" brushRef="#br0" timeOffset="59291.91">7017 11833 1661 0,'0'0'518'15,"0"0"-395"-15,0 0-85 16,170-50-38-16,-81 52-65 0,-16 18-88 16,-9 1-385-16</inkml:trace>
  <inkml:trace contextRef="#ctx0" brushRef="#br0" timeOffset="59921.74">8923 11735 1921 0,'0'0'507'0,"0"0"-455"16,0 0-52-16,0 0 18 15,0 0-7-15,0 169 89 0,-9-92-21 16,0 3-12 0,2-3-66-16,5-9-1 0,2-8 0 15,0-12-3-15,0-11-56 16,9-12-82-16,2-9-85 16,-4-8-150-16,-3-8-419 0</inkml:trace>
  <inkml:trace contextRef="#ctx0" brushRef="#br0" timeOffset="60447.93">8564 12087 1415 0,'0'0'727'16,"0"0"-667"-16,0 0-52 16,122-4-16-16,-51 4 16 0,10 2-5 15,4 18 13 1,-5 4-7-16,-9 5 50 0,-15 0 58 15,-20 5 6-15,-16-3 4 16,-13-1-90-16,-7 0 18 16,0-3-25-16,-7-8-29 15,0-6 25-15,2-8-26 16,5-5 0-16,0 0-6 16,7-2-18-16,15-21-9 15,8-12-230-15,3-9-23 16,-2 0 90-16,-6 5 22 15,-9 13 174-15,-12 14 157 16,-4 12 34-16,0 0-79 16,-18 25-68-16,1 5 105 15,1 2-41-15,11-3-51 0,5 0-10 16,7-9-14-16,22-4-25 16,13-9 16-16,11-7-24 15,5 0-60-15,1-23 27 16,-8-7-80-16,-9-9 19 15,-15 0 26-15,-14-1-61 16,-8 1-4-16,-5 11 133 16,0 10 54-16,-5 13 124 15,-6 5-57-15,0 5-32 16,5 22-16-16,1 6-18 16,5 8-10-16,0 3-45 15,7 1-8-15,12 19-26 16,-3-16-185-16,-5-11-331 0</inkml:trace>
  <inkml:trace contextRef="#ctx0" brushRef="#br0" timeOffset="60559.84">9266 12615 1709 0,'0'0'509'0,"0"0"-509"15,0 0-340-15,0 0-406 0</inkml:trace>
  <inkml:trace contextRef="#ctx0" brushRef="#br0" timeOffset="61075.41">10543 11598 527 0,'0'0'293'0,"0"0"114"16,0 120-13-16,-2-44-45 16,0 11-99-16,2-1-34 15,0-5-54-15,0-6-98 16,12-11-38-16,5-11 2 15,1-14-19-15,4-16 9 16,2-13-18-16,3-10 0 16,4-2 10-16,5-28-10 15,-3-15-15-15,6-13-19 16,-4-11-30-16,1-8 7 0,-3-1-7 16,-2 4 64-1,-4 11-15-15,-9 15 15 0,-7 17-86 16,-6 15-111-16,-5 9-496 0</inkml:trace>
  <inkml:trace contextRef="#ctx0" brushRef="#br0" timeOffset="61282.02">10225 12068 1694 0,'0'0'782'16,"0"0"-538"-16,0 0-44 0,0 0-140 16,125-20-31-16,-50 9-29 15,12-1-30-15,43 0-11 16,-21 4-186-16,-20 0-453 0</inkml:trace>
  <inkml:trace contextRef="#ctx0" brushRef="#br0" timeOffset="61647.51">10969 11991 763 0,'0'0'1140'0,"0"0"-814"16,0 0-257-16,0 0-30 15,0 0-4-15,0 0 19 16,0 0 91-16,12 138-31 15,-12-91-38-15,-12-1-30 16,1-8-6-16,2-8-18 16,2-8-22-16,5-12 0 15,2-6-10-15,0-4-1 16,9 0-5-16,13-14-32 16,5-18-128-16,0-10-90 15,-3-7-247-15,-5 1 3 16,-11 8 510-16,-6 12 146 15,-2 14 527-15,0 14-491 16,0 0-135-16,-4 23 10 0,2 12-39 16,2 14 5-16,13 3-23 15,70 9-74-15,-8-15-248 16,10-13-430-16</inkml:trace>
  <inkml:trace contextRef="#ctx0" brushRef="#br0" timeOffset="61914.74">11851 12110 1362 0,'0'0'1164'0,"0"0"-897"15,0 0-215-15,0 0 12 16,0 0-62-16,0 0 34 16,114 21-5-16,-51-11-31 15,7 0-10-15,-2-1-83 16,10 1-32-16,-18-4-154 16,-19-2-447-16</inkml:trace>
  <inkml:trace contextRef="#ctx0" brushRef="#br0" timeOffset="62090.55">11794 12247 1759 0,'0'0'626'16,"0"0"-430"-16,0 0-62 16,0 0-52-16,120 19-42 15,-48-15-40-15,13-1 0 16,4-3-65-16,24 0-122 15,-22-3-89-15,-19-9-531 0</inkml:trace>
  <inkml:trace contextRef="#ctx0" brushRef="#br0" timeOffset="62286.75">12505 12027 801 0,'0'0'1156'0,"0"0"-937"16,0 0-156-16,0 0 7 15,44 102 23-15,-44-47 24 16,0 3-42-16,-17 2-49 16,-14-4 11-16,-12-5-36 15,-3-16-2-15,-10-8-58 16,-27-27-106-16,14 0-203 16,7-14-798-16</inkml:trace>
  <inkml:trace contextRef="#ctx0" brushRef="#br0" timeOffset="62461.78">11705 11847 1967 0,'0'0'471'15,"0"0"-471"-15,0 0 14 16,-157 158 80-16,122-83-43 16,13 3-1-16,19 2-17 15,3 2-33-15,39-2-37 16,59 5-118-16,-5-22-339 15,1-18-1226-15</inkml:trace>
  <inkml:trace contextRef="#ctx0" brushRef="#br0" timeOffset="63382.3">12937 12386 1618 0,'0'0'736'15,"0"0"-554"-15,0 0-118 16,0 0 34-16,0 0 23 15,150-56-109-15,-63 14-12 16,9-8-23-16,-5-2-73 16,-10-3-15-16,-17 2-44 0,-20 0-1 15,-15 4 43-15,-19 3 39 16,-10 11 74-16,0 15 61 16,-23 14-3-16,-6 6-14 15,0 32-22-15,-2 22-14 16,0 37 115-16,4 33-56 15,7 26 22-15,7 5-13 16,8-29-48-16,3-32 17 16,0-36-38-16,-5-10-1 15,-4 5 8-15,-10-3-8 16,-10 0-12-16,-9-16 5 16,-11-13 1-16,-4-14 22 15,-1-7-21-15,9-10-1 0,13-25 73 16,24-18-60-1,10-14-1-15,35-11-12 0,50-18 0 16,51-6-1-16,42-1-82 16,9 16-171-16,-42 30-77 15,-45 22-295-15</inkml:trace>
  <inkml:trace contextRef="#ctx0" brushRef="#br0" timeOffset="64348.57">14119 12467 345 0,'0'0'1455'16,"0"0"-975"-16,0 0-366 15,0 0 24-15,0 0 1 16,0 0-80-16,0 0-48 16,131-95-11-16,-73 49 0 15,2-8-32-15,-2-2-30 16,-2-6-14-16,-8-5-7 16,-13-1-17-16,-8-4 47 15,-12 2 8-15,-5 7-14 16,-10 16 49-16,0 17 10 15,0 18 37-15,-21 12-30 16,-6 14 5-16,-4 32-12 0,-2 18 70 16,4 14 41-16,6 6-20 15,10 1-29-15,13-8-28 16,0-3 18-16,20-13-46 16,16-11 3-16,4-13-9 15,8-14-13-15,6-12-2 16,0-11-34-16,-3-8-125 15,-4-23-4-15,-10-8-143 16,-10-7-44-16,-11-1-176 16,-9 5 446-16,-5 12 95 15,-2 12 590-15,0 13-243 16,-4 5-114-16,-11 3-172 16,-4 17-20-16,3 3-22 0,5 3-2 15,5 1-17 1,6-5-46-16,0-6-154 0,0-8 11 15,2-8-45-15,5-8-1 16,-3-13-301-16</inkml:trace>
  <inkml:trace contextRef="#ctx0" brushRef="#br0" timeOffset="64878.52">14843 12089 1000 0,'0'0'724'0,"0"0"-214"16,0 0-380-16,0 0-87 15,0 0 58-15,0 0-51 16,0 0-23-16,125 81 10 15,-91-65-25-15,-1-6 18 16,0-6-16-16,-4-4-10 16,-6 0-4-16,-5-11-52 0,-12-8-3 15,-6-4-31-15,0 2 7 16,-18 3 26-16,-5 6 24 16,-6 9 29-16,2 3 21 15,2 8-3-15,9 14 22 16,7 6 15-16,9 3-19 15,0 1 29-15,21-2-35 16,12-7-29-16,9-4 32 16,5-12-33-16,2-7-6 15,-2 0-28-15,-3-7-61 16,-5-12 37-16,-10 2 21 16,-8 2 37-16,-7 6 43 15,-10 4 44-15,-1 5-12 0,-3 0-75 16,0 0-8-16,0 17 2 15,0 3 5 1,-3 1 1-16,1-7-6 0,2-2 6 16,0-7-20-16,13-5-8 15,18 0 21-15,15-5-81 16,9-16-158-16,10-3 44 16,-1-1 118-16,1-1 78 15,-9 8 6-15,-12 9 161 16,-13 7-68-16,-13 2-43 15,-11 6-50-15,-7 12-38 16,-4 4-5-16,-23-1-29 16,-36-4-90-16,5-8-202 0,0-3-493 15</inkml:trace>
  <inkml:trace contextRef="#ctx0" brushRef="#br0" timeOffset="65035.71">14910 11891 1562 0,'0'0'593'16,"0"0"-358"-16,116-72-63 16,-47 54-131-16,10 10-40 15,3 8-2-15,-2 9-28 16,9 40-136-16,-22-3-366 16,-18-2-586-16</inkml:trace>
  <inkml:trace contextRef="#ctx0" brushRef="#br0" timeOffset="65447.68">16789 11753 1879 0,'0'0'295'0,"0"0"-295"15,0 0 0-15,0 0 40 16,-10 165 59-16,-6-95 49 16,3 3-32-16,-1 2-19 15,7-5-33-15,3-6-57 16,4-8-7-16,0-10-6 16,0-9-61-16,0-12-31 15,9-9-94-15,-3-16-153 16,-3 0-200-16,-3-9-24 0</inkml:trace>
  <inkml:trace contextRef="#ctx0" brushRef="#br0" timeOffset="65985.92">16359 12143 1452 0,'0'0'664'0,"0"0"-501"16,0 0-152-16,134-46-11 15,-62 36-19-15,5 8 13 16,6 2 12-16,-5 2-3 15,-9 21 18-15,-9 3 68 16,-18 4 29-16,-15 4-40 16,-13 1-44-16,-12-3 46 15,-2 1-53-15,0-5-1 16,-5-5-9-16,1-11-16 0,4-7-2 16,0-5-18-16,0 0-14 15,16-4 14-15,11-20-109 16,8-11-117-16,-2-10-88 15,1-1-7 1,-9 5 162-16,-13 11 178 0,-9 15 364 16,-3 15 3-16,-11 0-263 15,-18 23-42-15,-2 13 31 16,2 5 5-16,8 1 2 16,15-4-55-16,6-6-15 15,4-4-3-15,29-10-18 16,15-7-8-16,12-11-1 15,9 0-51-15,7-19-25 0,-5-15-124 16,-7-8-28-16,-14-4-44 16,-17-2 44-16,-20 2-92 15,-13 12 320-15,-2 11 104 16,-27 18 132-16,-4 5 44 16,-1 14-46-16,3 18-58 15,11 6-65-15,11 4-11 16,9 2-36-16,9 2-57 15,22-2-5-15,14-4-2 16,24 3-164-16,-9-14-100 16,-13-9-666-16</inkml:trace>
  <inkml:trace contextRef="#ctx0" brushRef="#br0" timeOffset="66101.78">17109 12587 1935 0,'0'0'500'0,"0"0"-500"15,0 0-51-15,0 0-272 16,0 0-434-16</inkml:trace>
  <inkml:trace contextRef="#ctx0" brushRef="#br0" timeOffset="66536.69">18849 11648 1458 0,'0'0'205'15,"0"0"-158"-15,0 0 130 16,-33 110 85-16,17-39-18 15,7 7-79 1,7 4-50-16,2-3-45 0,2-7-55 16,19-11-2-16,0-8-13 15,4-14-42-15,-3-7 2 16,-11-17-148-16,-3-4-149 16,-8-11-445-16</inkml:trace>
  <inkml:trace contextRef="#ctx0" brushRef="#br0" timeOffset="67084.5">18355 12126 1952 0,'0'0'545'0,"0"0"-496"15,0 0 5-15,173-11-54 16,-59 1-29-16,31-2 6 16,24-8-47-16,-14 1 1 15,-43 2 49-15,-47 7 20 16,-42 8 19-16,-12 2 25 15,-11 0 26-15,0 4-36 16,-29 24-28-16,-22 8 78 16,-14 9-32-16,3-1-18 15,4-4 7-15,15-8-41 16,16-10 12-16,14-8-12 16,13-6-34-16,0-4-18 0,20-4-15 15,16 0 40 1,6 0-76-16,9-22-97 0,-1-4-3 15,-4-4 74-15,-10 4 22 16,-9 8 107-16,-16 10 169 16,-9 8-42-16,-2 4-78 15,0 21 2-15,-11 6 56 16,4-1-28-16,5-2-1 16,2-8-5-16,0-5-33 15,15-8 4-15,8-7-4 16,4 0-24-16,2-7-16 15,0-18-109-15,-3-5-45 16,-3-5 32-16,-4 1-24 16,-2 6 6-16,-7 6 140 15,-3 11 26-15,-2 9 199 0,-3 2-134 16,3 12-76-16,-3 18 33 16,2 11-16-16,-2 2-23 15,2 1-9-15,5-4-58 16,9-14-136-16,-2-10-189 15,-3-11-1222-15</inkml:trace>
  <inkml:trace contextRef="#ctx0" brushRef="#br0" timeOffset="67204.66">19451 11849 2004 0,'0'0'306'16,"0"0"-306"-16,0 0-652 0</inkml:trace>
  <inkml:trace contextRef="#ctx0" brushRef="#br0" timeOffset="67317.16">19036 12715 1091 0,'0'0'1480'15,"0"0"-1480"-15,0 0-104 16,0 0-538-16</inkml:trace>
  <inkml:trace contextRef="#ctx0" brushRef="#br0" timeOffset="67796.89">20258 12104 1602 0,'0'0'570'0,"0"0"-327"16,0 0-111-16,0 0-59 16,0 0-63-16,0 0 11 15,0 0 6-15,82 42-15 0,-73-1 24 16,-7 7-9-16,-2 1 16 15,0-3 24-15,-4-5-55 16,-7-10-11-16,5-9 8 16,4-10 3-16,-1-5-24 15,3-7 12-15,0 0-18 16,0-11 17-16,15-17-37 16,6-12-223-16,0-12 99 15,4-2-194-15,-7 2 29 16,-7 14 327-16,-7 11 152 15,-4 19 330-15,0 8-276 16,-10 0-69-16,-9 22-61 16,4 10-51-16,5 9 10 15,10 1-35-15,0 4-5 0,25-6 4 16,23-4-88-16,43-10-58 16,-10-10-193-16,-10-11-651 0</inkml:trace>
  <inkml:trace contextRef="#ctx0" brushRef="#br0" timeOffset="67979.66">20972 12208 2000 0,'0'0'682'16,"0"0"-515"-16,0 0-37 15,0 0-45-15,0 0-85 16,122-10-6-16,-70 10-6 0,0 0-64 15,4 8-72 1,-13 4-232-16,-19-2-738 0</inkml:trace>
  <inkml:trace contextRef="#ctx0" brushRef="#br0" timeOffset="68119">20710 12397 1832 0,'0'0'701'0,"0"0"-580"15,0 0-103-15,0 0 8 16,123 17-20-16,-18-5-12 16,-11-4-203-16,-9 1-689 0</inkml:trace>
  <inkml:trace contextRef="#ctx0" brushRef="#br0" timeOffset="68449.95">21740 12186 1765 0,'0'0'306'0,"0"0"-222"15,0 0 93-15,-66 134 29 16,66-94-60-16,24-5-16 16,30-6-61-16,17-5-31 15,16-14-27-15,4-10-11 16,-3 0-18-16,-13-22-5 16,-19-12-9-16,-32-5 26 15,-24-8-38-15,-78-13-213 16,-16 12 31-16,-8 8-433 15</inkml:trace>
  <inkml:trace contextRef="#ctx0" brushRef="#br0" timeOffset="72588.88">11747 14205 1528 0,'0'0'546'15,"0"0"-370"1,0 0 16-16,0 0 16 16,0 0-40-16,0 0-50 0,-4 0 17 15,4-2-89-15,0-1-5 16,15 3-23-16,14-9-12 16,14 1 4-16,8 2-10 15,4-3-30-15,1 7 21 16,-2 1-104-16,8 1-7 15,-13 0-140-15,-13 0-435 0</inkml:trace>
  <inkml:trace contextRef="#ctx0" brushRef="#br0" timeOffset="72806.88">11736 14355 1662 0,'0'0'590'0,"0"0"-462"16,0 0-15-16,0 0-11 15,0 0-6-15,0 0-46 16,119 0-49-16,-67 0-1 16,6 0-52-16,19-4-169 15,-17 3-306-15,-9-6-457 0</inkml:trace>
  <inkml:trace contextRef="#ctx0" brushRef="#br0" timeOffset="73018.7">12509 14093 1260 0,'0'0'488'15,"0"0"-421"-15,0 0 34 16,0 0 77-16,3 148-44 15,-37-96 20-15,-10 0-58 16,-7-2-27-16,-8-6-50 16,-3-3-19-16,2-13-10 15,-25-12-137-15,18-11-151 16,7-5-266-16</inkml:trace>
  <inkml:trace contextRef="#ctx0" brushRef="#br0" timeOffset="73177.88">11243 14022 1766 0,'0'0'287'0,"0"0"-227"15,-71 165 55-15,69-91-32 16,10-2-28-16,44-5-21 16,64 4-34-16,-9-22-207 15,-2-15-506-15</inkml:trace>
  <inkml:trace contextRef="#ctx0" brushRef="#br0" timeOffset="92366.82">13344 14413 628 0,'0'0'764'15,"0"0"-497"-15,0 0-105 16,81-114 27-16,-49 73-95 0,1-5-87 15,3-1 40-15,9-8-47 16,4-3-16-16,4-5-13 16,7-8-35-16,-2-5-14 15,0-7-66-15,-4-4 14 16,-12-3 101-16,-9-1 29 16,-10 7 72-16,-9 10 99 15,-8 16 64-15,-6 13-68 16,0 20-46-16,0 11-51 15,-11 12-15-15,-11 2-48 16,-10 18-14-16,-8 26 14 16,-15 36-1-16,-13 36 39 15,1 33-15-15,12-10 38 16,19-26 22-16,21-35-51 16,15-24 1-16,0 4-28 0,4 0-2 15,19 0-2-15,10-12-8 16,5-17 0-16,8-13 0 15,8-14-19-15,2-2-3 16,0-22-47-16,-8-16-58 16,-7-8-17-16,-14-2 10 15,-10 2 35-15,-11 7 85 16,-2 15 14-16,-4 11 116 16,0 13 22-16,-6 0-98 15,-7 19 20-15,-5 16-21 0,-1 6 13 16,3 6-22-16,7-1-30 15,7-10 0-15,2-6-85 16,6-14-131-16,15-8-102 16,-4-8-385-16</inkml:trace>
  <inkml:trace contextRef="#ctx0" brushRef="#br0" timeOffset="92778.88">14166 13924 1461 0,'0'0'278'0,"0"0"-51"16,0 0 22-16,-7 145-27 16,-2-99-90-16,0-2-3 15,1-10-44-15,0-8-50 16,4-6-4-16,4-10-31 16,0-1-1-16,0-9-11 15,0 0 0-15,9-19 11 0,15-15-23 16,12-8-77-16,5-2 25 15,-4 1-39-15,-6 19 105 16,-8 17 10-16,-10 7 24 16,-9 26 28-16,-4 13 1 15,0 5 6-15,-2 2 54 16,-9-13-74-16,1-8-14 16,2-8-16-16,6-8 2 15,2-9-14-15,0 0 3 16,6-9 0-16,23-23-29 15,12-6-26-15,10-6-49 0,5 3 71 16,0 10 25-16,-9 15 7 16,-12 16 1-16,-12 3 0 15,-14 31-28 1,-9 35-8-16,-14-9-136 0,-4-12-403 0</inkml:trace>
  <inkml:trace contextRef="#ctx0" brushRef="#br0" timeOffset="93846.68">14908 14185 1905 0,'0'0'569'16,"0"0"-438"-16,0 0-52 15,0 0-12-15,0 0-3 16,0 0-64-16,149-58 17 16,-97 27-25-16,-4-4 8 15,-2-5-6-15,-9-6-4 16,-8 1-20-16,-11 1 30 0,-9 4-32 15,-9 2 5 1,0 9 11-16,0 16 23 0,-16 5-14 16,1 8 7-16,-3 18-43 15,-2 24 28-15,2 20 15 16,0 29 3-16,5 0 92 16,4 6-77-16,0 2 25 15,0-15-22-15,-2 10-6 16,-3-13 9-16,-3-6-24 15,-3-11 0-15,-1-8-4 16,0-16 13-16,-4-13-18 16,2-13-14-16,-1-12-16 15,0-2 33-15,8-25-53 16,14-15 21-16,2-18 9 16,20-14-49-16,22-4 69 15,14 0 8-15,11-3 1 0,4 7-1 16,5-2-69-16,-1 2-56 15,-1 1 57-15,-9-1-1 16,-5 3 60-16,-12 2 10 16,-9 5 3-16,-14 14 130 15,-12 12-14-15,-11 14 32 16,-2 14 3-16,-11 8-93 16,-18 16-27-16,-12 26-34 15,-1 18 0-15,5 12 50 16,8 4-42-16,13 0-5 15,9-6 3-15,7-12-2 16,0-12-4-16,9-9-15 0,5-16-30 16,1-7 31-16,1-11-67 15,-1-3 8 1,-1-17-8-16,-1-18-106 0,-1-15-56 16,-2-10-145-16,1 1 26 15,1 9 298-15,-3 14 64 16,-3 18 359-16,-2 14-81 15,2 4-105-15,-4 14-2 16,-2 18-25-16,0 9-29 16,0 7 14-16,-5 0-68 15,-11 0 7-15,0-8-49 16,3-6-20-16,5-13 15 16,3-6-16-16,2-9 0 15,3-6-10-15,0 0-2 0,21-16 4 16,6-15-29-16,6-22-72 15,0-10-50-15,-4 0-109 16,-8 5 110-16,-8 13 158 16,-9 24 71-16,-4 19 127 15,0 2-105-15,-4 29-31 16,-5 11 96-16,5 7-107 16,4-1-11-16,2-2-10 15,20-10-29-15,10-6-2 16,3-14-38-16,7-10-64 15,18-18-88-15,-13-16-196 16,-7-6-467-16</inkml:trace>
  <inkml:trace contextRef="#ctx0" brushRef="#br0" timeOffset="93981.86">16212 13714 1341 0,'0'0'1011'0,"0"0"-819"15,0 0-85-15,0 0-55 16,96 152-1-16,-94-84 22 15,-2 13-73-15,-65 37-14 16,3-20-182-16,-5-13-426 0</inkml:trace>
  <inkml:trace contextRef="#ctx0" brushRef="#br0" timeOffset="94741.66">13319 14766 1388 0,'0'0'534'0,"0"0"-369"0,0 0-87 15,0 0-30-15,0 0 36 16,0 0-41-16,135-40 44 16,-110 46-36-16,-9 24-32 15,-11 15 61-15,-5 6-19 16,0 9 23-16,-12 4-26 16,-8-9-21-16,2-9-10 15,5-10-27-15,1-14 0 16,8-8-24-16,4-6 24 15,0-8-50-15,0 0-12 16,18-30 1-16,9-14-148 16,4-18-352-16,-2-6 10 15,-3 4 305-15,-10 15 246 0,-7 18 531 16,-9 16 4-16,0 15-282 16,0 2-100-16,0 25-128 15,0 9 42-15,0 3 18 16,0 2-79-16,18 2-6 15,13-6 0-15,7-11-75 16,18-11-140-16,-12-10-321 16,-10-5-467-16</inkml:trace>
  <inkml:trace contextRef="#ctx0" brushRef="#br0" timeOffset="94897.68">13711 14888 1287 0,'0'0'952'0,"0"0"-621"15,0 0-210-15,0 0-81 0,0 0 24 16,115 11-57-16,-59-1 1 16,5-1-8-16,-3 0-64 15,6-6-123-15,-17-3-120 16,-15 0-405-16</inkml:trace>
  <inkml:trace contextRef="#ctx0" brushRef="#br0" timeOffset="95093.79">14083 14776 1659 0,'0'0'619'16,"0"0"-453"-16,0 0-31 15,0 0-50-15,0 0-37 16,0 0-12-16,0 0 23 16,100 133-48-16,-100-85 23 15,-19 3-13-15,-15 2-12 0,-6-9-9 16,4-8-10-16,3-5-95 15,13-12-160-15,9-10-448 0</inkml:trace>
  <inkml:trace contextRef="#ctx0" brushRef="#br0" timeOffset="95368.85">14295 14858 902 0,'0'0'768'0,"0"0"-584"0,0 0 7 16,0 0 37-16,0 0-25 16,-69 124-17-16,69-95-102 15,0 3-26-15,22-9-10 16,9-2-36-16,8-7 4 16,-2-8-16-16,-1-6-45 15,-7 0 44-15,-9-14-23 16,-11-10-25-16,-9-2-19 15,0-9 10-15,-18 6 32 16,-8 0-49-16,-5 6-64 16,6 7-80-16,7 4-369 0</inkml:trace>
  <inkml:trace contextRef="#ctx0" brushRef="#br0" timeOffset="95575.64">14393 14708 1475 0,'0'0'1087'16,"0"0"-759"-16,0 0-251 16,0 0-58-16,0 0-19 15,120-28-12-15,-59 28-30 16,-12 0-149-16,-7 0-750 0</inkml:trace>
  <inkml:trace contextRef="#ctx0" brushRef="#br0" timeOffset="96244.96">17255 14048 1137 0,'0'0'1023'0,"0"0"-669"0,0 0-211 15,0 0-76-15,0 0-46 16,0 0 6-16,152 23-27 15,-101-14-29-15,-1 7-24 16,-19 3-273-16,-16-1-240 16,-15-4-659-16</inkml:trace>
  <inkml:trace contextRef="#ctx0" brushRef="#br0" timeOffset="96346.06">17209 14270 867 0,'0'0'972'0,"0"0"-664"16,0 0-175-16,0 0-12 15,195 5-121-15,-108-5-101 16,-4 0-559-16</inkml:trace>
  <inkml:trace contextRef="#ctx0" brushRef="#br0" timeOffset="96873.67">18038 14379 1813 0,'0'0'647'0,"0"0"-502"15,0 0-136-15,0 0 35 16,0 0-44-16,140-95-1 16,-77 44-9-16,6-5-161 15,-3-8-25-15,0-4 15 16,-11-5-22-16,-10-1 83 15,-16 1 81-15,-14 6 39 0,-13 7 137 16,-2 13 107-16,-9 18-1 16,-13 12-32-16,-7 17-159 15,-7 9-23-15,1 28-20 16,2 20 16-16,4 14 63 16,8 14-52-16,10-1-2 15,11 1 4-15,0-8-19 16,15-7-2-16,17-9-17 15,6-18 0-15,6-11 2 16,6-11-2-16,-2-21-36 0,4 0 8 16,-3-21-87-1,-7-16-95-15,-4-11-66 16,-11-4-64-16,-11 4 32 16,-8 8 301-16,-5 11 7 0,-3 17 627 15,0 12-374-15,0 0-129 16,-13 16-87-16,-3 14-15 15,-2 1 62-15,4 3-84 16,4 0-1-16,10-6-100 16,0-8-207-16,0-10-436 0</inkml:trace>
  <inkml:trace contextRef="#ctx0" brushRef="#br0" timeOffset="97282.85">18901 14062 1347 0,'0'0'331'16,"0"0"-25"-16,-16 127-43 16,1-77-2-16,1-5-130 15,1-10-61-15,5-9 3 16,4-9-72-16,2-10 2 16,2-2-3-16,0-5 0 15,4-9-10-15,19-14-21 16,12-12-194-16,10-9 25 15,9 0 16-15,-1 5 115 16,-6 13 69-16,-11 13 72 16,-16 13 101-16,-14 1-56 15,-6 28-7-15,-2 5 0 0,-18 2-25 16,1-7 6-16,0-6-71 16,5-9-10-16,8-10 23 15,6-4-33-15,0 0 0 16,16-6-6-16,22-15-18 15,13-5-85-15,12-9 33 16,3 7 58-16,-3 4 5 16,-10 12 14-16,-13 7-1 15,-11 5 0-15,-15 11-22 16,-14 24-176-16,0-2-272 16,0-8-511-16</inkml:trace>
  <inkml:trace contextRef="#ctx0" brushRef="#br0" timeOffset="97742.67">19894 14265 1415 0,'0'0'514'0,"0"0"-412"15,0 0-17-15,0 0-52 16,0 0-19-16,123-106-14 15,-89 60-69-15,-3-5-149 16,-5 2-17-16,-7-2 56 16,-11 5 179-16,-4 6 41 15,-4 12 186-15,0 10 100 16,0 13-136-16,-12 5-134 16,-7 21-17-16,0 23-28 15,-6 33 86-15,-2 27-13 0,-2 25-42 16,2-4 61-16,8-23-64 15,1-27-8-15,2-19 26 16,-4 8-57-16,-2 5 28 16,-7 6-29-16,2-16 0 15,0-15-3-15,3-16 3 16,4-12-24-16,-1-14 1 16,6-2 1-16,6-23 15 15,9-16 7-15,0-16 0 16,29-11-11-16,18-8 17 15,13-9-12-15,16-2-43 0,6-4-168 16,43-33-77 0,-22 16-228-16,-11 13-924 0</inkml:trace>
  <inkml:trace contextRef="#ctx0" brushRef="#br0" timeOffset="97926.21">20594 13733 1292 0,'0'0'842'0,"0"0"-504"15,0 0-103-15,0 0-75 16,0 0-151-16,0 0 10 15,-127 81 2-15,85-17 1 16,7 11 39-16,8 1-61 16,13-2 0-16,10-9 0 15,4-8 0-15,0-12 0 16,18-11-49-16,7-15-42 0,8-19-88 16,-4 0-278-1,-5-19-450-15</inkml:trace>
  <inkml:trace contextRef="#ctx0" brushRef="#br0" timeOffset="98267.24">20577 14021 992 0,'0'0'1288'16,"0"0"-926"-16,0 0-272 15,0 0-56-15,0 0-9 16,0 0-5-16,0 0 62 16,46 116-45-16,-46-76 2 15,0 0 6-15,0-4-44 16,-11-5 42-16,3-11-43 15,4-8 0-15,4-9 6 16,0-3-6-16,0 0 0 0,8-14-8 16,13-16-35-16,2-19-20 15,4-4-49-15,-4-1-35 16,-5 8 118-16,-9 16 29 16,-5 16 146-16,-4 14-84 15,0 0-47-15,0 19 19 16,0 13-12-16,0 7 2 15,0 1 12-15,16 1-22 16,12-12-20-16,11-5 6 16,3-7-45-16,1-17 9 15,-1-7-128-15,-13-17-156 16,-12-12-311-16</inkml:trace>
  <inkml:trace contextRef="#ctx0" brushRef="#br0" timeOffset="98410.82">21252 13798 1996 0,'0'0'605'0,"0"0"-504"16,0 0-76-16,0 0-24 16,100 146 58-16,-100-77-50 15,-29 11 5-15,-21 4-14 16,-44 20-67-16,9-20-247 16,7-22-582-16</inkml:trace>
  <inkml:trace contextRef="#ctx0" brushRef="#br0" timeOffset="99208.7">18143 14802 1083 0,'0'0'556'0,"0"0"-385"16,0 0 6-16,0 0-7 15,0 0-64-15,0 0-42 16,0 0 13-16,113 0-52 15,-106 23 38-15,-7 7-4 16,0 12 26-16,-11 11 42 16,-14 0-80-16,-1 5-11 15,-1-12 10-15,7-6-38 16,7-12 7-16,5-9-15 16,8-9-18-16,0-9 12 15,0-1-42-15,16-1 0 16,9-21 20-16,4-19-136 15,2-13-72-15,-2-6-77 0,-7 0 58 16,-6 9 230-16,-10 18 25 16,-6 15 321-16,0 18-34 15,-4 0-148-15,-12 12-46 16,1 20-44-16,6 0-12 16,9 9 23-16,0-3-48 15,11-3-12-15,18-3-21 16,21-14-113-16,-6-10-114 15,-5-8-321-15</inkml:trace>
  <inkml:trace contextRef="#ctx0" brushRef="#br0" timeOffset="99358.9">18397 14945 1595 0,'0'0'741'15,"0"0"-475"-15,0 0-157 0,0 0-79 16,0 0-6-16,143 0-24 15,-91 0-53-15,25 5-90 16,-15-5-217-16,-10 0-219 0</inkml:trace>
  <inkml:trace contextRef="#ctx0" brushRef="#br0" timeOffset="99564.52">18791 14798 1480 0,'0'0'634'0,"0"0"-403"15,0 0-23-15,0 0-109 0,0 0-53 16,0 0 17-16,0 0-27 16,67 117-23-16,-67-75 20 15,0 4-22-15,-19-6-10 16,-11-4 15-16,1-6-16 16,3-10-18-16,7-8-85 15,19-12-168-15,0 0-253 16,5-17-665-16</inkml:trace>
  <inkml:trace contextRef="#ctx0" brushRef="#br0" timeOffset="99784.01">19026 14857 1776 0,'0'0'356'16,"0"0"-214"-16,0 0 67 16,-27 142-32-16,27-101-84 15,0-6 31-15,17-9-101 16,22-3 9-16,9-18-2 15,8-5-17-15,0 0-13 16,-12-20-15-16,-13-10-18 16,-17-6 32-16,-14-4-63 15,-9-8-45-15,-22 6-110 16,-18 4-50-16,9 14-116 16,9 6-408-16</inkml:trace>
  <inkml:trace contextRef="#ctx0" brushRef="#br0" timeOffset="99996.36">19284 14712 993 0,'0'0'1159'0,"0"0"-586"15,0 0-431-15,0 0-51 16,0 0-85-16,0 0 9 15,0 0-30-15,105-4 15 16,-65 4-87-16,5 0-77 16,-12 0-169-16,-9-10-445 0</inkml:trace>
  <inkml:trace contextRef="#ctx0" brushRef="#br0" timeOffset="100132.03">19495 14540 1204 0,'0'0'1061'16,"0"0"-788"-16,0 0-165 15,0 0-99-15,0 0 57 16,-75 142-38-16,44-72-19 16,-12 31-9-16,8-15-194 15,6-17-433-15</inkml:trace>
  <inkml:trace contextRef="#ctx0" brushRef="#br0" timeOffset="100757.85">22089 13950 1947 0,'0'0'611'0,"0"0"-423"15,0 0-1-15,0 0-56 16,0 0-48-16,0 0-83 15,0 0 0-15,139 22-6 16,-87-14-29-16,-6 1-60 16,-9 4-71-16,-14-2-214 15,-15-3-514-15</inkml:trace>
  <inkml:trace contextRef="#ctx0" brushRef="#br0" timeOffset="100865.32">22122 14119 1835 0,'0'0'491'0,"0"0"-421"15,0 0 25-15,0 0-24 16,183 26-71-16,-98-26-219 16,-4 0-505-16</inkml:trace>
  <inkml:trace contextRef="#ctx0" brushRef="#br0" timeOffset="101284.69">22733 14076 1862 0,'0'0'394'15,"0"0"-274"-15,0 0 24 16,0 0-22-16,0 0-107 0,139-43-15 16,-87 12-45-16,-3-3-105 15,-4-4-44 1,-12-2 31-16,-8-2 27 0,-12 2 60 16,-10 4 67-16,-3 6 9 15,0 9 235-15,0 9-9 16,-10 12-27-16,1 0-140 15,-1 33-50-15,-2 16 54 16,-1 36-40-16,-5 31 12 16,-4 26 24-16,-3-9-33 15,3-26 25-15,-1-33-23 16,2-18 12-16,-8 2-14 0,-5 4-26 16,-4-2 0-1,2-14 19-15,5-19-7 16,6-12-2-16,6-12-10 0,9-3 1 15,10-18-10 1,2-21 9-16,35-11-46 0,18-14 37 16,17-4 9-16,13-6-6 15,8 0-38-15,1 2-65 16,22-32-25-16,-28 19-207 16,-14 10-572-16</inkml:trace>
  <inkml:trace contextRef="#ctx0" brushRef="#br0" timeOffset="101453.02">23537 13650 1292 0,'0'0'666'16,"0"0"-478"-16,0 0-24 0,0 0 30 15,-113 76-86-15,74-16 21 16,-1 18-69-16,7 4-12 16,6 9-35-16,12-8-13 15,10-3-31-15,14-10-115 16,23-17-313-16,5-21-382 0</inkml:trace>
  <inkml:trace contextRef="#ctx0" brushRef="#br0" timeOffset="101713.89">23722 14043 1597 0,'0'0'545'16,"0"0"-393"-16,0 0 66 15,0 0-71-15,-80 120-7 0,80-88-71 16,29-4-29-16,15-4 40 16,10-8-80-16,4-9-10 15,-2-7 9-15,-10-7-36 16,-12-17 13-16,-16-8-15 16,-18-9-3-16,0-3 20 15,-27-2-44-15,-9 3 10 16,1 4-76-16,6-2-126 15,8 10-286-15,15-1-870 0</inkml:trace>
  <inkml:trace contextRef="#ctx0" brushRef="#br0" timeOffset="101864.93">24618 13709 2032 0,'0'0'518'16,"0"0"-382"-16,25 169-34 15,-58-50-68-15,-41 18-33 16,-14-1-2-16,15-32-41 16,13-46-462-16</inkml:trace>
  <inkml:trace contextRef="#ctx0" brushRef="#br0" timeOffset="120213.74">11525 16776 838 0,'0'0'254'0,"0"0"-104"15,0 0 27-15,0 0-56 16,0 0-25-16,-16 0 16 15,16 0-46-15,-3 0 11 16,3 0-8-16,0 0 1 16,-2 0 36-16,0 0-58 15,0-4-1-15,-2 4 6 16,1-5-4-16,1 5 53 16,-1 0-45-16,1 0-26 15,2 0 48-15,0 0-79 0,0 0 9 16,0 0 16-16,0 0-24 15,0 0 39-15,0 0 3 16,0 0-26-16,0 0 77 16,0 0-81-16,5 0 14 15,10 0 19-15,12 0-46 16,9 5 27-16,7-5-27 16,5 4 12-16,2-4-27 15,-4 3 7-15,-3-3-50 16,-3 0-46-16,-5 5-154 15,-8-3-121-15,-14 2-502 0</inkml:trace>
  <inkml:trace contextRef="#ctx0" brushRef="#br0" timeOffset="120424.81">11408 16950 1886 0,'0'0'528'16,"0"0"-449"-16,0 0-79 16,0 0 95-16,130-35-31 15,-81 26-37-15,4 5-15 16,3 2-12-16,-3 2-83 16,14 0-68-16,-18-5-323 15,-9 2-754-15</inkml:trace>
  <inkml:trace contextRef="#ctx0" brushRef="#br0" timeOffset="120638.03">12119 16645 1382 0,'0'0'862'16,"0"0"-723"-16,0 0-90 15,0 0 118-15,-6 122-72 16,-13-69 18-16,-4 5-87 15,-6-7-10-15,-2-4-16 16,-3-7-10-16,-4-8-22 16,-7-6-123-16,-33-16-167 0,11-5-56 15,1-5-311-15</inkml:trace>
  <inkml:trace contextRef="#ctx0" brushRef="#br0" timeOffset="120794.25">11181 16718 580 0,'0'0'1433'15,"0"0"-1081"-15,0 0-248 16,-121 40 24-16,88 10-45 16,6 11-35-16,16 11 28 15,11 9-76-15,13-5 0 16,32 3-37-16,47 7-116 16,-7-20-156-16,-4-21-624 0</inkml:trace>
  <inkml:trace contextRef="#ctx0" brushRef="#br0" timeOffset="121840.89">13072 17052 93 0,'0'0'1447'0,"0"0"-1046"16,0 0-182-16,0 0-3 15,0 0-23-15,0 0-77 16,0 0-56-16,58-48 4 16,-8 2-64-16,15-10 0 15,7-9 0-15,1-10-25 16,-4-4-3-16,-7-3-14 16,-12-2 2-16,-17 3 20 15,-15 14 2-15,-14 9 18 16,-4 13 22-16,0 19 21 15,-8 16 11-15,-13 10-54 16,-8 0 11-16,-4 36 9 0,-10 37-11 16,8 3 18-16,3 17 17 15,13 4 0-15,14-19 3 16,5 1-47-16,5-16 0 16,24-10 18-16,9-21-18 15,8-10-6-15,3-13-33 16,3-9-15-16,-4-5-9 15,-5-21-62-15,-9-15-79 16,-10-3 42-16,-11-5-22 16,-4 9 78-16,-9 9 106 15,0 13 200-15,0 17 46 16,0 1-148-16,-7 13-75 16,-5 16 44-16,-5 10-24 0,7 2 5 15,3 3-48 1,7-8-12-16,0-6-78 15,24-12-197-15,3-13-192 16,-2-5-391-16</inkml:trace>
  <inkml:trace contextRef="#ctx0" brushRef="#br0" timeOffset="122247.54">13954 16670 1534 0,'0'0'373'0,"0"0"-137"16,-9 116 57-16,-4-65-97 15,2 0-64-15,1-15-35 0,4-6-78 16,4-8 14-16,2-11-33 16,0-8-13-16,0-3 0 15,4 0-7-15,16-14-11 16,12-16-13-16,10-16-51 16,3-6-70-16,-3 6 52 15,-7 7 113-15,-10 20 61 16,-9 15 1-16,-10 4-10 15,-6 27 32-15,0 8-16 16,0 5 23-16,-8-4-46 16,-2-8-6-16,4-10-14 15,6-10-11-15,0-8-28 16,4 0-10-16,25-8-16 16,13-16 15-16,12-10-110 15,4-7-73-15,-2 2 140 0,-7 6 32 16,-11 11 36-16,-11 17 20 15,-14 5 9-15,-9 27-29 16,-4 22-1-16,-29 41-35 16,-7-14-85-16,1-10-464 0</inkml:trace>
  <inkml:trace contextRef="#ctx0" brushRef="#br0" timeOffset="122856.49">13072 17459 960 0,'0'0'542'16,"0"0"-261"-16,0 0 19 0,0 0-2 15,0 0-23 1,0 0-123-16,0 0-107 15,44-44-12-15,-11 35-24 16,0 4-10-16,-1 5 2 0,-10 5-1 16,-9 21 41-16,-10 9-41 15,-3 11 18-15,-7 13 44 16,-15-3-41-16,-2-2 14 16,3-10-35-16,4-12 1 15,7-9 19-15,6-14-20 16,4-9-36-16,0 0 12 15,0-9-34-15,18-28 29 16,9-16-77-16,2-14-158 0,-3-3 25 16,-3 10 46-16,-13 20 193 15,-7 18 147-15,-3 22 2 16,0 0-20-16,-9 23-76 16,-2 17 15-16,5 5 36 15,6-1-70-15,0 2-8 16,23-6-26-16,16-6-17 15,5-8-38-15,18-20-155 16,-10-2-155-16,-14-4-365 0</inkml:trace>
  <inkml:trace contextRef="#ctx0" brushRef="#br0" timeOffset="123024.4">13477 17513 916 0,'0'0'1077'0,"0"0"-685"16,0 0-169-16,0 0-56 0,0 0-69 15,0 0-98-15,0 0 18 16,112 0-21-16,-66 13 3 16,3-3-49-16,-4-2-41 15,2-4-172-15,-14 0-211 16,-8-4-277-16</inkml:trace>
  <inkml:trace contextRef="#ctx0" brushRef="#br0" timeOffset="123244.79">13818 17369 1235 0,'0'0'906'0,"0"0"-686"15,0 0-162-15,0 0-3 16,0 0 14-16,0 0-14 0,0 0 25 16,89 121-52-16,-77-80 31 15,-10 8-34-15,-2 1-1 16,-12 2 27-16,-15-8-46 15,-4-1-4-15,2-5-2 16,5-11-53-16,8-13-120 16,12-9-159-16,4-5-528 0</inkml:trace>
  <inkml:trace contextRef="#ctx0" brushRef="#br0" timeOffset="123493.52">14077 17580 1307 0,'0'0'763'0,"0"0"-516"16,0 0-69-16,-60 106 14 0,41-66-58 16,11-4-77-16,8-3 32 15,0-8-81-15,15-6-7 16,16-5-1-16,8-14-15 16,1 0 1-16,-5-11-37 15,-8-15-16-15,-9-9 60 16,-16-6-74-16,-2-3 13 15,-11 4 38-15,-18 3-1 16,-3 16-42-16,1 3-60 16,10 10-134-16,7 8-298 0</inkml:trace>
  <inkml:trace contextRef="#ctx0" brushRef="#br0" timeOffset="123675.67">14353 17455 1187 0,'0'0'1234'0,"0"0"-919"15,0 0-203-15,0 0-88 16,0 0-9-16,118-18-15 16,-57 13-54-16,-13 5-262 15,-7 0-572-15</inkml:trace>
  <inkml:trace contextRef="#ctx0" brushRef="#br0" timeOffset="134141.79">15234 16557 1056 0,'0'0'349'0,"0"0"-148"15,0 0-6-15,0 0-10 16,0 0 37-16,0 0-128 15,0-17 35-15,0 12-29 16,0 5-38-16,0-6 41 16,0 4-64-16,0 2-26 15,0 0 78-15,0 0-90 16,-2 0 38-16,2 0-20 16,0 0-19-16,-3 0 47 15,3 0-47-15,0 0 0 0,0 0 15 16,0 0-3-16,0 0-12 15,0 0 0-15,0 0 0 16,0 0-6-16,0-2 6 16,18-3-12-16,6-2 5 15,5-3 7-15,7-6 0 16,-1-2-6-16,-1-2-20 16,0-2 25-16,-3-1-41 15,-5-3-6-15,-6 4 24 16,-3-2-25-16,-11 4 48 15,-6 1-8-15,0 2 9 16,0-5-3-16,-14 5 3 16,-1-2 0-16,-8 5-6 0,-1 4 14 15,-5 7-10-15,-5 3 2 16,-1 5-7-16,-3 22-2 16,5 8 9-16,4 9 0 15,8 7 41-15,13 0-40 16,8 4 35-16,0-6-32 15,27-10 7-15,15-7 40 16,11-10-51-16,10-11 0 16,6-8 0-16,3-3-67 15,17-26-72-15,-18-2-176 16,-13-2-530-16</inkml:trace>
  <inkml:trace contextRef="#ctx0" brushRef="#br0" timeOffset="135437.34">15514 15954 1264 0,'0'0'632'0,"0"0"-382"16,0 0-131-16,0 0 113 15,0 0-49-15,0 0-55 0,0 0-4 16,-4-9-82-16,17 5-23 16,12-1 26-16,10 1-35 15,8-1-17-15,3 1 7 16,6 4-39-16,0 0-9 16,-4 0-115-16,12 0-157 15,-13 0-212-15,-9 0-316 0</inkml:trace>
  <inkml:trace contextRef="#ctx0" brushRef="#br0" timeOffset="135824.49">16054 15848 1461 0,'0'0'381'0,"0"0"-239"15,0 0-24-15,0 0-16 0,0 0-9 16,0 0-44-16,0 0 12 15,31 35 99 1,-31 0-52-16,0 2-17 0,-11-2-18 16,2-8-63-16,4-6 10 15,3-7-20-15,2-10-6 16,0-2-21-16,0-2-4 16,0 0-26-16,11-10-20 15,7-16-124-15,5-10-54 16,-4-5-62-16,0 2 109 0,-11 7 208 15,-1 13 31 1,-7 7 262-16,0 12-65 0,0 0-63 16,0 12-47-16,-5 20-36 15,1 4-18-15,4 12 49 16,0 3-85-16,0-3-7 16,20-6-21-16,7 0-3 15,7-5-28-15,12-2-120 16,-5-11-156-16,-10-8-296 0</inkml:trace>
  <inkml:trace contextRef="#ctx0" brushRef="#br0" timeOffset="136043.28">16435 16375 1883 0,'0'0'631'16,"0"0"-470"-16,0 0-12 16,0 0-113-16,0 0-27 15,0 0 20-15,120 0-29 16,-68 0-55-16,24-6-130 16,-12 2-167-16,-8-5-311 0</inkml:trace>
  <inkml:trace contextRef="#ctx0" brushRef="#br0" timeOffset="136336.79">17278 16320 1324 0,'0'0'203'16,"0"0"-123"-16,0 0-12 15,0 0 48-15,0 0-13 16,37-120-70-16,-25 88-4 15,-3-3-29-15,-1 0 6 16,2 3 29-16,-4 2 19 16,1 10 65-16,-3 7 157 15,-4 5-40-15,2 8-106 16,-2 0-130-16,2 13 10 0,1 17-10 16,0 19 0-16,1 9 6 15,0 15 3-15,-2 2-9 16,3 24-39-16,-3-14-230 15,0-19-402-15</inkml:trace>
  <inkml:trace contextRef="#ctx0" brushRef="#br0" timeOffset="138354.64">15432 16848 1003 0,'0'0'304'0,"0"0"-175"15,0 0-31-15,0 0 63 16,0 0 63-16,0 0-123 16,0 0-16-16,0 0 15 15,0 0-47-15,0 0 15 16,0 0-31-16,0 0-35 15,0 0 54-15,5 0-56 16,1 0 1-16,7 0 14 16,8 0-15-16,1 0 12 15,4 0-12-15,3 0 0 16,8 0 27-16,-2 0-17 16,5 0-5-16,5 0 15 15,1 0-11-15,6 0-3 16,4 0-6-16,-1 0 0 15,5 0 8-15,2 0 5 16,-2-4-13-16,-2 2 1 0,-2-3-1 16,-2 5 29-16,-4-3-29 15,-2 3 0-15,-1 0 15 16,0 0 9-16,0 0-25 16,4-4 1-16,2 4 0 15,3-5 17-15,-2 5-17 16,-1-3 0-16,-2 1 18 15,1 2-17-15,-3 0 24 16,2 0-25-16,2 0 9 0,1 0-6 16,0 0-3-16,1-4 0 15,-2 4-6-15,-1 0 14 16,-3-5-9-16,-7 5 1 16,-2 0 0-16,-6-3 12 15,-1 3-12-15,-6 0-3 16,0 0-10-16,-5 0-50 15,-4 0-29-15,-2 0-75 16,-8 3-176-16,-6-3-300 0</inkml:trace>
  <inkml:trace contextRef="#ctx0" brushRef="#br0" timeOffset="138969.96">16353 17169 530 0,'0'0'1057'0,"0"0"-835"0,0 0-157 16,0 0 23-16,0 0 81 16,0 0-101-16,0 0-3 15,104-49-27-15,-86 53 14 16,-5 14 43-16,-4 13-28 15,-4 1 1-15,-5 12 25 16,0 6-43-16,-2 2 35 16,-14 3-56-16,3-6-4 15,-1-5 18-15,3-12-43 16,5-9 0-16,1-11-12 16,2-8 18-16,3-4-12 15,0 0 3-15,14-18-34 0,13-21-2 16,7-10-168-16,-1-14-38 15,-2 1-67-15,-8 13 151 16,-10 8 161 0,-11 19 186-16,-2 7 46 0,0 15 40 15,-2 0-134-15,-9 5-78 16,-3 15-8-16,10 10-38 16,4 2 7-16,0 5-17 15,26-4 17-15,14-1-31 16,14-10 10-16,6-4-63 15,25-18-51-15,-14 0-208 16,-11 0-447-16</inkml:trace>
  <inkml:trace contextRef="#ctx0" brushRef="#br0" timeOffset="140088.57">18087 16753 789 0,'0'0'619'0,"0"0"-350"0,0 0-66 15,0 0 61 1,0 0 20-16,0 0-98 0,0 0-47 16,-16-9-38-16,16 9-37 15,0 0 1-15,7 0-48 16,15-4-16-16,11 4 17 16,8 0-9-16,5 0-18 15,-1 0 3-15,-3 0-81 16,-4 0-16-16,-9 13-171 15,-11 1-277-15,-13 3-210 0</inkml:trace>
  <inkml:trace contextRef="#ctx0" brushRef="#br0" timeOffset="140226.01">18100 16915 1174 0,'0'0'839'16,"0"0"-602"-16,0 0-141 15,0 0 97-15,0 0-42 16,0 0-116-16,141 3-35 15,-64-3-91-15,-13 0-240 16,-12 0-646-16</inkml:trace>
  <inkml:trace contextRef="#ctx0" brushRef="#br0" timeOffset="141521.84">18602 17004 1073 0,'0'0'556'16,"0"0"-321"-16,0 0 37 16,0 0-10-16,0 0-79 15,0 0-24-15,0 0-121 0,109-58-31 16,-58 22-7-16,3-5-12 16,4-8-1-16,2-8-31 15,0-2-41-15,-4-8 59 16,-5-4-31-16,-10-4 14 15,-10 7 31-15,-12 1 12 16,-9 13 27-16,-8 10 31 16,-2 12-31-16,0 10 35 15,0 9-39-15,0 13-23 16,-12 0-5-16,-1 27 5 16,-9 31 0-16,-5 36 19 15,4 5 16-15,8-7 51 16,9-12-71-16,6-26 12 0,0 0-20 15,6-1-6-15,17-18 17 16,4-6-18 0,4-12-21-16,2-12 20 0,3-5-56 15,-1-5-31-15,-1-22-81 16,-3-9-64-16,-4-8-111 16,-7-1-133-16,-5 5 289 15,-5 8 188-15,-6 18 219 16,-4 10 70-16,0 4-144 15,0 18-50-15,-7 14 101 16,-4 8-76-16,2 1-25 16,5-5-46-16,4-2-49 0,0-10-46 15,4-7-126-15,11-8-177 16,-3-9-373-16</inkml:trace>
  <inkml:trace contextRef="#ctx0" brushRef="#br0" timeOffset="141952.44">19583 16682 1386 0,'0'0'287'15,"0"0"-78"-15,0 0 9 16,-21 138-11-16,10-106-13 16,3-6-62-16,1-9-68 15,4-2-34-15,1-10-6 0,2-2-24 16,0-3-3-16,0-3-15 15,12-20-3-15,15-9-156 16,6-12 2-16,5 0-75 16,-1 3 25-16,-6 9 162 15,-6 16 63-15,-9 16 120 16,-11 3 22-16,-5 25 56 16,0 7-18-16,-3 2-50 15,-8-3-19-15,0-6-67 16,4-10-44-16,3-6 36 15,4-12-30-15,0 0-7 16,15-4 1-16,21-18-72 16,17-14-77-16,10-4 41 15,1-5 41-15,-1 9 55 16,-14 6 12-16,-9 16 2 0,-13 10-2 16,-9 4 9-16,-14 26-23 15,-4 15 5-15,-18 24-103 16,-15-10-214-16,-3-6-836 0</inkml:trace>
  <inkml:trace contextRef="#ctx0" brushRef="#br0" timeOffset="142462.01">18820 17355 1091 0,'0'0'809'0,"0"0"-616"16,0 0-127-16,0 0-12 15,0 0 52-15,0 0-20 16,116-78-25-16,-103 78-6 15,-8 8-24-15,-3 23 0 16,-2 4 62-16,0 11-52 16,-15 11 15-16,-4-8-19 15,4 0-36-15,4-14 5 0,4-6-6 16,3-17-54 0,4-10 27-16,0-2-80 0,2-6 7 15,14-24 8-15,6-12-170 16,-2-11-126-16,0 3-167 15,-7 7 555-15,-6 11 77 16,-5 20 436-16,-2 7-174 16,0 5-76-16,0 5-125 15,0 16-66-15,0 9-7 16,0 6-42-16,5 1 36 16,15-6-59-16,4 0 15 15,8-9-15-15,1-8-57 16,2-4-46-16,4-10-121 0,-8-7-270 15,-9-10-290-15</inkml:trace>
  <inkml:trace contextRef="#ctx0" brushRef="#br0" timeOffset="142637.31">19146 17413 1472 0,'0'0'659'0,"0"0"-500"15,0 0-85-15,0 0 24 16,0 0-34-16,0 0-40 15,158 0-2-15,-104 0-13 16,2 0-18-16,-1 0-68 16,-6-4-64-16,-2-8-135 15,-13 2-251-15,-17 2-63 0</inkml:trace>
  <inkml:trace contextRef="#ctx0" brushRef="#br0" timeOffset="142845.87">19547 17258 439 0,'0'0'1044'15,"0"0"-709"-15,0 0-135 16,0 0-42-16,0 0-63 16,0 0-14-16,0 0-28 15,102 78 32-15,-92-35 24 16,-10 5-42-16,0 3-3 16,-16 2-12-16,-13 0-51 15,0-4 38-15,0-8-39 16,6-11-40-16,10-8-39 15,13-22-149-15,2 0-140 0,17-8-355 0</inkml:trace>
  <inkml:trace contextRef="#ctx0" brushRef="#br0" timeOffset="143087.81">19890 17379 757 0,'0'0'1122'15,"0"0"-889"-15,0 0-156 16,0 0 93-16,-42 107 19 15,36-67-90-15,6-5-26 16,0-2-40-16,6-3 19 16,21-12-40-16,6-4-5 15,7-10-7-15,0-4-16 16,-6-4-17-16,-8-19-43 0,-12 0 4 16,-14-12-50-16,0 4 10 15,-14-1 21-15,-12 6 16 16,-8 13-98-16,8 7-33 15,6 3-336-15</inkml:trace>
  <inkml:trace contextRef="#ctx0" brushRef="#br0" timeOffset="143319.65">20178 17241 1461 0,'0'0'733'0,"0"0"-585"0,0 0-115 15,0 0 22-15,0 0 31 16,0 0-34-16,118-6-22 16,-86 6-30-16,-7 0-60 15,10 0-102-15,-8 0-189 16,-8 0-298-16</inkml:trace>
  <inkml:trace contextRef="#ctx0" brushRef="#br0" timeOffset="143445.7">20372 17111 1617 0,'0'0'581'0,"0"0"-482"16,0 0 9-16,-25 112 12 0,16-58-108 15,1 24-12-15,-2-13-99 16,4-14-459-16</inkml:trace>
  <inkml:trace contextRef="#ctx0" brushRef="#br0" timeOffset="152128.04">20789 16575 108 0,'0'0'1163'15,"0"0"-877"-15,0 0-115 16,0 0 42-16,0 0-13 16,0 0 5-16,-7 0-85 15,7 0-42-15,0 0 26 16,0 0-28-16,0 0 7 16,0 0-36-16,0 0-17 15,0-4 28-15,9-6-33 16,13-8-14-16,12-12-1 15,8-6-10-15,9-12-1 16,7-3-32-16,5-11-30 16,-3-2 44-16,-2-2-59 0,-7-7 5 15,-8 4-5 1,-10-4-14-16,-11 3-5 16,-11 8 38-16,-9 7 58 0,-2 15 0 15,0 8 2-15,-13 15 30 16,-5 9 23-16,-4 8-45 15,-5 8 16-15,-2 28-25 16,-2 17 12-16,-1 18 89 16,9 10-41-16,4 5 4 15,7 2-3-15,6-7-25 16,6-10 0-16,0-13-36 16,18-9 0-16,9-14-17 15,4-12 13-15,7-14-38 16,5-9-19-16,3-9-65 0,-4-28-89 15,-1-5 5-15,-10-4-2 16,-8 2 140-16,-10 4 58 16,-7 13 14-16,-4 10 105 15,-2 15 55-15,0 2-34 16,-4 28-91-16,-11 16 111 16,-5 10 40-16,1 4-130 15,2-3-8-15,5-11-23 16,6-10-24-16,4-10 0 15,2-12-1-15,0-12-59 16,0 0 29-16,14-12-4 16,5-20-1-16,6-13-94 0,2-8-64 15,4-5 69-15,-4 5-12 16,0 16 133-16,-8 16 3 16,-3 19 71-16,-9 2 4 15,-5 28 29-15,-2 13 32 16,0 7-5-16,-11 6-58 15,-5-6-31-15,1-2 8 16,1-3-50-16,5-9-15 16,3-5-137-16,4-7-168 15,-1-12-350-15</inkml:trace>
  <inkml:trace contextRef="#ctx0" brushRef="#br0" timeOffset="152759.74">21972 15875 1618 0,'0'0'287'16,"0"0"-274"-16,0 0-3 0,0 0 66 16,0 0 42-16,-100 169 99 15,74-89-45-15,1 8-13 16,9 2-66-16,7-5-35 15,9-10 2-15,0-8-60 16,9-10-18-16,13-16-6 16,5-9-70-16,17-14-149 15,-7-9-271-15,-4-9-313 0</inkml:trace>
  <inkml:trace contextRef="#ctx0" brushRef="#br0" timeOffset="153166.51">22104 16473 1570 0,'0'0'500'16,"0"0"-404"-16,0 0-67 0,0 0-10 16,0 0-19-16,0 0-26 15,147-134-10-15,-114 97-40 16,-2-3 18-16,-6 8 36 16,-7-2-4-16,-7 6 26 15,-4 10 3-15,-5 4 98 16,-2 11 61-16,0 3-78 15,0 0-34-15,0 21-44 16,-11 16 12-16,-3 16 74 16,-1 5-18-16,-1 1-30 15,3 3 8-15,4-8-52 16,0 0-9-16,4 1-118 16,5-14-123-16,0-12-393 0</inkml:trace>
  <inkml:trace contextRef="#ctx0" brushRef="#br0" timeOffset="153375.7">22456 16404 841 0,'0'0'1159'0,"0"0"-904"16,0 0-243-16,0 0 22 15,0 0 14-15,125 0-26 0,-85 0-22 16,-3 0-19-16,13 0-92 16,-12 0-167-1,-9-7-345-15</inkml:trace>
  <inkml:trace contextRef="#ctx0" brushRef="#br0" timeOffset="153554.71">22730 16232 1119 0,'0'0'853'16,"0"0"-664"-16,0 0-75 15,-60 133 40-15,44-83-14 16,3 2-101-16,5-2 11 0,2-6-50 16,6-4-160-1,0-14-109-15,6-8-453 0</inkml:trace>
  <inkml:trace contextRef="#ctx0" brushRef="#br0" timeOffset="153943.69">22969 16252 1467 0,'0'0'352'16,"0"0"-270"-16,0 0-7 15,0 0 145-15,0 0-44 16,0 0-23-16,-18 135-37 16,5-99-23-16,3-4 1 0,2-2-69 15,1-7-23-15,5-11 10 16,2-5-12-16,0-5-2 16,0-2-52-16,6-2-2 15,15-22 15-15,3-12-155 16,2-4-80-16,-1-9-52 15,-2 10 45-15,-10 7 283 16,-9 18 165-16,-4 14 85 16,0 5-63-16,-2 26 22 15,-7 5-16-15,7 0-79 16,2-1-62-16,0 2-13 16,18-11-39-16,11-8-39 0,5-10 4 15,24-8-183 1,-10-12-242-16,-5-16-278 0</inkml:trace>
  <inkml:trace contextRef="#ctx0" brushRef="#br0" timeOffset="154121.73">23613 15937 1646 0,'0'0'682'0,"0"0"-525"15,0 0-39-15,89 133 43 16,-76-70-51-16,-8 12-65 15,-5 5-17-15,-3 1-28 16,-20-1-82-16,-41 18-27 16,7-21-276-16,-3-19-503 0</inkml:trace>
  <inkml:trace contextRef="#ctx0" brushRef="#br0" timeOffset="154683.81">21198 16950 889 0,'0'0'820'0,"0"0"-612"16,0 0-160-16,0 0 93 0,141 0 32 15,-36 0-68-15,54-4 71 16,59-1-52-16,31 0 4 15,10-2-13-15,-5 2-64 16,-17 1-3-16,-4 2-48 16,-12 2 11-16,-27 0 3 15,-45 0-14-15,-41 0-1 16,-41 0 0-16,-19 0-50 16,-3 0-7-16,-16 0-130 15,-6 0-415-15,-23 0-713 0</inkml:trace>
  <inkml:trace contextRef="#ctx0" brushRef="#br0" timeOffset="156009.74">22153 17195 901 0,'0'0'1159'16,"0"0"-987"-16,0 0-162 15,0 0-9-15,0 0 35 16,0 0-27-16,0 0 49 16,0 112 109-16,0-62-91 15,0-1-21-15,0-10-4 0,0-11-36 16,0-7 6-16,0-12-21 15,0-4-8-15,0-5-7 16,13-9 15-16,3-23 0 16,9-8-31-16,-1-13-47 15,2 4 41-15,-1 1 18 16,-4 15 19-16,-6 12 26 16,-4 21 3-16,-4 0-1 15,-5 21 5-15,0 16 17 16,-2 7 15-16,0 5-18 15,0-8-26-15,0-7 33 0,-4-10-53 16,4-7-1 0,0-12 0-16,0-5-28 0,0 0 27 15,19-28-15 1,10-12-29-16,12-13-15 0,3-5-13 16,-1 0 31-16,-3 17 42 15,-11 10 15-15,-6 18 58 16,-11 13-47-16,-1 4-25 15,-5 28 36-15,-2 8-36 16,-2 4 3-16,0 6-4 16,2-6-64-16,9 1-134 15,1-13-289-15,-1-18-352 0</inkml:trace>
  <inkml:trace contextRef="#ctx0" brushRef="#br0" timeOffset="156370.13">22876 17177 1341 0,'0'0'370'16,"0"0"-265"-16,0 0-77 15,0 0 109-15,0 0 79 16,0 0-23-16,57 152 3 16,-64-94-53-16,-14 4-51 15,-2-8-7-15,3-3-73 16,7-18-4-16,5-8-8 15,8-13-12-15,0-12-12 16,6 0-24-16,13-22-1 16,10-19-2-16,4-17-221 0,1-13-52 15,-5-4-12 1,-7 11 10-16,-8 15 326 0,-12 28 157 16,-2 21 208-16,-5 4-168 15,-14 36-44-15,0 9 38 16,9 4-58-16,10 1-57 15,0 1-18-15,24-11-58 16,18-5-39-16,39-13-31 16,-8-7-133-16,-4-13-350 0</inkml:trace>
  <inkml:trace contextRef="#ctx0" brushRef="#br0" timeOffset="158286.77">24413 16862 1500 0,'0'0'553'0,"0"0"-375"16,0 0 30-16,0 0 12 15,0 0-43-15,0 0-81 16,0 0-65-16,118-46-31 16,-62 38 1-16,0 2-2 15,0 6-9-15,-10 0-95 16,-12 0-116-16,-12 6-357 16,-18 6-520-16</inkml:trace>
  <inkml:trace contextRef="#ctx0" brushRef="#br0" timeOffset="158411.57">24446 16968 1595 0,'0'0'741'0,"0"0"-612"16,0 0 20-1,0 0 33-15,0 0-100 16,170-4-82-16,-83-6-46 16,-16 2-306-16,-15 3-880 0</inkml:trace>
  <inkml:trace contextRef="#ctx0" brushRef="#br0" timeOffset="160393.78">25960 16401 742 0,'0'0'580'15,"0"0"-566"1,0 0-14-16,0 0 187 0,-154 76 3 16,101-33 36-16,-2 12-23 15,1 3-36-15,11 0-27 16,12-9-49-16,14-10-24 15,17-14-67-15,2-9 2 16,35-16-4-16,19 0-20 16,13-30-103-16,5-16-127 15,-1-12-74-15,-8-9 111 16,-16-3 87-16,-15 6 128 0,-19 15 88 16,-15 22 204-16,-2 15 25 15,-30 12-129-15,-3 30-99 16,-3 20 45-16,11 8-35 15,17 8-13-15,10-4-23 16,25-7-21-16,34-11-11 16,32-8-31-16,39-18-19 15,17-14-29-15,-22-4-146 16,-25-9-483-16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8:55:58.31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1702 2581 836 0,'0'0'845'16,"0"0"-655"-16,0 0 0 15,0 0-38-15,0 0 40 16,0 0-22-16,-4 0-58 16,4 0-4-16,0 0-82 0,0 2 1 15,0-2 83 1,0 2-86-16,0-2 29 0,0 0 15 15,0 2-39-15,0-2 46 16,0 0-75-16,0 0 6 16,0 0-6-16,0 1 0 15,11 3-26-15,11 3-10 16,12 0 36-16,13 4-21 16,4 1 9-16,7-2-103 15,-2 2 36-15,12-6-166 16,-16-3-287-16,-12-3-598 0</inkml:trace>
  <inkml:trace contextRef="#ctx0" brushRef="#br0" timeOffset="348.88">1711 2738 1627 0,'0'0'722'16,"0"0"-602"-16,0 0 64 15,0 0-90-15,0 0-33 16,0 0-13-16,0 0-40 16,87 11 38-16,-33-8-46 15,10 4-11-15,3-2-14 16,1-2-58-16,9-3-192 16,-19 0-200-16,-16 0-381 0</inkml:trace>
  <inkml:trace contextRef="#ctx0" brushRef="#br0" timeOffset="550.87">2396 2542 1908 0,'0'0'529'0,"0"0"-479"16,0 0-38-16,0 0-3 15,0 0 3-15,0 0 13 16,-18 143 72-16,-11-95-91 15,-9-4 4-15,-2-4-10 16,-3-8-88-16,-14-13-66 16,10-10-189-16,5-9-419 0</inkml:trace>
  <inkml:trace contextRef="#ctx0" brushRef="#br0" timeOffset="724.33">1593 2360 1965 0,'0'0'367'0,"0"0"-320"16,-115 124 53-16,70-45-62 16,11 6 8-16,17 7 50 15,17 3-72-15,4-3-24 16,34-3-27-16,51 3-164 16,-9-22-16-16,0-26-506 0</inkml:trace>
  <inkml:trace contextRef="#ctx0" brushRef="#br0" timeOffset="1608.87">2969 3032 1854 0,'0'0'512'16,"0"0"-392"-16,0 0-57 15,0 0 91-15,0 0-109 16,0 0-37-16,138-147-8 15,-71 72-2-15,9-9-14 16,-3-1 14-16,-3-8-50 16,-10 0 45-16,-16-2-50 15,-11 3 14-15,-12 5 41 16,-15 15 4-16,-6 18 38 16,0 18 29-16,-4 19-38 15,-17 17 30-15,-2 0-61 16,-9 35 0-16,-6 37 3 15,4 32 7-15,12 0 64 0,9-5-74 16,13-17 21-16,2-25-21 16,19-2 0-16,5-1-11 15,8-15 1-15,-1-16-4 16,3-11 1-16,1-12-10 16,4-3-47-16,-6-27 43 15,-3-8-163-15,-13-8 40 16,-5 1 11-16,-10 10 139 15,-4 12 6-15,0 15 110 16,0 8-47-16,-8 10 18 16,-8 25-41-16,1 9 21 15,1 5-22-15,7 0-44 16,5-6-1-16,2-6-48 0,0-13-132 16,29-22-5-16,-2-2-133 15,-2-7-312-15</inkml:trace>
  <inkml:trace contextRef="#ctx0" brushRef="#br0" timeOffset="2012.72">3896 2520 1277 0,'0'0'489'16,"0"0"-326"-16,-9 121 46 16,-4-68-2-16,-1-2-55 15,6-12-29-15,1-13-72 16,5-6-45-16,0-13 43 15,2-2-49-15,0-5 0 0,0 0 15 16,2-15-15-16,15-16 0 16,8-13-19-16,4-3-41 15,2 1 32-15,-4 11 9 16,-10 17 19-16,-3 18-2 16,-7 3 14-16,-5 27-12 15,-2 8 36-15,0 2-30 16,0-5 59-16,0-8-53 15,0-10-12-15,0-12 0 16,0-5 6-16,8 0 0 16,17-24-6-16,14-15-46 15,5-8 31-15,7-3-36 0,0 1 34 16,-8 13 17 0,-10 14 24-16,-6 16 8 0,-5 6-32 15,-6 18-51-15,-10 21 40 16,-6 35-157-16,-4-8-133 15,-16-10-540-15</inkml:trace>
  <inkml:trace contextRef="#ctx0" brushRef="#br0" timeOffset="2509.75">3187 3316 1000 0,'0'0'982'16,"0"0"-856"-16,0 0-90 15,0 0 61-15,0 0-7 16,110-111 75-16,-93 108-80 15,-1 3-76-15,-7 20 43 16,-5 21-27-16,-4 12 29 16,0 8 17-16,-6-1-33 15,-10-2-5-15,0-12-33 16,8-10 1-16,0-12-16 16,8-12 15-16,0-10-48 0,0-2 15 15,8-16-7-15,11-23 31 16,4-16-198-1,-3-9-104-15,-5-3 7 0,-3 12 158 16,-10 16 146-16,-2 23 254 16,0 16-97-16,-5 11-62 15,-6 23 14-15,5 7 6 16,6 4 14-16,0 1-89 16,15-4-13-16,16-4-27 15,8-10-42-15,3-10-37 16,13-18-181-16,-10 0-277 15,-9-7-851-15</inkml:trace>
  <inkml:trace contextRef="#ctx0" brushRef="#br0" timeOffset="2682.73">3553 3360 1324 0,'0'0'861'15,"0"0"-628"-15,0 0-170 16,0 0-26-16,0 0 58 15,0 0-77-15,151 7 13 16,-99-5-31-16,-2-2-143 16,16 0-36-16,-15 0-164 15,-14-5-622-15</inkml:trace>
  <inkml:trace contextRef="#ctx0" brushRef="#br0" timeOffset="2910.04">3885 3229 1458 0,'0'0'609'16,"0"0"-525"-16,0 0-67 15,0 0 36-15,0 0-26 16,0 0 74-16,114 73-39 16,-106-34-28-16,-8 7 97 15,-2 8-85-15,-25 2 6 16,-10 2-15-16,-4-1-36 15,3-7-1-15,1-6-200 16,12-15-170-16,12-12-498 0</inkml:trace>
  <inkml:trace contextRef="#ctx0" brushRef="#br0" timeOffset="3215.8">4166 3425 1119 0,'0'0'860'15,"0"0"-656"-15,0 0-72 16,0 0-104-16,0 0 1 16,0 0 115-16,0 0-71 15,-42 109 14-15,55-83-34 16,11-1-45-16,5-9 48 15,0-8-45-15,0-8-10 0,-4 0 37 16,-10-4-29-16,-7-14-14 16,-8-6 5-16,0-5-85 15,-19 0 63-15,-5 0-114 16,-8 4-62-16,8 4-116 16,9 8-465-16</inkml:trace>
  <inkml:trace contextRef="#ctx0" brushRef="#br0" timeOffset="3628.16">4350 3224 1914 0,'0'0'593'0,"0"0"-382"16,0 0 30-16,0 0-132 15,0 0-4-15,0 0-29 16,0 0-67-16,50-7 5 16,-15-4-14-16,8 1-47 15,-1 5 7-15,10 2-105 16,-10 3-54-16,-9 0-487 0</inkml:trace>
  <inkml:trace contextRef="#ctx0" brushRef="#br0" timeOffset="26692.9">5470 2247 1235 0,'0'0'354'16,"0"0"-97"-16,0 0-37 16,0 0-33-16,0 0 23 0,0 0-36 15,-11-3-31 1,11 3-63-16,0 0-34 0,0 0 103 16,0 0-113-16,0 0 20 15,0 0-14-15,0 0-32 16,0 0 14-16,0 0-24 15,8 0-19-15,15 0-13 16,13 5 25-16,11 3-1 16,8 3-64-16,25 1-80 15,-13-4-109-15,-13-4-518 0</inkml:trace>
  <inkml:trace contextRef="#ctx0" brushRef="#br0" timeOffset="27123.97">6174 2239 1200 0,'0'0'1037'15,"0"0"-798"-15,0 0-189 16,0 0 5-16,0 0-23 16,0 0-25-16,163-66 47 15,-109 36-54-15,-6 0-2 16,-5 0-11-16,-15 0 10 16,-7-2 1-16,-15 2-7 0,-6-2-12 15,-4 3 11-15,-25 4 10 16,-11 6-1-16,-5 12 0 15,-1 7 2-15,6 0 32 16,9 17-21-16,10 14-3 16,15 5 46-16,6 10-43 15,11 5-9-15,24 0 21 16,12 0-18-16,9-7-12 16,5-11 5-16,-3-6-55 15,-4-11 4-15,7-14-184 16,-14-2-108-16,-14 0-438 0</inkml:trace>
  <inkml:trace contextRef="#ctx0" brushRef="#br0" timeOffset="27366.74">6576 1604 2053 0,'0'0'619'16,"0"0"-497"-16,0 0-32 0,0 0-53 15,0 0-30 1,0 0 49-16,125 0-56 0,-70 0-20 16,6 9-1-16,10 2-158 15,-18-3-157-15,-13-4-541 0</inkml:trace>
  <inkml:trace contextRef="#ctx0" brushRef="#br0" timeOffset="27747.93">7133 1488 1380 0,'0'0'543'15,"0"0"-458"-15,0 0 43 16,0 0 45-16,0 0 43 15,0 0-125-15,0 0-45 0,33 8-3 16,-33 26 4 0,-6 8 30-16,-6 4-32 0,1 0-37 15,5-8 27-15,1-6-35 16,5-11-1-16,0-10 1 16,0-4-39-16,0-7 12 15,3 0-34-15,12-22 1 16,1-17 45-16,-1-11-174 15,-1-4-18-15,-8 6 93 16,-4 9 114-16,-2 17 99 16,0 15 52-16,0 7-89 15,0 12 14-15,-2 22-56 16,2 8 69-16,0 12-26 16,9 4-37-16,20 5-26 15,9-4-13-15,23 4-139 0,-11-17-138 16,-5-14-621-16</inkml:trace>
  <inkml:trace contextRef="#ctx0" brushRef="#br0" timeOffset="28859.62">5630 2663 1455 0,'0'0'332'0,"0"0"-119"16,0 0-12-16,0 0-33 16,0 0 18-16,0 0-100 15,0 0-11-15,78 0-36 16,1 0 8-16,41 0 46 15,36 0-69-15,17 0-14 16,-1 0 64-16,-14 0-56 16,-17 0 31-16,-10 0-49 15,-23-3 16-15,-23 2-29 16,-21-1 13-16,-8 2-73 16,4 0 31-16,18 0-130 15,-12 0-170-15,-18 0-387 0</inkml:trace>
  <inkml:trace contextRef="#ctx0" brushRef="#br0" timeOffset="29340.39">6170 3316 1347 0,'0'0'969'0,"0"0"-724"15,0 0-206-15,0 0 52 16,0 0-5-16,0 0-38 16,130-111 8-16,-88 65-56 15,-3 0 0-15,-10 5-12 16,-10 11 34-16,-11 9-21 0,-6 12 43 15,-2 6 1-15,0 3 31 16,0 0-76-16,-2 23-36 16,-6 12 15-16,-2 20 7 15,6 11 13-15,2 10-46 16,2 15-100-16,0-19-338 16,0-20-746-16</inkml:trace>
  <inkml:trace contextRef="#ctx0" brushRef="#br0" timeOffset="34221.75">8018 2606 776 0,'0'0'634'0,"0"0"-435"16,0 0-11-16,0 0-38 15,0 0-2-15,0 0 33 16,-23-4-40-16,23 3 0 16,-2 1-64-16,2-2-26 0,-2 2 68 15,0 0-72 1,2-2-4-16,-3 2 41 0,3 0-54 16,0 0 32-16,0 0-53 15,0 0 14-15,0 0 5 16,0 0-28-16,0 0 0 15,11 0-1-15,12 0-25 16,10 0 25-16,14 5 1 16,5 3-37-16,3-1 22 15,-4-2-72-15,-5 2-22 16,-11-4-64-16,-16 6-130 16,-9-2-273-16,-10 0-476 0</inkml:trace>
  <inkml:trace contextRef="#ctx0" brushRef="#br0" timeOffset="34363.14">8005 2801 995 0,'0'0'925'0,"0"0"-748"15,0 0-60-15,0 0-29 16,0 0 16-16,122 0-27 16,-69-8-77-16,21-1-100 15,-16 4-104-15,-6-3-628 0</inkml:trace>
  <inkml:trace contextRef="#ctx0" brushRef="#br0" timeOffset="34940.83">8693 2923 1443 0,'0'0'515'0,"0"0"-408"16,0 0-4-16,0 0 13 16,0 0-102-16,114-92 5 15,-65 45-19-15,5-6-38 16,-3-5 30-16,-2-6-49 16,-5-11 35-16,-5-4 21 0,-13-6-18 15,-6-1 19 1,-6 3 31-16,-8 9 4 0,-1 14 101 15,-5 16-38-15,0 14 23 16,0 13-27-16,0 8-57 16,0 9 8-1,0 0-45-15,-7 18-9 0,-9 38-10 16,-1 41 35-16,1 33-16 16,5-6 43-16,9-23-42 15,2-35 23-15,0-26-24 16,8 0 1-16,8 1-3 15,6 0 2-15,1-12-15 16,1-10-20-16,3-15-40 16,-1-4 0-16,1-16-103 15,0-20-97-15,-5-10-109 0,-3 0-133 16,-9 5 517 0,-5 12 4-16,-3 12 372 0,-2 14 19 15,0 3-209-15,0 5-136 16,0 22 141-16,-9 4-72 15,3 8-22-15,-4 2-55 16,4 0-36-16,1-1-6 16,1-7-46-16,2-8-210 15,0-11-222-15,2-12-666 0</inkml:trace>
  <inkml:trace contextRef="#ctx0" brushRef="#br0" timeOffset="35368.61">9473 2526 1476 0,'0'0'229'16,"0"0"-169"-16,0 0 76 15,-8 129 60-15,-2-92 54 16,4-3-56-16,3-3-106 16,1-9 6-16,2-5-94 15,0-4 1-15,0-9-1 16,0-4-25-16,0 0 24 15,9-14-11-15,13-16-65 16,10-8-97-16,3-4-3 16,4 4 133-16,-6 11 44 15,-6 17 7-15,-10 10 41 16,-5 8 18-16,-6 23 11 0,-6 5 103 16,0 0-84-16,0 0-40 15,0-10-18-15,0-6-37 16,0-10 15-16,0-10-16 15,5 0-6-15,20-10-31 16,14-20-8-16,15-12-189 16,13-8 24-16,4-3-49 15,-1 8 165-15,-6 6 75 16,-16 16 19-16,-9 12 133 16,-19 11-79-16,-13 14-39 15,-14 50-15-15,-22-3-88 16,-3-3-270-16</inkml:trace>
  <inkml:trace contextRef="#ctx0" brushRef="#br0" timeOffset="35937.88">8885 3417 1258 0,'0'0'750'0,"0"0"-537"15,0 0-114-15,0 0 11 16,0 0-20-16,0 0-38 16,0 0 91-16,107-61-131 15,-89 61-3-15,-5 13 23 16,-4 13-26-16,-6 9 44 16,-3 10-17-16,0 3-31 15,0-2 62-15,-12-8-64 16,3-7 0-16,5-14-1 15,2-9-3-15,2-5 4 0,0-3-42 16,0-7-7-16,4-23 20 16,9-16-88-16,3-14-193 15,-3 0 80-15,1 6 159 16,-8 17 71-16,-6 17 159 16,0 17-36-16,0 3 27 15,0 11-150-15,0 21 100 16,0 6-24-16,5 7-19 15,11 0-11-15,8-5-46 16,2-5-48-16,6-12 36 16,-1-6-174-16,7-17-69 15,-6 0-279-15,-13-11-300 0</inkml:trace>
  <inkml:trace contextRef="#ctx0" brushRef="#br0" timeOffset="36126.58">9251 3447 1575 0,'0'0'640'0,"0"0"-448"16,0 0-4-16,0 0-93 16,0 0-20-16,0 0-35 15,0 0-22-15,93 0 27 16,-51 4-45-16,6-2-41 16,2-2 19-16,-3 0-65 15,-3 0-121-15,-3-12-96 16,-12-2-175-16,-14 0-245 0</inkml:trace>
  <inkml:trace contextRef="#ctx0" brushRef="#br0" timeOffset="36364.87">9600 3326 1356 0,'0'0'618'16,"0"0"-429"-16,0 0 29 16,0 0-7-16,0 0-97 0,0 0-8 15,0 0-104-15,25-3 31 16,0 4-26-16,6 12-7 15,2 0-11-15,-2 6 11 16,-6 3 0-16,-10 0 0 16,-11 6-1-16,-4 4 1 15,-12 6 21-15,-22 4-21 16,-6 0 0-16,-3-4-10 16,10-5-43-16,6-10-88 15,21-11-191-15,6-7-305 0,0-5-380 0</inkml:trace>
  <inkml:trace contextRef="#ctx0" brushRef="#br0" timeOffset="36655.68">9995 3442 307 0,'0'0'1579'0,"0"0"-1234"16,0 0-214-16,0 0-131 15,0 0 0-15,0 0 155 16,0 0-64-16,-49 104 13 15,49-73-74-15,0-1-4 16,13-6 21-16,12-5-47 16,2-6 0-16,4-9 24 0,-2-4-9 15,0 0-30-15,-4-17 3 16,-8-6-25-16,-8-3 31 16,-9-4-69-16,0 2 69 15,-2 5 6-15,-11 2 1 16,-4 7-1-16,5 4-32 15,-5 0-180-15,7 4-84 16,1-4-657-16</inkml:trace>
  <inkml:trace contextRef="#ctx0" brushRef="#br0" timeOffset="36753.53">9995 3442 1952 0</inkml:trace>
  <inkml:trace contextRef="#ctx0" brushRef="#br0" timeOffset="36841.78">9995 3442 1952 0,'56'-137'479'0,"-42"137"-311"0,9-3-98 0,11-7 18 0,4-2 11 16,6 2-50-16,2 0-49 15,-5 0-14-15,-3 2-102 16,-7-10 12-16,-8 0-360 16,-15 0-247-16</inkml:trace>
  <inkml:trace contextRef="#ctx0" brushRef="#br0" timeOffset="36970.84">10252 3124 1579 0,'0'0'646'0,"0"0"-555"16,0 0-28-1,-36 110-29-15,27-57-23 16,2 2-11-16,-4 21-3 16,4-11-259-16,0-19-1234 0</inkml:trace>
  <inkml:trace contextRef="#ctx0" brushRef="#br0" timeOffset="57561.21">10790 2763 537 0,'0'0'408'16,"0"0"-208"-16,0 0-32 15,0 0-11-15,0 0-9 16,-8-8 97-16,8 8-74 16,0 0-28-16,0 0-39 15,0 0-14-15,0 0 23 16,0 0-39-16,0 0-25 15,0 0 69-15,0 0-94 16,0 0 17-16,0 0-5 16,0 0-25-16,0 0 53 15,0 0-64-15,0 0 0 16,0 0 12-16,0 0 1 0,0 0-11 16,0-3-2-16,6 1 6 15,6-1 1-15,11-6-7 16,5 2 0-16,10-3-9 15,2 0 26-15,2 0-17 16,5 1 0-16,-3 2 0 16,6-1-5-16,-3 2 5 15,-1-1 0-15,-1 3-13 16,2-1 26-16,-2 1-13 16,-1-1 0-16,1 2 1 15,-1 1-1-15,-4 0 0 16,1-3 0-16,-4 5-12 15,-1-2 24-15,-1 1-12 0,-3-1 0 16,-1 2 1-16,0 0-7 16,0 0 6-16,2 0 0 15,2 0-12-15,0 0 13 16,-1 0-2-16,-1 0 1 16,0 0 0-16,1 0-9 15,-1 0 9-15,0 0 0 16,1 0-14-16,2 0 32 15,4 0-24-15,2 0 6 16,3 0 0-16,1 0 2 16,2 0-2-16,-2 0 0 15,3 0-8-15,-1 0 22 16,-2 0-19-16,-1 0 5 0,-3 2 0 16,2-1-3-1,1 1 3-15,-1 3 0 0,3-1 0 16,5-2 1-16,1 1 8 15,3 0-9-15,4-1 0 16,0 0-3-16,5 0 9 16,2 1-6-16,2 1 0 15,9 0 6-15,6 1 22 16,8 2-28-16,9-5 0 16,3 3 9-16,1-1 5 15,0-3-14-15,-5 1 0 16,-7 1 13-16,-6-3-5 15,-10 0-8-15,-8 2 0 16,-11-2-32-16,-10 0 32 16,-7 2-40-16,-12 0-72 0,-10 0-179 15,-11-2-287-15</inkml:trace>
  <inkml:trace contextRef="#ctx0" brushRef="#br0" timeOffset="58513.95">12588 1398 1311 0,'0'0'487'16,"0"0"-374"-16,0 0-66 0,0 0-47 15,0 0 1-15,0 0 46 16,104-135-21-16,-79 98-26 16,2-4-29-16,-3 1 29 15,-2 0-1-15,-2 1 1 16,-1 3 0-16,-6 7 83 15,-7 4 82-15,-2 11 41 16,-1 4-64-16,0 6-57 16,-3 3 2-16,0 1-87 15,0 0 0-15,0 0 2 16,0 11-2-16,0 17 0 16,0 13 6-16,0 10-4 15,-3 10 15-15,-2 1-17 16,-1 0-70-16,-5 10-108 15,-1-16-112-15,4-13-273 0</inkml:trace>
  <inkml:trace contextRef="#ctx0" brushRef="#br0" timeOffset="58801.83">12084 1557 1846 0,'0'0'594'16,"0"0"-468"-16,0 0-53 0,0 0-19 16,0 0 67-16,185 3-57 15,-42-3-15-15,50 0-20 16,17 0-28-16,-11 0 21 15,-33-3-22-15,-52 1-38 16,-27-1 28-16,0 3-192 16,-32 0-320-16,-5 0-698 0</inkml:trace>
  <inkml:trace contextRef="#ctx0" brushRef="#br0" timeOffset="62056.61">12200 2338 1520 0,'0'0'394'0,"0"0"-258"16,0 0-95-16,0 0 37 16,0 0 15-16,89-104 23 15,-62 71-58-15,0-1-5 16,2 0-53-16,0-2 9 15,-5 2-8-15,0 2 2 16,-6 3-4-16,-5 3 1 16,-4 6 0-16,-4 6 15 15,-3 7 9-15,-2 4 29 16,0 1-29-16,0 2-14 16,0 0 1-16,0 0-11 0,0 5-6 15,0 15 4 1,0 10 4-16,0 12 10 0,0 8 15 15,0 6-21-15,0-1-6 16,0-9-15-16,0-7-110 16,22-16-101-16,-4-12-303 15,3-11-524-15</inkml:trace>
  <inkml:trace contextRef="#ctx0" brushRef="#br0" timeOffset="62262.62">12617 2126 1560 0,'0'0'732'0,"0"0"-542"16,0 0-132-16,0 0-5 15,0 0-11-15,0 0 7 16,140-29-13-16,-89 17-29 16,3 2-7-16,-6 0-43 15,-2 2-85-15,-13-3-58 16,-8-6-128-16,-10 2-218 15,-11 0-474-15</inkml:trace>
  <inkml:trace contextRef="#ctx0" brushRef="#br0" timeOffset="62419.49">12944 1901 895 0,'0'0'583'0,"0"0"-411"16,0 0-58-16,0 0-13 15,0 0 22-15,0 0 69 0,-44 145-56 16,31-84-66-16,3-1-26 15,4-1-44-15,3-9-54 16,3-9-61-16,0-10-190 16,5-16-438-16</inkml:trace>
  <inkml:trace contextRef="#ctx0" brushRef="#br0" timeOffset="62817.87">13180 1930 1292 0,'0'0'388'0,"0"0"-266"0,0 0 7 15,0 0 31-15,0 0-13 16,0 0 22-16,0 0-35 16,63 89-29-16,-63-41-14 15,0 3-27-15,-13-3-8 16,1-6-22-16,1-11-24 15,7-9 7-15,2-12-17 16,2-3-21-16,0-7-10 16,0 0-36-16,17-14-5 15,8-23-10-15,2-14-219 16,-3-16-265-16,-6-3-164 16,-7 10 536-16,-6 16 194 15,-5 23 646-15,0 21-341 16,0 0-76-16,-5 30 10 15,1 9 0-15,4 5-98 0,0 2-86 16,17 0 1-16,14 1-56 16,12-7-38-16,28-2-172 15,-10-12-39-15,-8-11-848 0</inkml:trace>
  <inkml:trace contextRef="#ctx0" brushRef="#br0" timeOffset="67502.1">12692 3180 985 0,'0'0'508'15,"0"0"-375"-15,0 0 20 16,0 0 47-16,0 0-41 15,0 0-20-15,0 0-2 16,2-21-62-16,-2 21-3 16,3 0-18-16,-3 0 4 15,0 0 5-15,0 0-48 16,0 17-14-16,0 15 31 16,-3 14-23-16,-3 13 42 15,-5 2-46-15,-1 0 10 16,4-8-2-16,-1-14-13 15,7-13 0-15,0-10 0 16,2-10 2-16,0-4 14 0,0-2-16 16,0 0 7-1,0 0-16-15,0-2 9 0,2-20-22 16,13-17 22-16,12-16-84 16,4-13-14-16,5-4 19 15,-1 5 29-15,-6 17 50 16,-6 16 0-16,-7 16 26 15,-6 14 15-15,-3 4-27 16,-3 13 8-16,-2 24-5 16,-2 11 39-16,0 9 28 15,0 1-65-15,-10-8 4 16,1-10-13-16,-1-16-10 0,8-12 0 16,2-9-5-1,0-3-14-15,0 0 11 0,16-26-19 16,9-18-17-16,4-10-77 15,2 0 45-15,-7 4 76 16,-8 19 0-16,-7 16 53 16,-5 15-23-16,-2 6-15 15,-2 26-15-15,3 8 40 16,2 9 2-16,5-3 7 16,9-1-49-16,8-6-13 15,10-8-9-15,36-12-63 16,-8-9-210-16,-3-10-758 0</inkml:trace>
  <inkml:trace contextRef="#ctx0" brushRef="#br0" timeOffset="68052.42">14946 2705 1728 0,'0'0'636'16,"0"0"-443"-16,0 0-26 15,0 0-81-15,0 0-15 16,147-28-3-1,-96 22-56-15,3 2-12 0,-5 1-1 16,-9 3-99-16,-20 4-33 16,-11 13-362-16,-9-1-265 0</inkml:trace>
  <inkml:trace contextRef="#ctx0" brushRef="#br0" timeOffset="68169.63">14957 2900 1969 0,'0'0'595'0,"0"0"-524"0,0 0-29 15,161 0-42-15,-81-2-33 16,33-21-98-16,-16 5-166 16,-15 0-1118-16</inkml:trace>
  <inkml:trace contextRef="#ctx0" brushRef="#br0" timeOffset="70061.05">16493 2548 1149 0,'0'0'919'0,"0"0"-730"15,0 0-81-15,0 0 28 16,0 0-31-16,0 0 27 16,0 0-60-16,-18-23-65 15,-15 42 39-15,-12 18-45 16,-11 11 20-16,0 12 42 0,8 1-53 16,10-2 29-16,16-9-39 15,8-9 11-15,14-11-8 16,0-9-3-16,3-7-33 15,16-5 7-15,10-9-28 16,7 0 22-16,2-23-42 16,4-19-51-16,-4-8 22 15,-7-4-36-15,-6 8 71 16,-12 12 68-16,-6 15 108 16,-7 14 39-16,0 5-58 15,0 0-65-15,0 18 51 16,0 10-35-16,0 4 18 15,0 6-35-15,18 0-17 16,13-4-6-16,14-4-8 16,9-8-62-16,23-12-28 0,-12-5-425 15,-10-5-582-15</inkml:trace>
  <inkml:trace contextRef="#ctx0" brushRef="#br0" timeOffset="79628.33">1678 5430 1285 0,'0'0'322'16,"0"0"-170"-16,0 0 31 15,0 0 41-15,0 0 41 0,0 0-49 16,-17 0-78-16,17 0-79 15,0 0-29-15,0 0 52 16,0 0-43-16,2 0-9 16,11 0-21-16,11 0-8 15,7 0 4-15,11 0-5 16,4 0 1-16,3 0 6 16,2 0-7-16,2 0-43 15,1 4-47-15,11 6-98 16,-17-1-163-16,-12-2-326 0</inkml:trace>
  <inkml:trace contextRef="#ctx0" brushRef="#br0" timeOffset="79951.62">1763 5595 788 0,'0'0'1232'15,"0"0"-930"-15,0 0-155 16,0 0-16-16,0 0-5 0,0 0-32 15,0 0-18-15,66-4-41 16,-21-3-35-16,8 1-3 16,5 6 2-16,0 0-46 15,19 0-79-15,-19 0-195 16,-12 5-334-16</inkml:trace>
  <inkml:trace contextRef="#ctx0" brushRef="#br0" timeOffset="80608.87">2286 5346 588 0,'0'0'982'0,"0"0"-828"15,0 0-63-15,0 0 94 16,0 0 51-16,0 0-48 16,0 0-56-16,0-18-59 15,0 18-50-15,0 0 14 16,0 0 9-16,0 0-19 0,0 0-18 15,0 0-9 1,-2 0-1-16,-2-3-13 16,-1 0-16-16,-1 1-17 0,-4-2 14 15,4 0 22-15,-3-1 11 16,3 3-1-16,-2-1 1 16,4 1 8-16,0-2-7 15,-1 1 38-15,3 3-11 16,2-2 5-16,0 2 25 15,0 0-25-15,0 0-10 16,0 0-2-16,0 0-21 16,0 0 6-16,2 0-6 15,9 0 0-15,7 0-9 16,7 11 11-16,4 3-2 0,5 2 6 16,-1-2-5-16,2 3-2 15,-3-5 0-15,-3-1 1 16,-5-2-1-16,-5-2 1 15,-9 0-10-15,-5-4 9 16,-5 6-23-16,-3 4 9 16,-21 11-1-16,-14 12 16 15,-7 11 19-15,-3 3-18 16,-2-2-2-16,8 0-27 16,5-9-59-16,2 5-115 15,11-18-168-15,4-6-558 0</inkml:trace>
  <inkml:trace contextRef="#ctx0" brushRef="#br0" timeOffset="81037.89">1819 5282 1967 0,'0'0'470'15,"0"0"-432"-15,0 0-23 16,0 0-14-16,0 0 30 16,0 0 25-16,-161 113 17 15,94-55-35-15,2 7-24 16,12-7 4-16,15-10 51 16,13-9-57-16,21-7-5 15,4-3 1-15,16 4 1 16,19-1 1-16,13 0-10 0,4-2-12 15,9-4-9 1,17 2-71-16,-16-6-117 16,-15-8-378-16</inkml:trace>
  <inkml:trace contextRef="#ctx0" brushRef="#br0" timeOffset="86609.7">3862 5453 575 0,'0'0'757'0,"0"0"-509"16,0 0-89-16,0 0 22 0,0 0 10 16,0 0-11-16,0 0 20 15,-8 0-63-15,8 0-51 16,-2 0-1-16,2 0-4 16,0 0-5-16,0 0-31 15,0 0-3-15,0 0-2 16,0 0-16-16,0 0 8 15,0 0 10-15,0 0-18 16,6 0 7-16,17 0-22 16,14 0 9-16,13 0-10 15,6 0-8-15,6-5-35 16,-2-1-23-16,3 0-53 16,-5 4-10-16,17 2-112 0,-17 0-310 15,-9 0-224-15</inkml:trace>
  <inkml:trace contextRef="#ctx0" brushRef="#br0" timeOffset="87192.52">4932 5470 867 0,'0'0'918'15,"0"0"-672"-15,0 0-155 16,0 0 27-16,0 0-22 16,0 0 5-16,0 0 33 15,85-119-112-15,-67 92-6 16,0-4-16-16,-2 2 0 15,-3-4-1-15,0 3 1 16,-4-1 0-16,0 2 0 16,-2 3 1-16,-2 6 12 15,-1 6-12-15,-2 6 7 16,0 4 10-16,-2 2-17 16,0 2 15-16,0 0 2 15,0 0-2-15,0 0 4 0,0 0-19 16,0 0 6-16,0 0 12 15,0 0-19-15,0 0 1 16,0 0 4 0,0 0-5-16,0 4 0 0,0 12-18 15,0 8 18-15,0 6 28 16,2 8-20-16,0 7 8 16,1-2 6-16,-3 4-5 15,2-1 2-15,0 0-18 16,1-2 1-16,1 0 11 15,-1-4-13-15,1-1-13 16,0-6-29-16,-2-3-37 16,3-3-76-16,-3-5-72 15,-2 0-67-15,0-5-29 16,0-6-336-16</inkml:trace>
  <inkml:trace contextRef="#ctx0" brushRef="#br0" timeOffset="87404.86">4821 5847 1395 0,'0'0'646'0,"0"0"-439"16,0 0 7-16,0 0-55 16,0 0-41-16,0 0-15 0,132 0-51 15,-74-2-43 1,4-1-3-16,0 0-6 0,-2 1-55 15,7 2-197-15,-15 0-299 16,-10 0-831-16</inkml:trace>
  <inkml:trace contextRef="#ctx0" brushRef="#br0" timeOffset="88606.65">5922 5562 715 0,'0'0'755'0,"0"0"-456"16,0 0-75-16,0 0-75 15,0 0-10-15,0 0 37 16,0 0-22-16,0 0-56 15,2 0-58-15,17 0-13 16,8 0-8-16,8 0-5 16,7 0 5-16,5 0-18 15,2 9 0-15,-2-2 15 0,-3-1-16 16,-1 2-15-16,-7 0-76 16,1 5-175-16,-10-4-214 15,-9 0-206-15</inkml:trace>
  <inkml:trace contextRef="#ctx0" brushRef="#br0" timeOffset="88781.98">6024 5816 1573 0,'0'0'776'0,"0"0"-594"0,0 0-112 15,0 0-1-15,0 0-2 16,126 0-34-16,-73 0-33 15,25-3-9 1,-15-1-259-16,-7-2-391 0</inkml:trace>
  <inkml:trace contextRef="#ctx0" brushRef="#br0" timeOffset="96285.58">7714 5508 487 0,'0'0'1102'0,"0"0"-840"16,0 0-137 0,0 0-23-16,0 0 65 15,0 0 14-15,5 0-39 16,11-14-2-16,3-8-122 0,8-8 1 16,0-8-19-16,2-6 0 15,2-4 13-15,0-5-13 16,-2 0-5-16,-2 0-22 15,-4 4 11-15,-6 6 14 16,-3 2-4-16,-5 12 6 16,-5 5 45-16,-2 10-27 15,-2 6 13-15,0 5 5 16,0 3-28-16,0 0-16 16,0 11-1-16,0 24-4 15,-2 32 5-15,-11 35 2 0,-1 2 6 16,3-2 0-16,5-15-11 15,2-19-72-15,-1 22-139 16,0-9-67 0,3-25-375-16</inkml:trace>
  <inkml:trace contextRef="#ctx0" brushRef="#br0" timeOffset="96573.09">7427 5886 1288 0,'0'0'860'0,"0"0"-678"15,0 0-121-15,0 0-30 16,0 0 18-16,165-23 49 15,-87 14-12-15,9 4-35 16,2 3-5-16,-2 0-37 16,-7 2-18-16,-7 0-4 15,6 0-132-15,-19 4-150 16,-18 1-491-16</inkml:trace>
  <inkml:trace contextRef="#ctx0" brushRef="#br0" timeOffset="97255.74">7818 6132 1724 0,'0'0'322'0,"0"0"-234"15,0 0-2-15,0 0-33 16,0 0 17-16,0 0 50 16,0 0 51-16,-37 126-46 0,26-72-58 15,1 1-50-15,0-9 44 16,6-9-37-16,1-8-18 15,3-11-2-15,0-8 4 16,0-6-13-16,0-4 5 16,0 0 0-16,0-8-1 15,14-21 1-15,10-17-52 16,13-14-26-16,2-8-39 16,3 2-15-16,-1 12 77 15,-7 14 55-15,-11 16 53 0,-5 16-47 16,-7 8 21-1,-3 3-12-15,-6 26 34 0,-2 9 59 16,0 10-50 0,0 4-28-16,0-2 26 0,0-6-47 15,0-7 3-15,0-9-10 16,0-11 4-16,0-6-6 16,0-7-12-16,0-4-43 15,6 0 37-15,13-16-29 16,4-14 22-16,6-11-172 15,3 0-6-15,-3 2 114 16,-5 12 87-16,-8 13 2 16,-3 14 67-16,-6 0-54 0,-1 14 36 15,0 13 34 1,-2 7 5-16,0 2 2 0,7 1-81 16,9-5-9-16,7-4 0 15,11-11-55-15,31-10-64 16,-7-7-222-16,-4 0-588 0</inkml:trace>
  <inkml:trace contextRef="#ctx0" brushRef="#br0" timeOffset="97706.66">8898 5825 1320 0,'0'0'686'0,"0"0"-446"15,0 0 25-15,0 0-137 0,0 0-16 16,0 0-21-16,0 0-42 15,67 0-4-15,-26 0-43 16,5 0 11-16,3 0 1 16,-5 0-14-16,-1 0-30 15,-9 6-39-15,-17 10-211 16,-10 0-278-16,-7-2-436 0</inkml:trace>
  <inkml:trace contextRef="#ctx0" brushRef="#br0" timeOffset="97838.78">8867 6096 1928 0,'0'0'644'16,"0"0"-581"-16,0 0-11 15,123 1-16-15,-61-1-36 0,7-3 0 16,11-5-86-16,-15 4-293 16,-20 0-724-16</inkml:trace>
  <inkml:trace contextRef="#ctx0" brushRef="#br0" timeOffset="99614.19">10323 5642 867 0,'0'0'371'16,"0"0"-70"-16,0 0-82 16,0 0 27-16,0 0-49 15,0 0-43-15,0 0 18 16,6-58-64-16,-17 58-50 0,-7 0 1 16,-11 11-59-16,-11 21 16 15,-9 14 6-15,-2 14 10 16,2 8 29-16,7 0-59 15,9-3 11-15,12-9 15 16,10-10-20-16,9-16-8 16,2-10 0-16,2-9 0 15,20-9-1-15,11-2 1 16,10-9-20-16,6-21-11 16,4-14-66-16,-1-13 10 15,-6-5-15-15,-5 0-35 16,-12 9 76-16,-12 16 36 15,-7 18 25-15,-10 19 67 16,0 0-20-16,-2 24 24 16,-8 13 28-16,10 4-37 15,0 0 53-15,14 2-100 0,19-8 5 16,16-3-8-16,13-7-12 16,10-8-21-16,35-10-90 15,-18-6-188-15,-15-1-497 0</inkml:trace>
  <inkml:trace contextRef="#ctx0" brushRef="#br0" timeOffset="103455.43">1937 8069 872 0,'0'0'615'16,"0"0"-458"-16,0 0-109 16,0 0 58-16,0 0 86 15,0 0 29-15,0 0 50 16,-27-3-127-16,27 3-105 16,0 0 137-16,0 0-145 15,0 0 20-15,0 0 13 16,0 0-63-16,4 0 34 0,15 0-35 15,12 0 0-15,8 0-2 16,13 0 2-16,4 3-26 16,1 1 25-16,-3-2-92 15,-3 1 23-15,3 4-215 16,-14-3-289-16,-13-3-140 0</inkml:trace>
  <inkml:trace contextRef="#ctx0" brushRef="#br0" timeOffset="103653.1">2020 8265 666 0,'0'0'1123'0,"0"0"-804"0,0 0-250 16,0 0 17-16,0 0 17 15,0 0-60-15,144 0 82 16,-86 0-125-16,0 0-56 15,16 0-61-15,-17 0-200 16,-12-5-293-16</inkml:trace>
  <inkml:trace contextRef="#ctx0" brushRef="#br0" timeOffset="103864.52">2724 7965 1091 0,'0'0'326'16,"0"0"-108"-16,0 0-46 16,31 106 61-16,-31-58-170 15,0 3 12-15,-25-4 15 16,-4-1-78-16,-8-6-10 16,-4-10-2-16,-22-9-145 15,11-10-34-15,2-11-390 0</inkml:trace>
  <inkml:trace contextRef="#ctx0" brushRef="#br0" timeOffset="104021.7">1613 7904 1124 0,'0'0'783'16,"0"0"-728"-16,-83 181 39 15,64-89-93-15,13 8 18 16,6 1-19-16,44 11-16 15,9-10-2-15,6-23-314 0</inkml:trace>
  <inkml:trace contextRef="#ctx0" brushRef="#br0" timeOffset="105063.97">3925 7708 613 0,'0'0'1018'0,"0"0"-767"16,0 0-99 0,0 0 125-16,0 0-218 0,0 0-30 15,0 0 40-15,-29-26-55 16,-2 47 12-16,-9 18-26 15,-4 14 0-15,3 8 69 16,5 10-56-16,14 2 2 16,11 0 25-16,11-7-26 15,2-2 29-15,25-10-43 16,11-4 6-16,5-10-8 16,1-5 2-16,-2-5 0 15,-6-6-6-15,-12 2 29 16,-10 4-43-16,-14 14 20 15,-4 14 0-15,-35 16 17 0,-10 14-8 16,-4-1-9-16,3-5 0 16,17-8 28-16,16-5-29 15,17-6 1-15,0-5-35 16,31 2 25-16,2-4-44 16,1-1 53-16,-12 3-10 15,-11 3 22-15,-11 1 54 16,0 0-50-16,-15 0-14 15,-3-6 38-15,5-3-26 16,9-9-26-16,4-11 5 16,8-6-108-16,34-24 15 15,-2-3-401-15,0-3-709 0</inkml:trace>
  <inkml:trace contextRef="#ctx0" brushRef="#br0" timeOffset="106368.65">5125 7622 1605 0,'0'0'254'0,"0"0"-139"16,0 0-115-16,0 0 0 15,-121 28 62-15,59 8 90 16,-5 7 58-16,2 9-73 15,10-1-96-15,10-2 103 16,18-5-143-16,14-8 22 16,13-7-23-16,0-6 27 15,24-7-26-15,16-8-1 16,12-8-70-16,3-5 42 16,3-21-230-16,-4-15 23 15,-9-8 5-15,-10-2-32 16,-10 0 141-16,-10 9 5 0,-9 12 116 15,-3 12 317-15,-3 12 1 16,0 6-160-16,0 2-116 16,0 22-22-16,0 13 199 15,0 9-147-15,0 5-41 16,18 3 40-16,7-1-71 16,8-3-16-16,7-7-64 15,22-10-185-15,-6-13-56 16,-7-12-669-16</inkml:trace>
  <inkml:trace contextRef="#ctx0" brushRef="#br0" timeOffset="106630.93">5635 7820 1813 0,'0'0'496'0,"0"0"-478"15,0 0 101-15,0 0-1 16,115 26-79-16,-70-22 83 16,5 0-122-16,0-2-16 15,0 0 4-15,-2-2-231 16,-13 0-272-16,-16 0-522 0</inkml:trace>
  <inkml:trace contextRef="#ctx0" brushRef="#br0" timeOffset="106783.71">5552 8025 553 0,'0'0'1756'16,"0"0"-1539"-16,0 0-147 15,0 0-61-15,0 0 29 16,167 7-38-16,-91-7 39 15,9 0-91-15,15 0-156 16,-21-1-413-16,-22-5-629 0</inkml:trace>
  <inkml:trace contextRef="#ctx0" brushRef="#br0" timeOffset="107821.88">6676 8069 1403 0,'0'0'552'16,"0"0"-237"-16,0 0-21 15,0 0-165-15,0 0 88 16,0 0-175-16,0 0-18 15,87-4 4-15,-43 3-4 16,6 1-10-16,1 0-14 16,0 0-111-16,-2 0 109 0,13 0-251 15,-12 1-352 1,-8-1-843-16</inkml:trace>
  <inkml:trace contextRef="#ctx0" brushRef="#br0" timeOffset="108066.83">7436 8113 1602 0,'0'0'410'0,"0"0"-410"15,0 0-99-15,0 0 15 16,0 0 82-16,104-139 2 16,-90 96 69-16,-3 0-49 0,-5 5 47 15,0 8-66-15,-4 8 163 16,-2 8 72-16,2 11-69 15,-2 3 19-15,0 1-186 16,0 29-20-16,0 18-4 16,0 15 24-16,0 46-41 15,-4-12-175 1,-2-15-496-16</inkml:trace>
  <inkml:trace contextRef="#ctx0" brushRef="#br0" timeOffset="109066.54">4823 9513 801 0,'0'0'1151'0,"0"0"-987"16,0 0-34-16,0 0-114 16,0 0-2-16,0 0 77 15,0 0-6-15,3-28-8 16,-3 60-69-16,0 10 38 16,-7 6 109-16,1 1-154 15,-2-6 17-15,4-11-18 0,2-10 29 16,2-10-18-16,0-8-11 15,0-4 0-15,0 0-45 16,11-20 45-16,15-18-51 16,11-12-139-16,5-12 16 15,4 2 84-15,-1 10 46 16,-5 18 44-16,-9 19 136 16,-6 13-101-16,-9 13 48 15,-9 23 5-15,-7 12-34 16,0 1 123-16,-3 2-138 15,-11-7-38-15,6-10 44 16,1-11-44-16,3-12-2 16,4-7-4-16,0-4 5 15,2-5-53-15,23-24 53 16,15-12-250-16,8-17 32 0,8 0 29 16,-7 9 189-16,-11 11 78 15,-13 19 117-15,-10 17-22 16,-5 2-173-16,-8 28 0 15,-2 13 49-15,0 10-16 16,0 0 34-16,0 2-67 16,0-9-143-16,13-7 10 15,16-14-382-15,4-16-347 0</inkml:trace>
  <inkml:trace contextRef="#ctx0" brushRef="#br0" timeOffset="109263.31">5781 9421 1445 0,'0'0'1183'15,"0"0"-1000"-15,0 0-183 16,0 0 29-16,0 0-34 16,0 0 5-16,139 10 0 15,-85 3-30-15,-4 5 14 16,0 5-249-16,-17-5-229 15,-15-6-747-15</inkml:trace>
  <inkml:trace contextRef="#ctx0" brushRef="#br0" timeOffset="109402.22">5717 9673 2215 0,'0'0'576'0,"0"0"-525"15,0 0-51-15,0 0 0 16,130 4-1-16,-57 1-11 15,37-2-29-15,-19 1-264 16,-13-2-848-16</inkml:trace>
  <inkml:trace contextRef="#ctx0" brushRef="#br0" timeOffset="109630.82">6703 9535 2280 0,'0'0'591'15,"0"0"-530"-15,0 0-1 16,0 0-60-16,0 0 0 16,0 0-1-16,0 0 24 15,147 6-46-15,-65 14-138 16,-10-3-387-16,-12-6-352 0</inkml:trace>
  <inkml:trace contextRef="#ctx0" brushRef="#br0" timeOffset="109928.84">7365 9578 1460 0,'0'0'669'0,"0"0"-669"15,0 0-82-15,55-111-140 16,-37 69 124-16,0-1 98 15,-3 0 153-15,2 2-107 16,-7 4-10-16,-1 11 40 16,-2 6 151-16,-4 8 65 15,-3 9-96-15,0 3-175 16,0 0-13-16,0 8-8 16,0 19 0-16,0 12-1 15,0 13 1-15,0 10 0 16,0 8 12-16,0 4 7 15,0 1-11-15,0 0-8 0,0-1-82 16,0-7 81-16,-6 3-266 16,-2-17-220-16,-5-17-373 0</inkml:trace>
  <inkml:trace contextRef="#ctx0" brushRef="#br0" timeOffset="110072.46">7220 10006 1347 0,'0'0'1357'15,"0"0"-1056"-15,0 0-265 16,0 0 19-16,151-12-55 16,-73 10-12-16,9 0-8 15,23 2-150-15,-21 0-197 16,-20 0-1315-16</inkml:trace>
  <inkml:trace contextRef="#ctx0" brushRef="#br0" timeOffset="114111.39">1375 11393 914 0,'0'0'836'0,"0"0"-621"15,0 0 11-15,0 0-157 16,0 0 111-16,-7-108-111 0,23 95-25 16,4 2 40-1,4 11-84-15,5 0 40 0,5 23-19 16,3 18-5-16,4 13 113 16,-1 11-119-16,-2 5 2 15,-1 0 25-15,0-2-23 16,-4-10 16-16,-2-5-30 15,0-14 0-15,-2-8 0 16,-6-11 0-16,-4-8 0 16,-5-5-12-16,-5-7 33 15,-5 0-23-15,3 0 2 16,2 0 0-16,6-17-33 16,10-15 33-16,11-8-43 15,9-10 31-15,8-4-106 16,9-1 69-16,8 6-20 0,5 4 60 15,1 12-37-15,0 7 60 16,-8 6-14-16,-12 11 44 16,-15 4-38-16,-17 5 54 15,-12 0-60-15,-12 0-3 16,-3 14 3-16,-26 11 33 16,-11 7 50-16,-7 3-44 15,-2-2-7-15,5-3 21 16,10-3-53-16,14-12-19 15,11-4-2-15,9-6-25 16,0-5-20-16,22 0-34 16,14 0 85-16,2-12-38 15,0-12 53-15,-7 0 0 0,-13 4 29 16,-9 5 67 0,-9 10 46-16,0 5-142 0,0 0 43 15,-7 16-57-15,-7 8 14 16,6 7 0-16,6-2 3 15,2 0 20-15,4-8-43 16,23-2 20-16,8-9 0 16,3-9-68-16,3-1 66 15,-4 0-87-15,-3-15 47 16,-7-7 6-16,-9-1 17 16,-5 3 13-16,-7 8 6 15,-4 4 67-15,-2 8-67 16,0 0-16-16,3 0 15 0,4 8 2 15,4 8 7-15,7 5-8 16,6-3-60-16,3-4 53 16,0-6-118-16,-5-8 0 15,-2 0 23-15,-7-7-84 16,-6-15 58 0,-1-6-49-16,0-2 41 0,-4 3 135 15,0 10 1-15,-2 11 78 16,2 6 37-16,0 23-115 15,-2 42 286-15,0 40-126 16,0 31-33-16,-16 14 50 16,-1-7-83-16,5-32-25 0,1-32-53 15,3-21 24-15,0-5 4 16,-5 3-44-16,0 0 0 16,-7 2-5-16,-3-12 22 15,-6-12-16-15,-4-10-1 16,-7-8 18-16,1-10-23 15,-4-6 5-15,9-7 0 16,9-30-1-16,15-16 19 16,10-19-23-16,10-9 5 15,26-9 0-15,11-1 14 16,7 4-14-16,-1 3-45 16,-6 6-21-16,-16-24-84 15,-15 20-63-15,-16 7-424 0</inkml:trace>
  <inkml:trace contextRef="#ctx0" brushRef="#br0" timeOffset="114262.78">2394 11127 1555 0,'0'0'595'16,"0"0"-311"-16,0 0-80 16,69-110-136-16,-24 86 7 15,3 7-75-15,4 17-54 16,4 25-63-16,-14 17-431 15,-16 12-375-15</inkml:trace>
  <inkml:trace contextRef="#ctx0" brushRef="#br0" timeOffset="114367">2512 12122 1392 0,'0'0'317'16,"0"0"-146"-16,0 0-51 15,0 0-120-15,35 108-196 0,-8-106-469 16</inkml:trace>
  <inkml:trace contextRef="#ctx0" brushRef="#br0" timeOffset="115793.58">4095 11200 781 0,'0'0'270'0,"0"0"-41"16,0 0-35-16,0 0-19 0,0 0-74 15,0 0-68-15,0 0 80 16,0-20-113-16,0 20 0 16,0-3 6-16,0 3 10 15,0-2-3-15,0 0-13 16,0-3 0-16,0 2 63 15,0-1-62-15,0 0-1 16,0 0 3-16,0-1 19 16,0 4-14-16,0-1-8 15,0 0 0-15,0 2 36 16,0 0-16-16,0 0 27 16,0 0 12-16,0 0-48 15,-7 0 60-15,-5 0-71 0,2 4 0 16,-7 14 12-16,2 10 2 15,5 10 13-15,0 8 71 16,8 9-70-16,2 3 121 16,0 2-119-16,4 0-29 15,8-4 74 1,-6-4-64-16,-6-3-1 0,0-2-10 16,-18 0 26-16,-13-1-13 15,-7-4-13-15,1-2-54 16,1-11 29-16,11-8-106 15,12-9 27-15,13-8 16 16,0-4-52-16,9 0 118 16,15 0-104-16,3 10 126 15,-5 13 67-15,-6 16 30 16,-9 16 128-16,-7 13-58 0,0 10-102 16,-9-1 98-16,-3-2-149 15,4-7-5-15,6-12 5 16,2-8 9-16,2-7-46 15,20-7-12-15,7-7-131 16,26-16 2-16,-7-8-403 16,-4-3-1050-16</inkml:trace>
  <inkml:trace contextRef="#ctx0" brushRef="#br0" timeOffset="116722.95">5104 11059 992 0,'0'0'753'0,"0"0"-628"16,0 0-88-16,0 0 17 15,0 0-15-15,-122 38 181 16,75 7-42-16,2 6-70 15,8 3 94-15,10-4-172 16,11-5-1-16,11-8-1 16,5-6-4-16,0-7-12 15,12-8-12-15,10-8-38 16,9-8-14-16,3 0-40 16,-1-22-128-16,1-14-20 15,-5-9-103-15,-4 0 151 16,-8 4 72-16,-9 11 120 15,-2 14 359-15,-6 16-108 0,0 0-153 16,0 28-21 0,0 13 71-16,0 9 36 0,0 1-142 15,0 4-26-15,8-6-32 16,12-3-6-16,23 0-136 16,-8-14-90-16,-4-17-518 0</inkml:trace>
  <inkml:trace contextRef="#ctx0" brushRef="#br0" timeOffset="116987.31">5409 11305 1440 0,'0'0'729'0,"0"0"-525"16,0 0-94-16,0 0 138 16,0 0-209-16,0 0 4 15,137 0-2-15,-86 5-20 16,-2-1-42-16,-5 1-9 16,-5 4-191-16,-12 2-52 15,-14 0-530-15,-9-1-209 0</inkml:trace>
  <inkml:trace contextRef="#ctx0" brushRef="#br0" timeOffset="117144.27">5447 11494 629 0,'0'0'1200'0,"0"0"-871"16,0 0-170 0,0 0 82-16,0 0-4 15,0 0-186-15,120 6-28 0,-70 0-23 16,-1-2-111-16,22-3-29 15,-15-1-442-15,-7 0-551 0</inkml:trace>
  <inkml:trace contextRef="#ctx0" brushRef="#br0" timeOffset="117384.72">6192 11407 1363 0,'0'0'1108'0,"0"0"-848"15,0 0 8-15,0 0-206 16,0 0-36-16,0 0-1 16,118-17-4-16,-66 10-42 15,3 5-46-15,-4 2-111 16,18 0 27-16,-15 0-514 15,-9-2-441-15</inkml:trace>
  <inkml:trace contextRef="#ctx0" brushRef="#br0" timeOffset="117901.33">6792 11335 1023 0,'0'0'589'0,"0"0"-443"15,0 0 16-15,0 0-62 16,0 0 54-16,0 0-68 16,0 0-62-16,0-60 48 15,0 54-51-15,0 0-18 16,0 0-3-16,0 2 46 16,0 0 16-16,0 2-11 15,0 1-31-15,0 1 58 16,0 0-69-16,0 0 3 0,0 0-12 15,0 0 18-15,0 0-60 16,0-3 42-16,0 0-37 16,0 1 14-16,0-3 46 15,0 3-23-15,0-3 7 16,0 5 23-16,0 0 7 16,0 0-37-16,0-3 0 15,0-1-27-15,2-1-5 16,5-4 32-16,-1-2-55 15,-2 2 55-15,2 1 4 16,-6-1 14-16,2 6-7 16,-2 1 66-16,0 0-47 0,2 2 65 15,-2 0-95-15,0 0 18 16,2 0-1-16,2 10-17 16,1 19 0-16,-1 10 18 15,-2 15 0-15,-2 13 13 16,0 5-31-16,0 6-54 15,-17 26 41-15,1-22-272 16,1-17-494-16</inkml:trace>
  <inkml:trace contextRef="#ctx0" brushRef="#br0" timeOffset="118743.19">4926 12480 2004 0,'0'0'551'0,"0"0"-458"16,0 0-32-16,0 0 67 15,0 0-122-15,0 0 11 16,0 0-17-16,-18 12 21 0,7 22-17 15,-2 11-4-15,-3 1 21 16,5-2 0-16,2-8-14 16,2-10-7-16,5-8 0 15,2-10 18-15,0-6-63 16,0-2 45-16,0 0-53 16,20-18 38-16,13-18-72 15,10-12-159-15,6-2-19 16,0 1 6-16,-7 12 259 15,-13 14 213-15,-13 16-16 16,-9 7-36-16,-7 0-121 16,0 23 58-16,0 12 11 15,-5 5-96-15,-6-2 107 16,-2-6-120-16,4-10 0 16,4-8 0-16,5-10 15 15,0-4-30-15,0 0-21 0,14-2-89 16,17-19 124-16,13-8-334 15,5-7-43-15,1-1 100 16,-10 9 278-16,-14 12 102 16,-10 10 209-16,-11 6-188 15,-3 9 6-15,-2 18-55 16,0 8-2-16,0 5-25 16,0-2-32-16,0-3-30 15,2-6-87-15,11-9-196 16,8-11-264-16</inkml:trace>
  <inkml:trace contextRef="#ctx0" brushRef="#br0" timeOffset="118911.43">5704 12475 1879 0,'0'0'745'0,"0"0"-712"15,0 0-4-15,0 0-4 16,0 0-24-16,0 0-2 15,123 15-32-15,-97 6-273 16,-6-6-57-16,-11 0-407 0</inkml:trace>
  <inkml:trace contextRef="#ctx0" brushRef="#br0" timeOffset="119027.49">5659 12615 1545 0,'0'0'696'0,"0"0"-578"0,0 0-68 16,0 0 65-16,0 0-115 15,116 26-28-15,-56-20-59 16,0-6-703-16</inkml:trace>
  <inkml:trace contextRef="#ctx0" brushRef="#br0" timeOffset="119194.79">6215 12564 1818 0,'0'0'829'0,"0"0"-735"16,0 0-82-16,0 0-12 16,0 0 43-16,195 15-94 15,-110-13-35-15,-6-2-566 0</inkml:trace>
  <inkml:trace contextRef="#ctx0" brushRef="#br0" timeOffset="119328.66">6923 12589 2235 0,'0'0'310'16,"0"0"-264"-16,0 0-90 15,0 0 44-15,0 0-162 16,102-131 40-16,-73 87-587 0</inkml:trace>
  <inkml:trace contextRef="#ctx0" brushRef="#br0" timeOffset="119433.51">7115 12296 1160 0,'0'0'785'0,"0"0"-290"16,0 0-258-16,0 0-72 15,0 0-157-15,0 0 11 16,0 0-19-16,-5 157 0 16,3-53-52-16,0-16-154 15,2-14-443-15</inkml:trace>
  <inkml:trace contextRef="#ctx0" brushRef="#br0" timeOffset="120033.82">8807 11506 1302 0,'0'0'577'16,"0"0"-438"-16,0 0-138 15,-9 162 235-15,5-65-116 16,0-5-15-16,-2-12-16 16,2-21-88-16,0-1 69 15,-3 0-70-15,-2-15-25 16,-4-9-1-16,-5-5-102 15,-9-7 22-15,-33 5-31 16,7-6-200-16,-3-7-218 0</inkml:trace>
  <inkml:trace contextRef="#ctx0" brushRef="#br0" timeOffset="120611.7">8304 12180 1719 0,'0'0'527'15,"177"-39"-489"-15,-14 10-4 16,22-3 16-16,-11-2-44 0,-40 3 52 15,-49 5-58-15,-25 1 25 16,-14-9-82-16,-1-7 28 16,-5-9-59-16,-11-10 40 15,-18 3 48-15,-11 6 42 16,0 10 81-16,-19 15-12 16,-6 18 50-16,-6 8-161 15,-7 26 0-15,-3 24 68 16,4 18-16-16,1 11 49 15,9 3-101-15,7-7 15 0,9-8 9 16,5-13-24 0,6-13 0-16,0-11-6 0,2-9 9 15,18-6-28-15,11-11 4 16,13-4-78-16,10-4 86 16,6-24-231-16,3-10 48 15,-10-3-65-15,-11 5 133 16,-15 14 128-16,-18 17 151 15,-9 5-90-15,0 13 57 16,-15 20 52-16,-1 2-47 16,5 0-21-16,7-5-92 15,4-9 101-15,0-6-111 16,19-9 0-16,10-6 13 0,7 0-13 16,4-16-64-1,0-10-155-15,-2-11-39 0,-5-1 50 16,-6 2-29-1,-9 6 145-15,-5 10 92 0,-9 12 234 16,0 8 6-16,-4 2-174 16,0 22-46-16,0 10 172 15,0 5-119-15,0-2-40 16,0-2 16-16,2-8-49 16,2-4-40-16,-2-8-96 15,-2-10-154-15,0-5-270 0</inkml:trace>
  <inkml:trace contextRef="#ctx0" brushRef="#br0" timeOffset="120733.8">9641 11698 1802 0,'0'0'535'16,"0"0"-445"-16,115-34-90 16,-14 34-81-16,-12 0-172 15,-3 4-81-15</inkml:trace>
  <inkml:trace contextRef="#ctx0" brushRef="#br0" timeOffset="121970.72">10829 12141 1164 0,'0'0'1003'16,"0"0"-697"-16,0 0-282 16,0 0 65-16,0 0-38 15,0 0-23-15,0 0 117 16,147-52-145-16,-84 17-12 16,1-16 2-16,-6-8-45 15,-12-10 20-15,-10-1 28 16,-16 2 7-16,-11 11-33 0,-7 15 33 15,-2 19 0-15,0 22-1 16,-6 8-39-16,-12 51 14 16,-6 50 20-16,-3 38 6 15,-2 13 93-15,4-23-61 16,8-42 25-16,3-36-27 16,1-12-12-16,-3 3 62 15,1-6-80-15,-1-2 0 16,3-16 32-16,-1-10-25 15,-1-9 47-15,-3-6-25 16,-5 0-10-16,6 0 77 16,1-4-96-16,13-18 0 15,3-16-8-15,38-35-56 0,47-32 19 16,38-32-55-16,17-18-173 16,-6 9 97-16,-31 30-118 15,-41 33 235-15,-24 29 59 16,-13 18 187-16,-8 8 45 15,-5 6-130-15,-10 11-75 16,-2 11 33-16,-23 19-60 16,-17 29 0-16,-11 17 15 15,-3 13 10-15,4 2 63 16,11-4-88-16,13-12 17 16,14-12 11-16,12-12-28 15,2-9 0-15,25-8 0 16,9-6 25-16,9-9-13 15,3-7-12-15,2-1-47 0,-6-9 26 16,-8-19-39-16,-12-12-9 16,-6-6-17-16,-9-3-158 15,-7 11 244-15,-2 10 82 16,0 16 49-16,0 12-54 16,0 3-77-16,0 24 0 15,-2 12 35-15,0 2-20 16,0 4 73-16,2-8-88 15,0-9 0-15,0-7-6 16,0-9 22-16,0-6-16 16,0-5 0-16,0-1 12 0,0 0 36 15,0 0-48 1,0-3 0-16,0-13-8 0,0-5-5 16,0 2 12-16,0 5-7 15,0 8 8-15,0 6-45 16,0 0 45-16,2 18-3 15,2 7-4-15,8 4 14 16,3 0 37-16,5-3-44 16,5-5 0-16,4-7-21 15,0-8 21-15,2-6-36 16,3-4-12-16,-1-42-144 16,-8 2 3-16,-8-7-587 0</inkml:trace>
  <inkml:trace contextRef="#ctx0" brushRef="#br0" timeOffset="122129.37">12198 11562 1774 0,'0'0'876'0,"0"0"-830"15,0 0-25-15,50 134 52 16,-44-59-73-16,-6 7 118 16,-6 6-118-16,-18 2-6 15,-11-2-20-15,-23 19-67 16,4-23-180-16,7-22-422 0</inkml:trace>
  <inkml:trace contextRef="#ctx0" brushRef="#br0" timeOffset="123567.95">13221 12312 1475 0,'0'0'391'0,"0"0"-292"15,0 0 197-15,0 0-59 16,0 0-85-16,0 0 1 0,0 0-123 15,44-14 33-15,6-17-63 16,10-10 18-16,0-13-48 16,-3-8 30-16,-3-25-37 15,-5-25 31-15,-11-24-57 16,-9 8 42-16,-11 29-24 16,-11 36 13-16,-3 40 30 15,-2 9 4-15,-2 8 21 16,0 6-23-16,0 32-99 15,-9 60 99-15,-13 45 29 0,4 3-6 16,5-19 129-16,8-38-140 16,5-33 4-1,0 4 4-15,11-1 4 0,12-5-1 16,4-14-23-16,6-15 0 16,5-10 14-16,5-9-14 15,1-9-6-15,1-24 0 16,-3-15-48-16,-5-8 32 15,-3-7-50-15,-7 5-38 16,-5 12-15-16,-9 16 21 16,-9 23 104-16,-4 7 0 15,0 17 18-15,-2 19 72 16,-11 8-20-16,3-1-64 0,-2-4 52 16,7-6-46-16,1-8-12 15,4-5 0-15,0-6-95 16,0-7 43-16,0-5-171 15,0-2-19-15,0-9 141 16,0-25-146-16,0-12-375 16,0-9 622-16,0 1 65 15,0 9 325-15,0 15 90 16,7 16-199-16,4 12-94 16,4 2-171-16,8 10 44 15,10 13-60-15,5 0 31 16,7 0 12-16,4-6-42 15,2-9-1-15,1-8 35 16,-6 0-19-16,-8-4 6 16,-11-14-22-16,-11-4-9 0,-14-2-55 15,-2 0 29-15,-12 0-26 16,-16 11 60-16,-6 8 1 16,-4 5 22-16,0 22-22 15,7 16 9-15,6 6 128 16,13 5-104-16,12-4 14 15,0 0-30-15,15-5 14 16,18-10-4-16,10-8-27 16,5-9 0-16,4-10-40 15,4-3 40-15,-2-10-35 16,-2-14-14-16,0-6-136 16,-7 0 114-16,-7 3-58 15,-14 10 120-15,-13 7 2 16,-7 8 14-16,-4 2 8 15,0 5 12-15,0 14 56 0,-8-1 109 16,1 0-158-16,4-4-28 16,3-6 28-16,0-4-34 15,12-2-16-15,21-2 7 16,15 0-119-16,6 0 82 16,7-16-101-16,-1-2 47 15,-4 0 91-15,-9 3 18 16,-11 9-4-16,-10 6-1 15,-11 0 36-15,-8 10-22 16,-7 12-18-16,0 5-12 0,-17 1 11 16,-14-4-78-1,-36-6-64-15,4-8-225 0,1-8-461 0</inkml:trace>
  <inkml:trace contextRef="#ctx0" brushRef="#br0" timeOffset="123735.77">14054 11798 1054 0,'0'0'783'0,"0"0"-298"16,61-126-262-16,-10 92-17 15,14 17-206-15,14 11 27 16,10 6-42-16,8 15 15 16,3 17-97-16,34 23-103 15,-25-9-383-15,-13-8-455 0</inkml:trace>
  <inkml:trace contextRef="#ctx0" brushRef="#br0" timeOffset="124013.6">16002 11494 1614 0,'0'0'286'0,"0"0"-220"16,0 0-19-16,0 0-11 16,0 0 271-16,-44 136-118 15,20-59-41-15,-3 9-15 0,2 2-92 16,6-2 38-16,3-7-79 16,9-8 9-16,7-6-57 15,0-9 48-15,0-4-117 16,13-10-127-16,3-14-277 15,-5-14-424-15</inkml:trace>
  <inkml:trace contextRef="#ctx0" brushRef="#br0" timeOffset="124582.79">15523 12015 1847 0,'0'0'606'16,"0"0"-457"-16,0 0-125 15,0 0 46-15,147-19-70 0,-73 19 0 16,6 0-24-16,1 1 24 16,-6 13 0-16,-13 4 0 15,-14 4 26-15,-24 7-23 16,-17 3-3-16,-7 3 0 16,-5 4 63-16,-13-4-62 15,3-6 20-15,3-7-21 16,6-8 21-16,6-7-81 15,0 0 59-15,2-7-130 16,25 0 99-16,8-7-107 16,8-22-95-16,6-7-56 15,-6-5-91-15,-8 1 259 16,-12 8 122-16,-10 13 370 0,-13 10 206 16,0 9-423-16,0 0-71 15,-13 10-70-15,1 12-5 16,3 2 112-16,9 3-118 15,0-3-1-15,16-4 17 16,16-6 9-16,12-7-33 16,12-7 7-16,8 0-115 15,-2-21 91-15,-3-7-87 16,-18-4 50-16,-9-5 19 16,-18 3-32-16,-14 2 74 15,0 8 30-15,-9 10 4 16,-11 12 153-16,-3 2-148 15,3 6-11-15,0 18 50 0,6 8-54 16,6 9 92-16,8 3-116 16,0 6 0-16,2 2-42 15,12-2 18-15,-1 6-170 16,-7-13-154-16,-6-16-688 0</inkml:trace>
  <inkml:trace contextRef="#ctx0" brushRef="#br0" timeOffset="124696.33">16199 12584 2335 0,'0'0'306'16,"0"0"-282"-16,0 0-29 15,0 0 5-15,0 0-284 0,0 0-324 16</inkml:trace>
  <inkml:trace contextRef="#ctx0" brushRef="#br0" timeOffset="125370.43">18013 11633 499 0,'0'0'944'0,"0"0"-762"16,0 0-24-16,0 0 193 15,0 0-142-15,120-85 12 16,-106 92-206-16,-3 32-2 0,-5 19 42 15,-3 19 20-15,-3 8 28 16,0 8-58-16,0-3-22 16,0-7 34-16,0-12-57 15,0-8 0-15,0-13-3 16,3-12 15-16,5-14-24 16,1-8-7-16,3-12 13 15,-1-4-48-15,2-2 54 16,0-22-6-16,3-14-1 15,-3-4-35-15,-2-7 21 16,3 4 13-16,3-1 8 16,6 3-17-16,6-1 23 0,7 4-6 15,5-3 70-15,7 4-60 16,1 1 80-16,4 4-90 16,3 4-17-16,-2 6-42 15,6 6-16-15,-16 10-221 16,-15 2-600-16</inkml:trace>
  <inkml:trace contextRef="#ctx0" brushRef="#br0" timeOffset="125592.78">17558 11872 818 0,'0'0'1300'16,"0"0"-1126"-16,0 0-51 15,0 0 48-15,0 0-46 16,0 0 26-16,197 55-120 16,-62-43-3-16,35-7-28 15,6-5-14-15,-30 0-51 16,-22 0-35-16,-53 0-361 16,-19-1-349-16</inkml:trace>
  <inkml:trace contextRef="#ctx0" brushRef="#br0" timeOffset="126046.17">18822 11897 1337 0,'0'0'62'15,"0"0"-62"-15,0 0-58 16,0 0 58-16,0 0 10 16,0 0-8-16,0 0 135 15,13 30 12-15,-9-24 3 16,-2 2 154-16,0 6-184 15,-2 4-23-15,0 10 5 16,0 8-40-16,-16 7 67 16,-7 6-66-16,-5 4-29 15,-6 0 122-15,3 0-157 16,-1-4 36-16,9-8-37 16,5-9 40-16,5-8-22 15,7-8-18-15,6-8-19 16,0-6-17-16,0-2 19 15,16 0 17-15,13-21-9 0,9-18-62 16,9-15 60-16,0-10-118 16,-2-6-50-16,-10 8 179 15,-10 12 10-15,-14 19 190 16,-7 17-70-16,-4 14-105 16,0 0-25-16,-6 20 0 15,-5 13 0-15,3 10 33 16,8 6-18-16,0 1-5 15,37-4-10-15,18-5-14 16,21-10-60-16,55-16-68 0,-17-10-441 16,-12-5-1212-16</inkml:trace>
  <inkml:trace contextRef="#ctx0" brushRef="#br0" timeOffset="126131.12">19788 12286 2179 0,'0'0'548'0,"0"0"-548"0,0 0-250 16,0 0-376-16,0 0-422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8:59:45.266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context xml:id="ctx1">
      <inkml:inkSource xml:id="inkSrc167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9.31408" units="1/cm"/>
          <inkml:channelProperty channel="Y" name="resolution" value="49.23077" units="1/cm"/>
          <inkml:channelProperty channel="T" name="resolution" value="1" units="1/dev"/>
        </inkml:channelProperties>
      </inkml:inkSource>
      <inkml:timestamp xml:id="ts1" timeString="2021-10-19T09:02:02.117"/>
    </inkml:context>
  </inkml:definitions>
  <inkml:trace contextRef="#ctx0" brushRef="#br0">1777 6575 565 0,'0'0'541'16,"0"0"-386"-16,0 0 3 16,0 0-16-16,0 0-43 15,0 0 166-15,-54 0-78 16,50 0-41-16,1 0 14 16,3 0-66-16,0-2 22 15,0 2-42-15,0 0-51 16,0-2 101-16,0 2-124 15,0 0 0-15,0 0 20 16,0-2-9-16,0-1 8 16,7-2-19-16,6-10 0 15,12-8-30-15,8-14 30 16,7-7-27-16,5-6 5 16,-3-4-53-16,1 0 62 0,-8-1-53 15,-6 0-78-15,-4 1 117 16,-10 6-40-16,-6 4 51 15,-4 6 14-15,-5 9 4 16,0 9 31-16,0 11-20 16,0 2-6-16,0 5 36 15,0 2-37-15,0 0-6 16,0 0 0-16,0 23-45 16,0 16 27-16,0 40 18 15,-2 37 0-15,-4 38 74 16,2 11-65-16,-2-11 9 0,-1-36-8 15,1-35 23 1,0-23-13-16,0-9-20 16,2 8 0-16,-3-3-11 15,-1 0 19-15,-2-14-8 0,1-11 0 16,1-11 11-16,-6-11-3 16,-1-9-8-16,-1 0 0 15,3-17 31-15,3-22-25 16,10-16-7-16,0-12 1 15,16-7 0-15,15-3 0 16,9 2 0-16,1 5-44 16,1 1 1-16,-2 5-114 15,-4-1-40-15,4-27-161 16,-11 18-243-16,-6 4-111 0</inkml:trace>
  <inkml:trace contextRef="#ctx0" brushRef="#br0" timeOffset="211.42">2342 5983 796 0,'0'0'682'0,"0"0"-427"16,0 0-43-16,0 0-64 16,0 0-114-16,0 0-13 15,0 0-2-15,-33 77 32 16,18-13 105-16,3 12-98 16,3 4-9-16,9 0-24 15,0-5-10-15,0-10-30 16,18-10-36-16,4-11-60 15,3-12 45-15,2-13-101 16,13-14-40-16,-9-5-127 0,-9 0-201 16</inkml:trace>
  <inkml:trace contextRef="#ctx0" brushRef="#br0" timeOffset="593.61">2436 6360 1324 0,'0'0'489'0,"0"0"-319"16,0 0-98-16,0 0-25 15,0 0-37-15,0 0 39 16,0 0 22-16,53-22-70 16,-40 51 91-16,-3 7-55 15,-6 6 24-15,-4 6 37 16,0-2-84-16,0-7 14 0,0-8-28 16,0-9 9-16,0-12-55 15,9-8 12-15,7-2-47 16,1-10 65-16,6-19-65 15,-3-12-66-15,-5-9-134 16,-6-1-116-16,-4 10 229 16,-5 11 168-16,0 20 204 15,0 10-58-15,0 18-146 16,0 20 161-16,0 10 2 16,0 1-39-16,2 0 37 15,11-7-137-15,6-8-15 16,0-8-9-16,4-9-18 15,-1-11 12-15,-1-6-99 16,-2-3-70-16,-7-43-17 16,-6 2-301-16,-6-6-290 0</inkml:trace>
  <inkml:trace contextRef="#ctx0" brushRef="#br0" timeOffset="745.75">2842 6075 1159 0,'0'0'515'0,"0"0"-328"16,0 0-59-16,140 31 23 15,-97 13-79-15,-8 12-36 16,-12 13 46-16,-17 10-73 16,-6 8-18-16,-11 4-10 15,-46 26-185-15,3-21-93 16,0-21-666-16</inkml:trace>
  <inkml:trace contextRef="#ctx0" brushRef="#br0" timeOffset="2003.66">3696 6725 1018 0,'0'0'922'16,"0"0"-825"-16,0 0-68 0,0 0-29 15,0 0 28-15,0 0 10 16,100-124-38-16,-53 62 2 16,1-10-2-16,2-4 0 15,-6-8-1-15,-9-3-15 16,-8 3-17-16,-13 1 5 16,-12 11 25-16,-2 16 3 15,0 14 59-15,-2 18-19 16,-10 16 13-16,0 8-53 15,-7 14 24-15,-2 28-7 16,-4 32-16-16,0 37 39 16,7 23 64-16,9-6-62 15,9-28 45-15,0-34-87 16,14-23 14-16,8-2-22 16,7-6 8-16,4-4-18 0,6-17 8 15,3-14 3-15,-2 0-4 16,0-31-76-16,-4-11-113 15,-9-12 47-15,-10-4-248 16,-7 1 102-16,-8 11 299 16,-2 15 131-16,0 16 249 15,0 15-155-15,-8 3-195 16,-2 25 61-16,-1 7-33 16,-1 6 6-16,6-1 32 15,1-5-90-15,5-4 46 16,0-11-52-16,5-6 0 0,15-7-20 15,7-7 21-15,4 0-1 16,9-14 0-16,2-11-53 16,1-8 41-1,-6-4-43-15,-5-5-21 0,-10 0 47 16,-11 1-33-16,-9 9 62 16,-2 10 36-16,-4 13-29 15,-21 9 88-15,-4 7-95 16,-4 25 0-16,2 11 66 15,6 3-46-15,10 2 11 16,10-6-31-16,5-6 16 16,0-10-10-16,11-6-6 0,14-10 0 15,6-8 31-15,9-2-29 16,9-15 29-16,7-14-31 16,-2-7-50-16,-6-6 20 15,-10 6-16-15,-11 5-33 16,-11 15 78-16,-10 13 2 15,-6 3-20-15,0 17 12 16,0 16 7-16,-8 6 75 16,-2 2-73-16,4-7-2 15,1-10 17-15,5-8-3 16,0-10-2-16,0-6-12 16,9 0 0-16,16-17-32 15,6-9 32-15,7-7-88 16,0 3 58-16,-4 3 27 15,-5 15-12-15,-5 10 15 0,-6 2 0 16,-5 21-4-16,-4 9 4 16,-5 4 0-16,-4 2-2 15,0-2-26-15,-22 0 11 16,-7-10-240-16,-7-12-360 0</inkml:trace>
  <inkml:trace contextRef="#ctx0" brushRef="#br0" timeOffset="2163.93">4228 6198 1839 0,'0'0'350'0,"0"0"-82"16,0 0-268-16,0 0-38 16,161-78 26-16,-96 68-46 0,26 10-37 15,-18 0-240-15,-10 8-695 0</inkml:trace>
  <inkml:trace contextRef="#ctx0" brushRef="#br0" timeOffset="2634.72">5816 5921 1647 0,'0'0'534'0,"0"0"-487"16,0 0-47-16,0 0-13 0,0 0 13 15,6 103 51-15,-6-35 26 16,0 11 58-16,0 11-32 15,0-2-102-15,0-7 89 16,2-8-90-16,7-13-12 16,3-12-13-16,1-12-23 15,0-10-47-15,3-12-15 16,2-14-101-16,-3-3 39 16,-11-18-361-16</inkml:trace>
  <inkml:trace contextRef="#ctx0" brushRef="#br0" timeOffset="3177.29">5659 6432 1450 0,'0'0'559'0,"0"0"-524"0,0 0-35 15,136-55-25-15,-69 38 20 16,4 3 5-16,-3 6 9 16,-8 8 41-16,-14 0 25 15,-17 25-61-15,-13 8 88 16,-14 12-20-16,-2 2-44 15,0 4 108-15,-11-5-146 16,4-7 0-16,5-10-1 16,2-11-39-16,0-10 4 15,20-8-30-15,12-6-28 16,7-26 65-16,3-12-259 16,4-8-65-16,-9 0 29 15,-6 6 167-15,-10 12 157 0,-13 16 381 16,-8 12 6-16,0 6-91 15,-4 10-262-15,-14 16 31 16,1 6 45-16,0-1-67 16,7-2 74-16,10-5-117 15,0-6 6-15,4-4-9 16,23-9 3-16,8-5 0 16,10 0 0-16,4-15-145 15,2-16 133-15,-3-6-212 16,-11-9-49-16,-10 1 90 15,-14 6-57-15,-13 10 240 16,0 19 207-16,-11 10-58 16,-11 16 72-16,-3 24-72 15,8 8-50-15,3 5 28 16,12 1-70-16,2-4 5 0,8-1-62 16,21-8 30-16,7-5-82 15,7-7-13-15,-1-7-116 16,-13-11-208-16,-13-4-852 0</inkml:trace>
  <inkml:trace contextRef="#ctx0" brushRef="#br0" timeOffset="3276.48">6388 7028 1785 0,'0'0'454'16,"0"0"-454"-16,0 0-58 15,0 0-342-15</inkml:trace>
  <inkml:trace contextRef="#ctx0" brushRef="#br0" timeOffset="3686.63">7768 5891 1007 0,'0'0'624'15,"0"0"-624"-15,0 0-40 16,0 0 40-16,0 0 31 16,-33 166 183-16,15-85 18 15,7 10 5-15,2 4-148 16,6 2-25-16,3-5-12 16,0-8-45-16,3-14-14 15,8-12-24-15,2-13-115 16,1-15 53-16,-8-23-211 0,-1-7-89 15,-5 0 23-15</inkml:trace>
  <inkml:trace contextRef="#ctx0" brushRef="#br0" timeOffset="4204.01">7416 6523 1674 0,'0'0'509'0,"0"0"-493"15,0 0 7-15,147-78-46 16,-71 56-29-16,2 3 52 15,-4 6-4-15,-12 8 11 16,-16 5 49-16,-17 9-56 16,-17 19 9-16,-12 10 106 15,-7 8-33-15,-22 4 7 16,-5-3-61-16,5-2 9 16,8-12-43-16,7-13 6 0,12-14-107 15,2-6 79-15,8-3-38 16,21-23 31-16,10-8-27 15,1-4-186-15,-7 4 179 16,-8 10 44-16,-12 9 25 16,-9 15 202-16,-4 0-136 15,0 19-12-15,-2 9 82 16,-7 6-93-16,3-2 104 16,4-4-147-16,2-8 1 15,0-7-23-15,0-10 38 16,17-3-17-16,10-3 1 0,2-21-133 15,4-13 56-15,-2-6-167 16,-2-4-37 0,-4-2-69-16,-7 8 80 15,-3 9 270-15,-6 18 279 0,-4 14-95 16,-5 9-4-16,0 26 43 16,0 11-100-16,0 6 4 15,-5 0-79-15,-1-2-8 16,1-7-40-16,1-9-114 15,2-12 16-15,-5-22-241 16,0 0-231-16,0-19-63 0</inkml:trace>
  <inkml:trace contextRef="#ctx0" brushRef="#br0" timeOffset="4409.56">8100 6214 2299 0,'0'0'466'0,"0"0"-466"15,0 0-134-15,0 120-16 16,-2-41-173-16,-14 5-282 16,-3-3 497-16,-2-4 68 15,1-8 40-15,3-11 241 16,1-11-56-16,5-4-60 16,2-9-100-16,9-2-16 15,0-10-18-15,0-12-645 0</inkml:trace>
  <inkml:trace contextRef="#ctx0" brushRef="#br0" timeOffset="4992.96">9106 6312 1377 0,'0'0'393'16,"0"0"103"-16,0 0-426 16,0 0-49-16,0 0 18 15,0 0-38-15,0 0 84 16,129-20-55-16,-115 70-17 16,-10 15 142-16,-4 7-121 15,0 2 23-15,-18-6-45 16,3-12 33-16,1-13-33 15,3-16-12-15,7-13 0 0,4-8-36 16,0-6 36 0,0-6-20-16,15-26 19 15,7-13-158-15,1-15 63 16,-4-7-189-16,-3 5 83 0,-9 16 202 16,-5 18 181-16,-2 21 59 15,0 7-186-15,-7 21-4 16,-6 18 29-16,2 7-38 15,6 5-25-15,5-3 18 16,3-4-34-16,26-10-1 16,8-6-49-16,8-13-141 15,31-15 106-15,-12 0-282 0,-8-16-429 16</inkml:trace>
  <inkml:trace contextRef="#ctx0" brushRef="#br0" timeOffset="5175.88">9721 6503 1886 0,'0'0'775'16,"0"0"-670"-16,0 0-105 15,0 0-21-15,0 0-45 16,0 0 57-16,0 0 18 16,101 28 10-16,-57-25-19 15,3 2-175-15,-3-5-49 16,-13 0-425-16,-15 0-547 0</inkml:trace>
  <inkml:trace contextRef="#ctx0" brushRef="#br0" timeOffset="5309.79">9663 6713 1756 0,'0'0'601'0,"0"0"-412"16,0 0-189-16,0 0-2 15,0 0-34-15,147 36-48 16,-60-36-45-16,-11-9-217 15,-7-11-1266-15</inkml:trace>
  <inkml:trace contextRef="#ctx0" brushRef="#br0" timeOffset="5609.33">10666 6488 1733 0,'0'0'497'0,"0"0"-497"16,0 0-278-16,0 0 224 16,0 0 54-16,-90 113 162 15,90-87 57-15,4-4-113 16,29-4 72-16,13-3-136 16,17-8-5-16,11-7 4 15,-1 0-25-15,-9-18-32 16,-12-6 8-16,-19-2-1 15,-18-3-47-15,-15 0 56 16,-6 3-78-16,-30 6-45 16,-15 6-133-16,-41 14 55 15,15 5-27-15,8 14-293 0</inkml:trace>
  <inkml:trace contextRef="#ctx0" brushRef="#br0" timeOffset="6294.01">12059 6520 1807 0,'0'0'538'15,"0"0"-378"-15,0 0-24 16,0 0-136-16,0 0 0 16,0 0 34-16,0 0-33 15,103 0 155-15,-45 0-156 16,9 0 0-16,4 0-35 16,0 0 35-16,-4 0-79 15,2-7-123-15,-17-1-297 16,-19 2-128-16</inkml:trace>
  <inkml:trace contextRef="#ctx0" brushRef="#br0" timeOffset="6516.99">12104 6684 1060 0,'0'0'612'0,"0"0"-483"16,0 0-3-16,0 0-21 16,0 0-32-16,0 0 91 15,125 0-164-15,-69 0-1 16,4 0-21-16,27 0-188 16,-18-5-44-16,-11-4-593 0</inkml:trace>
  <inkml:trace contextRef="#ctx0" brushRef="#br0" timeOffset="6735.14">12839 6432 570 0,'0'0'1419'16,"0"0"-1265"-16,0 0-108 15,0 0-92-15,0 0 45 16,0 0 1-16,40 113 63 15,-64-73-33-15,-8-1 45 16,-1-4-75-16,0 0-31 16,-3-9 21-16,-10-15-163 15,7-4-121-15,6-7-346 0</inkml:trace>
  <inkml:trace contextRef="#ctx0" brushRef="#br0" timeOffset="6896.5">11910 6421 1239 0,'0'0'1094'16,"0"0"-864"-16,0 0-136 16,-111 118-93-16,92-48 23 15,15 6-24-15,4 0 9 16,23-3-65-16,43 9-45 16,-3-20-203-16,-3-18-338 0</inkml:trace>
  <inkml:trace contextRef="#ctx0" brushRef="#br0" timeOffset="7820.96">13745 6907 1896 0,'0'0'642'15,"0"0"-593"-15,0 0-16 16,0 0-36-16,0 0 3 16,0 0 0-16,87-104-7 15,-34 43 23-15,9-14-41 0,3-5 25 16,0-4-115 0,-7-3 106-16,-12-1-109 0,-10 2 54 15,-14 3 6-15,-11 11 48 16,-6 19 10-16,-5 16 72 15,0 21 17-15,-14 16 60 16,-10 11-149-16,-10 31 0 16,-1 20 35-16,2 16-6 15,6 9 82-15,8 8-111 16,15-4 20-16,4-9-13 16,4-14-7-16,21-15 0 15,6-16 0-15,6-13 18 16,3-15-34-16,2-9 16 15,1-5-79-15,-2-23 34 16,-5-9-114-16,-7-4 33 0,-9 1 6 16,-9 8 120-16,-4 12 18 15,-7 14 99-15,0 6-88 16,-3 9 20-16,-12 20-48 16,-1 7 48-16,1 0-49 15,3-2 7-15,6-7-45 16,4-10-44-16,2-11-159 15,0-9 20-15,8-22 69 16,4-7-229-16</inkml:trace>
  <inkml:trace contextRef="#ctx0" brushRef="#br0" timeOffset="8207.77">14480 6427 902 0,'0'0'826'0,"0"0"-657"15,0 0 47-15,18 124 11 0,-18-66-132 16,0-5 8-16,0-7-2 15,0-11-88-15,-5-11 32 16,3-9-45-16,2-11 0 16,0-4 21-16,0 0-21 15,2-19-8-15,18-17 7 16,9-10-219-16,7-3 172 16,-3 2-23-16,-4 15 71 15,-6 14 19-15,-10 18-19 16,-6 2 0-16,-7 26 34 15,0 7-4-15,0 2 87 16,-12-5-70-16,2-8-27 16,3-10 15-16,7-8-35 0,0-6-17 15,17-2 4 1,26-22-96-16,18-12 108 16,10-2-74-16,-3-1 54 0,-7 10 5 15,-16 11 29-15,-16 14-13 16,-12 4 0-16,-9 18 12 15,-8 18-70-15,0 24 51 16,-14-6-253-16,1-9-413 0</inkml:trace>
  <inkml:trace contextRef="#ctx0" brushRef="#br0" timeOffset="8851.51">15327 6685 2140 0,'0'0'382'0,"0"0"-382"16,0 0-80-1,0 0-65-15,0 0 81 0,107-128 58 16,-78 74 6-16,-2-7 0 16,-7 1-7-16,-5 0 5 15,-5 4-20-15,-10 7 11 16,0 14 11-16,0 10 122 15,0 22-18-15,-2 3-78 16,-8 34-26-16,-1 24 0 16,0 32 66-16,0 36-22 15,0 27-22-15,0 10 119 16,-1-17-135-16,4-33 6 0,1-37 5 16,-2-25-1-16,-2-8 1 15,-2-5-17-15,-3-2 0 16,-5-6 5-16,0-13-4 15,3-8-1-15,5-9 1 16,3 0 17-16,10-24 20 16,0-19-38-16,20-12 0 15,16-15-33-15,9-13 33 16,10-3-54-16,5-2 24 16,6-2-89-16,-4 0 48 15,0-5-45-15,-6 2-96 16,-9-4-39-16,-10 4-97 15,-8 7 65-15,-8 13 283 0,-13 12 64 16,-3 21 281-16,-5 13-15 16,0 20-117-16,-5 7-59 15,-14 16-154-15,-8 26 11 16,-2 16 51-16,4 16-38 16,5 9 111-16,9 4-135 15,9 2 12-15,2-9-18 16,0-9 7-16,13-16-2 15,5-15-30-15,1-14-79 16,2-13 110-16,-1-13-127 16,5-21-53-16,-6-15-143 15,-5-7-568-15</inkml:trace>
  <inkml:trace contextRef="#ctx0" brushRef="#br0" timeOffset="9165.79">15967 6425 1440 0,'0'0'676'0,"0"0"-531"16,0 0-77-16,0 0-41 15,0 0-20-15,0 0 167 16,40 130-101-16,-40-88-11 16,0-3-1-16,-2 0-61 15,-5-6 35-15,1-10-35 16,4-9 0-16,2-7-45 16,0-7 45-16,0 0-45 15,12-17 8-15,9-19-188 16,1-10-115-16,-4-8-301 0,-4 4 261 15,-10 9 380 1,-4 19 583-16,0 17-200 0,0 5-204 16,-4 19-139-1,-4 13 126-15,4 5-89 0,4 1-40 16,0-2 50-16,4-6-86 16,19-9-2-16,10-10-46 15,25-11-79-15,-9-11-5 16,-7-13-455-16</inkml:trace>
  <inkml:trace contextRef="#ctx0" brushRef="#br0" timeOffset="9327.71">16571 6226 2082 0,'0'0'558'0,"0"0"-483"0,87 107-53 15,-58-36-11-15,-16 15-11 16,-13 7-102-16,-8 1 47 15,-61 27-114-15,3-24-84 16,0-25-276-16</inkml:trace>
  <inkml:trace contextRef="#ctx0" brushRef="#br0" timeOffset="10127.26">13738 7195 1227 0,'0'0'534'15,"0"0"-389"-15,0 0-54 16,0 0-91-16,0 0 0 0,113-14 33 16,-103 40 20-16,-8 7 105 15,-2 12-32-15,0 3-43 16,-12 2 64-16,-1-4-139 15,-1-8 5-15,4-10-3 16,3-10 14-16,5-7-22 16,2-10-2-16,0-1-12 15,0 0-48-15,9-23 39 16,7-15-143-16,-1-11-54 16,1-6-58-16,-5 2 223 15,-5 13 53-15,-4 11 255 0,-2 20 93 16,0 9-314-16,0 0-34 15,0 21-6-15,-2 6 6 16,2 4 75-16,0 1-75 16,9-1 0-16,18-3-35 15,4-7-72-15,16-14-148 16,-12-5-301-16,-3-2-663 0</inkml:trace>
  <inkml:trace contextRef="#ctx0" brushRef="#br0" timeOffset="10317.15">14010 7328 1852 0,'0'0'598'0,"0"0"-556"15,0 0-42-15,0 0-32 16,0 0 32-16,0 0 12 16,0 0-12-16,138 17-21 15,-96-17 20-15,3 0-86 16,-1-12-12-16,8-10-201 15,-13 4-343-15,-10 0 74 0</inkml:trace>
  <inkml:trace contextRef="#ctx0" brushRef="#br0" timeOffset="10541.74">14370 7224 1378 0,'0'0'498'15,"0"0"-353"-15,0 0-123 16,0 0-22-16,0 0-8 0,0 0 8 15,0 0 148-15,23 46-132 16,-7-29-1-16,1 3 23 16,-1 1-37-16,-7 0 52 15,-5 5-53-15,-4-1 6 16,-8 8 98-16,-21 5-86 16,-9 1-17-16,-3 1-1 15,1-4-160-15,11-12-224 16,12-10-515-16</inkml:trace>
  <inkml:trace contextRef="#ctx0" brushRef="#br0" timeOffset="10810.58">14679 7315 1923 0,'0'0'145'16,"0"0"-120"-16,0 0-25 15,-56 105 0-15,44-73 106 16,8-5 37-16,4 0-95 16,2-4 79-16,19-2-116 15,8-6-4-15,4-6-1 16,0-5-6-16,-2-4-7 16,-6 0 6-16,-7-3-98 15,-11-15 88-15,-7-1-150 0,0-6-117 16,-12 0 64-16,-5 4-41 15,1 6-106-15</inkml:trace>
  <inkml:trace contextRef="#ctx0" brushRef="#br0" timeOffset="10983.48">14679 7315 902 0,'44'-62'1187'0,"-44"59"-849"15,4 0-189-15,19-1-149 16,10-1 16-16,7 3-10 16,5 2-6-16,18 0-36 0,-15 0-216 15,-7 0-674-15</inkml:trace>
  <inkml:trace contextRef="#ctx0" brushRef="#br0" timeOffset="12184.99">14799 7415 1294 0,'0'0'361'0,"0"0"-229"0,0 0-99 16,0 0-14-16,0 0 37 15,0 0-56-15,0 0 1 16,82 84 18-16,-103-45-19 15,-8-5-226-15</inkml:trace>
  <inkml:trace contextRef="#ctx0" brushRef="#br0" timeOffset="13416.14">14788 7493 684 0,'0'0'241'16,"0"0"-28"-16,0 0-132 16,0 0-28-16,0 0 104 15,0 0-16-15,0 0-6 0,2 2-19 16,-2-2-37-16,0 0 127 15,0 0-98-15,0-3-28 16,0-6-9-16,0 0 21 16,0-4 22-16,0 4-17 15,0-4-74-15,-5 1 78 16,-8 2-101-16,-3 4-34 16,-1 2 33-16,-3 4-139 15,-7 0-116-15,4 8-370 16,6 4-802-16</inkml:trace>
  <inkml:trace contextRef="#ctx0" brushRef="#br0" timeOffset="14166.91">17469 6595 1560 0,'0'0'542'0,"0"0"-305"0,0 0-31 16,0 0-129-16,0 0 67 15,0 0-127-15,0 0-5 16,45 0 21 0,-14-5-33-16,3 2-33 0,-1 3-96 15,-8 0-166-15,-9 0-64 16,-12 5-573-16</inkml:trace>
  <inkml:trace contextRef="#ctx0" brushRef="#br0" timeOffset="14279.84">17496 6728 1415 0,'0'0'706'0,"0"0"-527"16,0 0-164 0,0 0-15-16,178 15-138 0,-111-15-205 15,-2 0-227-15</inkml:trace>
  <inkml:trace contextRef="#ctx0" brushRef="#br0" timeOffset="14860.17">18149 6820 831 0,'0'0'871'15,"0"0"-846"-15,0 0-25 16,0 0-35-16,0 0 35 0,0 0-14 16,150-111 14-16,-104 59 0 15,6-8-1-15,4-6-51 16,-1-6 14-16,1-5-36 16,-7-7 74-16,-12 0 56 15,-10 3 1-15,-13 10 120 16,-12 15 132-16,-2 13-91 15,0 15-29-15,-2 14-158 16,-10 13 2-16,-3 1-39 16,-5 14 6-16,-7 27 0 15,-8 36-5-15,-1 39 25 16,5 28 96-16,6-7-115 16,17-29 8-16,8-36 32 15,0-26-40-15,13 0-1 0,13 0 0 16,8-6 16-16,9-15-37 15,3-15 21-15,6-10-73 16,-1-2 66-16,-2-26-93 16,-4-6-34-16,-8-9-13 15,-10-1-53-15,-7 3 200 16,-11 8 17-16,-4 11 141 16,-5 12 111-16,0 8-198 15,0 2-68-15,0 0-3 16,-7 21 0-16,-5 2 37 15,2 5-37-15,1 1-28 0,7-5 21 16,2-7-166 0,0-7-40-16,0-10-121 0,2-10-155 15,9-12-158-15</inkml:trace>
  <inkml:trace contextRef="#ctx0" brushRef="#br0" timeOffset="15258.92">19059 6559 1395 0,'0'0'752'15,"0"0"-646"-15,0 0-37 16,-4 123-6-16,-10-77 84 16,3-4-98-16,2-9-37 15,2-8 58-15,5-11-70 16,2-9 0-16,0-5 7 0,0 0 18 16,2-5-41-1,18-20 16-15,11-6-242 0,9-6 148 16,1 1-43-16,-3 7 137 15,-7 8 14-15,-11 13 49 16,-7 8 34-16,-9 4-80 16,-4 21 21-16,0 4 109 15,0 1-95 1,-10-2 24-16,1-8-61 0,2-8 26 16,7-10-44-16,0-2 3 15,29-7-54-15,22-24-25 16,20-7-187-16,12-7 71 15,6 0 58-15,-8 7 130 16,-17 12 7-16,-17 14 92 0,-16 12-52 16,-17 2 10-16,-14 28-44 15,0 11-12-15,-31 20 0 16,-3-4-196-16,7-15-335 16</inkml:trace>
  <inkml:trace contextRef="#ctx0" brushRef="#br0" timeOffset="15982.51">20073 6840 1380 0,'0'0'984'16,"0"0"-766"-16,0 0-218 15,0 0-185-15,0 0 34 16,145-97 125-16,-91 49 52 16,-4-6-9-16,-2-4-17 15,-3-2-23-15,-12-2 9 16,-11 5-76-16,-11 6 68 15,-11 10 22-15,0 13 22 16,-2 14 64-16,-14 14-86 16,-1 2 46-16,-6 33-46 15,3 16 23-15,-3 36 1 16,2 33 124-16,2 28-94 16,4 7 1-16,6-29-36 0,2-34 21 15,1-36-16-15,-1-11-24 16,0-3 0-16,-4-1-18 15,0-6 20-15,-3-12-2 16,-1-11 0-16,-3-5-6 16,-4-7-52-16,2 0 58 15,4-19-69-15,7-22 55 16,9-13-30-16,9-18 26 16,29-15 17-16,13-5 2 15,16-4 27-15,11-2-28 16,5 4-70-16,1-1 5 0,-3 3-8 15,-13 8 60 1,-16 11-9-16,-16 15 22 0,-20 18 114 16,-16 17-18-16,0 16 13 15,-16 7-54-15,-16 14-33 16,-7 25 5-16,-1 20 13 16,3 10-40-16,6 11 119 15,10 2-119-15,9-2 0 16,10-4-2-16,2-11 8 15,0-14-22-15,2-14-47 16,12-16-89-16,-1-10 106 16,3-11-98-16,3-31-60 0,-1-7-272 15,-3-8-1057-15</inkml:trace>
  <inkml:trace contextRef="#ctx0" brushRef="#br0" timeOffset="16292.24">20760 6566 1517 0,'0'0'655'16,"0"0"-541"-16,0 0-39 15,0 0-75-15,0 0 0 16,0 0 125-16,40 107-59 16,-40-71 21-16,-11 2-43 15,-1-6-10-15,6-8 5 16,1-10-39-16,5-7-6 16,0-7-32-16,7 0 29 15,15-7-14-15,5-19-37 16,0-8-176-16,-4-6 119 15,-11-2-144-15,-5 8 261 0,-7 8 87 16,0 15 173-16,0 11-94 16,-9 3-126-16,-5 21-19 15,4 7 71-15,5 4-50 16,5 3-41-16,2-3 22 16,25-7-23-16,9-11-26 15,28-17-47-15,-6 0-222 16,-10-24-273-16</inkml:trace>
  <inkml:trace contextRef="#ctx0" brushRef="#br0" timeOffset="16460.09">21333 6328 2029 0,'0'0'767'0,"0"0"-601"15,0 0-166-15,124 102-35 0,-99-33 2 16,-14 10 5-16,-11 8-18 15,-27 5 38-15,-60 33-130 16,5-25-127-16,-5-16-440 0</inkml:trace>
  <inkml:trace contextRef="#ctx0" brushRef="#br0" timeOffset="17309.58">18216 7386 1252 0,'0'0'580'0,"0"0"-355"16,0 0-130-16,0 0-88 15,0 0 53-15,0 0-41 16,0 0-18-16,16 13 128 15,-12 11-74-15,1 6 30 16,-5 9-14-16,0 1-36 16,0 0 79-16,0-4-114 15,-7-6 1-15,0-8 4 16,5-8-5-16,0-6 0 16,2-4-2-16,0-4 19 15,0 0-29-15,0 0 12 0,0-6-5 16,0-20-31-16,9-17-136 15,6-7-27-15,6 2 122 16,-6 6 77-16,-3 18 115 16,-6 12 4-16,-6 10-104 15,0 2-15-15,0 11-23 16,0 12 23-16,0 7 0 16,0 5 34-16,4-2-14 15,17-2-20-15,6-5-116 16,15-16-78-16,-5-6-315 15,-3-4-554-15</inkml:trace>
  <inkml:trace contextRef="#ctx0" brushRef="#br0" timeOffset="17473.75">18468 7520 1382 0,'0'0'872'0,"0"0"-757"15,0 0-106-15,0 0-1 16,0 0 12-16,130 0-6 15,-78 0-14-15,9 0-36 16,-1-7 20-16,4-11-275 16,-16 4-24-16,-15 0-233 0</inkml:trace>
  <inkml:trace contextRef="#ctx0" brushRef="#br0" timeOffset="17675.88">18858 7425 851 0,'0'0'894'0,"0"0"-710"15,0 0-168-15,0 0-32 16,0 0-4-16,136 32 20 16,-100-14 8-16,-7 4 4 15,-12 2 57-15,-12 5-37 16,-5 3 37-16,-16 1 102 16,-17 4-98-16,-5 0-42 15,3-8-31-15,8-5-150 16,9-10-101-16,16-12-450 0</inkml:trace>
  <inkml:trace contextRef="#ctx0" brushRef="#br0" timeOffset="17943.25">19313 7457 971 0,'0'0'822'16,"0"0"-671"-16,-71 104-107 15,52-55 32-15,13-5-32 16,6-8 40-16,11-8-28 16,23-10-37-16,12-8 86 15,10-10-105-15,2 0-37 16,-4-8-40-16,-12-12-103 16,-19-4 91-16,-17 0-43 15,-6-1-46-15,-16 2 178 16,-15 3-45-16,-5 5 45 0,-10 7-7 15,7 4-63-15,10 3-239 0</inkml:trace>
  <inkml:trace contextRef="#ctx0" brushRef="#br0" timeOffset="18127.02">19313 7457 1437 0,'141'-104'492'0,"-115"104"-473"16,8 0-19-16,3-2-24 15,5 0 2-15,12-12-48 0,-13 0-257 16,-8-2-860-16</inkml:trace>
  <inkml:trace contextRef="#ctx0" brushRef="#br0" timeOffset="18260.07">19641 7199 1795 0,'0'0'584'16,"0"0"-576"-16,0 0-2 15,-36 140-6-15,20-79 17 16,-3 29-66-16,3-20-62 16,5-16-489-16</inkml:trace>
  <inkml:trace contextRef="#ctx0" brushRef="#br0" timeOffset="19010.95">22176 6633 1694 0,'0'0'629'0,"0"0"-479"15,0 0-92-15,0 0 67 16,0 0-125-16,0 0 0 16,79 3 13-16,-25 2 11 15,4 1-48-15,0 0-86 16,-2 0-194-16,-16-2-71 16,-18-2-323-16</inkml:trace>
  <inkml:trace contextRef="#ctx0" brushRef="#br0" timeOffset="19125">22300 6757 1303 0,'0'0'583'16,"0"0"-474"-16,0 0-86 0,0 0-46 15,167 14-54-15,-89-15-312 16,-4-15-735-16</inkml:trace>
  <inkml:trace contextRef="#ctx0" brushRef="#br0" timeOffset="19574.84">22864 6679 1582 0,'0'0'638'0,"0"0"-583"15,0 0-55-15,0 0-24 0,0 0 24 16,143-94 16 0,-106 50 57-16,1-7-38 0,-5-2-14 15,-6-3 48-15,-4-3-68 16,-9 5 29-16,-6 6 108 15,-6 12-48-15,-2 11 37 16,0 11-127-16,0 14 25 16,0 0-77-16,-2 21 1 15,-14 37-15-15,-1 44 54 16,-3 41 24-16,1 19 38 16,6-2-50-16,5-17 1 15,1-37 2-15,0-24-3 16,3-22 0-16,-1-13-12 15,-1-1 33-15,-3 0-23 16,-3-2 2-16,-1-12 0 0,2-12-6 16,0-8 6-1,4-6 0-15,1-6 8 0,6 0-2 16,0-18 74-16,0-18-80 16,13-10 0-16,14-14-7 15,10-6 7-15,5-4 0 16,6 1 0-16,-1 1-121 15,10-18-56-15,-10 14-362 16,-11 7-322-16</inkml:trace>
  <inkml:trace contextRef="#ctx0" brushRef="#br0" timeOffset="19783.34">23620 6232 1068 0,'0'0'876'0,"0"0"-584"15,0 0-292-15,0 0 0 16,-88 131 74-16,49-57 0 16,3 9 43-16,9 4-91 15,9 0 11-15,14-14-74 16,4-8 20-16,16-19-84 16,19-15 45-16,38-26-67 15,-8-5-131-15,-3-7-531 0</inkml:trace>
  <inkml:trace contextRef="#ctx0" brushRef="#br0" timeOffset="20041.3">23769 6627 874 0,'0'0'1535'16,"0"0"-1348"-16,0 0-145 16,0 0-11-16,-60 115-22 0,60-79 36 15,0-7-45-15,20-4 0 16,14-8 57-16,7-5-42 15,5-12-15-15,-4 0 0 16,-9-7 30-16,-8-18-33 16,-15-4 3-16,-10-5 0 15,0-3-2-15,-19 2 2 16,-10 4 0-16,-7 9-6 16,2 6 14-16,5 10-44 15,12-4-77-15,6 2-219 0,11-4-263 16</inkml:trace>
  <inkml:trace contextRef="#ctx0" brushRef="#br0" timeOffset="20209.99">24571 6164 2295 0,'0'0'267'15,"29"157"-244"-15,-38-17 8 16,-40 20-24-16,-26-10-8 15,6-35 1-15,19-37-168 16,-1 3 62-16,15-26-255 16,3-9-478-16</inkml:trace>
  <inkml:trace contextRef="#ctx0" brushRef="#br0" timeOffset="23126.74">1783 9071 39 0,'0'0'1161'0,"0"0"-830"16,0 0-110-16,0 0-34 15,0 0-43-15,0 0 70 16,0 0-91-16,-2-23-28 15,2 18-16-15,0 1-78 0,0 1 72 16,0-1-73-16,-2 4 0 16,0-3 25-16,-2 3-9 15,0 0-16-15,0 0 0 16,-3 0 33-16,3 0-16 16,0 3-17-16,4 3-18 15,0-3-5-15,0 2-5 16,13-3 6-16,9-2 21 15,1 0-5-15,-4 0-15 16,-7-7 21-16,-8-7 0 16,-4 0-13-16,0 3 13 15,-14 1-60-15,-13 10-59 0,2 3-365 16,4 12-386-16</inkml:trace>
  <inkml:trace contextRef="#ctx0" brushRef="#br0" timeOffset="23850.74">2623 8964 1300 0,'0'0'843'15,"0"0"-685"-15,0 0-141 16,0 0-17-16,0 0-60 15,126-104 54-15,-74 58-4 16,4-10-55-16,-4 1 64 16,-6-6-123-16,-13 5 54 15,-8 2 58-15,-13 10 24 16,-8 9 1-16,-4 9 57 16,0 15-46-16,0 11 24 15,-6 0-48-15,-10 32 0 16,-5 36 17-16,0 44 49 15,-2 33 70-15,-2 12-66 0,5-23-44 16,7-36 90-16,0-36-108 16,3-8 2-16,-5 4 22 15,-3 3-22-15,-4-3 27 16,-4-12-37-16,-1-12 0 16,-2-12 49-16,6-8-47 15,7-12-2-15,8-2 48 16,8-14-31-16,0-25-17 15,29-14-17-15,16-14-92 16,15-7 51-16,13-3-127 16,25-27-124-16,-18 19-184 15,-13 10-885-15</inkml:trace>
  <inkml:trace contextRef="#ctx0" brushRef="#br0" timeOffset="24057.62">3388 8369 618 0,'0'0'1126'0,"0"0"-839"16,0 0-211-16,0 0-65 15,-96 174 182-15,64-90-64 16,11 8-35-16,9-2 5 16,12-20-99-16,0 2-3 15,25-12-75-15,10-15-90 16,30-16 2-16,-7-15-321 15,-5-12-491-15</inkml:trace>
  <inkml:trace contextRef="#ctx0" brushRef="#br0" timeOffset="24318.98">3665 8761 1872 0,'0'0'189'0,"0"0"-52"16,0 0-58-16,0 0 52 15,-117 128 6-15,117-102-49 16,5-2 12-16,30-4-85 16,12-3 3-16,12-10 34 15,1-7-52-15,-5 0-2 16,-12-7-11-16,-14-12 26 16,-16-3-29-16,-13-4 16 0,0 0-67 15,-22-2 32-15,-7 6-8 16,-2 5-19-16,-8 8-63 15,10 4-180-15,12 2-392 0</inkml:trace>
  <inkml:trace contextRef="#ctx0" brushRef="#br0" timeOffset="24512.65">4219 8318 1333 0,'0'0'281'0,"0"0"-76"16,71 188-11-16,-61-86-90 0,-10-5 49 16,0-9-98-16,-21-21 4 15,-5 8-59-15,-1 5-55 16,4-5-22-16,8-21-417 16,9-21-536-16</inkml:trace>
  <inkml:trace contextRef="#ctx0" brushRef="#br0" timeOffset="24798.8">4676 8867 1565 0,'0'0'650'0,"0"0"-471"16,0 0-179-16,0 0 0 16,145 0-1-16,-98 0 20 15,2 0-38-15,-7 16 13 16,-11-2-376-16,-19 0-441 0</inkml:trace>
  <inkml:trace contextRef="#ctx0" brushRef="#br0" timeOffset="24917.43">4634 9099 1798 0,'0'0'431'0,"0"0"-419"15,0 0-24-15,0 0-165 0,156 23-222 16,-105-23-189-16</inkml:trace>
  <inkml:trace contextRef="#ctx0" brushRef="#br0" timeOffset="26089.79">5827 8903 1724 0,'0'0'555'16,"0"0"-483"-16,0 0-11 15,0 0-17-15,122-24-33 16,-60 5 88-16,7-10-99 16,5-3-4-16,-3-4 3 15,-4-3-100-15,-15 1 50 16,-19 4-76-16,-19 0-53 15,-14 5 120-15,-18 4-78 16,-30 6 31-16,-14 6 107 16,-2 13 36-16,-3 0 89 15,7 16-1-15,10 20-65 16,15 11 138-16,18 7-108 16,11 4 6-16,6 0 39 0,18-4-81 15,22-6 15-15,12-7-68 16,10-9 20-16,7-9-45 15,7-11 25-15,-3-8-130 16,17-4-97-16,-20-12-267 16,-18-8-1091-16</inkml:trace>
  <inkml:trace contextRef="#ctx0" brushRef="#br0" timeOffset="26765.86">6727 7867 1190 0,'0'0'369'0,"0"0"-19"15,0 0-193-15,0 0-119 0,0 0 123 16,0 0-135-16,0 0 41 16,-136-59 37-16,107 93-49 15,4 14 86-15,10 11-80 16,9 3-41-16,6 0 95 16,2-6-109-1,19-6-6-15,6-8 6 0,7-11 20 16,0-11-3-16,-6-9-23 15,-5-5 0-15,-7-6-40 16,-12 0 41-16,-4 0-2 16,0-14-10-16,-18-4-49 15,-7 3 23-15,-6 4 14 16,0 9-92-16,-14 8-21 16,8 20-341-16,8 1-128 0</inkml:trace>
  <inkml:trace contextRef="#ctx0" brushRef="#br0" timeOffset="27324.53">6968 8993 1676 0,'0'0'474'16,"0"0"-376"-16,0 0-82 0,0 0 10 15,0 0 28-15,0 0-23 16,0 0 4-16,-3 0 23 16,3 0-37-16,0 0-19 15,0-5 87-15,0 0-88 16,-2 1 94-16,0 3-95 16,0 1 0-16,0 0 33 15,2 0-32-15,-3 0-1 16,-1 0 0-16,0 0-125 15,-10 7 61-15,5 1-302 16,1-4-925-16</inkml:trace>
  <inkml:trace contextRef="#ctx0" brushRef="#br0" timeOffset="27924.44">6576 8139 857 0,'0'0'514'15,"0"0"-367"-15,0 0-74 16,0 0 163-16,0 0-107 16,0 0 60-16,122-110-14 15,-86 98-87-15,-3 8 15 16,-6 4-88-16,-7 2 20 16,-11 22-17-16,-9 12-18 15,-2 11-26-15,-47 28 17 16,4-9-181-16,3-14-339 0</inkml:trace>
  <inkml:trace contextRef="#ctx0" brushRef="#br0" timeOffset="31855.83">1700 11369 825 0,'0'0'239'15,"0"0"-68"-15,0 0 2 16,0 0-14-16,0 0-22 16,0 0-1-16,0 0-29 15,0 3-41-15,0-3-22 16,0 0 3-16,0 0-46 15,0 0 8-15,0 0-8 16,0 0-1-16,0 0 28 16,0 0-19-16,0 0 17 15,-2 0 54-15,0 0-71 16,2 1 13-16,0-1-22 0,0 3 0 16,0-1 23-1,0 1-23-15,9-3 0 0,-1 2 26 16,0-2 0-16,-2 0 56 15,-4 0-3-15,-2 0 6 16,0-4-23-16,0-2-62 16,-10 6-138-16,-4 0-82 15,3 0-561-15</inkml:trace>
  <inkml:trace contextRef="#ctx0" brushRef="#br0" timeOffset="33911.67">2389 11427 1540 0,'0'0'400'0,"0"0"-148"16,0 0-58-16,0 0-75 15,0 0 6-15,0 0-85 0,0 0-34 16,103-135 9 0,-48 81-15-16,8-7-43 0,10-6-66 15,3-4-45-15,0-6-19 16,-4-3 47-16,-12 3 69 15,-14 0 38-15,-13 3-4 16,-17 5 23-16,-11 11 54 16,-5 10 75-16,-2 10-6 15,-14 15-83-15,-6 8-39 16,-3 11 16-16,-6 4-17 16,-4 22 0-16,-8 36 34 15,-1 43 72-15,4 33 20 16,8-2-50-16,19-21-15 15,8-36 14-15,5-26-69 16,0 1 18-16,15-1-24 0,12-3 1 16,7-15 1-16,6-11-2 15,4-10-24-15,6-10 18 16,-2 0-73-16,-3-12-32 16,-7-16-33-16,-9-8 19 15,-4-4-30-15,-10-2 0 16,-3 9 143-16,-8 6 12 15,-2 15 160-15,-2 10-18 16,0 2-119-16,0 9-15 16,0 16 41-16,-2 8 22 15,-2 2-7-15,2-1-34 16,2-4-30-16,0-5-5 16,0-6-109-16,0-5-64 15,10-14-106-15,-1 0-323 16,-2-4-712-16</inkml:trace>
  <inkml:trace contextRef="#ctx0" brushRef="#br0" timeOffset="34325.43">3386 11043 1395 0,'0'0'186'16,"0"0"-20"-16,4 114 46 15,-4-68-65-15,0-6 3 16,0-8 7-16,0-7-50 15,-2-11-19-15,0-5-67 16,2-4-14-16,0-3 14 0,0-2-21 16,0 0 0-16,0-7 0 15,17-12-6-15,8-12-143 16,6-3 57-16,5 4 2 16,-1 6 90-16,-1 14-4 15,-5 10 4-15,-7 2 23 16,-6 24 60-16,-7 6 14 15,-7 2-44-15,-2-2-4 16,0-8 4-16,0-6-44 16,0-7 5-16,0-10-14 15,0-1 0-15,2 0-1 16,19-16-4-16,12-13-153 16,13-9-12-16,12-8 58 15,2 5 57-15,-4 7 11 0,-6 12 25 16,-11 15 17-16,-9 7-14 15,-20 35-63-15,-10 8-152 16,0-4-414-16</inkml:trace>
  <inkml:trace contextRef="#ctx0" brushRef="#br0" timeOffset="36805.85">2487 11867 1174 0,'0'0'277'0,"0"0"-69"16,0 0-49-16,0 0-27 16,0 0 11-16,0 0-31 15,0 0-35-15,5-96 9 16,13 86-77-16,-1 3 19 16,6 7 16-16,-1 0-15 15,3 21 8-15,-6 13-16 16,-5 12 13-16,-7 6 48 15,-7 3-36-15,0-6-3 16,0-5-4-16,-12-7-15 16,1-10 1-16,5-5-25 0,1-9 0 15,3-5-6-15,2-7-17 16,0-1-11-16,0 0-9 16,0 0-20-16,11-12 14 15,7-13-88-15,2-14-126 16,2-7 67-16,-6 1 44 15,-9 4 152-15,-3 11 82 16,-4 14 139-16,0 12-37 16,0 4-134-16,-11 8-43 15,2 16 23-15,0 6 47 16,9 2-2-16,0-2-47 16,2 0-6-16,25-6-22 15,6-2-38-15,9-5-75 0,26-6-40 16,-8-4-129-16,-11-7-349 15</inkml:trace>
  <inkml:trace contextRef="#ctx0" brushRef="#br0" timeOffset="37006.97">2971 11979 1667 0,'0'0'350'0,"0"0"-91"16,0 0-135-16,0 0-11 15,0 0-36-15,0 0-37 16,0 0 20-16,120-22-51 16,-68 20-9-16,1 2 0 0,1 0-57 15,-1 0-118-15,14-5-155 16,-11-1-196-16,-14-1-434 0</inkml:trace>
  <inkml:trace contextRef="#ctx0" brushRef="#br0" timeOffset="37270.85">3501 11783 1448 0,'0'0'305'16,"0"0"-167"-16,0 0-48 16,0 0-22-16,0 0-13 0,0 0 8 15,0 0 35-15,52 60-8 16,-36-31-88-1,-5-3 29-15,-9 3 37 16,-2 1 12-16,-13 1 29 0,-18 3-33 16,-10-1-40-16,-1-1-33 15,-1 0-3-15,7-4-82 16,10-5-88-16,19-7-147 16,7-8-292-16,0-8-558 0</inkml:trace>
  <inkml:trace contextRef="#ctx0" brushRef="#br0" timeOffset="37597.8">3934 11863 664 0,'0'0'861'0,"0"0"-759"15,0 0-9-15,0 0 104 16,0 0 13-16,0 0-33 15,0 0-49-15,-82 113-12 16,82-84-60-16,6 1-38 16,17-4 28-16,3-4-29 15,8-5 2-15,1-7 5 16,3-6-23-16,0-4 15 16,-2 0-16-16,-5-13-20 15,-9-8 19-15,-8-5-14 16,-10-5-10-16,-4-1-7 0,-2 3 13 15,-18 2 13 1,-2 7 0-16,-5 10-92 0,-4 10-74 16,6 0-300-16,5 0-293 15</inkml:trace>
  <inkml:trace contextRef="#ctx0" brushRef="#br0" timeOffset="37840.86">4124 11689 1684 0,'0'0'476'0,"0"0"-359"0,0 0-71 15,0 0-46-15,0 0-7 16,118-7 6-16,-74 7-199 16,-3 0-471-16</inkml:trace>
  <inkml:trace contextRef="#ctx0" brushRef="#br0" timeOffset="40676.96">4587 11246 1572 0,'0'0'380'16,"0"0"-150"-16,0 0-121 15,0 0-6-15,0 0-1 16,0 0-72-16,125-111-5 15,-59 65-24-15,9-4 6 16,-2-3-7-16,1-1-41 16,-10 0-36-16,-8 0-36 15,-16 2-33-15,-15 6 56 0,-17 9 35 16,-8 5 54 0,0 11 1-16,-18 11 31 0,-6 10-18 15,-5 2-13 1,-4 30 0-16,0 20 55 0,-4 32 47 15,2 34 14-15,6 29 5 16,4-8-30-16,12-32-6 16,2-33-38-16,2-23-11 15,0 2-18-15,-2 0-10 16,-3-1 6-16,4-14-14 16,-2-12 0-16,-1-8 9 15,4-8-9-15,0-6-1 16,4-4 1-16,5-6 0 15,0-30 0-15,23-19-61 16,22-20-128-16,14-13-2 16,15-8-91-16,7-3-34 0,-2 1 48 15,-4 2 94-15,-11 3 133 16,-13 9 41-16,-13 10 144 16,-14 14 59-16,-10 16 15 15,-12 16 82-15,-2 17-83 16,-4 11-123-16,-21 11-69 15,-8 27-24-15,-5 17 23 16,3 14 91-16,8 7-68 16,9 3 7-16,9-3-33 15,9-10-12-15,0-11 4 16,15-9-13-16,10-13-4 0,2-8-2 16,-3-10-94-16,3-6-28 15,-5-9-20-15,-4-9-87 16,-7-18-31-1,-4-7-389-15</inkml:trace>
  <inkml:trace contextRef="#ctx0" brushRef="#br0" timeOffset="40880.11">5465 10990 1109 0,'0'0'377'0,"0"0"-179"16,0 0-68-16,0 0 72 16,0 0-24-16,34 103 14 15,-34-61-27-15,-13 3-59 16,-3-4-12-16,5-5-73 15,4-8-7-15,7-8-14 0,0-6-1 16,3-5 1 0,23-9-30-16,8 0-16 0,3-10-48 15,1-23-150-15,-2-41-66 16,-10 5-273-16,-12 2-431 0</inkml:trace>
  <inkml:trace contextRef="#ctx0" brushRef="#br0" timeOffset="41024.82">5664 10967 720 0,'0'0'971'16,"0"0"-696"-16,0 0-146 15,0 0 64-15,0 0-39 16,-38 120-20-16,38-80-70 16,2-4-51-16,14-5 25 15,4-4-31-15,0-8-7 0,-2-4-48 16,-1-7-72 0,-1-8-54-16,-7-3-145 15,-5-17-64-15</inkml:trace>
  <inkml:trace contextRef="#ctx0" brushRef="#br0" timeOffset="41190.67">5962 10767 1287 0,'0'0'855'0,"0"0"-779"16,0 0-53-16,62 125 43 16,-54-62-7-16,-8 3-5 15,0 2 25-15,0 0-58 16,-10-2-21-16,6 7-107 15,0-19-101-15,4-18-370 0</inkml:trace>
  <inkml:trace contextRef="#ctx0" brushRef="#br0" timeOffset="41443.8">6607 11078 1147 0,'0'0'1267'16,"0"0"-983"-16,0 0-215 15,0 0-69-15,0 0 18 16,118 0-18-16,-78 9-34 15,-4 17-71-15,-14-3-254 16,-15-2-504-16</inkml:trace>
  <inkml:trace contextRef="#ctx0" brushRef="#br0" timeOffset="41557.35">6595 11285 1073 0,'0'0'1132'0,"0"0"-953"15,0 0-179-15,0 0-29 16,148 2-131-16,-90-2-173 15,-9-10-622-15</inkml:trace>
  <inkml:trace contextRef="#ctx0" brushRef="#br0" timeOffset="42418.9">7656 11456 557 0,'0'0'1194'16,"0"0"-853"-16,0 0-255 15,0 0-76-15,0 0 25 16,110-113-35-16,-62 59 14 16,2-9-14-16,-1-6-5 15,-2-7-30-15,-7-6-42 16,-8-5 68-16,-9-3-7 16,-7 3 26-16,-7 9-10 15,-5 13 1-15,-2 16 17 16,-2 19 26-16,0 19-4 15,0 11-5-15,-8 9-33 16,-9 35 15-16,-8 32 37 16,4 7 95-16,9 8-45 0,6 6-14 15,6-18-56-15,12-1-19 16,17-15 13-16,7-14-17 16,1-17-13-16,4-14 2 15,-3-10-22-15,-5-8-17 16,-4 0-80-16,-4-10 13 15,-8-16 32-15,-3-6-44 16,-5 0-28-16,-5 6 146 16,-4 8 1-16,0 14 120 15,0 4-119-15,0 2-2 0,-9 18-1 16,1 6 1-16,0 0 3 16,6-1-3-16,2-2-68 15,0-12-93-15,14-8-173 16,-1-3-259-16</inkml:trace>
  <inkml:trace contextRef="#ctx0" brushRef="#br0" timeOffset="42846.49">8499 10985 178 0,'0'0'1035'0,"0"0"-697"15,0 0-23-15,0 144-100 16,-6-100-20-16,-6-10-8 0,1-8-98 15,5-8-29-15,4-6-59 16,-1-8-1-16,3-4 3 16,0 0-3-16,0 0 0 15,18-18-26-15,6-10-127 16,10-8-14-16,1-2-40 16,2 4 78-16,-6 8 110 15,-7 12 19-15,-8 14 78 16,-5 0-2-16,-9 8 27 15,-2 12 32-15,0 1-29 16,0-7-9-16,0-3-42 16,0-5-37-16,0-4 7 15,0-2-19-15,9 0-6 0,17-12 0 16,13-9-134 0,5-11 26-16,8 1 62 0,-6-1-10 15,-5 8 16-15,-8 10-2 16,-11 11 17-16,-6 3-6 15,-10 22 6-15,-6 17 0 16,0 10 25-16,-17 28-110 16,-10-12-55-16,-2-11-349 0</inkml:trace>
  <inkml:trace contextRef="#ctx0" brushRef="#br0" timeOffset="43363.96">7378 11754 1595 0,'0'0'495'0,"0"0"-405"15,0 0-72-15,0 0 4 16,116-106 0-16,-76 88 55 16,-3 10-27-16,-5 8-33 15,-10 0 17-15,-8 28-21 16,-10 15 26-16,-4 12 56 0,-4 9 2 16,-16 7-33-16,-3-7-31 15,6-8-20-15,1-13 6 16,7-11-11-1,5-14-16-15,0-6-1 0,4-8-23 16,0-4 32-16,0 0-36 16,0-2 18-16,2-25 5 15,13-10-124-15,3-13-48 16,-1-5 40-16,-3 7 145 16,-5 15 34-16,-5 10 119 15,-4 15-36-15,0 8-80 16,0 0-29-16,0 0-8 15,0 18 1-15,2 7 27 16,8 1 17-16,5 6-45 16,6-5 0-16,3-3-26 0,14-4-119 15,-3-8-102-15,-6-8-403 0</inkml:trace>
  <inkml:trace contextRef="#ctx0" brushRef="#br0" timeOffset="43555.58">7760 11891 1861 0,'0'0'503'16,"0"0"-395"-16,0 0-71 15,0 0 12-15,0 0-5 16,0 0-22-16,135-8 14 16,-90 8-36-16,1 0-37 15,6 0-48-15,-6-4-94 16,12-8-112-16,-13 0-106 0,-11-3-214 0</inkml:trace>
  <inkml:trace contextRef="#ctx0" brushRef="#br0" timeOffset="43778.71">8171 11753 1340 0,'0'0'497'0,"0"0"-328"16,0 0-90-16,0 0-64 15,0 0 1-15,0 0 75 16,0 0-38-16,83 68-4 15,-70-36 47-15,-9 2-50 16,-4 2 54-16,0 0-39 16,-23 1 8-16,-4-2-8 0,-4-5-60 15,6-4-1-15,5-3 0 16,9-5-91-16,9-6-88 16,8-12-155-16,21 0-156 15,6 0-565-15</inkml:trace>
  <inkml:trace contextRef="#ctx0" brushRef="#br0" timeOffset="44041.02">8564 11921 1595 0,'0'0'316'16,"0"0"-248"-16,0 0 41 16,0 0 35-16,-102 125-33 0,92-100 51 15,10 0-86-15,0-6-30 16,18-1-9-1,11-5-22-15,9-5-15 0,3-8 0 16,-1 0-19-16,-3-3 7 16,-8-12-9-16,-8-6-46 15,-13-2-18-15,-8-3 29 16,0-1-5-16,-11 3-41 16,-9 5-7-16,-5 4 25 15,-2-1-146-15,8 2-262 16,1 0-584-16</inkml:trace>
  <inkml:trace contextRef="#ctx0" brushRef="#br0" timeOffset="44213.64">8695 11664 825 0,'0'0'1120'0,"0"0"-885"16,0 0-180-16,0 0 11 15,114 12-59-15,-73 1-6 16,21 3-2-16,-9-3-123 16,-6-2-256-16</inkml:trace>
  <inkml:trace contextRef="#ctx0" brushRef="#br0" timeOffset="47321.05">9583 10409 1033 0,'0'0'326'0,"0"0"-95"0,0 0-68 16,0 0-20-16,0 0 64 16,0 0-76-16,0 0-15 15,9-56-67-15,-9 56-24 16,0 4-25-16,0 22-5 15,0 16 5-15,0 18 94 16,0 15-3-16,-5 27-9 16,-11 22-45-16,-3 26 11 15,-2 3 5-15,5-27-29 16,3-31-12-16,7-32 19 16,2-6-25-16,1 3-12 15,1 5 1-15,-1-5 5 0,3-11 5 16,0-15-5-1,0-10 0-15,0-9-1 16,0-8-3-16,3-4-2 16,-3-3 3-16,2 0 3 0,-2 0 30 15,3 0-29-15,1 0-1 16,2 0 13-16,5 0-11 16,10 0 14-16,3-4-16 15,5 0 0-15,5 0-19 16,1 2 4-16,1 2-91 15,11-8-116-15,-9 0-324 16,-7-4-271-16</inkml:trace>
  <inkml:trace contextRef="#ctx0" brushRef="#br0" timeOffset="47742.84">9602 10265 1868 0,'0'0'520'0,"0"0"-422"15,0 0-59-15,0 0-14 16,0 0 9-16,145-2 23 16,-82 14-32-16,-1 2-25 15,19 16-65-15,-19-6-210 0,-16-4-320 16</inkml:trace>
  <inkml:trace contextRef="#ctx0" brushRef="#br0" timeOffset="48855.75">10171 11097 995 0,'0'0'691'0,"0"0"-470"16,0 0-85-16,0 0 12 15,0 0-50-15,0 0-52 16,0 0-12-16,65 4 25 16,-22-4-10-16,5 0-41 15,4-11-8-15,-6-8-20 16,-3-4-66-16,-12 0-29 15,-8-3-59-15,-17-2-24 16,-6 0 23-16,-4-1 59 16,-25 3 79-16,-12 6 37 15,-3 6 33-15,-4 11 76 0,4 3 62 16,7 5 17-16,6 21-29 16,10 9-51-16,12 5-53 15,9 4 44-15,7 2-59 16,26-4 11-16,9-2-29 15,10-8-8-15,2-4-14 16,1-8-5-16,-2-8-93 16,15-12-62-16,-15 0-187 15,-10-10-482-15</inkml:trace>
  <inkml:trace contextRef="#ctx0" brushRef="#br0" timeOffset="49341.74">10717 10240 1227 0,'0'0'369'0,"0"0"-241"15,0 0-96-15,0 0 174 0,-15 115 10 16,3-69-67-16,2-3-24 16,1-8-46-16,-1-7-47 15,6-8-6-15,2-10-26 16,2-4 4-16,0-3-13 15,0-3 9-15,0 0-12 16,0 0 2-16,16-11-3 16,8-9-28-16,3 0-5 15,2 1 27-15,-3 10 19 16,-3 7 19-16,-6 2-19 16,-1 14 0-16,-5 14 5 15,-4 11 17-15,-2-2 3 16,-5 4-14-16,0-8 11 0,0-1-22 15,0-7 0 1,-8-4-52-16,-11-2-64 0,-1-5-181 16,-1-12-290-16</inkml:trace>
  <inkml:trace contextRef="#ctx0" brushRef="#br0" timeOffset="49507.53">10740 10289 1778 0,'0'0'396'16,"0"0"-188"-16,0 0-122 16,127-46-71-16,-83 39 7 15,-1 7-4-15,-6 0-18 16,5 25-118-16,-7 3-209 0,-12-3-408 0</inkml:trace>
  <inkml:trace contextRef="#ctx0" brushRef="#br0" timeOffset="49891.35">11056 11101 1270 0,'0'0'268'16,"0"0"-227"-16,0 0-28 15,0 0 32-15,0 0-10 16,0 0 2-16,0 0-12 15,-2 54 4-15,4-52 31 16,0 0-60-16,-2-2 81 16,0 0 46-16,0 0 63 15,0 0-15-15,0-11-175 16,-4 2-2-16,-3-3-147 0,3 0-216 16,2 2-749-16</inkml:trace>
  <inkml:trace contextRef="#ctx0" brushRef="#br0" timeOffset="51494.78">11888 10273 973 0,'0'0'504'15,"0"0"-271"-15,0 0 21 16,0 0-78-16,0 0-34 16,0 0-3-16,0 0-73 15,31-98-46-15,-40 96-20 16,-11 2-4-16,-2 0 3 15,-1 12-7-15,-2 15 8 16,8 14 53-16,3 11 1 16,5 10 17-16,9 1-8 15,0 2-38-15,0-5 17 16,3-7-20-16,1-6-22 16,-4-4 40-16,0-6-38 15,-9-2 4-15,-13-5 19 0,-5-4-25 16,1-6 0-16,1-8-10 15,5-10-29-15,9-2 39 16,9-9-33-16,2-26-16 16,22-13-148-16,23-8-20 15,8-1 115-15,8 10 50 16,-6 12 52-16,-4 17 22 16,-9 14 52-16,-8 4 17 15,-10 14 5-15,-10 18-10 16,-8 7 16-16,-6 2-35 15,0 0-21-15,0-5-12 16,-6-8-23-16,0-8 2 16,3-8-13-16,0-7-24 15,3-2-14-15,0-3-21 16,8-3-8-16,15-20-15 0,12-9-272 16,5-8-155-16,2 2 142 15,-2 9 367-15,-8 14 18 16,-13 15 136-16,-5 0-10 15,-12 24 31-15,-2 4 50 16,0 4-2-16,-6-6-88 16,-6-4-6-16,3-8-14 15,5-6-96-15,4-4-19 16,0-4 0-16,2 0-19 16,23-7-39-16,12-16-140 0,15-5-86 15,3-2-28 1,5 0 114-16,-6 5 126 15,-11 13 72-15,-14 12 134 16,-12 0-56-16,-11 29-11 0,-6 7-26 16,0 3-5-16,0 2-36 15,-2-5-19-15,2-11-127 16,0-12-368-16</inkml:trace>
  <inkml:trace contextRef="#ctx0" brushRef="#br0" timeOffset="51708.59">12989 10243 1363 0,'0'0'230'16,"0"0"-42"-16,0 0 87 16,-94 152-112-16,78-96-29 15,12-2-31-15,4 1-49 16,0-4-51-16,20 0-3 15,12-10-86-15,21-6-170 16,-6-13-248-16,-4-14-822 0</inkml:trace>
  <inkml:trace contextRef="#ctx0" brushRef="#br0" timeOffset="51986.15">13140 10749 1790 0,'0'0'598'0,"0"0"-565"16,0 0-33-16,0 0 0 0,0 0-12 15,148-43-13-15,-108 21-2 16,-5-5-128-16,-10-1-154 16,-12-2-22-16,-13 0-23 15,0 3 159-15,-28 2 163 16,-9 5 32-16,0 11 200 16,1 9 63-16,7 0-129 15,6 15 15-15,8 17 41 16,8 8-10-16,7 9-31 15,0 1-91-15,12-2-29 16,15-2-15-16,6-9-14 16,9-6-15-16,34-16-126 15,-9-10-186-15,-7-5-290 0</inkml:trace>
  <inkml:trace contextRef="#ctx0" brushRef="#br0" timeOffset="52364.9">13776 10449 1407 0,'0'0'254'15,"0"0"-177"-15,0 0-37 16,0 0 70-16,0 0 95 16,0 0-18-16,0 0-51 15,48 138-14-15,-50-97-25 16,-13-3-15-16,-1-4-58 15,5-6-12-15,5-9-6 16,1-6-12-16,5-6 3 16,0-6-63-16,0-1-37 0,0 0 38 15,13-21-11-15,6-12-156 16,-2-4-137-16,-3-2-33 16,-3 7 402-16,-7 11 164 15,-2 14 203-15,-2 7-219 16,0 2-142-16,0 19 53 15,2 7 74-15,8 5-43 16,3-1-30-16,11-2-53 16,10-5-7-16,8-4-43 15,30-15-89-15,-12-6-227 16,-4 0-657-16</inkml:trace>
  <inkml:trace contextRef="#ctx0" brushRef="#br0" timeOffset="52548.44">14538 10265 1974 0,'0'0'285'15,"0"0"-270"-15,0 0-15 16,102 130 0-16,-88-70 37 16,-14 9 5-16,-9 17 41 15,-27-2-83-15,-55 34-52 16,6-21-263-16,7-30-558 0</inkml:trace>
  <inkml:trace contextRef="#ctx0" brushRef="#br0" timeOffset="53605.01">11826 11143 1294 0,'0'0'405'15,"0"0"-149"-15,0 0-59 16,0 0-35-16,0 0-40 15,0 0-72-15,0 0-7 16,160-1-35-16,-64 1 33 16,37 13 14-16,45 3 42 15,25 2-28-15,11-6-44 16,3-8 2-16,-4-2-25 16,8-2 14-16,5 0-16 15,-10 0 0-15,-21 0-15 0,-27 0 9 16,-41-2 11-16,-40 2-16 15,-29 0 8-15,-18 0-15 16,1 9-9-16,-6 3-108 16,-6 9-97-16,-16-3-269 15,-9-4-373-15</inkml:trace>
  <inkml:trace contextRef="#ctx0" brushRef="#br0" timeOffset="54775.9">12728 11578 1365 0,'0'0'348'16,"0"0"-114"-16,0 0-1 16,0 0-60-16,0 0-4 15,0 0-82-15,0 0-52 16,24-106-3-16,1 90-31 0,4 2 16 16,2 8 19-16,0 6-30 15,-1 0 13-15,-8 15-8 16,-7 19-10-16,-11 10 24 15,-4 7-9-15,0 5 13 16,-15 2 5-16,-3-5-20 16,3-9-1-16,3-14-13 15,6-8-10-15,6-8-5 16,0-8-49-16,0-4-29 16,20-2 10-16,2-14-67 15,5-18-46-15,-3-8-92 16,-10-2 126-16,-7 5 162 15,-7 13 148-15,-2 15 126 16,-17 9-162-16,-1 0-85 16,1 23 29-16,5 8 16 0,11 2-20 15,3 4 33-15,29 1-66 16,43-2 15-16,49-6-34 16,37-18-134-16,-15-10-99 15,-26-2-667-15</inkml:trace>
  <inkml:trace contextRef="#ctx0" brushRef="#br0" timeOffset="55853.32">15051 10421 631 0,'0'0'847'0,"0"0"-558"16,0 0-112-16,0 0-31 15,0 0-25-15,0 0-56 16,0 0-19-16,75-10-31 16,-36 10 3-16,3 2 5 15,2 3-23-15,1-2 1 0,-5-1 3 16,-7-2-4-16,-8 0-15 16,-9 0-8-16,-10 0 20 15,-6 0 3-15,0 0 9 16,0 0 38-16,0 0-7 15,0 0-7-15,0 0-21 16,0 4-12-16,0 8-57 16,0 10 45-16,0 7 5 15,0 12 7-15,-2 6 24 16,-4 8-12-16,-4 10 31 16,2 5 22-16,-5 10-19 0,-1 8 33 15,-1 6-68-15,-1 5 33 16,3 1-2-16,3-1-40 15,1-5 12 1,7-6-14-16,2-4 1 0,0-6 15 16,0-7-10-16,0-9-6 15,0-12 0-15,0-12 7 16,0-10-17-16,-6-8 10 16,-12-6 0-16,-5-2 6 15,-6-3 12-15,-4-4 12 16,-1-1-21-16,-1-4-9 15,-1 0 8-15,1 0-8 16,4 0-38-16,4-9-39 16,8-20-35-16,11 5-144 15,8-6-822-15</inkml:trace>
  <inkml:trace contextRef="#ctx0" brushRef="#br0" timeOffset="56238.88">15855 11064 468 0,'0'0'1581'15,"0"0"-1036"-15,0 0-462 16,0 0-7-16,0 0 9 15,0 0-24-15,0 0-46 16,143-13-13-16,-99 13-2 16,-7 0-69-16,-18 0-138 15,-11 13-181-15,-8 1-523 0</inkml:trace>
  <inkml:trace contextRef="#ctx0" brushRef="#br0" timeOffset="56345.97">15820 11226 1711 0,'0'0'631'0,"0"0"-535"15,0 0-94-15,0 0 48 16,0 0-10-16,167 27-40 16,-102-20-111-16,-9-6-503 0</inkml:trace>
  <inkml:trace contextRef="#ctx0" brushRef="#br0" timeOffset="58037.32">16573 11251 1375 0,'0'0'609'15,"0"0"-401"-15,0 0-63 0,0 0 17 16,0 0 8-16,0 0-69 15,0 0-100-15,131-71 43 16,-70 39-43-16,-3 1-2 16,0-3 0-16,-9 2-27 15,-11-1 4-15,-11 1-12 16,-16 3 12-16,-11-2 11 16,0 4-3-16,-25 0 4 15,-13 6 12-15,-4 12-1 16,-3 9 1-16,3 0 0 15,2 22-1-15,9 13 1 16,11 6 24-16,9 4 10 16,11-1-7-16,0 0-14 15,19-4 2-15,17-6-15 0,9-8 9 16,7-6-9-16,5-10-12 16,5-6-57-16,19-4-134 15,-17-13-160-15,-12-4-347 0</inkml:trace>
  <inkml:trace contextRef="#ctx0" brushRef="#br0" timeOffset="58607.04">17190 10239 848 0,'0'0'338'0,"0"0"-171"15,0 0-19-15,0 0-15 0,0 0-6 16,0 0 128-16,0 0-82 16,-17 94-74-16,11-67-30 15,-4-1-43-15,4-7 1 16,-1-6-26-16,5-6-1 15,2-5 0-15,0-2 0 16,0 0-12-16,0 0 11 16,11 0-4-16,7 0-4 15,4 0 10-15,0 0-1 16,-1 0 22-16,-4 0-22 16,-3 22 1-16,-6 8 11 15,-3 4 3-15,-5 4 17 0,0-2 8 16,-5-1-14-1,-8-9 8-15,-3-5-28 0,-1-4-12 16,-3-5-6-16,-5-7-71 16,-15-5-52-16,5-3-207 15,0-17-465-15</inkml:trace>
  <inkml:trace contextRef="#ctx0" brushRef="#br0" timeOffset="58749.77">17233 10159 1607 0,'0'0'396'16,"0"0"-165"-16,125-58-73 16,-76 41-82-16,-6 7-64 15,-12 10-12-15,-4 2-57 16,-12 18-219-16,-6 4-524 0</inkml:trace>
  <inkml:trace contextRef="#ctx0" brushRef="#br0" timeOffset="59162.48">17389 11157 1382 0,'0'0'255'0,"0"0"-242"16,0 0-2-16,0 0 40 15,0 0 3-15,0 0-2 16,0 0 26-16,40 25-25 16,-22-25-11-16,-7 0 3 15,-2-5 8-15,-7-7 15 16,-2 2 37-16,0 0-27 0,-15 4 8 16,-6 6-86-16,-8 3-50 15,6 14-151-15,4 1-305 0</inkml:trace>
  <inkml:trace contextRef="#ctx0" brushRef="#br0" timeOffset="62840.36">13105 11532 971 0,'0'0'310'0,"0"0"-161"15,0 0 7-15,0 0 48 16,0 0-15-16,0 0-32 16,0 0-7-16,-16 0-55 15,1 0 5-15,-6 0-63 0,-3 0-31 16,-5 0 22-16,0 4-28 15,2 12-30-15,7 8-56 16,16 13-81-16,4-6-166 16,0-7-589-16</inkml:trace>
  <inkml:trace contextRef="#ctx0" brushRef="#br0" timeOffset="64282.98">17692 11260 940 0,'0'0'845'15,"0"0"-541"-15,0 0-168 16,0 0 59-16,0 0-92 16,0 0-51-16,117-85-6 15,-71 45-34-15,8-6 4 16,-3-6-16-16,2-6 0 15,-2-7-1-15,-3-1-7 0,-8-6 8 16,-7-1 8 0,-8-1 1-16,-8 2 0 15,-5 8-3-15,-6 10-6 0,-4 16 33 16,0 14-20-16,-2 16 2 16,0 8-15-16,-6 8-16 15,-17 30-15-15,-16 32 21 16,-11 35 10-16,6 1 73 15,6-6-50-15,16-14-4 16,15-22 3-16,5 5-22 16,2 1 14-16,7-13-14 15,22-12-14-15,6-11 13 16,7-12-26-16,3-12-31 0,-1-10-45 16,-1 0-53-16,-7-14-32 15,-7-14-127-15,-10-3 12 16,-5-1 105-16,-5 6 198 15,-7 5 115-15,-2 10 217 16,0 8-65-16,0 3-137 16,0 0-126-16,-2 14 2 15,-9 10 65-15,-1 2-59 16,4 0-8-16,3-3-4 16,5-6-74-16,0-13-128 15,5-4-163-15,9 0-381 0</inkml:trace>
  <inkml:trace contextRef="#ctx0" brushRef="#br0" timeOffset="64710.18">18546 11037 1249 0,'0'0'514'16,"0"0"-449"-16,0 0 141 16,-27 106 6-16,12-76-59 15,1-3-35-15,3-10-8 16,7-5-95-16,2-6 1 15,2-2-16-15,0-4 0 16,0 0-4-16,9-1 4 16,13-18-45-16,9-6-62 15,5-1-27-15,-1 1 49 16,-3 4 0-16,-10 9 50 16,-11 9 34-16,-7 3 2 0,-4 12 57 15,0 14 57-15,-6 2-18 16,-5-1-2-16,1-8-61 15,6-5-34-15,4-9 19 16,0-5-19-16,0 0-1 16,20-5-45-16,14-14-111 15,6-10-13-15,5-1-35 16,1-3 103-16,-3 4 102 16,-5 7 80-16,-9 8 167 15,-7 8-96-15,-5 6-90 16,-8 8-41-16,-2 20-20 15,-7 10-32-15,0 10-5 16,-24 18-119-16,-5-12-161 16,0-12-630-16</inkml:trace>
  <inkml:trace contextRef="#ctx0" brushRef="#br0" timeOffset="65206.01">17712 11794 1614 0,'0'0'483'0,"0"0"-410"16,0 0-72-16,0 0 40 0,0 0 16 15,118-61-23 1,-97 61 5-16,-5 0-39 0,-8 15 1 16,-8 13 19-16,0 12 4 15,-4 11 44-15,-14 0 25 16,0 0-44-16,0-9-12 16,7-10-37-16,4-9 0 15,3-9-7-15,4-9 4 16,0-5-79-16,0 0 12 15,2-7 38-15,12-23-114 0,3-7-179 16,1-9 8 0,-1 2 132-16,-5 8 185 0,-5 11 233 15,-5 11 255-15,-2 7-255 16,0 5-71-16,0 2-128 16,0 0-31-16,0 9 29 15,2 10-31-15,2 5 7 16,8 2-8-16,3-2-28 15,6-4-73-15,8-6-88 16,-5-4-158-16,-2-10-412 16</inkml:trace>
  <inkml:trace contextRef="#ctx0" brushRef="#br0" timeOffset="65372.02">17975 11913 1438 0,'0'0'738'0,"0"0"-536"16,0 0-116-16,0 0-2 15,0 0-32-15,0 0-21 16,119-30-15-16,-80 26-16 16,6 0-52-16,0 1-52 15,6-6-93-15,-11 3-191 16,-11-2-353-16</inkml:trace>
  <inkml:trace contextRef="#ctx0" brushRef="#br0" timeOffset="65586.87">18297 11775 1083 0,'0'0'645'0,"0"0"-402"16,0 0-132-16,0 0-88 15,0 0 32-15,0 0 22 16,0 0-17-16,79 46-2 0,-71-20 3 16,-8 4-6-16,0 2 27 15,-8 0-32-15,-15 3 5 16,-9-6-9-16,1-3-38 15,4-2-8-15,7-6-54 16,18-6-144-16,2-4-132 16,0-5-407-16</inkml:trace>
  <inkml:trace contextRef="#ctx0" brushRef="#br0" timeOffset="65870.12">18656 11913 1562 0,'0'0'262'15,"0"0"-250"-15,0 0 41 16,0 0 168-16,0 0-44 16,0 0-33-16,-97 124-43 15,97-100-64-15,0-2 2 16,12-1-20-16,17-8-12 16,6-4 29-16,5-7-36 15,3-2-10-15,-3-2-26 16,-7-16-74-16,-8-5 33 15,-14-3 5-15,-11 1-35 16,0-1 106-16,-13 3-17 16,-10 5 18-16,3 4 0 15,-7 2-29-15,8 4-215 0,2 0-352 16</inkml:trace>
  <inkml:trace contextRef="#ctx0" brushRef="#br0" timeOffset="66032.48">18858 11712 1356 0,'0'0'644'16,"0"0"-480"-16,0 0-105 16,0 0-58-16,174-18-1 15,-118 8-140-15,-4-3-593 0</inkml:trace>
  <inkml:trace contextRef="#ctx0" brushRef="#br0" timeOffset="69682.31">14044 10555 568 0,'0'0'715'15,"0"0"-546"-15,0 0-121 16,0 0-32-16,0 0 32 16,0 0 40-16,0 0 3 15,0-40 51-15,-3 35-18 16,-4-2-17-16,-2 1-23 16,-4 2-39-16,-5 4-19 15,-4 0-26-15,-10 14-47 16,-21 39-93-16,9-3-96 15,4-6-368-15</inkml:trace>
  <inkml:trace contextRef="#ctx0" brushRef="#br0" timeOffset="71344.78">19810 10744 902 0,'0'0'543'16,"0"0"-307"-16,0 0-22 16,0 0 50-16,0 0 22 15,0 0-122-15,0 0-36 16,20 0-75-16,9-6-30 16,8-6-5-16,13-4-18 15,6-5 0-15,4-2-8 16,2-3-54-16,-4 0-26 15,-11 2-49-15,-11-1-7 16,-19 3 44-16,-14 3 16 16,-3 2 66-16,-32 7 1 15,-16 8 34-15,-18 2 14 16,-2 10 32-16,1 19-7 16,11 6 43-16,14 7-17 0,17 2-9 15,19 2 0-15,6 0-60 16,27-3 21-16,19-5-16 15,14-8-10-15,9-6-16 16,5-6-16-16,18-9-153 16,-19-4-103-16,-15-5-511 0</inkml:trace>
  <inkml:trace contextRef="#ctx0" brushRef="#br0" timeOffset="72954.27">20639 10805 1935 0,'0'0'605'16,"0"0"-471"-16,0 0-74 15,0 0-42-15,0 0-2 16,0 0-16-16,0 0-22 15,15 2-66-15,4 1-175 0,-1-1-76 16,-3-2-604-16</inkml:trace>
  <inkml:trace contextRef="#ctx0" brushRef="#br0" timeOffset="73762.28">21315 10291 563 0,'0'0'1369'0,"0"0"-1074"16,0 0-259-16,0 0-36 15,0 0 0-15,-121 10 19 16,65 40 25-16,-6 12 79 16,2 13-26-16,9 1 1 15,6-2-34-15,14-2-8 16,14-8-9-16,11-8-47 16,6-8 8-16,21-9-5 15,16-13-3-15,13-9-45 16,6-10-37-16,2-7-101 15,-2-3-10-15,-10-18-34 16,-11-1 80-16,-12 0 86 0,-15 5 61 16,-5 7 196-16,-3 3 27 15,0 7-109-15,0 0-37 16,-3 0-40-16,-7 6 41 16,3 5 4-16,0 1-54 15,7 0 2-15,0-4-23 16,0 0 8-16,0-4-3 15,0 0-12-15,5-4 0 16,-3 0 0-16,-2 0-10 16,0 0 4-16,0-9-13 15,0-8-54-15,-2-1 53 16,-3 4 20-16,3 6 6 16,2 4 51-16,0 0-38 15,22-4 1-15,16-1-20 0,9-8 1 16,9 0-2-16,2-8-33 15,-3-3-8-15,-6-6 15 16,-9-4 5-16,-9-4-18 16,-10-6-20-16,-13 0 7 15,-5 3 53-15,-3 12 19 16,0 10 94-16,0 12 26 16,0 11-115-16,0 0-24 15,0 31-14-15,0 13 14 16,0 15 51-16,0 8-26 15,0 2 2-15,-11-5-12 16,-4-6-9-16,-4-8 21 0,-3-8-27 16,2-6 1-1,-2-5 14-15,1-6-15 16,4-4-49-16,5-1-88 16,8-6-198-16,4-8-343 0</inkml:trace>
  <inkml:trace contextRef="#ctx0" brushRef="#br0" timeOffset="74057.92">22324 10314 1776 0,'0'0'485'0,"0"0"-377"16,0 0-108-16,0 0 0 16,-133 55 88-1,93 1 30-15,4 12-2 0,7 7-52 16,9 0-41-16,9 3 0 16,6-9-23-16,5-5 0 15,0-8-2-15,5-4-78 16,21-8-88-16,1-13-198 15,-2-16-542-15</inkml:trace>
  <inkml:trace contextRef="#ctx0" brushRef="#br0" timeOffset="74408.07">22344 10840 1744 0,'0'0'517'15,"0"0"-402"-15,0 0-67 16,0 0 47-16,0 0-24 16,0 0-37-16,0 0-34 15,117-14-53-15,-80-5-62 16,-1 0 38-16,-9-2-84 16,-11-6-70-16,-14 1-12 15,-2 1 103-15,-18 0 108 0,-16 6 32 16,-3 12 72-1,-3 7 90-15,-1 4-48 0,1 22 56 16,5 7-18-16,6 8-21 16,13 1 6-16,9 0-84 15,7 0-27-15,2-1 9 16,25-6-35-16,6-4 0 16,13-7-104-16,27-15-77 15,-9-4-182-15,-6-5-496 0</inkml:trace>
  <inkml:trace contextRef="#ctx0" brushRef="#br0" timeOffset="74926.77">22857 10569 1610 0,'0'0'355'0,"0"0"-257"15,0 0-27-15,0 0 40 16,0 0-23-16,0 0-21 0,0 0 34 15,63 88-42 1,-63-45 11-16,0 1 48 0,-11 5-75 16,-5-6-4-16,1-2-28 15,1-12-1-15,5-5-10 16,3-10 0-16,4-8-10 16,2-6 2-16,0 0-38 15,2 0-11-15,15-22-28 16,5-12-118-16,3-9-126 15,0-6-70-15,-8 7 257 16,-7 12 142-16,-6 12 478 16,-4 12-204-16,0 6-149 15,0 0-92-15,0 20 34 0,0 8 13 16,-2 4-28 0,2 1-10-16,0 2-26 0,24-7-16 15,7-4-19-15,31-9-96 16,-6-8-75-16,-4-7-443 0</inkml:trace>
  <inkml:trace contextRef="#ctx0" brushRef="#br0" timeOffset="75101.8">23591 10447 2061 0,'0'0'617'0,"0"0"-608"16,0 0-9-16,105 126-14 15,-81-63 14-15,-8 9 11 16,-14 4-11-16,-2 5 0 0,-42 35-31 16,-10-24-238-16,-6-18-233 15</inkml:trace>
  <inkml:trace contextRef="#ctx0" brushRef="#br0" timeOffset="75769.36">19935 11335 773 0,'0'0'821'0,"0"0"-636"15,0 0-128-15,0 0-18 16,0 0 99-16,156 15 31 16,-20-5-82-16,58-5-16 15,33-2 49-15,16-3-22 16,4 0 25-16,-8 0-76 16,12 0 0-16,9 0-16 15,-7 4-30-15,-4 0-2 0,-14-2-4 16,-16-2 5-16,-19 0 15 15,-21 0-5-15,-25 1 10 16,-40 1 1-16,-32 0-21 16,-27 3 0-16,-16-3-9 15,-4 1-57-15,-4 2 2 16,-8 1-108-16,-23 0-61 16,-7-2-282-16,-22-2-143 0</inkml:trace>
  <inkml:trace contextRef="#ctx0" brushRef="#br0" timeOffset="76239.7">21495 12108 1949 0,'0'0'360'0,"0"0"-311"15,0 0-19-15,0 0 1 16,0 0 58-16,0 0-37 16,145-132-10-16,-111 89-20 15,-5-5-1-15,-3 2 64 16,-6 5-6-16,-6 14-34 16,-6 9 41-16,-5 9-71 15,-3 8-7-15,0 1-8 16,0 0-17-16,0 18 10 15,0 14-14-15,0 14 21 16,7 10 5-16,2 4-5 16,4 0-20-16,3-4-75 15,8 1-126-15,-6-15-161 16,0-16-748-16</inkml:trace>
  <inkml:trace contextRef="#ctx0" brushRef="#br0" timeOffset="76935.14">24186 11281 1345 0,'0'0'505'16,"0"0"-266"-16,0 0 9 16,0 0-38-16,0 0-42 15,0 0-64-15,0 0-44 16,65-2-3-16,-19 7-56 16,5 4 0-16,3 2-1 15,-5 0-6-15,-4 2-58 16,-10 2-135-16,-8-3-180 15,-18-2-592-15</inkml:trace>
  <inkml:trace contextRef="#ctx0" brushRef="#br0" timeOffset="77069.89">24170 11548 2022 0,'0'0'487'15,"0"0"-486"-15,0 0 56 0,0 0-4 16,170 16-42-16,-74-16-11 15,-14 0-132-15,-11 0-378 0</inkml:trace>
  <inkml:trace contextRef="#ctx0" brushRef="#br0" timeOffset="81893.89">21277 10774 895 0,'0'0'230'0,"0"0"-97"0,0 0-27 16,0 0 20-16,0 0-40 15,0 0-52-15,0 0-5 16,0-27 3-16,0 24-4 16,0 1 34-16,0 0-13 15,0 2-20-15,0 0 19 16,0 0-7-16,0 0-12 15,0 0 13-15,0 0-23 16,0-2 40-16,0 2-28 16,0-3-1-16,-7 3-7 15,-2-3-15-15,2 3 20 16,3 0 5-16,0 0-32 16,-1 0 9-16,-1 0-4 15,1 0-1-15,-4 0 33 0,0 0-37 16,-5 3 20-16,1 11 7 15,3 5 0-15,-4 3 17 16,5 2-2-16,3 1-21 16,4-6 24-16,2 0-28 15,0-8-9-15,2 1 12 16,13-3-5-16,9-4 23 16,6-2-24-16,3-3-9 15,0 0 16-15,1 0-22 16,-5-13 0-16,-7-3 0 15,-9-4 0-15,-3-2 20 0,-8-5-19 16,-2 1 1-16,0-3 52 16,-14 0-42-16,-1 8 4 15,-3 3-3-15,2 6-13 16,0 10-1-16,-10 6-87 16,3 20-209-16,4 1-307 0</inkml:trace>
  <inkml:trace contextRef="#ctx0" brushRef="#br0" timeOffset="87884.88">25125 11369 755 0,'0'0'258'0,"0"0"-38"16,0 0 83-16,0 0 15 0,0 0-74 16,0 0-63-16,0 0-39 15,-5 3-41-15,5-3-5 16,0 0-15-16,0 0 4 16,0 0-28-16,11 0-13 15,6 0 6-15,10-11-42 16,4 0 10-16,10-6-15 15,1 2 6-15,-2-6-18 16,-1 1-18-16,-8-4-14 16,-6 0 13-16,-15-4-32 15,-10-2 17-15,0 1-37 16,-22 0 35-16,-20 9 44 16,-10 8-17-16,-6 12 18 15,-2 0 12-15,4 26 1 16,8 10 41-16,7 8-38 0,12 4 13 15,14 2 22-15,15-3-50 16,0-6 19-16,33-2 9 16,21-7-19-16,15-8 2 15,9-7-12-15,4-10-70 16,21-7-131-16,-21-4-154 16,-17-12-512-16</inkml:trace>
  <inkml:trace contextRef="#ctx0" brushRef="#br0" timeOffset="88465.17">25640 10476 1333 0,'0'0'310'0,"0"0"-62"16,0 0-34-16,0 0-46 15,0 0-73-15,0 0-22 16,0 0 4-16,-123 43-6 15,89 13 11-15,8 11-33 16,5-1-4-16,15 0-2 16,6-6-37-16,0-9 3 0,22-10 14 15,7-10-16-15,7-13-14 16,0-8 5-16,-5-10-7 16,-4 0 8-16,-12-18-39 15,-11-10-26-15,-4-5 10 16,-6-1-28-16,-21 8 35 15,-7 10-22-15,-3 14-35 16,-19 18-133-16,12 20-270 16,5 1-548-16</inkml:trace>
  <inkml:trace contextRef="#ctx0" brushRef="#br0" timeOffset="88907.9">25922 11543 1302 0,'0'0'332'16,"0"0"-234"-16,0 0-13 15,0 0 1-15,0 0-59 16,0 0 0-16,0 0-9 16,0 12 14-16,5-12 53 15,-5 0 2-15,0 0 27 16,0 0-12-16,-5-9-81 16,-11 1-21-16,-5 0-82 15,0 7-234-15,8-2-658 0</inkml:trace>
  <inkml:trace contextRef="#ctx0" brushRef="#br0" timeOffset="91080.81">1615 13767 993 0,'0'0'545'16,"0"0"-408"-16,0 0 17 15,0 0-40-15,0 0-30 16,0 0-14-16,0 0-7 16,0-9-14-16,0 9-21 0,0-2 32 15,0-4 41 1,0 2-70-16,0-4-29 0,0 2 21 16,0 0-9-16,0 1 14 15,0 5-26-15,0 0 45 16,0 0 23-16,0 0-27 15,0 0-17-15,0 0-12 16,0 0 0-16,0 0-14 16,0 0-11-16,0 7 11 15,12-3-7-15,5-1 13 16,6-3-6-16,0 0 7 16,-2 0 5-16,-7-9-12 15,-5-5 0-15,-9-2 1 0,0-3 25 16,0 5-26-1,-3 2-37-15,-7 12-88 0,2 0-187 16,2 0-689-16</inkml:trace>
  <inkml:trace contextRef="#ctx0" brushRef="#br0" timeOffset="97441.74">2635 13924 481 0,'0'0'852'0,"0"0"-563"15,0 0-52-15,0 0 37 16,0 0-23-16,0 0-84 16,0 0-65-16,0 0-11 15,4-2-77-15,18-20 5 16,14-6-13-16,12-12-6 0,10-6-22 15,7-5-56-15,3 0-75 16,-4-2 32-16,-6-3-86 16,-14-2 21-16,-13-2 93 15,-12-2 40-15,-11 1 48 16,-8 6 5-16,0 2 95 16,-4 6 28-16,-9 8-24 15,-1 9-15-15,3 12-3 16,2 6-50-16,2 12-5 15,-1 0-26-15,-3 16 0 16,-7 26 14-16,-3 16 21 16,4 17 41-16,5 7-1 0,6-2-46 15,6-5-3-15,0-14-26 16,14-15 6-16,9-10 13 16,4-12-19-1,2-10-7-15,5-7 6 16,1-7-36-16,2 0-44 0,-4-14-27 15,-4-10-14-15,-7-5 40 16,-9 0-32-16,-6 0 42 16,-5 12 72-16,-2 4 100 15,0 11-6-15,0 2-76 16,-4 8-12-16,-9 16 59 16,-3 5-25-16,5 2 2 15,1 0-30-15,8-7-12 0,2-5-12 16,2-3-85-16,27-16-95 15,0 0-60-15,-4-5-369 0</inkml:trace>
  <inkml:trace contextRef="#ctx0" brushRef="#br0" timeOffset="97855.9">3463 13491 1084 0,'0'0'412'0,"0"0"-181"16,0 0-14-16,0 110-19 15,-2-78-42-15,-2-2-36 16,2-7-16-16,2-5-70 16,0-8-22-16,0-3 9 0,0-7-20 15,0 0 10-15,15 0-11 16,10-21-8-16,6-9-71 16,2-4-44-16,-2-2-23 15,-4 5 113-15,-6 11 29 16,-8 12 4-16,-7 8 13 15,-3 13 16-15,-3 16 74 16,0 7 17-16,0-1-24 16,0-5 6-16,-5-9-83 15,3-5-9-15,2-11-5 16,0-5 1-16,7 0-12 16,19-18 1-16,13-13-97 15,5-6 8-15,5-7-19 16,-5 2 78-16,-8 8 34 15,-5 11-2-15,-8 17 3 0,-5 6 0 16,-7 17-22-16,-7 21 22 16,-4 35-57-16,-11-8-138 15,-9-9-477-15</inkml:trace>
  <inkml:trace contextRef="#ctx0" brushRef="#br0" timeOffset="98439.71">2878 14145 1506 0,'0'0'368'0,"0"0"-95"16,0 0-151-16,0 0-71 16,8-111-4-16,13 88-22 15,0 4 52-15,4 9-23 16,-3 10-36-16,1 0 7 0,-8 20-25 15,-3 16 27-15,-8 15 22 16,-4 7 3-16,0 2 22 16,-14 0-45-16,-1-6-18 15,1-11 23-15,6-10-34 16,1-10-8-16,5-7 7 16,2-15-22-16,0-1-2 15,0 0-3-15,2-12-20 16,13-18 23-16,8-15-144 15,-5-8-63-15,-3 3-42 16,-5 8 233-16,-8 14 41 16,-2 16 213-16,0 12-117 15,-5 0-42-15,-8 22-24 16,0 8 32-16,5 2 10 0,6 3 3 16,2-3-27-16,8-1-35 15,15-4-13-15,11-10 0 16,6 0-81-16,16-16-81 15,-7-1-201-15,-12 0-468 0</inkml:trace>
  <inkml:trace contextRef="#ctx0" brushRef="#br0" timeOffset="98930.23">3189 14279 1177 0,'0'0'1093'0,"0"0"-926"16,0 0-155-16,0 0 18 15,0 0 5-15,0 0 38 0,0 0 2 16,152-21-75-16,-107 12-24 16,-5 1-14-16,-3 0-49 15,-3 0-14-15,-5 0-115 16,-7 3 6-16,-6-2-6 16,-7 2-154-16,-9-2 69 15,0 1-224-15,-4-4 427 16,-14 1 98-16,-1 2 229 15,4 0-8-15,1 0-115 16,4 2-72-16,1 4 37 16,5-3 120-16,1 1 24 15,0 2-1-15,3 1 24 16,0 0-49-16,0 0-46 0,0 0-64 16,0 0-33-1,0 0 15-15,0 0-60 16,8 0-2-16,5 0-5 15,5 1 6-15,1 12 22 0,6 5-22 16,-2 4 10-16,-3 3 12 16,-7 4-7-16,-7 5 43 15,-6 2-17-15,0 3 9 16,-10 2 31-16,-17 4-71 16,-2-3-10-16,0-3 0 15,2-2-46-15,10-9-49 16,17-12-139-16,0-10-288 15,2-6-205-15</inkml:trace>
  <inkml:trace contextRef="#ctx0" brushRef="#br0" timeOffset="99180.64">3887 14239 1714 0,'0'0'328'15,"0"0"-308"-15,0 0 7 16,0 0 80-16,-78 100 66 15,67-72-26-15,7 0-35 16,4-5-70-16,2-4-19 16,18-2 12-16,7-9-23 15,2-4-3-15,-3-4-9 16,-4 0-14-16,-5 0-19 16,-7-12-37-16,-5-5-47 0,-5 0-27 15,0-2-128-15,-11 4-30 16,-5 3-69-16,5 2-263 0</inkml:trace>
  <inkml:trace contextRef="#ctx0" brushRef="#br0" timeOffset="99371.89">3887 14239 1192 0,'50'-50'882'0,"-50"50"-683"15,0 0-127-15,2 0-54 16,15 0-17-16,10 0 46 0,4 4-46 16,2 3-1-16,-2 0-104 15,6-7-132-15,-13 0-35 16,-6 0-323-16</inkml:trace>
  <inkml:trace contextRef="#ctx0" brushRef="#br0" timeOffset="99515.89">4130 14091 1192 0,'0'0'863'0,"0"0"-770"16,0 0-34-16,0 0 15 15,-75 150-33-15,57-94-11 16,-1 2-30-16,8 7-112 16,5-14-250-16,6-18-772 0</inkml:trace>
  <inkml:trace contextRef="#ctx0" brushRef="#br0" timeOffset="100431.34">4761 13675 838 0,'0'0'1198'0,"0"0"-876"16,0 0-236-16,0 0-79 16,0 0 0-16,114-124 1 15,-78 81-16-15,-3-6-15 16,-6-3-43-16,-8 2-9 16,-9 2-6-16,-8 7 30 15,-2 10 31-15,0 12 20 16,-14 13 26-16,1 6-26 15,-3 22-58-15,5 24 58 16,5 32 31-16,4 33 53 16,2 25 15-16,0-8 0 0,0-24-19 15,0-32-20 1,-5-19-5-16,-7 1-7 0,-3 5-36 16,-5-1-5-16,-5-14 11 15,3-14-3-15,-2-8 12 16,6-12-27-16,3-10 0 15,3 0 25-15,10-22-25 16,2-24-59-16,16-17-77 16,24-15 14-16,13-6-8 15,10-8-117-15,1 0-31 16,-1-2 84-16,-10 1 53 16,-11 3 128-16,-15 9 13 15,-14 11 157-15,-8 19 88 16,-5 17 83-16,0 17-71 15,-9 17-73-15,-13 19-164 0,-7 28-20 16,0 20 0-16,2 13 48 16,7 4-12-16,13-1-12 15,7-9-17-15,0-8 13 16,13-13-19-16,10-7-1 16,4-11-6-16,0-9-36 15,2-8-20-15,0-12-96 16,4-8-56-16,-6-20-79 15,-10-7-259-15</inkml:trace>
  <inkml:trace contextRef="#ctx0" brushRef="#br0" timeOffset="100753.71">5303 13716 1088 0,'0'0'616'0,"0"0"-239"0,0 0-194 16,0 0-122-16,0 0-11 16,0 0 39-16,0 0 11 15,33 70-55 1,-28-44-14-16,-5-1 15 0,2-4-21 15,-2-5-2-15,2-7-23 16,0-2 1-16,2-5-2 16,6-2-30-16,1 0-24 15,2-14 35-15,3-13-76 16,-3-8-90-16,-6-5-131 16,-5 6 29-16,-2 10 288 15,0 11 186-15,0 13-40 16,0 4-100-16,0 25 67 15,0 5 59-15,0 4-70 0,0-2-35 16,11-4-19-16,2-6-48 16,3-8 5-16,5-8-5 15,-2-3-80-15,8-7-57 16,-7-10-94-16,-5-10-330 0</inkml:trace>
  <inkml:trace contextRef="#ctx0" brushRef="#br0" timeOffset="100935.55">5681 13391 2018 0,'0'0'498'15,"0"0"-471"-15,0 0 38 16,127 132-4-16,-98-73-15 16,-10 2 11-16,-15 4-38 0,-4 1-7 15,-7 2-12-15,-15-1-37 16,-14 4-94-16,7-17-352 15,5-17-502-15</inkml:trace>
  <inkml:trace contextRef="#ctx0" brushRef="#br0" timeOffset="101318.39">6426 13774 1928 0,'0'0'537'15,"0"0"-434"-15,0 0-41 16,0 0-33-16,0 0-2 0,0 0 22 16,0 0-24-1,59 16-19-15,-26-8 36 16,2-1-42-16,-1 4-63 0,-14 5-133 15,-9-2-273-15,-11-4-261 0</inkml:trace>
  <inkml:trace contextRef="#ctx0" brushRef="#br0" timeOffset="101430.76">6377 13975 1974 0,'0'0'353'0,"0"0"-295"15,0 0-16-15,0 0-36 16,127 19-6-16,-76-16-116 15,-6-3-636-15</inkml:trace>
  <inkml:trace contextRef="#ctx0" brushRef="#br0" timeOffset="102382.19">7320 14141 1644 0,'0'0'497'0,"0"0"-413"15,0 0 18-15,0 0 38 16,0 0 28-16,0 0-114 16,143-111-29-16,-79 57-4 15,7-8-21-15,6-8-20 0,-2-7-2 16,-3-1-35-1,-8-4 11-15,-10-3-28 0,-14-2 29 16,-13 7 7-16,-12 9-28 16,-11 17 66-16,-4 18 6 15,0 18 43-15,0 16 11 16,-17 2-47-16,-8 31-6 16,-12 32 11-16,3 10 15 15,3 16 19-15,6 6 3 16,14-13-13-16,4 5 1 15,7-9-35-15,4-13-8 16,21-16 17-16,6-9-17 16,5-11 0-16,5-16 0 15,-4-6-17-15,3-7-23 0,-4-3-69 16,-4-23-35-16,-4-11-27 16,-6-4-163-16,-6-2-47 15,-7 4 364-15,-5 11 17 16,-4 14 385-16,0 10-82 15,0 4-170-15,-6 7-63 16,-12 20-33-16,-2 4 24 16,4 1-25-16,5 2-36 15,7-9-46-15,4-5-72 16,2-14-138-16,16-6-71 16,2 0-389-16</inkml:trace>
  <inkml:trace contextRef="#ctx0" brushRef="#br0" timeOffset="102813.72">8354 13712 1532 0,'0'0'247'15,"0"0"-184"-15,0 0 90 16,0 0 30-16,-13 128-17 16,4-104 7-16,0-5-55 15,3-7-78-15,3-3-9 16,3-7-31-16,0 1 0 15,0-3-8-15,0 0-21 16,15-9 9-16,12-13-103 16,7-5-51-16,6 1 66 0,-2 6 31 15,-9 11 77 1,-6 9 6-16,-13 0 41 0,-5 20 38 16,-5 8 20-16,0 4 6 15,0-4 23-15,-9-3-67 16,3-8-40-16,0-8-16 15,6-6-10-15,0-3 13 16,0 0-14-16,14-12-16 16,15-12-31-16,15-12-139 15,6-4 87-15,4-1 69 16,-6 6 30-16,-7 9 10 16,-10 12 10-16,-9 12-1 15,-8 2-12-15,-8 22-7 16,-6 18-28-16,-2 26-30 15,-19-6-233-15,2-12-764 0</inkml:trace>
  <inkml:trace contextRef="#ctx0" brushRef="#br0" timeOffset="104679.95">4061 14119 867 0,'0'0'371'16,"0"0"-147"-16,0 0-26 16,0 0-15-16,0 0-43 0,0 0-2 15,0 0-21 1,-18-12-43-16,18 12 23 0,0 0-21 15,0 0 3-15,0 0-11 16,0 0-26-16,0 0 6 16,0 0-23-16,0-2-4 15,12 2 12-15,5 0-33 16,6-2 1-16,1 2 3 16,5 0-4-16,0 0-9 15,3 0-53-15,7 0-120 16,-5 0-91-16,-10 0-345 0</inkml:trace>
  <inkml:trace contextRef="#ctx0" brushRef="#br0" timeOffset="104989.72">4203 13892 540 0,'0'0'1378'15,"0"0"-1065"-15,0 0-163 16,0 0-91-16,0 0-13 0,0 0-44 15,0 0 5-15,-15 54 30 16,11-10-13-16,-1 4-24 16,1 5-53-16,-10 3-97 15,6-12-243-15,-4-16-794 0</inkml:trace>
  <inkml:trace contextRef="#ctx0" brushRef="#br0" timeOffset="106197.4">7567 14379 1162 0,'0'0'525'0,"0"0"-424"16,0 0 38-16,0 0 78 15,0 0-50-15,0 0-56 0,0 0-44 16,16-37-48-16,-9 34 10 16,1 3-22-16,2 0 2 15,1 0 3-15,-3 0-12 16,2 16 0-16,-4 6 2 15,-3 5 22-15,-3 6 35 16,0 6-18-16,0 1-1 16,-5-4-24-16,-4-8-1 15,0-1 4-15,3-8-19 16,3-7 0-16,1-5-11 16,2-7 2-16,0 0-23 15,0 0-23-15,0 0-21 16,0-12 12-16,5-17-40 15,10-13-576-15,3-3 89 16,-2 4 409-16,-5 6 182 0,-7 14 339 16,-2 10 50-16,-2 10-35 15,0 1-150-15,0 0-101 16,0 5-63-16,0 14-8 16,0 4 52-16,0 5-33 15,0 5-33-15,14-8 9 16,6 4-27-16,4-7-81 15,18 0-23-15,-5-10-209 16,-6-5-417-16</inkml:trace>
  <inkml:trace contextRef="#ctx0" brushRef="#br0" timeOffset="106430.69">7884 14534 1144 0,'0'0'866'15,"0"0"-625"1,0 0-117-16,0 0-12 0,0 0-43 16,0 0 43-16,0 0-55 15,0-5-12-15,13 2-33 16,8-1-11-16,8-1-2 16,6 4-20-16,9-3-62 15,4 0-28-15,3 2-21 16,7-2-80-16,-12 2-147 15,-12-1-342-15</inkml:trace>
  <inkml:trace contextRef="#ctx0" brushRef="#br0" timeOffset="106730.85">8154 14395 1724 0,'0'0'528'0,"0"0"-458"16,0 0-43-16,0 0 7 16,0 0-33-16,0 0 11 15,0 0-12-15,42 18 0 16,-19 1-5-16,-6-1 5 16,-1 3-10-16,-7 3 4 15,-5 1 6-15,-4 1 0 0,-2 3 9 16,-21 0 16-16,-5 3 43 15,-4 0-29-15,-1 0-25 16,4-2-14-16,7-3-85 16,15-9-76-16,7-9-350 15,0-5-490-15</inkml:trace>
  <inkml:trace contextRef="#ctx0" brushRef="#br0" timeOffset="107120.6">8539 14508 1333 0,'0'0'400'0,"0"0"-210"15,0 0-64-15,0 0-23 16,0 0 21-16,0 0-53 15,0 0-7-15,-40 74-11 16,38-46-2-16,2-5-2 16,0 6-27-16,2-5-5 15,13 2 18-15,6-8-18 16,3 1-1-16,3-11-10 16,5-4-5-16,1-4 7 0,-4 0-8 15,-4-7-17-15,-8-10 7 16,-5-8-19-1,-10-1 22-15,-2-2-26 16,0 3 15-16,-16 2 9 0,-4 5 5 16,2 6-6-16,0 7-56 15,-2 5-87-15,2 0-131 16,7-5-398-16</inkml:trace>
  <inkml:trace contextRef="#ctx0" brushRef="#br0" timeOffset="107272.9">8539 14508 1324 0</inkml:trace>
  <inkml:trace contextRef="#ctx0" brushRef="#br0" timeOffset="107364.4">8539 14508 1324 0,'123'-86'682'0,"-123"86"-454"0,0 0-114 0,4 0-55 15,14 0-32-15,5 0 10 16,4-2-34-16,4 2-3 16,0 0-46-16,4 0-118 15,-10 0-142-15,-5 0-404 0</inkml:trace>
  <inkml:trace contextRef="#ctx0" brushRef="#br0" timeOffset="107532.25">8794 14342 939 0,'0'0'819'0,"0"0"-693"15,0 0-118-15,0 0 41 16,0 0 40-16,-70 146-33 16,55-98-25-16,-5 16-31 15,4-10-111-15,5-14-243 16</inkml:trace>
  <inkml:trace contextRef="#ctx0" brushRef="#br0" timeOffset="109193.7">8760 14425 1005 0,'0'0'635'15,"0"0"-417"-15,0 0-105 16,0 0 41-16,0 0-22 16,0 0-41-16,0 0-5 15,-11-16-21-15,6 15-34 16,-3-3 24-16,-6 0-54 16,-3 4 0-16,-6 0 4 15,-4 0-4-15,-2 4-1 16,-2 12 0-16,0 5 0 15,0 4 4-15,2 3 2 0,4 0-6 16,3 2 18 0,8-2-12-16,4-1 4 0,7-1 2 15,3 0-6-15,0 1 43 16,7-5-48-16,18 0 23 16,4-10-2-16,6-2-5 15,7-8 9-15,1-2-25 16,3 0 0-16,2-10 6 15,-4-4-7-15,-1-8-19 16,-6-4-8-16,-5 0 3 16,-8-4 11-16,-11 0-4 15,-9-4-18-15,-4 1 17 16,-4-1 18-16,-16 7 0 16,-8 5 16-16,-3 6 18 15,-4 6-31-15,2 10-3 0,4 0-50 16,0 0-90-16,7 19-74 15,6 0-153-15,10-6-409 0</inkml:trace>
  <inkml:trace contextRef="#ctx0" brushRef="#br0" timeOffset="109523.68">8847 14258 889 0,'0'0'1100'0,"0"0"-847"15,0 0-197-15,0 0-41 16,0 0 44-16,0 0-23 16,0 0 59-16,80-5-39 15,-38 10-45-15,5-2-11 16,3 1-28-16,-8 1-81 16,5-5-129-16,-11 0-298 0,-12 0-376 15</inkml:trace>
  <inkml:trace contextRef="#ctx0" brushRef="#br0" timeOffset="109696.87">9103 14125 1285 0,'0'0'887'16,"0"0"-803"-16,0 0-84 15,0 0 22-15,-41 142 8 16,27-93 1-16,1-1-31 15,1 11-34-15,5-11-188 16,3-17-471-16</inkml:trace>
  <inkml:trace contextRef="#ctx0" brushRef="#br0" timeOffset="111101.39">9676 13244 1247 0,'0'0'358'0,"0"0"-283"15,0 0-75-15,0 0 0 16,0 0 122-16,-107 133 153 16,74-57-93-16,2 8 12 15,6 5-68-15,5-3-50 16,11-7-24-16,9-6-37 15,0-8-14-15,12-10 0 16,17-6-1-16,6-9-47 16,30-6-147-16,-7-12-77 15,-5-10-270-15</inkml:trace>
  <inkml:trace contextRef="#ctx0" brushRef="#br0" timeOffset="111422.23">9851 13968 1766 0,'0'0'476'16,"0"0"-377"-16,0 0-99 15,0 0-44-15,0 0 20 16,81-131 24-16,-52 96-25 16,-4 0-81-16,-4 0-50 0,-6 1 71 15,-5 4 72-15,-4 0 13 16,-4 7 32-1,0 8 115-15,-2 4-29 16,0 9-46-16,2 2-72 0,-2 0-19 16,0 20 19-16,0 14 29 15,0 11 41-15,0 4 13 16,0 7-37-16,0 1-24 16,0-5-22-16,0-4-31 15,0-7-21-15,2-9-201 16,19-16-287-16,0-10-940 0</inkml:trace>
  <inkml:trace contextRef="#ctx0" brushRef="#br0" timeOffset="111656.78">10321 13808 405 0,'0'0'1363'0,"0"0"-982"16,0 0-266-16,0 0-24 16,0 0-44-16,0 0 24 15,118-15-43-15,-74 12-19 16,1 1-9-16,-3 2-41 16,-1 0-44-16,3 0-106 15,-11-2-361-15,-8-2-449 0</inkml:trace>
  <inkml:trace contextRef="#ctx0" brushRef="#br0" timeOffset="111866.85">10603 13609 1536 0,'0'0'283'0,"0"0"-252"16,0 0 35-16,-35 103 116 15,24-56-14-15,-1 4-59 16,4 3-30-16,1 0-58 16,1 0-21-16,1-1-56 0,5-2-94 15,-3-8-225-15,3-17-815 16</inkml:trace>
  <inkml:trace contextRef="#ctx0" brushRef="#br0" timeOffset="112864.68">11419 13571 1031 0,'0'0'544'15,"0"0"-318"-15,0 0-19 0,0 0-35 16,0 0-39 0,0 0-39-16,0 0 4 0,-29-24-63 15,29 23-35-15,12 1-15 16,7 0-40-16,6 0 43 15,0 1-1-15,2 16 12 16,-8 4 2-16,-3 8-1 16,-11 4 37-16,-5 6-23 15,-9 3 15-15,-27 6 25 16,-13 1-11-16,-5-3 14 16,-4-8-43-16,8-6-6 15,11-6 2-15,13-11-4 16,10-5-6-16,14-5 0 15,2-5 6-15,4 2-13 16,25-2 2-16,15 0 5 16,10 0-9-16,8-9-137 0,19-17-60 15,-16 3-174-15,-12-2-393 0</inkml:trace>
  <inkml:trace contextRef="#ctx0" brushRef="#br0" timeOffset="113216.9">11725 13716 1545 0,'0'0'488'0,"0"0"-367"16,0 0-121-16,0 0 13 15,0 0 78-15,0 0 25 16,0 0 35-16,40 116-56 0,-43-84-48 16,-3-8 14-16,-1-3-60 15,3-8 17-15,4-5-18 16,0-4-13-16,0-4-8 15,0 0-46-15,0 0-55 16,0-12 61-16,4-12-133 16,1-6-419-16,-1-1 7 15,-4 4 606-15,0 8 324 16,0 14 79-16,0 5-173 16,0 0-118-16,0 14-39 15,0 11 63-15,0 1-48 16,12 3-17-16,3 0-14 15,7-6-51-15,7-5-6 0,3-6-41 16,17-12-74-16,-7 0-157 16,-9-7-364-16</inkml:trace>
  <inkml:trace contextRef="#ctx0" brushRef="#br0" timeOffset="113398.62">12380 13604 590 0,'0'0'1761'16,"0"0"-1582"-16,0 0-115 16,90 162-34-16,-80-91-24 15,-10 4 28-15,-2 3-22 16,-27-2 9-16,-11-1-21 16,-32 10-45-16,8-14-147 0,6-25-402 0</inkml:trace>
  <inkml:trace contextRef="#ctx0" brushRef="#br0" timeOffset="115266.96">13170 12801 1154 0,'0'0'300'0,"0"0"-93"0,0 0 23 16,0 0-48-16,0 0-40 16,0 0-89-16,0 0-53 15,-117 24 74-15,73 6 0 16,4 3 15-16,6-1-22 15,12-4-25-15,7-2-11 16,8-8-29-16,7-2-2 16,0-4 0-16,0-3-18 15,17-6-36-15,6-3-57 0,4 0-36 16,0-8-67 0,-1-14-10-16,-2-9-20 0,-3-1 46 15,-7 2 197-15,-4 7 1 16,-5 4 294-16,-3 10 67 15,0 6-53-15,-2 2-112 16,0 1-92-16,0 0-71 16,2 5-33-16,2 19-1 15,2 9-11-15,0 7 12 16,1 4-78-16,-7 11-168 16,0-9-226-16,0-11-208 0</inkml:trace>
  <inkml:trace contextRef="#ctx0" brushRef="#br0" timeOffset="115487.22">12615 13358 1345 0,'0'0'894'0,"0"0"-546"15,0 0-182-15,0 0-54 16,0 0-53-16,0 0-18 15,131-42-40-15,-71 35 0 16,11 0-1-16,3 5-1 16,4 2-44-16,25 0-86 15,-19 0-201-15,-17 0-404 0</inkml:trace>
  <inkml:trace contextRef="#ctx0" brushRef="#br0" timeOffset="116028.63">13024 13508 937 0,'0'0'318'0,"0"0"-63"15,0 0 15-15,0 0-20 16,0 0-91-16,0 0-44 16,0 0-26-16,81-23-59 15,-81 27-20-15,0 12 60 16,0 8 1-16,-4 8 38 15,-15 4-33-15,-3 3-9 16,-1-3-7-16,4-3-48 16,3-6-12-16,7-12 8 15,7-4-8-15,2-7-19 16,0-4-44-16,7 0-25 16,15 0 49-16,5-20-116 15,0-14-162-15,-3-6-296 0,-6-2-264 16,-10 5 877-16,-2 12 384 15,-6 10 265-15,0 9-294 16,0 6-169-16,0 0-117 16,-3 8-9-16,0 10-11 15,3 6 10-15,0 5-56 16,12 0-3-16,17 2-39 16,36-4-131-16,-9-6-320 15,0-11-568-15</inkml:trace>
  <inkml:trace contextRef="#ctx0" brushRef="#br0" timeOffset="117012.81">13555 14062 1260 0,'0'0'945'15,"0"0"-607"-15,0 0-194 16,0 0-26-16,0 0-48 15,0 0-22-15,0 0-23 16,20-7-24-16,13 7 9 16,10 0-10-16,6 7-14 15,0 6 13-15,-9 3-174 16,-22 12-181-16,-11-6-323 16,-7-4-837-16</inkml:trace>
  <inkml:trace contextRef="#ctx0" brushRef="#br0" timeOffset="117136.02">13483 14258 1803 0,'0'0'597'0,"0"0"-477"0,0 0-74 16,0 0 32-16,0 0 11 15,0 0-89-15,139 0-20 16,-70 0-197-16,-13 0-382 16,-12 0-1183-16</inkml:trace>
  <inkml:trace contextRef="#ctx0" brushRef="#br0" timeOffset="124653.34">15439 14955 1305 0</inkml:trace>
  <inkml:trace contextRef="#ctx1" brushRef="#br0">24036 14461 0,'0'-25'16</inkml:trace>
  <inkml:trace contextRef="#ctx0" brushRef="#br0" timeOffset="140846.68">14380 14645 732 0,'0'0'500'0,"0"0"-326"15,0 0-83-15,0 0 14 16,0 0-21-16,0 0 11 15,27 0 11-15,-12 0-29 16,3-7-4-16,6-3-15 16,5-4-26-16,5-6 37 15,4-4-60-15,2-5 9 16,5 0-2-16,-1-3-7 16,1-2 7-16,-3 1-16 15,-2-3-4-15,-1-4 3 16,-6 0 1-16,-2 1 0 15,-4 0-13-15,-3-1-14 16,-4 2 24-16,-7 2-9 0,-1 2 12 16,-6 6-4-16,-4 1 4 15,-2 3 0 1,0 7 0-16,0 0 42 0,0 0 30 16,-6 6-42-16,-3-1-8 15,-2 3 6-15,-2 0-9 16,-4 4-10-16,-2 0-9 15,-3 5 0-15,-5 0-1 16,-5 2-5-16,-5 20-4 16,-2 10 10-16,-3 12 12 15,5 13 9-15,1 4 2 16,5 8 32-16,11 5 44 0,7-2-35 16,9 0-2-16,4-5-11 15,12-12-29-15,22-6 7 16,15-15-29-16,15-14-3 15,12-14 3-15,9-6-33 16,2-16-118-16,13-32-139 16,-22 6-255-16,-20 0-378 0</inkml:trace>
  <inkml:trace contextRef="#ctx0" brushRef="#br0" timeOffset="141799.37">15408 13784 965 0,'0'0'768'0,"0"0"-516"16,0 0-153-16,0 0 84 0,0 0-27 16,0 0-23-1,0 0-13-15,8-5-49 16,8-15-17-16,4-4-36 0,5-7-17 16,6-10 43-16,4-5-44 15,7-10 0-15,3-9-23 16,2-13-8-16,-2-6-35 15,-5-3-4-15,-9-1-30 16,-6 4 45-16,-7 9 55 16,-7 14 9-16,-7 18 81 15,-4 12-40-15,0 13-17 16,0 10-14-16,0 6 7 16,0 2-26-16,-9 6-3 0,-9 29-6 15,-9 31 9 1,-4 38 24-16,7 0 40 0,4-3-31 15,11-13-20-15,9-25 4 16,0-2-1-16,0 1-24 16,9-18 9-16,11-10-1 15,6-12 0-15,3-9-9 16,4-10-34-16,4-3 7 16,-2-10-36-16,1-19-72 15,-7-9-24-15,-6-6-23 16,-8 1 5-16,-6 7 186 15,-4 11 27-15,-5 14 203 16,0 8-54-16,0 3-58 0,0 7-77 16,0 17-21-1,-10 8 71-15,-1 0-48 0,0 0-31 16,4-8-12 0,3-4-14-16,1-8-36 0,3-6-144 15,0-3-36-15,10-7-78 16,9-17-24-16,4-4-456 0</inkml:trace>
  <inkml:trace contextRef="#ctx0" brushRef="#br0" timeOffset="142181.84">16163 13450 1069 0,'0'0'600'0,"0"0"-403"16,0 0 39-16,-9 119-96 16,-4-73 26-16,-3-3-10 15,3-10-59-15,1-3-6 16,4-13-70-16,3-8-7 0,3-2 1 15,2-7-14-15,0 0 29 16,2-8-30-16,19-20-8 16,6-8-42-16,6-8-44 15,5-1-3-15,-7 9 24 16,-4 13 73-16,-12 16 25 16,-9 7-25-16,-6 7 2 15,0 23 62-15,0-1 3 16,-8 2 7-16,-1-5-20 15,3-8-42-15,3-13 9 16,3-3-21-16,0-2 0 16,9-2 0-16,16-20 0 15,10-7-66-15,7-6 18 16,1 3 31-16,-7 4 16 0,-7 14-17 16,-12 9 6-16,-3 5-6 15,-10 19-38-15,-4 15-42 16,-6 29-17-16,-17-7-182 15,-2-10-617-15</inkml:trace>
  <inkml:trace contextRef="#ctx0" brushRef="#br0" timeOffset="142836.44">15539 14016 1280 0,'0'0'588'15,"0"0"-401"-15,0 0-181 0,0 0 36 16,0 0 57-16,0 0-6 15,0 0-2-15,62-41-57 16,-62 42-21-16,0 15 90 16,0 13-23-16,0 0-1 15,-2 5-10-15,-6 2-52 16,-2-5-2-16,4-9-15 16,3-8 0-16,1-6 0 15,2-3-16-15,0-5-24 16,0 0 5-16,11-11 1 0,9-17 34 15,5-8-133-15,-2-5-21 16,-4 2 96-16,-7 9 58 16,-8 9 56-16,-4 14 103 15,0 2-43-15,0 5-34 16,0 0-80-16,0 10 20 16,-9 13-20-16,2 5 10 15,5-2 8-15,2 6-5 16,0-8-9-16,9 0-12 15,9-5-34-15,7-7-45 16,14-7-40-16,-5-5-154 16,-3 0-399-16</inkml:trace>
  <inkml:trace contextRef="#ctx0" brushRef="#br0" timeOffset="143048.37">15838 14045 1483 0,'0'0'682'0,"0"0"-479"16,0 0-67-16,0 0-12 16,0 0-50-16,0 0-36 15,0 0-5-15,71 0-33 16,-33 0 0-16,0 0-2 16,0 0-29-16,-1 0-33 15,-3 0-124-15,3 0-27 16,-10-2-155-16,-6-4-407 0</inkml:trace>
  <inkml:trace contextRef="#ctx0" brushRef="#br0" timeOffset="143277.53">16119 13948 983 0,'0'0'763'0,"0"0"-502"15,0 0-126-15,0 0-42 16,0 0-74-16,0 0 9 15,0 0 2-15,47-19-4 16,-39 31 11-16,-1 11 8 16,-7 3 16-16,0 5 32 15,0 5-49-15,-13 3-12 16,-10-2-18-16,-3 1-14 0,1-4-55 16,2 0-127-16,10-12-171 15,5-8-316-15</inkml:trace>
  <inkml:trace contextRef="#ctx0" brushRef="#br0" timeOffset="143603.63">16274 14091 1295 0,'0'0'654'0,"0"0"-443"15,0 0-109-15,0 0-62 16,0 0 12-16,0 0 13 15,0 0 27-15,-31 54 11 0,29-31-63 16,2 2-18-16,0-1 8 16,2-6-29-16,17-2-1 15,0-6-9-15,6-4 9 16,1-6 0-16,1 0-31 16,-4-9-15-16,-8-6-22 15,-6-5 29-15,-9 2 11 16,0 0 28-16,-7-1 6 15,-12 10 7-15,-4-1-13 16,1 6-37-16,1 4-46 16,0 0-155-16,7-3-272 15,5 2-843-15</inkml:trace>
  <inkml:trace contextRef="#ctx0" brushRef="#br0" timeOffset="143769.72">16274 14091 1418 0</inkml:trace>
  <inkml:trace contextRef="#ctx0" brushRef="#br0" timeOffset="143860.62">16274 14091 1418 0,'152'-66'539'0,"-152"66"-388"0,0 0-23 0,14 0-27 15,5 0-64-15,8 0-9 16,0 0-24-16,2 0-4 16,-2 0-43-16,0 0-85 0,-10 0-160 15,-3 0-284-15</inkml:trace>
  <inkml:trace contextRef="#ctx0" brushRef="#br0" timeOffset="144010.27">16553 13936 1117 0,'0'0'905'0,"0"0"-682"16,0 0-201-16,0 0-1 15,0 0 14-15,0 0-27 16,-29 139-8-16,27-101-123 16,0-10-560-16</inkml:trace>
  <inkml:trace contextRef="#ctx0" brushRef="#br0" timeOffset="144900.47">17086 12971 971 0,'0'0'323'16,"0"0"-147"-16,0 0-32 16,0 0-28-16,0 0-19 0,0 0 17 15,0 0 15 1,13 97-10-16,-11-41-44 0,-2 13 16 16,0 10 27-16,0 7-35 15,0 6 16-15,0-8-37 16,0-1-14-16,-2-11-14 15,0-3-19-15,2-9 12 16,-2-6-22-16,2-4 4 16,-5-5 15-16,3-10-24 15,-2-7 0-15,2-6 3 16,2-5-1-16,-2-7-4 16,2-5-2-16,0-2 4 15,0-3 3-15,0 0-2 16,0 0 14-16,0 0-13 15,0 0 14-15,0 0 19 0,0 0-35 16,13 0 0-16,9 0 0 16,9 0 2-16,5-3-2 15,4-2-6-15,5-3-6 16,-5-1-6-16,-3 2-78 16,-3-5-81-16,-10 2-148 15,-6-2-482-15</inkml:trace>
  <inkml:trace contextRef="#ctx0" brushRef="#br0" timeOffset="145330.94">17115 12932 1360 0,'0'0'910'16,"0"0"-564"-16,0 0-221 16,0 0-27-16,0 0-13 15,0 0-56-15,0 0-8 16,138-24 4-16,-93 24-25 15,1 0-6-15,8 14-81 16,-9-2-186-16,-12-5-538 0</inkml:trace>
  <inkml:trace contextRef="#ctx0" brushRef="#br0" timeOffset="146244.81">17788 12958 1390 0,'0'0'403'15,"0"0"-110"-15,0 0 47 16,0 0-125-16,0 0-88 16,0 0-79-16,0 0-35 15,2 4-13-15,-17 42 6 0,-3 21 9 16,0 10 20-16,7 10-12 15,7-3 2-15,4-3-25 16,0-14 0-16,17-7-1 16,10-11-19-16,8-12-45 15,19-4-122-15,-7-13-354 16,-5-8-678-16</inkml:trace>
  <inkml:trace contextRef="#ctx0" brushRef="#br0" timeOffset="148842.64">18096 13575 1380 0,'0'0'569'16,"0"0"-404"-16,0 0-135 16,0 0 17-16,0 0 16 15,136-86-52-15,-90 47-11 0,6-7-11 16,0-1-49-16,-6-1-8 15,-8-3-20-15,-7 5 69 16,-11 5 19-16,-9 3 10 16,-9 11 146-16,-2 8 10 15,0 7 47-15,0 5-41 16,0 5-98-16,0 2-36 16,0 0-38-16,0 14-11 15,0 16 11-15,-6 12 14 16,-3 11-13-16,2 3 9 15,-2-3-4-15,5 0-6 16,1-7-40-16,3 0-108 16,0-12-131-16,12-14-406 0</inkml:trace>
  <inkml:trace contextRef="#ctx0" brushRef="#br0" timeOffset="149077.61">18767 13346 1523 0,'0'0'714'15,"0"0"-526"-15,0 0-54 16,0 0 15-16,0 0-66 16,0 0-54-16,0 0 29 0,84 0-52 15,-42 5-3-15,1-1-3 16,-3-1-54-16,-4-3-68 15,-1 0-165-15,-10 0-218 16,-11-5-204-16</inkml:trace>
  <inkml:trace contextRef="#ctx0" brushRef="#br0" timeOffset="149241.59">19026 13207 1825 0,'0'0'525'16,"0"0"-483"-16,0 0 82 15,0 0 3-15,-56 142-32 16,35-87-20-16,6-2-62 0,3-2-13 16,8-5-76-1,4-7-162-15,10-10-113 0,9-13-446 16</inkml:trace>
  <inkml:trace contextRef="#ctx0" brushRef="#br0" timeOffset="149645.91">19649 13186 806 0,'0'0'1223'0,"0"0"-951"0,0 0-192 16,0 0 36-16,0 0-21 16,0 0-67-16,36-111-12 15,-7 111-16-15,-2 0 0 16,-3 14 1-16,-8 18 12 16,-11 9 41-16,-5 14-8 15,-23 8-4-15,-21 3 36 16,-10 3-43-16,-2-11 4 15,5-9-12-15,13-14-16 16,16-12-1-16,13-10-10 16,9-5-13-16,4-2 13 15,27-4-38-15,15-2 37 16,8 0-19-16,10-4-69 16,22-30-162-16,-14 2-250 0,-12-2-279 15</inkml:trace>
  <inkml:trace contextRef="#ctx0" brushRef="#br0" timeOffset="150035.93">19981 13251 1418 0,'0'0'401'0,"0"0"-142"16,0 0-17-16,0 0-89 16,0 0-103-16,0 0 14 15,0 0 20-15,32 63-7 0,-32-28-14 16,0 3 1-1,-11 2-6-15,-10-2 4 0,2-4-44 16,1-6-8-16,7-9 4 16,6-10-14-16,5-5-23 15,0-2-38-15,3-2-32 16,16 0 41-16,6-15 26 16,4-18-127-16,0-7-199 15,-6-3-32-15,-6 5 384 16,-11 15 77-16,-3 9 208 15,-3 14-45-15,0 0-102 16,0 8-53-16,0 18 6 16,0 8-34-16,0 2-8 15,0 1-21-15,11-8-27 16,12-3-2-16,6-6-45 16,4-6-35-16,7-6-60 0,16-8-118 15,-12 0-355-15,-1-11-1003 0</inkml:trace>
  <inkml:trace contextRef="#ctx0" brushRef="#br0" timeOffset="150742.19">20697 13469 1719 0,'0'0'778'16,"0"0"-536"-16,0 0-109 0,0 0 15 15,0 0-39-15,0 0-25 16,0 0-15-16,42 0-63 15,-13 0 2-15,7 4 7 16,5-1-8-16,1 4-14 16,5-1-28-16,3 1-44 15,31-4-58-15,-14-1-190 16,-5-2-500-16</inkml:trace>
  <inkml:trace contextRef="#ctx0" brushRef="#br0" timeOffset="151059.53">21447 13534 838 0,'0'0'1164'15,"0"0"-946"-15,0 0-144 16,0 0 147-16,0 0-45 16,0 0-112-16,0 0-64 15,69-89-17-15,-47 53-62 16,-5-4-73-16,2 0 80 15,-6-1-5-15,0 9-5 0,-2 6 82 16,-4 10 113 0,-3 7 96-16,-2 7-76 15,-2 2-106-15,0 0-14 0,0 19-13 16,0 13 0-16,0 12 11 16,0 11-11-16,0 3 0 15,0-2-1-15,4-1-11 16,13-4-71-16,-1-10-148 15,-1-17-365-15</inkml:trace>
  <inkml:trace contextRef="#ctx0" brushRef="#br0" timeOffset="151517.57">22269 12905 656 0,'0'0'1646'15,"0"0"-1337"-15,0 0-309 16,0 0 0-16,0 0 62 15,17 112 20-15,-12-45 6 16,-3 8-19-16,0 3-41 16,-2 1 20-16,0 0-39 15,0-5-1-15,-13-4-16 16,-7-5 2-16,-20-1-112 16,7-16-345-16,4-18-849 0</inkml:trace>
  <inkml:trace contextRef="#ctx0" brushRef="#br0" timeOffset="152619.57">22779 13293 575 0,'0'0'1338'0,"0"0"-1111"15,0 0-156-15,0 0-52 16,0 0 21-16,0 0-6 15,0 0 2-15,-9 9-4 16,9-9-31-16,0 0 0 16,5 0 32-16,-1 0-17 15,-2 0-5-15,-2 0 21 16,0 0-26-16,0 0 14 0,0 0 17 16,-11 0 36-16,3 3 34 15,-4 3-80-15,8-1 7 16,1 4-24-16,3-1-9 15,0-2 5-15,0 1-6 16,7-2-5-16,2-1-9 16,-2-4-10-16,-5 0-40 15,-2 0-115-15,0-9-204 16,0-3-539-16</inkml:trace>
  <inkml:trace contextRef="#ctx0" brushRef="#br0" timeOffset="153249.65">23789 12738 1008 0,'0'0'816'0,"0"0"-532"16,0 0-125-16,0 0 0 16,0 0-36-16,0 0-41 15,0 0-42-15,-78-84-31 16,38 98-1-16,-5 18 18 16,3 7 27-16,4 6 5 15,7-1-28-15,11 0-20 16,7-7-8-16,8-5-1 15,5-7 7-15,0-7-8 16,7-8-36-16,12-7 15 0,6-3-37 16,4 0-12-16,5-19-19 15,1-9-53-15,2-9 30 16,-2-2 5 0,-2 0 60-16,-6 8 47 0,-7 4 0 15,-9 11 134-15,-4 8 104 16,-7 6-82-16,0 2-51 15,0 0-90-15,0 21-5 16,2 11-8-16,-2 10-2 16,2 8 0-16,0 4-8 15,-2 0-69-15,0 8-114 16,0-14-140-16,0-14-523 0</inkml:trace>
  <inkml:trace contextRef="#ctx0" brushRef="#br0" timeOffset="153462.31">23194 13300 1081 0,'0'0'1347'0,"0"0"-980"16,0 0-280-16,0 0-14 15,0 0-2-15,0 0-45 16,172-12-9-16,-99 4-17 15,5 0-13-15,2 2-12 16,27 5-76-16,-19 1-179 16,-17 0-429-16</inkml:trace>
  <inkml:trace contextRef="#ctx0" brushRef="#br0" timeOffset="155493.84">24251 12888 1455 0,'0'0'666'15,"0"0"-509"-15,0 0-95 16,0 0 56-16,0 0 27 16,0 0-84-16,0 0-29 15,75 0-8-15,-28 0-24 16,5 0 1-16,1 0 4 15,-4 0-4-15,-9 0-1 0,-7-2 0 16,-10-1 0-16,-9 1 8 16,-10 0-7-16,-4 2 8 15,0 0 17-15,0 0 5 16,0 0 2-16,0 0-33 16,0 0 12-16,0 0-23 15,0 0 11-15,0 7-10 16,0 16-25-16,0 16 25 15,0 17 10-15,0 15 10 16,0 26-2-16,-8 28 32 16,0-9-23-16,1-12 14 15,1-14-6-15,-1-22-17 16,-2 11 1-16,-2 1-9 16,-3-5 0-16,3-13-3 15,-2-11 13-15,-1-11-10 0,1-9 6 16,-3-9-4-16,-1-8 5 15,-5-6-6-15,-5-4-1 16,0-4 6-16,-2 0-5 16,2 0-2-16,5-7-61 15,-7-8-104-15,5-1-143 16,5 2-473-16</inkml:trace>
  <inkml:trace contextRef="#ctx0" brushRef="#br0" timeOffset="157306.63">25109 13999 172 0,'0'0'1263'0,"0"0"-959"15,0 0-212-15,0 0 116 16,0 0-27-16,0 0-55 15,0 0-21-15,-3 3 4 16,3-3 4-16,0 0-14 16,0 0-31-16,0 0 26 15,11 0-61-15,7 0-13 16,14 0 13-16,5 0-32 16,4 2-2-16,1 2-4 15,-4 1-23-15,-5 3-25 16,-6 5-121-16,-11 1-185 0,-12-1-381 15</inkml:trace>
  <inkml:trace contextRef="#ctx0" brushRef="#br0" timeOffset="157464.29">25021 14245 2076 0,'0'0'336'0,"0"0"-272"15,0 0 144-15,0 0-71 16,0 0-43-16,148 13-79 15,-90-13-15-15,2 0-27 16,9 0-141-16,-15 0-293 16,-15 3-469-16</inkml:trace>
  <inkml:trace contextRef="#ctx0" brushRef="#br0" timeOffset="158512.9">25922 14540 322 0,'0'0'1394'0,"0"0"-1100"16,0 0-206-16,0 0 119 15,0 0 6-15,0 0-77 16,0 0 1-16,63-6-101 16,-21-11 12-16,7-3-31 15,5-1-6-15,2-11-4 0,-3 1-7 16,0-5-22-16,-8-2 1 16,-5 0-52-16,-9 0-20 15,-8-6-57-15,-8-2 27 16,-5-5 4-16,-10 0-58 15,0 1 26-15,0 4 111 16,-21 7 40-16,-3 12 94 16,-8 13-6-16,-5 9-35 15,-4 5 17-15,-5 14-10 16,-2 18-15-16,0 19 72 16,3 10 3-16,7 11-11 15,9 3-33-15,9-3-4 16,11-2-11-16,9-7-36 15,0-8-4-15,29-6 17 16,16-10-38-16,12-7 35 0,15-13-35 16,8-12-12-16,7-7 10 15,0 0-38-15,-2-14-17 16,15-19-98-16,-19 3-358 16,-17 1-548-16</inkml:trace>
  <inkml:trace contextRef="#ctx0" brushRef="#br0" timeOffset="159790.06">26456 13559 1335 0,'0'0'387'0,"0"0"-194"15,0 0 52-15,0 0 20 16,0 0-38-16,0 0-73 16,0 0-117-16,108-90 5 0,-60 36-35 15,-2-6-6 1,3-8-1-16,-3-7-29 0,2-4 2 15,-8-2-12-15,-3-5-6 16,-8-4 35-16,-8-2-22 16,-5 3 19-16,-8 11-2 15,-3 13 2-15,-5 19-16 16,0 19-27-16,0 15 56 16,0 12-18-16,-9 5 7 15,-9 36 11-15,-9 33 54 16,-6 36 34-16,-1 28 1 15,7-7-48-15,12-31-19 16,11-33 14-16,4-26-29 16,0 3 11-16,0 1-16 15,19 1 13-15,8-9 9 0,9-12-24 16,5-9-14-16,1-11-17 16,5-5-18-1,-3-8 5-15,-4-19-82 0,-7-7-35 16,-6-2 55-16,-11 7 44 15,-7 10 62-15,-7 9 168 16,-2 6-25-16,0 4-49 16,0 0-81-16,-7 9-6 15,-7 10 17-15,1-1-23 16,3 2 7-16,0-2-8 16,4-6-29-16,6-4-69 15,0-8-151-15,0 0-135 16,8-6-208-16</inkml:trace>
  <inkml:trace contextRef="#ctx0" brushRef="#br0" timeOffset="160209.73">27343 13128 1698 0,'0'0'270'0,"0"0"-188"16,0 0 46-16,-7 126 26 15,-5-92 40-15,-1-6-8 16,4-5-95-16,2-9-50 15,3-7-41-15,2-2 6 16,2-3 15-16,0-2-21 16,0 0 2-16,6-9-8 0,15-10 0 15,8-8-111-15,2-1 1 16,-4 7 70-16,-6 7 46 16,-9 12 44-16,-5 2-21 15,-7 9 21-15,0 18 19 16,0 2-5-16,-5 0-41 15,-1-7 17-15,-2-6-9 16,6-8-16-16,2-6-9 16,0-2 12-16,8 0-12 15,18-17-6-15,14-9-51 16,11-11-56-16,3-6-42 16,-1 6 60-16,-5 2 84 15,-15 13 11-15,-14 12 54 16,-7 10-4-16,-7 6-50 15,-5 26-1-15,0 15-29 0,-36 29-65 16,3-12-189-16,-2-8-533 0</inkml:trace>
  <inkml:trace contextRef="#ctx0" brushRef="#br0" timeOffset="160810.29">26618 13705 1485 0,'0'0'662'16,"0"0"-544"-16,0 0-93 15,0 0 42-15,0 0-2 16,0 0-19-16,0 0 15 15,46 3-8-15,-40 15 47 0,-6 0-15 16,0 4-24-16,0 3-1 16,0 2-41-16,-10-3-10 15,1-2 7-15,1-3-15 16,3-7-2-16,2-7-9 16,3-1-35-16,0-4 5 15,0 0-42-15,10-9-3 16,7-15-29-16,6-5-369 15,-5 3 277-15,-5 3 206 16,-9 9 117-16,-2 11 72 16,-2 1-29-16,0 2 52 15,0 0-78-15,0 0-92 16,0 14 13-16,0 3-13 16,0 3-42-16,12-3 27 0,3 1-27 15,8-4-20-15,1-2-44 16,18-10-116-16,-6-2-93 15,-7 0-371-15</inkml:trace>
  <inkml:trace contextRef="#ctx0" brushRef="#br0" timeOffset="161011.87">26928 13756 1704 0,'0'0'588'16,"0"0"-407"-16,0 0 20 15,0 0-110-15,0 0-45 16,0 0 12-16,0 0-47 0,80-2 9 16,-44 0-20-16,4 0-7 15,3 2-11-15,1 0-119 16,9-3-173-16,-11 2-218 16,-8-1-541-16</inkml:trace>
  <inkml:trace contextRef="#ctx0" brushRef="#br0" timeOffset="161296.77">27273 13663 844 0,'0'0'1111'16,"0"0"-845"-16,0 0-178 16,0 0 47-16,0 0 7 15,0 0-54-15,0 0-55 16,7-5-15-16,6 10-17 0,3 12-1 15,-3 3 11-15,1 1-11 16,-5 2 15-16,-7 0-12 16,-2 1 3-16,0 1 25 15,-23 1-13-15,-6 0 21 16,-4 2-13-16,0-2-20 16,4-7-6-16,6 2-37 15,10-7-102-15,13-8-141 16,0-4-378-16,17-2-317 0</inkml:trace>
  <inkml:trace contextRef="#ctx0" brushRef="#br0" timeOffset="161816.93">27607 13805 1149 0,'0'0'508'0,"0"0"-366"15,0 0 34-15,0 0 38 16,0 0-96-16,0 0-56 16,0 0-20-16,0 0-11 15,0 0 11-15,0 0-27 16,0 0-15-16,0 11 14 16,0 3 15-16,0 4 5 15,-6 0 6-15,1 2-7 0,-1-2 13 16,2 0-16-16,1-6-9 15,3 0 28-15,0-3-31 16,0-2 4-16,0-5 5 16,0 1-21-16,0-2 12 15,0-1-18-15,0 3 1 16,0 1 27-16,0-3-20 16,9 3 7-16,0-2 0 15,0-2-9-15,2 0 16 16,0 0-16-16,1 0-6 15,1 0 43-15,3-6-42 16,1-8-2-16,3-7-5 16,-2 2-15-16,-2-8 9 0,-3 0-19 15,-8 5-1-15,-5 1 32 16,0 4 1-16,-3 2 11 16,-15 4-12-16,-6 3-18 15,-3 6 18-15,-2 2-61 16,2 0-63-16,0 2-122 15,8 8-293-15,7-6-295 0</inkml:trace>
  <inkml:trace contextRef="#ctx0" brushRef="#br0" timeOffset="162075.07">27795 13701 1219 0,'0'0'721'16,"0"0"-536"-16,0 0-110 16,0 0 69-16,0 0-46 15,0 0-76-15,0 0 2 16,121 0-24-16,-84 0-63 15,5 0-84-15,-11 0-160 16,-8-1-389-16</inkml:trace>
  <inkml:trace contextRef="#ctx0" brushRef="#br0" timeOffset="162222.66">28000 13592 1092 0,'0'0'647'16,"0"0"-555"-16,0 0 65 15,0 0 15-15,-80 136-82 16,62-90-65-16,3 10-25 16,3-10-190-16,8-13-590 0</inkml:trace>
  <inkml:trace contextRef="#ctx0" brushRef="#br0" timeOffset="177321.33">23557 13593 18 0,'0'0'905'0,"0"0"-777"15,0 0-60-15,0 0 66 16,0 0 21-16,0 0 7 15,11-18 9-15,-11 18-10 16,0-2-27-16,0 2-25 16,0 0-14-16,0 0-10 15,0 0-12-15,0 0-43 16,0 0-23-16,0 0 42 16,0 0-31-16,0 0-2 15,0 0-10-15,0 0-5 16,0 0-1-16,0 0 0 15,0 0 1-15,0 0-7 0,0 0 6 16,0 0-7 0,0 0 1-16,0 0 3 0,0 0 3 15,0 0 0-15,0 0 0 16,-9 0 6-16,-6 0-6 16,-3 0-6-16,-5 0 6 15,6 0-1-15,-1 0 0 16,5 0-8-16,-1 0 9 15,3 0 34-15,5 0-8 16,1 0 30-16,5 0-19 16,0 0 14-16,0 0-12 15,0 0-29-15,0 0-1 16,0 0-8-16,0 0 7 16,5 0-7-16,3 0 1 0,3 0-2 15,3 9 3-15,1 2-3 16,-3 10 0-16,-3 5 12 15,-7 11-2-15,-2 7 13 16,0 5-7-16,-7 6 20 16,-9-9-5-16,1-5-31 15,1-9 0-15,6-8-3 16,3-10 4-16,3-7-2 16,2-7-31-16,0 0-1 15,11-2 9-15,18-23-55 16,6-13-104-16,6-12-56 15,1-6 5-15,-6 4 70 16,-9 2 101-16,-11 16 63 16,-10 11 148-16,-4 11 78 0,-2 12-68 15,0 0-55-15,-4 8-62 16,-10 21 35-16,1 8-1 16,7 1-38-16,6 3 23 15,0-1-54-15,27-4 5 16,8-6-11-16,7-6-52 15,14-6-119-15,-10-8-216 16,-9-6-557-16</inkml:trace>
  <inkml:trace contextRef="#ctx0" brushRef="#br0" timeOffset="193809.28">28419 12784 405 0,'0'0'320'16,"0"0"-67"-16,0 0-130 16,0 0-34-16,0 0-6 15,0 0-72-15,0 0 11 16,0 0-6-16,0 0-6 15,0 0 37-15,0 0-23 16,0 0-2-16,0 0-8 16,0-3-13-16,0 3-1 15,0-2 0-15,0-2 0 16,0 1 26-16,0-4 25 0,0 1 1 16,0-2 16-1,0 3-1-15,0-2 5 0,0 3-27 16,0 0 40-16,0 2 61 15,0-1-31-15,0 3-8 16,0 0-45-16,0 0-12 16,0 0-7-16,0 0-32 15,0 0 3-15,0 0-6 16,0 0-1-16,0 0 11 16,0 0-17-16,0 0 0 15,0 0 14-15,0 0-15 16,-4 0-5-16,-5 0-3 15,-5 3 8-15,1 6-1 16,-3 0 1-16,3 3 0 16,2-1 0-16,2-2 0 0,0 3-8 15,0 2 8-15,2 2 14 16,0 5 3-16,1-1-9 16,-1 6 13-16,1 2 23 15,-1 2-38-15,2 4 9 16,1 2 3-16,2 0-5 15,0 2 8-15,2 0-15 16,0 5 12-16,0 0 15 16,0 6-23-16,10 0 23 15,2 2-11-15,1-1-5 16,-2-1 5-16,1-6-22 16,1-7 8-16,-2-4-1 0,4-5-7 15,4-3-1-15,0-5-65 16,22 0-98-16,-6-8-134 15,-1-4-304-15</inkml:trace>
  <inkml:trace contextRef="#ctx0" brushRef="#br0" timeOffset="194528.98">28606 13087 1373 0,'0'0'346'16,"0"0"-217"-16,0 0 63 0,0 0 26 16,0 0-94-16,0 0-54 15,0 0-69-15,47-105 5 16,-22 89 0-16,-4 1-4 16,0 8 17-16,-5 2 2 15,-3 5-11-15,-5 0 10 16,0 11-13-16,-4 13-7 15,-4 11 52-15,0 8 9 16,-14 3 0-16,-7 3 5 16,-4-5-32-16,-2-3 22 0,5-7-33 15,-1-3-6-15,4-7-7 16,3-8-9-16,5-4 5 16,4-4-6-16,5-7 0 15,2-1 5-15,0 0 1 16,0 0-5-16,0 0 18 15,0 0-18-15,2 0 14 16,13 0-14-16,8 2-1 16,8 1 23-16,7 1-22 15,-1 0 9-15,0 2-10 16,-2 1 0-16,-3 1-10 16,-3 1-108-16,2 3-129 15,-10-2-131-15,-2-3-445 0</inkml:trace>
  <inkml:trace contextRef="#ctx0" brushRef="#br0" timeOffset="195071.48">29301 13084 459 0,'0'0'1019'16,"0"0"-768"-16,0 0-171 15,0 0 74-15,0 0 34 16,0 0-30-16,0 0-96 0,-10-60-46 16,-19 60 9-16,-9 0-13 15,-7 8 25-15,-6 18 30 16,-2 6 5-16,1 6 48 15,8 0-60-15,7-1-8 16,16-8-13-16,9-3-33 16,12-4 7-16,0-4-12 15,10-4-1-15,17-1 15 16,8-9-15-16,7-4-16 16,3 0-14-16,1-10-37 15,0-14-58-15,-5-8-73 0,-5-2 1 16,-9-1-19-1,-9 5 74-15,-9 11 142 0,-7 4 66 16,-2 9 106-16,0 4 10 16,0 2-98-16,0 0-21 15,0 4-10-15,0 15-16 16,0 7 72-16,2 6-45 16,0-1-43-16,5 3 1 15,4-2-22-15,0-1-43 16,5-4-89-16,4-4-59 15,9-7-74-15,-2-6-258 16,-3-10-694-16</inkml:trace>
  <inkml:trace contextRef="#ctx0" brushRef="#br0" timeOffset="195326.65">29685 12697 2018 0,'0'0'360'0,"0"0"-274"16,0 0 9-16,121 38 2 16,-90 11 6-16,-6 13-39 15,-15 14-15-15,-10 10-31 16,-15 20-12-16,-23-12-6 0,-13 3-79 15,-38 16-149-15,17-34-129 16,5-10-613-16</inkml:trace>
  <inkml:trace contextRef="#ctx0" brushRef="#br0" timeOffset="197053.05">29891 14350 937 0,'0'0'395'0,"0"0"-196"16,0 0-6-16,0 0 72 15,0 0-33-15,0 0-23 16,0 0-8-16,-3 0-36 15,3 0-24-15,0 0-29 16,0 0 0-16,5 0-49 16,6 0-33-16,13 0-1 15,14 0-29-15,13 0 0 16,8 0 0-16,3 0-32 16,-2 0 4-16,-6 0-55 15,-8 0-21-15,-10 0-9 16,-22 9-203-16,-12 6-237 0,-2-1-181 15</inkml:trace>
  <inkml:trace contextRef="#ctx0" brushRef="#br0" timeOffset="197189.51">29866 14555 1685 0,'0'0'387'16,"0"0"-289"-16,0 0 72 15,0 0 57-15,0 0-119 16,151 41-108-16,-71-33-9 15,-14-5-192-15,-12-3-408 0</inkml:trace>
  <inkml:trace contextRef="#ctx0" brushRef="#br0" timeOffset="200821.71">30853 14506 1538 0,'0'0'509'0,"0"0"-430"15,0 0-29-15,0 0 111 16,0 0-33-16,0 0-91 16,0 0-24-16,161-26 7 15,-105 4-20-15,-3-6-63 16,-2-7 17-16,-7-1-43 16,-7-2 14-16,-13-2-15 15,-10 0 6-15,-12-1 84 16,-2 4 3-16,-2 5 41 15,-19 6 27-15,-4 8-3 16,-6 10-9-16,-2 8-28 0,-7 5 0 16,0 30 27-1,2 9 21-15,4 14 11 16,10 5-14-16,13 0-20 0,11 3-3 16,11-8-21-16,32-5-20 15,17-7 24-15,15-12-36 16,12-12-24-16,2-10-32 15,21-12-120-15,-23-10-143 16,-18-11-562-16</inkml:trace>
  <inkml:trace contextRef="#ctx0" brushRef="#br0" timeOffset="201573.59">31556 13496 1410 0,'0'0'316'0,"0"0"-192"16,0 0 68-16,0 0 38 16,0 0-67-16,0 0-79 15,0 0-8-15,-37-5-16 0,37-3-14 16,8-2-7-16,13-6-39 15,8-2-23-15,7 4 16 16,3 4 7-16,-8 10 6 16,-6 0-6-16,-15 15-23 15,-10 20 23-15,-8 8 28 16,-31 4 22-16,-17 5-10 16,-11 0-3-16,-6-6-14 15,-1-4-23-15,8-10 1 16,12-6 6-16,14-13-7 0,17-6-1 15,15-4-22 1,8-3 13-16,12 0-2 0,21-12-38 16,15-6-91-1,6 2 113-15,2 4 19 16,0 8 9-16,-10 4 0 0,-3 0 8 16,-5 6 8-16,-5 10-16 15,-2 1-6-15,3-2-37 16,-1 2-105-16,2-8-29 15,21-7-76-15,-8-2-92 16,-6 0-178-16</inkml:trace>
  <inkml:trace contextRef="#ctx0" brushRef="#br0" timeOffset="201917.73">32180 13609 927 0,'0'0'620'0,"0"0"-382"15,0 0-27-15,0 0-31 16,0 0-73-16,-125-50-44 15,71 69 56-15,0 12 0 16,8 7-22-16,8 2-8 16,12 1-35-16,14-3-23 15,12-8-22-15,0-1-9 16,14-12 2-16,17-5-13 16,9-8 8-16,7-4-43 15,-1-2-99-15,-1-24-42 16,-7-6 10-16,-9 0-85 15,-9-2-3-15,-9 10 265 16,-4 12 180-16,-7 12 92 0,0 0-142 16,0 18 13-1,0 12 56-15,2 5-78 0,4 2-67 16,8-2 7-16,4-3-60 16,6-6-2-16,7-5-41 15,21-7-115-15,-10-5-306 16,1-7-538-16</inkml:trace>
  <inkml:trace contextRef="#ctx0" brushRef="#br0" timeOffset="204057.54">26270 6407 1252 0,'0'0'378'0,"0"0"-225"15,0 0-52-15,0 0-15 16,0 0 6-16,0 0 10 16,0 0 60-16,0-16-89 15,0 14 27-15,0-3 2 16,0 3-17-16,0 1-27 15,-7 1-58-15,-12 0 11 16,-16 5-22-16,-13 23 22 16,-8 17-8-16,-4 16 13 15,4 9 6-15,12 15 25 16,13 1-28-16,17 5-11 0,14-5 18 16,12-4-26-16,30-10-11 15,16-10-19-15,8-13-89 16,28-19-90-16,-18-14-183 15,-13-15-364-15</inkml:trace>
  <inkml:trace contextRef="#ctx0" brushRef="#br0" timeOffset="204327.99">26321 7074 1989 0,'0'0'558'0,"0"0"-472"15,0 0-38-15,0 0 27 16,0 0-74-16,116-84 0 15,-74 47-1-15,-1-7-21 16,-8-4-14-16,-6 1-33 16,-7-1-42-16,-6 6 52 15,-10 9 24-15,-2 15 34 16,-2 15 74-16,0 3-74 16,0 25 0-16,-6 22 38 15,1 11 30-15,5 10-9 16,0 0-59-16,3-5-59 15,14-12-89-15,16-17-55 16,-4-14-85-16,-2-18-347 0</inkml:trace>
  <inkml:trace contextRef="#ctx0" brushRef="#br0" timeOffset="204506.7">27158 6459 1676 0,'0'0'768'15,"0"0"-642"-15,64 152 8 16,-55-55-54-16,-9 27-41 16,-29 20 9-16,-15-12-47 15,-6-25-1-15,1-27-26 16,-31 2-152-16,8-10-177 16,3-10-659-16</inkml:trace>
  <inkml:trace contextRef="#ctx0" brushRef="#br0" timeOffset="205905.15">1744 16258 1189 0,'0'0'1141'16,"0"0"-939"-16,0 0-141 0,0 0 49 16,0 0-68-1,0 0-33-15,77-156 23 16,-33 94-32-16,3-2 6 0,-3 1-15 16,-3 7 7-16,-12 15 2 15,-12 6 24-15,-7 15-24 16,-8 12 1-16,-2 4 10 15,0 4-11-15,0 0 0 16,0 18-30-16,0 12 30 16,0 10 13-16,-4 14-13 15,-2 0 0-15,6 1-1 16,0-7-30-16,0-9-87 16,0-14-74-16,12-13-73 0,3-12-88 15,-3 0-274-15</inkml:trace>
  <inkml:trace contextRef="#ctx0" brushRef="#br0" timeOffset="206101.71">2331 15703 1928 0,'0'0'253'0,"0"0"-203"16,0 0-30-16,74 136 56 15,-70-78-3-15,-4 0 39 16,0-1-24-16,-20-7-55 15,-2-6-15-15,-5-5-18 0,-2-10-68 16,-2-9-53-16,-15-20-113 16,5 0-93-16,3-20-462 0</inkml:trace>
  <inkml:trace contextRef="#ctx0" brushRef="#br0" timeOffset="206260.1">1578 15770 1482 0,'0'0'777'0,"0"0"-697"16,-65 153-22-16,51-68-27 16,10-1 0-16,4-4-29 15,16-2 21-15,22-12-23 16,53-4-101-16,-8-25-70 16,2-16-183-16</inkml:trace>
  <inkml:trace contextRef="#ctx0" brushRef="#br0" timeOffset="206625.67">3138 15901 2268 0,'0'0'383'0,"0"0"-280"15,0 0-74-15,0 0 34 16,0 0-28-16,0 0 21 15,0 0 12-15,145 0-53 16,-78 8 1-16,2-4-16 16,2 3-7-16,-6-4 6 15,-7 1-55-15,4 5-41 16,-14-5-203-16,-19 1-378 0</inkml:trace>
  <inkml:trace contextRef="#ctx0" brushRef="#br0" timeOffset="206869.69">3171 16106 1101 0,'0'0'948'16,"0"0"-716"-16,0 0-35 15,0 0 55-15,0 0-115 16,0 0-49-16,0 0-41 15,79 0-29-15,-30 0 3 16,9-4-21-16,7 0-9 0,1 2-2 16,1-2-79-1,18-1-90-15,-16-2-167 0,-13 2-428 0</inkml:trace>
  <inkml:trace contextRef="#ctx0" brushRef="#br0" timeOffset="207114.55">3989 15802 1498 0,'0'0'752'15,"0"0"-652"-15,0 0-91 16,0 0 22-16,0 0-31 16,0 0 43-16,0 0 34 15,108 81-2-15,-108-32-10 16,-7 5-24-16,-22 4-15 0,-6 0 15 15,-6-4-40-15,-1-2-1 16,2-8-22-16,-1-6-136 16,-1-8-43-16,-22-11-100 15,8-10-53-15,2-9-538 0</inkml:trace>
  <inkml:trace contextRef="#ctx0" brushRef="#br0" timeOffset="207295.23">3109 15767 2349 0,'0'0'376'0,"0"0"-364"15,-94 124-5-15,61-60-7 16,10 3 1-16,15-2 9 16,8 0-10-16,8-5-19 0,31-2-99 15,36-3-89-15,-5-15-182 16,-5-17-817-16</inkml:trace>
  <inkml:trace contextRef="#ctx0" brushRef="#br0" timeOffset="211017.65">5098 16307 1547 0,'0'0'297'16,"0"0"-209"-16,0 0-32 15,0 0 90-15,0 0 42 16,0 0-20-16,0 0-42 15,0 4-38-15,0-4-28 16,0 0 13-16,4 0-2 0,7 0-48 16,7-9 1-16,7-5-14 15,4-2-10-15,6-6 13 16,3-2-12-16,5 2-2 16,1-8 1-16,3 1-6 15,-3 4-1-15,-4-3-25 16,-7 2-6-16,-6 0 37 15,-8 8-38-15,-9-4 14 16,-4 8-11-16,-6-4-6 16,0 0 41-16,-10 4-9 15,-9-4-7-15,-6 6 5 16,-4 1 2-16,0 3 10 16,-4 8-2-16,-3 0 7 0,-5 10-5 15,4 20 7-15,1 6 7 16,5 4 31-16,6 5-23 15,12-1 15-15,8-3-8 16,5-2-11-16,12-7 14 16,19-6-23-16,15-6 0 15,10-8-9-15,11-8-4 16,5-4-25-16,28-4-56 16,-20-18-156-16,-13 5-352 0</inkml:trace>
  <inkml:trace contextRef="#ctx0" brushRef="#br0" timeOffset="211950.8">5914 15284 945 0,'0'0'739'0,"0"0"-539"15,0 0 27-15,0 0-35 0,0 0 1 16,0 0-28-16,0 0-57 16,-21-22-44-16,6 22-42 15,-5 4-4-15,-5 20 6 16,-2 11-14-16,2 14 20 16,4 1-6-16,3 6-7 15,9-6 26-15,5-1-35 16,4-13-1-16,0-6-1 15,13-6-6-15,9-6 0 16,3-5-5-16,2-10-25 0,-4-3 30 16,0 0-36-1,-9-3 17-15,-8-20-4 0,-6-3-71 16,0-6 2-16,-2 1 63 16,-18 5 29-16,-3 7 0 15,-4 6 0-15,-6 9-50 16,-2 4-86-16,1 4-3 15,-3 28-123-15,8-1-284 16,10-5-640-16</inkml:trace>
  <inkml:trace contextRef="#ctx0" brushRef="#br0" timeOffset="212506.69">6308 15995 1189 0,'0'0'963'0,"0"0"-652"15,0 0-159-15,0 0 6 0,0 0-14 16,0 0-93-16,0 0-13 15,34 3-34 1,1 2 4-16,10 0-6 0,4-1-2 16,2 6-12-16,-7-3 11 15,-5 4-95-15,-22 11-92 16,-13 0-316 0,-4-4-452-16</inkml:trace>
  <inkml:trace contextRef="#ctx0" brushRef="#br0" timeOffset="212652.51">6183 16284 2203 0,'0'0'366'15,"0"0"-293"-15,130-8 13 16,-64-6-57-16,5 2-14 0,1 2-15 16,17 0-69-1,-22 6-252-15,-13 1-351 0</inkml:trace>
  <inkml:trace contextRef="#ctx0" brushRef="#br0" timeOffset="213389.8">7625 16214 1470 0,'0'0'499'16,"0"0"-349"-16,0 0 25 16,0 0 46-16,0 0-30 15,0 0-61-15,0 0-82 16,77-2-26-16,-25-10 5 0,8-11-18 15,4-4-18 1,-5-3 7-16,-5-3-14 0,-7-2 7 16,-14 5-60-16,-10-2-34 15,-17-1-53-15,-6 8 47 16,-14 2 44 0,-25 5 13-16,-15 14 51 0,-11 4 1 15,-3 4 40-15,3 28 43 16,9 2 34-16,14 12-32 15,20-1-7-15,15-1-34 16,7-3-11-16,29-2 30 16,24-7-48-16,19-6 3 15,12-7-18-15,7-10-30 16,4-9-22-16,20-9-130 16,-24-10-159-16,-17-7-348 0</inkml:trace>
  <inkml:trace contextRef="#ctx0" brushRef="#br0" timeOffset="213984.63">8339 15402 1773 0,'0'0'572'0,"0"0"-490"15,0 0-26-15,0 0 41 16,0 0-44-16,0 0 13 16,0 0-32-16,-31-19-19 15,46 5-15-15,12 2-27 16,6-3 9-16,3 3 10 16,-3 10 8-16,-10 2 0 15,-10 6-7-15,-13 22 7 0,0 12 10 16,-33 16-3-16,-18 6 8 15,-16 5-3-15,-9-3-3 16,0-12 6-16,4-6-15 16,14-20 0-16,18-4-16 15,16-15 11-15,19-4 5 16,5-3-9-16,21 0 6 16,23-10 2-16,18-10-7 15,10 1 8-15,4 5-3 16,-2 1 3-16,-10 9 0 15,-11-2 2-15,-8 6-2 16,-9 0 0-16,-5 0-27 16,-4 0-122-16,12 0-1 15,-7 0-181-15,-1 0-335 0</inkml:trace>
  <inkml:trace contextRef="#ctx0" brushRef="#br0" timeOffset="214291.34">8885 15476 1510 0,'0'0'474'0,"0"0"-310"16,0 0 27-16,-161 85 6 15,117-45-46-15,8 0-43 16,12-4-45-16,11-8-11 16,10-6-44-16,3-11-1 15,3 0 5-15,23-11-12 0,7 0 0 16,10-8-46-1,-1-21-138-15,1-6-152 0,-8-5-231 16,-6-1 57-16,-6 10 294 16,-8 11 216-16,-9 13 467 15,-1 7-145-15,-5 5-132 16,0 27 40-16,0 8-56 16,0 8-88-16,0 6-62 15,3 13-24-15,3-12-164 16,5-15-369-16</inkml:trace>
  <inkml:trace contextRef="#ctx0" brushRef="#br0" timeOffset="214652.62">9944 16026 1008 0,'0'0'1231'0,"0"0"-924"15,0 0-211-15,0 0 27 16,0 0-43-16,0 0-7 16,0 0-13-16,167 0-45 15,-103 0 10-15,3 0-25 16,-5 0-2-16,-4 0-50 16,-6 3-68-16,-16 2-208 15,-14-3-387-15</inkml:trace>
  <inkml:trace contextRef="#ctx0" brushRef="#br0" timeOffset="-214595.13">9917 16240 1600 0,'0'0'634'0,"0"0"-411"15,0 0-46-15,0 0-68 16,0 0-40-16,0 0-38 16,140-14-15-16,-80 2-16 15,8 6-1-15,1-8-7 16,2 6-44-16,-7-1-126 16,10 0-99-16,-21 1-299 15,-12-2-796-15</inkml:trace>
  <inkml:trace contextRef="#ctx0" brushRef="#br0" timeOffset="-214347.7">10711 15986 1400 0,'0'0'260'0,"0"0"-247"0,0 0 0 15,0 0 17-15,0 0-9 16,0 0 88-16,0 0 12 15,98 134-29-15,-105-94 10 16,-22 4 7-16,-6-4-17 16,-6-3-33-16,-3-6-48 15,-4-4-11-15,2-5-12 16,1-8-85-16,-1-11-83 0,-21-6-88 16,13-16-305-1,5-8-529-15</inkml:trace>
  <inkml:trace contextRef="#ctx0" brushRef="#br0" timeOffset="-214189.42">9990 15895 1670 0,'0'0'593'0,"0"0"-490"15,-122 59-101-15,68-10 38 16,6 14 77-16,7 4-27 16,17 4-20-16,15 1-59 15,9-2-11-15,16-5-53 16,48 1-103-16,-4-23-145 15,1-9-495-15</inkml:trace>
  <inkml:trace contextRef="#ctx0" brushRef="#br0" timeOffset="-212390.63">12409 16008 1476 0,'0'0'538'0,"0"0"-372"16,0 0 89-1,0 0-7-15,0 0-91 0,0 0-29 16,0 0-46-16,0-10-56 15,0 2 20-15,0-11-46 16,0-7-30-16,5-6-26 16,10-7 18-16,7 1-14 15,-1 9 4-15,-1 6 26 16,-7 18 11-16,-6 5 2 16,-7 23-9-16,0 23 9 15,-34 19 9-15,-15 12 34 16,-20 8-23-16,-11-4-10 15,-2-7 9-15,5-16-9 0,13-17-2 16,10-19 1-16,14-12-29 16,9-10 17-16,16-10-21 15,12-21-19-15,3-8-25 16,25-2-74-16,18 1 119 16,7 14 32-16,8 12 2 15,2 8 52-15,5 6-15 16,0 0-2-16,2 11-15 15,0 1-22-15,-1-3 0 16,1-9-102-16,3 0-34 16,-1 0-68-16,0-21-72 15,-7-8-83-15,-6-1 41 16,-11-6 159-16,-17 0 121 0,-14 5 38 16,-14 9 100-16,-7 12 197 15,-26 10-111-15,-10 9 24 16,-1 23 59-16,-1 8-88 15,7 0 9-15,11 1-78 16,12-9-51-16,10-11 1 16,5-3-47-16,3-10-7 15,19-2-8-15,7-6-15 16,4 0-37-16,0-22-124 16,-4-2-19-16,-2-6 6 15,-6 1 30-15,-11 10 159 16,0 9 31-16,-6 10 156 0,-1 0-81 15,-1 12-91-15,4 20 29 16,3 5 27-16,5 6-71 16,19 3-16-16,-4-10-166 15,2-15-421-15</inkml:trace>
  <inkml:trace contextRef="#ctx0" brushRef="#br0" timeOffset="-212173.11">13512 16048 2016 0,'0'0'624'16,"0"0"-497"-16,0 0-89 15,0 0 13-15,0 0-25 0,0 0-9 16,143-4-17-16,-103 4-4 15,-4 0-141-15,-9 12-147 16,-16 2-326-16</inkml:trace>
  <inkml:trace contextRef="#ctx0" brushRef="#br0" timeOffset="-212046.07">13415 16262 1000 0,'0'0'923'0,"0"0"-664"16,0 0-165-16,0 0-23 15,129 10-71-15,-40-10-90 16,-11-10-214-16,-7-8-774 0</inkml:trace>
  <inkml:trace contextRef="#ctx0" brushRef="#br0" timeOffset="-211548.03">14846 15797 1371 0,'0'0'847'16,"0"0"-686"-16,0 0-112 15,0 0 103-15,-141 51-14 16,101 0-24-16,5 13-50 15,5 7-13-15,12-3-3 0,14-5-33 16,4-10-2 0,14-9 7-16,19-11-10 0,13-8-10 15,8-13-2-15,2-10-24 16,-6-2-25-16,-15-4-36 16,-16-15 11-16,-16-8-9 15,-3 1 28-15,-28 0 47 16,-18 8 1-16,-9 12-20 15,-28 6-95-15,12 18-192 16,11 0-538-16</inkml:trace>
  <inkml:trace contextRef="#ctx0" brushRef="#br0" timeOffset="-209736.43">15994 16226 1478 0,'0'0'684'0,"0"0"-473"16,0 0 12-16,0 0-56 15,0 0-53-15,0 0-62 16,0 0-39-16,151 0-2 16,-90 0-11-16,-1 0-2 15,2 0-4-15,-4 0-12 0,9 0-110 16,-16 0-234-16,-15 0-606 16</inkml:trace>
  <inkml:trace contextRef="#ctx0" brushRef="#br0" timeOffset="-209496.86">15951 16383 1918 0,'0'0'647'16,"0"0"-527"-16,0 0-49 15,0 0 25-15,0 0-16 16,159-58-39-16,-95 53-41 0,5-3 0 16,0 7 0-16,-1 1-43 15,5 0-86-15,-17 0-241 16,-14 5-440-16</inkml:trace>
  <inkml:trace contextRef="#ctx0" brushRef="#br0" timeOffset="-209288.04">16827 16092 1420 0,'0'0'498'16,"0"0"-435"-16,0 0-15 16,0 0 30-16,0 0 24 0,0 0 0 15,0 99-5-15,-35-58-18 16,-7-1-51-16,-6-1-28 15,-5-11-9-15,-27 2-102 16,11-12-148-16,4-13-272 0</inkml:trace>
  <inkml:trace contextRef="#ctx0" brushRef="#br0" timeOffset="-209113.39">15639 16044 1788 0,'0'0'492'0,"0"0"-439"16,-104 138-7-16,65-70 31 16,11 11 5-16,14-4-16 0,14 6-65 15,4-9-1-15,81 4-119 16,-2-23-125-16,6-18-422 0</inkml:trace>
  <inkml:trace contextRef="#ctx0" brushRef="#br0" timeOffset="-208757.37">18459 16092 1737 0,'0'0'828'0,"0"0"-673"15,0 0-155-15,0 0-14 16,-131-44 14-16,61 62 22 16,-1 22 2-16,2 8 33 15,11 6-17-15,13 0-7 16,17 0-9-16,16-5-15 15,12-5-9-15,0-8 0 16,25-8-45-16,13-16 20 16,7-12-81-16,5 0-112 0,16-52-118 15,-13 2-260 1,-13-3-194-16</inkml:trace>
  <inkml:trace contextRef="#ctx0" brushRef="#br0" timeOffset="-208636.39">18388 16172 1023 0,'0'0'981'0,"0"0"-475"16,0 0-348-16,0 0-76 15,0 0-62-15,0 0 8 16,0 0 9-16,36 109-28 16,-18-70-9-16,13 10-107 15,-3-9-117-15,4-18-309 0</inkml:trace>
  <inkml:trace contextRef="#ctx0" brushRef="#br0" timeOffset="-208430.06">19012 16230 2239 0,'0'0'562'16,"0"0"-476"-16,0 0-60 16,0 0 3-16,0 0-23 15,128-22-6-15,-84 22-42 16,3 0-36-16,-3 0-212 15,-11 3-98-15,-14 4-688 0</inkml:trace>
  <inkml:trace contextRef="#ctx0" brushRef="#br0" timeOffset="-208291.42">18804 16436 1320 0,'0'0'784'15,"0"0"-588"-15,0 0-18 16,0 0 19-16,164 9-116 15,-82-9-81-15,52-12-132 16,-18-2-165-16,-12-8-452 0</inkml:trace>
  <inkml:trace contextRef="#ctx0" brushRef="#br0" timeOffset="-207764.44">20056 16029 1498 0,'0'0'524'0,"0"0"-373"0,0 0 60 15,0 0 8 1,0 0-70-16,0 0-57 16,0 0-51-16,2-66-34 15,25 53 5-15,-2 0-6 16,2 8-3-16,-2 5-3 0,-7 0 0 15,-7 4 11-15,-11 17-10 16,0 12-1-16,-19 6 28 16,-22 7 4-16,-11-5 22 15,0-1-23-15,4-5-21 16,17-12 7-16,14-2-17 16,17-4-17-16,2 3-10 15,36 6-8-15,13-4 26 0,12 4-14 16,1-3-22-1,-13-5 39-15,-13-1-10 0,-25 2 5 16,-13 3-59-16,-44 6-54 16,-68 7 14-16,8-3-383 15,-1-15-1070-15</inkml:trace>
  <inkml:trace contextRef="#ctx0" brushRef="#br0" timeOffset="-205805.43">2051 17249 1536 0,'0'0'482'0,"0"0"-415"16,0 0-67-16,0 0 5 15,0 0-5-15,0 0 51 16,117-102 14-16,-86 97-32 16,0 5-11-16,4 12 25 15,-2 17 49-15,3 11 14 16,1 12 6-16,1 9-44 0,0 4-18 15,-2 1-33-15,-3-7-11 16,3-10 3-16,-1-8-13 16,8-19 0-16,8-8 0 15,5-14-9-15,4-7-57 16,4-22-111-16,1-15-22 16,0-11-87-16,2-7-45 15,2-6 37-15,0 6 132 16,-3 12 162-16,-5 12 162 15,-16 18 5-15,-10 8-8 16,-12 12-8-16,-10 0-36 16,-6 14 24-16,-7 8-2 15,0 4 3-15,-16 9-8 0,-15 6-40 16,-9 3-31-16,-7 2-23 16,-7-1-38-16,6-1-6 15,3-12-36-15,11-6-100 16,15-8-26-16,19-18-64 15,0-11-25-15,21-15 63 0</inkml:trace>
  <inkml:trace contextRef="#ctx0" brushRef="#br0" timeOffset="-205371.22">3299 17441 684 0,'0'0'957'0,"0"0"-586"16,0 0-158-16,0 0-108 16,0 0-76-16,0 0 88 0,0 0-55 15,-2 95-35 1,2-87-21-16,11-4-6 15,20-4-14-15,16-8 13 0,6-19-81 16,7-8-9-16,-4-10 11 16,-9 3-34-16,-14 8 48 15,-13 6 66-15,-13 15 75 16,-7 8 107-16,0 5-82 16,0 0-51-16,-9 22 4 15,0 2 28-15,5 2-2 16,4-3-39-16,0-6-34 15,11-7 6-15,13-6-12 16,10-4-8-16,5-4-26 16,4-16-46-16,-3-10-45 15,-6-2-8-15,-8 2-74 0,-7 2-13 16,-6 10 22-16,-7 10 198 16,-6 8 67-1,0 23-45-15,0 44 164 16,-2 40 13-16,-13 35-55 0,-1-4-37 15,5-21-42-15,2-37 2 16,9-30-55-16,-2 8-10 16,2-4-2-16,0-1-116 15,0-22-30-15,-14-14-133 16,-1-16-267-16,-5-1-366 0</inkml:trace>
  <inkml:trace contextRef="#ctx0" brushRef="#br0" timeOffset="-205212.1">3114 17040 2099 0,'0'0'673'15,"0"0"-568"-15,40-116-105 16,6 75-5-16,14 6-64 16,10 17 19-16,28 25-7 15,-17 30-275-15,-17 9-337 0</inkml:trace>
  <inkml:trace contextRef="#ctx0" brushRef="#br0" timeOffset="-205113.08">3546 17758 757 0,'0'0'1621'16,"0"0"-1621"-16,0 0-65 0,0 0-544 0</inkml:trace>
  <inkml:trace contextRef="#ctx0" brushRef="#br0" timeOffset="-204756.01">5452 17106 1600 0,'0'0'867'0,"0"0"-700"15,0 0-158-15,0 0-9 16,-114-27-17-16,54 44 17 16,-4 24 69-16,4 5 12 15,8 2-35-15,10 6-15 16,15-10 39-16,13-4-61 15,14-3 8-15,0-10-17 16,21-5-15-16,12-10-3 16,10-12-43-16,1 0-50 15,14-35-102-15,-10-6-163 0,-9-7-456 16</inkml:trace>
  <inkml:trace contextRef="#ctx0" brushRef="#br0" timeOffset="-204640.42">5380 17244 1166 0,'0'0'972'16,"0"0"-734"-16,0 0-76 15,0 107-56-15,-4-49-47 16,2 0-59-16,2-3-16 16,11-2-142-16,13-16-160 15,3-16-499-15</inkml:trace>
  <inkml:trace contextRef="#ctx0" brushRef="#br0" timeOffset="-204454.01">5724 17379 2049 0,'0'0'731'0,"0"0"-710"0,0 0-21 16,0 0-1-16,0 0 1 16,115-14-2-16,-72 11-11 15,8 3-172-15,-12 0-423 16,-15 0-1114-16</inkml:trace>
  <inkml:trace contextRef="#ctx0" brushRef="#br0" timeOffset="-204327.61">5719 17630 2020 0,'0'0'664'16,"0"0"-606"-16,0 0-58 0,120 30-47 15,-18-30-219 1,-15-15-227-16,-6-6-1321 0</inkml:trace>
  <inkml:trace contextRef="#ctx0" brushRef="#br0" timeOffset="-203720.5">6555 17169 1345 0,'0'0'321'0,"0"0"-231"15,0 0-76-15,0 0-3 16,0 0 35-16,0 0 58 16,0 0-16-16,-6-4-67 15,6 4-3-15,0 0 132 16,-2 0-46-16,2 0-53 0,-4-4-19 16,-2-1 36-1,2 0-12-15,0-4 2 16,1 0-22-16,3-5 9 15,0-2-10-15,0-3-6 0,0 1-20 16,7 4 1-16,7 0 23 16,-1 7-12-16,5 2-6 15,1 5 6-15,2 0-21 16,-3 0 0-16,-1 26 0 16,-8 6 6-16,-4 8 27 15,-5 9 16-15,0 1-10 16,-9-6 9-16,2 5-33 15,7-10 1-15,0-3-1 16,11-4-15-16,12 0 14 16,1-6-14-16,-3-4-9 0,-13 4 9 15,-8 6-31-15,-20 13 5 16,-31 9 4-16,-19 4-28 16,-32 19-92-1,15-19-345-15,16-14-442 0</inkml:trace>
  <inkml:trace contextRef="#ctx0" brushRef="#br0" timeOffset="-201597.02">8051 17038 1202 0,'0'0'294'0,"0"0"-137"15,-19 113 51-15,7-52-20 16,3 4-8-16,3 6-38 0,4-4-32 16,2 4-77-16,0-3-23 15,0-6-10-15,0-8-43 16,0-6-87-16,-19-4-174 16,-1-8-258-16,-7-14-265 0</inkml:trace>
  <inkml:trace contextRef="#ctx0" brushRef="#br0" timeOffset="-200994.2">7538 17628 895 0,'0'0'923'0,"0"0"-600"15,0 0-78-15,0 0-110 16,0 0-106-16,168-133-29 16,-43 93 31-16,-1 0-3 15,-10 8-26-15,-18 0 21 16,-23 2 3-16,6-6-16 0,-4-5-7 15,-15 6-3-15,-19-1 0 16,-16 5-1-16,-17 0-17 16,-8 9 0-16,-2-1 18 15,-23 14 1-15,-2 4 5 16,-4 5-6-16,-2 27 0 16,0 18 29-16,-1 22 27 15,7 9 20-15,5 5-1 16,9-6-32-16,3-4-14 15,8-17-24-15,2-15-4 16,0-7 7-16,10-13-8 16,7-7-6-16,10-10-6 0,8-2-1 15,8-10-20-15,4-16-58 16,-2-15-28-16,-6 2 4 16,-10 2 17-1,-8 11 52-15,-12 12 46 0,-7 14 0 16,-2 0 1-16,0 19 11 15,0 6 100-15,-7 3 11 16,5 2-76-16,2-7-14 16,0-5-20-16,4-4-12 15,17-6-2-15,2-8-3 16,6 0-34-16,3-12-54 16,1-13-107-16,-4-1-21 15,-4-6-72-15,-5 11 96 0,-9 3 196 16,-1 14 21-16,-8 4 49 15,-2 9 53-15,0 22 91 16,0 1-72-16,0 8-53 16,0-5-60-16,0-8-29 15,0-5-46-15,0-18-130 16,0-4-174-16,0 0-663 0</inkml:trace>
  <inkml:trace contextRef="#ctx0" brushRef="#br0" timeOffset="-200871.23">8786 17205 1739 0,'0'0'721'0,"0"0"-721"0,116-32-53 15,-18 28-129-15,-8 4-175 16,-10 0-315-16</inkml:trace>
  <inkml:trace contextRef="#ctx0" brushRef="#br0" timeOffset="-199747.08">9683 17642 2392 0,'0'0'351'0,"0"0"-351"16,0 0-192-16,133-48 122 16,-63 8-10-16,5-11 56 15,4-7 24-15,-6-4-15 0,-6 4-69 16,-11 0-52 0,-13 3-40-16,-20 12-23 0,-13 11 148 15,-10 15 51 1,0 12 91-16,-23 5-58 0,-1 27-8 15,-3 22 79-15,-4 35 90 16,-1 24 13-16,1 31-42 16,2-16-24-16,8-24-56 15,2-31-34-15,3-24-12 16,-1 4-38-16,-6-2-1 16,-3-2 8-16,1-11-2 15,-2-8 3-15,3-11-9 16,4-9-2-16,9-5 2 15,11-26-19-15,4-20-110 16,38-20-64-16,35-33-30 0,31-24 40 16,27-30-66-16,-8 18-69 15,-32 28 178-15,-32 32 140 16,-30 29 51-16,-6-2 129 16,-5 7 64-16,-7 5 125 15,-15 18-54-15,0 14-107 16,-15 4-133-16,-20 26-75 15,-8 20 9-15,-3 17 15 16,5 12 10-16,10 3 19 16,11 1-36-16,13 0-16 15,7-12 10-15,0-12-11 16,22-11-9-16,3-8-9 0,6-14-11 16,0-14-2-16,1-8-44 15,-3-3-55-15,-7-29-60 16,-2-35-155-16,-4-5-293 15,-8 1-223-15,-3 17 861 16,-3 42 311-16,1 6 306 16,-1 3-265-16,0-2-55 15,3 5-135-15,-1 0-70 16,2 12-31-16,-1 7 33 16,-3 8 13-16,-2 4-34 15,0 1-24-15,0 4 14 16,-11-7-46-16,2-4-7 15,3-7-8-15,3-6-2 16,3-4-11-16,0-8-19 16,7 0-22-16,15-5 12 0,5-21-11 15,4-9-158-15,-4-13-290 16,-9 2-18-16,-12 11 517 16,-6 17 106-16,0 18 200 15,-8 0-102-15,-8 27-22 16,1 4 3-16,5 3-83 15,6-5-5-15,4 0-27 16,0-6-46-16,4-5-18 16,12-8-6-16,4-6-39 15,2-4-61-15,5-23-100 16,-7-12-285-16,-7-5-890 0</inkml:trace>
  <inkml:trace contextRef="#ctx0" brushRef="#br0" timeOffset="-199588.3">11161 17124 2129 0,'0'0'582'16,"0"0"-519"-16,31 134-15 15,-28-59-35-15,-3 12 17 16,-23 1-5-16,-15 2-25 16,-7-6 0-16,-21 10-95 15,10-22-248-15,9-23-717 0</inkml:trace>
  <inkml:trace contextRef="#ctx0" brushRef="#br0" timeOffset="-198854.1">11841 17781 798 0,'0'0'1112'16,"0"0"-796"-16,0 0-227 16,0 0-58-16,0 0 18 15,0 0-6-15,124-81-6 16,-59 26-37-16,7-10 0 15,-3-12-21-15,-3-3-4 16,-10 0 19-16,-6 0-46 16,-17 0-24-16,-14 16-1 15,-9 11 77-15,-10 18 42 16,0 20 113-16,-2 15-94 0,-21 15-61 16,-6 24 15-1,-4 19 40-15,2 19 36 16,2 8 15-16,8-1-20 15,13-3-54-15,8-7-32 16,0-11 25-16,11-17-25 0,18-10 0 16,8-14 0-16,13-14-21 15,3-8-20-15,8-4-71 16,-3-28-71-16,13-42-50 16,-18 6-124-16,-8-4-267 0</inkml:trace>
  <inkml:trace contextRef="#ctx0" brushRef="#br0" timeOffset="-198658.18">12835 17031 1916 0,'0'0'650'16,"0"0"-522"-16,0 0-112 0,0 0-8 15,0 0 41-15,-72 123 6 16,48-60 21-16,4 5-43 16,2 4-4-1,5 3-24-15,4-8-5 0,5-5-8 16,4-11-44-16,0-7-21 15,0-9-63-15,4-12-107 16,5-19-110-16,-3-4-271 16,-6 0-275-16</inkml:trace>
  <inkml:trace contextRef="#ctx0" brushRef="#br0" timeOffset="-198124.75">12557 17449 1691 0,'0'0'596'0,"0"0"-426"16,0 0-118-16,0 0-41 15,0 0-10-15,151-106 13 0,-104 99 20 16,0 7-22-16,-5 0 67 16,-9 12 33-16,-10 9-57 15,-10 11-15-15,-8 8 8 16,-5 5-27-16,0 0 19 16,0-4-37-16,-3-7 3 15,1-10-12-15,2-9-12 16,0-4-15-16,14-11-16 15,10 0 4-15,7-6 12 16,9-28-125-16,-2-7-121 16,-5-3-60-16,-8 8 339 15,-11 12 20-15,-12 12 318 16,-2 12-149-16,0 5-98 0,-16 21-60 16,-4 6 57-16,4 0 18 15,4-2-75-15,6-4-4 16,6-8-26-16,0-4-1 15,27-6-9-15,14-6 1 16,12-2-19-16,11-19-31 16,4-12-66-16,-4-13-35 15,-8-6-13-15,-12-3-16 16,-15 4-43-16,-13 8 194 16,-16 15 37-16,0 20 333 15,-18 6-150-15,-15 18-10 16,0 18-36-16,-3 10-49 15,9 7-21-15,7-10-23 16,11 3-26-16,9-9 2 0,0 1-20 16,4-6-15-16,19-3-39 15,1 4-113-15,-6-8-141 16,-7-6-331-16</inkml:trace>
  <inkml:trace contextRef="#ctx0" brushRef="#br0" timeOffset="-198004.84">13127 17911 1587 0,'0'0'953'0,"0"0"-953"16,0 0-6-16,0 0-105 15,0 0-45-15,151-7-314 0,-85-19-1056 16</inkml:trace>
  <inkml:trace contextRef="#ctx0" brushRef="#br0" timeOffset="-197746.48">14696 17057 2067 0,'0'0'669'0,"0"0"-669"16,0 0-142-16,0 0 142 15,-71 112 100-15,42-54 4 16,2 8 1-16,3 6-59 0,6 4-26 15,7 0-19 1,4-1-1-16,7-11 0 0,0-2-39 16,4-14-52-16,13-7-66 15,0-19-177-15,-1-12-386 16,-8-10-734-16</inkml:trace>
  <inkml:trace contextRef="#ctx0" brushRef="#br0" timeOffset="-197231.27">14335 17652 316 0,'0'0'1846'16,"0"0"-1462"-16,0 0-340 16,0 0-44-16,129-104-1 15,-57 69-45-15,9 3 34 16,2 5-9-16,0-4-32 0,-10 9 17 16,-15 8 36-16,-21 6 121 15,-22 8-2-15,-15 12-69 16,-4 29 10-16,-30 13 54 15,-9 8-53-15,-1 2-34 16,7-11-27-16,10-14 0 16,13-11-1-16,14-11-12 15,0-12-25-15,27-5-8 16,16 0 12-16,12-18-151 16,8-14-107-16,-1-7-7 15,-9-2 48-15,-10 4 168 16,-16 16 83-16,-14 13 243 15,-11 8-98-15,-2 3-36 16,0 23 115-16,-4 6-37 16,-5 5-55-16,5-7-92 0,4-5-1 15,0-10-38-15,0-5 5 16,10-6-6-16,13-4-7 16,4 0-43-16,4-10-112 15,2-12-51-15,-1-4-7 16,-3 4 2-16,-8 4 160 15,-7 9 58-15,-10 9 212 16,-4 0-55-16,0 27-43 16,0 9 36-16,-8 8-65 15,-4 0-48-15,1-4-36 16,3-11-1-16,0-12-121 0,6-4-127 16,2-13-379-16</inkml:trace>
  <inkml:trace contextRef="#ctx0" brushRef="#br0" timeOffset="-197006.22">15319 17270 1672 0,'0'0'1143'0,"0"0"-1143"16,0 0-137-16,0 0-156 15,-43 157-71-15,3-76-166 16,-5-2 431-16,3 8 99 0,6-12 12 15,7-12 137 1,7-10 145-16,7-17-26 16,5-8-107-16,8-7-84 0,2-6-77 15,16-7-210-15,3-8-1633 16</inkml:trace>
  <inkml:trace contextRef="#ctx0" brushRef="#br0" timeOffset="-196212.11">16239 17437 1332 0,'0'0'766'0,"0"0"-576"15,0 0-109-15,0 0-9 16,49-121-28-16,-25 107 32 16,5 11-2-16,4 3-33 0,2 8-7 15,-7 24 2 1,-3 8 28-16,-12 8-16 15,-10 6-5-15,-3 5 12 16,-7-1-38-16,-13-11 2 0,-1-6-10 16,6-13-1-16,1-10-8 15,8-10-2-15,6-8-20 16,0 0 16-16,0 0-9 16,6-29 0-16,17-17-51 15,8-21-235-15,-2-9 41 16,-2 9 180-16,-12 21 80 15,-7 24 313-15,-8 18-130 16,-3 4-113-16,-17 23-59 16,-3 12 34-16,6 5 25 0,5 1-51 15,12-2-4-15,3-2-6 16,30-5-9-16,14-6-10 16,18-8-59-1,37-18-122-15,-13 0-274 0,-13-14-173 16</inkml:trace>
  <inkml:trace contextRef="#ctx0" brushRef="#br0" timeOffset="-196065.04">17030 17455 2067 0,'0'0'521'0,"0"0"-446"16,0 0-70-16,0 0-4 15,129 0 7-15,-81 0-8 0,12 0-114 16,-12 0-268-16,-11 0-562 15</inkml:trace>
  <inkml:trace contextRef="#ctx0" brushRef="#br0" timeOffset="-195932.4">17032 17580 1692 0,'0'0'643'16,"0"0"-547"-16,0 0-26 15,0 0 18-15,0 0-27 16,156 62-61-16,-46-62-85 15,-14 0-184-15,-9 0-520 0</inkml:trace>
  <inkml:trace contextRef="#ctx0" brushRef="#br0" timeOffset="-195641.06">18033 17369 1637 0,'0'0'645'15,"0"0"-534"-15,0 0 15 16,-124 125 23-16,99-79-48 16,12-2-13-16,11 0-3 15,2-4-52-15,15-4 5 16,20-8-28-16,13-11-9 16,12-8-1-16,2-9-12 15,-2-4-13-15,-8-18-40 16,-17-10-12-16,-15-8-122 15,-15-4 49-15,-5-2 94 16,0 2 35-16,-20 13 11 0,-5 14 9 16,-10 17-143-16,6 0-244 15,6 12-390-15</inkml:trace>
  <inkml:trace contextRef="#ctx0" brushRef="#br0" timeOffset="-195464.7">18740 17749 2675 0,'0'0'523'16,"0"0"-523"-16,0 0-75 0,0 0-38 15,0 0-201-15</inkml:trace>
  <inkml:trace contextRef="#ctx0" brushRef="#br0" timeOffset="-187691.06">18247 17441 825 0,'0'0'364'16,"0"0"-176"-16,0 0-80 16,0 0 30-16,0 0 12 15,0 0-52-15,0-9-13 16,0 9-32-16,0 0 8 16,0 0 13-16,0 0-5 15,0 0 9-15,0 0-26 16,0 0 2-16,0 0 39 15,0 0-35-15,0 0-6 0,0 0-15 16,0 0-25 0,0 0 4-16,0 0-15 0,0 0 13 15,0 0 32-15,-2 0-16 16,-7 0 13-16,-7 0 2 16,-5-5-45-16,-11 1 6 15,-6 4-6-15,-2 0-15 16,-14 0-40-16,13 4-206 15,7 1-416-15</inkml:trace>
  <inkml:trace contextRef="#ctx0" brushRef="#br0" timeOffset="-186511.36">18738 17665 1033 0,'0'0'361'0,"0"0"-229"16,0 0-80-16,0 0 44 15,0 0-13-15,0 0-52 16,0 0 3-16,-13-5 1 16,13 5 32-16,0 0 2 15,0 0-28-15,0 0-18 16,0 0-10-16,0 0-12 15,0 0 7-15,0 0-7 16,0 0 0-16,0 0 61 16,0 0 0-16,-3 0 3 0,-3 0-28 15,-4 0-5 1,0 5-17-16,-4 0-15 0,3 7 0 16,4-3-1-16,3 0 0 15,4 2 0-15,0 1 0 16,0-3 0-16,4 3-7 15,11-7-19-15,4 0-16 16,-1-5 15-16,-5 0-29 16,-2 0-26-16,-9-10-53 15,-2-2-65-15,0-2-456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04:59.2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28811 6145 506 0,'0'0'655'0,"0"0"-483"16,0 0-147-16,0 0-11 16,0 0 92-16,0 0 37 15,14-20 1-15,-10 17-18 16,-1-3-54-16,-1 1-28 0,0 2-21 16,-2 1 3-1,2 2 36-15,-2 0 13 0,0 0 14 16,0 0 3-16,0 0 9 15,0 0 3-15,0 0-34 16,0 0-33-16,0 0 33 16,0 0-58-16,0 0 12 15,0 0-9-15,0 0-5 16,0 0 7-16,-9 0-17 16,-15 12-5-16,-14 10-13 15,-13 9 19-15,-12 8-2 16,-1 3 1-16,-3 2 0 15,1-4 1-15,12-4-1 16,4-4 0-16,15-8 8 16,10-7-8-16,14-8 0 0,7-4-7 15,4-3 7-15,0-1 0 16,0 2-17-16,0 1 16 16,11 1-5-16,-1 2 12 15,9 0 3-15,-2 2-8 16,3-3 23-16,5 2 15 15,6 1-25-15,5-4 2 16,6 1 6-16,7 0-20 16,3-2 3-16,-2 0-5 15,0 0 0-15,-3 0-3 16,-5-2 3-16,-9 2-15 16,-4-2 14-16,-11 0-20 0,-5 0 20 15,-4-2-9-15,-7 1 10 16,-2-1-4-16,0 0 4 15,0 0 0-15,0 0 11 16,0 0-10-16,0 0 14 16,0 0-5-16,0 0 4 15,0-7 13-15,0-13-27 16,0-4 0-16,0-5-8 16,-2 0 8-16,0-1-1 15,0-1-7-15,2 3 7 16,-2 2-1-16,-1 5 2 15,1 0 0-15,-2 5 18 16,2 4 1-16,-3 4 16 16,1 2-35-16,1 2 13 15,3 2-13-15,0 2 0 0,0 0-52 16,0-3-66-16,0-4-265 16,5-3-628-16</inkml:trace>
  <inkml:trace contextRef="#ctx0" brushRef="#br0" timeOffset="631.2">29070 6322 155 0,'0'0'1216'0,"0"0"-960"16,0 0-144-16,0 0-58 16,0 0-6-16,0 0 56 15,0 0-7-15,42 36 6 16,-42-13-10-16,0 5-5 15,0 2-2 1,-2 0-34-16,-9-2-3 0,-3-2-19 16,6-8-24-16,-1-4 4 15,4-6-10-15,5-5-35 16,0-3 8-16,0 0-12 16,5-17 8-16,12-17-135 15,6-10-339-15,-6-2 349 0,-1 0 143 16,-9 12 13-1,-5 8 177-15,-2 14 72 0,0 5-5 16,0 7-90-16,0 0-154 16,-4 14 9-16,-5 8-7 15,5 9-1-15,4 1-2 16,0 1 1-16,44 6-117 16,1-11-174-16,-3-10-462 0</inkml:trace>
  <inkml:trace contextRef="#ctx0" brushRef="#br0" timeOffset="947.48">29571 6418 880 0,'0'0'972'15,"0"0"-775"-15,0 0-146 16,0 0 24-16,0 0-4 15,119 21-21-15,-80-18-50 16,9 5-16-16,-13-1-128 16,-10-3-353-16</inkml:trace>
  <inkml:trace contextRef="#ctx0" brushRef="#br0" timeOffset="1082.96">29619 6590 662 0,'0'0'1094'0,"0"0"-817"15,0 0-195-15,0 0-24 16,156 0-58-16,-61 0-77 16,-14-3-53-16,-8-6-466 0</inkml:trace>
  <inkml:trace contextRef="#ctx0" brushRef="#br0" timeOffset="1577.88">30493 6330 1265 0,'0'0'572'15,"0"0"-471"-15,0 0 11 16,0 0 96-16,0 0-61 0,0 0-67 15,0 0 6 1,26-20-51-16,-29 40-29 0,-10 10 34 16,-3 10 45-16,-3 7-26 15,-1 1-38-15,3-4-10 16,7-5-2-16,1-8 0 16,7-7-18-16,2-7 9 15,0-4-21-15,0-9 1 16,0-4-47-16,6 0-6 15,13-10 55-15,4-16-98 16,2-8-48-16,0-4 60 16,-5-1 57-16,-5 2 47 15,-8 7 32-15,-2 12 61 16,-5 6 155-16,0 7-82 16,0 5-81-16,0 0-73 0,0 0-12 15,0 17-6-15,0 9 0 16,2 8 6-16,7 3 0 15,4 4-20-15,5-5-54 16,15 4-124-16,-4-10-99 16,-2-12-322-16</inkml:trace>
  <inkml:trace contextRef="#ctx0" brushRef="#br0" timeOffset="1767.03">30829 6561 1903 0,'0'0'612'16,"0"0"-446"-16,0 0-102 0,0 0-20 15,0 0-32-15,0 0-12 16,131-6 0-16,-93 6-50 16,16-2-189-16,-8-2-57 15,-7-2-536-15</inkml:trace>
  <inkml:trace contextRef="#ctx0" brushRef="#br0" timeOffset="2471.61">31404 6389 804 0,'0'0'981'16,"0"0"-788"-16,0 0-69 15,0 0 5-15,0 0-67 16,0 0-40-16,0 0 12 16,78-31 6-16,-70 55-31 15,-2 7 39-15,-6 5 18 16,0 5 21-16,-10 3 11 15,-7 0-58-15,-1-3-5 16,3-5-21-16,1-6-5 16,5-7 6-16,5-7-15 0,4-7-9 15,0-4 0-15,0-5-30 16,0 0-6-16,13-10 20 16,11-21-14-16,5-9-194 15,5-13-45-15,-5 2 21 16,-5 3 221-16,-6 10 36 15,-9 13 188-15,-7 13 62 16,-2 12-89-16,0 0-82 16,-9 11-67-16,-8 15 58 15,-4 10 50-15,4 4-66 16,1 2-12-16,9 0-24 16,5-2-18-16,2-4 12 15,0-6-12-15,13-6-20 16,5-3 20-16,0-10-33 0,2-2 9 15,-2-7-9-15,-3-2 12 16,-4 0 20-16,-1 0-7 16,-4 0 8-16,-4 0 2 15,3 0 5-15,-1 7 5 16,6 8 24-16,3 0 0 16,7 2-15-16,9-3-14 15,4-7 1-15,3-4 26 16,-3-3-23-16,-6 0 6 15,-14-18-3-15,-10-6 1 16,-3-7-15-16,-12 0-48 16,-17-1-39-16,-19 10-106 15,3 5-408-15,5 11-961 0</inkml:trace>
  <inkml:trace contextRef="#ctx0" brushRef="#br0" timeOffset="4206.84">30350 6396 170 0,'0'0'837'0,"0"0"-624"15,0 0-54-15,0 0 50 16,0 0-59-16,0 0-3 15,0 0 22-15,-2-15-45 16,2 11-32-16,6-5-57 0,5 4 1 16,3-4-2-16,3 1-24 15,1 3 5-15,3-2 16 16,-4 3 18-16,-3 2-10 16,-1 2-23-16,-7 0 11 15,2 0 4-15,-2 8-19 16,1 14 16-16,-5 9 22 15,-2 7 5-15,0 7-2 16,-2 6-8-16,-15-3-16 16,0-2 15-16,-1-8-21 15,3-4-5-15,3-10-10 16,6-6-7-16,4-6 3 16,2-8-4-16,0-2-17 0,0-2 2 15,0 0 5 1,2-6 3-16,16-22 6 0,7-14-39 15,6-14-75-15,-2-4 22 16,-1-2 41-16,-6 9 51 16,-8 11 2-16,-3 12 52 15,-9 14 24-15,0 8 13 16,-2 8-48-16,0 0-42 16,0 10-21-16,-13 18 21 15,-3 11 22-15,3 7 9 16,9 2-29-16,4 0 11 15,9 0-13-15,20-6-18 16,8-6-44-16,24-6-55 16,-12-11-217-16,-7-12-608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5T02:30:21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68 6953,'0'0'13742,"0"-8"-12335,0-51 1139,29 59-6336,-1 0-881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10-15T02:34:01.18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1727 1206 1038 0,'0'0'91'0,"0"0"-84"15,0 0 650-15,0 0-487 0,0 0 6 16,0 0-8-16,-18-17-24 15,18 15-3-15,-2-2-23 16,2 1-38-16,0 0-26 16,-2 1-8-16,2 2 1 15,0-2-8-15,0 2 0 16,0 0-5-16,-3 0 0 16,3 0 1-16,0 0-20 15,0 0-3-15,0 0-11 16,5 0 0-16,13 4 10 15,5 10-4-15,2 4 1 16,7 4-8-16,2 6 8 16,-1 4-1-16,3 2-1 15,-3 2 2-15,3 3-7 16,-3-4-1-16,0-3-9 0,4-2-42 16,-4-1-26-1,13-7-71-15,-6-8-385 0,-9-4-528 16</inkml:trace>
  <inkml:trace contextRef="#ctx0" brushRef="#br0" timeOffset="453.09">2479 1115 2004 0,'0'0'486'0,"0"0"-313"0,0 0-69 16,0 0-7-16,0 0-4 15,0 0-27-15,0 0-26 16,-77 58-1-16,46-2-8 15,-2 8-11-15,0 4-8 16,-1 1-12-16,5-5-5 16,4-6-37-16,7-6-58 15,10 3-111-15,5-16-373 16,3-11-952-16</inkml:trace>
  <inkml:trace contextRef="#ctx0" brushRef="#br0" timeOffset="1156.33">2790 1361 1453 0,'0'0'348'15,"0"0"-113"-15,0 0-40 16,0 0-22-16,0 0-19 15,0 0-14-15,0 0-35 16,-89-5-42-16,58 25-25 16,-4 6-11-16,-3 3-6 15,1 3-3-15,4 1-7 16,6 1-5-16,8-2 0 0,7 0-6 16,6-6-5-16,6-4-9 15,0-8-28-15,20-8-35 16,9-6-68-16,6-3-19 15,21-36-47-15,-9 3-132 16,-4-2-286-16</inkml:trace>
  <inkml:trace contextRef="#ctx0" brushRef="#br0" timeOffset="1390.72">2882 910 1373 0,'0'0'591'0,"0"0"-269"15,0 0-10-15,0 0-117 0,0 0-70 16,0 0-42 0,0 0-53-16,-25-22-21 0,12 66 16 15,-1 14 8-15,1 11-8 16,2 7-14-16,0 2-4 16,4 0-6-16,5-1-1 15,0-7-33-15,2-2-37 16,0 6-84-16,0-16-225 15,9-16-523-15</inkml:trace>
  <inkml:trace contextRef="#ctx0" brushRef="#br0" timeOffset="1765.77">3015 1668 608 0,'0'0'1012'16,"0"0"-721"-16,0 0-128 0,0 0-66 16,0 0 30-16,0 0 14 15,0 0-31-15,37-44-15 16,-37 38-4-16,0 4-12 16,0 2 4-16,0 0-36 15,-6 0-22-15,-2 0-25 16,-3 6-16-16,-5 8-98 15,3-2-380-15,-1-4-772 0</inkml:trace>
  <inkml:trace contextRef="#ctx0" brushRef="#br0" timeOffset="2312.53">2142 1944 1721 0,'0'0'388'0,"0"0"-193"16,0 0-43-16,0 0 21 15,0 0-45-15,0 0-40 16,0 0-25-16,140-55-30 0,-84 45-12 15,2 2-14-15,4 0-5 16,1 4-2-16,15 4-46 16,-18 0-191-16,-9 0-375 15</inkml:trace>
  <inkml:trace contextRef="#ctx0" brushRef="#br0" timeOffset="3937.51">4446 1146 1174 0,'0'0'378'0,"0"0"-124"15,0 0-14-15,0 0-25 16,0 0-46-16,0 0 10 16,0 0-36-16,12-72-42 15,-12 64-26-15,0 1-20 16,-9 0-19-16,-5 6-12 15,-3 1-5-15,-8 0-17 16,-4 4-2-16,-4 15 6 16,-6 9 0-16,2 11 5 15,1 5 5-15,7 4 4 16,5 3 1-16,11-2-12 16,8-2-3-16,5-8-6 0,2-9 0 15,23-5-14 1,11-11-4-16,10-13-15 0,8-1-19 15,4-5-23-15,2-19-35 16,2-9-93-16,-4-5-10 16,-4-6 18-16,-8-5 22 15,-3-4 79-15,-9-3 50 16,-7 0 30-16,-6-1 14 16,-7 1 15-16,-5 5 35 15,-5-2 60-15,-2 9 21 16,-2 4 19-16,0 6-3 15,0 6-10-15,-2 6-27 16,-5 6-28-16,3 6-10 16,0 3-18-16,0 7-18 15,-4 0-21-15,-5 13-14 0,-3 19-1 16,-3 15 30-16,-2 8 3 16,1 13-9-16,5 5 10 15,3-1-2-15,3 0-19 16,5-6 10-16,4-6-14 15,0-8 1-15,0-7-9 16,4-11 0-16,12-13-1 16,2-6-20-16,2-14 1 15,5-1 1-15,2-5 0 16,2-20-5-16,2-4 1 16,0-6-13-16,-4 0 5 15,-6 10 20-15,-4 7 10 0,-11 10 7 16,-4 8-7-16,-2 0-9 15,0 14 9 1,0 14 24-16,-2 6 2 0,0 4-14 16,2 1-5-16,0-5 1 15,6-4-7-15,15-7 0 16,3-6-1-16,8-7-2 16,3-8-13-16,3-2-7 15,-1-2 13-15,2-16 8 16,-6-5 0-16,-6 1 1 15,-7 7 0-15,-9 2 0 16,-8 9 37-16,-3 4-8 16,0 0-8-16,0 18-11 0,0 7 17 15,0-2-7 1,0 1-5-16,2-6-15 0,17-7 9 16,8-9-9-16,6-2 14 15,4-6-13-15,-2-19-1 16,-6-4-8-16,-7-3 1 15,-10-5-5-15,-8 5-18 16,-4 4-9-16,0 7 1 16,-14 6-11-16,-5 13 4 15,-8 7-37-15,6 19-208 16,8-1-333-16</inkml:trace>
  <inkml:trace contextRef="#ctx0" brushRef="#br0" timeOffset="4937.35">5972 1496 902 0,'0'0'874'0,"0"0"-625"15,0 0-55-15,0 0-50 16,0 0-3-16,0 0 23 15,0 0-70-15,69-48-47 16,-30 17-38-16,4-3 3 16,1-4-10-16,-4-2-2 15,-3-1 1-15,-6 0-1 0,-10 5 1 16,-4 2 0 0,-11 5 0-16,-4 7 5 0,-2 5 3 15,0 5 3-15,0 5 15 16,-2 7-17-16,-7 0-8 15,1 3-2-15,-4 18 0 16,1 11 1-16,3 14 23 16,-4 12 0-16,3 14 3 15,1 3 2-15,-2 8 2 16,3 0-3-16,3 0-10 16,0-5-7-16,0-3-10 15,1-12 0-15,-2-6 5 16,-4-8-6-16,-1-8 0 15,-9-12 1-15,-3-4-1 16,-4-9-6-16,-1-8 6 0,2-8 8 16,3 0-7-1,7-8 0-15,3-16 5 0,12-10-4 16,0-7-2-16,16-2-9 16,22-10 0-16,9-1-17 15,10-4-2-15,6-5-15 16,4 0-10-16,0-2-35 15,-1 4-73-15,-5-1-25 16,-6 1-84-16,-3 1-74 16,-1-14-205-16,-13 15 139 15,-7 10-530-15</inkml:trace>
  <inkml:trace contextRef="#ctx0" brushRef="#br0" timeOffset="5125.37">6780 1020 624 0,'0'0'525'16,"0"0"-120"-16,0 0-61 15,0 0-59-15,0 0-149 16,0 0-65-16,0 0-4 15,-84-19-17-15,55 50 20 16,0 11 23-16,2 8-16 16,5 9-7-16,9 1-23 15,8-4-28-15,5-4-12 16,7-5-7-16,15-11-20 16,9-7-58-16,3-7-83 15,2-11-28-15,10-11-61 0,-5-4-134 16,-10-14-331-16</inkml:trace>
  <inkml:trace contextRef="#ctx0" brushRef="#br0" timeOffset="5501.29">6861 1252 763 0,'0'0'809'0,"0"0"-498"16,0 0-136-16,0 0-97 16,0 0-1-16,0 0 41 15,0 0 13-15,116-23-18 16,-105 53-12-16,-7 9 17 15,-4 2-28-15,0 3-26 16,0 0-13-16,-6-4-20 16,-1-8-13-16,1-8-17 0,3-8 5 15,3-7-6 1,0-9-5-16,0 0-5 0,7-14 0 16,6-12-37-16,1-12-20 15,1-5-54-15,-1-3-16 16,-3 4 31-16,-5 8 60 15,-2 13 46-15,-1 10 96 16,-3 11 26-16,0 0-68 16,0 16-13-16,0 10 7 15,0 4-8-15,0 1-20 16,0-4-10-16,11-4-10 16,4-5-42-16,6-9-66 15,-1-6-48-15,4-3-24 16,-4-8-159-16,-6-13-315 0</inkml:trace>
  <inkml:trace contextRef="#ctx0" brushRef="#br0" timeOffset="5673.17">7374 1055 1709 0,'0'0'710'0,"0"0"-525"16,0 0-93-16,0 0-13 15,0 0-19-15,0 0 31 16,97 156 9-16,-97-92-36 15,-15 3-37-15,-3-4-27 16,3-5-48-16,3-7-43 16,10-8-145-16,2-12-96 15,0-13-599-15</inkml:trace>
  <inkml:trace contextRef="#ctx0" brushRef="#br0" timeOffset="6079.39">7942 1331 773 0,'0'0'1287'0,"0"0"-760"16,0 0-304-16,0 0-103 15,0 0-50-15,0 0-9 16,0 0-13-16,65-18-27 16,-36 18-21-16,2 0-7 15,-4 0-36-15,-6 0-57 0,-9 0-191 16,-7 2-238 0,-5 4-401-16</inkml:trace>
  <inkml:trace contextRef="#ctx0" brushRef="#br0" timeOffset="6220.08">7957 1403 2070 0,'0'0'593'0,"0"0"-461"16,0 0-61-16,0 0-15 15,0 0-15-15,119 0-32 16,-59-3-9-16,-11 1-150 16,-7 2-536-16</inkml:trace>
  <inkml:trace contextRef="#ctx0" brushRef="#br0" timeOffset="7532.42">9101 1055 1320 0,'0'0'480'0,"0"0"-270"15,0 0 15-15,0 0-31 0,0 0-34 16,0 0-29 0,0 0-50-16,-56-18-42 0,30 37-8 15,-3 6 14-15,0 4-11 16,-5 7-2-16,3 5-1 15,0 5-1-15,2 2 3 16,4 2-14-16,6-1-2 16,7-6-11-16,5-4-5 15,7-9 4-15,0-6-5 16,23-10-8-16,8-9-4 16,7-5-7-16,9 0-20 15,2-19-37-15,0-8-30 16,-1-4-11-16,-7-1 40 15,-8 4 4-15,-12 3 44 16,-8 11 29-16,-11 6 89 16,-2 8 25-16,0 0-56 15,-6 7-12-15,-8 12 11 0,-2 4-21 16,5 0-12-16,6 2-14 16,5-8 1-16,0-1-10 15,3-3 5-15,17-8-6 16,7-5 0-16,4 0-10 15,5-2-19-15,-3-18-11 16,-2-1 4-16,-8-5-7 16,-10-2 11-16,-8 2 25 15,-5-1 7-15,0 5 12 16,-23 8 47-16,-4 6 1 16,-2 6-33-16,0 2 2 15,5 2-17-15,4 12-5 16,6 2 1-16,8 0-2 0,6-2-5 15,0 1 5 1,11-7-6-16,18-7-17 0,6-1 3 16,12 0-16-16,3-18-19 15,3-6-12-15,2-4-10 16,-1-4 3-16,-4-3-25 16,-6-2 52-16,-11 2 41 15,-8 0 25-15,-10 5 58 16,-10 5 23-16,-5 11-3 15,0 7-34-15,0 7-40 16,0 0-29-16,0 7 0 16,0 18 0-16,0 7 5 15,11 8 1-15,2 4 0 16,1 0 0-16,-6 0 7 16,-3-4 5-16,-5-4 14 0,0-5 1 15,-20-5-5-15,-7-6-7 16,-2-4-21-16,-2-2-16 15,-2 0-65-15,6-2-157 16,11-3-464-16</inkml:trace>
  <inkml:trace contextRef="#ctx0" brushRef="#br0" timeOffset="8266.74">10086 1285 988 0,'0'0'716'0,"0"0"-376"16,0 0-45-16,0 0-136 15,0 0-55-15,0 0 4 16,0 0-30-16,27-44-27 15,-23 44-29-15,1 20 4 0,-2 8 2 16,-3 10 21-16,0 4-7 16,-14 3-9-16,-1-1-5 15,-3-6-13-15,1-4-6 16,7-9-1-16,3-8-8 16,7-9 1-16,0-8-1 15,5 0-11-15,15-16-8 16,7-14-30-16,2-8-28 15,-3-10-30-15,-2-5-56 16,-5 3-7-16,-9 6 65 16,-5 10 105-16,-5 19 110 15,0 10 128-15,-13 5-120 0,-5 22-60 16,0 10-8 0,7 9-4-16,6 2 8 0,5-1-11 15,5 1-22-15,21-5-21 16,10-7-16-16,34-1-52 15,-8-13-162-15,-2-9-367 16</inkml:trace>
  <inkml:trace contextRef="#ctx0" brushRef="#br0" timeOffset="8813.58">10940 1548 781 0,'0'0'672'16,"0"0"-410"-16,0 0-84 15,0 0-27-15,0 0-33 16,0 0-6-16,0 0-5 16,14 16-15-16,-6-16-16 15,3 0-29-15,-3 0-14 16,-6 0 1-16,-2 0 45 15,0 0 20-15,0 0-13 0,-2-4-47 16,-8-1-21-16,4 2-18 16,1 1-10-16,5 2-72 15,0 0-240-15,0 0-499 0</inkml:trace>
  <inkml:trace contextRef="#ctx0" brushRef="#br0" timeOffset="9907.79">12164 1331 682 0,'0'0'683'16,"0"0"-436"-16,0 0 3 0,0 0 43 15,0 0-25 1,0 0-26-16,0 0-81 0,11-33-59 15,-11 33-48-15,0 0-12 16,2 0-21-16,0 7-14 16,3 18 11-16,-3 8 24 15,1 9 1-15,-3 6-17 16,0 5-11-16,0-2 3 16,0 5-17-16,0-5 10 15,0-1-11-15,2-4-9 16,2-10-36-16,-1-9-31 15,1-10-38-15,5-17-174 16,-3 0-82-16,-1-3-304 0</inkml:trace>
  <inkml:trace contextRef="#ctx0" brushRef="#br0" timeOffset="10720.23">11943 1235 1597 0,'0'0'754'0,"0"0"-438"16,0 0-119-1,0 0-106-15,0 0-40 0,0 0-18 16,128-12-3-16,-59 12-29 15,11 0-1-15,2 0 0 16,1 0-15-16,-5 0 14 16,-11 0-13-16,-9 0-9 15,-12 3-4-15,-10 0 11 16,-12 1 2-16,-8 1 14 16,-7-2-1-16,-5 1 1 15,-1 3 10-15,-3 8 4 16,0 3-1-16,0 7 4 15,0 9-5-15,0 3-2 16,0 3 3-16,0 2-4 16,0-1-3-16,0-6-5 0,0-5-1 15,0-9 1 1,0-7-1-16,0-10-9 0,0-4 3 16,0 0 5-16,2-20-18 15,9-11-24-15,7-8-22 16,0-7-33-16,7-3-38 15,-4 6 65-15,2 5 53 16,-5 9 18-16,-7 12 47 16,-7 10 28-16,-4 7-30 15,0 0-28-15,0 12 24 16,0 12 30-16,0 0-23 16,4 3-15-16,17-5-12 15,8-4-9-15,11-11-1 16,9-4-11-16,9-3 0 15,2-7-17-15,3-14-32 0,-10-6-27 16,-6-2-38-16,-12-6 13 16,-14-1 8-16,-13 0 26 15,-8 2 67-15,0 6 39 16,-2 8 144-16,-9 8-47 16,1 7-70-16,2 5-62 15,4 0 2-15,2 19-6 16,2 11 17-16,0 11 10 15,0 4-12-15,0 3-3 16,6 4-4-16,4-6-7 16,-6-1-1-16,-2-8 0 15,-2-4-8-15,0-10-40 0,0-9-73 16,-25-14-126-16,-1 0-277 16,-1-12-708-16</inkml:trace>
  <inkml:trace contextRef="#ctx0" brushRef="#br0" timeOffset="10892.09">13053 831 2451 0,'0'0'474'0,"0"0"-416"16,0 0-41-16,0 0-17 15,-135 55 18-15,92-11 0 16,1 14-18-16,3 30-23 0,11-13-283 15,14-13-836-15</inkml:trace>
  <inkml:trace contextRef="#ctx0" brushRef="#br0" timeOffset="11642.05">14221 1383 1778 0,'0'0'346'0,"0"0"-252"0,0 0-48 15,0 0-6-15,0 0 9 16,126-58-14-16,-86 29-18 16,-3-4-17-16,-3-1-28 15,-5-4-12-15,-7-2 31 16,-4 2 9-16,-5 1 28 15,-2 3 52-15,-3 8 27 16,-4 8 29-16,-4 8-62 16,0 8-40-16,0 2-34 15,0 2-16-15,0 25 16 16,0 10 0-16,-2 13 22 0,-10 15 10 16,1 9 5-1,0 4-6-15,-3 6 7 0,4 2-11 16,-2-1-14-16,-1-5-4 15,-1-3-7-15,-1-10-2 16,-3-13 6-16,-2-11-6 16,-2-17-1-16,-5-15 1 15,2-11 8-15,0 0-2 16,8-15 1-16,9-19 1 16,8-11-1-16,2-4-7 15,29-7-1-15,15-3-14 16,10 3-39-16,9 2-37 15,24-11-140-15,-13 15-75 16,-14 6-533-16</inkml:trace>
  <inkml:trace contextRef="#ctx0" brushRef="#br0" timeOffset="11876.4">14955 802 1864 0,'0'0'619'0,"0"0"-472"16,0 0-147-16,0 0-32 15,0 0 17-15,0 0 15 0,-76 142-1 16,49-73-62-16,6-8-436 15</inkml:trace>
  <inkml:trace contextRef="#ctx0" brushRef="#br0" timeOffset="12251.42">15350 958 1624 0,'0'0'271'0,"0"0"-213"15,0 0 2-15,-121 62 116 16,88-19 49-16,6 4 31 16,9 10-74-16,7 2-99 15,9-1-47-15,2 2-15 16,6-6-21-16,21-8-4 16,7-5-40-16,8-8-87 0,20-17-149 15,-8-7-293-15,-7-9-739 16</inkml:trace>
  <inkml:trace contextRef="#ctx0" brushRef="#br0" timeOffset="13079.46">15666 1139 1318 0,'0'0'521'0,"0"0"-379"16,0 0-59-16,0 0 16 16,0 0 32-16,0 0 16 15,0 0-38-15,91-29-53 16,-80 55 5-16,-3 11 8 16,-6 5 11-16,-2 6-9 15,0 6-15-15,-12 0-8 0,-5 1-13 16,1-5-10-16,1-5-6 15,1-9-10-15,5-7-8 16,7-9 0-16,2-8-1 16,0-10-10-1,0-2-16-15,15-7-4 0,7-16-45 16,5-10-70-16,0-3-37 16,0 0 20-16,-4 2-10 15,-6 9 131-15,-5 8 41 16,-8 11 143-16,-4 6-48 15,0 0-55-15,0 20 62 16,-10 8 0-16,2 6-21 16,1 1-26-16,5-3-12 15,2 0-14-15,0-6-14 16,9-4-3-16,13-8 1 0,7-6-2 16,2-8-11-1,3 0-9-15,-3-8-18 0,-2-11-10 16,-9 0-12-16,-7-1 16 15,-4 6 28-15,-7 4 5 16,-2 3 51-16,0 7 10 16,0 0-43-16,-2 9 2 15,2 11 1-15,0 0 1 16,0 1-13-16,16-6-9 16,11-3 0-16,4-7 0 15,2-5-9-15,1 0-13 16,-7-11-11-16,-10-7 18 15,-5-6 1-15,-8 2 8 0,-4-2 6 16,0 3 8 0,-16 5 15-16,-6 2-18 0,-5 11-5 15,3 3-40-15,1 0-171 16,8 0-281-16,5 5-535 0</inkml:trace>
  <inkml:trace contextRef="#ctx0" brushRef="#br0" timeOffset="13345.58">16638 1078 2198 0,'0'0'468'16,"0"0"-468"-16,0 0-35 15,0 0 35-15,109 113 21 16,-104-45 69-16,-5 10 1 16,-12 8-45-16,-16 2-24 15,-9-1-22-15,2-9-19 16,2-8-72-16,1-11-109 16,8-17-190-16,11-22-954 0</inkml:trace>
  <inkml:trace contextRef="#ctx0" brushRef="#br0" timeOffset="13454.95">17055 1652 967 0,'0'0'0'0</inkml:trace>
  <inkml:trace contextRef="#ctx0" brushRef="#br0" timeOffset="17238.08">2035 2706 518 0,'0'0'0'0,"0"0"0"16,0 0 799-16,0 0-461 16,0 0-95-16,0 0 5 15,0 0-24-15,8-87-56 16,-23 81-7-16,-5 3-97 16,-5 3-28-16,-8 7-14 15,-5 21 2-15,-4 14 18 16,-3 14 9-16,-1 14-3 0,5 8-3 15,8 5-7 1,12-2-11-16,10-6-15 0,11-7 3 16,0-10-6-16,21-12-9 15,10-11-15-15,11-12-43 16,7-12-24-16,5-11-129 16,17-4-103-16,-13-18-237 15,-14-2-392-15</inkml:trace>
  <inkml:trace contextRef="#ctx0" brushRef="#br0" timeOffset="17941.14">1823 3080 1633 0,'0'0'294'0,"0"0"-117"16,0 0-110-16,0 0-41 0,0 0-17 15,164-108 30-15,-110 101 6 16,-2 7 34-16,-8 19-3 15,-13 20 25-15,-11 14 0 16,-13 7-10-16,-7 0 1 16,-4-2-16-16,-16-7-23 15,-5-11-25-15,3-11-10 16,4-12-7-16,7-12-10 16,11-5-1-16,0-17-13 15,18-21-72-15,22-12-35 16,12-7-61-16,10-3-17 15,5 4 7-15,-1 5 8 16,-6 14 126-16,-8 13 57 16,-12 14 151-16,-13 10 34 15,-14 10-23-15,-13 23 28 0,0 12-47 16,-18 5-37-16,-11 1-26 16,-2 2-27-16,4-7-14 15,7-7-27-15,7-12-12 16,9-8-20-16,4-16-27 15,8-3 5-15,21-5-12 16,9-24-122-16,3-7-42 16,-1-6-53-16,-5-1-9 15,-8 0 43-15,-7 11 237 16,-11 12 38-16,-7 11 269 16,-2 9-69-16,0 11-89 15,-14 17 14-15,3 5-46 0,5 2-28 16,6-5-31-16,0-7-32 15,15-8-20-15,14-7 1 16,4-8-7-16,8-2-22 16,-3-17-57-16,-5-8-29 15,-4-1-11-15,-4-1 16 16,-8-3 35-16,-3 7 34 16,-3 4 34-16,-5 9 44 15,2 11 127-15,-4 1-77 16,0 13-52-16,1 18 19 15,-1 3-13-15,0 2-24 16,-1-2-24-16,0-2-2 16,-3-2-105-16,0-7-166 0,0-9-338 15</inkml:trace>
  <inkml:trace contextRef="#ctx0" brushRef="#br0" timeOffset="18409.93">2683 2648 595 0,'0'0'690'0,"0"0"-422"16,0 0-75-1,0 0-31-15,0 0 29 0,0 0-34 16,0 0-44-16,20-97-63 16,-7 78-11-16,6 5-8 15,1 6 27-15,-3 6-7 16,-1 2-28-16,-5 8-23 15,-7 18 2-15,-4 8-4 16,0 24-9-16,-15-10-101 16,-1-5-274-16</inkml:trace>
  <inkml:trace contextRef="#ctx0" brushRef="#br0" timeOffset="18675.55">3388 3288 1169 0,'0'0'1240'15,"0"0"-1017"-15,0 0-223 16,0 0-107-16,0 0-54 16,0 0-131-16,0 0-393 0</inkml:trace>
  <inkml:trace contextRef="#ctx0" brushRef="#br0" timeOffset="19363.57">2051 3663 1007 0,'0'0'697'0,"0"0"-534"16,0 0-37-16,0 0-22 15,0 0 25-15,0 0 24 16,0 0-24-16,75-6-23 16,-39 6-20-16,7 0-35 15,5 0-11-15,10 0-22 16,7 0 0-16,6 0 6 15,5 0-6-15,7-2-8 0,1-3-2 16,-2 3 2 0,1-3-4-16,-5 1-6 0,-4 0 0 15,-12 2-6-15,-8 0-5 16,-8 2-18-16,-10 0-80 16,-2 0-104-16,-13 0-85 15,-7 2-278-15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10-15T02:34:53.14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1748 5127 1258 0,'0'0'264'0,"0"0"-178"15,0 0-67-15,0 0 152 16,0 0 47-16,0 0-95 15,37 2 26-15,-32-6-37 16,1-2-31-16,0-2 25 16,4-2-35-16,1-2-38 15,5-4 16-15,3-2-40 16,4-8-7-16,8-6 1 16,5-8-3-16,1-8-63 0,6-6-52 15,-3-5 14 1,-4 1 49-16,-7 2 3 0,-5 4 33 15,-3 8 15-15,-8 4 2 16,-5 10 19-16,-2 6 22 16,-4 7-5-16,-2 8 33 15,0 4 1-15,0 5-1 16,0 0-36-16,0 0-26 16,-8 20 19-16,0 8 0 15,-1 13-11-15,2 15 29 16,0 12-12-16,1 12 13 15,1 11-4-15,1 1-6 16,2 0-6-16,2-4-25 16,0-6-4-16,0-7 10 15,0-9-5-15,0-8-4 16,-7-6-2-16,-4-8 0 16,-5-4 13-16,-2-8-13 0,-7-7 0 15,-4-10 12-15,4-11-11 16,-2-4 6-16,8-11-6 15,9-22 1-15,10-8-2 16,2-12-12-16,29-7-7 16,13-6-10-16,12-2-32 15,27-23-60-15,-12 17-140 16,-11 10-294-16</inkml:trace>
  <inkml:trace contextRef="#ctx0" brushRef="#br0" timeOffset="484.25">2577 4192 1313 0,'0'0'955'0,"0"0"-850"0,0 0-50 16,0 0 30-1,0 0 34-15,0 0-3 0,-92 147-41 16,70-83-50-16,-1 4-25 16,4 21-52-16,3-17-213 15,5-13-450-15</inkml:trace>
  <inkml:trace contextRef="#ctx0" brushRef="#br0" timeOffset="937.33">2878 4403 1145 0,'0'0'586'16,"0"0"-450"-16,0 0 54 15,0 0 15-15,-110 111-24 16,87-65 3-16,8 7-11 16,4 8-87-16,8 1-31 15,3-2-21-15,0-1-28 16,19-7-6-16,7-6-31 15,24-2-134-15,-6-14-147 16,-2-14-457-16</inkml:trace>
  <inkml:trace contextRef="#ctx0" brushRef="#br0" timeOffset="1656.05">3060 4434 1094 0,'0'0'483'0,"0"0"-317"16,0 0 60-16,0 0-40 15,0 0-18-15,0 0 13 16,116 102-6-16,-109-38-50 15,-5 7-30-15,-2-2-32 16,0 1-9-16,-4-6-11 0,-6-8-20 16,6-11 0-16,-1-12-23 15,3-10-2-15,2-13 2 16,0-10-39-16,0 0 4 16,14-21-28-16,1-16-52 15,6-9-58-15,-4-5 7 16,-1-1-28-16,-3 9 42 15,-7 10 152-15,-2 17 49 16,-4 14 106-16,0 2-71 16,-4 24 26-16,-6 12-4 15,-1 9-3-15,4-1-18 16,7 2-46-16,0-5 1 16,0-2-26-16,11-8-14 15,10-6 0-15,2-9-6 16,6-11-26-16,0-5-14 0,0 0-46 15,-4-9-19-15,-2-11 46 16,-8-2 39-16,-6 1 26 16,-4 4 11-16,-5 9 80 15,0 6 52-15,0 2-70 16,0 7-16-16,0 13-21 16,0 6-20-16,0-5 10 15,10-3-26-15,13-6-9 16,4-5 0-16,0-7-30 15,-1 0-17-15,-4-9-44 16,-8-8 34-16,-12-4 66 16,-2-2 9-16,0-4 28 0,-18 3 11 15,-4 0-19 1,-2 4-14-16,3 2-15 0,7-4-86 16,6 2-170-16,8 1-479 15</inkml:trace>
  <inkml:trace contextRef="#ctx0" brushRef="#br0" timeOffset="1844.06">3789 4481 1627 0,'0'0'763'0,"0"0"-483"15,0 0-91-15,140 57-35 0,-101-2-58 16,-12 14 1-16,-12 12-52 15,-15 9-27-15,0 2-18 16,-11-2-34-16,-14-1-64 16,-12 5-75-16,3-22-387 15,9-20-1568-15</inkml:trace>
  <inkml:trace contextRef="#ctx0" brushRef="#br0" timeOffset="2531.52">4672 4884 570 0,'0'0'1219'0,"0"0"-731"16,0 0-240-16,0 0-10 16,0 0-87-16,0 0-43 15,0 0-55-15,64-5-27 16,-28 3-4-16,2 2-22 16,2 0-12-16,-6 0-28 0,1 5-71 15,-10 5-211 1,-12 1-336-16</inkml:trace>
  <inkml:trace contextRef="#ctx0" brushRef="#br0" timeOffset="2687.76">4716 5049 1824 0,'0'0'552'16,"0"0"-433"-16,0 0-51 15,0 0-30-15,161 0-38 16,-98 0-105-16,-8 0-384 0</inkml:trace>
  <inkml:trace contextRef="#ctx0" brushRef="#br0" timeOffset="3625.26">5731 5213 464 0,'0'0'1303'16,"0"0"-1005"-16,0 0-193 15,0 0-71-15,0 0 7 16,0 0-29-16,96-121 3 16,-61 78 8-16,3-6-22 15,0-2 1-15,0-3-2 16,-5-5 0-16,-1-2 4 16,-3-6-4-16,-5 1 0 0,-4 2 21 15,-4 3 3 1,-3 7 33-16,-6 12 9 15,-3 9 30-15,-4 8 46 0,0 13-44 16,0 8-36 0,-11 4-24-16,-9 8-37 0,-4 23 23 15,-1 13 0-15,-2 11-11 16,4 12 35-16,6 5-34 16,6 2 11-16,8 0 8 15,3-4-32-15,0-9 19 16,23-9-20-16,8-10 0 15,7-14-1-15,2-10-17 16,2-12-20-16,1-6-6 16,-5-3-7-16,-3-20 0 15,-5-7-77-15,-6-4-11 0,-9 0 91 16,-3 0 23-16,-5 6 25 16,-5 7 31-16,-2 12 70 15,0 9 16-15,0 0-93 16,0 16-9-16,0 12 41 15,-2 8-21-15,-1 1-5 16,3 1-12-16,0-6-17 16,0-6-1-16,0-9-50 15,0-5-80-15,0-12-120 16,5 0-283-16,-5-4-283 0</inkml:trace>
  <inkml:trace contextRef="#ctx0" brushRef="#br0" timeOffset="3750.18">6402 4668 1967 0,'0'0'485'16,"0"0"-412"-16,0 0-73 15,0 0-21-15,0 0-190 16,0 0-726-16</inkml:trace>
  <inkml:trace contextRef="#ctx0" brushRef="#br0" timeOffset="4250.14">6618 4868 1476 0,'0'0'385'0,"0"0"-130"0,0 0-14 16,0 117-49-16,0-82-29 15,0-2-45-15,0-7-51 16,0-6-23-16,0-8-37 16,2-8 5-16,4-4-3 15,6-6-9-15,1-18 0 16,5-8-45-16,4-8-22 16,5-2 8-16,2 1-42 15,2 3 47-15,-4 13 53 16,-2 13 1-16,-5 10 21 15,-7 2 46-15,-4 15 14 0,-7 13 8 16,-2 6-23-16,0-5-22 16,0-3-4-16,0-6-33 15,0-8 16-15,0-6-23 16,3-6 0-16,6-3 0 16,8-17-9-16,7-5-38 15,10-8-9-15,7 2 1 16,7 1 25-16,6 5 12 15,2 7 18-15,-5 11 45 16,-9 7-15-16,-8 0 7 16,-14 22-19-16,-9 7-17 15,-9 10-1-15,-2 11-64 16,-7-8-305-16,-9-9-589 0</inkml:trace>
  <inkml:trace contextRef="#ctx0" brushRef="#br0" timeOffset="5109.53">5938 5620 1272 0,'0'0'609'0,"0"0"-343"15,0 0-61-15,0 0-45 16,0 0 10-16,0 0-48 15,0 0-23-15,34-74-60 16,-15 69-29-16,6 2 25 0,0 3-35 16,-3 3 23-16,-5 20-2 15,-3 9-8-15,-7 8 21 16,-7 6-16-16,0 3-4 16,0-5 23-16,-9-2-29 15,-3-5 11-15,2-8-17 16,1-7-2-16,5-10 5 15,4-8-5-15,0-4-18 16,0 0 12-16,6-24-36 16,11-12-33-16,4-9-57 15,1-10-103-15,0-6-45 16,-2 6-54-16,-4 9 157 16,-9 13 177-16,-5 19 176 15,-2 14 36-15,0 5-47 16,-16 22 68-16,3 11-64 0,2 4-86 15,4 1-15-15,7-3-7 16,0-3-55-16,14-4-5 16,15-8-1-16,27-6-59 15,-8-9-198-15,-3-6-426 0</inkml:trace>
  <inkml:trace contextRef="#ctx0" brushRef="#br0" timeOffset="5406.78">6514 5745 1540 0,'0'0'579'0,"0"0"-279"15,0 0 20-15,0 0-133 16,0 0-69-16,0 0-45 16,0 0-44-16,46 0 25 15,-13 0-54-15,8 0-1 16,1 0-11-16,0 0-46 16,1 0-41-16,1 0-194 15,-9 0-332-15,-8 0-504 0</inkml:trace>
  <inkml:trace contextRef="#ctx0" brushRef="#br0" timeOffset="5703.64">6867 5624 1707 0,'0'0'633'0,"0"0"-406"15,0 0-86-15,0 0-53 16,0 0-65-16,0 0 4 16,0 0 2-16,106 35-28 0,-77-16-1 15,-6 6 1-15,-4-4-1 16,-11 5 19-16,-8 1-9 16,-2 3 41-16,-27-2 29 15,-9 2-39-15,-6-4-15 16,1-1-26-16,8-7-8 15,10-8-63-15,12-5-298 16,11-5-641-16</inkml:trace>
  <inkml:trace contextRef="#ctx0" brushRef="#br0" timeOffset="6453.61">7242 5557 146 0,'0'0'1575'0,"0"0"-1045"15,0 0-413-15,0 0-54 16,0 0 14-16,0 0 45 16,0 0 30-16,100-55-76 15,-91 78-30-15,-7 14 16 0,-2 5-20 16,0 7 4 0,0-2 6-16,-8-2-32 0,-1-6 7 15,2-4-13-15,4-7-13 16,3-10 12-16,0-6-13 15,0-10-17-15,0-2-2 16,10-2-20-16,5-21-17 16,3-8-30-16,0-10-76 15,0-3-8-15,0-9-82 16,-3 2-41-16,-4 5 141 16,-1 15 152-16,-6 12 179 15,-4 18 20-15,0 1-111 16,0 25 67-16,-14 13-10 15,-1 4-2-15,4 5-37 16,-1-3-32-16,8-2-19 0,4-1-33 16,0-6-20-16,4-7 17 15,17-4-19-15,3-10 0 16,8-6-24-16,1-8-21 16,0 0-10-16,-2-2-33 15,-6-12-17-15,-5 5 55 16,-7 0 50-16,-8 7 41 15,-5 2 28-15,0 4-5 16,0 15 20-16,2 1-39 16,9-1-23-16,5-3 2 15,11-8-22-15,6-8-2 16,7 0-5-16,1-9-26 16,-8-16-2-16,-14-3-1 15,-14-2 34-15,-5 1-12 16,-18 0 12-16,-21 5-14 0,-13 5-28 15,-4 12 14-15,-11 7-12 16,16 0-308-16,13 0-997 0</inkml:trace>
  <inkml:trace contextRef="#ctx0" brushRef="#br0" timeOffset="8328.44">8198 4550 1395 0,'0'0'743'0,"0"0"-515"16,0 0-57-16,0 0 0 15,0 0-73-15,0 0-77 16,125-80 8-16,-71 44-29 16,2-5-8-16,-3-3-19 15,-6 2-81-15,-8-1 41 16,-7 2 11-16,-10 0 14 15,-8 1 41-15,-7 3-4 16,-5 3 5-16,-2 5 41 16,0 12-11-16,0 6 28 15,0 10 2-15,0 1-59 16,0 12-1-16,0 23 0 0,0 18 36 16,0 14 29-16,0 8-24 15,0 9-9-15,4 0 13 16,-2-1-36-16,2-7 11 15,-4-8-20-15,0-8 1 16,0-9 15-16,-8-10-16 16,-15-7 0-16,-8-10 0 15,-9-5 6-15,-3-12-12 16,-1-7 0-16,7 0 6 16,10-7 5-16,11-17-5 15,16-8 0-15,0-9-1 16,29-3 4-16,20-3-10 15,13-6-1-15,9 2-50 0,35-20-120 16,-21 11-192-16,-12 7-517 16</inkml:trace>
  <inkml:trace contextRef="#ctx0" brushRef="#br0" timeOffset="8547.26">9126 3812 1401 0,'0'0'590'0,"0"0"-354"16,0 0-52-16,0 0-25 15,-116 97 9-15,83-27-33 0,8 10-43 16,7 2-23-16,13-5-45 16,5-6-17-16,5-13-7 15,22-10-41-15,28-9-69 16,-5-15-200-16,-4-15-277 0</inkml:trace>
  <inkml:trace contextRef="#ctx0" brushRef="#br0" timeOffset="8937.78">9270 4153 1483 0,'0'0'341'0,"0"0"-166"15,0 0-41 1,0 0 66-16,39 108-18 0,-39-66-10 16,0 0-34-16,-10-1-71 15,-3-7-29-15,5-8-7 16,0-11-30-16,6-9 15 16,2-6-16-16,0-1-12 15,10-24-63-15,0-7-147 16,1-9 6-16,-1-2-9 15,-4-1-20-15,-4 4 38 16,-2 10 207-16,0 14 156 16,0 13 204-16,0 3-129 15,3 17 0-15,1 12-71 16,5 4-109-16,4 1-3 16,5-6-32-16,4-4-16 0,3-6 0 15,0-7-110 1,4-11-173-16,-10 0-56 0,-5-3-331 0</inkml:trace>
  <inkml:trace contextRef="#ctx0" brushRef="#br0" timeOffset="9110.44">9718 3928 871 0,'0'0'1294'0,"0"0"-1064"16,0 0-103-16,59 102 24 15,-51-44 26-15,-8 8-71 16,0 3-37-16,-24 1-12 0,-5-2-57 16,-2-4-23-16,-5 3-129 31,10-17-477-31,12-18-981 0</inkml:trace>
  <inkml:trace contextRef="#ctx0" brushRef="#br0" timeOffset="9516.75">10588 4271 1580 0,'0'0'835'0,"0"0"-469"0,0 0-144 16,0 0-110-16,0 0-40 15,0 0-71-15,0 0 9 16,136 0-10-16,-70 0-61 16,-8 0-110-16,-8 0-663 0</inkml:trace>
  <inkml:trace contextRef="#ctx0" brushRef="#br0" timeOffset="10141.64">11340 4342 68 0,'0'0'2012'16,"0"0"-1346"-16,0 0-493 0,0 0-110 15,0 0-21 1,0 0-41-16,0 0 0 0,137-93 14 16,-108 61-15-16,-6-3-1 15,-4-2-14-15,-5-3-12 16,-7-3 27-16,-3 4-12 16,-2 4 12-16,0 9 25 15,-2 10 8-15,0 12 25 16,0 4-58-16,0 6 8 15,0 26-20-15,0 13 16 16,0 13-4-16,0 8 18 16,0 6-16-16,0 3 5 15,0 3-7-15,-2-4 1 16,0-6 4-16,-2-4-4 16,-3-10-1-16,-4-10 6 15,0-8 3-15,-7-12-7 16,-4-8-2-16,-5-12 0 0,-4-4 6 15,2 0-6-15,2-18 0 16,12-5 14-16,7-6-13 16,8-3-1-16,10-2 0 15,23-1-33-15,16 3-3 16,11-6-69-16,34-12-185 16,-14 8-298-16,-7 5-725 0</inkml:trace>
  <inkml:trace contextRef="#ctx0" brushRef="#br0" timeOffset="10360.94">12073 3820 1685 0,'0'0'554'0,"0"0"-387"16,0 0-32-16,-130 80 60 15,99-24-47-15,9 13-36 16,8 5 5-16,12 0-78 15,2-4-32-15,9-6-7 16,18-8-4-16,9-10-31 16,4-9-32-16,16-12-103 15,-10-11-300-15,-5-10-414 0</inkml:trace>
  <inkml:trace contextRef="#ctx0" brushRef="#br0" timeOffset="11173.4">12240 4095 1033 0,'0'0'608'0,"0"0"-361"15,0 0 15-15,0 0-16 16,0 0 9-16,0 0-70 16,0 0-95-16,43-27-54 15,-33 46 6-15,-1 8-29 16,-3 9 29-16,-2 9 4 15,-4 3-10-15,0 2 8 16,0-1-35-16,0-3 1 16,-6-9 4-16,4-6-5 15,2-12-3-15,0-9-6 16,0-7 0-16,2-3-8 16,14-10-43-16,3-17-18 15,0-11-2-15,4-7-30 0,-3-6-106 16,-3-5-45-1,1 6-62-15,-2 6 278 0,-7 16 36 16,-5 16 245-16,-4 12-86 16,0 5-98-16,-7 26 104 15,-8 6-51-15,2 8-23 16,1 1 9-16,6 0-58 16,4-4-14-16,2-1-5 15,0-10-17-15,15-4 2 16,9-9-8-16,5-8-20 15,7-10 19-15,-1 0-38 16,2-9-8-16,-4-10 21 16,-8-3 1-16,-8 1 24 15,-5 3 2-15,-8 8 2 16,-4 6 83-16,0 4-48 0,0 2-25 16,-7 16 8-16,5 2-20 15,2 0 12-15,2-3-13 16,20-8-27-16,7-2 15 15,0-7-45-15,0 0 23 16,-6 0 27-16,-10-18-14 16,-9-2 21-16,-4-6 0 15,0-1 0-15,-8-1 60 16,-11 5-42-16,2 2-7 16,-1 7-11-16,5 6-47 15,6 2-56-15,5 0-283 16,2 3-641-16</inkml:trace>
  <inkml:trace contextRef="#ctx0" brushRef="#br0" timeOffset="11360.87">13040 4041 1840 0,'0'0'486'0,"0"0"-295"16,0 0 21-16,87 158-94 15,-87-86 6-15,0 6-55 16,-20 3-43-16,-17-2-26 16,-11-6-41-16,-28 4-158 15,11-16-133-15,5-17-384 0</inkml:trace>
  <inkml:trace contextRef="#ctx0" brushRef="#br0" timeOffset="12798.9">8892 5057 1096 0,'0'0'484'15,"0"0"-309"-15,0 0-92 16,0 0-18-16,0 0 48 15,0 0-26-15,0 0-13 16,44 0-37-16,-26 0 1 16,0 0 7-16,4 0-8 15,0 0 9-15,3 0-6 16,6 0-33-16,3 0 7 0,5 0-14 16,9 0 7-16,0 0 18 15,6 0 6-15,2 0 20 16,0 0 10-16,0 0 0 15,-4-2-1-15,0 0-40 16,-1 0-19-16,-4 2 1 16,-2-2-2-16,-3 2-5 15,-1 0 4-15,-2 0-2 16,1 0 3-16,-2 0 0 16,0 0 10-16,0 0 33 15,2 0-41-15,1 0 10 16,1 0-5-16,2-3 4 15,3 0-13-15,3 1 2 16,-4 0 0-16,1 0-1 0,-1-1 1 16,-3 3 0-16,-1 0 17 15,-2 0-16 1,1 0 17-16,-4 0-18 0,3 0 1 16,1 0 7-16,1 0-8 15,5 0 0-15,0 0-1 16,4 0-6-16,0 0 1 15,3 0 5-15,-1 0 1 16,1 0 25-16,0 0-25 16,-2 0 12-16,4 0 9 15,0 0-14-15,-2 0 17 16,-1 0-24-16,3 3 0 16,-3-3 14-16,-1 0-13 0,2 0 4 15,-4 0-5 1,0 0 1-16,-4 0-1 0,-1 0 0 15,-1 0 0-15,-3 0-8 16,1 0 10-16,-2-3-2 16,1 3 0-16,0-5 0 31,1 1 10-31,6-1-10 0,1-2 0 0,0 2-14 16,-2 2 22-16,1 1-8 15,2-1 0-15,-3 3 1 16,1 0 22-16,2 0-23 15,-2 0 0-15,2 0 22 16,3-1-22-16,1 1 24 0,5-2 2 16,7 0-14-16,1 0 5 15,1 2-17-15,-1-2 0 16,-5 2 10-16,-10 0-9 16,-12 0-1-16,-18 0-23 15,-15 0-34-15,-18 0-33 16,-20 0-289-16,-9-3-329 0</inkml:trace>
  <inkml:trace contextRef="#ctx0" brushRef="#br0" timeOffset="13643.08">9685 5559 983 0,'0'0'738'0,"0"0"-563"0,0 0-78 15,0 0 9-15,0 0 26 16,139-39 24-16,-116 39-54 16,0 18 7-16,-5 10-13 15,-5 6-24-15,-8 8 33 32,-5 3-41-32,0 1-4 0,-11 0 4 0,-12-2-43 15,2-6-2-15,0-4-11 16,3-8-7-16,7-8 3 15,7-10-4-15,4-8-33 16,0 0 24-16,2-10-40 16,17-20-71-16,6-6-127 0,6-12-18 15,1-5-88 1,1 0-298-16,-4 0-65 0,-4 7 716 16,-9 14 0-16,-8 12 598 15,-6 14-212-15,-2 6-171 16,0 6 31-16,-8 16 4 15,-4 8-17-15,6 5-67 16,3-1-102-16,3 0 0 16,0-2-28-16,5-3-27 15,15-4-9-15,7-4-32 16,25-7-138-16,-6-5-124 16,1-6-389-16</inkml:trace>
  <inkml:trace contextRef="#ctx0" brushRef="#br0" timeOffset="13815.01">10639 5745 1839 0,'0'0'712'16,"0"0"-492"-16,0 0-95 15,0 0-71-15,0 0-12 16,114 0-34-16,-56-4-8 15,25 1-26-15,-12-2-244 16,-11 3-369-16</inkml:trace>
  <inkml:trace contextRef="#ctx0" brushRef="#br0" timeOffset="14799.38">11585 5588 1479 0,'0'0'594'16,"0"0"-326"-16,0 0-24 0,0 0-36 15,0 0-116-15,0 0-27 16,0 0-44-16,93-63-15 16,-68 63 6-16,-6 17-3 15,-5 14 0-15,-5 6 11 16,-9 7-7-16,0 5 36 15,-4-3-40-15,-12-4 11 16,1-5 14-16,1-4-34 16,5-11 14-16,5-10-14 15,4-7 0-15,0-5-13 16,0 0 5-16,13-17-43 16,5-9-41-16,4-6-34 15,0-9-40-15,-2-2-2 16,3-7-114-16,-4 1 7 15,0 7 231-15,-7 11 44 0,-2 10 269 16,-8 14-41-16,-2 7-75 16,0 0-95-16,0 11 6 15,0 15 54-15,-6 6-48 16,-4 7-2-16,-1 3-28 16,3-2-5-16,2-1 5 15,4-2-40-15,2-7 1 16,0-6-1-16,10-10-3 15,11-6-6-15,6-8-25 16,5 0-29-16,-1-4-23 16,0-10-48-16,-6-2 55 15,-5 2 57-15,-9 4 22 16,-9 6 38-16,-2 4 62 0,0 0-50 16,0 14 20-16,0 8-25 15,0 2-14-15,4-2-7 16,19-2-24-16,8-6 11 15,14-7-11-15,4-7-3 16,2 0-3-16,-7-12-20 16,-7-7 16-16,-14-5 9 15,-13 0 2-15,-10-2 43 16,0 3-1-16,-23 3 11 16,-10 3 0-16,-7 8-39 15,-5 9-15-15,-1 0-7 16,-8 5-73-16,13 13-147 15,13-2-564-15</inkml:trace>
  <inkml:trace contextRef="#ctx0" brushRef="#br0" timeOffset="15518.11">13724 4979 1579 0,'0'0'797'0,"0"0"-580"16,0 0-108-16,0 0-48 15,0 0 0-15,116-4-54 16,-82 4-7-16,-1 0-201 16,-6 0-412-16,-11 6-1242 0</inkml:trace>
  <inkml:trace contextRef="#ctx0" brushRef="#br0" timeOffset="15658.76">13702 5138 1654 0,'0'0'762'0,"0"0"-576"16,0 0-57-16,0 0-100 16,138-5-29-16,-84 5-23 15,-10 0-172-15,-8 0-381 0</inkml:trace>
  <inkml:trace contextRef="#ctx0" brushRef="#br0" timeOffset="16939.86">14752 5166 846 0,'0'0'1082'0,"0"0"-711"16,0 0-113-16,0 0-76 0,0 0-60 15,0 0-1 1,0 0-24-16,40-57-68 0,-9 23-8 15,6-10-21-15,0-4 0 16,1-5 0-16,-3-5-2 16,-1-5 1-16,-5-4-29 15,-2-4-8-15,-7 0 15 16,-5 0-9-16,-7 9 20 16,-8 12 12-16,0 16 0 15,0 14 13-15,-10 14-13 16,-5 6 0-16,-8 18-6 15,1 24 12-15,-3 16 3 16,6 22 24-16,-2 7-4 16,8 5 9-16,6 0-25 15,7-7-13-15,0-13 11 16,5-14-2-16,17-14-17 16,7-16 8-16,9-16-22 0,2-12 10 15,4-4-35-15,1-25-47 16,-5-10-87-16,-7-7-38 15,-3 0 96-15,-10 1 50 16,-7 8 73-16,-7 13 55 16,-3 10 88-16,-3 14 51 15,0 0-63-15,0 15-65 16,-5 13 7-16,-3 6-31 16,1 3-26-16,3-4-10 15,2-8-6-15,2-4-55 16,0-4-69-16,0-9-370 15,0-6-328-15</inkml:trace>
  <inkml:trace contextRef="#ctx0" brushRef="#br0" timeOffset="17424.4">15468 4764 1260 0,'0'0'301'0,"0"0"-26"15,0 0-48-15,0 120 34 16,0-69 31-16,0 2-79 16,0-2-92-16,0-5-42 0,0-7-65 15,0-13 12 1,0-6-25-16,0-15-1 0,2-5 33 16,5 0-26-16,1-16-7 15,6-12-24-15,6-6-22 16,4-4 3-16,5-1-28 15,3 4-21-15,1 7 31 16,-4 13 56-16,-7 15 5 16,-6 0 57-16,-9 20-14 15,-7 9 24-15,0 3-13 16,0-6-13-16,0-4 15 16,-5-8-44-16,3-7 6 15,2-7-16-15,0-3-2 16,9-17-26-16,15-8-44 15,7-5-6-15,10 1 50 0,3 5-11 16,5 3 36 0,3 6 1-16,-6 7 42 0,-4 10 69 15,-5 1-40-15,-10 12-32 16,-8 16-10-16,-7 4-28 16,-8 6-2-16,-4 0 1 15,0-2-63-15,-6 6-77 16,-13-10-460-16,3-6-713 0</inkml:trace>
  <inkml:trace contextRef="#ctx0" brushRef="#br0" timeOffset="18596.4">14846 5653 614 0,'0'0'1010'0,"0"0"-528"0,0 0-243 16,0 0-31-16,0 0-49 15,0 0-78-15,0 0-24 16,49-101-38-16,-34 101 12 15,1 0 7-15,-5 14-32 16,-2 20 22-16,-7 8 13 16,-2 7-13-16,0-2 41 15,-7-1-48-15,-6-5 12 16,-1-7-12-16,6-10-20 16,-1-7 14-16,7-10-15 15,2-7 1-15,0 0-13 16,0-10 0-16,0-16-36 15,13-8-39-15,3-7-15 0,1-6-62 16,2-3-33 0,-4 1-54-16,-1 12 95 0,-6 12 156 15,-8 18 133-15,0 7-43 16,0 19 11-16,-4 20 110 16,-7 4-64-16,4 4-53 15,7-3-13-15,0-4-40 16,0-8-9-16,20-3-32 15,7-10-3-15,6-7-47 16,19-12-210-16,-8 0-290 16,-6-5-587-16</inkml:trace>
  <inkml:trace contextRef="#ctx0" brushRef="#br0" timeOffset="18768.18">15178 5811 1450 0,'0'0'713'15,"0"0"-418"-15,0 0-35 16,0 0-109-16,0 0-54 16,0 0-53-16,129-20-17 15,-75 16-27-15,-1 1-16 16,-2 3-32-16,9 0-224 16,-15 0-110-16,-9 0-437 0</inkml:trace>
  <inkml:trace contextRef="#ctx0" brushRef="#br0" timeOffset="19065.12">15587 5632 1352 0,'0'0'904'16,"0"0"-578"-16,0 0-110 15,0 0-150-15,0 0-15 16,0 0 15-16,0 0-39 16,152 65-4-16,-118-47-23 15,-8 5-1-15,-10-3-8 16,-16 6 9-16,0 6 0 16,-20-6 11-16,-18 6-3 0,-4-6 3 15,-1-3-11-15,6-5-10 16,8-1-40-16,18-5-219 15,7-7-320-15,4-2-805 0</inkml:trace>
  <inkml:trace contextRef="#ctx0" brushRef="#br0" timeOffset="19971.8">16141 5600 1358 0,'0'0'555'0,"0"0"-353"16,0 0-48-16,0 0-15 16,0 0-4-16,0 0 27 15,0 0-38-15,104 34-58 16,-104 5-23-16,0 5 19 16,0 0-31-16,-4-2 11 15,-7-3-11-15,0-6-16 16,6-5 11-16,3-10-26 15,2-5-7-15,0-10 6 16,9-3-28-16,9 0 0 16,2-16-29-16,0-8-81 0,0-8-68 15,-2-5-8 1,0-7 2-16,-2-2-40 0,-3 3-34 31,3 7 276-31,-8 11 11 0,-1 13 275 0,-7 12-79 16,0 2-138-16,0 23 39 15,-9 8 44-15,-5 6 23 16,4 3-16-16,-1 2-31 16,3 0-51-16,4-4-4 15,4-6-55-15,0-6 2 16,0-7 11-16,16-10-20 16,3-6-1-16,4-5-23 15,0 0-18-15,-1 0 3 16,-5-11-16-16,-3 3 12 15,-3 7 42-15,-4 1 1 0,-1 1 5 16,1 21 45-16,2 5-3 16,4 1-4-16,7-1-22 15,9-3-7-15,7-10 8 16,7-7-21-16,1-7-2 16,-2-4-19-16,-8-20-45 15,-12-4 43-15,-15-4-38 16,-7-1 32-16,-11 4-4 15,-21 3-11-15,-7 7-75 16,-2 7 21-16,-12 12-36 16,10 0-178-16,10 0-847 0</inkml:trace>
  <inkml:trace contextRef="#ctx0" brushRef="#br0" timeOffset="22377.89">17672 4217 157 0,'0'0'1325'16,"0"0"-931"-16,0 0-136 0,0 0-68 16,0 0-83-1,0 0-34-15,0 0 46 0,-71-30-40 16,38 42-18-16,-8 14 33 16,-5 12-16-16,-6 10 4 15,-4 8-22-15,0 7-30 16,10 0 16-16,8-1-46 15,14-13 8-15,15-7-8 16,9-10-8-16,9-12-4 16,26-8-24-16,10-12-32 15,8 0-3-15,3-16-120 16,-2-10 2-16,-5-2 2 16,-11-2-47-16,-9 2 36 15,-12 6 85-15,-7 5 113 16,-8 8 122-16,-2 7 98 15,0 2-53-15,-2 7-36 16,-12 18 29-16,1 4-15 0,1 3-75 16,8 2-33-16,4-7 8 15,0-7-34-15,8-6 4 16,17-5-15-16,4-9-19 16,2 0 1-16,-2-3-53 15,-4-13-28-15,-9-3-17 16,-9-6 6-16,-7-1 31 15,0-1 25-15,-14 4 54 16,-8 3 11-16,-5 5 29 16,2 6 19-16,7 6 62 15,5 3-39-15,9 0-17 16,4 0-32-16,0 0-27 0,27 5 41 16,10-5-47-16,8 0-39 15,6 0-70-15,-1-10-20 16,-4-8 16-16,-3-6-64 15,-12-2-66-15,-7-5 89 16,-10-1 75-16,-6 2 79 16,-6 2 76-16,-2 9 109 15,0 5 55-15,0 9-78 16,0 5-62-16,0 5-59 16,5 21-6-16,9 15 41 15,1 10 1-15,3 4-41 16,-5 2 9-16,-3-5-15 15,-10-5-3-15,0-8 31 0,-12-6-43 16,-15-7 7-16,-4-6-22 16,-3-8-9-16,-1-12-67 15,6 0-240-15,12 0-468 16</inkml:trace>
  <inkml:trace contextRef="#ctx0" brushRef="#br0" timeOffset="22893.47">18413 4351 1422 0,'0'0'641'0,"0"0"-443"0,0 0-100 16,0 0-75-16,0 0 48 16,0 0 22-16,0 0-9 15,88 4 0-15,-76 32-23 16,-6 12 9-16,-4 6-15 16,-2 3-4-16,0 1 11 15,-2-7-41-15,-11-2 1 16,2-11-12-16,2-6-8 15,2-12 4-15,3-6-6 16,4-10-20-16,0-4 20 16,0 0-31-16,2-16-28 15,13-12-171-15,6-8-56 0,14-36-77 16,-4 8-236 0,-4 3-853-16</inkml:trace>
  <inkml:trace contextRef="#ctx0" brushRef="#br0" timeOffset="23034.08">18696 4357 1272 0,'0'0'540'0,"0"0"-379"16,0 0 61-16,0 0-31 16,0 0 17-16,-67 140-38 15,53-87-52-15,7 1-32 16,7-2-59-16,0-3-16 16,9-11-11-16,16-6-12 15,18-11-78-15,-8-7-223 16,-4-10-447-16</inkml:trace>
  <inkml:trace contextRef="#ctx0" brushRef="#br0" timeOffset="23377.88">19264 4664 2045 0,'0'0'715'16,"0"0"-537"-16,0 0-120 16,0 0-34-16,115 0 18 15,-65 0-42-15,1 0 0 16,18 0-103-16,-15 0-498 16,-8 0-524-16</inkml:trace>
  <inkml:trace contextRef="#ctx0" brushRef="#br0" timeOffset="24409.12">20583 4279 1532 0,'0'0'615'0,"0"0"-364"16,0 0-71-16,0 0-113 15,0 0-17-15,0 0 38 16,-143 37 29-16,106 10-27 16,-5 13-32-16,1 6-1 0,6 5-18 15,6-6-24-15,7-4 11 16,12-11-25-16,10-11 2 16,0-12-3-16,14-8-25 15,15-14 24-15,7-5-35 16,4-3-27-16,3-20-14 15,-4-7-94-15,-1-6-17 16,-5 0 38-16,-8 4 34 16,-7 6 116-16,-11 8 0 15,-7 9 82-15,0 9-8 16,-7 0-37-16,-9 19 56 16,-1 8-17-16,1 2-9 15,7 0-6-15,7 0-41 16,2-7 0-16,2-6-2 0,18-5-12 15,4-10-6-15,3-1-29 16,-4-1-43-16,-4-16 26 16,-7-5-27-16,-8-2 3 15,-4-3 12-15,0-2 26 16,-8 5 32-16,-8 2 15 16,3 5 72-16,3 10 30 15,6 2-49-15,4 5-17 16,0 0-35-16,9 0-8 15,17 0-8-15,13 0-2 16,7 0-136-16,1 0-23 16,-2-14-16-16,-8-7-36 15,-5-6-12-15,-14-3 46 0,-10-5 157 16,-8 0 22-16,0-1 101 16,0 8 141-16,0 7 45 15,0 9 16-15,0 12-140 16,0 0-112-16,0 21-23 15,14 16-8-15,-1 12-5 16,1 11 3-16,-8 5-17 16,-6-3 6-16,0-2-7 15,-6-7 0-15,-19-11 14 16,-2-12-14-16,-4-10 0 16,2-8-6-16,0-12-124 15,9 0-252-15,11-15-637 0</inkml:trace>
  <inkml:trace contextRef="#ctx0" brushRef="#br0" timeOffset="25097.81">21159 4357 1572 0,'0'0'716'0,"0"0"-502"0,0 0-76 15,0 0-88-15,0 0 32 16,0 0 16-16,0 0-11 16,37 117-17-16,-37-63-31 15,-15 0-11-15,1 0 13 16,1-6-28-16,5-8 8 15,2-8-15-15,6-13-5 16,0-6-1-16,6-9-2 16,13-4-23-16,1-10-14 15,5-16-51-15,-3-10-64 16,0-10-82-16,-1-6-49 16,1-6-57-16,0 0-58 15,-2 5 262-15,-5 12 138 16,-3 15 387-16,-10 14 86 15,-2 12-322-15,0 1-106 0,-6 24 75 16,-12 14 35-16,2 5-34 16,3 7-28-16,2-3-54 31,9 0-11-31,2-7-17 0,0-7-11 0,6-10 18 16,17-10-18-16,0-5-22 15,6-9-20-15,-2 0-49 16,-4-2-14-16,-3-10-51 15,-9 0 57-15,-5 8 99 16,-3 4 3-16,-3 0 69 16,0 14 47-16,0 11 6 15,5 2-47-15,10 1-60 16,10-6-7-16,6-7 2 0,11-10-13 16,1-5-15-16,-3 0-55 15,-9-16-69-15,-15-5-9 16,-14-8 72-16,-2 3 17 15,-20-2 32-15,-18 7-29 32,-20 4 10-32,6 9-70 15,10 7-411-15</inkml:trace>
  <inkml:trace contextRef="#ctx0" brushRef="#br0" timeOffset="26379.41">17634 5286 990 0,'0'0'288'0,"0"0"-120"0,0 0-21 15,0 0 0-15,0 0 9 16,136 0-50-16,-100 0-62 15,2 0 0-15,2 0-44 16,5 0 1-16,-1 0-1 16,3 0-24-16,4 0 24 15,5 0 0-15,2 0 0 16,4 0 33-16,5-2-31 16,3 0 16-16,3-2-2 15,0 0-15-15,1 0 48 16,-5 1-8-16,-2 2 8 15,-7 1 38-15,-2 0-23 16,-6 0 12-16,-3 0-18 0,-3 0-40 16,1-2 9-16,0-1-27 15,0 1 0-15,1-1 3 16,2-1 3-16,1-1-6 16,0 1 1-16,-2 1 35 15,5-2 43-15,-3 1-23 16,3 2-24-16,-1 1 5 15,1-2-37-15,-1 2 9 16,3-2-9-16,-3 3 1 16,1 0 5-16,2 0-6 15,-5 0 0-15,2 0 14 16,-3 0-13-16,-2 0 18 16,2 0-18-16,-1 0-1 0,2 0 4 15,4 0-4-15,6 0 0 16,-1 0-7-16,7 0 7 15,-1 0-1-15,4 0 1 16,-1 0 0-16,2-1-10 16,-3-3 10-16,-4 1 0 15,-2 1 3-15,1 2 4 16,-1 0-7-16,-2 0 17 16,5 0-17-16,-3 0 56 15,5 0-25-15,-3 0 7 16,1 0 2-16,-5 0-30 15,-2 0 14-15,-6 0-24 16,-7 0 1-16,-7 0-1 0,-9 0 0 16,-10 0-1-16,-5 0-22 15,-10 0-38-15,-4 2-18 16,-6 1-227-16,-19-3-268 16,-2 1-373-16</inkml:trace>
  <inkml:trace contextRef="#ctx0" brushRef="#br0" timeOffset="27332.48">18234 5791 1487 0,'0'0'610'16,"0"0"-442"-16,0 0 1 16,0 0-62-16,0 0-4 15,0 0-12-15,0 0-51 16,90-21 6-16,-51 18-17 15,1 3-10-15,-7 0 20 16,-3 14-32-16,-12 10 7 0,-10 6 29 16,-8 9-26-1,0 4 28-15,-4 1-7 0,-11 1-8 16,-1-5 17-16,1-7-41 16,5-6-6-16,2-9 9 15,5-10-9-15,3-8-1 16,0 0-6-16,9-14-38 15,11-14-2-15,3-7-87 16,-4-3-63-16,2-4-19 16,-8 2-45-16,-2 2 4 15,-2 8 163-15,-7 10 94 16,-2 15 298-16,0 5-116 16,0 0-56-16,-2 21 44 15,-2 9-51-15,4 4-22 16,0 0-48-16,0 0-34 0,15-1-15 15,10-9-9-15,24-6-142 16,-5-9-147-16,1-6-370 16</inkml:trace>
  <inkml:trace contextRef="#ctx0" brushRef="#br0" timeOffset="27488.62">19105 5944 1979 0,'0'0'590'0,"0"0"-487"0,0 0-55 16,0 0-48-1,116 0-72-15,-37 0-79 0,-13 0-172 16,-3-5-686-16</inkml:trace>
  <inkml:trace contextRef="#ctx0" brushRef="#br0" timeOffset="28176.16">19877 5811 985 0,'0'0'881'0,"0"0"-695"0,0 0-161 16,0 0 37-16,0 0 83 16,0 0 41-16,0 0 21 15,104 92-100-15,-104-54-24 16,0 4-24-16,0-1-17 16,-6-5 15-16,-3-2-33 15,3-8-2-15,3-8-6 16,3-6-15-16,0-8 3 15,0-4-4-15,9 0-24 16,9-18 7-16,2-7-57 16,5-4-23-16,-1-10-74 0,2-5 9 15,3-2 0-15,0 0 5 16,-2 6 150-16,-4 10 7 16,-7 10 167-16,-10 10 34 15,-6 10-61-15,0 0-104 16,-2 12 44-16,-12 16 4 15,-1 6-30-15,-1 6 19 16,7 2-49-16,5 1-5 16,4-6-8-16,2-2-10 15,19-9 14-15,7-8-15 16,8-8-18-16,2-9 1 16,-3-1-48-16,1-1-34 15,-9-13-45-15,-7 0 31 0,-9 2 74 16,-9 6 39-1,-2 6 105-15,0 0-5 0,-2 10-12 16,-5 10-15-16,7 2-31 16,0-1-9-16,15 0 25 15,24-10-43-15,10-4-15 16,6-7 0-16,-1 0-30 16,-10-14 11-16,-7-8-35 15,-18 0 5-15,-15-2 8 16,-4 0-198-16,-46 4-89 15,-3 5-220-15,-5 10-625 0</inkml:trace>
  <inkml:trace contextRef="#ctx0" brushRef="#br0" timeOffset="31769.58">4576 7758 1416 0,'0'0'367'0,"0"0"-154"15,0 0 11-15,0 0-21 16,0 0 28-16,0 0-82 15,0 0-9-15,-12 0-47 0,12 0-32 16,0 0 10 0,8 0-40-16,7 0-29 0,5 0 37 15,5 0-38-15,4 0-2 16,-1 0-13-16,1 0-56 16,0 0-37-16,-4 8-394 15,-11 0-514-15</inkml:trace>
  <inkml:trace contextRef="#ctx0" brushRef="#br0" timeOffset="31941.51">4567 7965 1657 0,'0'0'721'0,"0"0"-539"15,0 0-42-15,0 0-107 16,145-52-33-16,-110 50-34 15,4 2-115-15,-12 2-241 16,-10 10-1188-16</inkml:trace>
  <inkml:trace contextRef="#ctx0" brushRef="#br0" timeOffset="33395.4">5399 8017 1964 0,'0'0'328'16,"0"0"-241"-16,0 0-53 16,118-129-32-16,-68 73 1 15,9-4-3-15,-1-2-6 0,-3-3 5 16,-3 2-32-16,-8-2-23 15,-8 3 10-15,-9 2 6 16,-5 0 33-16,-9 2 7 16,-5 2 14-16,-6 10 54 15,-2 7 4-15,0 13-12 16,-10 12-4-16,-7 14-40 16,-6 0-8-16,-1 22 11 15,-6 19 56-15,5 17 69 16,0 14-47-16,7 10-16 15,9 8-26-15,7 1-32 16,2-5 8-16,11-9-24 16,16-11-7-16,6-15 15 0,7-16-15 15,3-16-1-15,3-15-13 16,-1-4-32-16,-3-16-2 16,-4-14-100-16,-4-7-29 15,-10-9 25-15,-4 0 19 16,-7 2 50-16,-3 5 83 15,-8 9 25-15,0 11 139 16,-2 11 15-16,0 8-54 16,0 7-58-16,-2 19 5 15,-7 6-2-15,4 5-23 16,1-4-37-16,1-1-10 16,3-4-24-16,0-5-78 15,0-8-218-15,0-7-537 0</inkml:trace>
  <inkml:trace contextRef="#ctx0" brushRef="#br0" timeOffset="33895.44">6331 7478 616 0,'0'0'616'16,"0"0"-208"-16,0 119-41 15,2-59-40-15,2 5-31 16,-2-3-77-16,3-7-92 0,-1-12-77 16,-2-11-16-16,0-11-28 15,0-11-6-15,3-10 34 16,0 0-33-16,4-17-1 16,1-14-16-16,7-8-32 15,5-7 9-15,2 0-7 16,5 0-27-16,2 8 22 15,-4 12-3-15,-2 12 54 16,-5 14 58-16,-9 0-20 16,-5 22 42-16,-4 10-33 15,-2 1-11-15,0 2 26 16,0-9-32-16,0-6-7 16,0-10-15-16,0-10-7 15,0 0-2-15,10-12-19 16,14-14-34-16,5-4 17 0,7-4-15 15,0 5 26 1,1 0 10-16,-3 7 16 0,-1 8 1 16,-6 10 49-16,-4 4-11 15,-4 2 2-15,-5 21-41 16,-8 6 0-16,-6 5-5 16,0 19-44-16,-20-6-251 15,-2-9-669-15</inkml:trace>
  <inkml:trace contextRef="#ctx0" brushRef="#br0" timeOffset="34567.75">5602 8329 1337 0,'0'0'569'0,"0"0"-342"16,0 0-45-16,0 0-8 16,0 0-45-16,0 0 13 15,0 0-54-15,82-64-54 16,-64 64 5-16,-3 23-30 15,-3 9 19-15,-6 9 32 16,-6 8-29-16,0-1 22 16,0 0-11-16,-4-4-18 0,-8-8 16 15,3-7-39 1,3-9-1-16,4-13 4 0,2-7-4 16,0 0-6-16,0-10-9 15,8-18-37-15,6-10 2 16,-3-6-35-16,2-6-17 15,1 0-56-15,-3 4-34 16,-3 10 143-16,-2 16 49 16,-6 15 80-16,0 5-14 15,-2 17 13-15,-10 12 18 16,1 5 18-16,5 7-64 16,6-3-11-16,0-1-13 15,0 0-17-15,19-7-4 16,6-4-6-16,4-10-53 15,18-9-82-15,-9-7-232 0,-3 0-491 16</inkml:trace>
  <inkml:trace contextRef="#ctx0" brushRef="#br0" timeOffset="34786.56">6053 8458 1230 0,'0'0'912'16,"0"0"-558"-16,0 0-49 0,0 0-129 16,0 0-100-1,0 0-31-15,0 0-25 0,79-31-14 16,-41 28-12-16,5-1 0 16,-4 0-51-16,-1 2-9 15,-5 2-159-15,-2 0-33 16,-8 0-218-16,-7 0-218 0</inkml:trace>
  <inkml:trace contextRef="#ctx0" brushRef="#br0" timeOffset="35052.11">6357 8301 1001 0,'0'0'909'0,"0"0"-441"0,0 0-189 15,0 0-155-15,0 0-88 16,0 0 13-16,0 0-37 16,111 28 7-16,-86-6-13 15,-8 8 8-15,-7-1 14 16,-10 5-27-16,0 0 25 16,-23 2 19-16,-12-4-38 15,-3-2 6-15,2-3-13 16,5-8-33-16,13-6-78 15,10-8-251-15,8-5-386 0</inkml:trace>
  <inkml:trace contextRef="#ctx0" brushRef="#br0" timeOffset="35786.96">6867 8252 811 0,'0'0'1114'0,"0"0"-642"15,0 0-302-15,0 0-106 16,0 0 53-16,0 0-37 15,0 0-8-15,79-31 0 16,-71 57-50-16,-5 9 28 0,-3 6-19 16,0 4-9-16,-16-1 37 15,0-3-44-15,1-4 9 16,3-9-8-16,4-6-14 16,6-10 7-16,2-6-9 15,0-6-14-15,0 0 13 16,6-18-34-16,10-6-10 15,1-7-6-15,2-8-34 16,0-3-45-16,2-2-52 16,-3 4 21-16,-1 6 108 0,-5 11 53 15,-6 13 83 1,-6 10-26-16,0 0-56 0,0 22 109 16,-11 9-4-16,0 5-18 15,4 4-25-15,3 2-29 16,2-4 8-16,2-3-18 15,0-8-24-15,2-6 16 16,15-8-16-16,4-11-15 16,1-2 3-16,3 0-43 15,-1-12 1-15,-6-4 18 16,-3 2 14-16,-5 4 22 16,-8 8 0-16,0 2 30 15,-2 0 20-15,0 18 13 16,0 6 7-16,0 2-39 15,11-2-14-15,7-5 10 16,9-8-27-16,4-7 2 16,4-4-2-16,-1-1-41 0,-7-20 24 15,-9 0-4-15,-12-2 15 16,-6 2-7-16,0 0-16 16,-24 5-38-16,-8 7-30 15,-13 9-88-15,10 0-104 16,4 0-553-16</inkml:trace>
  <inkml:trace contextRef="#ctx0" brushRef="#br0" timeOffset="41209.61">7937 7328 1227 0,'0'0'337'16,"0"0"-170"-16,0 0 44 15,0 0 21-15,0 0-7 0,0 0-3 16,0 0-59-16,-15-23-39 16,15 23-49-16,-2 0-12 15,2 0 8-15,0 0-32 16,0 0 9-16,0 0-10 16,0 0-26-16,0 0 12 15,15 0-23-15,10 0 17 16,10 0 19-16,8 0-28 15,5 0-9-15,4 0 0 16,-3 0-49-16,-2 0-29 16,6 0-103-16,-13-2-469 15,-9 2-591-15</inkml:trace>
  <inkml:trace contextRef="#ctx0" brushRef="#br0" timeOffset="42006.93">8923 7095 1149 0,'0'0'653'15,"0"0"-466"-15,0 0-5 16,0 0 0-16,0 0-14 16,0 0 7-16,0 0-45 15,-38-25-57-15,36 21-32 16,2 0 8-16,0 1-32 16,0-6 2-16,15 4-19 15,6 0 0-15,1 3-7 16,2 2 5-16,-2 0 2 15,-3 19 1-15,-9 8 0 16,-5 9 13-16,-5 8-4 16,-11 4 6-16,-22 1 20 15,-15-2-30-15,-3-1 18 16,-4-3 8-16,1-7-23 0,9-4 10 16,14-9-13-16,11-8-6 15,11-5 8-15,9-6-2 16,0 0-6-16,22-1 22 15,10-2-21-15,5-1 20 16,4 0-21-16,-1 0-1 16,0-1-10-16,0-6-35 15,-2 1-46-15,-5 5-51 16,3 1-203-16,-7 0-231 16,-9 0-491-16</inkml:trace>
  <inkml:trace contextRef="#ctx0" brushRef="#br0" timeOffset="43664.41">9618 7057 713 0,'0'0'847'0,"0"0"-592"16,0 0-74-16,0 0-38 16,0 0-35-16,0 0-9 15,0 0 30-15,-116-7-11 16,96 26-23-16,3 2-8 15,5 6-25-15,5 5 13 16,7 6-21-16,0 4-14 16,3 2 14-16,19 2-39 0,5-2-5 15,2-4 4-15,-2-2-13 16,-2-5 10-16,-10-5-11 16,-11-5 1-16,-4 2 24 15,-4-5-14-15,-25-3 5 16,-7 0 4-16,-4-7-20 15,0-6 9-15,4-4-9 16,7 0-2-16,9-8-14 16,9-10 4-16,11-9-32 15,2-2-13-15,25-5-89 16,13-1-53-16,9 1 3 16,3 0 1-16,0 6 58 15,2 2-10-15,-7 4 112 0,-7 7 35 16,-9 3 127-1,-6 9 67-15,-8 3-9 0,-5 0 9 16,-5 12-39-16,-5 11-70 16,-2 10-23-16,0 1-13 15,0 0-39-15,0-2 7 16,0-8-17-16,0-3-28 16,6-10-8-16,4-7-127 15,5-4-151-15,-1-8-279 16,-3-8-611-16</inkml:trace>
  <inkml:trace contextRef="#ctx0" brushRef="#br0" timeOffset="43961.24">10042 7321 1664 0,'0'0'382'0,"0"0"-141"16,0 0-118-16,-6 136 51 15,-4-96 29-15,3-4-52 16,1-8-54-16,2-7-70 15,4-9-17-15,0-12-8 16,0 0 4-16,2-15-12 16,17-14-39-16,8-8-22 15,10-5 1-15,5-2-97 16,7 3 63-16,-1 8 48 16,2 8 52-16,-8 13 97 0,-5 12 31 15,-10 3-41 1,-6 23-21-16,-10 6-53 0,-9 2-1 15,-2 4-12-15,0-2-34 16,0 0-183-16,-9-7-368 16,3-9-828-16</inkml:trace>
  <inkml:trace contextRef="#ctx0" brushRef="#br0" timeOffset="46867.82">10938 7037 1222 0,'0'0'538'16,"0"0"-329"-16,0 0-6 16,0 0-55-16,0 0-28 15,0 0 19-15,0 0-60 0,35-61 3 16,-19 61-1-16,-3 14-38 16,1 18 30-16,-1 15-2 15,-3 4-15-15,-2 6-8 16,-3-3-33-16,-1-8 3 15,-4-7 12-15,2-8-28 16,-2-9 16-16,0-8-17 16,2-6 0-16,0-6-1 15,4-2 0-15,0-2-14 16,3-15-1-16,2-8-37 16,-2-5-4-16,0-4-41 15,-3 2-95-15,4-2 29 16,-2 5 53-16,3 5 54 15,-1 4 27-15,1 6 18 16,-5 6 11-16,1 2 25 0,-5 6-3 16,-2 0-22-16,0 0-40 15,0 13-138-15,0-2-499 0</inkml:trace>
  <inkml:trace contextRef="#ctx0" brushRef="#br0" timeOffset="47290.13">11353 6988 1285 0,'0'0'379'0,"0"0"-176"15,0 0-2-15,0 0-29 0,0 0 9 16,-116 43 37-16,103-5-57 16,8 6-23-16,5 7-69 15,0 0-32-15,20-3-3 16,7-6-33-16,4-7 6 16,6-8-7-16,2-8-59 15,14-6-118-15,-8-6-182 16,-10-6-400-16</inkml:trace>
  <inkml:trace contextRef="#ctx0" brushRef="#br0" timeOffset="47540.12">11736 7204 1482 0,'0'0'949'16,"0"0"-674"-16,0 0-155 15,0 0-55-15,0 0-29 16,121 0 14-16,-71 0-28 16,2-1-22-16,-3-3-37 0,-7 2-162 15,-4-3-267 1,-11 2-137-16,-9-1-500 0</inkml:trace>
  <inkml:trace contextRef="#ctx0" brushRef="#br0" timeOffset="47712.07">12052 7042 1288 0,'0'0'672'0,"0"0"-406"16,0 0-51-16,-47 111-34 15,39-69-88-15,1-1-60 16,7-2-33-16,0-1-76 16,13-12-199-16,7-8-470 0</inkml:trace>
  <inkml:trace contextRef="#ctx0" brushRef="#br0" timeOffset="48431.71">12541 6940 874 0,'0'0'711'0,"0"0"-489"16,0 0-133-16,0 0-5 0,0 0 71 16,0 0 37-16,0 0 10 15,43 114-23-15,-43-62-63 16,-4 3-14-16,-6-1-62 16,-1-11-7-16,3-6-18 15,4-9-13-15,2-11 20 16,2-6-22-16,0-8-8 15,6-3 8-15,13-1-37 16,1-21-58-16,2-10-122 16,2-9-5-16,-1-6-83 0,-1-5-70 15,-2 1-126 1,-2 7 501-16,-7 12 123 16,-4 14 414-16,-7 15-194 0,0 3-172 15,0 13-92-15,-7 20 81 16,-4 6-26-16,2 7-15 15,2 4-59-15,7-6-8 16,0-3-29-16,0-7-13 16,12-10 16-16,8-8-26 15,6-7 0-15,5-9-2 16,0 0-46-16,4-3-17 16,-4-14-45-16,-7 2-10 15,-6 1 33-15,-7 5 87 16,-9 3 39-16,-2 6 80 15,0 0-62-15,0 15 24 0,-2 2-30 16,2 0-22-16,0-2 10 16,9-6-38-16,15-4 2 15,3-5-3-15,2 0-39 16,-2-9 14-16,-5-9-11 16,-9-1 3-16,-11-4 33 15,-2 0-19-15,-8 2-2 16,-19 3-21-16,-27 11-97 15,8 7-123-15,1 0-320 0</inkml:trace>
  <inkml:trace contextRef="#ctx0" brushRef="#br0" timeOffset="49337.87">11128 7640 1151 0,'0'0'499'0,"0"0"-354"15,0 0-59-15,0 0 21 16,0 0 44-16,0 0-40 16,0 0-19-16,113 0-27 15,-75 0-35-15,4 0 16 16,6-4-20-16,0-1 0 16,4-2 0-16,-2 1-25 15,4 2-1-15,-2-2 7 16,1 2 1-16,-2-3-9 15,3 4 1-15,-1-4 0 16,1 2 0-16,-1-2 0 0,1 2 0 16,1-1 16-16,-1-1-16 15,0 3 11-15,-3 1-11 16,-4-1 0-16,-1-1 17 16,-3 3 30-16,-3 1 11 15,-2 1-18-15,-3-2-25 16,-1 2 4-16,0-3-5 15,-1 2-2-15,2 1 4 16,1-3-15-16,2 2 1 16,2-2 17-16,0 3-1 15,-2-1 16-15,3 1-20 16,-4 0-8-16,-1-3 9 16,1 3-15-16,-1-1 0 0,0 1 3 15,2-3-2 1,-2 3-2-16,-3-2-10 0,0 0-23 15,-6-1 9-15,-4 0-107 16,-8 2-57-16,-13-2-65 16,-2 2-279-16,0 1-713 0</inkml:trace>
  <inkml:trace contextRef="#ctx0" brushRef="#br0" timeOffset="49947.75">12044 7784 829 0,'0'0'658'0,"0"0"-432"0,0 0-76 16,0 0-9-16,0 0 45 15,0 0 16-15,0 0-30 16,-12 0-54-16,12 0-32 16,0-3-41-16,10-4-20 15,5 3-23-15,3 2-1 16,5 2-2-16,-6 0-4 16,1 2 5-16,-7 18-12 15,-9 9 1-15,-2 5 11 16,-11 3 28-16,-20 4 4 15,-10-1 27-15,-1-4-18 16,3-6-17-16,7-6 25 16,8-7-25-16,12-8-3 0,12-6-8 15,0-3-13-15,20 0 32 16,18 0-32-16,11 0-16 16,7-7-5-16,4-1-27 15,3 2 9-15,-3 1-82 16,0-2-158-16,15 5-46 15,-14 0-323-15,-12 0-423 0</inkml:trace>
  <inkml:trace contextRef="#ctx0" brushRef="#br0" timeOffset="51057.53">13840 7199 1352 0,'0'0'760'0,"0"0"-554"16,0 0-107-16,0 0-75 16,0 0-17-16,0 0 21 15,0 0 20-15,-80 1 7 16,55 32 39-16,1 4-8 16,4 8 22-16,7 3-1 15,6 0-35-15,7 2-14 0,0-4-34 16,13-3-16-16,7-6 20 15,-2-4-28-15,-2-5 1 16,-5-8 1-16,-11-5 4 16,0 0-12-16,-6-5 3 15,-19-6 3-15,-4-4 6 16,2 0-6-16,2-6-2 16,12-18-10-16,9-6-28 15,4-8-2-15,22-4-55 16,18 2-68-16,11 1 37 15,5 13 54-15,-2 8 73 16,-7 14 1-16,-7 4 45 16,-9 4 65-16,-9 17-26 0,-7 4-8 15,-8 4 11 1,-2-3-43-16,-5-2 4 0,0-4-21 16,0-6-16-16,0-7-11 15,0-4-27-15,0-3-21 16,2-3-39-16,9-26-281 15,0 0-223-15,3 1-214 0</inkml:trace>
  <inkml:trace contextRef="#ctx0" brushRef="#br0" timeOffset="51354.8">14190 7407 935 0,'0'0'1060'0,"0"0"-702"16,0 0-112-16,0 0-112 15,0 0-22-15,65 131 9 0,-62-97 8 16,-3-2-50-16,0-4-26 15,0-8-34-15,0-8-18 16,2-8 26-16,0-4-25 16,6 0 18-16,9-18-20 15,4-8-55-15,10-6 8 16,12-4-5-16,6 1 8 16,4 6 23-16,5 7-7 15,0 9 28-15,-6 13 48 16,-6 0-12-16,-10 10 8 15,-9 13-37-15,-9 2-1 16,-9 1-9-16,-7-2 3 16,-2-2-52-16,-5 2-105 15,-10-4-558-15,-1-6-726 0</inkml:trace>
  <inkml:trace contextRef="#ctx0" brushRef="#br0" timeOffset="52964.35">15492 7192 1485 0,'0'0'606'0,"0"0"-332"16,0 0-9-16,0 0-89 15,0 0-73-15,0 0-48 16,7-104-31-16,6 94 15 0,0 6-22 15,3 4 2-15,-1 6 8 16,-3 24-26-16,-8 10 28 16,-4 10 15-16,0 3-22 15,-4 1 20-15,-14-4-31 16,1-7 1-16,0-8 15 16,7-9-27-16,3-9 0 15,4-12-1-15,3-5-3 16,0 0-2-16,14-12-32 15,11-15-37-15,-1-11 12 16,2-8-58-16,-1-7-28 16,-2-1-58-16,-5 1-9 15,-7 12 124-15,-5 10 92 16,-6 18 133-16,0 13 66 16,0 2-92-16,-13 26 20 15,-1 8-4-15,3 7-62 16,5 3-6-16,6 0-26 0,0-2-23 15,11-9-6-15,13-5-15 16,10-10-50-16,22-8-207 16,-6-8-346-16,-5-4-349 0</inkml:trace>
  <inkml:trace contextRef="#ctx0" brushRef="#br0" timeOffset="53120.66">15942 7299 1333 0,'0'0'879'0,"0"0"-576"0,0 0-24 16,0 0-116-16,0 0-114 15,143-8-35-15,-99 6-14 16,12 0-53-16,-9-3-266 16,-7 4-440-16</inkml:trace>
  <inkml:trace contextRef="#ctx0" brushRef="#br0" timeOffset="53840.36">16765 7042 1275 0,'0'0'890'0,"0"0"-646"15,0 0-113-15,0 0-42 16,0 0 17-16,0 0 6 16,0 0-15-16,78 71-1 15,-78-25-41-15,0 4 17 16,-4-2-22-16,-10-6-31 15,1-8 11-15,4-7-30 0,2-12 0 16,7-4 17 0,0-11-16-16,0 0-2 0,0 0-10 15,14-19-43-15,3-9 0 16,3-8-22-16,3-9 1 16,2-6-52-16,-4-6-141 15,2 3 51-15,-3 8 172 16,-7 16 45-16,-6 14 288 15,-7 16-88-15,0 2-124 16,0 26-10-16,-13 10-3 16,2 7 18-16,-1-1-8 15,6-1-25-15,4-2 6 16,2-9-53-16,0-7-1 0,12-8 0 16,9-8-26-1,6-9 8-15,2 0-15 0,2 0-27 16,-4-13 12-16,-6 1-22 15,-5 0 31-15,-7 3 21 16,-5 9 18-16,-4 0 32 16,0 3-3-16,0 17 21 15,0 3 19-15,0 0-50 16,12-3 1-16,8-5-2 16,9-8-17-16,4-5 6 15,3-2-7-15,-4-2-27 16,-11-14 18-16,-7-1-15 0,-10-3 1 15,-4 1-7-15,-8 3-30 16,-17 2-13 0,-24 8-76-16,9 6-90 0,2 0-307 15</inkml:trace>
  <inkml:trace contextRef="#ctx0" brushRef="#br0" timeOffset="54465.31">15691 7674 1189 0,'0'0'487'0,"0"0"-376"16,0 0 45-16,0 0 64 15,0 0-19-15,139-12-2 16,-87 10-30-16,6 2-93 15,9-3-24-15,7 3-46 16,8 0 3-16,7-1 2 16,8-1 6-16,3 2 36 15,2-2-23-15,-1 2-18 16,-8 0 14-16,-1-2-25 16,-11 2-1-16,-4 0 0 15,-11-2 1-15,-10-1-2 16,-6 0-7-16,-15 1-13 0,-11 0 19 15,-10 0-52-15,-12-1-64 16,-4 1-123-16,-19-4-225 16,-3 5-408-16</inkml:trace>
  <inkml:trace contextRef="#ctx0" brushRef="#br0" timeOffset="55012.15">16345 7916 523 0,'0'0'885'0,"0"0"-568"16,0 0-30-16,0 0-23 15,0 0-49-15,0 0 12 0,0 0-73 16,-13-26-67-16,13 18-32 15,7 0-37-15,16 4-17 16,3 1 20-16,6 3-21 16,1 0-2-16,-4 0-5 15,-4 11 6-15,-10 11-1 16,-11 6-7-16,-4 6 9 16,-13 4 28-16,-18 3-5 15,-5-4 2-15,-1-2 4 16,6-7-10-16,8-6 15 15,13-8-33-15,10-6-1 16,14-6 16-16,26-2-16 16,18 0-6-16,13-5-18 15,5-9-48-15,3 2-13 16,12-3-223-16,-18 5-303 0,-19 3-382 16</inkml:trace>
  <inkml:trace contextRef="#ctx0" brushRef="#br0" timeOffset="80305.23">8171 8506 918 0,'0'0'84'0,"0"0"-69"15,0 0-15-15,0 0 8 16,0 0 247-16,0 0 18 16,-4 0-148-16,4 0-33 15,0 0 37-15,0 0 30 16,0 0-11-16,0 0-20 16,-2 0-16-16,2 0-50 15,0 0 0-15,-2 0-8 16,2 0 10-16,0 0 8 0,0 0-14 15,0 0-15 1,0 0 8-16,0 0-14 0,0 0-14 16,0 0-1-16,0 0-4 15,0 0-4-15,0 0-5 16,0-2-2-16,0 2-5 16,0-2-1-16,8-1 12 15,4-2-13-15,1-1 6 16,3 3-7-16,-1-4 1 15,4 3 0-15,-4 0 0 16,1-1-6-16,1 4 6 16,1-3-1-16,-1 0-4 15,2 1 4-15,-1-2-1 16,1 1 2-16,0 0-12 16,-2 0 11-16,-1 0-1 0,-1 2 1 15,1 2 1 1,2-3 0-16,0 2-1 0,0-1-1 15,3 0 2-15,2 0-1 16,2-2 1-16,-1 2 0 16,1 0 0-16,-1 0 9 15,1-2-9-15,-3 2 0 16,3 2-1-16,-6 0 1 16,2 0 0-16,-3 0 0 15,-1 0 2-15,-1 0-3 16,-1 0 1-16,4 0 0 15,-4 0 1-15,5-2-1 16,-2 0-5-16,2 0 5 16,-4 2 1-16,-1 0-1 0,-3 0 1 15,-4 0-1-15,1 0 0 16,3 0 0-16,-4 0 1 16,5 0-1-16,-1 0 0 15,3 0 1-15,-1 0-1 16,-1 0 0-16,3 2 0 15,-3 0 0-15,3 2 0 16,-3 0-4-16,3-2 4 16,-3 2 1-16,3 0-1 15,1-2 1-15,2 2 4 16,0-3-5-16,1 2-1 16,3 0 1-16,-2 0 0 15,0 0 0-15,1-1 0 0,1 1 0 16,-1 1 0-16,0-2 0 15,1 1-1-15,1-3 1 16,0 3-1-16,1 1 1 16,-3-2 0-16,3 1 0 15,-2 0 0-15,0 1 0 16,2-2 0-16,0 0 0 16,4 0 0-16,0-2 0 15,2 2-2-15,0-2-4 16,3 0 6-16,-5 2 0 15,2 1-1-15,-4 0 1 16,-1-1-1-16,1 2 1 16,-3 1-1-16,1-2 1 0,2 1-1 15,0 1 1 1,-1-5-1-16,3 3-5 0,0-1-7 16,0 0 13-16,-2-2-12 15,2 0 6-15,-5 0 5 16,3 0-8-16,0 0 8 15,-2 0 1-15,1 0-6 16,1 0 12-16,-2 0-12 16,-1 0 6-16,0 0 0 15,3 0 0-15,-2 0 12 16,2 0-12-16,0 0 0 16,0 0 0-16,-4 0 1 0,4 0-2 15,-2 0 1 1,-3 0 0-16,0 0 2 0,1 0-2 15,-1 4 1-15,1-2 0 16,0 0-1-16,2-2 0 16,4 2 0-16,0-2 1 15,2 0-1-15,-2 3 0 16,3-3 1-16,-6 1 3 16,1-1-4-16,-2 2 0 15,0 0-1-15,-2 0 1 16,4 0-1-16,-2-2 1 15,2 0 0-15,-2 0 0 16,-1 0-1-16,0 0 1 16,-1 0-1-16,-1 0 1 15,3 0-1-15,-4 0 1 0,2 0 0 16,2 0 0-16,1 0 0 16,1 0-1-16,-2-2 0 15,1-2 0-15,-3 1 0 16,-3 0-1-16,-3 3 1 15,-3 0 1-15,-3 0-1 16,1 0 0-16,-2 0 1 16,1 0-1-16,5 0 1 15,-1 0 0-15,4-2 0 16,-2 2 0-16,1 0 0 16,0 0 0-16,-3 0-4 15,-1 0 4-15,1 0 5 16,2 0-5-16,-2-2 0 0,3 2 0 15,1 0-2 1,4-2 1-16,-3 2 1 0,3 0-7 16,-6 0 6-16,1 0-6 15,0 0 7-15,0 0-1 16,-1 0 2-16,3 0-1 16,1 0 0-16,1 0 0 15,0-2 0-15,3 0-6 16,-1 0 5-16,-1 0-5 15,-1-1 6-15,0 3 1 16,-2-3 0-16,-2 3 5 16,0 0-5-16,-3 0-1 15,1 0 0-15,-1 0 0 16,-1-2 1-16,1 2-1 0,1-2 0 16,-1 0-8-1,2-1 8-15,-5 3 0 0,2-2 0 16,-3-1 0-16,-1 1 0 15,1 0 0-15,-3 0 0 16,4 0 0-16,-3 1 1 16,1-2-1-16,4 1 0 15,-1 0 0-15,1 0 0 16,3 0 0-16,2 0 0 16,-2 0-1-16,1 2 1 15,-1-2-1-15,2 2 1 16,-3 0 0-16,1 0 0 15,-1 0-1-15,-3 0 1 0,3 0 0 16,-3 0 0-16,3 0-1 16,-1 0 1-16,1 0 0 15,-1 0 0-15,1 0 0 16,0 0 0-16,0 0 0 16,-1 0 0-16,3 0 0 15,-1 0 0-15,1 0 0 16,3 0 0-16,-2 0 1 15,6 0-1-15,2 0 0 16,0 0-1-16,4 0 2 16,-2 0-1-16,0 0 0 15,-2 0 0-15,0 0 0 16,-4 0 0-16,2 0-2 0,-2 0 2 16,-1 2-1-16,0 0 1 15,0 0-1-15,3 0 0 16,-2 0 1-16,-2-2-1 15,2 2 1-15,-3-2 0 16,-3 0 0-16,-1 0 0 16,0 0-1-16,-5 0 1 15,0 2 0-15,0-2-9 16,-1 3 9-16,-2-3 0 16,-1 0 6-16,2 1-12 15,2-1 7-15,-2 0-1 16,5 0 0-16,1 0-2 15,1 0 1-15,3 0 1 0,2 0 1 16,1 0-1-16,3 0-1 16,-4 0 1-16,4-1 1 15,0 1 0-15,2 0-1 16,0 0 0-16,-1 0 0 16,0 0-6-16,1 0 6 15,0 0 0-15,-2 0 1 16,-1 0-1-16,1 0 1 15,-3 0-1-15,0 0 0 16,1 0 0-16,-4 1 2 16,-1 1-2-16,3-2 8 15,-4 0-8-15,-1 2 0 0,1-2-8 16,2 0 8-16,-3 0 6 16,-1 0-6-16,-2 0 0 15,3 0 0-15,-3 0 0 16,3 0 0-16,-1 0 0 15,1 0 0-15,-1 0 0 16,1 0 0-16,-1 0 0 16,1 0 0-16,1 0 0 15,-2 0 1-15,1 0-1 16,1 0 0-16,1 0 1 16,-1 0-1-16,2 0-1 15,-2 0 1-15,1 0 0 16,3 0 1-16,-4 0-1 15,3 0 0-15,1 0-1 16,-2 0 2-16,1-2-2 0,-1 2 1 16,0 0 0-16,2 0 0 15,-1 0 1-15,4 0-1 16,0 0 0-16,3 0 0 16,0 0 0-16,-2 0 0 15,2 0 1-15,0 0-1 16,-4 0 0-16,2 0 0 15,-2 0 1-15,1 0-1 16,-2 0 0-16,-2 0 0 16,3 0 0-16,-1 0 1 15,-2 0-1-15,2 0 1 16,1 0-1-16,-4 0 0 16,4 0-1-16,-3 0 1 0,0 0 0 15,0 0 0-15,-2 0-8 16,-1 0 8-16,2 0 7 15,0 0-7-15,-3 0 0 16,2 0-6-16,0 0 6 16,-2 0-1-16,1 0 2 15,1 0-1-15,2 0 0 16,0 0-4-16,1 0 4 16,1 0 1-16,-3 0-1 15,2 0 0-15,-4 0 0 16,4 0-1-16,-1 0 1 15,-1 0 1-15,2 0-1 16,1 0 0-16,1 0 0 16,-2 0 6-16,4 0-6 0,0 0 0 15,0 0-1-15,-4 0 0 16,2 0 1-16,1 0 0 16,-1 0 1-16,-2 0 3 15,4 0-4-15,-2 0-2 16,-1 0-5-16,3 0 7 15,-6 0 0-15,4-2 0 16,-5 1 6-16,-1-2-5 16,-3 1-1-16,1 2 0 15,-4-2 0-15,3 2-2 16,-3-2 1-16,3 0 0 16,1 0 1-16,3 0-6 15,-1 0 0-15,4-1 0 0,-3 2 6 16,2 1 0-1,-2-2 1-15,-1 2-1 0,3 0 0 16,1 0 0-16,-2 0 0 16,4 0 0-16,2 0-1 15,1 0 0-15,6 0 1 16,-1 0-6-16,4 0 6 16,1 0 0-16,-3 0-1 15,4 0 1-15,-4 0 1 16,0 0 0-16,1 0-1 15,-1 0 1-15,-2 0-1 16,2 0 0-16,3 0 1 16,-3 0 0-16,4 0-1 0,-2 0 0 15,-1 0 0-15,-1 2-1 16,-2-2 1-16,-2 1 0 16,-2 2-10-16,2-3 10 15,-2 2 0-15,2-2 0 16,0 0 0-16,4 0 0 15,1 0 0-15,3 0 3 16,1 0-1-16,3 0-3 16,-4 0 1-16,3 0 0 15,-4 0 1-15,-1 0-1 16,-1-2-4-16,-5-1 4 16,-7 0 1-16,-2 1-1 0,-7-2-4 15,-5 1-8-15,-8-2-39 16,0 3-131-16,-16-4-122 15,-7 2-262-15,-4 0-483 0</inkml:trace>
  <inkml:trace contextRef="#ctx0" brushRef="#br0" timeOffset="82259.82">11066 9048 72 0,'0'0'1244'0,"0"0"-851"16,0 0-102-16,0 0-8 15,0 0-67-15,0 0-36 16,0 0-34-16,-27 0-28 16,27-2-67-16,0-3-9 15,0 2-3-15,0-3-17 16,8-1-4-16,15-1-16 15,6 2-1-15,2 1 0 16,2 2 0-16,3 3 0 16,-3 0-1-16,-2 7 0 15,-2 12 0-15,-4 8 0 16,-5 2 0-16,-4 10 12 16,-8 1-2-16,-6 2 8 0,-2 1-6 15,0-4-11-15,0-3 4 16,-4-6-5-16,-2-10 0 15,1-6 5-15,3-8-5 16,2-6-14-16,0 0 4 16,9-16-16-16,11-16-40 15,5-7-17-15,3-12-43 16,1-2-65-16,-2 0 42 16,-5 7 85-16,-6 10 64 15,-9 11 24-15,-7 14 65 0,0 11 23 16,-7 0-33-1,-13 19 11-15,0 13-2 0,5 7-33 16,3 3-14-16,10-3 0 16,2 2-11-16,4-4-21 15,21-11-9-15,10-1-22 16,6-11-47-16,21-9-82 16,-8-5-199-16,-10 0-443 0</inkml:trace>
  <inkml:trace contextRef="#ctx0" brushRef="#br0" timeOffset="82447.33">11818 9247 1257 0,'0'0'883'16,"0"0"-544"-16,0 0-70 16,0 0-136-16,0 0-45 15,0 0-55-15,159-29-13 16,-106 23-20-16,5 4-5 15,-2 0-47-15,13 0-187 16,-13 2-338-16,-11 0-437 0</inkml:trace>
  <inkml:trace contextRef="#ctx0" brushRef="#br0" timeOffset="83181.64">12545 9136 1228 0,'0'0'568'16,"0"0"-303"-16,0 0 19 15,0 0-99-15,0 0-90 16,0 0 16-16,0 0-43 16,70-53-32-16,-57 53-15 15,-3 14-10-15,-2 11 5 16,-4 5 32-16,-4 7-9 0,0 4-9 16,0 1-11-16,0-2 2 15,0-4-8-15,0-3-2 16,0-10 1-16,0-4-11 15,0-7 0-15,0-8-1 16,0-4-17-16,5 0 1 16,7-14-12-16,5-14-28 15,2-9-13-15,8-9-96 16,0-4 7-16,0 1-3 16,-1 8 127-16,-7 11 34 15,-11 12 128-15,-6 11 42 16,-2 7-106-16,0 12-55 0,-12 13 37 15,-2 8 32-15,1 2-2 16,3 2-21-16,6-2-31 16,4-5-10-16,0-2-3 15,6-5-11-15,15-8 0 16,1-5 0-16,5-8-27 16,0-2-12-16,-3 0 6 15,-4 0 12-15,-7 0 20 16,-3 0 1-16,-8 0 12 15,-2 7 6-15,0 13 27 16,0 2-2-16,2 1-15 16,11-5-4-16,12-4-4 15,12-9 4-15,10-5-3 0,5-2-11 16,-6-20-8 0,-8-5-2-16,-16 0 0 0,-17-4-1 15,-5 5-21-15,-27 4-17 16,-15 6-20-16,-25 16-9 15,9 0-189-15,7 0-436 16</inkml:trace>
  <inkml:trace contextRef="#ctx0" brushRef="#br0" timeOffset="104178.81">4300 11032 405 0,'0'0'275'16,"0"0"-63"-16,0 0-99 16,0 0-28-16,-50 15-12 15,44-11-27-15,2-4 19 16,-2 1-15-16,2-1 34 15,2 0 41-15,-5 0-15 16,3 0-2-16,-2 0-35 0,-4 0-3 16,4 0 26-16,-3 0-53 15,5 0 26-15,-3 0 8 16,4 0 3-16,1 0 13 16,0 0-10-16,0 0 15 15,-1 0 42-15,1 0-61 16,0 0 0-16,2 0-9 15,0 0-31-15,0 0 18 16,0 0-28-16,0 0-4 16,18 0 24-16,8 0-38 15,13 0 13-15,5 0-17 16,3-3-5-16,-1 1-4 0,0-1-53 16,-11 3-56-1,-8 0-199-15,-12 3-315 16,-13 7-455-16</inkml:trace>
  <inkml:trace contextRef="#ctx0" brushRef="#br0" timeOffset="104303.81">4168 11260 1796 0,'0'0'561'0,"0"0"-407"15,0 0-29-15,0 0-23 16,0 0-102-16,151-25-2 15,-81 25-107-15,-13 0-359 0,-5 0-654 16</inkml:trace>
  <inkml:trace contextRef="#ctx0" brushRef="#br0" timeOffset="105147.51">5301 11293 626 0,'0'0'1053'0,"0"0"-740"16,0 0-140-16,0 0-6 15,0 0-24-15,0 0-81 16,0 0-11-16,154-140-29 0,-108 90-22 16,1-6 0-16,-1-5-38 15,2-4-17-15,-6-5 46 16,-2-5-29-16,-6 0 20 15,-7 0 5-15,-8 0 13 16,-5 7 13-16,-8 8 45 16,-6 9 0-16,0 16-2 15,0 12-47-15,-8 11 12 16,-8 12 6-16,-5 7-25 16,-2 24 62-16,-4 18-2 15,0 11-9-15,0 16 35 16,7 9-40-16,4 5 2 15,12 0-17-15,4-2-19 16,0-9 31-16,22-11-45 0,7-10 0 16,9-12 7-16,2-12-7 15,4-12-1-15,1-13-25 16,0-9-22-16,-5 0 41 16,-4-17-60-16,-7-13 2 15,-4-4 35-15,-10-4-14 16,-7 2 42-16,-2 3 2 15,-6 12 6-15,0 8 70 16,0 13-41-16,-12 0-13 16,-1 18 20-16,-1 13-34 15,1 7 35-15,4 2-43 16,2-3 1-16,5 0-7 16,2-5-25-16,0-6-53 0,0-11-167 15,4-8-325-15,8-7-568 16</inkml:trace>
  <inkml:trace contextRef="#ctx0" brushRef="#br0" timeOffset="105616.25">6125 10880 1048 0,'0'0'769'0,"0"0"-667"15,0 0-27-15,0 0 147 16,0 0-40-16,0 119 8 0,0-74-11 15,0 7-74 1,0-6-32-16,0-6-28 0,0-5-36 16,0-12 17-16,0-8-26 15,0-9 0-15,3-6 12 16,12 0-12-16,9-22-6 16,5-8-20-16,5-8-23 15,3 0 31-15,0 1-34 16,-4 5 20-16,-4 15 20 15,-9 13 24-15,-6 4-6 16,-10 14 17-16,-4 12 26 16,0 1 21-16,0-1-44 15,-2-3-4-15,0-9 24 16,2-7-40-16,0-7 5 0,2 0-8 16,18-12 7-1,11-9-17-15,9-4 7 0,4-4-5 16,4 0-13-16,1 6 30 15,-1 5-12-15,-3 10 14 16,-5 8-8-16,-6 0 13 16,-10 8-19-16,-9 16 0 15,-3 5-9-15,-10 5-7 16,-2 17-49-16,-4-9-208 16,-10-7-457-16</inkml:trace>
  <inkml:trace contextRef="#ctx0" brushRef="#br0" timeOffset="106663.5">5604 11733 679 0,'0'0'394'0,"0"0"-159"0,0 0 51 15,0 0-57-15,0 0 46 16,0 0-25-16,0 0-71 16,-23-15 22-16,23 7-99 15,0-6-40-15,11 2-22 16,7-1-39-16,2 1 21 16,5 5-22-16,-3 7 0 15,-1 0 20-15,-6 16-19 16,-7 16 13-16,-5 12 25 15,-3 9-12-15,-3 3 24 16,-12 0-18-16,-3-6-27 0,1-8 40 16,3-9-45-16,3-12 10 15,7-7-10-15,4-8 5 16,0-6-12-16,0 0-10 16,15-14-34-16,7-16 22 15,1-12-59-15,2-10-25 16,-6-8-119-16,-1 0-50 15,-5 6 81-15,-5 13 154 16,-6 17 46-16,-2 16 208 16,0 8-74-16,0 13 25 15,0 19-29-15,0 4-33 16,0 4 0-16,2 0-53 16,17-2-29-16,6-4 2 15,6-7-17-15,7-8-34 16,18-5-80-16,-7-6-255 0,-7-2-319 15</inkml:trace>
  <inkml:trace contextRef="#ctx0" brushRef="#br0" timeOffset="107069.73">6223 11937 1397 0,'0'0'708'0,"0"0"-440"16,0 0 16-16,0 0-95 16,0 0-96-16,0 0-27 15,0 0-29-15,83-12-19 0,-43 10 24 16,5-3-42-16,1 2-9 15,-4 1-29-15,10 0-84 16,-15 0-221-16,-8 2-410 0</inkml:trace>
  <inkml:trace contextRef="#ctx0" brushRef="#br0" timeOffset="107398.22">6597 11771 1446 0,'0'0'597'0,"0"0"-385"0,0 0 21 16,0 0-117-16,0 0-39 15,0 0 10-15,0 0-52 16,88 5-15-16,-51 6-19 15,0 0 5-15,-6 3-12 16,-7 5-6-16,-13 5 6 16,-11 4 6-16,0 4 21 15,-29 4 35-15,-11 1 5 16,-5-3-48-16,3-2-8 16,4-4-5-16,10 0-103 15,12-10-231-15,11-6-614 0</inkml:trace>
  <inkml:trace contextRef="#ctx0" brushRef="#br0" timeOffset="108210.74">7068 11779 1134 0,'0'0'380'0,"0"0"-200"16,0 0-12-16,0 0 39 15,0 0-57-15,0 0 7 16,0 0-21-16,34-54-34 16,-28 54 26-16,1 0-64 15,0 8-42-15,-5 12 54 16,0 7-34-16,-2 10 6 16,0 3 0-16,0 0-21 15,-4 0 15-15,-3-6-41 16,2-6 5-16,1-8 6 0,4-5-11 15,0-8-1-15,0-5 0 16,0-2-16-16,2 0 14 16,10-14-19-16,3-12-25 15,5-10 18-15,2-10-74 16,3-8-86-16,2-1 5 16,-5 8 88-16,-2 11 95 15,-9 14 103-15,-6 18 59 16,-5 4-74-16,0 11-62 15,-13 19 53-15,-1 5-18 16,5 5-8-16,0-2 11 16,6 0-48-16,3-6-8 15,0-4 10-15,0-7-9 16,3-6-9-16,10-5 0 16,3-3 6-16,0-5-27 0,2-2 9 15,-3 0-12-15,1 0 18 16,-5 0-3-16,-3 0 3 15,0 3 6-15,0 15 0 16,5 8 36-16,4 0-35 16,7 1 1-16,5-8 25 15,11-5-20-15,4-10 5 16,3-4-12-16,-2 0 8 16,-7-18-8-16,-14-3 0 15,-14-5 0-15,-10 1 8 16,-12 2-8-16,-24 2-9 15,-4 7-21-15,-5 11-33 0,-5 3-15 16,9 5-466-16,12 9-912 16</inkml:trace>
  <inkml:trace contextRef="#ctx0" brushRef="#br0" timeOffset="111181.24">7997 10677 601 0,'0'0'621'15,"0"0"-335"-15,0 0-46 0,0 0-6 16,0 0 16-16,0 0-71 15,0 0-8-15,-8-15-20 16,8 13-47-16,0 2 20 16,0-3-64-16,0 3-14 15,0-2 10-15,14 1-50 16,9-1 27-16,8-2-29 16,8 1 8-16,3 0-18 15,5-1 6-15,2-1-51 16,-2 1-19-16,13 3-180 15,-11 1-316-15,-9 0-666 0</inkml:trace>
  <inkml:trace contextRef="#ctx0" brushRef="#br0" timeOffset="112587.4">9085 10289 1020 0,'0'0'405'0,"0"0"-161"16,0 0-57-16,0 0-34 15,0 0-65-15,0 0 9 16,0 0-11-16,-60-46-29 15,38 46 19-15,-2 8-20 0,-1 9 20 16,2 8 66-16,4 1-72 16,3 6 13-16,7 2-35 15,9-1-18-15,0 4 28 16,3-2-40-16,17 4 2 16,1 0 22-16,6-1-41 15,-2-2 13-15,-8-1-14 16,-3-2 9-16,-12-1 11 15,-2-2-20-15,-2-2 0 16,-25-2 29-16,-8-4-28 16,-7-5 14-16,-1-4-15 15,3-6 0-15,7-7-6 16,8 0 6-16,11-8-18 16,14-18 6-16,0-1-62 15,25-7-4-15,16-2-48 0,7 2-35 16,8 3 93-16,2 2 5 15,-2 5 10-15,-5 6 45 16,-6 6 8-16,-8 5 61 16,-8 7 57-16,-8 0-54 15,-8 15 30-15,-7 11-34 16,-6 2 4-16,0 2-10 16,0 0-35-16,0-6 2 15,0-4-21-15,-4-4 0 16,4-8-12-16,0-4-24 15,0-4-94-15,0 0-77 16,4-22-104-16,12-7-224 0,2-2-97 16</inkml:trace>
  <inkml:trace contextRef="#ctx0" brushRef="#br0" timeOffset="112837.4">9440 10604 409 0,'0'0'1233'16,"0"0"-863"-16,0 0-96 15,0 0-107-15,27 111 46 16,-27-72-56-16,0-3-29 15,-2-7-51-15,-3-4-52 16,3-9 1-16,2-8-26 16,0-8 0-16,0 0 0 15,7-14 0-15,17-14-44 0,10-10 11 16,10-3-9 0,5-5 18-16,5 7-9 0,-6 8 33 15,-5 11 15-15,-7 17 27 16,-11 3 12-16,-10 14-20 15,-7 14-34-15,-8 6 21 16,0 4-21-16,0 1-11 16,-19 16-17-16,1-11-287 15,3-10-407-15</inkml:trace>
  <inkml:trace contextRef="#ctx0" brushRef="#br0" timeOffset="113853.14">10271 10407 523 0,'0'0'606'16,"0"0"-235"-16,0 0-24 16,0 0-120-16,0 0-49 15,0 0-108-15,0 0 13 0,50-106 54 16,-40 102-50-16,4 4 6 15,-3 0-32-15,3 14-16 16,-5 15 47-16,-3 10-47 16,-4 3-1-16,-2 4 12 15,0-2-47-15,-4-5 20 16,-5-6-17-16,0-6-3 16,4-9 7-16,3-8-15 15,2-6-1-15,0-4 0 16,0 0-14-16,0-13 5 15,7-12-60-15,9-11-28 16,-1-10-7-16,5-5-160 16,1-2-36-16,-2 4 41 15,-1 8 157-15,-5 14 102 16,-3 11 193-16,-8 10 57 0,-2 6 25 16,0 2-120-16,0 19-68 15,0 10 8-15,-7 5-47 16,5 2 15-16,2-1-38 15,0 2-23-15,5-5 17 16,14-5-19-16,8-4-1 16,4-4-28-16,2-7-32 15,15-5-39-15,-11-5-260 16,-1-4-329-16</inkml:trace>
  <inkml:trace contextRef="#ctx0" brushRef="#br0" timeOffset="114103.13">10869 10465 1465 0,'0'0'789'0,"0"0"-491"15,0 0-95-15,0 0-87 16,0 0-73-16,0 0 5 15,0 0 17-15,133-4-65 16,-88 4 0-16,-3 0-17 0,-3 0-83 16,1 0-114-1,-11-2-167-15,-7-4-389 0</inkml:trace>
  <inkml:trace contextRef="#ctx0" brushRef="#br0" timeOffset="114306.24">11170 10261 1726 0,'0'0'571'15,"0"0"-473"-15,0 0 102 16,0 0-70-16,-56 138-38 16,45-88-35-16,7-2-41 15,-1 1-16-15,5-3-23 16,0 2-229-16,9-12-130 0,6-12-593 15</inkml:trace>
  <inkml:trace contextRef="#ctx0" brushRef="#br0" timeOffset="115087.43">11604 10316 575 0,'0'0'865'16,"0"0"-523"-16,0 0-118 15,0 0-103-15,0 0 5 16,0 0 21-16,0 0-46 16,45-27-16-16,-40 40-8 15,-3 11 13-15,-2 7 4 16,0 5-36-16,-2 1-9 16,-9 2 26-16,-1-1-50 15,1-3 4-15,5-6-25 0,4-6 5 16,-1-9 5-1,3-4-14-15,0-9-26 0,0-1 19 16,7 0-44-16,4-18 6 16,5-10-67-16,-1-8-109 15,3-11 56-15,-1-2-103 16,0-1-102-16,-2 6 240 16,-4 11 130-16,-4 13 288 15,-5 17-11-15,-2 3-179 16,0 14 1-16,-9 14 40 15,-2 4-10-15,2 2-8 16,3-1-58-16,6 0-12 16,0-5-35-16,0-4-16 15,12-4 27-15,7-4-21 16,0-5-4-16,6-6-2 0,0-5-31 16,-1 0 19-1,-3 0-17-15,-4 0 19 0,-6-1 10 16,-6 1 0-16,-5 0 22 15,0 5-10-15,0 14 0 16,0 0 23-16,9 3-29 16,1-3-6-16,11-7 31 15,1-4-31-15,7-8-1 16,-3 0-26-16,-3-4-12 16,-5-12 38-16,-9-5-16 15,-9-2 17-15,0-2-4 16,-9 3 4-16,-16 3 0 15,-4 4 0-15,-4 10-19 16,-19 5-117-16,8 7-372 0,1 7-478 16</inkml:trace>
  <inkml:trace contextRef="#ctx0" brushRef="#br0" timeOffset="115884.26">10466 10885 1267 0,'0'0'353'16,"0"0"-228"-16,0 0-25 0,0 0 93 15,0 0-81-15,120 0-15 16,-84 0-10-16,5 0-63 15,2 0-3-15,-1 0-9 16,4 0-3-16,-2 0 18 16,3 0-27-16,6 0 0 15,3-8 17-15,6 2-17 16,5-2 0-16,-2-1 0 16,0 3 9-16,-3 0 3 15,-6 4-11-15,-3 2 17 16,-4 0 19-16,-5 0-37 15,1 0 6-15,-1 0-6 16,-1 0 6-16,-1 0-3 16,-2 0-3-16,-1 0 0 0,-6 0-13 15,0 0 13 1,-6 0-11-16,-4 0-29 0,-6 0-70 16,-6 0-98-16,-4-1-339 0</inkml:trace>
  <inkml:trace contextRef="#ctx0" brushRef="#br0" timeOffset="116431.09">11072 11117 126 0,'0'0'1520'0,"0"0"-1033"15,0 0-372-15,0 0-16 16,0 0-19-16,0 0 9 16,0 0-29-16,54-50-24 0,-26 47 7 15,1 0-43-15,0 3 1 16,-4 0 22-16,-7 8-23 16,-12 12 0-16,-6 6 11 15,-2 6 30-15,-27 6 34 16,-11 3-35-16,-5-2-11 15,1-3 35-15,3-4-42 16,14-7 10-16,10-7-1 16,13-6-19-16,4-4 18 15,8-6-30-15,21-2 0 16,9 0-8-16,5 0 7 16,5 0-21-16,2-12-34 15,-2 2-41-15,0-1-58 16,-3 4-27-16,12-4-48 15,-12 6-104-15,-7 0-624 0</inkml:trace>
  <inkml:trace contextRef="#ctx0" brushRef="#br0" timeOffset="119370.84">12561 10886 846 0,'0'0'363'0,"0"0"-195"16,0 0 6-16,0 0 40 15,0 0 13-15,0 0-15 16,0 0-70-16,-12 0-44 16,12 0 28-16,0 0-32 15,0 0-33-15,0 0-18 16,0 0-31-16,0 0 13 15,0 0-25-15,0 0 1 16,0 0-1-16,0 0 0 16,0 0-6-16,0 0 6 15,0 0-3-15,0 0 3 0,0 4 0 16,0 3 6-16,0-2 22 16,0-1-19-16,0 0-4 15,0-2 13-15,8-2-17 16,0 0 18-16,1 0-19 15,-3 0 0-15,0 0 7 16,-4 0 2-16,-2-2 0 16,0-2-9-16,0-2-16 15,0 3-53-15,-2-2-157 16,-6 3-310-16,0 2-560 0</inkml:trace>
  <inkml:trace contextRef="#ctx0" brushRef="#br0" timeOffset="121839.51">13577 10631 234 0,'0'0'137'16,"0"0"-22"-16,0 0-19 16,0 0-3-16,0 0 24 15,0 0-1-15,0 0-34 16,-6-56 19-16,3 50-54 16,3 2-24-16,-2 0-22 15,0 0 1-15,0 2-2 16,0-2 0-16,0 3 0 15,-4-1 11-15,4 0-10 16,0-2 13-16,2-1 35 16,0-1 26-16,0 0-15 0,0-2-21 15,-2 2-30 1,0-2 28-16,0 2-37 0,-1-1 1 16,1 2 15-16,2-1 30 15,0 0 17-15,0 0-8 16,0 3 11-16,0-2 54 15,0 1 16-15,0 0 16 16,0 0-20-16,-2 1-33 16,0 0 21-16,0 3-13 15,0-2-4-15,2 2 25 16,0 0-61-16,0 0-7 16,0-2-38-16,0 2-14 15,0 0 17-15,0-2-25 16,0-1 6-16,2 1 23 15,9-5-29-15,2-3 0 0,-2 2 0 16,-4-2-6-16,-7 1-6 16,0 6 7-16,-11 1-26 15,-16 2 25-15,-11 0-6 16,-5 18 11-16,-1 8 1 16,4 4 0-16,8 4 14 15,15 4-13-15,11 6 0 16,6 0 39-16,2 5-38 15,23 1 23-15,0-4-12 16,4-4-12-16,-4-4 19 16,-4-4-20-16,-11-6 0 15,-10-4 3-15,0-4 4 16,-8-2 7-16,-19-6-14 16,-7-3 6-16,3-8-3 15,2-1-3-15,9 0 0 0,9-18-14 16,11-7-14-16,0-8-17 15,20-3-83-15,20 2-84 16,9 1 72-16,4 6 43 16,1 5 81-16,0 8 16 15,-8 8 0-15,-5 6 96 16,-10 0 37-16,-7 6-32 16,-6 14 5-16,-9 4-71 15,-7 2 6-15,-2 0 18 16,0-2-53-16,0-3 19 15,0-7-25-15,-2-4-1 16,2-7-16-16,0-3-19 0,0 0-27 16,9-8-10-16,11-14-143 15,7-9 15-15,6-1-41 16,6 3 41-16,-4 7 130 16,-2 8 71-16,-6 14 97 15,-7 0 57-15,-6 16 13 16,-10 10 5-16,-4 2-7 15,0-1-41-15,0-6 0 16,0-5-76-16,0-7-20 16,0-7-14-16,0-2-7 15,4-2-7-15,21-17-6 16,6-5-51-16,7-2 51 16,7 3-27-16,-3 0 23 15,0 9 4-15,-6 6 6 16,-10 8 1-16,-8 0-1 0,-9 18-1 15,-1 9-13-15,-6 4-14 16,0 13-95-16,0-10-162 16,0-8-318-16</inkml:trace>
  <inkml:trace contextRef="#ctx0" brushRef="#br0" timeOffset="123198.81">14833 10430 1126 0,'0'0'570'15,"0"0"-309"-15,0 0-33 16,0 0-18-16,0 0-55 16,0 0-39-16,50-114-67 0,-29 107-33 15,-3 7 31-15,1 0-31 16,2 19 26-16,-6 18 28 15,-3 9-22-15,-6 4 18 16,-6 2-47-16,0-1 3 16,0-5 13-16,-4-8-28 15,-5-9 7-15,2-6 0 16,2-9-13-16,1-6 10 16,4-8-11-16,0 0-6 15,0 0-9-15,2-21-18 16,12-8-35-16,1-14-28 15,3-4-131-15,-2-6-47 16,0 3-100-16,-3 8 175 16,-7 12 199-16,-4 18 74 15,-2 12 138-15,0 0-77 16,-8 26 44-16,-3 8 44 16,4 4-99-16,7 3-45 0,0-6-4 15,9 0-57-15,18-8 6 16,6-3-24-16,5-5-42 15,7-7-49-15,19-12-215 16,-11 0-297-16,-8 0-634 0</inkml:trace>
  <inkml:trace contextRef="#ctx0" brushRef="#br0" timeOffset="123355.02">15463 10527 426 0,'0'0'1482'15,"0"0"-955"-15,0 0-422 0,0 0-47 16,0 0-16-16,143-12-35 16,-98 12-14-16,15 0-66 15,-12 2-213-15,-5 3-321 0</inkml:trace>
  <inkml:trace contextRef="#ctx0" brushRef="#br0" timeOffset="124104.97">16096 10314 32 0,'0'0'1535'15,"0"0"-1025"-15,0 0-395 16,0 0-33-16,0 0 20 16,0 0-28-16,0 0-9 15,89 25 32-15,-84 8-21 16,-3 8 8-16,-2 1-4 16,0 0-26-16,-2-4 0 15,-7-4-47-15,-2-4 1 16,4-7 17-16,0-7-19 15,5-6-3-15,2-6-3 0,0-4 0 16,0 0-7-16,4-9-16 16,12-15-46-16,4-8-59 15,0-7-57-15,5-7 41 16,2-3-38-16,0 3 81 16,-6 8 97-16,-5 12 4 15,-9 14 84-15,-7 12 43 16,0 0-85-16,-5 22 56 15,-10 11 69-15,-3 6-39 16,2 3 6-16,5-2-83 16,5-1-27-16,6-3 17 15,0-7-40-15,0-2 16 16,15-8-17-16,7-4 6 16,7-7-13-16,3-6-1 15,3-2-24-15,1 0 15 0,-2-6-34 16,-8-6 32-16,-8 3 5 15,-7 4 14-15,-7 5 45 16,-4 0-13-16,0 0-20 16,0 16 12-16,0 2-23 15,12 4 30-15,5-4-31 16,12-4 9-16,10-5 9 16,3-7-18-16,0-2-11 15,-1 0-4-15,-8-9-34 16,-16-9 36-16,-9-3-14 15,-8 2-38-15,-14-3 10 16,-22 2-38-16,-8 6-20 0,-32 12 1 16,11 2-163-16,7 0-462 15</inkml:trace>
  <inkml:trace contextRef="#ctx0" brushRef="#br0" timeOffset="124933.54">14982 11011 608 0,'0'0'500'0,"0"0"-284"16,0 0 33-16,0 0-29 0,0 0-50 16,0 0-14-16,0 0-74 15,102-22-6 1,-73 19 8-16,2 2-22 0,5 1-7 15,-3 0-16-15,5 0-15 16,1 0 40-16,0 0-48 16,6 0 26-16,4 0 1 15,3 0-24-15,6 0 19 16,4 0-18-16,0-2-3 16,5-5 35-16,-3 2-40 15,-1 2 6-15,-1 2-9 16,-2 1-8-16,1 0 3 15,-3 0-4-15,-2 0 0 16,-1 0 7-16,-1 0-7 16,-5 0 0-16,0 0 0 0,-5 0 0 15,1 0-6-15,-5 0-18 16,0 0-22-16,-4 0 26 16,-2 0-42-16,-5 0-16 15,-3 0 7-15,-6 0-32 16,-2 0-26-16,-3 0-113 15,-1 0-91-15,-5 0-265 0</inkml:trace>
  <inkml:trace contextRef="#ctx0" brushRef="#br0" timeOffset="125715.21">15782 11277 561 0,'0'0'719'0,"0"0"-519"16,0 0-126-16,0 0-34 15,0 0 101-15,0 0-9 16,0 0-15-16,0-5-34 15,0 2-62-15,0 1 57 16,0-2 21-16,2 1-47 16,7-2-5-16,3-1-47 15,-4 3 11-15,1-3-7 16,-5 5 4-16,-2 1 4 16,-2 0-6-16,0 0-5 0,0 0 17 15,0 0-7 1,0 0-10-16,0 0 7 0,0 0-7 15,0 0 23-15,0 0-18 16,-2 0 0-16,0 0 34 16,0 0-28-16,0 0 3 15,0 0-7-15,-1 0-7 16,3 0 34-16,0 0-13 16,0 0 45-16,0-4 0 15,0 0-41-15,11-1-13 16,5 5-13-16,1 0 0 15,0 0-13-15,-5 0 8 16,-2 9-23-16,-10 9 27 0,0 6-18 16,-14 6 19-1,-15 2 6-15,-8 5 10 0,-3-3 41 16,6-7-26 0,10-4 23-16,10-9 21 0,14-6-66 15,9-5 16-15,29-3 3 16,14 0-27-16,10-3-2 15,2-7-26-15,1-2-27 16,-5 2-46-16,-4 4-189 16,-16 1-283-16,-15 5-601 0</inkml:trace>
  <inkml:trace contextRef="#ctx0" brushRef="#br0" timeOffset="127559.51">8379 11943 927 0,'0'0'512'0,"0"0"-393"16,0 0-14-16,0 0-56 16,0 0 24-16,0 0-33 15,114 0-39-15,-81-2 24 16,3 0-25-16,1-2 0 16,4-1 5-16,1 2 2 15,2-1-8-15,-1 2 2 16,1-1-1-16,1 3 63 15,-1-3-51-15,4 3 3 16,0-2-13-16,4 0-1 16,-3 0 45-16,0 0-10 15,0 2-2-15,-5-2 21 0,-1 1-36 16,-3-2 9-16,0-3-3 16,-2 2-16-16,-2 0 13 15,-1 0-22-15,1 0 1 16,-1 0 0-16,2 1 10 15,-2 3-10-15,3-3 6 16,2 1-7-16,3 0 25 16,1 0-10-16,7-1 22 15,5 3 3-15,4-5-39 16,3 3 10-16,6 0-11 16,0 2 1-16,5 0 0 15,-1 0-1-15,3 0 0 16,-1 0 10-16,0 0-8 0,0 0-2 15,-1 0 0-15,-3 6 6 16,0-3-6-16,-4 4 0 16,0 1 0-16,0 0 24 15,-3 0-18-15,1 2 1 16,-1-4-7-16,1 0 2 16,3-1 27-16,-2 0-29 15,3-3 1-15,2 0 32 16,1 1-32-16,1-3-1 15,1 0 0-15,-3 0 2 16,0 3 4-16,4-3-6 16,-5 2 0-16,4 0-8 15,0 0 8-15,1-2-1 16,-1 0-8-16,2 2 9 16,-2-2-6-16,3 0 6 0,-1 0 0 15,4 0-1-15,1 2 10 16,1-1-11-16,1-1 2 15,1 3 0-15,1-3-6 16,2 0 7-16,0 0-1 16,-2 0 0-16,1 0 9 15,-3 0-10-15,2 0 1 16,-2 0 0-16,-2 0 11 16,4 0-11-16,0 0 0 15,0 0 0-15,4 0 6 16,1-6-16-16,3 0 6 15,3 1 4-15,-1-2-5 0,5-1 5 16,1 0 0 0,-1-2-2-16,0 0 1 0,4-2-8 15,-2 2 9-15,0-2 0 16,1 2-3-16,-1 0 4 16,-2 2-2-16,-1-3 1 15,-1 4 0-15,-2-3 5 16,-1 2-5-16,1-2 0 15,1-1 0-15,-2-1 0 16,3 0 1-16,0 1-1 16,0-4 0-16,3 2 19 15,-3-3-19-15,-2-1 0 16,-5 4-6-16,-6-4 15 0,-10 3-10 16,-5 0 1-16,-12 1 0 15,-12 4 0-15,-12-1 0 16,-14 4-10-16,-13 5-4 15,-14 1-143-15,-22 0-161 16,-4 0-300-16</inkml:trace>
  <inkml:trace contextRef="#ctx0" brushRef="#br0" timeOffset="128606.43">11861 12460 864 0,'0'0'412'16,"0"0"-104"-16,0 0-16 16,0 0-28-16,0 0-45 0,0 0-68 15,0 0-63-15,22-54-20 16,-6 48-60-16,6 3-2 15,0 3 17-15,3 0-22 16,-3 9 31-16,-1 15 5 16,-11 8-16-16,-5 9 48 15,-5 1-29-15,0 4 0 16,-5-3 16-16,-11 0-55 16,3-6 33-16,0-12-34 15,6-5 11-15,3-7-4 16,1-10-7-16,3-3 0 15,0 0-1-15,12-3-33 0,5-20-30 16,6-9-57 0,2-8-64-16,-4-6 5 15,2-2-112-15,-7 3-7 0,-5 11 281 16,-7 15 18-16,-4 13 286 16,0 6-150-16,-11 8-86 15,-5 16 97-15,5 6-7 16,3 2-25-16,8 0-11 15,0 0-66-15,6-4-4 16,17-2-34-16,6-5-65 16,19-10-129-16,-5-3-402 15,-5-8-960-15</inkml:trace>
  <inkml:trace contextRef="#ctx0" brushRef="#br0" timeOffset="128762.7">12470 12627 1807 0,'0'0'664'16,"0"0"-489"-16,0 0-87 15,0 0-25-15,0 0-41 16,139-38-22-16,-93 33-30 16,20 2-267-16,-10-2-268 15,-6 2-856-15</inkml:trace>
  <inkml:trace contextRef="#ctx0" brushRef="#br0" timeOffset="129434.92">13140 12453 939 0,'0'0'633'16,"0"0"-420"-16,0 0-127 16,0 0 17-16,0 0 46 15,0 0 11-15,0 0 8 16,59 92-47-16,-59-58-8 16,-5 2-13-16,-9-4-52 15,4-4-11-15,1-6-20 0,1-7-16 16,8-10 29-1,0-5-30-15,0 0-10 0,10-2 10 16,7-13-101-16,4-10-66 16,1-5-4-16,0-5-32 15,3 1 21-15,-3 3 5 16,-5 7 177-16,-3 9 110 16,-7 12 40-16,-5 3-39 15,-2 3-27-15,0 20 17 16,-7 3 80-16,-1 3-57 15,-2 4-45-15,8-5-28 16,2 0-44-16,0-6 17 16,7-3-23-16,11-7 0 15,6-5 11-15,3-5-12 0,4-2-42 16,-4 0-35-16,0 0-31 16,-10-6 41-16,-3 3 43 15,-7 3 24-15,-3 0 32 16,-4 0-13-16,0 17 65 15,4 1-5-15,3 0-40 16,7-1 8-16,5-6-39 16,8-4-8-16,4-7 3 15,1 0-3-15,-3-5-22 16,-9-11-1-16,-9-4-9 16,-11 0 24-16,-5 0-65 15,-26 2-42-15,-13 3 15 16,-12 10 11-16,-31 5-43 0,16 0-239 15,9 5-674-15</inkml:trace>
  <inkml:trace contextRef="#ctx0" brushRef="#br0" timeOffset="129903.67">12106 13048 1551 0,'0'0'638'16,"0"0"-536"-16,0 0-56 15,0 0-12-15,0 0 25 16,123-34 81-16,-79 32-31 16,10 2-33-16,6 0-14 15,4 0-38-15,5 2 12 0,7 6-14 16,7 2-4-1,6-4 42-15,5-1-49 0,6-2 5 16,-2-3-2-16,3 0-8 16,-8 0-2-16,-5 0-4 15,-13 0-34-15,-15 0 25 16,-11 0-75-16,-17 0-88 16,-19 0-82-16,-11 0-245 15,-2 0-300-15</inkml:trace>
  <inkml:trace contextRef="#ctx0" brushRef="#br0" timeOffset="130372.36">12735 13349 1073 0,'0'0'517'0,"0"0"-330"16,0 0 82-16,0 0 0 16,0 0-80-16,0 0-65 15,0 0-48-15,80-58-42 16,-45 51-4-16,-1 6-29 15,-5 1-2-15,-9 4 1 0,-14 20-30 16,-6 11 30-16,-15 8 14 16,-22 7 20-16,-11 2 36 15,-1-6-7 1,3-3 9-16,8-8-1 0,13-9-35 16,11-8 26-16,14-5-56 15,0-10-6-15,27-3 47 16,21 0-40-16,12-2 16 15,11-12-23-15,2-2-31 16,3 0 25-16,-3 4-60 16,2 1-20-16,14 0-60 15,-16 3-350-15,-13 3-281 0</inkml:trace>
  <inkml:trace contextRef="#ctx0" brushRef="#br0" timeOffset="131232.12">17645 11552 1356 0,'0'0'667'0,"0"0"-364"16,0 0 15-16,0 0-131 15,0 0-69-15,0 0-57 16,0 0-35-16,96-2 2 15,-53 2-28-15,-1 0 0 16,-1 0-11-16,-6 2-15 16,-10 4-51-16,-17 2-212 15,-8 1-326-15,0-2-489 0</inkml:trace>
  <inkml:trace contextRef="#ctx0" brushRef="#br0" timeOffset="131404.41">17618 11805 939 0,'0'0'1069'0,"0"0"-748"0,0 0-186 15,0 0-73 1,128-16-62-16,-92 12-31 0,6 4-94 16,-7 0-373-16,-8 0-1206 0</inkml:trace>
  <inkml:trace contextRef="#ctx0" brushRef="#br0" timeOffset="138549.81">4128 15083 1099 0,'0'0'364'0,"0"0"-99"15,0 0 6-15,0 0 33 16,0 0-71-16,0 0-91 15,-21-50-34-15,21 46-54 16,0 0 1-16,0 4 4 16,0-5-34-16,17 5 4 15,9 0-28-15,8 0 0 16,8 0 29-16,5 5-30 16,4 3 0-16,4 2-1 0,-1-4-22 15,2-1-12 1,4-2-117-16,-11 1-195 0,-15 1-360 0</inkml:trace>
  <inkml:trace contextRef="#ctx0" brushRef="#br0" timeOffset="138737.28">4107 15279 1751 0,'0'0'632'15,"0"0"-518"-15,0 0 7 0,114-3-19 16,-53-6-72 0,3 4-30-16,5 1-1 0,18-2-142 15,-15 4-153-15,-14 2-488 0</inkml:trace>
  <inkml:trace contextRef="#ctx0" brushRef="#br0" timeOffset="139378.31">5438 15141 876 0,'0'0'778'0,"0"0"-388"15,0 0 85-15,0 0-144 16,0 0-138-16,0 0-71 15,0 0-41-15,83-36-79 16,-43 32 16-16,5 0-18 16,1 4-44-16,4 0 13 15,-4 0-91-15,12 10-173 16,-13 2-358-16,-7-4-846 0</inkml:trace>
  <inkml:trace contextRef="#ctx0" brushRef="#br0" timeOffset="140816.16">6725 14766 947 0,'0'0'507'0,"0"0"-251"15,0 0 71-15,0 0-72 32,0 0 4-32,0 0-79 15,0 0-121-15,13-98-20 16,-37 98-39-16,-8 12 1 15,-1 16 41-15,0 4-21 16,4 7 24-16,8 1 1 16,8 6-7-16,11-2 21 15,2-3-33-15,9 2-14 16,18-2 21-16,6-4-33 16,5-3 7-16,-2-6 1 0,-5-2-8 15,-5-3 2-15,-10-1-3 16,-7-5 0-16,-9-2-9 15,0 1 11-15,-15-2-2 16,-12-4 3-16,-4-2 4 16,0-4-7-16,-1-4 0 15,6 0 0-15,5-9-9 16,8-8 9-16,9-12-12 16,4 0-25-16,11-3-16 15,20 1 38-15,11 2-62 16,9 4 14-16,5 4 32 15,2 9-6-15,-2 5 37 16,-3 7 0-16,-8 0 0 16,-7 14 55-16,-9 8-33 15,-9 4-8-15,-9 6 26 0,-7-1-31 16,-4-3 20-16,0-2-29 16,0-8 7-16,0-10 2 15,0-6-8-15,0-2-1 16,0 0 0-16,2-14-44 15,10-8-146-15,5-9-61 16,8-1-2-16,2 2-6 16,4 2-26-16,0 10 11 15,-4 10 274-15,-6 8 129 16,-6 4 138-16,-7 22-23 0,-2 2-64 16,-6 2-11-1,0 1-15-15,0-3-4 0,0-10-62 16,-6-7-63-16,4-4 6 15,2-7-23-15,0 0-7 16,4-10-1-16,19-13-92 16,10-3-38-16,8 1 23 15,5 0 28-15,4 4 57 16,-2 4 19-16,-3 11 3 16,-9 6 160-16,-9 0-27 15,-7 23-69-15,-11 3-35 16,-5 6-28-16,-4-2-1 15,0 2-18-15,0 0-182 16,-4-6-116-16,0-12-756 0</inkml:trace>
  <inkml:trace contextRef="#ctx0" brushRef="#br0" timeOffset="141769.22">8366 14650 1008 0,'0'0'644'15,"0"0"-362"-15,0 0-130 16,0 0-25-16,0 0 0 16,0 0-24-16,0 0 4 15,-18-52-42-15,18 48 5 16,0-3-13-16,0 4-36 15,13-1 4-15,7 2-25 16,0 2 0-16,5 0-10 0,-3 9 8 16,-2 11 2-16,-9 6 0 15,-7 9 1-15,-4 1 39 16,-6 4-24-16,-21 4 8 16,-4-7 30-16,-3-4-35 15,-1-4 20-15,6-7-27 16,4-8-6-16,8-7 26 15,7-1-31-15,8-5 17 16,2-1 13-16,0 0-31 16,12 0 12-16,13 0-12 15,3 0 0-15,8-7-19 16,4 4 19-16,4-6-43 16,1 4-40-16,22-4-153 15,-13 2-132-15,-10-2-400 0</inkml:trace>
  <inkml:trace contextRef="#ctx0" brushRef="#br0" timeOffset="142519.54">8827 14614 1390 0,'0'0'626'0,"0"0"-435"0,0 0-61 0,0 0 5 15,0 0-10-15,0 0-52 32,0 0 17-32,102-13-59 0,-90 45 2 0,-8-1 43 15,-4 9-28-15,0 5-2 31,-7-6-7-31,-8 2-20 16,2-5 20-16,1-9-39 16,6-4 0-16,1-9 3 15,5-6-3-15,0-8-10 16,0 0-22-16,11-1-18 16,7-20 23-16,2-7-79 15,2-8-94-15,1-8 15 0,2-2-31 0,-4 3 105 16,-3 9 111-16,-7 14 100 0,-5 12 75 31,-6 8-115-31,0 0-29 16,-4 18 107-16,-6 8-30 0,1 4-13 0,5 2-11 15,-2 3-56-15,6-2 20 16,0 2-48-16,3-8 6 16,13-4 5-16,2-5-4 15,6-6-14-15,2-7 2 31,3-5-17-31,3 0 16 0,-3-5-21 0,-5-7 12 16,-3 2 14-16,-10 2 1 16,-5 8 27-16,-6 0-27 15,0 0 14-15,0 18-2 16,2-1-12 0,6 2 8-16,2-3 2 15,5-4-9-15,4-1 15 16,-1-11-16-16,-1 0-12 15,-3 0 6-15,-7-5-3 16,-7-10 9-16,0-4-8 16,-5 0-1-16,-15-2 3 15,-9 3-28-15,-2 4-62 16,-23 14-126-16,8 0-331 16,3 0-572-16</inkml:trace>
  <inkml:trace contextRef="#ctx0" brushRef="#br0" timeOffset="142926.18">8190 15240 1311 0,'0'0'484'16,"0"0"-289"-16,0 0 40 16,0 0-34-16,0 0 31 15,0 0-108-15,145-19-61 16,-99 16-7-16,10 3-30 15,6 0 13-15,7 0-23 16,3 0-16-16,3 0 32 16,4 0-31-16,-4 3 8 15,1-3-9-15,0 0 0 16,-2 0-7-16,-5 0-55 16,-5 0-104-16,1 0-100 15,-16-3-300-15,-16-3-322 0</inkml:trace>
  <inkml:trace contextRef="#ctx0" brushRef="#br0" timeOffset="143364.04">8686 15450 770 0,'0'0'988'16,"0"0"-598"-16,0 0-170 15,0 0-109-15,0 0-63 16,0 0 4-16,0 0-45 15,114-26-5-15,-87 26 14 16,-7 0-8-16,-6 12 2 16,-12 14 5-16,-2 2 4 15,-19 8 72-15,-18 4-37 16,-10 1 7-16,-2-1 23 16,4-4-27-16,5-7 8 15,11-4-45-15,12-9-14 16,12-8 6-16,5-6-11 15,11-2-1-15,29 0 11 0,16-14-11 16,13-8 0-16,11 0-38 16,5-3-36-16,2 4 21 15,0-1-107-15,20 4-74 16,-22 2-229-16,-16 6-402 0</inkml:trace>
  <inkml:trace contextRef="#ctx0" brushRef="#br0" timeOffset="143879.59">10153 15221 189 0,'0'0'1488'15,"0"0"-930"-15,0 0-297 16,0 0 5-16,0 0-84 15,0 0-34-15,0 0-83 16,47-35-28-16,-29 35-16 16,4 0-15-16,5 0-4 15,2 0-2-15,2 0-25 0,-2 0 24 16,-2 0-58 0,-7 14-22-16,-9-2-215 0,-11 2-473 15</inkml:trace>
  <inkml:trace contextRef="#ctx0" brushRef="#br0" timeOffset="144051.79">10122 15392 1698 0,'0'0'953'0,"0"0"-776"16,0 0-133-16,0 0-37 15,143-32 39-15,-100 22-46 16,7 10-38-16,-9 0-226 15,-10 0-495-15</inkml:trace>
  <inkml:trace contextRef="#ctx0" brushRef="#br0" timeOffset="144973.63">11569 15286 876 0,'0'0'744'0,"0"0"-399"16,0 0-40-16,0 0-1 15,0 0-30-15,0 0-127 16,0 0-56-16,136-19-40 15,-96 18-45-15,4 1-6 16,1 0-11-16,2 0-73 16,20 0-104-16,-10 0-425 15,-7 0-562-15</inkml:trace>
  <inkml:trace contextRef="#ctx0" brushRef="#br0" timeOffset="146020.43">12953 14779 1495 0,'0'0'554'16,"0"0"-337"-16,0 0-70 0,0 0-30 15,0 0-59 1,0 0-18-16,0 0 60 0,-89-18-24 15,58 55 17-15,4 11 4 16,9 3-34-16,9 5 7 16,9-1-35-16,0-6-23 15,19-5 36-15,4-4-47 16,0-8-1-16,-1-1 2 16,-9-7 11-16,-5 0-19 15,-8-4 6-15,-6-2 0 16,-17-3 5-16,-8 0-4 15,2-10-1-15,2-5 0 16,6 0-15-16,8 0 13 16,13-23-28-16,0-9-34 0,11-2 13 15,22-2-33 1,7 4 8-16,10 9 21 16,-1 7 13-16,-3 11 30 0,-1 5-2 15,-9 0 14-15,-5 9 71 16,-8 12-31-16,-8 0 15 15,-7 4-8-15,-2-7-31 16,-4 0 13-16,-2-4-29 16,0-6 0-16,0-4-11 15,0-4 2-15,0 0 7 16,4-4-20-16,7-14-73 16,7-4-69-16,6-2 2 15,5 2 46-15,0 4 59 0,0 5 43 16,-6 13 14-1,-3 0 69-15,-9 4 35 0,-5 19 44 16,-4 0-54-16,-2 4-30 16,0-9 8-16,0-2-47 15,0-6 2-15,0-6-15 16,0-4-12-16,0 0 44 16,8-14-44-16,11-8-44 15,10-4 29-15,7-3-30 16,5 4 27-16,3 4-5 15,1 7 22-15,-3 8 1 16,-2 6 13-16,-9 4 17 16,-7 19-12-16,-5 4-16 15,-11 5-4-15,-6 1-20 16,-2 5-141-16,0-10-153 0,0-10-499 16</inkml:trace>
  <inkml:trace contextRef="#ctx0" brushRef="#br0" timeOffset="146708.41">14005 14865 1420 0,'0'0'614'15,"0"0"-413"-15,0 0-113 0,0 0-39 16,0 0 15-16,0 0-1 16,120 7 15-16,-110 37-43 15,-10 11 38-15,0 5 32 16,-8 0-46-16,-11-4 3 16,-1-3-17-16,5-9-24 15,3-9 12-15,7-12-33 16,5-5 0-16,0-13 0 15,13-5 0-15,10 0-8 16,2-20-34-16,2-9-65 16,-3-11-11-16,3-9-49 15,-1-6 9-15,1-8-16 0,-2 2 45 16,-5 12 129 0,-7 17 247-16,-9 9 31 0,-4 23-119 15,0 0-142-15,-6 14-16 16,-7 21 39-16,-3 9 19 15,1 6 4-15,1 4-19 16,5-5-35-16,5 1 22 16,4-10-31-16,0-4 0 15,15-8 15-15,14-7-15 16,6-12 0-16,6-6-15 16,3-3-28-16,-1 0 35 15,-7-12-19-15,-9 3 27 16,-12 1 2-16,-9 8-1 15,-6 0 6-15,0 3-6 16,0 11 0-16,0 3 61 0,0-2-47 16,14-2-3-16,9 0 11 15,6-10-23-15,4-3 24 16,-2 0-24-16,-4-3 0 16,-10-20 11-16,-7 0-11 15,-10-2 0-15,0-1 0 16,-16 2-10-16,-7 6 10 15,2 4-30-15,-2 10-48 16,7 4-148-16,7 2-343 16,7 10-368-16</inkml:trace>
  <inkml:trace contextRef="#ctx0" brushRef="#br0" timeOffset="146911.51">14964 15294 2435 0,'0'0'414'0,"0"0"-414"15,0 0-278-15,0 0 105 0,0 0-54 16,0 0-602-16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11:34.83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1370 6152 1003 0,'0'0'397'0,"0"0"-211"16,0 0-40-16,0 0 20 15,0 0 19-15,0 0-20 16,0 0-45-16,0 0-36 15,0 0-46-15,0 0 27 16,0 0 5-16,0 0-6 16,0 0 18-16,0 0-46 15,0 0 0-15,0 0 6 0,0 0-14 16,2 0 15 0,12-7-26-16,8-16-10 0,11-12-7 15,10-6-9-15,7-8-19 16,0-2-8-16,2-2-3 15,-1 2-21 1,-7 0-16-16,-4 3-15 0,-6 2 35 16,-7 2-4-16,-7 1 19 15,-7 9 15-15,-6 4 26 16,-5 6 8-16,-2 8 35 16,0 6 13-16,0 6-5 15,0 2-29-15,0 2-8 16,0 0 6-16,0 0-20 15,0 0 0-15,0 0-13 16,0 0 1-16,-2 16 3 0,-7 15-21 16,-2 15 30-16,0 12 2 15,-1 10 18-15,2 5 27 16,3 4-30-16,5 1 7 16,0-1 11-16,2-1-16 15,0-2-6-15,0-4-4 16,0-6-8-16,0-8 12 15,0-7-12-15,-8-10-1 16,-2-9 19-16,-7-5-18 16,-2-5-1-16,-6-8 9 15,-4-4-1-15,0-8 2 16,5 0-8-16,6-5-2 0,7-19 24 16,11-8-24-1,0-12-15-15,24-9 4 0,16-10-13 16,14-1-28-16,29-26-158 15,-15 15-152-15,-7 12-488 0</inkml:trace>
  <inkml:trace contextRef="#ctx0" brushRef="#br0" timeOffset="976.05">2263 5075 1399 0,'0'0'339'15,"0"0"-96"-15,0 0-1 16,0 0-22-16,0 0-32 0,0 0-59 16,0 0-28-1,-4 17-65-15,-11 15-21 0,-7 11 30 16,-1 15-32 0,-1 6-10-16,2 10-3 0,4-3-60 15,7 17-68-15,2-19-359 16,7-18-590-16</inkml:trace>
  <inkml:trace contextRef="#ctx0" brushRef="#br0" timeOffset="1889.66">2523 5406 1249 0,'0'0'553'0,"0"0"-429"15,0 0 53-15,0 0-36 16,0 0-36-16,0 0-9 16,0 0-16-16,-50 30-13 15,29 4-15-15,-6 12 8 16,2 11 32-16,3 2-44 16,4 6 4-16,4-4-20 15,6 0-17-15,6-6-4 16,2-6-11-16,0-2-16 15,20-10-2-15,4-3-64 16,23-8-106-16,-9-6-117 16,-3-11-309-16</inkml:trace>
  <inkml:trace contextRef="#ctx0" brushRef="#br0" timeOffset="2252.61">2716 5721 935 0,'0'0'950'0,"0"0"-798"15,0 0-101-15,0 0 42 0,0 0 15 16,0 0 46-16,0 0-5 16,-59 128-52-16,59-84-36 15,0-2-37-15,15-3-8 16,10-6 6-1,8-6-13-15,5-8-1 16,3-6-8-16,3-9-13 0,-2-4-4 16,-1 0-20-16,-6-15-2 15,-8-4 17-15,-12-8-27 16,-5-1 31-16,-10-2-37 16,0 4 31-16,-16 1 24 15,-9 6 25-15,-2 5-16 16,0 6-9-16,-1 3-33 15,-4 0-85-15,8 3-135 16,4-3-305-16</inkml:trace>
  <inkml:trace contextRef="#ctx0" brushRef="#br0" timeOffset="2463.63">3127 5302 1467 0,'0'0'625'16,"0"0"-482"-16,0 0-10 16,0 0-35-16,139 162 9 15,-122-84-19-15,-11 9-24 16,-6 1-41-16,0-2-12 16,-8-3-11-16,-21 19-100 0,2-26-158 15,7-16-334-15</inkml:trace>
  <inkml:trace contextRef="#ctx0" brushRef="#br0" timeOffset="2853.51">3738 5775 1737 0,'0'0'718'15,"0"0"-549"-15,0 0-73 16,0 0-2-16,0 0 3 16,0 0-28-16,0 0 4 15,22 0-59-15,5 0-13 16,4 0 16-16,7 0-17 16,2 2-12-16,-4 2-22 15,-5 4-53-15,-18 6-89 0,-6 0-325 16,-7 0-433-16</inkml:trace>
  <inkml:trace contextRef="#ctx0" brushRef="#br0" timeOffset="2980.54">3773 5970 2041 0,'0'0'492'0,"0"0"-419"16,0 0-3-16,0 0-46 15,125-9-7-15,-71 9-17 16,-9 0-146-16,-10 0-427 0</inkml:trace>
  <inkml:trace contextRef="#ctx0" brushRef="#br0" timeOffset="4157.65">4681 6084 1495 0,'0'0'616'0,"0"0"-438"16,0 0-56-16,0 0 6 15,0 0-35-15,0 0-39 16,0 0-23-16,142-77-31 15,-77 33-13-15,4-3-51 16,3-10 3-16,-3-6-27 16,-7-2-62-16,-8-5-1 0,-12-5-25 15,-13 0 35-15,-13-2 7 16,-10 6 121 0,-6 8 13-16,0 10 127 0,-2 14 30 15,-10 10 6-15,-1 9-23 16,-3 8-54-16,3 8-10 15,-3 4-32-15,1 0-32 16,-3 28 13-16,-1 18-16 16,-4 33 55-16,3 31 11 15,7-3-23-15,4-12 17 16,7-16-32-16,2-28-16 16,2 4 6-16,15-1-21 15,8-8 0-15,4-10 4 0,7-7-10 16,1-12-10-1,4-9-24-15,-1-8-6 0,2 0-2 16,-4-20-57-16,-4-9-72 16,-7-5-3-16,-8-5 22 15,-7 1 44-15,-8 8 94 16,-4 7 14-16,0 11 150 16,0 7-5-16,0 5-22 15,0 0-33-15,-10 14-43 16,-2 15 55-16,-4 3-37 15,5 1-38-15,0 1-27 16,4-6-25-16,7-4-121 16,0-13-106-16,0-8-303 15,11-3-562-15</inkml:trace>
  <inkml:trace contextRef="#ctx0" brushRef="#br0" timeOffset="4602.99">5679 5711 1759 0,'0'0'293'0,"0"0"-194"16,0 0 32-16,-6 120-11 15,-1-82 29-15,0-2-18 16,3-4-33-16,-1-3-68 16,5-5-21-16,-2-8 0 15,2-6-9-15,0-9 0 16,0-1-22-16,2 0-13 15,17-20 17-15,10-14-111 16,4-9-116-16,2-6 88 16,-1 6 94-16,-7 11 63 15,-9 17 133-15,-5 11 31 0,-5 4-60 16,-3 16-20-16,0 12 17 16,-5 5-17-16,0-4-19 15,0-3-21-15,0-6-32 16,0-5-12-16,0-10 9 15,0-3-9-15,2-2-18 16,11 0-21-16,10-12-21 16,10-11-56-16,7-7-64 15,5 1 84-15,-1 3 82 0,-6 6 14 16,-7 12 6 0,-9 8 16-16,-10 6-10 0,-10 27-12 15,-7 28-58-15,-19-5-284 16,-5-6-1148-16</inkml:trace>
  <inkml:trace contextRef="#ctx0" brushRef="#br0" timeOffset="6121.37">2882 5717 510 0,'0'0'241'15,"0"0"-72"-15,0 0-66 16,0 0-16-16,0 0 14 15,0 0 85-15,0 0-47 16,-4 0-34-16,4 0-12 0,0 0-20 16,0 0 18-1,0 0-3-15,0 0-11 0,0 0 26 16,-3 0-24-16,-1 0-19 16,1 0-11-16,-4-5-10 15,3 2 14-15,-2-2-7 16,-1 1-21-16,0 1 23 15,2 1-47-15,1-1 11 16,4 3 8-16,0 0-2 16,0 0 2-16,0 0-10 15,0 0-9-15,0 0 8 16,16 0-9-16,4 7 0 16,4 9-2-16,3 2 2 15,0 6 0-15,-4 0-15 16,-10 4-97-16,-13 8-39 0,0-7-243 15,-7-8-799-15</inkml:trace>
  <inkml:trace contextRef="#ctx0" brushRef="#br0" timeOffset="6761.58">2866 5757 113 0,'0'0'838'0,"0"0"-689"0,0 0-102 16,0 0-47-16,0 0-46 15,0 0 33-15,0 0-3 16,-31 0-208-16</inkml:trace>
  <inkml:trace contextRef="#ctx0" brushRef="#br0" timeOffset="8707.42">4792 6453 1162 0,'0'0'300'0,"0"0"-176"15,0 0-73-15,0 0-35 16,0 0 1-16,0 0 29 16,0 0 50-16,63-50-33 15,-48 42-18-15,5 2 51 16,1-1 14-16,0 2-26 15,2 2-13-15,-3 3-30 16,-5 0-8-16,-1 5-5 16,-3 12-13-16,-1 10 50 15,-6 3 11-15,-4 5-12 0,0 4-8 16,0 3-13 0,0 0 4-16,-4 0-13 0,-8-1-12 15,1-6 12-15,-1-5-33 16,1-5 15-16,3-9 5 15,1-9-21-15,4-2 0 16,3-5 13-16,0 0-13 16,0 0-2-16,0-23-19 15,14-12-52-15,6-14-154 16,4-7 6-16,-1-3-49 16,-3 6 128-16,-7 9 76 15,-9 13 51-15,-4 10 15 16,0 10 27-16,0 8 61 0,-13 3-18 15,0 0 28-15,0 10 23 16,4 14-67 0,3 5 21-16,2 6-32 15,4 1 14-15,0-2 4 0,19-4-61 16,5-2-15-16,10-6-34 16,22-8-126-16,-10-6-174 15,-3-8-546-15</inkml:trace>
  <inkml:trace contextRef="#ctx0" brushRef="#br0" timeOffset="10160.44">5421 6601 2 0,'0'0'1022'0,"0"0"-765"0,0 0-108 16,0 0 2-16,0 0 21 15,0 0-23-15,0 0 18 16,-5 0-11-16,5 0-95 16,0 0 14-16,0 0 16 15,0 0 28-15,0 0-9 16,0 0-49-16,0 0-6 16,5 0-5-16,4 0-29 15,6 0 1-15,5 0-15 16,9 0 4-16,3 3 4 15,1 0-15-15,2-3-9 16,1 0-11-16,3 0-36 16,7 0-147-16,-8 0-155 15,-6 0-360-15</inkml:trace>
  <inkml:trace contextRef="#ctx0" brushRef="#br0" timeOffset="10801.65">5760 6459 988 0,'0'0'544'15,"0"0"-416"-15,0 0-68 16,0 0 19-16,0 0 48 16,0 0 37-16,0 0-10 0,0 0-97 15,0 0-35 1,0 0 30-16,0 0-25 0,0 0 28 16,0 0-34-16,0 2-6 15,6-2 7-15,5 1-15 16,3 2-5-16,3 1 8 15,4-1-9-15,1 1-2 16,3 3-3-16,-3-2 4 16,0 2 10-16,1-2-10 15,-4 3-10-15,-1-1 9 16,-2-2-9-16,-5 2 9 16,-4-2-7-16,-5 2 8 15,-2 0 16-15,0 4-16 0,-2 5 9 16,-19 6 25-1,-8 7 8-15,-4 4-9 0,-5 5-20 16,-2-2-11-16,5 0-2 16,4-3-27-16,8-8-98 15,9-3-53-15,8-8-317 16,6-10-431-16</inkml:trace>
  <inkml:trace contextRef="#ctx0" brushRef="#br0" timeOffset="11643.64">6325 6413 494 0,'0'0'536'16,"0"0"-370"-16,0 0-49 16,0 0 37-16,0 0-33 15,0 0-18-15,0 0-14 0,-21-2-29 16,17 2-11-16,-4 0-22 16,4 0 16-16,-1 3 20 15,-1 4-22-15,0-1 35 16,-4 2 0-16,3 2-13 15,-1-1 5-15,1 4-40 16,2 1 14-16,3 0-4 16,0 4 0-16,2 1 11 15,0 4-29-15,0 0 7 16,0 3 19-16,6-1-14 16,6-1-17-16,-1-4 35 15,5-2-35-15,1-4 9 16,4-4-16-16,3-4-1 15,3-2 21-15,2-4-28 16,2 0-7-16,0 0 5 0,-1-16 4 16,-1-2 0-16,-10-3-2 15,-1-4 0-15,-9-1 7 16,-9-1-5-16,0 0 4 16,0 1 10-16,-11 2-10 15,-9-1-7-15,-1 6 1 16,-2 1-15-16,-2 6-9 15,0 1-64-15,-2 8-88 16,-4-1-38-16,4 4-176 16,5 0-320-16</inkml:trace>
  <inkml:trace contextRef="#ctx0" brushRef="#br0" timeOffset="22694.57">6963 5615 1472 0,'0'0'406'16,"0"0"-233"-16,0 0-114 16,0 0-47-16,0 0 23 0,0 0 37 15,123-101-21-15,-89 73-11 16,-1-2-40-16,1 0 0 16,-3-1 8-16,-4 4-7 15,2-4-1-15,-6-1 0 16,4 1-14-16,-4-3 13 15,-3 2-26-15,-5 3 17 16,-3 3 1-16,-3 6 18 16,-7 6 3-16,-2 4 16 15,0 5 21-15,0 5 3 16,0 0-51-16,0 0-1 16,0 0 0-16,0 0-1 15,0 3-11-15,0 21-16 16,0 16 28-16,0 17 12 15,0 31 29-15,0-2 10 0,0 6 44 16,-4-2-68-16,-3-21 22 16,-3-1-22-16,2-14-8 15,-3-12 24-15,-3-8-37 16,1-8-4-16,-5-8 29 16,-3-4-25-16,0-6 7 15,-4-5-12-15,1-3-1 16,3 0 0-16,6-20 0 15,11-6-15-15,4-9 9 16,6-3 11-16,23-2-7 16,13-2 2-16,8 1-1 15,1 2-8-15,2 3-42 0,-2 2-118 16,10-7-60 0,-14 9-290-16,-12 3-828 0</inkml:trace>
  <inkml:trace contextRef="#ctx0" brushRef="#br0" timeOffset="22932.35">7743 4957 1870 0,'0'0'331'16,"0"0"-256"-16,0 0 14 0,0 0 12 15,-104 147 34-15,92-80-23 16,10 5-72-16,2 2-31 16,5-3-9-16,17-6-94 15,25-4-107-15,-7-18-88 16,0-16-423-16</inkml:trace>
  <inkml:trace contextRef="#ctx0" brushRef="#br0" timeOffset="23573.58">7918 5189 1438 0,'0'0'385'0,"0"0"-277"16,0 0-49-16,0 0-14 16,0 0 61-16,124-53 87 15,-101 55-77-15,-10 26-51 16,-5 9 10-16,-8 14 5 16,0 5-1-16,0 0-31 15,-15-1-35-15,1-9 35 16,4-7-46-16,3-8-2 15,3-14 1-15,2-7-1 16,2-5-6-16,0-5-27 16,0 0-3-16,6-19-5 15,11-15-82-15,6-15-126 16,2-4-42-16,-5-1 95 16,-7 8 196-16,-9 16 38 15,-4 13 133-15,0 11 0 0,0 6-100 16,-8 5 0-16,-5 18 16 15,1 5 9-15,8 9-5 16,4-1-57-16,0-2-28 16,10-2 6-16,15-4-12 15,4-8-15-15,2-4-79 16,1-11-71-16,11-5-92 16,-10-5-131-16,-6-15-344 0</inkml:trace>
  <inkml:trace contextRef="#ctx0" brushRef="#br0" timeOffset="23770.21">8479 4995 1020 0,'0'0'927'0,"0"0"-785"16,0 0-21-16,0 0 46 15,27 144-37-15,-27-82-9 16,0 4-61-16,0 1-46 15,-9-1-14-15,-7-4 0 16,-3 10-113-16,0-15-98 16,6-17-367-16</inkml:trace>
  <inkml:trace contextRef="#ctx0" brushRef="#br0" timeOffset="24101.43">8900 5329 1780 0,'0'0'673'16,"0"0"-527"-16,0 0-95 15,0 0 14-15,0 0 1 16,0 0-17-16,139 13-16 16,-97-13-33-16,-2 0-56 15,7 0-163-15,-12 0-286 16,-5 0-998-16</inkml:trace>
  <inkml:trace contextRef="#ctx0" brushRef="#br0" timeOffset="25115.5">9478 5560 948 0,'0'0'739'0,"0"0"-553"16,0 0-114-16,0 0 26 15,0 0-35-15,0 0 27 16,127-70-9-16,-82 36-28 15,1-1-33-15,-1-6-20 16,-5 3-22-16,-3 0 21 16,-8 0-34-16,-6 5 5 0,-9 3 24 15,-8 6 3-15,-3 7 3 16,-3 0 48-16,0 8 15 16,0 0 43-16,0 3-19 15,0 2 16-15,0 2-27 16,0 2-62-16,0 0-4 15,0 0-10-15,0 0 0 16,0 4-17-16,0 22-1 16,0 13 18-16,-5 15 12 15,-1 13 8-15,-4 10 8 16,4 3-22-16,-3-4 3 16,-1-1 15-16,2-11-23 15,-3-8 8-15,-3-7-3 16,1-8-4-16,-5-10-1 15,3-6-1-15,-3-7 1 0,0-3 32 16,0-10-33-16,5-2 0 16,1-3 25-16,6 0-25 15,6-20 17-15,0-11-17 16,13-5 0-16,16-4 0 16,10-4 0-16,3-2-25 15,3-3-26-15,1 3-49 16,8-14-126-16,-12 12-317 15,-9 6-1210-15</inkml:trace>
  <inkml:trace contextRef="#ctx0" brushRef="#br0" timeOffset="25501.6">10225 4983 1222 0,'0'0'617'0,"0"0"-466"0,0 0-89 16,0 0 47-16,0 0 24 15,-72 112 26-15,57-45 31 16,2 4-90-16,1 8-43 16,6-3-35-16,3-6-21 15,3-8-1-15,0-11-52 16,7-14-115-16,28-16-96 15,-1-11-259-15,-3-10-769 0</inkml:trace>
  <inkml:trace contextRef="#ctx0" brushRef="#br0" timeOffset="25825.8">10459 5293 1670 0,'0'0'234'15,"0"0"-196"-15,0 0 20 16,0 0 115-16,0 0 43 16,0 0 18-16,0 0-126 15,-78 133-25-15,80-101-65 16,23-6-7-16,10-4 1 16,7-10-12-16,3-8-1 15,-3-4-21-15,-3-4-35 16,-11-15 36-16,-10-10-33 15,-12-3-4-15,-6 0 6 16,0 1 52-16,-15 5 14 0,-5 6 47 16,-3 11-60-16,0 5 18 15,2 4-19-15,3 0-25 16,5 0-87-16,13 0-165 16,0-11-312-16,2-3-382 0</inkml:trace>
  <inkml:trace contextRef="#ctx0" brushRef="#br0" timeOffset="25986.19">11031 5041 2008 0,'0'0'371'0,"0"0"-271"16,0 0-50-16,116 129-47 15,-106-59 11-15,-10 7-28 0,-34 32-24 16,-11-19-173-16,-6-18-686 0</inkml:trace>
  <inkml:trace contextRef="#ctx0" brushRef="#br0" timeOffset="26936.6">7353 6075 973 0,'0'0'326'0,"0"0"-136"0,0 0-65 16,0 0-5-16,0 0 35 15,0 0 23-15,0 0-64 16,83-29-63-16,-54 22 16 16,4 6-39-16,5-1 2 15,5 2-1-15,5 0-17 16,10 0 24-16,7 0-8 15,11 0 13-15,4 0 16 16,7-2-26-16,4 2-10 16,1 0-9-16,1 0-11 15,2 0 4-15,0 0-5 16,-1 0 0-16,0 0-4 16,1 0 4-16,3 0 0 15,3 0-10-15,-1-2 5 16,0-6 5-16,0 1 0 0,-1-1 0 15,-3 3 29-15,-5 0-21 16,-4 3 13-16,0 2 10 16,-3 0-24-16,3 0 4 15,0 0-11-15,5 0 0 16,1 0-4-16,3 0 4 16,1-2-3-16,-2-3 3 15,-1-2 0-15,-1 2 23 16,-6 1-16-16,-5 1-1 15,-8 2 15-15,-11 1-21 16,-12 0 0-16,-11 0 0 0,-7 0 0 16,-6 0-1-1,-4 0-16-15,-6 4-65 16,-3-4-122-16,-3 1-281 16,-9-1-610-16</inkml:trace>
  <inkml:trace contextRef="#ctx0" brushRef="#br0" timeOffset="27816.34">8310 6414 77 0,'0'0'1295'0,"0"0"-978"16,0 0-171-16,0 0 5 15,0 0-56-15,0 0 6 16,0 0 23-16,17-80-56 15,6 67-47-15,4 2-21 0,-3 8 24 16,1 3-3-16,-3 2 5 16,-2 19 34-16,-2 14 4 15,-9 11 19-15,-9 5-31 16,0 10-7-16,-9-1 4 16,-11-4-26-16,-3-6-2 15,3-10 28-15,5-10-43 16,6-10-6-16,2-10 0 15,7-6 0-15,0-4 0 16,0 0-6-16,7-11-16 16,15-19 3-16,5-14-181 15,2-14-29-15,0-2-81 16,-2 2 83-16,-7 11 164 16,-9 12 63-16,-9 17 85 15,-2 11 98-15,0 7-59 0,-9 0-13 16,-7 16-19-16,1 10 39 15,3 6-21-15,6 3-32 16,6 2-32-16,0-1 6 16,2-2-50-16,18-5-4 15,7-4-17-15,7-7-75 16,26-10-121-16,-11-4-143 16,0-4-470-16</inkml:trace>
  <inkml:trace contextRef="#ctx0" brushRef="#br0" timeOffset="28041.47">9041 6565 747 0,'0'0'1403'0,"0"0"-1149"15,0 0-166-15,0 0-31 16,0 0 14-16,0 0 24 15,0 0-36-15,69 0-28 16,-22 0-31-16,6-4-14 16,5-4-75-16,18 0-161 15,-16 2-339-15,-9 1-324 0</inkml:trace>
  <inkml:trace contextRef="#ctx0" brushRef="#br0" timeOffset="28531.29">10138 6382 1528 0,'0'0'265'15,"0"0"-206"-15,0 0-22 16,0 0 9-16,0 0 111 15,-106 135 105-15,98-91-90 16,6 4-50-16,2 0-67 16,6-2-24-16,21-6 1 15,12-8-32-15,9-11 1 16,12-15-2-16,5-6-3 16,5-9-8-16,-6-17-45 15,-11-8-23-15,-15-8-22 0,-18-2-21 16,-18-2 5-16,-2 4 78 15,-19 3 40-15,-17 12 6 16,-9 8-6-16,-26 10-2 16,11 5-176-16,4 4-483 0</inkml:trace>
  <inkml:trace contextRef="#ctx0" brushRef="#br0" timeOffset="40187.58">11455 5939 626 0,'0'0'747'15,"0"0"-574"-15,0 0-119 16,0 0-53-16,0 0 15 16,0 0 38-16,5-5 38 15,-5 5-18-15,0 0-66 16,0 0-8-16,0 0 31 16,0 0 1-16,0 0 22 15,0 0-17-15,0 0 5 16,0 0 35-16,0 0-30 15,0 0 16-15,0 0 17 0,0 0-24 16,0 0-5-16,0 0 11 16,0 0-8-16,0 0 44 15,0 0-64-15,0 0 23 16,0 0-5-16,0 0-18 16,0 0 14-16,7 0-16 15,3 0-32-15,9 0 41 16,10 0-41-16,6 0 9 15,7 0 0-15,5 0 3 16,2 1-12-16,0-1 0 16,-2 0-30-16,-2 0 24 15,-8 0-104-15,-8 0-99 16,-8 0-51-16,-13 2-267 16,-8 2-442-16</inkml:trace>
  <inkml:trace contextRef="#ctx0" brushRef="#br0" timeOffset="40386.64">11482 6087 1737 0,'0'0'534'0,"0"0"-421"16,0 0-69-16,0 0-32 15,0 0 95-15,0 0-7 16,120 9-63-16,-73-8-37 15,2 1-45-15,13-2-103 0,-10 0-131 16,-13 0-507-16</inkml:trace>
  <inkml:trace contextRef="#ctx0" brushRef="#br0" timeOffset="41269.21">12715 6272 1572 0,'0'0'580'16,"0"0"-497"-16,0 0-83 15,0 0-117-15,0 0 91 16,122-106 26-16,-72 60 0 16,0-4 0-16,2-6-27 15,-6-7-30-15,-1-2 15 16,-7-5 5-16,-9-8 0 16,-9 1 1-16,-7 2 36 15,-6 9 27-15,-7 13 78 16,0 12 77-16,-2 13-99 0,-13 13-58 15,-4 10 14-15,0 5-38 16,-6 10 8-16,3 28 38 16,-3 22-1-16,5 16 63 15,2 15-11-15,5 3-46 16,2-4 30-16,8-10-63 16,3-9-8-16,0-16-1 15,11-12-10-15,16-11 9 16,4-14-9-16,6-9-21 15,2-9 14-15,3 0-51 16,1-20-23-16,-5-9-36 16,-2-5-18-16,-7-3 15 15,-11 5 56-15,-5 9 64 0,-9 6 31 16,-4 11 79-16,0 6-38 16,0 0-17-16,-9 14-16 15,-3 8 58-15,-2 2-42 16,5 1-55-16,2-5 0 15,2-6-8-15,5-6-144 16,0-8-113-16,5 0-131 16,6-14-299-16</inkml:trace>
  <inkml:trace contextRef="#ctx0" brushRef="#br0" timeOffset="41713.61">13497 5874 1517 0,'0'0'385'15,"0"0"-236"-15,0 0 26 16,-5 125-79-16,-4-86 16 16,3-7 9-16,0-8-36 15,3-5-13-15,1-4-62 16,2-5-9-16,0-6-1 16,0-4-12-16,0 0-1 15,9-14 11-15,11-17-120 16,8-9-47-16,4-1-105 15,0 3 98-15,-3 7 176 16,-8 16 110-16,-7 10 55 16,-5 5-86-16,-5 10 1 0,-4 14 102 15,0 5-73 1,0 1-33-16,-2-4-18 0,-5-5-37 16,1-4-1-16,1-9-20 15,5-4-3-15,0-4-14 16,5 0 13-16,22-12-20 15,11-15-45-15,12-2-44 16,4-4 30-16,-5 8 53 16,-5 4 30-16,-10 11 77 15,-7 10-44-15,-9 0-20 16,-10 19-13-16,-5 15-1 16,-3 8-29-16,-9 18-98 15,-14-12-259-15,4-8-505 0</inkml:trace>
  <inkml:trace contextRef="#ctx0" brushRef="#br0" timeOffset="42619.56">12975 6525 1008 0,'0'0'612'16,"0"0"-371"-16,0 0-74 16,0 0 24-16,0 0-14 15,0 0-11-15,0 0-26 0,25-5-61 16,-5-7-79 0,3 3 47-16,-2 0-5 0,-3 7-8 15,-7 2-10-15,-1 0-17 16,-8 17 1-16,-2 9-2 15,0 9-5-15,-7 12 54 16,-13 2-36-16,-2-2 5 16,1-4-11-16,4-9-13 15,8-10 7-15,2-10-7 16,7-6-9-16,0-6-4 16,0-2 0-16,0 0-19 15,9-19 4-15,13-12-23 16,5-15-116-16,0-7-94 15,-5 4 12-15,-7 12 234 16,-9 13 15-16,-6 14 92 0,0 10-55 16,-14 1-34-16,-9 22 101 15,2 9 13-15,-2 4-11 16,9 1 0-16,10 0-61 16,4-2-15-16,0-3-12 15,18-8-18-15,11-6-30 16,4-9-73-16,17-9-156 15,-8-2-242-15,-9-16-556 0</inkml:trace>
  <inkml:trace contextRef="#ctx0" brushRef="#br0" timeOffset="42825.15">13261 6663 1783 0,'0'0'554'16,"0"0"-479"-16,0 0 37 15,0 0 17-15,0 0 2 16,0 0-54-16,0 0-53 16,83 0-17-16,-44 2-7 15,1 0-46-15,3-2 25 16,-5 0-99-16,13 0-100 16,-13 0 1-16,-5 0-374 0</inkml:trace>
  <inkml:trace contextRef="#ctx0" brushRef="#br0" timeOffset="43101.93">13600 6511 1532 0,'0'0'397'0,"0"0"-180"16,0 0 12-1,0 0-24-15,0 0-73 0,0 0-81 16,0 0-3-16,29-8-48 15,-9 10-2-15,4 13 2 16,-2 8-18-16,1 3 17 16,-6 2-8-16,-1 2 1 15,-9 0-9-15,-7 0 13 16,0 0-5-16,-23 2 8 16,-15 1-7-16,-4-3-8 15,3-6-88-15,0-6-133 0,14-7-110 16,12-8-438-16</inkml:trace>
  <inkml:trace contextRef="#ctx0" brushRef="#br0" timeOffset="43573.56">14152 6565 1224 0,'0'0'767'15,"0"0"-566"-15,0 0-141 16,0 0-31-16,0 0 13 16,0 0 41-16,0 0 38 15,-66 56 1-15,49-22-25 16,4 6-45-16,5 0 11 16,6-1-20-16,2-1-25 0,0-8 31 15,21-4-43 1,8-8 20-16,10-9-20 0,7-9 0 15,4 0 7-15,-4-13-13 16,-5-11-12-16,-10-6-8 16,-16-5-16-16,-13-2-7 15,-2-2 13-15,-25 7-24 16,-14 10-37-16,-28 12-107 16,9 7-104-16,8 3-359 0</inkml:trace>
  <inkml:trace contextRef="#ctx0" brushRef="#br0" timeOffset="49161.99">15423 4914 1337 0,'0'0'367'0,"0"0"-235"15,0 0-82-15,0 0 113 16,0 0 53-16,0 0-41 0,0 0-16 15,0 0-88 1,11 0-23-16,7 0-23 0,9-7-4 16,4-8 3-16,9 0-24 15,5-4 6-15,1-3-15 16,1-2 2-16,-2-1-31 16,-7 1-5-16,-7 1-45 15,-7 0 12-15,-8 6 15 16,-9-1-7-16,-7 2 10 15,0 0 0-15,-9 4 27 16,-18 2 6-16,-8 4 7 16,-6 6 18-16,-5 0 12 0,1 6 41 15,0 18 54 1,8 6-23-16,6 5 20 0,10 4-20 16,15 1-31-16,6 5-2 15,2-5-5-15,29 0-26 16,11-8 28-16,14-9-48 15,6-8 0-15,7-9-14 16,-1-6-37-16,-4-2-89 16,3-24-132-16,-15 4-288 15,-17-2-947-15</inkml:trace>
  <inkml:trace contextRef="#ctx0" brushRef="#br0" timeOffset="49964.1">16108 4030 1397 0,'0'0'359'0,"0"0"-195"15,0 0-7-15,0 0 1 0,0 0-52 16,0 0-26 0,0 0 29-16,-8-31-78 0,8 24-16 15,0-1 3-15,0 0 4 16,10-1 0-16,1-2-20 16,3 3 5-16,-4 2 13 15,1 5-14-15,-4 1 1 16,-2 0 12-16,-5 14-19 15,0 13 33-15,0 9 0 16,-20 6 0-16,-7 3 36 16,-4-5-28-16,1-8-11 15,6-6-16-15,9-11-8 0,3-7-7 16,10-3 1-16,2-5-31 16,0 0 25-16,7 0-51 15,13 0 9-15,6 0 23 16,1 0 9-16,0-2 16 15,-6 2-1-15,-6 0 1 16,-9 6 18-16,-6 16-12 16,0 5 12-16,-4 8 7 15,-17 1-23-15,-2 0 13 16,0-6-15-16,5-3-35 16,9-8-62-16,9-12-178 15,0-6-230-15,11-1-120 0</inkml:trace>
  <inkml:trace contextRef="#ctx0" brushRef="#br0" timeOffset="50331.44">16324 4195 1490 0,'0'0'356'16,"0"0"-261"-16,0 0-61 15,0 0 81-15,0 0 81 16,0 0 9-16,0 0-50 15,-4 133-81-15,-4-102-20 16,2-2-32-16,1-8-11 16,5-5-2-16,0-6-9 15,0-6-17-15,11-4-33 16,12 0-14-16,1-14-11 16,5-16-65-16,0-10-98 15,-4-4-22-15,-10 4-18 16,-3 7 278-16,-10 16 106 0,-2 13 64 15,0 4-28-15,0 6-9 16,-12 18 40-16,4 6 18 16,1 6-63-16,5 2-66 15,2 0-56-15,0-4-6 16,15-1-16-16,10-9-157 16,17-5-59-16,-3-7-310 15,-6-6-696-15</inkml:trace>
  <inkml:trace contextRef="#ctx0" brushRef="#br0" timeOffset="51481.3">16792 4738 1315 0,'0'0'913'0,"0"0"-546"0,0 0-236 16,0 0-60-16,0 0 3 15,0 0-22-15,0 0 24 16,145 0-41-16,-92 0-35 16,-2 0 0-16,1 0-31 15,-3 0-43-15,11 0-57 16,-11-2-249-16,-6-2-484 0</inkml:trace>
  <inkml:trace contextRef="#ctx0" brushRef="#br0" timeOffset="51765.62">17618 4712 1287 0,'0'0'171'16,"0"0"-164"-16,0 0-7 15,0 0 64-15,29-119 67 16,-17 78-23-16,1-4-36 16,1 4-36-16,1 2 36 15,-1 5 63-15,-1 9 9 16,-4 11 12-16,-2 2 17 16,-3 12-74-16,-1 0-56 15,-1 0-22-15,2 21-14 16,0 16 11-16,-4 12 6 15,0 13-8-15,0 9-16 0,0 21-77 16,-8-16-215-16,-1-16-320 16</inkml:trace>
  <inkml:trace contextRef="#ctx0" brushRef="#br0" timeOffset="54564.78">15506 5163 778 0,'0'0'337'0,"0"0"-96"16,0 0-100-16,0 0-10 15,0 0-32-15,0 0 5 16,0 0-4-16,-2 0 6 16,2 0-10-16,0 0 7 15,0 0 11-15,0 0 8 16,0 0-55-16,0 0-17 16,0 0-13-16,0 0-19 15,0 0 2-15,8 0-13 0,5 0-1 16,5 0 12-1,5 0-17-15,6 0 8 0,4 0 0 16,9 0-8-16,8 0 8 16,10-4-9-16,7-5 0 15,6 4 12-15,3-2-12 16,2 0 0-16,-2 1 0 16,0 5 0-16,-3-2 8 15,0 3-8-15,4 0 9 16,-2 0-4-16,3-2-5 15,0 2 0-15,2-2 10 16,3-2-9-16,2 0-1 16,-3-1 1-16,3 2 0 15,-5-1 32-15,0-1-32 16,-2 5-1-16,-7-3 7 0,-1 3-6 16,-7 0 14-16,-5 0-7 15,-3 0-7-15,-4 0 19 16,-1 0-5-16,-4 0 5 15,-5 0 1-15,-6 0-13 16,-6-2-8-16,-4 2 0 16,-8 0 1-16,-5 0-11 15,-4 0-11-15,-5 0-54 16,-3 0-120-16,0 0-170 16,-16 0-554-16</inkml:trace>
  <inkml:trace contextRef="#ctx0" brushRef="#br0" timeOffset="55331.37">16644 5441 977 0,'0'0'548'15,"0"0"-347"-15,0 0-52 16,0 0 12-16,0 0 28 16,0 0-29-16,0 0-24 15,5-15-29-15,6 3-68 16,4 2-5-16,6-2-2 16,1 0-16-16,0 4 13 15,3-1-10-15,-3 6 5 16,-1 3 7-16,-6 0-14 15,-3 0 2-15,-6 12-10 16,-4 11-8-16,-2 12 25 0,0 7-17 16,-14 4 9-16,-7 2-8 15,-2 1 2-15,1-10 8 16,4-4-19-16,0-7-1 16,5-7 15-16,3-9-15 15,4-1 0-15,4-7 7 16,2-2-5-16,0-2 4 15,0 0-6-15,6-2-12 16,17-20 10-16,8-12-55 16,9-12-37-16,5-9-34 15,-1-3-76-15,-3 7 69 16,-12 5 44-16,-10 17 44 16,-10 14 45-16,-6 6 2 0,-3 9 34 15,0 0 15 1,-18 4 6-16,-5 18 26 0,-1 8 49 15,0 6-37-15,3 9-16 16,9-1-21-16,4-3 0 16,8-2-22-16,2-5-19 15,27-7-14-15,14-6-1 16,10-9-37-16,10-6-41 16,21-6-214-16,-16-4-289 15,-11-10-740-15</inkml:trace>
  <inkml:trace contextRef="#ctx0" brushRef="#br0" timeOffset="57695.45">18386 5150 1242 0,'0'0'347'0,"0"0"-214"16,0 0-72-16,0 0 17 15,0 0 43-15,0 0 5 16,0 0-33-16,0 0-41 0,0 0-33 15,0 0 31 1,0 0 16-16,0 0-4 0,0 0-17 16,0 0-7-16,0 0 4 15,0 0-21-15,0 0-3 16,0 0 32-16,0 0-10 16,0 0 11-16,0 0-2 15,0 0-10-15,4 0 9 16,16 0-26-16,9-3-21 15,7-1 27-15,10 2-27 16,10 0 16-16,2 2-1 16,3 0-7-16,-6 0-4 15,-4 0-5-15,-4 0-27 16,-3 0-25-16,14 0-169 0,-8 0-310 16,-8-1-520-16</inkml:trace>
  <inkml:trace contextRef="#ctx0" brushRef="#br0" timeOffset="60161.36">19781 4826 1431 0,'0'0'509'0,"0"0"-388"15,0 0-77-15,0 0-29 16,0 0 46-16,0 0 78 16,0 0-25-16,-31-34-64 15,31 22-14-15,0-4-18 16,0 1-18-16,13-5 1 16,8 1-3-16,0 0-1 15,4-1 2-15,2 8 1 16,-5 1 7-16,-5 8 45 0,-3 3-12 15,-7 0-10-15,-7 11 4 16,0 15-1-16,-11 12 11 16,-18 6-4-16,-4 1-4 15,2-4 13-15,4-9-48 16,11-5-1-16,11-6 0 16,5-6-9-16,11 1 7 15,18 2-7-15,10 2 9 16,-2 1 1-16,-1 0-1 15,-11 4-6-15,-17 1 6 16,-8 11-14-16,-22 4 8 16,-60 22-45-16,3-10-169 15,4-10-381-15</inkml:trace>
  <inkml:trace contextRef="#ctx0" brushRef="#br0" timeOffset="61285.46">15472 6087 342 0,'0'0'985'0,"0"0"-668"16,0 0-167-16,0 0-67 15,0 0 4-15,0 0 90 16,0 0-20-16,-2 0-53 15,2 0-30-15,0 0-12 16,0 0 4-16,5 0-5 16,5 0-20-16,6-3-2 15,8-6-38-15,7 4-1 16,10-3 8-16,8 3-7 16,4 1-1-16,7 3 0 15,5-1 1-15,7 2 5 0,5-2-5 16,8 2-1-1,5-2 5-15,5-1-4 0,3 3-1 16,7-2 0-16,18 0 8 16,20 1 9-16,21-1-17 15,6 0 0-15,-5 0 5 16,-11-1-5-16,-14 2 0 16,0 1-7-16,-1-3 7 15,-4 3 4-15,2 0-4 16,-6 0 0-16,0 0 8 15,-1 0-7-15,-5 7 5 16,0-1-6-16,-21 2 6 16,-15-4-2-16,-17 1-4 0,-3 0 0 15,14 1 4-15,8 0-2 16,14 0-3-16,-8 0 1 16,0 0 0-16,-6-2 8 15,-4 1-7-15,-9 2-1 16,-11-3 11-1,-11-1-11-15,-14 2-1 0,-13-3-5 16,-13-2-31-16,-12 0-20 16,-8 0-111-16,-23 0-92 15,-11 0-280-15</inkml:trace>
  <inkml:trace contextRef="#ctx0" brushRef="#br0" timeOffset="63508.53">17298 6453 1356 0,'0'0'481'16,"0"0"-390"-16,0 0-44 15,0 0 36-15,0 0 72 16,0 0 9-16,0 0 1 16,0 0-51-16,0 0-71 0,0 0-17 15,4-3 13-15,9-2-39 16,8-1 5-16,1-1-5 15,5 3-6-15,0 4 6 16,-3 0 1-16,-2 0 0 16,-4 9 18-16,-3 8-11 15,-3 8 5-15,-5 4 19 16,-7 9-20-16,0 6 18 16,-2 2-11-16,-17 5 5 15,-3-3 21-15,0-4-38 16,2-3-6-16,5-9 11 15,1-9-11-15,7-3 8 16,5-11-9-16,2-6 0 16,0-3 3-16,0 0-3 0,2 0-8 15,16-7 7-15,11-15-1 16,7-10-16-16,6-12-24 16,2-9-7-16,1-2 7 15,-9 2-26-15,-7 9 42 16,-11 12 17-16,-7 12 18 15,-9 9-6-15,-2 9 6 16,0 2-3-16,0 0 21 16,-13 11-27-16,-3 11 28 15,-1 5 7-15,3 8-4 16,7 3 3-16,7 0-33 0,0-1 20 16,15-3-13-1,22-6-8-15,7-8-15 0,12-6-2 16,6-4-50-1,1-9-88-15,17-1-132 16,-17 0-251-16,-15 0-567 0</inkml:trace>
  <inkml:trace contextRef="#ctx0" brushRef="#br0" timeOffset="67514.55">3773 9048 1422 0,'0'0'483'15,"0"0"-366"-15,0 0-23 16,0 0 5-16,0 0 11 0,0 0-7 16,-2 0 10-16,2 0-54 15,0 0-20-15,0 0 3 16,0 0 13-16,0 0 9 15,0 0-22-15,0 0-8 16,0 0-9-16,0 0-17 16,0 0 4-16,0 0-6 15,14 0-5-15,5 0 10 16,8 0-11-16,2 0 0 16,5 0 4-16,1 0-4 15,2 0-1-15,-2 5-1 16,3-1-10-16,-5 3-18 15,-2-2-85-15,-4-1-92 16,-4 6-18-16,-10-1-148 16,-9-2-288-16</inkml:trace>
  <inkml:trace contextRef="#ctx0" brushRef="#br0" timeOffset="67683.42">3854 9242 1031 0,'0'0'1029'16,"0"0"-774"-16,0 0-111 15,0 0 14-15,0 0-62 16,0 0-34-16,0 0 2 16,95-7-64-16,-45-4-2 15,0 1-84-15,13 4-175 0,-16 1-219 16,-11 5-245-16</inkml:trace>
  <inkml:trace contextRef="#ctx0" brushRef="#br0" timeOffset="69196.53">4937 9314 1124 0,'0'0'894'0,"0"0"-691"16,0 0-147-16,0 0-6 15,0 0 25-15,0 0-46 16,0 0-5-16,121-118-24 16,-68 70-9-16,5-4-19 15,2-5-48-15,2-3-45 16,-4-4-75-16,-2-2 0 16,-6-4-2-16,-13 2-184 15,-6-1 65-15,-10 9 317 16,-10 6 98-16,-9 8 125 15,-2 10 44-15,0 8-91 0,-5 8-28 16,-9 5-33-16,4 8-71 16,-3 5-18-16,-1 2 4 15,-3 9-15-15,-4 22 33 16,-4 17 33-16,1 26 29 16,2 7-4-16,6 7 1 15,5 4-10-15,9-15-39 16,2 2-21-16,0-10-4 15,4-11-15-15,16-12 1 16,5-10 11-16,4-9-30 16,4-10 0-16,6-11-6 15,-2-6 0-15,3 0-18 0,0-18-53 16,-6-10-57-16,-3-7 6 16,-9 1-70-16,-8 2 65 15,-3 8 133-15,-9 8 9 16,0 8 125-16,-2 8-62 15,0 0-5-15,0 2 9 16,-9 18 7-16,-4 6 9 16,-1 5-22-16,6-3-46 15,-1-7-24-15,6 0-9 16,3-10-98-16,0-8-91 16,0-3-277-16,12 0-178 0</inkml:trace>
  <inkml:trace contextRef="#ctx0" brushRef="#br0" timeOffset="69662.39">5996 8993 1661 0,'0'0'619'0,"0"0"-619"16,0 0 0-16,-5 106 30 15,-8-72-7-15,2-5 139 16,-3-5 43-16,4-7-94 15,3-6-65-15,2-3-36 16,5-6-10-16,0-2-15 16,0 0-30-16,14-9 36 15,11-15-55-15,6-10-131 0,4 1 14 16,-4-1 55 0,-2 9 126-16,-11 11 4 0,-4 14 48 15,-10 0 3-15,-2 13 62 16,-2 10 23-16,0 8-8 15,-4 1-36 1,-7-5-50-16,1-4-9 0,4-8-36 16,2-6 1-16,4-7-2 15,0-2-21-15,15-2-13 16,21-22-62-16,13-10-190 16,9-6 49-16,6-3 12 15,-4 8 111-15,-8 9 114 16,-10 11 47-16,-11 15 123 15,-13 0-33-15,-9 22-82 16,-9 14-15-16,-2 10-26 0,-23 5-14 16,-21 15-44-16,3-12-264 15,5-14-861-15</inkml:trace>
  <inkml:trace contextRef="#ctx0" brushRef="#br0" timeOffset="70339.92">5087 9610 846 0,'0'0'724'0,"0"0"-479"16,0 0-53-16,0 0 36 15,0 0-33-15,0 0-31 0,0 0-39 16,13-29-57 0,5 14-68-16,-1 4 8 0,4-1-7 15,-4 6-1-15,-3 6 29 16,-1 0-19-16,-4 4-2 16,-2 19 8-16,-7 12 5 15,0 13 24-15,0 6-12 16,-18 5-9-16,-2-4-5 15,2-5-18-15,2-9 1 16,5-11 7-16,7-13-8 16,4-8-2-16,0-7-16 15,0-2-22-15,18-2 4 16,13-24-3-16,5-17-86 16,1-8-198-16,-1-7-55 15,-9 5 137-15,-9 13 240 0,-9 17 209 16,-9 11 8-16,0 12-140 15,-11 0-47-15,-10 12 21 16,-1 11 95-16,1 7-12 16,6 5-46-16,9 0-19 15,4-1-27-15,2-3-22 16,4-6-20-16,19-6-10 16,2-7-51-16,27-12-69 15,-7 0-130-15,-5 0-362 0</inkml:trace>
  <inkml:trace contextRef="#ctx0" brushRef="#br0" timeOffset="70561.16">5536 9682 1938 0,'0'0'624'15,"0"0"-542"-15,0 0-82 16,0 0-4-16,0 0 4 15,0 0 106-15,0 0-43 16,63 5-39-16,-23-3-24 16,9-2-21-16,5 0-51 15,-1 0-102-15,16 0-47 16,-11 0-131-16,-13 0-332 0</inkml:trace>
  <inkml:trace contextRef="#ctx0" brushRef="#br0" timeOffset="70931.34">5909 9547 1079 0,'0'0'485'16,"0"0"-223"-16,0 0 44 15,0 0-111-15,0 0-66 16,0 0-35-16,0 0-39 16,11 17-27-16,5 4 8 15,6 9 4-15,2 2-10 0,3 3-21 16,0-2 0-16,-2-1-9 16,-8 0 0-16,-5-1 2 15,-8-1 5-15,-4-1-7 16,-4 2 36-16,-16 1-35 15,-7-4 7-15,2-6-8 16,6-5-16-16,2-5-35 16,7-5-67-16,8-5-18 15,2-2-31-15,2-9-114 16,13-10-307-16,5-5-573 0</inkml:trace>
  <inkml:trace contextRef="#ctx0" brushRef="#br0" timeOffset="71494.48">6308 9685 1367 0,'0'0'257'0,"0"0"-187"16,0 0 64-16,0 0 29 15,0 0 22-15,0 0-15 16,0 0-83-16,0 0-44 15,0 0-29-15,0 0-14 16,0 9 37-16,-2 4-9 16,-2-1-28-16,2 2 25 0,-4-2-5 15,4-1-5 1,2-4-1-16,0-3-14 0,0 1 11 16,0-5-11-16,0 0 0 15,0 0 22-15,0 0-11 16,0 0 1-16,0 0 4 15,0 0 3-15,0 0 5 16,0 0 13-16,0 0-20 16,0 0 37-16,0 0-41 15,0 0-4-15,-2 2 5 16,0 5-12-16,-3 5-1 16,1 9 0-16,0 0 11 15,0 5 9-15,4-1-5 16,0-4-15-16,0-1 19 15,8-3-13-15,15-5 8 0,8-6-14 16,9-6 6-16,9 0-1 16,4-18-6-16,-2-10-19 15,-9-7 1-15,-7-9-47 16,-16-2 7-16,-15 0-82 16,-4 6 39-16,-29 10 98 15,-17 8-3-15,-16 14 6 16,-10 8-43-16,-26 0-124 15,18 2-188-15,15 4-438 0</inkml:trace>
  <inkml:trace contextRef="#ctx0" brushRef="#br0" timeOffset="75600.6">7795 8711 1318 0,'0'0'289'0,"0"0"-146"15,0 0 60-15,0 0 41 16,0 0-9-16,0 0-67 16,0 0-64-16,31-21-33 15,-4 4-52-15,6-6 11 16,5-3-21-16,4-2 6 15,5 1-3-15,1-4-12 16,-4 1-8-16,-4 4 1 16,-7 0-5-16,-6 3 10 0,-9 6-23 15,-7 1 6 1,-9 2 18-16,-2 0-30 0,0 2 5 16,-20 1 4-16,-6 4-27 15,-12 7 23-15,-7 0 4 16,-7 14 22-16,0 20 18 15,0 15 6-15,3 11 43 16,11 5 18-16,11 3-39 16,14-4-1-16,13-9-27 15,7-12 25-15,28-9-2 16,19-13-28-16,15-13 6 16,11-8-19-16,7-4-22 0,-3-21-47 15,15-24-115-15,-26 6-124 16,-19 5-268-16</inkml:trace>
  <inkml:trace contextRef="#ctx0" brushRef="#br0" timeOffset="76960.81">8508 7860 436 0,'0'0'803'16,"0"0"-513"-16,0 0-152 15,0 0-46-15,0 0-31 16,0 0 58-16,0 0-18 15,-7-52-17-15,7 39-20 16,0 0-4-16,5-1-15 16,7 0-11-16,0-2-26 15,1 4-8-15,1 0 29 16,-3 1-27-16,1 8 28 16,-8 1 8-16,1 2 1 15,-3 0-1-15,-2 10-24 16,0 17 56-16,0 8 35 0,-2 5-48 15,-15 4 7 1,-2-1-14-16,-1-5-13 16,1-8-6-16,4-9-22 0,4-7-7 15,6-7 8-15,3-3-2 16,2-4-10-16,0 0 2 16,14 0-48-16,11-8 13 15,8-9-49-15,0 3 14 16,-1 3 43-16,-8 7 19 15,-7 4 8-15,-7 0 18 16,-6 17-9-16,-4 12 32 16,0 3-21-16,-16 4 9 15,-8 0 11-15,-2-4-40 0,1-6 6 16,9-8-6-16,5-7-110 16,11-11-133-16,0 0-140 15,4-11-300-15</inkml:trace>
  <inkml:trace contextRef="#ctx0" brushRef="#br0" timeOffset="77397.5">8778 7897 1382 0,'0'0'280'16,"0"0"-210"-16,0 0-54 15,0 0 29-15,0 0 109 16,0 0 52-16,0 0-65 0,35-5-44 15,-23 20 1 1,-3 5-6-16,-1 3-10 0,-3 6-23 16,-2 5 17-16,-3 0-44 15,0-3 2-15,0 2-7 16,0-5-12-16,0-4 9 16,-3-8-24-16,0-4 10 15,3-6-9-15,0-6-1 16,0 0-15-16,0 0 15 15,12-12-24-15,8-17 5 16,6-16-108-16,3-9-7 16,-2-3-27-16,-6 6 46 15,-8 10 78-15,-7 15 37 16,-4 14 86-16,-2 12-28 16,0 0-18-16,0 16 9 0,-8 12 67 15,1 8-37-15,5 3-18 16,2 1-13-16,4-4-48 15,17-6-9-15,8-6-56 16,17-7-116-16,-3-8-156 16,-5-7-610-16</inkml:trace>
  <inkml:trace contextRef="#ctx0" brushRef="#br0" timeOffset="78559.31">9153 8545 1588 0,'0'0'570'0,"0"0"-373"15,0 0 12-15,0 0-42 16,0 0-40-16,0 0-54 0,0 0-29 15,40 0-5-15,-13 0-24 16,6 0-8-16,5 0-5 16,7 0-2-16,-1 0-32 15,22 0-93-15,-10 0-247 16,-8 0-581-16</inkml:trace>
  <inkml:trace contextRef="#ctx0" brushRef="#br0" timeOffset="78867.58">9832 8673 1731 0,'0'0'198'0,"0"0"-198"16,0 0-75 0,0 0 75-16,36-109 25 0,-22 65 72 15,1-2-97-15,3 2-34 16,2 2-35-16,0 3 53 15,0 5 16-15,-5 8 10 16,-1 11 129-16,-5 4 20 16,-3 9-1-16,-3 2-99 15,-1 2-35-15,-2 24 56 16,0 13 26-16,0 14-15 16,-5 7-15-16,-10 10-33 15,-1 1-16-15,1-3-27 16,1-3-23-16,6 2-83 0,1-14-188 15,4-16-395-15</inkml:trace>
  <inkml:trace contextRef="#ctx0" brushRef="#br0" timeOffset="79710.55">10437 8624 1672 0,'0'0'644'16,"0"0"-470"-16,0 0-46 0,0 0-78 16,0 0 13-16,0 0 46 15,126 0-61-15,-78 0-34 16,2 4-14-16,4-4-26 16,25 0-130-16,-15 0-357 15,-6 0-601-15</inkml:trace>
  <inkml:trace contextRef="#ctx0" brushRef="#br0" timeOffset="80301.39">11424 8243 1219 0,'0'0'293'0,"0"0"-184"16,0 0-33-16,0 0-9 0,0 0 61 16,0 0 94-1,0 0-109-15,47-114-54 16,-20 102-50-16,-3 5 19 0,-2 4 2 16,-6 3 34-16,-5 3-5 15,-7 20 4-15,-4 12 5 16,-6 8 39-16,-25 9-45 15,-9 5-9-15,-5-3-2 16,-2-6-23-16,10-10-7 16,10-8-21-16,11-12 1 15,14-8-12-15,2-4-5 16,10-6-44-16,22 0 36 16,8 0 12-16,4 0 12 15,-3 0-1-15,-10 0 1 0,-11 4 10 16,-14 13-10-16,-6 8 15 15,-6 8 21-15,-25 4-9 16,-5 5-14-16,-1-3-13 16,5-7-44-16,10-10-43 15,22-12-181-15,0-8-294 16,6-2-262-16</inkml:trace>
  <inkml:trace contextRef="#ctx0" brushRef="#br0" timeOffset="80744.53">11839 8365 1099 0,'0'0'714'0,"0"0"-711"16,0 0 24-16,0 0-27 16,0 0 136-16,0 0 75 15,0 0-26-15,49-11-76 16,-43 33-38-16,-6 8 11 15,0 8 3-15,-4 8 6 16,-14 2-33-16,-3 0-9 16,2 1 7-16,1-9-45 15,7-7-10-15,2-8 11 16,6-9-12-16,1-9-7 16,2-5-11-16,0-2-7 15,14-7 11-15,13-25-41 16,11-19-137-16,1-9-177 0,2-3-137 15,-5 4 350-15,-12 13 156 16,-11 20 295-16,-13 18 8 16,0 8-174-16,-4 12-103 15,-16 20 141-15,-3 8-18 16,6 6-48-16,8 4-23 16,9-1-33-16,0-2-24 15,24-5-21-15,19-5-41 16,11-9-24-16,21-12-159 15,-13-7-152-15,-12-7-670 0</inkml:trace>
  <inkml:trace contextRef="#ctx0" brushRef="#br0" timeOffset="81592.56">8036 9235 833 0,'0'0'625'16,"0"0"-497"-16,0 0-75 15,0 0 58-15,0 0 14 16,0 0 42-16,129-23-51 16,-85 19-76-16,12 2-4 15,14-1-35-15,14 3 22 0,27 0 44 16,32 0-24-1,36 0 22-15,14 0 5 0,3 0-25 16,-1 0 20-16,-15 0-38 16,7 0-18-16,0 0-9 15,1 0-8-15,2 0 8 16,1 5-1-16,3-3 1 16,-2 0-8-16,-3 0 8 15,-8 2 0-15,-10 0 0 16,-8 6 1-16,-11 0 52 15,-14 4-9-15,-27-2 10 16,-21-2-12-16,-26-2-35 16,-4-1-5-16,0-2 8 15,5 2-8-15,-5-2 4 16,-13 1-6-16,-13-3 5 0,-15 0-5 16,-13-3-133-16,-14 0-129 15,-23 0-204-15,-7-8-567 0</inkml:trace>
  <inkml:trace contextRef="#ctx0" brushRef="#br0" timeOffset="82344.48">9857 9749 472 0,'0'0'1413'0,"0"0"-1102"0,0 0-227 16,0 0-29 0,0 0 23-16,0 0 116 0,0 0 4 15,22-32-135-15,2 12-51 16,3 3 8-16,-2 5 0 15,-5 3-8-15,-5 7-11 16,-4 2 5-16,-1 2 2 16,-4 19-8-16,-4 10 27 15,-2 14-27-15,0 6 25 16,-6 11-13-16,-14 3-12 16,-5-2 26-16,3-3-19 15,0-9 6-15,6-9-2 16,5-11-10-16,4-12-2 15,7-9 1-15,0-8-24 16,0-2 23-16,11-2-4 0,16-23 4 16,9-16-25-16,4-14-64 15,0-14-87-15,-4-3-42 16,-7 5 91-16,-11 11 128 16,-9 18 43-16,-9 14 11 15,0 14 15-15,0 9-39 16,-9 1 6-16,-9 1-11 15,-1 20 8-15,4 6 31 16,5 7-15-16,4 5 2 16,6 3-2-16,0-2-40 15,16-2 9-15,11-6-18 16,7-8-26-16,5-8 18 16,9-8-74-16,0-8-59 0,24-5-80 15,-16-16-172 1,-10-1-354-16</inkml:trace>
  <inkml:trace contextRef="#ctx0" brushRef="#br0" timeOffset="82936.45">10468 9457 940 0,'0'0'654'0,"0"0"-457"15,0 0-92-15,0 0 12 0,0 0 6 16,0 0 16-16,0 0-34 15,-5-9-17-15,5 4-23 16,7-2-35-16,6-1 6 16,5-2-21-16,3 5 5 15,0 1 7-15,2 4-13 16,-5 0 6-16,-7 0 10 16,-11 19-4-16,0 10 15 15,-21 8 9-15,-14 8 14 16,-7-1-4-16,4-5-50 15,11-12-9-15,13-8 3 16,14-14-4-16,14-3-15 16,28-2-12-16,23 0 15 0,15-16-85 15,7-7-170 1,30-8-6-16,-26 4-271 0,-18 6-561 0</inkml:trace>
  <inkml:trace contextRef="#ctx0" brushRef="#br0" timeOffset="92231.2">13053 9157 738 0,'0'0'340'16,"0"0"-139"-16,0 0-43 15,0 0-15-15,0 0-1 16,0 0-7-16,0 0 11 16,0 0-9-16,0 0-80 15,0 0 7-15,0 0 4 16,0 0 9-16,0 0 49 16,0 0-19-16,0 0-20 15,0 0 2-15,0 0-27 16,0 0-13-16,0 0-7 15,0 0-18-15,0 0 7 16,0 0-19-16,0 0-1 16,0 0 15-16,23 0-20 0,12 0-6 15,12 0 17-15,9 0-17 16,6 0 0-16,-2 0-4 16,-2 0-65-16,-6 0-9 15,-12 0-111-15,-11 0-118 16,-11 5-267-16,-14 7-191 0</inkml:trace>
  <inkml:trace contextRef="#ctx0" brushRef="#br0" timeOffset="92480.43">13040 9503 1876 0,'0'0'700'16,"0"0"-560"-16,0 0-65 15,0 0-5-15,0 0-6 16,0 0-31-16,0 0-13 16,149-17-20-16,-91 10-2 15,4-1-56-15,15-3-175 16,-17 6-371-16,-14-2-759 0</inkml:trace>
  <inkml:trace contextRef="#ctx0" brushRef="#br0" timeOffset="93323.17">14542 9555 1367 0,'0'0'646'16,"0"0"-455"-16,0 0-135 16,0 0 19-16,0 0 93 0,0 0-22 15,0 0-112-15,112-119-34 16,-63 65-36-16,4-6-40 16,-1-4 38-16,-4-3-34 15,-5-2 35-15,-7-3 14 16,-11-2 23-16,-8-1 8 15,-8 2-7-15,-6 3 19 16,-3 10 22-16,0 14 2 16,0 14 16-16,0 15-41 15,-3 8-4-15,-4 9-9 16,-6 10-6-16,-12 43 0 16,-8 41 25-16,-3 34 54 15,5-1-4-15,11-23-21 16,13-34-23-16,7-22 8 15,0 0-30-15,0 0-8 0,11 0 16 16,12-11-17-16,8-11-1 16,4-13-17-16,6-6-11 15,1-7 4-15,0-5-36 16,-1-17-32-16,-6-7-54 16,-6-5 35-16,-6 1 41 15,-10 6 71-15,-4 8 12 16,-7 9 102-16,-2 8 11 15,0 2-61-15,0 0-4 16,-11 12-49-16,-4 9 26 16,-3 6-6-16,2-1-22 15,5-1-9-15,6-8-54 16,5-3-171-16,0-14-89 16,13 0-270-16,8-5-485 0</inkml:trace>
  <inkml:trace contextRef="#ctx0" brushRef="#br0" timeOffset="93748.45">15338 9232 1881 0,'0'0'398'0,"0"0"-328"16,0 0-29-16,-2 107-25 16,-7-74 16-16,1-3 109 15,0-7-13-15,4-8-52 16,0-5-54-16,4-3-20 15,0-7-4-15,0 0-8 16,0 0-12-16,10-13-23 0,17-15-73 16,4-3-48-16,1-3 13 15,-1 5 123-15,-11 12 30 16,-6 8 101-16,-7 9-39 16,-7 2-23-16,0 19 80 15,0 11 12-15,-10-2-63 16,-1-5-32-16,3-5-13 15,5-10-23-15,3-6-2 16,0-4-29-16,13-1-47 16,18-20-69-16,15-7-39 15,6-6-25-15,4 0 60 16,-2 2 102-16,-9 8 49 0,-9 10 34 16,-13 11 78-16,-11 3-35 15,-10 21-46-15,-2 16-4 16,-6 10-27-16,-35 25-9 15,3-9-192-15,3-13-467 0</inkml:trace>
  <inkml:trace contextRef="#ctx0" brushRef="#br0" timeOffset="94348.24">14555 9990 1262 0,'0'0'643'0,"0"0"-494"16,0 0-42-16,0 0-8 16,0 0 69-16,0 0 10 15,0 0-29-15,-2-64-70 16,2 60-31-16,6 0-26 16,-4 4 26-16,0 0-27 15,0 0-15-15,2 1 0 16,1 19 6-16,-5 11 12 0,0 7 3 15,0 9-18-15,-3 2 13 16,-9-3-10-16,0-7-6 16,3-11-4-16,5-12-2 15,4-9-11-15,0-4 5 16,4-3-31-16,21-8 18 16,8-22-1-16,7-15-61 15,3-11-128-15,-5-5-26 16,-9 10 164-16,-12 10 71 15,-10 20 148-15,-7 15-24 0,0 6-88 16,-16 0-27 0,-2 17 44-16,-1 7 19 0,2 5-17 15,9-1 7 1,8 5-43-16,0-4 1 0,6 2-20 16,21-6-17-16,4-6-37 15,21-16-94-15,-10-3-158 16,-1 0-320-16</inkml:trace>
  <inkml:trace contextRef="#ctx0" brushRef="#br0" timeOffset="94568.48">14946 9997 228 0,'0'0'1917'0,"0"0"-1422"16,0 0-454-16,0 0-22 15,0 0 6-15,0 0 59 16,0 0 19-16,38 0-75 16,-2 5-28-16,4 1 0 15,5-3-80-15,-1 2-70 16,12-5-106-16,-12 0-276 16,-11 0-439-16</inkml:trace>
  <inkml:trace contextRef="#ctx0" brushRef="#br0" timeOffset="94798.9">15253 9912 2133 0,'0'0'553'16,"0"0"-504"-16,0 0-49 0,0 0-2 16,0 0 2-16,0 0 58 15,0 0-10-15,95-24-39 16,-80 40-8-16,-11 12 5 15,-4 12 7-15,-13 6 30 16,-22 8-23-16,-10 2-5 16,-2-2-15-16,4-3-11 15,14-9-111-15,12-12-169 16,15-14-505-16</inkml:trace>
  <inkml:trace contextRef="#ctx0" brushRef="#br0" timeOffset="95824.7">15802 9968 978 0,'0'0'365'0,"0"0"-155"16,0 0-54-16,0 0 15 15,0 0-30-15,0 0-3 16,0 0-51-16,0-3-22 15,-7 3-17-15,-6 0-11 0,-10 11-6 16,-6 12 37-16,-4 12 41 16,0 9-5-16,-1 6 12 15,8 4-49-15,5 0-19 16,13-5-13-16,8-8-25 16,4-7 26-16,29-15-36 15,10-9 6-15,10-10-6 16,5-6-19-16,0-22 12 15,-9-8-23-15,-11-6-20 16,-15-6-3-16,-15-3-49 16,-8 0-54-16,-11 0 57 15,-22 9 27-15,-8 10 40 16,-3 15-37-16,-12 10-109 16,10 7-325-16,12 0-416 0</inkml:trace>
  <inkml:trace contextRef="#ctx0" brushRef="#br0" timeOffset="107355.15">16767 8404 1407 0,'0'0'260'0,"0"0"-206"15,0 0-45-15,0 0 17 16,0 0 103-16,0-67 39 16,4 55-94-16,4 2-29 15,-4 1-29-15,0 3 5 16,1-1 0-16,-3 5 13 16,-2 0 26-16,0 2-18 15,0 0-29-15,0 0 33 16,0 0-44-16,0 0 24 0,0 0-10 15,0 0-15 1,0 0 9-16,0 0 6 0,0 0-14 16,0 0 21-16,0 0 1 15,0-1 15-15,0-5 5 16,0-4-8-16,0-5-36 16,9 0-54-16,2 1 52 15,2 1-10-15,1 5 14 16,-3 6-2-16,-3 2 5 15,0 0-4-15,-8 24 26 16,0 10 22-16,-4 10 8 16,-23 10 26-16,-12 5-57 0,-3-3 1 15,2-6-8 1,7-14-18-16,8-9 14 0,11-13-15 16,10-9-10-16,4-5-5 15,0 0-34-15,16 0-45 16,15-12-3-16,9-6-79 15,2 2 71-15,-1 6 68 16,-8 6 37-16,-8 4 44 16,-12 7-15-16,-11 18 30 15,-2 12 24-15,-17 7-7 16,-24 6 4-16,-8 2-27 16,-6-4-29-16,1-6-24 15,12-12-45-15,15-16-164 16,13-8-312-16,14-6-891 0</inkml:trace>
  <inkml:trace contextRef="#ctx0" brushRef="#br0" timeOffset="107752.31">17159 8676 1064 0,'0'0'996'0,"0"0"-778"16,0 0-185-16,0 0-27 15,0 0 1-15,132-54 20 16,-83 22 1-16,2-1-28 0,-1-6-31 16,-8 1-27-16,-11 2 25 15,-13 2-27-15,-16 5-51 16,-2 2 82-16,-18 9 29 15,-13 5 0-15,-4 13 66 16,-5 0 14-16,1 19 45 16,4 15 0-16,6 6 7 15,4 8-8-15,12 2-51 16,11 0-12-16,2-4-6 16,17-2-41-16,22-5 8 15,11-10-22-15,8-7-19 16,7-8-47-16,-1-9-59 15,8-5-69-15,-18 0-157 0,-16 0-421 16</inkml:trace>
  <inkml:trace contextRef="#ctx0" brushRef="#br0" timeOffset="108824.66">17722 7870 546 0,'0'0'780'15,"0"0"-488"-15,0 0-152 16,0 0-37-16,0 0 18 16,0 0 35-16,0 0-38 15,-5 0-28-15,5 0-26 16,0 0-24-16,0 0 28 15,0-3-16-15,0-1 0 0,0-3 11 16,0 0-48-16,9-2-6 16,-1-1 1-16,2 2-10 15,-1 0 0-15,-1 2-1 16,-1 5 1-16,0-2 21 16,-5 3-19-16,1 0 10 15,-1 12 17-15,-2 12-3 16,0 8 10-16,-5 9 4 15,-15 0-4-15,-3 2 3 16,1-9-24-16,5-10 6 16,3-6-7-16,5-8-14 15,7-6-17-15,2-4 8 16,0 0-25-16,4 0 4 16,19 0-16-16,4-4 11 15,4-6 11-15,-2 1-20 0,-7 2 42 16,-9 7 2-16,-4 0 1 15,-9 14 15-15,0 16-7 16,0 5 32-16,-11 6 0 16,-5-1-40-16,-1-4-1 15,3-10 0-15,7-5-27 16,5-11-88-16,2-10-180 16,2 0-190-16,15-4 10 0</inkml:trace>
  <inkml:trace contextRef="#ctx0" brushRef="#br0" timeOffset="109162.48">18004 7965 1751 0,'0'0'548'0,"0"0"-483"16,0 0-31-16,0 0 63 0,0 0 39 16,-4 113-10-16,-9-80-43 15,-1-1-41-15,5-5-14 16,3-10-27-16,4-5 6 15,2-6-7-15,0-6-27 16,2 0-17-16,15 0-15 16,8-20 3-16,2-9-75 15,0-14-61-15,-6-1-34 16,-2 0 11-16,-13 12 215 16,-4 13 215-16,-2 17-41 15,0 2-129-15,-15 18 23 16,1 15 75-16,3 8-20 0,7 2-42 15,4 1-50-15,6-1-31 16,26-8-22-16,11-7-62 16,32-6-72-16,-8-10-51 15,-9-7-415-15</inkml:trace>
  <inkml:trace contextRef="#ctx0" brushRef="#br0" timeOffset="110628.69">18542 8717 1430 0,'0'0'640'0,"0"0"-435"16,0 0-97-16,0 0 59 15,0 0-14-15,0 0-19 16,0 0-50-16,46 0-29 16,-5 0-7-16,7 0-23 15,8 0-8-15,0-5-17 16,-2 4-2-16,-6-3-45 0,6 0-70 15,-12-1-347 1,-15 2-556-16</inkml:trace>
  <inkml:trace contextRef="#ctx0" brushRef="#br0" timeOffset="112562.24">19781 8406 1041 0,'0'0'397'16,"0"0"-215"-16,0 0-57 15,0 0 35-15,0 0 64 16,0 0-29-16,0 0-41 16,-20-4-21-16,16 0-57 15,-1-2-23-15,1 2-17 16,1-2 12-16,3-2-15 16,0-2-20-16,0-3 2 15,0-1-8-15,0-3-7 16,14-3-13-16,3 2 7 0,6-1-3 15,-3 3 9-15,0 7-9 16,-4 2 9-16,-8 5 18 16,-6 2-18-16,-2 2 2 15,0 23 17-15,-6 10-18 16,-14 10 28-16,-9 1-13 16,3-2 4-16,5-6-3 15,10-8-16-15,11-6-2 16,3-2-7-16,28 0 0 15,13 0 2-15,5-2-6 16,-2 0 12-16,-9-2 0 16,-16 1-6-16,-15 5-3 15,-7 6-3-15,-41 8-10 16,-52 24-18-16,4-12-233 0,4-6-355 16</inkml:trace>
  <inkml:trace contextRef="#ctx0" brushRef="#br0" timeOffset="113726.87">16881 9319 1145 0,'0'0'404'0,"0"0"-222"16,0 0-42-16,0 0 10 16,0 0 18-16,0 0-9 15,0 0-30-15,0 0-43 16,0 0-50-16,0 0 17 16,0 0-32-16,8 0 9 15,9 0-8-15,7 0-14 16,10 0 11-16,10 0-19 15,12 0-6-15,6 0 6 16,12 0 6-16,10 0 5 16,7-3-4-16,23-3 5 15,27 1 3-15,26 0-15 0,7 1 1 16,-10 1 11-16,-9 3-12 16,-19 0 0-16,7 0 1 15,-1 12 0-15,1-3 5 16,4-1-6-16,0-2 0 15,0 0-2-15,3-1 2 16,-10-2-1-16,-6 1 1 16,-27 3 0-16,-25-4 0 15,-24 1 0-15,-9 1 0 16,2 0 2-16,5 3-2 0,0 0-26 16,-7 0-69-1,-9 0-60-15,4 1-50 0,-10-4-110 16,-9 0-330-16</inkml:trace>
  <inkml:trace contextRef="#ctx0" brushRef="#br0" timeOffset="114446.33">18330 9872 1470 0,'0'0'519'0,"0"0"-393"0,0 0-56 15,0 0 5-15,0 0 34 16,0 0 15-16,0 0-4 16,23-66-80-16,10 44-40 15,5 1 6-15,4 5-6 16,-2 2 1-16,-4 4 22 15,-11 6 3-15,-15 4-6 16,-8 0-20-16,-2 10-6 16,-15 22 6-16,-25 14 83 15,-11 12-48-15,-12 4-10 0,-2 1-5 16,5-7-7-16,7-10 11 16,15-11-9-16,14-12-15 15,12-7 20 1,8-7-19-16,4-6 8 0,0 0-7 15,22 1-2-15,9-3 22 16,11-1 4-16,10 0-26 16,4 0 24-16,2-10-23 15,-5-4-1-15,-4 2-24 16,-7 2-75-16,7 1-101 16,-11 0-177-16,-9 4-313 0</inkml:trace>
  <inkml:trace contextRef="#ctx0" brushRef="#br0" timeOffset="114953.19">18959 9815 1147 0,'0'0'898'16,"0"0"-677"-16,0 0-205 15,0 0-9-15,0 0 38 16,0 0 22-16,0 0 38 16,4 15-84-16,-4 11 26 15,0 8 41-15,0 8-49 0,-7 2 31 16,-4 2-28-16,0-4-32 16,2-5 29-16,2-6-22 15,1-7 8-15,4-7-7 16,-1-5-17-16,3-7 8 15,0-5-9-15,0 0-11 16,0 0 11-16,11-9 0 16,14-20 0-16,10-10-64 15,3-14-59-15,3-3-78 16,-6 2 79-16,-8 11 103 16,-12 17 19-16,-5 9 27 15,-10 13-12-15,0 4-14 16,-2 0 4-16,-17 21 57 15,-1 8 52-15,3 7-34 0,1 3-5 16,9 0-53-16,7-3 9 16,0-2-29-16,25-8 16 15,13-4-18-15,11-8-35 16,7-4-146-16,26-10-141 16,-16 0-323-16,-5 0-808 0</inkml:trace>
  <inkml:trace contextRef="#ctx0" brushRef="#br0" timeOffset="116711.31">3729 12054 1639 0,'0'0'506'16,"0"0"-425"-16,0 0 72 15,0 0 56-15,0 0-52 0,0 0-17 16,0 0-49-16,27 0-43 15,0-3-18-15,6-1-14 16,7 0-2-16,2 0-2 16,-1 4-11-16,-2 0 2 15,-3 0-3-15,-5 0-21 16,-6 0-37-16,-7 4-78 16,-18 14-143-16,0 1-253 15,-4-3-145-15</inkml:trace>
  <inkml:trace contextRef="#ctx0" brushRef="#br0" timeOffset="116854.13">3798 12247 1207 0,'0'0'960'0,"0"0"-699"15,0 0-93-15,0 0-22 16,0 0-76-16,114-15-34 0,-68 5-20 16,1 0-16-16,-3 2-33 15,8 5-129 1,-14 3-193-16,-7 0-443 0</inkml:trace>
  <inkml:trace contextRef="#ctx0" brushRef="#br0" timeOffset="118069.48">4701 12254 1587 0,'0'0'690'16,"0"0"-567"-16,0 0-98 15,0 0 37-15,0 0-44 16,120-58 58-16,-57 20-51 16,6-8-25-16,5-7-9 15,1-7-44-15,-2-6-16 16,-7-4-78-16,-8 0-79 15,-14-1 21-15,-13 5 77 0,-11 8 8 16,-13 8 120-16,-7 12 165 16,0 10 138-16,-2 10-72 15,-14 10-168-15,-4 8-41 16,0 0-21-16,-5 22 17 16,0 20 20-16,4 18 66 15,3 14-15-15,7 9 8 16,6 1-46-16,5-7-11 15,0-8-16-15,20-14-11 16,5-16 13-16,6-11-25 16,4-9-1-16,3-12-10 15,3-7-27-15,-4 0-22 16,1-14-82-16,-3-16-62 16,-6-6-86-16,-6-2-57 15,-9 5-4-15,-8 6 350 0,-3 11 172 16,-3 13 135-16,0 3-94 15,0 3-58-15,0 19-33 16,-11 6 32-16,1 2-70 16,2 3-35-16,1-8-49 15,5-2-31-15,2-5-117 16,0-10-51-16,9-6-73 16,4-2-204-16</inkml:trace>
  <inkml:trace contextRef="#ctx0" brushRef="#br0" timeOffset="118478.81">5800 12011 1759 0,'0'0'232'15,"0"0"-177"-15,0 0 23 16,0 106 21-16,-9-77 58 16,-1-9 34-16,4-6-45 15,2-5-99-15,-1-2-21 16,5-5-20-16,0-2-6 15,0 0-1-15,9-11-50 16,16-14-23-16,6-9-240 16,7-5-6-16,0 5 115 15,-2 8 205-15,-9 12 95 16,-10 14 40-16,-3 0 34 16,-8 10 12-16,-2 12-1 15,-4 0-76-15,3-4-32 16,-3-4-26-16,0-7-33 15,2-3-13-15,4-4 0 0,8 0-12 16,11-12-6-16,13-15-123 16,11-5-29-16,6-6 7 15,-1 4 93-15,-3 8 51 16,-11 10 13-16,-9 12 6 16,-8 4 23-16,-12 16-23 15,-11 21-2-15,-11 24-68 16,-20-5-182-16,-3-6-621 0</inkml:trace>
  <inkml:trace contextRef="#ctx0" brushRef="#br0" timeOffset="119584.81">5151 12637 1039 0,'0'0'501'16,"0"0"-344"-16,0 0 13 15,0 0 55-15,0 0-18 16,0 0 0-16,0 0-49 15,-11-34-6-15,11 24-70 16,4 0-44-16,8-2-8 16,-2 0-30-16,2 3 0 15,1 6 12-15,-2 3-12 16,-1 0-1-16,-4 14 1 0,1 12 0 16,-7 12 14-16,0 5 3 15,0 6 4-15,0-5 1 16,-5-4-15-16,-3-8-2 15,3-7-5-15,2-9-1 16,1-4 1-16,2-7-28 16,0-3-23-16,0-2 16 15,0 0-23-15,12-19 6 16,7-20-118-16,4-7-386 16,-3-2 234-16,-5 7 262 15,-5 14 60-15,-6 13 255 16,-4 10-114-16,0 4-35 0,0 0 6 15,-4 13-7 1,-6 10 69-16,4 3-53 0,1 3-43 16,5-3-27-16,0-1-29 15,3-3-4-15,15-4-18 16,9-5-28-16,4-5-37 16,15-8-124-16,-4 0-139 15,-5-11-339-15</inkml:trace>
  <inkml:trace contextRef="#ctx0" brushRef="#br0" timeOffset="119780.03">5509 12661 1969 0,'0'0'488'0,"0"0"-387"0,0 0 26 15,0 0-56-15,0 0-22 16,0 0-17-16,0 0-2 15,108 0-30-15,-66 0-3 16,1 0-94-16,15 2-134 16,-14-2-265-16,-3 0-187 0</inkml:trace>
  <inkml:trace contextRef="#ctx0" brushRef="#br0" timeOffset="120087.22">5893 12521 1852 0,'0'0'498'0,"0"0"-428"0,0 0 20 16,0 0 13-16,0 0-39 16,0 0 9-16,0 0-50 15,40 9-15-15,-15 11-3 16,2 6-5-16,-3 3-1 15,-3-1 1-15,-8 2 0 16,-7 2 13-16,-6 2 2 16,-4 0 2-16,-23 4 7 15,-11-2-5-15,-1 3 1 16,-2-7-20-16,5-4-31 0,9-8-53 16,14-10-144-1,9-8-281-15,4-2-363 0</inkml:trace>
  <inkml:trace contextRef="#ctx0" brushRef="#br0" timeOffset="120423.4">6323 12621 1538 0,'0'0'607'0,"0"0"-446"0,0 0-82 16,0 0 62-16,0 0 2 16,-58 108-21-16,58-78-35 15,0-2-43-15,16-1-20 16,16-8 3-16,7-5-13 16,13-10-1-16,4-4-4 15,0-1 0-15,-8-19-9 16,-9-5-18-16,-16-5-26 15,-15-2 10-15,-8-2-38 16,-12-2 5-16,-21 4-18 16,-11 10-10-16,-8 8 11 15,-26 14-197-15,13 0-286 16,9 0-858-16</inkml:trace>
  <inkml:trace contextRef="#ctx0" brushRef="#br0" timeOffset="130191.07">8238 11301 1039 0,'0'0'533'16,"0"0"-447"-16,0 0-54 16,0 0-7-16,0 0 10 15,0 0 36-15,23-34 49 16,-21 30 9-16,2 1-42 16,-2 0 24-16,-2 3 15 15,0 0-45-15,0 0-32 0,0 0-1 16,0 0-24-16,0 0-11 15,0 0-12-15,0 0 0 16,0 0 22-16,0 0-17 16,0 0 8-16,0 0 1 15,0 0-8-15,0 0 8 16,-4 0-15-16,-7 0-4 16,-7 3 2-16,-9 10 2 15,-4 6 0-15,-2 7 15 16,-5 3-14-16,2 7 44 15,3 4-2-15,6 1 2 16,5-8-12-16,11-1-20 16,4-11-1-16,7-3 2 0,0-8-14 15,20-4-6-15,9-4 0 16,8-2-6-16,6 0-24 16,2-20-24-16,-5-10 1 15,-4-4-10-15,-9-6-22 16,-10 0 7-16,-5-1-17 15,-8 7 64-15,-2 8 37 16,-2 10 11-16,0 7 22 16,0 5-3-16,2 4-30 15,0 0 0-15,3 13 15 16,-1 21-14-16,-2 15 109 16,-2 13-12-16,0 6-26 0,0 3 2 15,-4-8-29-15,-13-5 2 16,-4-7-3-16,-6-10-15 15,-2-6 4 1,-6-7-21-16,-1-6-6 0,3-5 12 16,4-8-18-16,4-4-11 15,7-5-1-15,7 0-63 16,9 0-61-16,2-7-148 16,0-6-529-16</inkml:trace>
  <inkml:trace contextRef="#ctx0" brushRef="#br0" timeOffset="132624.41">8582 11673 1585 0,'0'0'476'16,"0"0"-402"-16,0 0-42 0,0 0 63 15,0 0 11 1,0 0-12-16,0 0-20 16,46 0-44-16,-12-11 6 15,6-7-7-15,7-4-29 0,0-4 0 16,-5-1-73-16,-7 1-15 16,-8 0-7-16,-13 1-45 15,-12 4 31-15,-2 1 51 16,-16 5 55-16,-17 2 3 15,-9 8 68-15,-3 5 46 16,-1 0 4-16,3 24-47 16,5 8-23-16,9 8 51 15,12 8-3-15,11 3 11 16,6 0-44-16,17-3-16 16,20-4-17-16,15-7-12 0,10-11-8 15,5-12-10-15,2-10-45 16,-2-4-42-16,4-11-171 15,-15-8-291 1,-16-3-580-16</inkml:trace>
  <inkml:trace contextRef="#ctx0" brushRef="#br0" timeOffset="133317.44">9128 11081 1147 0,'0'0'642'0,"0"0"-467"15,0 0-43-15,0 0 14 16,0 0-72-16,0 0 18 16,0 0-6-16,7-68-44 15,6 54-19-15,1 1 4 16,1 2-4-16,1 3-3 16,-3 3 0-16,-2 5-10 15,0 0 14-15,-4 0-16 16,-3 21 18-16,-4 2 3 15,0 8 21-15,-4 3 19 16,-11-2-23-16,-2-2-28 16,2-6 6-16,1-6-22 15,8-6-2-15,2-6-12 0,4-5-27 16,0-1-6-16,17 0-41 16,10 0 42-16,4 0 19 15,-2 0-11-15,-6 0 36 16,-7 0 21-16,-8 0 13 15,-6 6-17-15,-2 9-5 16,0 5-11-16,0 5 27 16,-8 2-27-16,-6 1-1 15,1-4-16-15,3-2-109 16,10-10-103-16,0-6-259 16,0-6-83-16</inkml:trace>
  <inkml:trace contextRef="#ctx0" brushRef="#br0" timeOffset="149817">9436 11101 1041 0,'0'0'351'0,"0"0"-225"16,0 0-82-16,0 0 11 16,0 0 32-16,0 0-6 15,0-16-2-15,0 14-32 16,0 2 33-16,0 0 43 15,0-2-9-15,0 2-27 16,0 0-17-16,-2-3 38 16,-1 1-1-16,3 1-49 15,-2-1-10-15,2 0 16 16,0 2-7-16,0 0-18 16,0 0-4-16,0 0-24 15,0-2 10-15,0 2-8 16,0 0-5-16,0 0 31 0,0 0-30 15,0 0 13-15,0 0-10 16,0 0 0-16,0 0-12 16,0 0-3-16,2 0-9 15,1 0 11-15,3 4-14 16,3 10 9-16,0 4-1 16,0 6 7-16,-3 2 15 15,-4 1-10-15,-2 5-4 16,0-6 12-16,0 1-13 15,0-7 0-15,0-3-2 16,0-7-8-16,0-6 9 16,0-3-26-16,0-1-3 15,0 0 24-15,0-12-20 16,21-16-4-16,4-13-293 0,0-8 20 16,2 2 92-16,-4 6 104 15,-9 13 107-15,-10 12 93 16,-2 10-3-16,-2 6 8 15,0 0-5-15,0 13-58 16,-4 13 19-16,-1 9 17 16,5 3-1-16,0 2-11 15,20-4-59-15,11-3-50 16,23-13-94-16,-8-8-226 16,-7-9-756-16</inkml:trace>
  <inkml:trace contextRef="#ctx0" brushRef="#br0" timeOffset="151183.29">7654 12224 1056 0,'0'0'496'0,"0"0"-358"15,0 0 14-15,0 0 69 16,0 0-38-16,0 0-17 15,0 0-56-15,0 0-21 16,0 0-38-16,2 0-30 16,3 0 31-16,4 0-12 15,2 0-38-15,5 0 39 16,6-2-26-16,2-2-1 16,6 2 8-16,-1 2-20 15,2 0 17-15,2 0-19 16,3 0 6-16,2 0 6 0,4 0-11 15,4 0 0 1,6 0 3-16,6 0 2 0,4 0-6 16,1 0 0-16,-1 0 0 15,-2 0-3-15,1 0 3 16,-3 0 0-16,2 0 0 16,2 0 5-16,5 0-13 15,3 0 5-15,-4 0-3 16,1 0-4-16,-5 0 10 15,-4 0 0-15,-6 0 0 16,-8-2 0-16,-6 2-30 16,-9 0-18-16,-7 0-78 15,-8 0-35-15,-9 0-124 16,-5 0-223-16,0 0-257 0</inkml:trace>
  <inkml:trace contextRef="#ctx0" brushRef="#br0" timeOffset="151743.31">8381 12593 1378 0,'0'0'569'15,"0"0"-370"-15,0 0-30 16,0 0 67-16,0 0-23 15,0 0-75-15,0 0-67 16,31-32-71-16,-6 16 1 16,2 0-7-16,2 3 6 15,-4 5-1-15,-4 6-13 16,-3 2 13-16,-7 5 0 0,-7 17-14 16,-4 11 15-1,-4 10 14-15,-25 5-13 0,-6 4 10 16,-10-3-5-16,-2-3 2 15,3-8 7-15,1-4-15 16,10-10 0-16,10-8 10 16,15-7-10-16,5-4 0 15,3-3 0-15,3-2 9 16,21 0-1-16,14 0-8 16,14 0 0-16,6-2-8 15,6-8 7-15,3-1-40 16,-3-1-42-16,23-2-150 15,-18 3-131-15,-3 1-623 0</inkml:trace>
  <inkml:trace contextRef="#ctx0" brushRef="#br0" timeOffset="152421.49">10098 12180 1428 0,'0'0'512'15,"0"0"-295"-15,0 0-1 16,0 0 61-16,0 0-106 16,0 0-44-16,0 0-46 15,17-3-47-15,1-1-13 16,7 1-21-16,4 1 0 0,4 2 4 15,5 0-4-15,0 0 0 16,3 0-7-16,-6 8-33 16,-4 2-14-1,-2 12-87-15,-11-4-203 0,-12-4-349 0</inkml:trace>
  <inkml:trace contextRef="#ctx0" brushRef="#br0" timeOffset="152592.14">9968 12499 1410 0,'0'0'928'0,"0"0"-701"15,0 0-115 1,0 0-12-16,120-10-67 0,-68 0-30 16,-1 2-3-16,14-3-33 15,-17 6-281-15,-7 0-521 16</inkml:trace>
  <inkml:trace contextRef="#ctx0" brushRef="#br0" timeOffset="158481.22">12235 11482 431 0,'0'0'620'0,"0"0"-452"0,0 0-78 16,0 0 142-16,0 0-100 15,0 0-16-15,0 0 9 16,0-2-63-16,0 2 43 15,0 0-34-15,0 0-31 16,0 0 140-16,0 0-147 16,0 0 10-16,-4 0 48 15,-7 0-63-15,-9 0 9 16,-11 0-37-16,-7 14 0 16,-9 10 30-16,0 6-20 15,-2 6 8-15,7 2 73 16,3-1-80-16,10-6 65 15,8-4-76-15,7-5 12 16,7-7 9-16,5-1-21 16,2-3 0-16,0-3-8 15,23-1 39-15,6-3-29 16,8-4-2-16,8 0-27 0,4-15-27 16,3-14 33-16,-4-7-40 15,-1-2 43-15,-11 0 6 16,-5 2-14-16,-11 6 26 15,-7 6 0-15,-6 6 70 16,-5 4-63-16,-2 4 33 16,0 4 41-16,0 4-50 15,0 2 32-15,0 0-63 16,0 0 0-16,0 0-40 0,0 15 40 16,0 16-3-1,0 15 3-15,0 14 1 0,-11 4 60 16,0 3-61-16,0-12 1 15,0-4 14-15,-3-12-15 16,5-10 0-16,-2-7 21 16,0-7-9-16,-2-3 20 15,-1-5-32-15,-1 1 0 16,-6-4 9-16,0 3-9 16,-2-6-55-16,1 3 27 15,1 3-105-15,0 1-75 16,5-1-303-16,5 1-372 0</inkml:trace>
  <inkml:trace contextRef="#ctx0" brushRef="#br0" timeOffset="159033.21">11693 12228 1487 0,'0'0'569'0,"0"0"-404"0,0 0 162 15,0 0-152 1,0 0-67-16,0 0-13 16,0 0-75-16,50-2 52 0,-8 2-72 15,9 0 15-15,14 0 37 16,6 0-52-16,3 0 0 15,1 0-9-15,-1 0-15 16,-7-2 5-16,-9 0-161 16,2 2-177-16,-15 0-129 15,-14 0-676-15</inkml:trace>
  <inkml:trace contextRef="#ctx0" brushRef="#br0" timeOffset="159982.34">11977 12610 992 0,'0'0'221'0,"0"0"-143"0,0 0 12 16,0 0 25-16,0 0 71 15,0 0-40-15,0 0-21 16,-3 0 124-16,3 0-163 16,0 0 16-16,0 0 44 15,0 0-84-15,0 0 59 16,0 0-121-16,0-1 27 16,0-9-11-16,5 0-16 15,4-3 0-15,0 1-16 16,2 0 32-16,0 3-10 15,-2-1-6-15,0 3 0 16,-2 6 3-16,-5-2-3 0,-2 3 0 16,0 0-12-1,0 0 43-15,0 16-31 0,-12 8 0 16,-9 3 12 0,-6 5 93-16,-4-2-104 0,-3-1 4 15,-1 0 15-15,-2-7 1 16,2-2-12-16,4-4-9 15,2-4 0-15,6-4-18 16,6-4 18-16,6-4 0 16,4 0-17-16,4 0 47 15,3-10-63-15,0-4 15 16,0-2 8-16,12 3-57 16,1 1 67-16,-4 7-2 15,0 1-20-15,-4 4 44 16,-1 0-32-16,0 0 10 0,3 9 0 15,2 11 36-15,4-3-36 16,6 4 0-16,4 4 33 16,12-2-19-1,7-4 36-15,7-1-50 0,10-6 0 16,5-5-24-16,2-7 24 16,-1 0-35-16,-1-7-12 15,-6-9-167-15,7-16-56 16,-14 4-366-16,-11 2-940 0</inkml:trace>
  <inkml:trace contextRef="#ctx0" brushRef="#br0" timeOffset="160958.44">12023 12603 628 0,'0'0'277'0,"0"0"-109"16,0 0-67-16,0 0-14 16,0 0 103-16,0 0-97 15,0 0 4-15,0 0 1 16,0 0-50-16,0 0 74 0,0 0-51 16,0 0-38-1,0 0 102-15,0-7-107 0,-2-2 66 16,-2-2 8-16,-5-1-38 15,0 3 82-15,-2-3-90 16,0-1-36-16,-1 4 21 16,-3-1-41-16,-3 5-1 15,-4 3-11-15,-5 2-56 16,1 0 15-16,-3 2-97 16,-2 17-153-16,6-3-32 15,9-5-791-15</inkml:trace>
  <inkml:trace contextRef="#ctx0" brushRef="#br0" timeOffset="161785.12">12946 12191 1627 0,'0'0'753'16,"0"0"-651"-16,0 0 19 16,0 0 28-16,0 0-109 15,0 0 47-15,0 0-87 16,0 0 14-16,0 0-21 15,0 0 7-15,0 0-22 16,0 0 16-16,3 0-118 16,-3 0-36-16,0 0-347 0,0 0-820 15</inkml:trace>
  <inkml:trace contextRef="#ctx0" brushRef="#br0" timeOffset="162472.7">12050 12513 199 0,'0'0'991'0,"0"0"-722"16,0 0-154-16,0 0 138 16,0 0-97-16,0 0 12 15,0 0 6-15,-27-26-76 16,15 22 27-16,-5 0-125 16,0 4 1-16,-5 0-48 15,-16 0-56-15,4 0-376 16,0 0-614-16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10-02T00:55:20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20320 7320 0,'0'18'938,"0"-1"-922,0 1 15,0 0 0,0-1-15,18 1-1,-18 0 17,0-1-32,0 1 62,0 0-62,17-18 16,-17 17-16,18-17 15,-18 18 1,0-1 0,0 1-1,0 0 16,0-1-15,0 1 0,0 0-16,0-1 31,18 1 0,-1-18-15,-17 18-1,18-1 17,-18 1-32,17-1 15,1 1 17,-18 0-1,0-1-31,18 1 31,-1-18 63,1 0-94,0 0 47,-18-18 15,0 1-31,0-1 16,0 0-47,17 18 0,-17-17 32,0-1-17,0 1 1,0-1 15,0 0-15,0 1 15,18 17-31,-18-18 0,0 0 31,18 18-15,-18-17-16,0-1 31,0 0-31,0 1 31,0-1 1,0 1-32,0-1 15,0 0 110,0 1-94,0-1 48,0 0-33,-18 18 1,18-17 0,0-1 63,0 0 15,0 1-79,0-1-14,0 0 155,-18 18-62,18 18-47,0 0-62,0-1-16,0 1 47,0 0-32,0-1-15,0 1 16,0 0 0,0-1-1,0 1-15,0 0 32,0-1-32,0 1 31,0-1-16,0 1-15,0 0 32,0-1-1,0 1 0,0 0-15,0-1 15,18-17 32,-18 18-48,18-18 16,-18 18-15,0-1 15,17 1-31,1-1 32,-18 1-17,0 0 1,18-18-1,-18 17 48,0 1 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21:02.08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26518 1847 506 0,'0'0'786'0,"0"0"-554"15,0 0-117-15,0 0 55 16,0 0-37-16,0 0 28 15,0-9-34-15,0 6-50 0,0 1 53 16,0 0-54 0,0-1-20-16,0 1 56 0,0 2-78 15,0 0 14-15,0 0-15 16,0 0-20-16,0 0 45 16,0 0-58-16,0 0 0 15,0 0 31-15,0 0-22 16,0 0-15-16,0 0 6 15,-3 11 0-15,3 11-17 16,-2 8 17-16,2 6 0 16,0 4 1-16,0-3 17 15,14 0-18-15,3-7 0 0,3-7 1 16,3-6-21 0,4-7-7-16,4-8-35 0,2-2 40 15,5-6-158-15,-1-20-6 16,0-12-45-16,-6-6-8 15,-7-7 116-15,-4 4 8 16,-9 2 115-16,-6 7 56 16,-2 13 54-16,-3 6 108 15,0 10-4-15,0 4-60 16,0 5-9-16,0 0-107 16,0 0-38-16,0 21 9 15,-8 13 16-15,2 10-17 16,-1 12-8-16,3 6-36 15,2 20-103-15,2-16-154 0,-2-14-345 16</inkml:trace>
  <inkml:trace contextRef="#ctx0" brushRef="#br0" timeOffset="281.56">26373 2363 1994 0,'0'0'380'15,"0"0"-294"-15,0 0-34 16,0 0 3-16,133 0 68 0,-59 0-98 15,6 0-24-15,-2 0-2 16,-7 0-107-16,8 13-120 16,-21-3-318-16,-16-2-719 0</inkml:trace>
  <inkml:trace contextRef="#ctx0" brushRef="#br0" timeOffset="705.76">26471 2599 1553 0,'0'0'609'0,"0"0"-503"16,0 0 59-16,0 0-35 16,0 0-58-16,0 0 20 15,0 0-81-15,35 40-4 16,-14-19 45-16,1 6-44 0,-5 3 19 16,2 0-26-16,-2-2 7 15,-1-4 8-15,-3-6-16 16,-1-4 0-16,-2-3-10 15,-1-8 25-15,-1-3-15 16,5 0 0-16,-1-3 0 16,11-16-1-16,2-11 1 15,4-6-39-15,0-4 33 16,-2 3-69-16,0 3 22 16,4-2-108-16,-4 13-164 15,-6 2-416-15</inkml:trace>
  <inkml:trace contextRef="#ctx0" brushRef="#br0" timeOffset="1022.93">27360 1988 743 0,'0'0'1123'15,"0"0"-858"-15,0 0-228 0,0 0-22 16,0 0-1 0,0 0 34-16,47 130 63 15,-40-59-77-15,-5 10-28 16,-2 0 16-16,0-2-22 0,-18-3 0 15,-8-8-54-15,-13-6-99 16,-28 5-62-16,9-18-150 16,6-14-570-16</inkml:trace>
  <inkml:trace contextRef="#ctx0" brushRef="#br0" timeOffset="1316.83">26323 2060 1126 0,'0'0'202'16,"0"0"-129"-16,0 0 46 15,0 0 40-15,-116 124 42 16,95-54-31-16,3 14-61 16,7 6-20-16,11 2-79 15,0-6-9-15,17-3-1 16,41 5-110-16,-2-23-138 16,0-16-561-16</inkml:trace>
  <inkml:trace contextRef="#ctx0" brushRef="#br0" timeOffset="1622.09">27826 1743 1493 0,'0'0'210'0,"0"0"-193"15,0 0 13-15,-43 121 19 16,28-55-36-16,4 41-13 15,4-18-135-15,3-12-623 0</inkml:trace>
  <inkml:trace contextRef="#ctx0" brushRef="#br0" timeOffset="1870.86">27904 2464 519 0,'0'0'1428'0,"0"0"-1111"16,0 0-240-16,0 0-4 15,0 0-33-15,0 0-39 16,0 0-2-16,125 49-119 15,-96-36-396-15,-13 0-626 0</inkml:trace>
  <inkml:trace contextRef="#ctx0" brushRef="#br0" timeOffset="1998.02">27850 2673 2241 0,'0'0'523'15,"0"0"-523"-15,0 0 0 0,0 0 38 16,147 26-38-16,-62-22-28 15,-11-2-191-15,-9-2-614 0</inkml:trace>
  <inkml:trace contextRef="#ctx0" brushRef="#br0" timeOffset="2646.98">28952 1909 1267 0,'0'0'702'0,"0"0"-601"16,0 0-101-16,0 0 0 15,0 0 74-15,0 0 54 16,0 125 41-16,0-70-96 16,9-3-73-16,9-4 52 15,6-7-52-15,2-14 0 16,6-8-6-16,1-15-33 15,1-4-47-15,0-16-59 16,-3-22-136-16,-4-11-6 0,-8-5 18 16,-5 2 224-16,-7 8 45 15,-3 14 234-15,-4 14 93 16,0 11-56-16,0 5-140 16,0 15 4-16,-13 19-54 15,-1 12 38-15,1 6-42 16,3 5-70-16,4-3-7 15,6-8-88-15,0-9-121 16,0-18-5-16,10-11-173 16,-2-8-497-16</inkml:trace>
  <inkml:trace contextRef="#ctx0" brushRef="#br0" timeOffset="2802.48">29489 1624 2099 0,'0'0'313'16,"0"0"-296"-16,0 0-17 16,-28 142 0-16,9-75-8 15,-3 21-100-15,7-16-220 16,3-16-634-16</inkml:trace>
  <inkml:trace contextRef="#ctx0" brushRef="#br0" timeOffset="3050.87">29518 2007 1463 0,'0'0'191'16,"0"0"-150"-16,0 0 153 15,0 0 33-15,0 0-11 16,0 0-105-16,0 0-31 15,67 53 74-15,-33-18-122 16,1 5-18-16,-2 1-14 16,1-4 0-16,-3-3-78 15,4-11-131-15,-8-11-159 16,-4-12-401-16</inkml:trace>
  <inkml:trace contextRef="#ctx0" brushRef="#br0" timeOffset="3220.97">29935 1842 2191 0,'0'0'447'0,"0"0"-447"15,0 0 0-15,0 0 30 16,0 0-10-16,-83 146 11 16,59-88-31-16,6 0-57 15,5 7-176-15,3-12-248 16,10-19-329-16</inkml:trace>
  <inkml:trace contextRef="#ctx0" brushRef="#br0" timeOffset="3397.86">30126 2162 1962 0,'0'0'729'0,"0"0"-667"16,0 0-5-16,0 0-57 15,0 0 12-15,0 0-12 16,183-17-138-16,-118 13-231 16,-4 1-614-16</inkml:trace>
  <inkml:trace contextRef="#ctx0" brushRef="#br0" timeOffset="3665.06">30807 1937 1642 0,'0'0'232'0,"0"0"-132"15,0 0 44-15,0 0 48 16,0 0-11-16,0 0-113 16,0 0-40-16,-5 32 29 15,5 10-7-15,0 7 58 16,0 6-93-16,5-3 3 15,12-6-18-15,3-7-14 16,7-11-16-16,2-12-81 0,0-16-90 16,5-14-53-16,-8-19-433 15,-5-6-760-15</inkml:trace>
  <inkml:trace contextRef="#ctx0" brushRef="#br0" timeOffset="3800.91">31074 1979 1984 0,'0'0'616'16,"0"0"-452"-16,0 0-77 15,0 0-86-15,0 0 31 16,0 0-21-16,-11 125 10 16,2-76-42-16,2 1-52 15,7-4-182-15,0-13-108 16,0-15-503-16</inkml:trace>
  <inkml:trace contextRef="#ctx0" brushRef="#br0" timeOffset="3997.9">31216 2009 312 0,'0'0'2069'0,"0"0"-1779"15,0 0-248-15,0 0-42 16,0 0 54-16,0 0-45 16,0 0 2-16,112 129 21 15,-83-96-32-15,2-1-27 16,3-5-36-16,5-13-218 15,-4-9-209-15,-12-5-636 0</inkml:trace>
  <inkml:trace contextRef="#ctx0" brushRef="#br0" timeOffset="4168.86">31654 1903 2172 0,'0'0'391'0,"0"0"-371"16,0 0 1-16,0 0 46 15,-25 102-6-15,9-52-43 16,1 2-9-16,4-2-9 16,1-6-112-16,10-6-86 15,0-11-290-15,0-15-544 0</inkml:trace>
  <inkml:trace contextRef="#ctx0" brushRef="#br0" timeOffset="4455.06">32057 1506 854 0,'0'0'1597'0,"0"0"-1396"0,0 0-201 15,0 0-74-15,0 0 74 16,-42 121-36-16,-10-17-7 16,5-14-303-1,3-13-744-15</inkml:trace>
  <inkml:trace contextRef="#ctx0" brushRef="#br0" timeOffset="5113.96">29146 2523 1906 0,'0'0'374'16,"0"0"-287"-16,0 0-49 16,0 0 34-16,116 3 33 15,-18 3-47-15,49 1-52 16,50 0 73-16,21 2-35 15,2 2 30-15,-6 1-8 16,-22 2-45-16,-2 0 3 0,-7-1-24 16,-15-3-12-16,-18-3-9 15,-34-2 0-15,-31-1-3 16,-29-3-16-16,-19 1-14 16,-1-2 52-16,-5 0-39 15,-6 0-52-15,-19 0-35 16,-8 0-174-16,-20 0-219 15,-10 0-325-15</inkml:trace>
  <inkml:trace contextRef="#ctx0" brushRef="#br0" timeOffset="5490.48">30030 2930 1964 0,'0'0'612'0,"0"0"-536"15,0 0-28 1,0 0 3-16,0 0 1 0,0 0 64 16,0 0-116-16,154 54 23 15,-111-29-23-15,-1 5 0 16,-4 3 5-16,-5 1-5 16,-4-2-54-16,-4-4 9 15,-7-9-122-15,-5-2-61 16,1-17-119-16,-8 0-35 15,-1 0 10-15</inkml:trace>
  <inkml:trace contextRef="#ctx0" brushRef="#br0" timeOffset="5617.9">30493 3025 846 0,'0'0'934'16,"0"0"-441"-16,0 0-285 0,0 0-10 16,86-104-10-16,-62 83-145 15,1 2-21-15,-4 3-22 16,-4 6-62-16,-3 4-174 15,-6 4-559-15</inkml:trace>
  <inkml:trace contextRef="#ctx0" brushRef="#br0" timeOffset="6009.89">30672 2775 1818 0,'0'0'371'0,"0"0"-289"0,0 0-73 16,0 0 29-1,0 0 18-15,0 0 21 16,-98 125-1-16,72-74-76 15,4 2-67-15,2 5 14 0,7-14-260 16,3-14-608-16</inkml:trace>
  <inkml:trace contextRef="#ctx0" brushRef="#br0" timeOffset="6399.98">30918 2763 636 0,'0'0'968'0,"0"0"-678"15,0 0-130-15,0 0 66 16,0 0-34-16,0 0-89 16,0 0-27-16,51-2-76 15,-24 5 0-15,-5 14-9 16,-9 3 18-16,-11 9-9 16,-2 3 11-16,-19 4 36 0,-14 0 67 15,-2-5-78 1,7-2-24-16,12-7 16 0,12-6-28 15,4-2-12-15,23-3-25 16,54-4-57-16,-3-4-171 16,1-3-468-16</inkml:trace>
  <inkml:trace contextRef="#ctx0" brushRef="#br0" timeOffset="6557.06">32180 2757 2599 0,'0'0'0'0,"0"0"-759"16,0 0 224-16</inkml:trace>
  <inkml:trace contextRef="#ctx0" brushRef="#br0" timeOffset="11456.97">1790 4333 945 0,'0'0'343'0,"0"0"-208"15,0 0 16-15,0 0-17 16,0 0-69-16,0 0 67 0,0 0-50 16,22-46-15-16,-18 40-2 15,-1 2-13-15,-3 0 96 16,0 2-68-16,0 1-52 15,0 1 120-15,0 0-110 16,0 0 15-16,-7 0 14 16,-13 0-50-16,-16 0 38 15,-15 9-55-15,-12 15 0 16,-6 6 0-16,-3 5 0 16,8 4 0-16,6 0 0 15,12-7 18-15,12-4-11 16,14-10-7-16,13-4 0 15,7-6-46-15,13-4 27 16,30-4 1-16,15 0 16 16,11-11-180-16,6-12 47 0,0-12-122 15,-9-3 26-15,-8 0 165 16,-14 1-67-16,-9 6 71 16,-16 5 40-16,-5 6 22 15,-10 6 62-15,-4 7 47 16,0 0 5-16,0 7 78 15,0 0-143-15,0 0-30 16,-9 18 1-16,-4 17-11 16,-2 10 101-16,-1 15 4 15,3 8-58-15,-1 7 77 16,1-1-121-16,-1-4 9 0,1-6-4 16,-1-12 3-16,-1-8 10 15,-1-9-30-15,-3-8 0 16,-2-8-2-16,-1-7 2 15,0-6-15-15,4-6 9 16,9 0-3-16,9-20-35 16,0-14-59-16,17-11 18 15,19-4 63-15,7-4-6 16,8 4-2-16,0 3-29 16,16-7-232-16,-14 10-19 15,-10 10-567-15</inkml:trace>
  <inkml:trace contextRef="#ctx0" brushRef="#br0" timeOffset="12290.93">2344 4139 1294 0,'0'0'697'15,"0"0"-594"-15,0 0 28 16,0 0-102-16,0 0 26 16,0 0 134-16,-108 108-59 15,83-62-4-15,7 6-86 16,9-2-15-16,9 1 19 15,0-5-44-15,15-6-32 16,14-8 20-16,10-9-116 16,3-10-65-16,12-13-129 0,-15-2-337 15,-7-16-557-15</inkml:trace>
  <inkml:trace contextRef="#ctx0" brushRef="#br0" timeOffset="12548.07">2373 4337 1445 0,'0'0'487'16,"0"0"-385"-16,0 0-27 16,0 0-50-16,0 0-19 15,0 0 152-15,0 0-97 16,129 8 9-16,-119 26 22 16,-6 7-27-16,-4 5 59 15,0-1-106-15,-4-1 0 16,-2-6 29-16,0-6-47 15,6-11-9-15,0-8-13 0,0-8-75 16,6-5 36-16,6-5-27 16,1-18-60-16,3-38-86 15,-3 6-260-15,-3-4-75 0</inkml:trace>
  <inkml:trace contextRef="#ctx0" brushRef="#br0" timeOffset="12687.98">2581 4303 700 0,'0'0'662'15,"0"0"-286"-15,0 0 175 16,0 0-382-16,0 0-47 15,0 0-59-15,0 0-56 16,6 39 108-16,6-2-115 16,3 4 31-16,6 0-35 15,3 0 4-15,2-5-85 0,21-2-64 16,-9-10-167-16,-2-12-356 16</inkml:trace>
  <inkml:trace contextRef="#ctx0" brushRef="#br0" timeOffset="13131.87">3205 4520 664 0,'0'0'1340'16,"0"0"-1001"-16,0 0-109 15,0 0-63-15,0 0-118 16,0 0 69-16,0 0-73 16,29 1-44-16,-3-1 63 0,6 0-64 15,4 0 0-15,-3 0-1 16,3 3-79-16,-5 1 62 15,-4 2-222-15,-8-2-259 16,-9 1-272-16</inkml:trace>
  <inkml:trace contextRef="#ctx0" brushRef="#br0" timeOffset="13296.7">3156 4722 1713 0,'0'0'782'15,"0"0"-731"-15,0 0-31 0,0 0-11 16,0 0 0-16,0 0-9 16,0 0 0-16,27 0-156 15,-25-5-147-15,-2 0-276 0</inkml:trace>
  <inkml:trace contextRef="#ctx0" brushRef="#br0" timeOffset="13728.84">3129 4770 1783 0,'0'0'584'15,"0"0"-486"-15,0 0-38 16,0 0-59-16,0 0 10 16,125-2-4-16,-74-2-6 15,20-6-2-15,-10-1-325 16,-12 4-656-16</inkml:trace>
  <inkml:trace contextRef="#ctx0" brushRef="#br0" timeOffset="14303.84">2857 4173 1776 0,'0'0'386'0,"0"0"-249"0,0 0-123 16,0 0 37-1,0 0-30-15,134 27 4 16,-110 18 117-16,-8 17-129 0,-16 12 15 16,0 11-16-16,-18 4-12 15,-30 30-48-15,0-25-190 16,6-20-314-16</inkml:trace>
  <inkml:trace contextRef="#ctx0" brushRef="#br0" timeOffset="65425.7">25769 4833 1227 0,'0'0'534'0,"0"0"-357"0,0 0-2 16,0 0 9-16,0 0-12 16,0 0-4-16,0 0-99 15,-14-5-12-15,14 5-4 16,16 0-42-16,11 0 23 15,10 0-27-15,11 3-6 16,4 7 10-16,6-2-11 16,3-2-27-16,3-5-26 15,21-1-136-15,-16 0-180 16,-11-6-509-16</inkml:trace>
  <inkml:trace contextRef="#ctx0" brushRef="#br0" timeOffset="66019.81">26515 4600 1068 0,'0'0'502'0,"0"0"-432"15,0 0-16-15,0 0 62 16,0 0-27-16,0 0-14 0,0 0-24 16,22-14-21-1,-12 14 4-15,-4 7-15 0,1 13 11 16,-5 1 35-16,-2 7 3 16,0 4 34-16,0 3 9 15,-9-6-29-15,0 1-23 16,-2-6-26-16,2-2-12 15,3-1 21-15,-1-5-41 16,0-1 12-16,5-1-11 16,0-3 5-16,2-1-8 15,0-6 1-15,0 1-2 16,0-5-23-16,0 0 23 16,15 0-24-16,12-12 12 15,4-10-48-15,2-9-80 16,-1-10-9-16,-6-5-48 15,-5 2 52-15,-7 2 56 0,-6 9 91 16,-3 8 13-16,-5 13 81 16,0 10 90-16,0 2-85 15,-7 12-83-15,-7 20 74 16,-1 9 31-16,5 3-23 16,10 2-27-16,0-5-20 15,19-6-20-15,18-7-31 16,15-11 2-16,6-8-19 15,2-9-2-15,-2 0-99 16,5-22-112-16,-19-2-162 16,-11-2-393-16</inkml:trace>
  <inkml:trace contextRef="#ctx0" brushRef="#br0" timeOffset="66783.69">27013 4229 674 0,'0'0'705'0,"0"0"-506"16,0 0-29-16,0 0-31 16,0 0 53-16,0 0-31 15,0 0-64-15,-29-52-20 16,29 48-37-16,0 2 8 15,0-1-21-15,0 3-15 16,0 0 13-16,0 0-25 16,0 0 0-16,0 0 13 15,0 0-4-15,0 0-9 16,0 0 11-16,0 0 5 0,0 0 20 16,0 0-30-16,0 0-5 15,0 0 9-15,0 0-10 16,0 0 5-16,0 0-4 15,-5-1-1-15,1-2 24 16,-1 2-24-16,-4-3-2 16,5 2-5-16,-3-1 4 15,3 2 2-15,2-2-11 16,0 3 12-16,2-1 6 16,0 1-5-16,0 0-1 15,0-3 16-15,0 3-14 16,2-1-4-16,9-2 4 15,4 0-2-15,3 1 7 0,4 2-7 16,-2 0 0-16,-2 0 12 16,-7 13-10-16,-4 12 13 15,-7 5-9-15,0 3 19 16,0 4 33-16,-5-1-56 16,-1-5 16-16,6 1-2 15,0-6-14-15,2-5 1 16,14-3-2-16,1 1-1 15,1-3 14-15,-5-2-14 16,-3 4-30-16,-8 1-30 16,-6 16-214-16,-19-5-206 15,-6-7-589-15</inkml:trace>
  <inkml:trace contextRef="#ctx0" brushRef="#br0" timeOffset="69428.05">27543 4904 806 0,'0'0'1033'16,"0"0"-674"-16,0 0-113 0,0 0-54 15,0 0-27-15,0 0-65 16,0 0-71-16,43-44 2 15,-12 40-25-15,6 3-4 16,8 1-2-16,2 0-15 16,4 0-23-16,0 0-81 15,17 0-164-15,-13 0-202 16,-8 0-528-16</inkml:trace>
  <inkml:trace contextRef="#ctx0" brushRef="#br0" timeOffset="69789.06">28269 4542 1363 0,'0'0'374'15,"0"0"-171"-15,0 0-93 16,0 0 31-16,0 0-64 15,0 0-15-15,0 0-44 16,130-46 12-16,-112 64 7 16,-10 10-19-16,-8 10 14 15,-8 10 17-15,-30 6-13 16,-14 2 38-16,-3-2-29 16,0-8-5-16,10-7 32 0,11-12-38 15,16-8-7 1,16-5-12-16,2-6-3 0,20-3-12 15,22-1 2-15,12-1-2 16,10-3-26-16,5 0-128 16,20-12-65-16,-14-3-30 15,-15-4-464-15</inkml:trace>
  <inkml:trace contextRef="#ctx0" brushRef="#br0" timeOffset="70193.28">28720 4682 1245 0,'0'0'237'16,"0"0"-92"-16,0 0 29 0,0 0-12 15,0 0-30-15,0 0-54 16,0 0 6-16,67 24 33 16,-67 10 2-16,-9 6 21 15,-12-1-22-15,2-2-74 16,1-4-2-16,5-9-33 15,5-7-8-15,6-5 2 16,2-5-3-16,0-7-58 16,2 0-29-16,15-4-18 15,1-20-69-15,1-13-182 16,2-5-220-16,-4 0 247 0,-3 6 283 16,-6 14 46-1,-3 12 317-15,-1 10-81 16,-1 4-119-16,-1 23 116 15,3 5 11-15,1 1-25 0,3 4-94 16,5-3-58-16,3-6-19 16,5-2-48-16,5-8 0 15,2-6-30-15,5-7-37 16,5-5-115-16,-7-12-151 16,-8-7-345-16</inkml:trace>
  <inkml:trace contextRef="#ctx0" brushRef="#br0" timeOffset="70554.77">29133 4323 1485 0,'0'0'370'16,"0"0"-112"-16,0 0-52 15,0 0-63-15,0 0-25 16,0 0-29-16,0 0-71 16,42-73-16-16,-28 73-2 15,-4 0 0-15,-3 14 1 16,-7 13 0-16,0 12-1 16,-11 5 45-16,-9 2 14 0,-3-5 3 15,4-3-22 1,5-9-19-16,9-9 27 0,5-6-38 15,0-4 4-15,25-7 2 16,11 0-14-16,11-3-2 16,3 0-63-16,6-3-71 15,13-15-93-15,-13 4-414 16,-13 5-1070-16</inkml:trace>
  <inkml:trace contextRef="#ctx0" brushRef="#br0" timeOffset="71172.84">29899 4860 1043 0,'0'0'856'0,"0"0"-633"15,0 0 37-15,0 0 72 16,0 0-99-16,0 0-112 0,0 0-88 15,110-5-18-15,-64-4-15 16,1 4-38-16,0-2-9 16,-4 6-51-16,3 1-121 15,-8 0-162-15,-9 0-532 0</inkml:trace>
  <inkml:trace contextRef="#ctx0" brushRef="#br0" timeOffset="72183.75">30120 4650 1287 0,'0'0'708'0,"0"0"-448"15,0 0-14-15,0 0-60 16,0 0-98-16,0 0-55 15,0 0-23-15,0 9-10 16,-3 30 0-16,-5 12 20 16,-1 7-20-16,0 2-9 15,0 0-32-15,-2 10-169 16,4-16-95-16,0-13-513 0</inkml:trace>
  <inkml:trace contextRef="#ctx0" brushRef="#br0" timeOffset="73645.64">30965 4596 883 0,'0'0'165'0,"0"0"-71"15,0 0 30-15,0 0 40 16,0 0-19-16,0 0-21 15,0 0-14-15,0-9-36 16,0 9 8-16,0-1-38 16,0 1 15-16,0 0 23 15,0-2-48-15,0 2 21 16,0 0 2-16,0 0-11 16,0 0 3-16,0 0-19 15,0 0-11-15,0 0 1 16,-7 0-19-16,-5 0 0 0,2 0 14 15,-1 6-6 1,1 2 29-16,2 0-23 0,1-1-3 16,3-2 3-16,2-1-3 15,0 2-23-15,2-2 12 16,0 2-1-16,0-2 11 16,0 2-10-16,0 0-1 15,0 2 18-15,6 1-17 16,3 2 22-16,-1-1-22 15,4 3 23-15,-1-1 20 16,7 3-4-16,-1 3 18 16,4 4-18-16,-1 1-34 15,-3 1 17-15,-3 2-22 16,-7-3 11-16,-3 0 12 16,-4-1-18-16,0-5-5 15,-9 2 19-15,-13-6-19 16,-5-2 23-16,-6-1-24 0,-1-5-2 15,-3-5-4-15,-2 0-97 16,-5-26-50-16,11-4-112 16,6-3-312-16</inkml:trace>
  <inkml:trace contextRef="#ctx0" brushRef="#br0" timeOffset="73807.42">30786 4650 1175 0,'0'0'719'15,"0"0"-550"-15,0 0-72 0,0 0 107 16,123-32-65-16,-78 27-98 16,1-2-21-16,-1 5-20 15,6 2-68-15,-13 0-137 16,-11 0-422-16</inkml:trace>
  <inkml:trace contextRef="#ctx0" brushRef="#br0" timeOffset="74343.45">31212 4671 1298 0,'0'0'852'15,"0"0"-618"-15,0 0-58 16,0 0-49-16,0 0-2 16,0 0-60-16,0 0-36 15,27-33-29-15,-25 51-1 16,2 12 1-16,-4 8 1 15,0 6 14-15,0-2-3 16,0-2-12-16,0-6 17 0,-2-5-17 16,0-10 0-16,0-6 5 15,2-5-5-15,0-7-18 16,0-1-6-16,0 0-19 16,2-12 6-16,12-17-53 15,3-12-252-15,4-7-125 16,-1 2 125-16,-5 6 214 15,-4 16 128-15,-6 10 186 16,-5 14 39-16,0 0-69 16,0 14-57-16,0 14 90 15,0 5-26-15,0 4-57 0,0 1-60 16,2 1-30 0,16-5-16-16,4-3-21 15,9 0-157-15,-4-9-128 16,-6-9-594-16</inkml:trace>
  <inkml:trace contextRef="#ctx0" brushRef="#br0" timeOffset="78150.28">28130 5618 502 0,'0'0'225'0,"0"0"-57"16,0 0-79-16,0 0-65 16,0 0-11-16,0 0-13 0,0 0-80 15,-25 0-69-15,18 0 56 16,2 0 70-16,1 2 23 16,2-2 35-16,-1 2 57 15,1-2 59-15,2 0-20 16,-2 0 15-16,0 0 38 15,-2 0-37-15,2 0-23 16,-3 0-26-16,0 0 25 16,3-4 8-16,2 3-23 15,-2-1 8-15,2-3-28 16,0 3-16-16,0-2 23 16,0-1-40-16,4-2-14 15,12-2-21-15,2-1-20 16,4 3-1-16,0 5-10 15,-1 2 20-15,-8 0-18 0,-5 17 1 16,-6 8 8-16,-2 10 14 16,-10 4-14-16,-21 7 13 15,-5 1 23-15,-4-7 4 16,4-6-1-16,7-7-21 16,9-10 9-16,12-8 6 15,8-4-33-15,0-3 0 16,13-2 3-16,22 0-2 15,15 0-2-15,8 0-91 16,2-10-122-16,9-16-98 16,-13 4-306-16,-15 1-808 0</inkml:trace>
  <inkml:trace contextRef="#ctx0" brushRef="#br0" timeOffset="78532.11">28528 5592 1292 0,'0'0'382'0,"0"0"-227"16,0 0 15-16,0 0-22 16,0 0-27-16,0 0 2 15,0 0-6-15,78 127 9 16,-93-79-23-16,-3-2-51 16,-2-5 2-16,6-9-33 15,3-9-7-15,5-7-14 16,6-6 0-16,0-8-7 15,0-2-43-15,0 0-2 16,13-12 24-16,5-16-100 0,2-10-132 16,0-10-85-16,-2 2 8 15,-5 3 160-15,-2 13 177 16,-7 16 109-16,2 14 32 16,-6 0-97-16,2 26 120 15,2 8 62-15,2 3-35 16,5 1-56-16,5-4-93 15,3-6-29-15,4-6-13 16,6-6-7-16,5-9-78 16,11-7-118-16,-10 0-316 15,-4-15-527-15</inkml:trace>
  <inkml:trace contextRef="#ctx0" brushRef="#br0" timeOffset="78847.89">29006 5307 1371 0,'0'0'603'16,"0"0"-393"-16,0 0 3 15,0 0-82-15,0 0-63 16,0 0-29-16,0 0-24 15,106 51 37-15,-99-17-21 16,-7 6 7-16,0 0 15 0,-20-1 4 16,-2-5 0-16,4-8-51 15,7-9 9-15,6-6-18 16,5-6 3-16,3-1-38 16,26-2 13-16,13-2-78 15,36 0-174-15,-9-11-261 16,-5-5-708-16</inkml:trace>
  <inkml:trace contextRef="#ctx0" brushRef="#br0" timeOffset="84149.2">30120 5877 880 0,'0'0'202'16,"0"0"-92"-16,0 0 109 16,0 0 15-16,0 0-31 15,0 0 73-15,-47-23-12 16,47 20-36-16,0 3-79 16,0 0-63-16,0 0-41 15,3 0-45-15,12 0 7 16,7 0-11-16,9 0 4 15,7 6-34-15,3 0-89 16,-1-2-148-16,6-4-31 16,-10 0-267-16,-7-10-930 0</inkml:trace>
  <inkml:trace contextRef="#ctx0" brushRef="#br0" timeOffset="84317.89">30372 5733 1525 0,'0'0'360'15,"0"0"-325"-15,0 0-35 16,0 0 89-16,0 0-4 16,-112 134-11-16,96-92-28 15,10-4-46-15,6-4-67 16,16-9-91-16,15-11-55 0,5-10-187 16</inkml:trace>
  <inkml:trace contextRef="#ctx0" brushRef="#br0" timeOffset="84592.13">30775 5685 1343 0,'0'0'271'0,"0"0"-213"16,0 0 60-16,0 0 27 15,-114 116 16-15,75-84-34 16,1-2-40-16,11-7-56 15,7-9-17-15,9-2 2 16,9-8-16-16,2-4 0 16,0 1-1-16,24-1-4 0,12 0 4 15,12 0-5-15,8 0-3 16,5 0 2-16,-3 0-48 16,-7-1-63-16,2-15-88 15,-12 5-72-15,-18-3-328 16</inkml:trace>
  <inkml:trace contextRef="#ctx0" brushRef="#br0" timeOffset="84804.86">30933 5695 1084 0,'0'0'533'16,"0"0"-494"-16,0 0 15 0,0 0 86 15,-41 116 118-15,27-68-85 16,1 0-78-16,1-2-31 15,3-4-56-15,5-5-6 16,4-9-2-16,0-9-36 16,0-4-61-16,4-12-79 15,17-3-37-15,-6-19 7 16,1-7-393-16</inkml:trace>
  <inkml:trace contextRef="#ctx0" brushRef="#br0" timeOffset="85141.04">31076 5712 1538 0,'0'0'334'0,"0"0"-278"16,0 0 23-16,0 0 74 15,-11 127 29-15,-7-77 24 0,2 0-91 16,1-4-35-16,1-7-31 16,8-8-34-16,4-11-1 15,2-8-14-15,0-5-9 16,0-7 9-16,4 0-44 15,14-16 17-15,4-19-36 16,0-11-157-16,1-7-81 16,-3-2-87-16,-7 8 98 15,-4 12 290-15,-7 19 235 16,-2 16-73-16,0 0-118 16,-2 26 114-16,-5 8 44 15,3 4-61-15,4 0-9 16,0 1-52-16,11-3-78 15,11-4-2-15,5-6-24 16,13-2-137-16,-4-9-107 0,-5-6-324 0</inkml:trace>
  <inkml:trace contextRef="#ctx0" brushRef="#br0" timeOffset="86996.12">31649 5949 1778 0,'0'0'603'0,"0"0"-408"15,0 0-9-15,0 0-17 16,0 0-73-16,0 0-37 16,0 0-47-16,109-3-12 15,-59 3 0-15,1 0-36 16,0 0-51-16,15 0-106 15,-12 1-350-15,-9-1-417 0</inkml:trace>
  <inkml:trace contextRef="#ctx0" brushRef="#br0" timeOffset="87272.57">32196 5988 1913 0,'0'0'545'15,"0"0"-545"-15,0 0-40 16,0 0 40-1,0 0-2-15,0 0-2 0,115-117-29 16,-97 85-137-16,-2 0 33 16,-7 4 36-16,-3 6 70 15,-4 3 31-15,0 10 87 16,-2 6 50-16,0 3-109 16,0 7-19-16,-2 21 6 15,-11 12 78-15,-1 10-19 0,1 2-40 16,4-2-13-1,7-4-21-15,2-9-14 0,0-9-76 16,27-14-40-16,4-8-158 16,-2-6-406-16</inkml:trace>
  <inkml:trace contextRef="#ctx0" brushRef="#br0" timeOffset="87513.88">32585 5923 1283 0,'0'0'655'15,"0"0"-589"-15,0 0 59 16,0 0 21-16,0 0-44 16,-11 116-2-16,40-102-20 15,7-7 9-15,7-7-34 0,1 0-54 16,-7-10-1-16,-8-15 0 16,-10-5-13-16,-15-4-29 15,-4-4-33-15,-11 1-5 16,-16 2 22-16,-8 7 3 15,-4 8-34-15,-25 10-80 16,10 6-123-16,8 4-200 0</inkml:trace>
  <inkml:trace contextRef="#ctx0" brushRef="#br0" timeOffset="89203.16">26450 7222 517 0,'0'0'998'16,"0"0"-731"-16,0 0-67 15,0 0 37-15,0 0 9 16,0 0 23-16,0 0-106 15,-39-18-73-15,39 18-62 16,8 0-13-16,15 0-15 16,6 0-8-16,8 3-12 15,8 5 5-15,-3-1-63 0,1 0-34 16,-3-3-96-16,14-4-88 16,-12 0-86-16,-7 0-306 0</inkml:trace>
  <inkml:trace contextRef="#ctx0" brushRef="#br0" timeOffset="89577.92">27002 7048 1264 0,'0'0'377'0,"0"0"-253"16,0 0-84-16,0 0 30 16,0 0 35-16,0 0 95 15,0 0-33-15,26 137 10 0,-31-86-86 16,-5-2-8-16,-1-6-23 15,3-10-59-15,6-8 17 16,0-8-18-16,2-5-5 16,0-7-11-16,0-5 7 15,0 0-11-15,14-7 20 16,5-20-67-16,4-14-110 16,-1-11-162-16,-2-5 15 15,-4 6 185-15,-5 12 139 16,-9 20 72-16,-2 19 43 15,0 0-90-15,0 27 69 16,0 9 54-16,0 5-14 16,14-2 19-16,13-6-97 0,10-5-13 15,7-8-43-15,8-8-9 16,-3-8-63-16,12-4-109 16,-17 0-148-16,-9-14-220 0</inkml:trace>
  <inkml:trace contextRef="#ctx0" brushRef="#br0" timeOffset="90586.98">27395 6649 383 0,'0'0'675'15,"0"0"-474"-15,0 0-1 0,0 0 8 16,0 0-15-16,0 0 25 16,0 0-40-16,-2 0-58 15,2 0-59-15,0 0-15 16,0 0 14-16,0 0-29 15,0 0-18-15,0 0 16 16,0 0-29-16,0 0 11 16,0 0-11-16,0 0 0 15,0 0 0-15,0 0-1 16,0 0 1-16,0 0 5 16,0 0 1-16,0 0 1 15,0 0-7-15,0 0 1 16,-2 0-2-16,-2 0-9 0,2 0 10 15,2 0 5 1,-3-2 5-16,3 0-10 0,0 2 18 16,0-2-16-16,0 2 25 15,0-2-27-15,0 2 0 16,0-2 8-16,0 2 1 16,0 0-11-16,0 0 2 15,0 0 0-15,0 0 6 16,0 0-6-16,0 0 0 15,0 0-1-15,0 0 7 16,0 0-12-16,0 0 3 16,0 0 3-16,-2 0-5 15,2 0 5-15,-2 0 0 16,0-3-7-16,-2 3 7 16,-1-3 0-16,0 3-7 0,1-2 7 15,2 2 0-15,2 0-3 16,0-2 3-16,0 2 12 15,0 0-5-15,0-2-14 16,0 2 7-16,6-2-5 16,6-2 4-16,1 2-21 15,3 0 13-15,-3 2 3 16,-1 0-2-16,-6 2 8 16,-2 15 0-16,-4 6 11 15,0 9-2-15,-4 5 6 16,-12 1 8-16,3-4 42 15,3-2-57-15,8-4-5 0,2-6 5 16,2-4-4-16,19-2 4 16,1-4-8-16,-1 0-6 15,-8-4-3-15,-9 2-46 16,-4 6-81-16,-11 6-79 16,-43 24-6-16,3-4-255 15,2-4-223-15</inkml:trace>
  <inkml:trace contextRef="#ctx0" brushRef="#br0" timeOffset="92213.65">27989 7287 954 0,'0'0'610'16,"0"0"-360"-16,0 0-46 15,0 0 20-15,0 0-14 16,0 0-52-16,0 0-17 16,11-38-80-16,13 27-37 15,10 4-24-15,6 3-7 16,2 1-5-16,2 3-70 16,-1 0-113-16,4-2-71 15,-9-1-281-15,-11-7-373 0</inkml:trace>
  <inkml:trace contextRef="#ctx0" brushRef="#br0" timeOffset="92422.21">28303 6948 1461 0,'0'0'403'0,"0"0"-361"15,0 0-40-15,0 0 83 16,-53 124 29-16,35-64-9 15,5 0-29-15,1 1-55 16,6-11 7-16,3-6-28 16,3-10-33-16,0-6-79 15,19-12-113-15,4-6-172 0,2-8-451 0</inkml:trace>
  <inkml:trace contextRef="#ctx0" brushRef="#br0" timeOffset="93086.09">28836 6932 687 0,'0'0'498'15,"0"0"-338"1,0 0-75-16,0 0 42 0,0 0-25 16,0 0-37-16,0 0-2 15,0-8-16-15,-2 8-47 16,-3 0 34-16,1 0-24 16,1 0-4-16,-1 0-4 15,-3 0-2-15,-1 0 16 16,-4 0-16-16,-5 4 2 15,-8 9 18-15,-4 8 12 16,-4 7 43-16,-5 7 7 16,2 6 19-16,2 1-8 15,10-1-39-15,6-5-36 16,9-6 40-16,7-7-49 16,2-4 9-16,0-6-8 0,18-6 7 15,2-5-1-15,3-2-16 16,3 0 0-16,3-14-22 15,-1-15 7-15,1-7-36 16,-2-5-36-16,-2-8-12 16,-5 3 23-16,-4 4 25 15,-7 10 51-15,-5 9 80 16,-4 12 11-16,3 8 7 16,-3 3-74-16,0 0-24 15,0 21-22-15,0 19 22 16,-5 12 24-16,-6 10 65 15,-2 2-43-15,-6-3 36 16,0-9-28-16,-4-10-11 0,-1-8 8 16,-1-8-7-16,0-6-33 15,6-8 32-15,1-4-43 16,5-6-30-16,3-2-49 16,10-12-138-16,0-12-117 15,0-6-945-15</inkml:trace>
  <inkml:trace contextRef="#ctx0" brushRef="#br0" timeOffset="93474.83">28936 7054 1362 0,'0'0'554'0,"0"0"-452"0,0 0-54 16,0 0 75-16,0 0 27 15,0 0-27-15,0 0-49 16,56 92-1-16,-56-49-25 16,0-3-27-16,0-6 35 15,0-6-54-15,0-11 2 16,0-6-4-16,0-5-6 16,0-6-9-16,2 0-29 15,10-14-1-15,7-18-43 16,4-14-183-16,-1-10-40 15,-4-3-4-15,-5 13 315 16,-10 16 89-16,-3 20 192 16,0 10-151-16,-14 16-29 0,-1 20 20 15,3 8-10-15,8 6-14 16,4-1-36-16,2-3-27 16,25-6-34-16,6-6-82 15,31-12-83-15,-8-8-214 16,-4-11-429-16</inkml:trace>
  <inkml:trace contextRef="#ctx0" brushRef="#br0" timeOffset="93662.99">29503 7104 1765 0,'0'0'701'0,"0"0"-536"16,0 0-95-16,0 0 9 15,0 0-30-15,0 0-14 16,129 4-35-16,-80 5-8 16,18-2-214-16,-14-3-136 15,-9-4-628-15</inkml:trace>
  <inkml:trace contextRef="#ctx0" brushRef="#br0" timeOffset="93940.2">29951 7233 1881 0,'0'0'324'0,"0"0"-324"16,0 0 0-16,0 0 112 15,0 0 73-15,0 0-105 16,0 0-80-16,60-109-83 16,-41 71 21-16,0 2-5 15,-4 6 21-15,-3 9 27 16,-6 6 19-16,-4 9 69 15,-2 6-39-15,0 10-29 16,0 24 10-16,-8 16 11 16,-6 10 14-16,-2 5-33 15,8-4-3-15,3-8-42 16,5-10-97-16,20-14-132 16,5-15-267-16</inkml:trace>
  <inkml:trace contextRef="#ctx0" brushRef="#br0" timeOffset="94187.58">30400 7145 2206 0,'0'0'311'0,"0"0"-297"16,0 0 66-16,-50 108 50 16,50-80-44-16,0-4-29 15,33-4-27-15,15-5 4 16,14-8-13-16,4-7-21 15,-3 0-28-15,-7-24 27 16,-19-6-37-16,-12-7 15 16,-21-7-39-16,-4-2-29 15,-16 2-84-15,-21 10 94 0,-34 16-5 16,8 12-131-16,3 6-347 16</inkml:trace>
  <inkml:trace contextRef="#ctx0" brushRef="#br0" timeOffset="98238.43">4215 4223 778 0,'0'0'565'16,"0"0"-347"-16,0 0 77 16,0 0-8-16,0 0 5 15,0 0-45-15,0 0-92 16,-4-32-42-16,4 30-53 15,0 0-18-15,0 2 28 16,0 0-38-16,0 0-8 16,0 0-21-16,6 0 6 15,19 0-10-15,10 0 1 16,15 0 0-16,7 0-3 16,5 0 3-16,-2 0-45 0,1 0-23 15,-6 0-101 1,4 0-108-16,-14 0-266 0,-12 0-348 15</inkml:trace>
  <inkml:trace contextRef="#ctx0" brushRef="#br0" timeOffset="98723.01">4884 3996 1333 0,'0'0'504'16,"0"0"-403"0,0 0-47-16,0 0 34 0,0 0 18 15,0 0 2-15,0 0 3 16,87 6-74-16,-79 37 43 16,-8 7 26-16,0 1-45 15,0 2 31-15,-15-5-26 16,-3-8-52-16,4-6 39 15,5-10-51-15,3-8 11 16,4-9-13-16,2-4-9 16,0-3 3-16,0 0-15 15,13-10-26-15,9-16 26 16,5-13-111-16,2-10-132 16,-2-6-7-16,-4 2 33 0,-10 6 109 15,-5 14 129-15,-8 15 143 16,0 14 50-16,0 4-89 15,-6 15-18-15,-7 17 91 16,3 6-44-16,4 4-19 16,6-1-55-16,0-5-59 15,18-4 44-15,11-9-43 16,2-6-2-16,5-7-4 16,1-3-43-16,1-7-84 15,5 0-136-15,-10-17-268 16,-8-3-499-16</inkml:trace>
  <inkml:trace contextRef="#ctx0" brushRef="#br0" timeOffset="99358.7">5332 3592 977 0,'0'0'553'0,"0"0"-423"15,0 0-3-15,0 0 18 16,0 0-8-16,0 0 56 16,0 0-64-16,-4 0-65 15,4 0 58-15,0 0-45 16,0 0 1-16,0 0-28 15,0 0-27-15,0 0 8 16,0 0-31-16,0 0 14 16,0-3-1-16,0-1-13 15,0 0-10-15,6 0-5 0,3 2-12 16,-1 2 21-16,2 0-11 16,-4 0 17-16,1 17-6 15,-5 6 12-15,-2 10-1 16,0 0 20-16,-4 3-1 15,-9-1 21-15,-1-5-45 16,7-7 12-16,5-6-8 16,2-1-4-16,0-4 0 15,20 1-6-15,0-4-1 16,1 1 5-16,-9-4 2 16,-7 1 0-16,-5 4-22 0,0 7 22 15,-27 11-35 1,-17 20-48-16,4-3-211 0,7-11-420 0</inkml:trace>
  <inkml:trace contextRef="#ctx0" brushRef="#br0" timeOffset="100059.13">5563 4261 838 0,'0'0'713'0,"0"0"-438"0,0 0 60 16,0 0-19-16,0 0-108 15,0 0-68-15,0 0-71 16,16 0-60-16,-3 0 25 15,10 0-25-15,4 0-9 16,4 0 0-16,4 0 1 16,-1 0-3-16,-1 0-16 15,0 0-73-15,12 3-73 16,-9 0-185-16,-7-3-475 0</inkml:trace>
  <inkml:trace contextRef="#ctx0" brushRef="#br0" timeOffset="100336.84">5742 4099 1194 0,'0'0'964'16,"0"0"-745"-16,0 0-164 16,0 0-55-16,0 0 0 15,0 0 60-15,-42 112 5 0,28-64-35 16,1 2-30-16,2-2-61 16,6 4-67-16,3-13-160 15,2-12-426-15</inkml:trace>
  <inkml:trace contextRef="#ctx0" brushRef="#br0" timeOffset="101071.4">6331 3904 82 0,'0'0'1505'0,"0"0"-1199"15,0 0-152-15,0 0 11 16,0 0-21-16,0 0-42 15,0 0 30-15,-37-58-127 16,8 66 14-16,-4 20 11 16,0 8 7-16,4 6 3 15,7 2-1-15,6 0-9 16,7-8-9-16,9-6-21 16,0-7 0-16,0-10 0 15,7-4 0-15,8-9-17 0,3 0-26 16,5-5-5-1,-2-20-72-15,4-12-81 0,0-7-116 16,-5-4 134 0,-1 3 45-16,-5 6 138 0,-3 12 13 15,-7 12 182-15,-1 11 31 16,-3 4-137-16,0 5-83 16,0 26 17-16,0 13 38 15,-3 14 47-15,-7 7 4 16,-3-4-51-16,-3-4 24 15,-3-13-33-15,4-8-15 16,-3-8 47-16,1-8-72 16,1-4 10-16,3-6-8 15,-1-6-13-15,3-2-2 16,0-2-50-16,2-2-107 0,4-14-98 16,5-4-424-16</inkml:trace>
  <inkml:trace contextRef="#ctx0" brushRef="#br0" timeOffset="101476.98">6526 4032 1151 0,'0'0'577'15,"0"0"-443"-15,0 0-28 16,0 0 84-16,7 107 4 15,-9-66-34-15,-9-4 12 0,-3-1-84 16,3-5-33-16,3-8-36 16,3-5-13-16,5-8 6 15,0-6-12-15,0-4-12 16,0 0 0-16,7-4-10 16,8-20-4-16,7-10-203 15,1-10-145-15,-1-7-195 16,-4 6 238-16,-4 8 331 15,-8 15 171-15,-6 15 129 16,0 7-79-16,0 5-80 16,0 22-10-16,-6 7 25 15,0 4-46-15,6 0-58 16,0-1 0-16,6-3-52 16,13-7 0-16,8-5-43 0,6-8-70 15,17-12-61-15,-8-2-160 16,-5 0-474-16</inkml:trace>
  <inkml:trace contextRef="#ctx0" brushRef="#br0" timeOffset="101652.97">6963 4182 1795 0,'0'0'475'0,"0"0"-352"16,0 0 62-16,0 0-15 15,0 0-118-15,0 0-8 16,130 7-44-16,-57-7-129 0,-13 0-227 16,-6 0-762-16</inkml:trace>
  <inkml:trace contextRef="#ctx0" brushRef="#br0" timeOffset="102018.78">7432 4263 1729 0,'0'0'496'16,"0"0"-446"-16,0 0 52 0,0 0-68 15,0 0-34 1,0 0 47-16,108-110-47 0,-85 74-70 15,-3-5 15-15,0-3 49 16,-4 4 6-16,-5 3 88 16,-2 6 72-16,-2 11 59 15,-5 11-119-15,0 3-59 16,-2 6-40-16,0 0-1 16,0 17-7-16,0 12-16 15,0 15 23-15,-9 7 35 16,-5 6-29-16,4-3-6 15,-4-6 0-15,3-2-34 16,7 3-74-16,1-14-187 0,3-12-375 16</inkml:trace>
  <inkml:trace contextRef="#ctx0" brushRef="#br0" timeOffset="102308.56">7895 4099 1728 0,'0'0'224'16,"0"0"-204"-16,0 0 2 16,0 0 193-16,-71 101 8 15,69-72 5-15,2 1-93 16,6-5-76-16,23-2-9 16,9-5-18-16,11-10-16 15,10-8 23-15,3 0-39 0,-2-14-7 16,-2-12-11-16,-14-6-30 15,-10-6 40-15,-14-3-7 16,-14-2 15-16,-6-4 5 16,-2 5 1-16,-25 10-12 15,-10 10-48-15,-37 22-187 16,7 0-105-16,2 18-502 0</inkml:trace>
  <inkml:trace contextRef="#ctx0" brushRef="#br0" timeOffset="104126.61">4348 4763 907 0,'0'0'269'15,"0"0"-88"-15,0 0 6 16,0 0-72-16,0 0-29 16,114-23 28-16,-80 19-74 15,1 2-18-15,10 0 13 16,4 0-9-16,4-2 11 16,5 2 14-16,3-2-14 15,5 1 6-15,3-2-11 16,3 3-10-16,1 0-11 15,1 0 5-15,-3 2 24 16,0 0-12-16,1-1-21 16,-3 1 55-16,-2-2-44 0,3-3 1 15,-4 1 14-15,1 2-32 16,0-2 15-16,-1 2-16 16,2 0 1-16,-1 2 18 15,-1-2-18-15,1 0-1 16,0 2 0-16,0-2 2 15,-2 0 4-15,-1 2-6 16,-1 0 0-16,-1 0 10 16,-4 0-9-16,0 0-1 15,-5 0 0-15,3 4 0 16,-2 2-1-16,1 0 1 16,4-2 0-16,1 0-3 15,2 1 4-15,5-4-1 0,2 1 3 16,5-2-1-16,1 2-4 15,3-2 2-15,2 0 0 16,1 0 3-16,4 0-2 16,-3 0 1-16,0 0 15 15,-1 0 10-15,-6 0 62 16,-3 0-21-16,-5 0-42 16,-5 0 14-16,-6 0-32 15,-7 0 1-15,-9 0-9 16,-4 0-20-16,-7 0-28 15,-7 0-98-15,-9 0-129 16,-6 0-396-16</inkml:trace>
  <inkml:trace contextRef="#ctx0" brushRef="#br0" timeOffset="105192.82">5077 5266 1448 0,'0'0'400'15,"0"0"-115"-15,0 0-14 16,0 0-6-16,0 0-103 15,0 0-53-15,0 0-59 16,7-28-50-16,4 42-7 16,5 12 7-16,2 6 0 15,2 4 21-15,-3-2-21 16,2 0 7-16,-2-7-2 0,-1-6 5 16,-1-7-10-16,-1-2 0 15,-3-6 2-15,1-4-19 16,-2-2 17-16,1 0-10 15,1-8-1-15,-1-20-8 16,3-11-32-16,-4-10-36 16,1-7-83-16,-1-1 81 15,-2 4 46-15,-1 4 43 16,-1 11 32-16,1 6 58 16,-2 6 35-16,0 8 5 15,-3 4-39-15,2 2 48 16,5 3-88-16,5 0-19 15,10-2-32-15,12 2-3 0,16-3 1 16,16-1-14-16,14 1-19 16,5 2 28-16,0 1-44 15,-4 0-18-15,-10 2-43 16,5 0-148-16,-22 6-129 16,-14-3-466-16</inkml:trace>
  <inkml:trace contextRef="#ctx0" brushRef="#br0" timeOffset="105703.54">5746 5209 1452 0,'0'0'486'16,"0"0"-263"-16,0 0 14 0,0 0 8 15,0 0-69-15,0 0-89 16,0 0-20-16,43-66-67 16,-37 66 8-16,3 0-17 15,-3 4 9-15,2 19 0 16,-6 10-5-16,-2 7 5 0,0 5 27 15,0-1-7-15,-6-6-19 16,-2-8 32-16,4-9-31 16,2-12-4-16,2-3 2 15,0-6 0-15,0 0 0 16,0 0-21-16,4-22-31 16,8-10-13-16,1-8-148 15,-3-6-3-15,-2 6 34 16,-4 12 182-16,-2 9 32 15,-2 13 111-15,0 6-57 16,0 0-25-16,0 21-61 16,0 9 69-16,0 7-2 15,7 6-29-15,9 1-24 16,10-1-14-16,13-11-93 16,29-6-48-16,-5-13-76 0,-3-6-399 15</inkml:trace>
  <inkml:trace contextRef="#ctx0" brushRef="#br0" timeOffset="106005.86">6547 5247 22 0,'0'0'1704'0,"0"0"-1119"16,0 0-349-1,0 0-11-15,0 0-110 0,0 0-64 16,0 0 24-16,98 0-56 16,-65-4-7-16,5-1-12 15,-3-2-19-15,4 1-11 16,-4 1-41-16,1 1-136 15,1-9-100-15,-8 1-298 16,-8-2-896-16</inkml:trace>
  <inkml:trace contextRef="#ctx0" brushRef="#br0" timeOffset="106192.24">6917 5015 1420 0,'0'0'785'16,"0"0"-627"-16,0 0-122 15,0 0-23-15,0 0 98 16,-48 112 40-16,31-62-57 16,1 6-53-16,1 2-41 15,1 0-50-15,8-3-20 16,6-1-177-16,0-13-224 16,4-15-344-16</inkml:trace>
  <inkml:trace contextRef="#ctx0" brushRef="#br0" timeOffset="106476.89">7193 5432 1964 0,'0'0'297'0,"0"0"-281"16,0 0-4-16,0 0-12 16,69-108 17-16,-51 75 51 15,-1-1-59-15,4 1 0 16,-3 0-15-16,-1 4 6 15,-1 5 0-15,-5 5 39 16,-4 9 121-16,-5 5 33 16,-2 5-84-16,0 0-78 15,0 9 2-15,0 21-24 16,-18 16-9-16,-2 17 15 16,-5 9-14-16,4 4-2 15,0 3-42-15,1 15-120 0,9-25-154 16,3-16-677-16</inkml:trace>
  <inkml:trace contextRef="#ctx0" brushRef="#br0" timeOffset="108639.65">1709 6836 1275 0,'0'0'628'15,"0"0"-417"-15,0 0-20 16,0 0-129-16,0 0-41 15,-136-12 19-15,72 37 31 16,-6 12-15-16,1 7-20 16,5 2 10-16,12-4-25 15,17-6-6-15,17-8 12 16,13-7-21-16,5-9-9 16,25-9 3-16,20-3-5 15,13-1-3-15,7-24-104 16,1-8-86-16,-3-6-84 15,-8-5-37-15,-10 2-9 16,-10 3 90-16,-8 7 97 0,-9 11 141 16,-9 7 173-1,-5 8 115-15,-4 6-133 0,0 0-92 16,0 18-45-16,0 17 80 16,0 17 90-16,-4 11-8 15,-1 11-41-15,1 4-30 16,-2 2-10-16,-6-3 1 15,-1-9-18-15,-1-6-51 16,1-10-17-16,-2-9 16 16,-1-7-30-16,-2-10 9 15,-4-6 8-15,-3-8-16 16,-1-8 21-16,3-4-15 0,6 0 7 16,5-20 16-16,12-12-30 15,0-9 0-15,20-7-18 16,16-4 6-16,11 0-10 15,6 3-100-15,19-21-77 16,-14 19-103-16,-12 3-461 0</inkml:trace>
  <inkml:trace contextRef="#ctx0" brushRef="#br0" timeOffset="108858.55">1970 6307 77 0,'0'0'1893'16,"0"0"-1817"-16,0 0-76 16,0 0-9-16,-80 165 9 15,53-86 0-15,5 27-16 16,6-18-191-16,10-18-594 0</inkml:trace>
  <inkml:trace contextRef="#ctx0" brushRef="#br0" timeOffset="109158.69">2238 6709 1685 0,'0'0'397'0,"0"0"-313"16,0 0-19-16,-132 79 31 16,96-31 12-16,9 6 60 15,10 2-83-15,11 0-28 16,6 1-35-16,0-8-16 15,17-4 9-15,12-9-15 16,4-8-67-16,5-12-79 16,7-16-126-16,-7 0-120 15,-12-6-313-15</inkml:trace>
  <inkml:trace contextRef="#ctx0" brushRef="#br0" timeOffset="109533.31">2257 6900 854 0,'0'0'1003'15,"0"0"-739"-15,0 0-183 16,0 0-28-16,0 0-30 16,0 0 71-16,0 0 40 15,74 70-45-15,-74-26-1 16,-2 2-19-16,-14 0-17 16,-1-6-24-16,3-9-14 0,3-9-1 15,7-9-13-15,4-6-13 16,0-7 5-16,0 0-19 15,4-19 3-15,13-15-44 16,2-12-224-16,-1-8 8 16,-3-1-73-16,-6 11 278 15,-4 15 79-15,-3 15 330 16,-2 14-110-16,0 0-118 16,0 26-22-16,0 10 66 15,0 6 0-15,0 2-64 16,17 1-28-16,10-8-54 15,9-6-6-15,5-12-27 16,3-11-31-16,-2-8-68 16,-2-15-145-16,-11-14-225 15,-11-5-675-15</inkml:trace>
  <inkml:trace contextRef="#ctx0" brushRef="#br0" timeOffset="109701.84">2749 6738 1350 0,'0'0'1169'0,"0"0"-1000"15,0 0-138-15,0 0-18 16,0 0 10-16,75 157 12 16,-73-90 10-16,-2 8-7 15,0-2-38-15,-13-2-39 16,-3-12-90-16,7-6-153 16,3-21-287-16,6-15-641 0</inkml:trace>
  <inkml:trace contextRef="#ctx0" brushRef="#br0" timeOffset="109990.69">3218 7038 1258 0,'0'0'1199'0,"0"0"-915"15,0 0-152-15,0 0-17 16,0 0-79-16,0 0 4 0,0 0-6 16,154-24-34-16,-109 24 0 15,-1 0-36-15,-8 0-73 16,-20 6-118-16,-10 8-305 15,-6 0-276-15</inkml:trace>
  <inkml:trace contextRef="#ctx0" brushRef="#br0" timeOffset="110104.88">3254 7164 1375 0,'0'0'717'16,"0"0"-447"-16,0 0-36 16,0 0-117-16,0 0-67 15,0 0-41-15,0 0-9 0,125 21-94 16,-87-17-565-16</inkml:trace>
  <inkml:trace contextRef="#ctx0" brushRef="#br0" timeOffset="114917.85">4150 6341 492 0,'0'0'400'15,"0"0"-172"-15,0 0-96 16,0 0-22-16,0 0 43 16,0 0-31-16,0 0-27 15,18-19-40-15,-16 18-36 16,0-1 10-16,1-1 9 16,-1-1 14-16,0 2 33 15,-2 2-28-15,3-1 15 16,-3 1 12-16,0 0-19 15,0 0 9-15,0 0-34 0,0 0 0 16,0 0 17-16,0 0-35 16,0 0-4-16,0 0-15 15,-5 3-3-15,-9 15 0 16,-3 12 1-16,-5 9 69 16,-1 7 10-16,0 6-8 15,6 2-17-15,1-1 1 16,8-2-37-16,3-3 23 15,5-4-30-15,0-5-2 16,5-5 1-16,17-5-11 16,7-4-51-16,24-4-61 15,-8-7-196-15,-5-7-330 0</inkml:trace>
  <inkml:trace contextRef="#ctx0" brushRef="#br0" timeOffset="115352.27">4373 6617 1190 0,'0'0'598'16,"0"0"-326"-16,0 0 7 15,0 0-1-15,0 0-104 16,0 0-69-16,0 0-27 16,14 0-42-16,1 2-6 15,12 0-19-15,6 2 6 16,7-2 2-16,3-2-19 0,1 0-21 16,-3 0-8-16,-1 0-70 15,8 0-107-15,-7 0-271 16,-8 0-242-16</inkml:trace>
  <inkml:trace contextRef="#ctx0" brushRef="#br0" timeOffset="115951.21">5008 6476 992 0,'0'0'729'0,"0"0"-505"16,0 0-73-16,0 0-26 15,0 0-14-15,0 0-31 16,0 0 18-16,-26-51-43 15,26 40-31-15,0 4-3 16,0-1-10-16,6 0-6 16,8 1-5-16,-1 4-6 15,5 3-3-15,2 0-4 16,-4 0 12-16,-6 14 1 16,-5 9 0-16,-5 8 19 0,-5 6 8 15,-24 6 38-15,-6 1 17 16,-5-4-23-16,2-4-16 15,2-8-3-15,12-6-39 16,6-10 14-16,7-3-15 16,9-8 0-16,2-1-1 15,0 0-17-15,7 0-16 16,17-12-6-16,5-3-78 16,5-2 39-16,-3 3 9 15,-2 8 64-15,-8 6 5 16,-5 0 2-16,-5 13 7 15,-6 11 4-15,-5 3 22 16,0 4 14-16,-9 3 2 0,-10 0-11 16,0-5-5-1,-1-3-34-15,5-3-10 16,3-9-62-16,3-5-130 0,9-9-118 16,0 0-332-16,0-12-205 0</inkml:trace>
  <inkml:trace contextRef="#ctx0" brushRef="#br0" timeOffset="116356.71">5247 6551 738 0,'0'0'740'0,"0"0"-634"16,0 0 30-16,0 0 32 0,0 0 106 15,0 0-52-15,0 0-26 16,7 122-66-16,-14-87-45 15,-2-5-12-15,2-7-55 16,3-2-3-16,2-10-3 16,2-2-12-16,0-8-1 15,0-1 1-15,0 0-29 16,8-5 29-16,13-18-21 16,1-9-97-16,3-8-86 15,-1-1-98-15,-6 4 39 16,-10 11 263-16,-5 14 62 15,-3 12 69-15,0 0-98 0,-16 20 32 16,-2 9 93-16,3 6 19 16,3 3-41-1,8-2-44-15,4-2-45 0,0-3-25 16,25-7-15-16,10-9-7 16,13-4 12-16,7-8-12 15,8-3-76-15,19-14-158 16,-15-11-270-16,-12-3-744 0</inkml:trace>
  <inkml:trace contextRef="#ctx0" brushRef="#br0" timeOffset="116898.83">5521 6242 1347 0,'0'0'333'0,"0"0"-148"15,0 0 75-15,0 0-46 16,0 0-60-16,0 0-22 15,0 0 12-15,23-48-95 16,-8 36-33-16,1 4-16 16,-1 5-8-16,-1 3 2 15,-8 7-3-15,-6 21 9 16,0 8 2-16,-16 9 13 16,-11-2 24-16,4-3 25 15,0-10-58-15,9-5 19 0,12-9-25 16,2-7 6-1,12 2-12-15,17-3 6 0,6-5-54 16,26-3-96-16,-10 0-319 16,-9-3-326-16</inkml:trace>
  <inkml:trace contextRef="#ctx0" brushRef="#br0" timeOffset="117408.65">6024 6575 1418 0,'0'0'480'0,"0"0"-279"15,0 0 36-15,0 0-30 16,119 0-99-16,-68-4-36 15,3-4-47-15,0-2-25 16,-6 2-12-16,-3 0-126 16,-5 0-87-16,-11 4-137 15,-14-1-487-15</inkml:trace>
  <inkml:trace contextRef="#ctx0" brushRef="#br0" timeOffset="117656.62">6277 6399 1373 0,'0'0'518'0,"0"0"-445"16,0 0-73-16,0 0 16 15,0 0 125-15,0 0 17 0,-98 132-16 16,80-88-66-16,2-2-69 15,7-2-7-15,5-6-21 16,4-5-90-16,13-11-73 16,16-9-175-16,2-7-510 15</inkml:trace>
  <inkml:trace contextRef="#ctx0" brushRef="#br0" timeOffset="118091.72">6786 6404 1807 0,'0'0'309'0,"0"0"-196"15,0 0-39-15,0 0-72 16,0 0 41-16,0 0 34 0,-124 38-39 16,105-9 13-16,2 3-39 15,9-3 3-15,6-2-5 16,2-5 9-16,0-6-19 15,2-6-28-15,9-6-42 16,3-4 44-16,-2 0-34 16,5-16-55-16,-7-6-140 15,2-6 22-15,-1 3 146 16,-5 0 87-16,-1 6 100 16,-1 8 206-16,-2 5-75 15,-2 6-123-15,0 0-60 16,0 12-39-16,0 16-9 15,0 12 68-15,-6 8-12 0,-5 4 44 16,2 0-62 0,0-3 3-16,0-10-5 0,0-4-18 15,0-9 8-15,2-6-26 16,3-8 7-16,2-6-23 16,0-2-25-16,2-4-156 15,0-8-75-15,6-10-345 0</inkml:trace>
  <inkml:trace contextRef="#ctx0" brushRef="#br0" timeOffset="118313.95">7021 6310 1528 0,'0'0'695'0,"0"0"-622"16,0 0-64-16,0 0 16 15,116 71 74-15,-100-27 16 16,-9 10-1-16,-7 6-59 16,-2 2-38-16,-25 0-16 15,-11 0-1-15,-27 9-119 16,7-18-110-16,7-14-519 0</inkml:trace>
  <inkml:trace contextRef="#ctx0" brushRef="#br0" timeOffset="119176.43">7262 6791 1119 0,'0'0'508'0,"0"0"-366"16,0 0-63-16,0 0 22 15,0 0 29-15,0 0 20 0,0 0-51 16,6-2-42-16,0 2-23 15,-2 0-18-15,2 0 3 16,1-1-18-16,-3 1 0 16,-2-2 21-16,-2 2-22 15,0 0 10-15,0 0 3 16,0 0 7-16,-4 0 38 16,-7 0-22-16,0 3-5 15,2 8 6-15,2 1-37 16,5-2 15-16,2 2-5 15,0-4-9-15,11-4 12 16,5-3-13-16,1-1 0 16,-3 0-1-16,-7-1-66 0,-7-20-61 15,0 3-347 1,0 2-518-16</inkml:trace>
  <inkml:trace contextRef="#ctx0" brushRef="#br0" timeOffset="120246.79">7797 6184 986 0,'0'0'829'0,"0"0"-586"16,0 0-178-16,0 0-18 0,0 0 10 16,0 0 56-16,-114 149 20 15,94-78 38-15,9 4-96 16,9-3-4-16,2-6-47 16,0-8-7-16,13-9 7 15,9-9-24-15,1-11-36 16,6-7-66-16,9-12-125 15,-5-7-87-15,-6-3-377 0</inkml:trace>
  <inkml:trace contextRef="#ctx0" brushRef="#br0" timeOffset="120668.7">7924 6511 1472 0,'0'0'317'0,"0"0"-175"15,0 0-91-15,0 0 25 16,0 0 67-16,0 0 29 16,50 113-18-16,-40-75-30 15,-1-3-74-15,3-4 1 16,1-7-39-16,-3-9 4 16,2-3 28-16,-3-7-31 15,3-5 8-15,-2 0 6 16,5-5-17-16,4-17-2 15,-1-14-8-15,1-8-54 0,2-12 8 16,-4-6-50 0,1 0-23-16,-2 2 79 0,-1 4 40 15,2 9 5-15,-5 8 39 16,1 5 37-16,1 11 27 16,1 5-48-16,6 6-31 15,1 4 8-15,10 4-30 16,5 2 8-16,13 2-15 15,6 0 0-15,4 0 0 16,2 2-3-16,-7 2-49 16,-3 2-55-16,-7-2-170 15,-14-2-236-15,-16 0-587 0</inkml:trace>
  <inkml:trace contextRef="#ctx0" brushRef="#br0" timeOffset="121133.14">8459 6472 1500 0,'0'0'387'15,"0"0"-280"-15,0 0-6 16,0 0-7-16,0 0 54 15,0 0-1-15,0 0-67 16,80 48-43-16,-80-15 9 0,0 6 0 16,-2 5 20-16,-13 2 3 15,1-8-21 1,3-9 4-16,2-7-52 16,7-9 0-16,2-9 5 0,0-4-5 15,0 0 0-15,0-4-15 16,13-19-1-16,0-10-151 15,3-11-95-15,-1-4-52 16,-1 2 51-16,-5 13 249 16,-3 8 14-16,-3 16 245 15,-3 6-71-15,0 3-65 16,0 0-98-16,0 19 32 16,0 5 89-16,0 3-65 0,3 7-22 15,10-3-45 1,7-2-1-16,4-5-11 0,7-8-124 15,18-9-39-15,-7-3-179 16,-3-4-518-16</inkml:trace>
  <inkml:trace contextRef="#ctx0" brushRef="#br0" timeOffset="121320.96">8938 6555 1655 0,'0'0'721'0,"0"0"-504"15,0 0-116-15,0 0-46 16,0 0-44-16,0 0 53 0,0 0-39 16,149-2-23-1,-93 4-2-15,2 2-27 0,-4-2-142 16,2-2-110-16,-12 0-194 16,-15 0-213-16</inkml:trace>
  <inkml:trace contextRef="#ctx0" brushRef="#br0" timeOffset="121517.67">9272 6384 1864 0,'0'0'296'0,"0"0"-285"16,0 0 11-16,0 0 65 15,-48 131 18-15,32-81-1 0,1 2-53 16,1 1-51-16,5-6-42 15,9-7-75-15,0-8-148 16,18-11-328-16,6-14-751 0</inkml:trace>
  <inkml:trace contextRef="#ctx0" brushRef="#br0" timeOffset="121770.74">9518 6625 1565 0,'0'0'226'0,"0"0"-184"15,0 0-42-15,82-105-74 16,-66 80 74-16,-7 4 91 16,-5 9 164-16,-4 7-59 0,0 5-96 15,0 0-60 1,0 0-5-16,0 10-24 16,0 16-11-16,0 10 77 0,0 6-9 15,-4 2-51-15,4 0-17 16,0-8 0-16,0-6-19 15,0-8-48-15,0-8-82 16,14-14-135-16,-6 0-22 16,3-5-433-16</inkml:trace>
  <inkml:trace contextRef="#ctx0" brushRef="#br0" timeOffset="121958.9">9861 6222 499 0,'0'0'1972'0,"0"0"-1736"16,0 0-191-16,0 0-31 16,117 120-4-16,-94-58 42 15,-7 6-19 1,-9 6 10-16,-7 4-43 0,0 0-9 16,-36 13-10-16,1-19-232 15,-3-17-388-15</inkml:trace>
  <inkml:trace contextRef="#ctx0" brushRef="#br0" timeOffset="123522.92">10256 6752 751 0,'0'0'1093'0,"0"0"-606"0,0 0-248 16,0 0-78-16,0 0-52 16,0 0 15-16,0 0-59 15,58 0-9-15,-25-7-24 16,9 2-26-16,6 0 4 15,2 3-10-15,6 2-60 16,27 0-5-16,-12 0-227 16,-13-2-437-16</inkml:trace>
  <inkml:trace contextRef="#ctx0" brushRef="#br0" timeOffset="124866.61">11243 6240 434 0,'0'0'1056'0,"0"0"-670"16,0 0-138-16,0 0-54 15,0 0 7-15,0 0-107 16,0 0 24-16,-6-49-45 15,-7 49-48-15,-8 23 20 16,-10 17-44-16,-2 20 5 0,1 12 59 16,3 11-42-16,11-6 17 15,7-2-39-15,11-12-1 16,0-14 7-16,0-11-7 16,17-6-30-16,4-10 29 15,8-3-70-15,4-7-50 16,15-10-107-16,-8-2-118 15,-7 0-394-15</inkml:trace>
  <inkml:trace contextRef="#ctx0" brushRef="#br0" timeOffset="125060.55">11342 6641 1167 0,'0'0'898'0,"0"0"-630"16,0 0-88-16,0 0 16 15,0 0-105-15,0 0-71 16,0 0 44-16,122-5-52 16,-75 5-12-16,4 0-2 15,1 0-120-15,10 0-107 16,-13 0-159-16,-9 0-551 0</inkml:trace>
  <inkml:trace contextRef="#ctx0" brushRef="#br0" timeOffset="125727.24">11959 6403 453 0,'0'0'1151'0,"0"0"-869"15,0 0-165-15,0 0-78 16,0 0 27-16,0 0 26 16,0 0 26-16,98-36-22 15,-90 55-73-15,0 11 0 16,-6 8 75-16,-2 11-10 16,0 1 9-16,0 4-30 15,-10-4-23-15,-3-4 35 16,5-7-78-16,-2-10 0 15,6-9 12-15,2-8 1 16,2-5-17-16,0-7 3 16,0 0-6-16,0 0-11 0,0-7 4 15,12-18-5-15,3-13-105 16,3-13-73-16,1-7-37 16,0 2-33-16,-7 6 213 15,0 13 53-15,-7 14 156 16,-5 12 38-16,0 11-50 15,0 0-128-15,0 11 2 16,0 17 28-16,0 4 70 16,0 8 14-16,6-1-104 15,8-4-15-15,5-3 0 16,8-8-2-16,4-8-18 16,5-6-18-16,5-6-61 15,-1-4-22-15,9-8-183 0,-14-12-255 16,-3-4-663-16</inkml:trace>
  <inkml:trace contextRef="#ctx0" brushRef="#br0" timeOffset="126356.7">12376 5988 1111 0,'0'0'531'16,"0"0"-367"-16,0 0-15 16,0 0 62-16,0 0-61 0,0 0-16 15,0 0-9-15,0 0-96 16,0 0 6-16,-2 0-35 15,2 0 8-15,0-3 14 16,0 3-16-16,0-2-6 16,0 0 3-16,4 0-3 15,7 1-7-15,5 1-4 16,-3 0 11-16,1 0 11 16,-5 12-10-16,-5 14 4 15,-4 6 32-15,0 6-15 16,-11 0 56-16,-7-5-30 15,5-4-48-15,3-7 63 16,8-6-62-16,2-4-1 0,0-4 27 16,14 2-18-1,3-3 1-15,-3 0-10 0,-5 0 6 16,-7 2-27-16,-2 7 21 16,0 5-60-16,-15 4 19 15,-5 8-121-15,-5 2-67 16,7-4-325-16,7-11-717 0</inkml:trace>
  <inkml:trace contextRef="#ctx0" brushRef="#br0" timeOffset="127355.9">12877 6559 1086 0,'0'0'495'16,"0"0"-268"-16,0 0 50 15,0 0-10-15,0 0 48 0,0 0-122 16,0 0-63-16,0 0-47 16,10 0-71-16,5 0-3 15,7 0-9-15,10 0 0 16,5 0 0-16,5 0-18 16,1 0-79-16,-3 0 14 15,-2 0-200-15,0 0-7 16,-7-6-273-16,-11-2-441 0</inkml:trace>
  <inkml:trace contextRef="#ctx0" brushRef="#br0" timeOffset="127561.84">13185 6360 1015 0,'0'0'849'15,"0"0"-619"1,0 0-211-16,0 0 9 0,0 0 83 15,-78 114-27-15,60-68 4 16,1 5 8-16,3-5-88 16,5-1-8-16,5-10-20 15,4-4-72-15,2-10-99 16,17-9-195-16,2-7-277 0</inkml:trace>
  <inkml:trace contextRef="#ctx0" brushRef="#br0" timeOffset="127992.63">13664 6288 1458 0,'0'0'379'16,"0"0"-194"-16,0 0-152 0,0 0 35 15,0 0 90-15,-141 45 16 16,106-10-1-16,6 1-102 15,12 5-26-15,8-7 3 16,9-2-47-16,0-9 21 16,0-4-22-16,11-7 1 15,2-6 13-15,5-6-14 16,-3 0-18-16,3-12-9 16,3-15-88-16,-6-6-46 0,3-5 14 15,-1 0 19 1,-3 4 92-16,-1 10 36 0,-3 8 79 15,-6 9 104-15,-2 7-90 16,-2 0-68-16,0 25-12 16,0 12-13-16,0 9 99 15,-12 4-29-15,-1 1-14 16,-3-5 25-16,1-7-39 16,-3-8 7-16,1-3-31 15,-2-6-18-15,4-4 0 16,-1-4-25-16,8-6-114 15,1-1-150-15,5-7-351 0</inkml:trace>
  <inkml:trace contextRef="#ctx0" brushRef="#br0" timeOffset="128242.6">13803 6465 605 0,'0'0'918'15,"0"0"-798"-15,0 0-81 16,0 0 101-16,0 0 100 16,0 0 38-16,-21 125-97 15,15-91-58-15,2-5-48 16,-1-3-63-16,2-6 7 0,3-8-19 16,0-6-34-1,0-6 33-15,3 0-57 16,10-4-13-16,12-38-97 0,-8 4-330 15,1-3-205-15</inkml:trace>
  <inkml:trace contextRef="#ctx0" brushRef="#br0" timeOffset="128369.53">13803 6465 1109 0,'56'30'624'15,"-56"-26"-456"-15,-14 17 11 16,1 5 29-16,1 6-52 16,10 3-63-16,2-1 17 15,0-2-98-15,20-3-12 16,11-8-49-16,32-8-123 15,-7-10-61-15,-3-3-675 0</inkml:trace>
  <inkml:trace contextRef="#ctx0" brushRef="#br0" timeOffset="128981.51">14471 6627 887 0,'0'0'1268'16,"0"0"-780"-16,0 0-304 15,0 0-39-15,0 0-76 16,0 0 22-16,0 0-90 16,113-10-1-16,-72 6-6 15,-1 0-68-15,9-1-63 16,-9 0-324-16,-9-2-648 0</inkml:trace>
  <inkml:trace contextRef="#ctx0" brushRef="#br0" timeOffset="129279.67">14877 6685 1536 0,'0'0'613'15,"0"0"-613"-15,0 0-247 16,0 0 13-16,0 0 143 15,0 0 91-15,109-134 19 16,-93 98-19-16,0 2-240 16,-6 3 10-16,-1 9 230 15,-4 8 175-15,-3 7 210 16,-2 7-163-16,0 0-159 0,0 6-51 16,0 20-12-1,0 9 139-15,0 14-8 16,-7 3-71-16,1 2-3 0,-1-4-56 15,7-4-2-15,0-7-45 16,0-12-78-16,15-13-92 16,6-7-260-16,-1-7-696 0</inkml:trace>
  <inkml:trace contextRef="#ctx0" brushRef="#br0" timeOffset="129632.15">15327 6453 1735 0,'0'0'500'16,"0"0"-500"-16,0 0-185 16,0 0 185-16,0 0 80 15,0 0 60-15,-83 106 31 16,68-66-32-16,1 2-34 16,6-1-7-16,6-3-98 15,2-6 1-15,0-9 25 16,0-2-25-16,6-10-2 15,12-6-35-15,2-5-16 16,2 0 28-16,3-12-70 16,0-14-40-16,-6-6 45 15,-1-2 31-15,-2-4 58 16,-5 1 54-16,-2 1 42 0,-5 5 84 16,-4 6-62-16,0 4-39 15,0 4-4-15,-8 4-75 16,-13 8-20-16,0 5-98 15,-11 3-153-15,8 14-71 16,3-2-474-16</inkml:trace>
  <inkml:trace contextRef="#ctx0" brushRef="#br0" timeOffset="129914.52">15626 6256 1577 0,'0'0'379'15,"0"0"-295"-15,51 109-36 16,-37-47 5-16,-10 8 8 15,-4 4 38-15,-15 2-56 16,-22 1-6-16,-5-8-37 16,-16 6-73-16,11-19-154 15,9-18-445-15</inkml:trace>
  <inkml:trace contextRef="#ctx0" brushRef="#br0" timeOffset="130249.56">15849 6728 1104 0,'0'0'945'16,"0"0"-890"-16,0 0-55 0,0 0-79 16,0 0 72-16,0 0 7 15,0 0 140-15,24 1-114 16,-17-1-19-16,-3 0-7 16,-2 0 1-16,-2-1 108 15,0-3-39-15,-4 0-63 16,-11 4-7-16,-8 0-66 15,1 0-182-15,5 1-452 0</inkml:trace>
  <inkml:trace contextRef="#ctx0" brushRef="#br0" timeOffset="133354.74">16885 6125 1437 0,'0'0'544'0,"0"0"-377"16,0 0-37-16,0 0 3 16,0 0 26-16,0 0-17 15,0 0-9-15,21-7-69 16,-3-12-48-16,3-5 8 16,4-8-24-16,0-4-12 15,2-1-3-15,-6-6-13 0,-3 2 16 16,-5 6 3-16,-1 5 0 15,-8 8 9-15,-1 10 14 16,-3 6 11-16,0 6-25 16,0 0-5-16,0 3-6 15,-7 24-37-15,-9 16 48 16,-1 15 1-16,-1 9-1 16,5 9 0-16,1-1-4 15,3-2-142-15,-4 4-113 16,1-19-229-16,4-15-287 0</inkml:trace>
  <inkml:trace contextRef="#ctx0" brushRef="#br0" timeOffset="133669.54">16462 6459 872 0,'0'0'1264'0,"0"0"-905"16,0 0-251-16,0 0-53 15,0 0-22-15,149 0 21 16,-71-5-17-16,31 0 15 0,-6 1-29 15,6-2 8-15,3 2-24 16,-21 1-7-16,7 1-31 16,-9 2-133-16,5 0-125 15,-25 0-284-15,-18 0-671 0</inkml:trace>
  <inkml:trace contextRef="#ctx0" brushRef="#br0" timeOffset="134187.62">16700 6682 1250 0,'0'0'351'0,"0"0"-231"15,0 0 25-15,0 0 104 16,0 0-32-16,0 0-18 15,0 0-74-15,31-9-106 0,-10-1-19 16,-2 2-9-16,6 3 9 16,-3 4-2-16,-1 1 8 15,-4 0-2-15,-7 18-3 16,-10 9-1-16,0 8 37 16,-23 11-20-16,-17 8 19 15,-9 0 5-15,2-3-29 16,5-9 5-16,13-10 2 15,10-15-2-15,15-5 7 16,4-9-24-16,10-1 0 16,23-2-3-16,11 0 3 15,10-2-2-15,4-16-150 16,15-22-181-16,-15 4-195 0,-13-1-99 16</inkml:trace>
  <inkml:trace contextRef="#ctx0" brushRef="#br0" timeOffset="134497.51">17046 6735 905 0,'0'0'1024'16,"0"0"-655"-16,0 0-212 16,0 0-129-16,0 0-28 15,0 0 2-15,0 0 78 16,13 70 35-16,-4-41-57 16,0-2-27-16,4-2 9 15,0-9-32-15,1-4 16 0,-1-5-15 16,3-4-9-16,-3-3 12 15,3 0-12 1,-1-15-14-16,-1-12-14 0,-1-9-63 16,-1-7-34-16,-3-1-20 15,1 0 128-15,2 6 17 16,3 6 43 0,4 11 46-16,4 1 11 0,9 11-29 15,6 4-71-15,8 5-3 16,6 0-85-16,19 2-113 15,-15 10-300-15,-7-5-618 0</inkml:trace>
  <inkml:trace contextRef="#ctx0" brushRef="#br0" timeOffset="134917.79">17438 6721 1385 0,'0'0'509'16,"0"0"-371"-16,0 0-97 15,0 0 53-15,0 0-1 16,0 0 26-16,0 0-2 16,99 40-43-16,-93-15-17 15,-4 4-2-15,-2 3-12 16,0 1 44-16,-11-4-53 15,0-2 4-15,2-10-27 0,7-8-11 16,2-6 8-16,0-3-8 16,0 0-39-16,8-9 27 15,11-15-131-15,-2-6-109 16,-1-4-101-16,-7 3 75 16,-3 8 278-16,-6 7 186 15,0 9 95-15,0 7-114 16,2 0-128-16,1 5-36 15,6 13 64-15,10 5 30 16,14 5-15-16,13 2-82 16,18-7-14-16,36-9-84 15,-15-5-232-15,-10-9-466 0</inkml:trace>
  <inkml:trace contextRef="#ctx0" brushRef="#br0" timeOffset="141207.68">4267 7293 872 0,'0'0'275'0,"0"0"-197"16,0 0-46-16,0 0 6 15,0 0 102-15,0 0 27 16,0 0-56-16,0-4-29 16,0 2-34-16,0 2 14 15,0 0 51-15,0 0-34 16,0 0 6-16,0 0-20 0,0 0-21 15,2-2-5-15,0 2-17 16,2-3-1-16,5 2 52 16,-1-3-50-16,9-3 0 15,1 2 5-15,3-2-27 16,4-1-1-16,6 1 0 16,3-3 1-16,3-1 29 15,2 4-29-15,-2-1 15 16,1 0 14-16,-2 1-18 15,0 4 10-15,2-4-22 16,-3 3 6-16,5 1 2 16,3 1-7-16,-3 2 0 15,2-2-1-15,1 2 7 16,-3 0-8-16,3-3 1 16,1 1 0-16,0 2-3 15,1-2 9-15,-1 1-7 16,1 1 1-16,-3-2-3 0,1 2-3 15,-1 0 6-15,-2 0 0 16,3 0 0-16,1 0 2 16,-1 0-4-16,-1 0-2 15,0 0 4-15,1 0-1 16,-1 0-4-16,-2 0 2 16,2 0-6-16,2 0 10 15,2 0-2-15,-4 0 0 16,3 0 1-16,-3 0-1 0,1 3 1 15,3 4-2 1,1-3-11-16,4 2 13 0,5-2-24 16,0 0-26-16,2-3 4 15,0 1 22-15,-2 1-21 16,-2-3 45-16,-2 0-13 16,0 0 11-16,-1 0 1 15,2 0-5-15,5 0 6 16,0 0 6-16,6 2-6 15,1 0 0-15,3-2 0 16,1 1 0-16,1 2-2 16,2-3 2-16,2 4 0 15,1 0 4-15,-1 0-4 16,1 3-4-16,-1 0-2 0,0-1-8 16,-6-3 13-16,2 2-12 15,-5-3 13-15,-1 0 6 16,1 0-6-16,-1-1-2 15,1 2 2-15,3 0 0 16,-4-2 0-16,1 0-26 16,-3 2 8-16,-2-3 5 15,-2 0 1-15,0 0 1 16,0 0 5-16,0 0 12 16,-1 0-7-16,1 0 1 15,3 0-15-15,-1 0-23 16,0 2-42-16,-2-2 37 15,0 2 31-15,0-2 12 16,-2 0-7-16,0 0 7 16,2 0 0-16,2 0 1 0,5 0-1 15,1 2-6-15,1-2 6 16,4 3 1-16,1-3 5 16,-1 0-6-16,3 3 0 15,-3-1-2-15,2 2 2 16,1-2 0-16,2 2 0 15,2 0 0-15,3 0-2 16,1-2 2-16,0-1 0 16,1 5 12-16,1-3-11 15,1 3 15-15,0-1-6 16,-2 4-9-16,-4 1 4 16,2-3-5-16,-3 0 0 15,2 1 4-15,0-2-3 16,3 0-2-16,-1-1 1 15,3 0 0-15,-2 2 9 0,2-2-9 16,-4-1 2-16,0 0 6 16,0 3-7-16,-6-6-1 15,1 3 0-15,-1-4 0 16,0 0 3-16,-2 0-3 16,2 0 1-16,1 0 22 15,0 0-16-15,-2 0 4 16,1 0-10-16,1-4 0 15,-3 0 12-15,2-2-13 16,-4 0 1-16,-5 1 0 16,1-2 0-16,-2 3 6 0,-2-2-7 15,-1 2 1 1,1 2 3-16,-5-1-4 0,0 0 0 16,-6 0-4-1,0 2 4-15,0-1 0 0,-6 0 2 16,-1 0 7-16,-1 0-4 15,-1-3 13-15,-1 4-17 16,-2-3 18-16,1 2-17 16,-4 0 1-16,1 2-3 15,-3-3 0-15,4 3 5 16,-4 0-5-16,1-3 0 16,-1 1 19-16,1 2-18 0,3 0 11 15,-2 0-11 1,3 0 5-16,0-2-2 0,1 2-4 15,1-2 0-15,3-1 9 16,-1 2-7-16,1-3 29 16,-1 1-21-16,3 2 23 15,-3-1-21-15,2 2-12 16,-4-2 0-16,-1 2-12 16,0 0 18-16,-3-1-15 15,-3-5 18-15,3 5-3 16,-5-3 0-16,1 2-6 15,0 0 0-15,-5 0-6 16,2 2 12-16,-5-3-12 0,1 3-3 16,-4-1 9-1,-1 1 6-15,-2-2-6 0,0 2 0 16,0-2-1-16,0 0 7 16,0 2-3-16,3-2-3 15,-1 2 0-15,0-3-10 16,0 3 10-16,1 0-9 15,-2 0 9-15,0 0 0 16,1 0 0-16,-1-3-3 16,3-1 3-16,-2 2 1 15,3-1-1-15,2 2 0 16,-3 0 0-16,0-2 6 16,1 0-12-16,0 2 6 15,-1-1 0-15,1 2 2 16,-1-2-2-16,0 2 0 0,-1 0 2 15,0-2-2 1,1 2-1-16,-4 0-5 0,0-3 6 16,0 3-2-16,0 0 1 15,0 0 1-15,-3 0 0 16,4 0 2-16,-3 0 3 16,2 0-5-16,-2 0 0 15,2 0 1-15,-3 0-1 16,4 0-5-16,1 0 4 15,0 0 2-15,3 0 4 16,-1 0-5-16,3 0 0 16,-2 0-3-16,-1 0 3 0,0 0-6 15,1 0 6 1,2 0 0-16,2 0 9 0,2 0-9 16,2 0-4-1,5 0 3-15,3 0 2 0,1-2-1 16,0-1 0-16,3-1 1 15,-3 2 7-15,3 0-8 16,1-1 0-16,2 3 1 16,0 0 0-16,6 0-1 15,-3 0 0-15,5 0-5 16,-3 0 4-16,3 0 0 16,2 0 1-16,-2 0 21 15,2 0-3-15,2 0-9 0,2 0 9 16,3 0-18-16,4 0 0 15,3 0-1-15,1 0 2 16,3 0 4-16,-3 0-4 16,4 0 23-16,-6-2-23 15,-5 1-1-15,-3-1 0 16,-10 2-10-16,-9 0-76 16,-5-2-15-16,-17 2-110 15,-11-5-275-15</inkml:trace>
  <inkml:trace contextRef="#ctx0" brushRef="#br0" timeOffset="157629.41">9434 8117 1026 0,'0'0'693'0,"0"0"-475"16,0 0-30-16,0 0-86 15,0 0-5-15,0 0 38 16,31-60-50-16,-25 50-45 16,-2 0 36-16,1 4-75 15,-1 0 43-15,-1 1-35 16,-1 2 8-16,1 1 4 15,-1 0-20-15,-2 0-1 16,2-1 28-16,-2 3-19 0,0 0 43 16,0 0-14-1,0 0-37-15,0 0 65 0,0 0-66 16,0 0 0-16,0 0-6 16,4 5-5-16,5 17 11 15,3 8-20-15,-2 12 20 16,3 2 33-16,1 2-31 15,-1-5-2-15,1-9 4 16,-1-6 11-16,3-7-16 16,-5-4 1-16,-2-8-9 15,-2 0-14-15,-3-7 23 16,1 0 0-16,-1 0-13 16,5-19 7-16,4-17-51 15,0-13-89-15,4-14-39 16,-5-7 90-16,5-2-1 15,-5-1 54-15,2 8 42 16,-1 4 48-16,-4 13 84 0,1 9 40 16,-6 14-81-16,2 9 47 15,3 8-101-15,11 4-9 16,16 4-1-16,18 0-27 16,17 0 16-16,11 7-16 15,5 4 0-15,-2 3 0 16,-9 0 0-16,-14 2-59 15,-13 12-105-15,-17-4-168 16,-19-4-474-16</inkml:trace>
  <inkml:trace contextRef="#ctx0" brushRef="#br0" timeOffset="158100.44">10040 8035 1592 0,'0'0'592'16,"0"0"-420"-16,0 0-67 15,0 0 72-15,0 0-132 16,0 0 4-16,0 0-49 0,17 22 0 15,-5 8 61-15,-3 10-25 16,-9 3 0-16,0 1 32 16,0-6-67-16,0-7 21 15,-7-4-22-15,3-12 0 16,2-7 0-16,2-4-2 16,0-4 2-16,0 0-34 15,0-9 16-15,2-19 12 16,6-15-137-16,3-7-24 15,-3 0 70-15,-2 8 53 16,-4 12 44-16,-2 14 206 16,0 12-154-16,0 4-52 15,0 6 26-15,9 18-26 16,9 10 88-16,13 5-81 0,11 1-5 16,10 1-4-16,8-4-138 15,29-12-65-15,-16-6-360 16,-6-13-560-16</inkml:trace>
  <inkml:trace contextRef="#ctx0" brushRef="#br0" timeOffset="158329.31">10777 8165 1551 0,'0'0'498'0,"0"0"-239"15,0 0-20-15,0 0-80 16,0 0-11-16,0 0-101 0,0 0 1 16,134-18-48-16,-85 16 1 15,1 2-13-15,-6 0-12 16,-4 0-119-16,-4 0-66 16,-12-2-77-16,-10-2-379 0</inkml:trace>
  <inkml:trace contextRef="#ctx0" brushRef="#br0" timeOffset="158505.43">11097 7936 1785 0,'0'0'322'0,"0"0"-293"16,0 0 70-16,0 0 37 15,-45 142-91 1,34-89 10-16,1-1-55 0,8 3-67 15,2 5-152 1,4-14-116-16,10-9-318 0</inkml:trace>
  <inkml:trace contextRef="#ctx0" brushRef="#br0" timeOffset="158745.6">11176 8402 1448 0,'0'0'501'0,"0"0"-365"15,0 0-76-15,90-119 23 16,-61 79-83-16,-5-2 12 0,-1 0 10 15,-4 2-21 1,-3-1-1-16,-3 8 0 0,-3 5 0 16,-6 8 103-16,0 9 56 15,-4 10-22-15,0 1-111 16,0 15-26-16,0 20 0 16,0 11-2-16,0 9 15 15,0 3-7-15,0-3-6 16,5-3-74-16,6 7-64 15,3-17-181-15,-4-14-233 0</inkml:trace>
  <inkml:trace contextRef="#ctx0" brushRef="#br0" timeOffset="158972.66">11930 7800 1787 0,'0'0'186'16,"0"0"-160"-16,38 104 104 16,-29-39-4-16,-4 3 25 15,-5 2 23-15,0 2-80 16,-19 1-23-16,-16-2-71 16,-12 1-25-16,-14-7 11 15,-43 11-157-15,13-16-131 16,1-16-383-16</inkml:trace>
  <inkml:trace contextRef="#ctx0" brushRef="#br0" timeOffset="159377.78">9489 7781 137 0,'0'0'1263'15,"0"0"-1071"-15,-138-13-106 16,71 17-78-16,3 24 90 16,6 14 53-16,15 15 57 15,19 16 42-15,19 28-101 16,5-6-41-16,18 2 12 16,19-2-120-16,9-19 29 15,16 4-28-15,9-10 10 16,12-9-11-16,8-12-73 15,50-6-134-15,-24-17-115 16,-9-14-486-16</inkml:trace>
  <inkml:trace contextRef="#ctx0" brushRef="#br0" timeOffset="160144.41">12393 7849 191 0,'0'0'1098'16,"0"0"-842"-16,0 0-141 15,0 0 51-15,0 0-12 16,0 0 3-16,0 0-24 16,-8-21-34-16,8 15 51 15,0 3-88-15,6-6 1 16,10 3-8-16,4-2-55 0,4 7 36 15,3 1-36 1,-4 0 1-16,-6 12-14 0,-12 17 40 16,-5 9-27-16,-18 11 91 15,-17-1-41-15,-8-2 27 16,3-8-68-16,9-10 9 16,12-10 21-16,13-8-39 15,6-4 0-15,2-1 0 16,25 0 12-16,14 1-30 15,9 0 13-15,11-4-127 16,30-2-54-16,-15 0-195 16,-11 0-565-16</inkml:trace>
  <inkml:trace contextRef="#ctx0" brushRef="#br0" timeOffset="168891.84">1694 10979 778 0,'0'0'303'16,"0"0"-261"-16,0 0-40 0,0 0 41 16,0 0 16-16,0 0-34 15,-23-21 20-15,10 18-44 16,-3-2 13-16,-1 3 80 16,1 0 9-16,-2 2-58 15,0-2-34-15,2 2-4 16,3-1 83-16,3 1-5 15,2-3 54-15,6 3 51 16,0 0-38-16,2 0-12 16,0-1-34-16,0 1 20 15,0 0-7-15,0 0-40 16,0 0-20-16,8 0-24 16,15 0-35-16,10 0 25 15,12 0-12-15,8-3-12 16,11 2-2-16,0-2 1 0,1 3-70 15,-5 0-162-15,-4 0-68 16,-14 0-272-16,-18 0-133 0</inkml:trace>
  <inkml:trace contextRef="#ctx0" brushRef="#br0" timeOffset="169100.54">1584 11071 1386 0,'0'0'517'0,"0"0"-328"16,0 0-14-16,0 0 42 15,0 0-76-15,0 0-55 0,121-23-65 16,-55 14-7-16,6 2-14 16,-1 5 0-16,-2 2-93 15,10-1-145-15,-17-1-320 16,-15-2-255-16</inkml:trace>
  <inkml:trace contextRef="#ctx0" brushRef="#br0" timeOffset="169311.45">2411 10756 1624 0,'0'0'490'0,"0"0"-415"16,0 0-24-16,0 0 51 15,0 0 61-15,62 136-34 16,-64-75-42-16,-22 1-33 16,-7 4-40-16,-3-2-14 15,1-4-109-15,-3 0-151 16,9-14-299-16,10-20-577 0</inkml:trace>
  <inkml:trace contextRef="#ctx0" brushRef="#br0" timeOffset="169878.7">3174 10772 1709 0,'0'0'516'15,"0"0"-375"-15,0 0-116 16,-116 6-10-16,44 23 76 16,-5 15 23-16,3 5-20 15,13 4-60-15,22-5-11 16,16-8-23-16,19-6 0 16,4-8-1-16,16-5-8 15,19-10 3-15,9-9-19 0,10-2-93 16,2-6 11-16,-4-22-12 15,-4-6-11-15,-7-4-41 16,-8-1 69-16,-11 4 72 16,-6 8 30-16,-10 11 70 15,-6 10 68-15,0 6-121 16,0 11-5-16,-13 22 19 16,-3 16 95-16,-1 11-5 15,-1 6-18-15,3 3 22 16,-1 2-25-16,1-4-36 15,-4-1-16-15,3-4-26 16,-3-4-20-16,-2-7 13 16,-1-6-15-16,-2-9 0 15,-1-7 11-15,1-12-11 16,-1-6 0-16,5-11 17 0,7 0-11 16,6-21 25-16,7-18-31 15,2-14-18-15,27-7 17 16,13-6-18-16,8-1-26 15,19-13-126-15,-11 16-152 16,-11 8-322-16</inkml:trace>
  <inkml:trace contextRef="#ctx0" brushRef="#br0" timeOffset="170085.48">3477 10258 1813 0,'0'0'532'0,"0"0"-532"16,0 0-3-1,0 0 3-15,0 0 15 0,-114 167 9 16,88-93-24-16,3 5-31 16,14 9-182-16,7-19-280 15,2-20-316-15</inkml:trace>
  <inkml:trace contextRef="#ctx0" brushRef="#br0" timeOffset="170341.52">3651 10587 1000 0,'0'0'410'0,"0"0"-71"16,-94 105-14-16,61-50-35 16,10 5-116-16,12 4-35 15,11-3-50-15,0 0-58 16,13-3-14-16,14-6-17 16,7-7-84-16,24-8-69 15,-9-13-147-15,-5-14-383 0</inkml:trace>
  <inkml:trace contextRef="#ctx0" brushRef="#br0" timeOffset="170812.61">4319 10706 1861 0,'0'0'376'0,"0"0"-320"15,0 0 21-15,0 0 59 0,106 145 10 16,-96-82-29-16,-10 9-61 16,0 3-32-1,-10 0-24-15,-15 0-4 16,-15 14-108-16,9-21-156 0,4-20-334 0</inkml:trace>
  <inkml:trace contextRef="#ctx0" brushRef="#br0" timeOffset="171195.56">5013 11030 548 0,'0'0'1794'0,"0"0"-1415"15,0 0-284-15,0 0 26 16,0 0-58-16,0 0-25 0,0 0 16 16,141-7-54-16,-88 7 0 15,-2 0-8-15,-4 0-44 16,-9 16-59-16,-14 2-353 16,-17-6-326-16</inkml:trace>
  <inkml:trace contextRef="#ctx0" brushRef="#br0" timeOffset="171329.79">4899 11263 1876 0,'0'0'719'15,"0"0"-559"-15,0 0-99 16,0 0 2-16,138 0-63 16,-46 0-23-16,-12 0-211 0,-11-2-785 15</inkml:trace>
  <inkml:trace contextRef="#ctx0" brushRef="#br0" timeOffset="186525.17">5902 10565 1400 0,'0'0'538'0,"0"0"-384"16,0 0 119-16,0 0-63 16,0 0-37-16,-2 0-69 15,2 0-86-15,0 0 112 16,0 0-107-16,0 0 18 16,11 0 55-16,9-1-90 15,11-6 47-15,10 0-53 16,5 3 0-16,4 1-24 0,3 3 24 15,2 0-95 1,-1 0 19-16,10 8-139 0,-12 5-241 16,-12-8-508-16</inkml:trace>
  <inkml:trace contextRef="#ctx0" brushRef="#br0" timeOffset="187147.7">6718 10407 1341 0,'0'0'304'16,"0"0"-101"-16,0 0-11 16,0 0 38-16,0 0-79 15,0 0-74-15,0 0 98 16,-24-52-174-16,24 34-1 15,0 0 52-15,4-4-51 16,7 0 46-16,2 3-47 0,3 2 0 16,-1 4 18-1,-1 6-18-15,-1 5 0 0,1 2 9 16,-3 0 3-16,-5 9-1 16,-3 18-11-16,-3 7 0 15,-3 5 90-15,-20 7-81 16,-9-5-2-16,-4-3 29 15,3-6-21-15,4-10 12 16,11-5-27-16,7-8 0 16,11-3-60-16,0-1 44 15,11 1-63-15,16 1 73 16,9 2 6-16,-1-2-3 16,-6 2 3-16,-6-2 0 15,-15 5-6-15,-8 7 6 0,-2 6 0 16,-33 12 12-16,-12 7-11 15,-9 2-2-15,3 0-52 16,3 1-222-16,19-16-85 16,15-11-685-16</inkml:trace>
  <inkml:trace contextRef="#ctx0" brushRef="#br0" timeOffset="187728.29">7305 10080 1758 0,'0'0'208'0,"0"0"-183"16,0 0 11-16,0 0-36 16,0 0 168-16,-125 163-26 15,98-90 70-15,9 2-124 16,12-5-75-16,6-7 96 0,0-7-103 16,24-7-6-16,10-2 0 15,21-2-125-15,-4-14-94 16,-6-13-718-16</inkml:trace>
  <inkml:trace contextRef="#ctx0" brushRef="#br0" timeOffset="189109.01">7603 10418 753 0,'0'0'727'0,"0"0"-500"16,0 0-110-16,0 0 125 15,0 0-130-15,0 0-12 16,0 0-14-16,3-3-85 15,-1 3 71-15,0 0-72 16,2 15 0-16,3 2 148 16,2 7-133-16,-2 0 73 15,-1 3-10-15,1-3-77 16,-1-2 113-16,1-5-114 16,0-3 0-16,-2-2 10 15,-1-4-10-15,0-1 0 0,-4-4-1 16,2-3 13-16,-2 0-37 15,0 0 25-15,3 0 0 16,-1 0-19-16,7-5 19 16,2-18-14-16,2-9-34 15,3-6-55-15,-1-8 50 16,4-2-93-16,-3 0 39 16,1-4 85-16,-1 4 26 15,-1 2-4-15,-1 6 86 16,-5 3-13-16,-1 7 143 15,2 4-116-15,-4 6-54 16,1 6 94-16,1 0-112 16,6 4 20-16,10 1-48 0,10 0 46 15,15 1-59-15,11 2 13 16,7 2 0 0,5 2-23-16,-4 2 23 0,-3 0-34 15,-7 0-2-15,4 0-114 16,-14 10-84-16,-13-2-423 0</inkml:trace>
  <inkml:trace contextRef="#ctx0" brushRef="#br0" timeOffset="190931.52">8136 10391 920 0,'0'0'255'0,"0"0"-70"15,0 0-2-15,0 0-104 16,0 0 67-16,0 0-127 0,0 0 7 15,127-77 50 1,-111 77 3-16,-3 0 44 0,-7 9-48 16,-6 17-50-16,0 6 178 15,-13 5-120-15,-16 0 27 16,-11 1 12-16,-2-2-83 16,2-8 39-16,4-3-78 15,12-10 36-15,7-6-1 16,13-5-35-16,4-3 0 15,0-1 12-15,4 0 5 16,17 0-2-16,10 3-15 16,7-2-4-16,2 2-53 15,5-2-6-15,4 8-189 16,-11-4-52-16,-9 0-378 0</inkml:trace>
  <inkml:trace contextRef="#ctx0" brushRef="#br0" timeOffset="191777.02">8829 10517 751 0,'0'0'1179'0,"0"0"-832"15,0 0-89-15,0 0-45 16,0 0-117-16,0 0 62 16,0 0-149-16,107-15-1 15,-64 10 7-15,1 3 8 16,1 2-24-16,-5 0 1 0,-5 0-108 15,-4 0 98-15,-8 0-260 16,-8 0-108-16,-5 2-315 16,-8-2-571-16</inkml:trace>
  <inkml:trace contextRef="#ctx0" brushRef="#br0" timeOffset="191952.83">9155 10333 1513 0,'0'0'536'0,"0"0"-505"0,0 0-17 16,0 0 173-1,-47 116-94-15,38-75-92 0,3 6 63 16,6-2-64-16,0 9-122 16,17-14-48-16,3-10-351 0</inkml:trace>
  <inkml:trace contextRef="#ctx0" brushRef="#br0" timeOffset="192239.81">9494 10599 1249 0,'0'0'137'0,"0"0"-79"16,0 0 53-16,0 0-63 15,66-123 39-15,-53 96-79 16,1-1-1-16,-3 4 113 0,-2 1-18 15,0 9 80-15,-4 1-24 16,-1 6-109-16,-2 6 22 16,0 1-71-16,0 0 0 15,1 21-33-15,-1 10 75 16,-2 5-41-16,0 4 29 16,0 0-8-16,0-1-28 15,0-5 6-15,0-4-144 16,0-7-8-16,0-8-376 15,3-9-303-15</inkml:trace>
  <inkml:trace contextRef="#ctx0" brushRef="#br0" timeOffset="192459.68">9874 10128 2201 0,'0'0'228'0,"0"0"-217"15,0 0 85-15,110 130-60 16,-85-69 128-16,-8 5-59 16,-5 2-104-16,-12-2 80 15,0-2-81-15,-10 1 0 16,-17-5-1-16,-8-4-114 16,-23 4-34-16,7-13-221 15,4-18-635-15</inkml:trace>
  <inkml:trace contextRef="#ctx0" brushRef="#br0" timeOffset="212095.7">5793 11255 553 0,'0'0'287'0,"0"0"-133"15,0 0 5-15,0 0 0 16,0-8-52-16,0 8-30 16,0-1-14-16,0 1 23 15,0 0 39-15,0 0 2 16,0 0-12-16,0 0-29 16,0 0-42-16,0 0-7 15,0 0-7-15,0 0-1 16,0 0 13-16,0 0 6 0,0 0 6 15,0 0 29-15,2-3-18 16,3 0-1-16,3 1-19 16,6-3-32-16,1-2 4 15,8 2-17-15,6-1 0 16,4 0 5-16,7 2-3 16,3 0 6-16,1 3-8 15,1-2 0-15,-1 3 28 16,1 0-27-16,2 0 4 15,2 0 24-15,5 0-17 16,1 0 11-16,3 0-23 16,0-3 1-16,0 3 15 15,-2 0-16-15,-5-1 0 0,0 1 18 16,1-2-17 0,-1 0 7-16,0 2-8 0,0 0 1 15,1 0 7-15,-1 0-8 16,2 0 0-16,1 0 4 15,0 0 4-15,-4 0-16 16,4-4 7-16,-2-1 1 16,-1 0 3-16,-2-2-3 15,0 2 0-15,-1-1 7 16,4 2-6-16,2-1-1 16,2 2 0-16,2 1 0 15,2 1 0-15,-2 1 0 0,-3-3 0 16,1 0-7-16,-5 2 16 15,-1-1-15-15,0 0 6 16,0 0 0-16,-2-2 3 16,4 1-3-16,2 3 0 15,1 0-9-15,3 0 19 16,3-3-20-16,-1 1 11 16,0 2-1-16,0-2 3 15,-3 2-3-15,5-2-4 16,-5 2-4-16,-2-3 4 15,4 3 4-15,-4 0-14 16,1 0 14-16,0-3-9 16,-5 3 9-16,3 0 0 15,-1 0 4-15,1 0 5 16,1 0-18-16,1 0 8 0,0-2 1 16,2 0 5-16,-5-2-5 15,-2 2 0-15,-2-2 14 16,1 0-8-16,-2 0 16 15,0 2-10-15,0-3 5 16,-1 2 20-16,1-1-37 16,-6 0 1-16,-3 1 14 15,-3-2-4-15,-4 1-22 16,-6 1 10-16,-6 3-5 16,-1 0-14-16,-7 0-102 15,-7 0-170-15,-5 0-282 16,0 5-507-16</inkml:trace>
  <inkml:trace contextRef="#ctx0" brushRef="#br0" timeOffset="213403.77">6368 11930 803 0,'0'0'652'0,"0"0"-537"16,0 0-47-16,0 0 126 15,0 0 2-15,0 0-44 16,0 0-51-16,0 3-60 15,0-3 9-15,0 0-27 16,0 2 3-16,0 2-21 16,0 1-4-16,0 8 5 15,11 3 25-15,5 10-30 16,-1 6 60-16,1 6-10 16,0 1 2-16,2 0-6 15,-1 0-19-15,1-3 12 16,-3-4-19-16,4-4-21 15,-5-5 22-15,-2-6-15 0,-3-5-7 16,-2-6 3-16,0-2 8 16,-5-2-11-16,-2-2 0 15,2 0 1-15,3 0 17 16,-1-18-18-16,5-12-44 16,-2-10-21-16,0-9-86 15,-1 0 21-15,0-3 57 16,2-1 17-16,-4 6 56 15,1-2 0-15,1 3 50 16,-4 2 60-16,2 6-28 16,-1 4 19-16,1 4-28 0,1 6-17 15,0 2 6 1,1 6-40-16,5 0 11 0,7 3-12 16,7 4-14-16,10-2 6 15,15 5-13-15,10 4 0 16,9 1-5-16,-3 1 6 15,1 0-2-15,-7 0-22 16,-8 0-47-16,10 5-88 16,-12 3-156-16,-13-1-239 0</inkml:trace>
  <inkml:trace contextRef="#ctx0" brushRef="#br0" timeOffset="213884.44">6908 12068 1491 0,'0'0'322'0,"0"0"-171"0,0 0-1 16,0 0-75-16,0 0-22 16,0 0-52-16,0 0-1 15,100-29 19-15,-67 29-11 16,-4 0 46-16,-4 9 1 15,-12 12-25-15,-11 6 14 16,-2 5 53-16,-13 2 47 16,-16 4-26-16,-4-3-53 15,2-4-7-15,4-7-9 16,11-9-20-16,9-8-25 16,7-3-4-16,0-2 0 15,5 0 0-15,24 3-18 16,11-5 3-16,9 0 3 15,11 0-94-15,27 0-109 16,-14-7-171-16,-7-6-575 0</inkml:trace>
  <inkml:trace contextRef="#ctx0" brushRef="#br0" timeOffset="214104.68">7650 12140 1986 0,'0'0'530'0,"0"0"-420"16,0 0-27-16,0 0-17 15,0 0 4-15,125-32-69 0,-88 32 10 16,4 0-11-16,1 0-54 16,-4 0 3-16,0 0-157 15,0 0-111 1,-9 0-338-16,-12 0-301 0</inkml:trace>
  <inkml:trace contextRef="#ctx0" brushRef="#br0" timeOffset="214277.42">8022 11951 679 0,'0'0'1476'16,"0"0"-1137"-16,0 0-260 15,0 0-27-15,0 0-9 0,0 0-41 16,0 0 35-16,-42 96-21 15,28-46-13-15,5 7-3 16,9 11-132-16,0-14-130 16,0-14-336-16</inkml:trace>
  <inkml:trace contextRef="#ctx0" brushRef="#br0" timeOffset="214544.31">8375 12254 209 0,'0'0'1498'0,"0"0"-1321"16,0 0-177-16,66-107 0 16,-52 75 0-16,-5 2 21 0,-3 0 15 15,1 4-25 1,-1 5 11-16,2 4 146 0,-4 7 91 16,0 5-60-16,-2 5-101 15,1 0-98-15,-1 21-11 16,2 11 11-16,-2 12 6 15,0 9 12-15,2 1-18 16,0-4-10-16,0-4-11 16,0-6-74-16,5-5-60 15,1-12-204-15,-2-11-456 0</inkml:trace>
  <inkml:trace contextRef="#ctx0" brushRef="#br0" timeOffset="-214740.32">8931 11897 2107 0,'0'0'407'0,"0"0"-407"15,0 0-50-15,56 120 50 16,-47-59 53-16,-9 4 17 16,0 8 2-16,-11 4-56 15,-16 1-4-15,-12-6-12 16,-13-4-30-16,-8-10-71 15,-52-2-85-15,16-13-78 16,3-18-394-16</inkml:trace>
  <inkml:trace contextRef="#ctx0" brushRef="#br0" timeOffset="-214340.26">5911 11638 1011 0,'0'0'323'16,"0"0"3"-16,-103 120 19 16,66-38-54-16,10 11-43 15,14 3-77-15,13 1-45 16,0-5-71-16,29-5-45 15,19-2 26-15,33 0-36 16,46-5-1-16,51-20-69 16,-15-20-190-16,-20-30-455 0</inkml:trace>
  <inkml:trace contextRef="#ctx0" brushRef="#br0" timeOffset="-213692.39">9307 11779 965 0,'0'0'679'16,"0"0"-441"-16,0 0-5 15,0 0 24-15,0 0-37 0,0 0-75 16,0 0-83-1,-41-25-30-15,41 24-17 0,0-4-14 16,12 0-1-16,5-1-17 16,5-2-1-16,3 4 11 15,-3 1 4-15,-4 3 3 16,-7 0 18-16,-6 21-18 16,-5 9 15-16,-14 9 26 15,-21 9 21-15,-7-1 10 16,1-4-37-16,10-10-19 15,11-8 0-15,15-8-15 16,5-5-1-16,10 2-1 16,25-4-7-16,17-2 7 0,16-6-63 15,55-4-72 1,-16-19-185-16,-9-2-703 0</inkml:trace>
  <inkml:trace contextRef="#ctx0" brushRef="#br0" timeOffset="-213125.06">10838 10928 1631 0,'0'0'617'16,"0"0"-376"-16,0 0-13 16,0 0-71-16,0 0-5 15,0 0-101-15,0 0-15 16,124-82-26-16,-70 80-9 16,4 2 6-16,2 0-7 0,-4 12-12 15,-9 9-40 1,-14 2-71-16,-27 16-168 0,-6-7-357 15,0-4-1042-15</inkml:trace>
  <inkml:trace contextRef="#ctx0" brushRef="#br0" timeOffset="-213006.54">10925 11173 1013 0,'0'0'1286'0,"0"0"-1001"16,0 0-220-16,0 0 132 15,0 0-73-15,147 2-116 16,-49-2-8-16,-11 0-148 15,-12 0-415-15</inkml:trace>
  <inkml:trace contextRef="#ctx0" brushRef="#br0" timeOffset="-211869.68">12246 11032 1768 0,'0'0'562'0,"0"0"-396"15,0 0 71-15,0 0-83 16,0 0-89-16,0 0-7 16,149-15-57-16,-93 13 4 15,5 2-5-15,5 0-18 16,4 0-46-16,26 2-239 15,-19 2-323-15,-7-4-866 0</inkml:trace>
  <inkml:trace contextRef="#ctx0" brushRef="#br0" timeOffset="-211221.44">14902 10389 1580 0,'0'0'485'16,"0"0"-356"-16,0 0 46 15,0 0-3-15,0 0-1 16,0 0-90-16,-50-102-33 16,48 85 4-16,2 0-45 15,0 0 4-15,6 2-5 16,17 1-6-16,8 1-1 16,5 9-19-16,-3 4 20 15,-2 0-14-15,-6 17 2 16,-13 12 12-16,-12 14 6 0,-5 6 0 15,-35 9 32 1,-23 3-17-16,-8-3 20 0,-5-3 14 16,7-9-55-16,17-10 0 15,19-9-11-15,20-4 11 16,13-3-22-16,0-4-9 16,25 0 31-16,4-2 15 15,2-2-15-15,-7 0 0 16,-8-1-1-16,-14 6-22 15,-2 5-25-15,-18 9-38 16,-24 5-35-16,-33 13-102 16,5-11-357-16,5-7-595 0</inkml:trace>
  <inkml:trace contextRef="#ctx0" brushRef="#br0" timeOffset="-210967.11">13769 11200 1476 0,'0'0'707'0,"0"0"-448"16,0 0-26-16,0 0-75 15,0 0-77-15,198-32-26 0,-71 21-23 16,45-3-8-1,13 2-18-15,-2 3 1 0,-18 6-7 16,-29 3-22-16,-9 0-83 16,-38 0-167-16,-20 0-512 0</inkml:trace>
  <inkml:trace contextRef="#ctx0" brushRef="#br0" timeOffset="-210148.6">13863 11834 1568 0,'0'0'516'0,"0"0"-417"0,0 0-32 16,0 0-28-16,0 0-2 15,0 0-25-15,0 0 6 16,6 84 118-16,3-38-24 15,0 0-54-15,-2-5 45 16,0-5-80-16,-1-9 6 16,1-10-5-16,-2-5-24 15,-1-4 9-15,0-5-9 16,-1-3 0-16,3 0 26 16,1-21-20-16,6-15-6 15,3-18-54-15,0-13-86 16,-1-12-21-16,-1-2 43 15,-4 8 99-15,-1 9 19 16,3 11 161-16,-1 16 58 0,3 6-40 16,3 9-52-16,10 6-83 15,10 4-44-15,13 4 0 16,8 5-9-16,6 3 9 16,3 0-11-16,2 7-78 15,16 18-46-15,-15-4-117 16,-16-5-326-16</inkml:trace>
  <inkml:trace contextRef="#ctx0" brushRef="#br0" timeOffset="-209778.66">14190 11925 1847 0,'0'0'581'15,"0"0"-541"-15,0 0-24 16,0 0-15-16,0 0 0 16,141-14 0-16,-110 14 0 15,-9 19 28-15,-13 8 6 16,-9 7 17-16,-6 2 68 15,-26 5-21-15,-3-4-36 16,4-2-8-16,6-9-31 16,9-8-3-16,9-8-21 0,7-3-7 15,0 0 6-15,19-3-25 16,10 0 20-16,10-4-13 16,7 0-71-16,16-12-163 15,-9-8-306-15,-8-4-697 0</inkml:trace>
  <inkml:trace contextRef="#ctx0" brushRef="#br0" timeOffset="-209419.87">14970 11969 684 0,'0'0'1604'0,"0"0"-1106"15,0 0-383-15,0 0 30 16,0 0-57-16,0 0-73 16,0 0-7-16,114-42-8 0,-74 40-15 15,1 2-66-15,-3 0 6 16,-3 0-124-16,-2 0-124 16,-10 0-231-16,-8 0-268 0</inkml:trace>
  <inkml:trace contextRef="#ctx0" brushRef="#br0" timeOffset="-209239">15267 11726 431 0,'0'0'1692'0,"0"0"-1159"16,0 0-487-16,0 0-10 16,0 0-36-16,0 0 6 0,0 0 27 15,-47 117-13-15,30-55-14 16,0 4-6-16,7-3-55 15,10 7-94-15,0-16-140 16,6-16-382-16</inkml:trace>
  <inkml:trace contextRef="#ctx0" brushRef="#br0" timeOffset="-208992.44">15593 12110 1560 0,'0'0'549'0,"0"0"-547"15,0 0-2-15,87-141-22 16,-63 90 22-16,-2 5 0 16,-1-1-32-16,-6 11 32 15,-4 10 49-15,-4 11 168 0,-5 7 86 16,0 8-181-16,-2 3-93 16,0 25-29-16,0 15-18 15,0 18 18-15,-2 7 16 16,-4 6-16-16,-6-4-88 15,-5 5-78-15,0-19-345 16,0-16-492-16</inkml:trace>
  <inkml:trace contextRef="#ctx0" brushRef="#br0" timeOffset="-208173.87">15155 11161 1005 0,'0'0'309'0,"0"0"-107"16,0 0 60-16,0 0 9 0,0 0-39 16,0 0-96-16,0 0-11 15,0 0-30-15,5 0-18 16,13 0 38-16,11 0-51 15,11 0-52-15,11 0 29 16,9 0-25-16,7 0 22 16,9 0 5-16,2 0-43 15,7 0 13-15,2 0-13 16,-2 0-44-16,30 0 0 16,-24 4-241-16,-10-1-386 0</inkml:trace>
  <inkml:trace contextRef="#ctx0" brushRef="#br0" timeOffset="-206716.25">13479 11272 702 0,'0'0'378'0,"0"0"-201"15,0 0-25-15,0 0 81 16,0 0-101-16,0 0-50 15,0 0 18-15,76-21-71 0,-58 16 22 16,0-2 32-16,1-1-17 16,4 3-20-16,-1 0-37 15,3 1 28-15,2 1 31 16,-1-2-58-16,1 3 27 16,2 0-16-16,-2 0 6 15,2 2 7-15,-2-2-6 16,2 1 0-16,4-2 36 15,0 0-63-15,5 0 25 16,3 1-24-16,1 0-1 16,3 2 13-16,-1 0-14 15,3 0 0-15,-3 0 1 16,0 0 0-16,-3-2 0 0,-5 2 8 16,-3-3 46-1,-2 3-13-15,-2 0-37 0,0 0-4 16,2 0 3-16,3 0-3 15,1 0-2-15,6 0 0 16,3 0 1-16,3 0 8 16,2 0-8-16,2-2 0 15,1-1 9-15,-1-1 0 16,0-1-16-16,3 2 14 16,-2 1-7-16,-4 2 0 15,-1 0 0-15,-3 0 0 16,-6 0-2-16,1 0 8 15,-6 0-6-15,-2 0 6 16,2 0-6-16,-1-2 0 16,1 0-5-16,2 0 5 0,-1 2 1 15,-1 0 0-15,1 0-1 16,-5 0 1-16,0 0-1 16,0 0 0-16,-3 0-6 15,1 0 6-15,2 0 13 16,0 0-13-16,-2 0-1 15,2 0 1-15,0 0 0 16,-2 0 15-16,0 0-15 16,-3 0 0-16,-2 0 11 15,-1-2 2-15,-2 2 11 16,1-2-4-16,1 0-4 16,-2-1-10-16,2 2-6 0,-1 1 0 15,-3-2 11 1,-1 2-10-16,-3 0 3 0,-1-2-4 15,-5 2-5-15,-3 0 4 16,-4 0-41-16,2 0-192 16,-2 0-405-16,2 0-1154 0</inkml:trace>
  <inkml:trace contextRef="#ctx0" brushRef="#br0" timeOffset="-167390.52">3999 11135 1181 0,'0'0'58'0,"0"0"-58"16,0 0-160-16,0 0-94 0</inkml:trace>
  <inkml:trace contextRef="#ctx0" brushRef="#br0" timeOffset="-166829.6">3865 11008 563 0,'0'0'104'0,"0"0"-104"16,0 0-138-16,0 0 120 15,0 0 18-15,0 0 0 0</inkml:trace>
  <inkml:trace contextRef="#ctx0" brushRef="#br0" timeOffset="-166026.36">3865 11008 1117 0,'69'-106'374'0,"-69"106"-225"15,-5 0-40-15,3 0 59 16,-2 0 10-16,1 0-32 16,3 0 8-16,0 0-71 15,0 0-60-15,0 0 35 0,0-2-40 16,0 2 15-16,0 0-14 16,0 0-17-16,0 0 16 15,0 0-11-15,0 0-7 16,0 0 63-16,0 0-62 15,0 0-2-15,0 0 3 16,0 0-2-16,0 0 7 16,0 0-7-16,-2 0 0 15,0 0-3-15,2 0 4 16,-2 0-1-16,0 0 1 0,2 0 7 16,-2 0-10-1,-1-1 2-15,-1-6 0 0,1 0 4 16,-1-4-4-16,2-3-8 15,2-2-5-15,0-2-15 16,0-3 5-16,0 2-5 16,6 1 14-16,4 4-12 15,0 4 26-15,-1 1 0 16,3 2-1-16,1 3 10 16,3 1-6-16,1 0-3 15,1 3 7-15,1 0 20 16,-6 0-26-16,-7 8 0 15,-2 10 13-15,-4 10-13 16,0 5 22-16,-21 10-1 16,-10 1-21-16,-10 3 52 0,-1-7-46 15,-3-2 1 1,5-11-8-16,7-4 0 0,6-9-6 16,12-8-4-16,7-4-25 15,8-2 13-15,0 0 20 16,8 0-17-16,11-13-48 15,6 4-25-15,-1 6 78 16,1 3 14-16,-1 0 0 16,3 9 52-16,2 7-34 15,4 2 6-15,6-3 4 16,5-2-22-16,5-5 18 16,4-8-24-16,5 0-30 15,14-10 8-15,-16-10-260 16,-14-3-536-16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25:39.86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1395 4795 834 0,'0'0'734'16,"0"0"-594"-16,0 0-49 15,0 0-9-15,0 0 7 16,0 0 22-16,-45-41 31 16,34 33-49-16,2 0-41 15,3 0 61-15,1 0-29 16,-2 3-9-16,3-4-8 16,-3 4-16-16,1-2 7 15,2 3-37-15,-2 0-11 0,4 2 54 16,2 0-46-16,0 0 11 15,0 0 16-15,0 0-30 16,2-5 19-16,19-5-34 16,8-9 1-16,15-9-15 15,10-6 9-15,4-4-40 16,2 0-24-16,-2 1-28 16,-6 2-25-16,-11 2-12 15,-7 5 21-15,-12 7 71 16,-11 6-5-16,-7 5 47 15,-4 6 0-15,0 4 25 16,0 0 30-16,-2 2-39 16,-4 0-5-16,-3 0-19 0,-3 2 8 15,-1 18-20-15,1 14 12 16,-5 14 8-16,5 18 31 16,-7 27 21-16,6 0 9 15,-3 4 50-15,1 3-53 16,1-19-11-16,-1 3-9 15,-1-12-16-15,3-12-7 16,-3-8-15-16,1-10 1 16,-5-5 20-16,-1-7-20 15,0-6-1-15,-4-11 5 16,0-4-4-16,0-9-2 16,6-4 1-16,3-24-46 15,14-11 36-15,2-11-28 16,15-2 16-16,21-2 10 15,8 2-1-15,10 5-23 16,2 2-46-16,2 5-46 0,17-9-31 16,-14 12-219-16,-12 2-457 0</inkml:trace>
  <inkml:trace contextRef="#ctx0" brushRef="#br0" timeOffset="226.06">2117 3888 1793 0,'0'0'281'15,"0"0"-271"-15,0 0-10 0,0 0 0 16,-93 158 0-16,60-82 5 15,-4 35-5-15,10-21-249 16,8-18-805-16</inkml:trace>
  <inkml:trace contextRef="#ctx0" brushRef="#br0" timeOffset="571.17">2409 4287 1629 0,'0'0'557'0,"0"0"-527"15,0 0-30-15,0 0 28 16,-154 41 21-16,108 2 84 16,3 11 26-16,12 10-93 15,9 7-2-15,13-1-48 16,9-4-1-16,4-6 2 0,23-6-17 16,11-11-51-16,6-12-68 15,21-12-66-15,-13-11-184 16,-8-8-452-16</inkml:trace>
  <inkml:trace contextRef="#ctx0" brushRef="#br0" timeOffset="952.53">2369 4586 793 0,'0'0'1164'0,"0"0"-1025"15,0 0-108-15,0 0 63 16,0 0-57-16,0 0 42 15,0 0 29-15,112 38-19 16,-108 2-7-16,-4 6-22 16,0-2-16-16,0-2 9 0,-8-5-36 15,0-10-9-15,4-6-5 16,2-11-3-16,2-6-39 16,0-4 5-16,0 0-5 15,0-27 0-15,8-13-129 16,4-16-168-16,-1-8 8 15,-3 4-229-15,0 12 557 16,-6 18 206-16,-2 20 58 16,0 10-166-16,0 14-30 15,0 20 220-15,0 8-87 0,0 6-55 16,11 0-73 0,7-3-32-16,7-10-41 0,6-8-56 15,2-9-50-15,11-18-76 16,-8 0-139-16,-9-6-409 15</inkml:trace>
  <inkml:trace contextRef="#ctx0" brushRef="#br0" timeOffset="1142.54">2884 4328 1270 0,'0'0'936'0,"0"0"-860"16,0 0 14-16,78 130-9 0,-60-67-2 15,-10 8 22 1,-5 3-34-16,-3 0-14 0,0 0-52 16,-3-2-1-16,-12 4-98 15,1-15-171-15,6-21-431 0</inkml:trace>
  <inkml:trace contextRef="#ctx0" brushRef="#br0" timeOffset="1458.15">3363 4714 1182 0,'0'0'1247'16,"0"0"-969"-16,0 0-160 15,0 0-25-15,0 0 3 16,0 0-59-16,0 0 11 16,90-4-41-16,-53 4-7 15,-1 0-40-15,-9 0-47 16,-27 28-170-16,0-2-304 15,-15 1-256-15</inkml:trace>
  <inkml:trace contextRef="#ctx0" brushRef="#br0" timeOffset="1569.59">3297 4976 2065 0,'0'0'473'0,"0"0"-422"16,0 0-39-16,149 0-12 15,-61-1-121-15,-13-9-184 16,-15-2-637-16</inkml:trace>
  <inkml:trace contextRef="#ctx0" brushRef="#br0" timeOffset="8498.59">4329 4259 902 0,'0'0'568'0,"0"0"-447"0,0 0 14 15,0 0-32-15,0 0 77 16,0 0 3-16,0 0-103 16,0 0 48-16,0 0-103 15,0 0-6-15,0 0 119 16,0 0-65-16,0 0 2 15,0 0-10-15,0 0-65 16,0 0 126-16,0 0-126 16,0 0 0-16,0 0 27 15,0 0-8-15,0 0-19 16,9 2 0-16,13 7 21 0,7 2 17 16,9 4-38-1,2 6 0-15,3-1 20 0,-4 0-13 16,-1-2-7-1,0 0 0-15,-5-4 15 0,3 2-72 16,-4-2 12-16,-1 0-198 16,-10-4-214-16,-7-4-536 0</inkml:trace>
  <inkml:trace contextRef="#ctx0" brushRef="#br0" timeOffset="8890.14">5133 3673 1377 0,'0'0'701'0,"0"0"-614"16,0 0-5-16,0 0-50 16,0 0-23-16,0 0 111 0,-89 116 2 15,49-42 21-15,2 5-51 16,-2 2-73-16,4-5 38 15,3-12-57-15,2-9 0 16,6-9-18-16,8-7 18 16,5-7-79-16,8-4-97 15,4-10-147-15,0-10-368 0</inkml:trace>
  <inkml:trace contextRef="#ctx0" brushRef="#br0" timeOffset="9242.12">5071 3670 1629 0,'0'0'400'0,"0"0"-163"16,0 0-138-16,0 0 11 16,0 0 27-16,167-46-46 15,-98 43 21-15,33 3-111 16,35 0 23-16,27 0 90 16,11 0-81-16,-32 0-17 0,-37 0 25 15,-37-4-40 1,-7 0 30-16,8-2-31 15,-1 0 0-15,2 2-49 16,-17-1 1-16,-17 5-79 0,-14 0-135 16,-15 0-424-16</inkml:trace>
  <inkml:trace contextRef="#ctx0" brushRef="#br0" timeOffset="9964.83">5214 4173 1250 0,'0'0'496'0,"0"0"-310"16,0 0-9-16,0 0-73 15,0 0 82-15,0 0-60 16,0 0-53-16,91-60 2 16,-76 60-74-16,1 0 22 15,-1 1-11-15,-3 17 6 16,-3 9 70-16,-7 3-74 15,-2 6-7-15,0 2 59 16,-7 0-42-16,-13-4 9 16,3-4-33-16,1-6 33 15,3-6-17-15,5-8-16 16,4-4-12-16,4-6-10 0,0 0 4 16,0-3-20-16,14-24 7 15,5-11-264-15,6-10 1 16,0 0 56-16,-3 4 36 15,-9 14 202-15,-8 12 65 16,-5 14 99-16,0 4-26 16,0 0-74-16,0 22 117 15,-9 8-21-15,5 2-76 16,4 2 38-16,0-2-95 16,6-3 4-16,15-8-31 15,8-3 35-15,2-6-89 16,4-5 15-16,7-7-217 15,-8 0-57-15,-8-11-612 0</inkml:trace>
  <inkml:trace contextRef="#ctx0" brushRef="#br0" timeOffset="10398.79">5655 3802 1452 0,'0'0'537'15,"0"0"-408"-15,0 0 19 16,0 0-49-16,0 0 85 16,0 0-48-16,0 0-66 15,4-38 52-15,-1 38-120 16,1 0 12-16,1 10-3 16,-1 16-1-16,0 8 37 15,-4 6-47-15,0 2 0 16,0-2 29-16,0-6-29 15,0-8 0-15,5-8 12 16,6-4 2-16,9-3 8 0,7-6-22 16,8-3-43-16,6-2 28 15,10 0-118-15,-11-9-177 16,-11-2-329-16</inkml:trace>
  <inkml:trace contextRef="#ctx0" brushRef="#br0" timeOffset="10581.91">5853 4233 1855 0,'0'0'326'0,"0"0"-209"16,0 0 37-16,0 0-26 16,0 0-6-16,121-10-122 0,-79 2-21 15,1 2-18-15,7-4-247 16,-9 2-213-16,-12-1-752 0</inkml:trace>
  <inkml:trace contextRef="#ctx0" brushRef="#br0" timeOffset="10948.84">6099 4073 1765 0,'0'0'162'16,"0"0"-66"-16,0 0 46 15,-17 122-71-15,15-82 28 16,2 0-30-16,0-4-67 16,0-2-4-16,12-5-9 0,3-10-103 15,3-7 25-15,2-8-22 16,0-4 30-16,1-4-7 16,0-18-53-16,2-7 99 15,1-6-9-15,1-5 51 16,0-1 65-16,-6-2 23 15,-3 7 76-15,-5 8 44 16,-4 7-12-16,-5 11 143 16,-2 9-238-16,0 1-75 15,0 1-26-15,0 21-5 16,0 10 5-16,0 9 0 0,0 5 2 16,0 2-44-16,0-2-39 15,7 2-121-15,4-11-53 16,0-14-540-16</inkml:trace>
  <inkml:trace contextRef="#ctx0" brushRef="#br0" timeOffset="11899.77">5586 3863 871 0,'0'0'589'0,"0"0"-455"0,0 0 20 16,0 0 4-16,0 0-67 15,0 0 38-15,0 0-39 16,-7-53-43-16,7 48 90 16,0 2-84-16,0-3 51 15,0 2 5-15,0-4-81 16,9-1 5-16,11-2-33 15,5 1 0-15,-1 3-11 16,0 3 11-16,-3 4 0 16,-6 0 0-16,-11 23-4 0,-4 11 3 15,-8 32-96 1,-19-8-89-16,-2-6-205 0</inkml:trace>
  <inkml:trace contextRef="#ctx0" brushRef="#br0" timeOffset="12742.95">7075 3483 2078 0,'0'0'336'0,"0"0"-167"15,0 0-169-15,0 0 0 0,0 0 65 16,0 0-13-16,136 132 38 16,-96-20-39-16,-15 31-44 15,-19 7 71-15,-10-11-78 16,-35-31 0-16,-3-33 3 15,-2-17-3-15,-7 1-59 16,-57 32-89-16,12-16-209 16,-1-4-472-16</inkml:trace>
  <inkml:trace contextRef="#ctx0" brushRef="#br0" timeOffset="13281.14">4367 3624 677 0,'0'0'1152'16,"0"0"-953"-16,0 0-89 16,0 0 2-16,-114-95-91 15,80 95 0-15,-1 8 96 16,-6 50-107-16,3 50 20 15,9 52 123-15,19 11-52 16,10-20 17-16,4-40-118 16,18-48 23-16,7-6-38 0,16 7 15 15,13 4-132-15,53 9-63 16,-15-22-361-16,-2-21-1275 0</inkml:trace>
  <inkml:trace contextRef="#ctx0" brushRef="#br0" timeOffset="13807.95">7641 3159 2060 0,'0'0'345'0,"0"0"-331"15,0 0-14-15,0 0-11 16,-43 116-8-16,8-27 38 16,2 2-8-16,-5 41-11 0,9-21-269 15,11-35-256-15</inkml:trace>
  <inkml:trace contextRef="#ctx0" brushRef="#br0" timeOffset="14464.97">7523 4379 1420 0,'0'0'371'16,"0"0"-241"-16,0 0-17 15,0 0-96-15,0 0-5 16,0 0 133-16,0 0-92 16,31 9-21-16,-18-9-20 15,-1 0 3-15,-8 0 19 0,-2-9-34 16,-2 4 0-16,0-1 111 16,0 5-82-16,-6-1 6 15,2 2-35-15,0 0-31 16,4 0-55-16,0 12-283 15,0-1-465-15</inkml:trace>
  <inkml:trace contextRef="#ctx0" brushRef="#br0" timeOffset="15663.68">8310 3650 950 0,'0'0'793'16,"0"0"-544"-16,0 0-203 15,0 0-45-15,0 0 90 16,-125 84 11-16,74-6 40 16,1 2-19-16,6 10-68 15,7 1 121-15,12-19-112 0,7 1-40 16,11-12 46-16,7-10-63 16,0-14 1-16,25-9-8 15,10-10 19-15,5-10-25 16,10-8 6-16,1-1-55 15,-2-21 43-15,-6-8-85 16,-14 4 33-16,-10 3 9 16,-13 7 55-16,-6 9 62 15,0 7-20-15,-2 0-41 16,-17 11 62-16,-2 12-63 16,-1 4 39-16,9-1-37 15,6-4 37-15,7-2-22 16,0-6-17-16,18-5-19 0,6-6-14 15,5-3 33 1,1 0-22-16,-4-14-24 0,-3-10-56 16,-10-6 93-16,-7 1-110 15,-6-2 63-15,0 7 33 16,-13 9 46-16,-3 4-17 16,3 9 22-16,2 2-27 15,8 0 86-15,3 0-87 16,0 0 22-16,17 0-59 15,14 0 37-15,9 0 0 16,5-7-23-16,1-12-102 16,-5-9 66-16,-10-7-12 15,-10-2 33-15,-7-5 1 16,-11 1 57-16,-3 4-20 16,0 11 135-16,0 9-10 0,-7 14 34 15,3 3-137-15,4 20 4 16,0 23 24-16,0 15-30 15,0 6 10-15,4 3-8 16,5-7-8-16,-5-9 7 16,-4-4-21-16,0-9 0 15,-13-6-32-15,-12-2 32 16,-14 1-113-16,4-9-152 16,6-9-425-16</inkml:trace>
  <inkml:trace contextRef="#ctx0" brushRef="#br0" timeOffset="17728.34">8900 4207 1355 0,'0'0'565'0,"0"0"-394"16,0 0 58-16,0 0 31 15,0 0-95-15,0 0-10 16,0 0-138-16,0-8 13 15,0 8-27-15,5 4-3 16,2 16 0-16,2 10 16 16,1 6-16-16,2 3 49 15,-3-2-49-15,-3-4 0 16,1-8 1-16,-3-7-1 16,4-3 0-16,-4-8 7 15,0-3 6-15,1-4-26 16,-5 0 10-16,2 0 3 15,2-1-15-15,3-22 15 0,4-11-53 16,0-12-44-16,3-8-67 16,1-5 72-16,-1 1 1 15,-1-2-43-15,3 1 112 16,-1 0-55-16,-1 5 77 16,-1 8 101-16,-4 4 21 15,0 10 31-15,0 4-55 16,-1 4-64-16,2 3 99 15,1 3-124-15,2 3 3 16,7 1 20-16,9 0-22 16,9-1-2-16,13 5-8 15,12 0 0-15,10 5-3 0,10 1 3 16,8 1 0-16,7 3 21 16,3-2-20-16,1-2 21 15,0 1-22-15,1-2-21 16,-5-1-9-16,-8 2-82 15,5-4-193-15,-24 2-185 16,-19-2-416-16</inkml:trace>
  <inkml:trace contextRef="#ctx0" brushRef="#br0" timeOffset="18397.16">9371 4231 1211 0,'0'0'748'0,"0"0"-560"15,0 0 90-15,0 0-116 16,0 0-70-16,0 0 29 15,0 0-97-15,46-51 1 16,-32 51-25-16,-1 0 24 16,1 5-13-16,-5 17-11 15,-5 9 1-15,-4 6 54 16,0 4-42-16,0-2 1 16,-8-3-14-16,-4-6 28 15,1-8-19-15,5-7-9 16,1-6 0-16,3-5-6 15,2-4 6-15,0 0 0 16,0 0-1-16,2-13-19 16,13-18-22-16,6-8-160 15,-2-4 15-15,-1 3 163 0,-7 10-19 16,-3 14 43-16,-8 7 71 16,0 9-56-16,0 0 59 15,-6 14-72-15,-4 13 22 16,1 5 122-16,7 2-104 15,2 0-11-15,2-2-29 16,23-6 26-16,6-5-56 16,4-6 26-16,3-7-146 15,7-8-53-15,-9 0-409 16,-10-12-471-16</inkml:trace>
  <inkml:trace contextRef="#ctx0" brushRef="#br0" timeOffset="18956.59">9712 3928 1318 0,'0'0'723'0,"0"0"-454"16,0 0-69-16,0 0-87 15,0 0 35-15,0 0-119 0,0 0-6 16,42-53-14-16,-26 53 10 15,-3 0-31-15,-9 11 12 16,-4 17 0-16,0 8 9 16,-8 6 8-16,-10 0-2 15,2-5 25-15,3-9-34 16,8-9 31-16,5-6-37 16,0-3 0-16,10-2-18 15,17 2 18-15,6-1-48 16,27-4-80-16,-9-5-360 15,-6 0-680-15</inkml:trace>
  <inkml:trace contextRef="#ctx0" brushRef="#br0" timeOffset="19124.34">10004 4339 1508 0,'0'0'225'15,"0"0"-136"-15,0 0-73 16,163-23 78-16,-90 8-94 16,-11 5-15-16,-10 0-232 0</inkml:trace>
  <inkml:trace contextRef="#ctx0" brushRef="#br0" timeOffset="19349.68">10281 4200 1213 0,'0'0'1000'15,"0"0"-791"-15,0 0-156 16,0 0 1-16,-21 103 96 16,13-59-150-16,-2 2 15 15,8-2-30-15,2-1-83 16,0-7-73-16,4-9-95 15,28-15-121-15,-4-7 7 16,1-5-478-16</inkml:trace>
  <inkml:trace contextRef="#ctx0" brushRef="#br0" timeOffset="19558.59">10522 4386 1162 0,'0'0'590'16,"0"0"-410"-16,0 0-65 0,62-143 13 15,-47 105-24-15,-3 8 62 16,-6 8 42-16,-4 8-96 15,-2 7 79-15,0 7-151 16,0 0-25-16,0 13-30 16,0 17-6-16,0 13 21 15,-8 14 0-15,-2 3-25 16,4 0 4-16,-1-4-79 16,5-8-137-16,2-4 2 15,0-13-332-15,0-13-1055 0</inkml:trace>
  <inkml:trace contextRef="#ctx0" brushRef="#br0" timeOffset="22331.52">11239 4439 1455 0,'0'0'487'16,"0"0"-313"-16,0 0-8 0,0 0-81 15,0 0 137 1,0 0-118-16,0 0-47 0,0 0 7 16,0 0-52-16,0 0 0 15,2 0-12-15,-2 0 21 16,0 0-5-16,0 0-16 16,0 0 0-16,0 0-4 15,0 0 16-15,-2 0-12 16,0 0 0-16,2 2 16 15,0-2-22-15,0 2 6 16,0-2 0-16,4 0-36 16,8 3 33-16,1-3 3 15,0 0 0-15,-2 0 18 16,-6-5 12-16,-3-11-30 0,-2 0 0 16,0-2-19-16,-9 4-40 15,-5 4-97-15,3 10-99 16,3 0-409-16,6 0-306 0</inkml:trace>
  <inkml:trace contextRef="#ctx0" brushRef="#br0" timeOffset="22916.85">11955 3455 1239 0,'0'0'511'16,"0"0"-435"-16,0 0-22 15,0 0-54-15,0 0 1 16,0 0 188-16,0 114-5 16,-12-24-12-16,-8 31-17 15,2-6-84-15,3-11 59 16,1-19-68-16,10-24-61 0,2 3 66 15,2 2-66 1,0-10-1-16,0-6 9 0,8-8 14 16,6-7-46-16,-1-8-21 15,5-6-116-15,-2-7 38 16,2-14-175-16,-5 0-197 16,-4-6-378-16</inkml:trace>
  <inkml:trace contextRef="#ctx0" brushRef="#br0" timeOffset="23649.15">11658 4197 1707 0,'0'0'649'16,"0"0"-578"-16,0 0-25 16,0 0 22-16,0 0-25 0,164-6 62 15,-83 2-105-15,10-3 7 16,3-2-23-16,-3-3 16 15,-10-5-5-15,-17 4-11 16,-22 1 32-16,-17 5-20 16,-18 7 4-16,-7 0-12 15,-11 11 10-15,-20 17 4 16,-11 12 66-16,-6 6 34 16,4 0-71-16,6-4 23 15,11-6-54-15,10-12 13 16,10-7-4-16,5-10-9 15,2-2-42-15,2-5 19 16,20 0 2-16,7-9 4 16,7-13-22-16,2-10-154 15,2-6 66-15,-7 0-166 0,-8 6 90 16,-9 12 203-16,-12 12 34 16,-4 8 42-16,0 0-12 15,-4 22 51-15,-10 6 141 16,3 5-137-16,-1-4-52 15,8-3 23-15,4-6-71 16,0-5 17-16,10-8-36 16,13-5 27-16,11-2-48 15,6-4 21-15,5-16-107 16,0-9 4-16,1-2-82 16,-5-3 53-16,-8 6 39 15,-9 5 93-15,-8 14 0 16,-12 9 22-16,-4 0 2 0,0 12 75 15,-6 12 7-15,-10 2 10 16,5-2-29 0,0-6-73-16,7-8 95 15,4-6-109-15,0-4 0 0,4 0 20 16,25-2-20-16,13-15-36 16,10-6-86-16,6 1-128 15,-3 1 213-15,-4 12-9 16,-13 6 38-16,-7 3-14 15,-13 17 44-15,-7 12-14 16,-7 4 9-16,-4-1 7 16,0-2 13-16,0-6-37 0,0-6-31 15,-4-9 12-15,-2-7-241 16,-3-2-470-16</inkml:trace>
  <inkml:trace contextRef="#ctx0" brushRef="#br0" timeOffset="23884.59">12626 3551 2356 0,'0'0'519'0,"0"0"-419"15,0 0-84-15,0 0 13 16,0 0-4-16,149 0-25 16,-66 0-76-16,-14 0-110 15,-9 0-676-15</inkml:trace>
  <inkml:trace contextRef="#ctx0" brushRef="#br0" timeOffset="24114.02">13257 3305 1033 0,'0'0'653'16,"0"0"-265"-16,0 0-17 0,0 0-42 16,19-113-194-16,-19 112-120 15,0 1 20-15,0 15-35 16,0 25-55-16,-2 38 54 15,-11 37-34-15,-5 27-44 16,3-6-219-16,3-36-357 16,5-39-803-16</inkml:trace>
  <inkml:trace contextRef="#ctx0" brushRef="#br0" timeOffset="24581.33">13357 4245 1510 0,'0'0'734'16,"0"0"-617"-16,0 0-35 15,0 0-51-15,0 0-31 16,0 0 114-16,0 0-78 15,122 2 19-15,-109 26-55 16,-5 8 0-16,-8 4 89 16,0 2-64-16,-10-3 14 15,-5-5 19-15,1-8-38 0,3-11 17 16,7-5-37-16,2-6 0 16,2-4-30-16,0 0 30 15,4-22-58-15,9-14-18 16,7-18-471-16,1-8 189 15,-2-4-462-15,-1 6 491 16,-7 16 329-16,-3 16 541 16,-8 18-26-16,0 10-265 15,0 3-200-15,-3 23 62 16,-4 9 38-16,3 5-47 16,4 1 68-16,0 0-165 15,8-3-6-15,17-6-98 16,24-10-124-16,-2-5-68 0,-4-14-563 15</inkml:trace>
  <inkml:trace contextRef="#ctx0" brushRef="#br0" timeOffset="51241.2">14197 4303 1053 0,'0'0'379'0,"0"0"-220"15,0 0-6-15,0 0 16 16,0 0 65-16,0 0-45 16,-2-19-44-16,2 16 10 15,-2-3-73-15,-1 2-20 0,1 0 24 16,0 0-49-1,-1 4 0-15,1-2-26 0,2 2-2 16,-2 0 49-16,2 0-47 16,0 0-11-16,0 0 35 15,0 0-33-15,0 0 11 16,0 0-13-16,0 0 12 16,9 0 11-16,15 0-23 15,14 0 0-15,14 0 34 16,4 0-33-16,2 0-1 15,-3 0-41-15,-6 2-72 16,11 6-4-16,-15 0-248 16,-9-3-383-16</inkml:trace>
  <inkml:trace contextRef="#ctx0" brushRef="#br0" timeOffset="52267">15374 3767 1328 0,'0'0'348'0,"0"0"-125"15,0 0 47-15,0 0-73 16,0 0-61-16,0 0 15 16,18-104-53-16,-36 103-34 15,-10 1-38-15,-11 9-25 16,-7 26 15-16,-6 15-15 15,5 16-1-15,9 14 63 16,11 6-48-16,12 0 12 16,9-6-8-16,6-9-8 15,0-12 28-15,0-8-39 16,2-9 0-16,2-6 1 16,-4-6 8-16,0-2-7 15,-12-6-2-15,-7-6 0 16,-8-4-1-16,2-9-33 0,3-3-6 15,7-15 31-15,8-20-91 16,7-14-85-16,17-5 28 16,24-1-4-16,10 6 118 15,5 8 12-15,0 15 31 16,-5 11 16-16,-4 12 6 16,-12 3 58-16,-6 5-9 15,-9 19 8-15,-7 3 46 16,-5 5-59-16,-6 1-35 15,-2-3 20-15,0-6-51 16,0-6-2-16,0-5-68 0,0-10-91 16,0-3 35-16,6-16-17 15,5-14-59-15,7-8-549 0</inkml:trace>
  <inkml:trace contextRef="#ctx0" brushRef="#br0" timeOffset="52550">15570 4149 1242 0,'0'0'386'0,"0"0"-146"15,0 0 46-15,-11 108-56 16,-5-60-50-16,-2-2-24 16,1-8-36-16,3-10-90 15,7-8-23-15,3-9 17 16,2-8-23-16,2-3-1 0,0 0 25 16,4-14-19-16,17-18-6 15,12-14-127-15,5-6-65 16,9 2 147-16,-1 11-14 15,-1 16 59-15,-5 17 7 16,-4 6 11-16,-9 16 61 16,-11 17 13-16,-8 4-53 15,-6 5 34-15,-2 0-65 16,0-1-8-16,0-6-22 16,-2 1-182-16,0-11-131 15,2-14-557-15</inkml:trace>
  <inkml:trace contextRef="#ctx0" brushRef="#br0" timeOffset="52908.94">16194 4238 1868 0,'0'0'612'0,"0"0"-470"15,0 0-86-15,0 0 17 16,0 0-58-16,0 0 88 15,0 0-18-15,74 93-64 0,-54-61-2 16,2-4-19-16,-4-6-15 16,-1-3-1-16,0-8-23 15,-1-3-84-15,3-8-103 16,-1-14-148-16,-1-11-469 0</inkml:trace>
  <inkml:trace contextRef="#ctx0" brushRef="#br0" timeOffset="53131.73">16654 3850 2029 0,'0'0'318'0,"0"0"-317"0,0 0 27 16,-41 137 70 0,16-76 48-16,2 4-40 0,0-3 9 15,5-2-90-15,3-4-17 16,3-5 17-16,6-10-25 15,-1-7-25-15,5-10-38 16,2-9-64-16,0-10-53 16,0-10-78-16,6-19 58 15,6-10-322-15</inkml:trace>
  <inkml:trace contextRef="#ctx0" brushRef="#br0" timeOffset="53326.73">16687 3788 1923 0,'0'0'532'16,"0"0"-420"-16,121-29-12 16,-30 16-35-16,42-3 46 15,48-6-47-15,13-1-9 16,-9 0-32-16,-26 0-22 16,-51 8 15-16,-25 3-16 15,-27 1-67-15,6-1-62 16,-10 3-379-16,-12-5-676 0</inkml:trace>
  <inkml:trace contextRef="#ctx0" brushRef="#br0" timeOffset="54491.11">16901 4374 1452 0,'0'0'477'0,"0"0"-254"16,0 0-59-16,0 0-22 0,0 0-89 16,0 0-4-1,0 0-4-15,63-115-37 0,-39 105 24 16,-2 8 0-16,-2 2-31 15,-4 0 72-15,-5 24-71 16,-9 8 30-16,-2 10 22 16,-4 2-22-16,-21 2 12 15,-2-3-26-15,3-10-9 16,2-6 34-16,4-10-43 16,7-6 0-16,7-7-1 15,4-4-6-15,0 0 7 16,0-8-17-16,21-20-16 15,10-17-67-15,5-9-138 16,5-6 36-16,-6 8 51 0,-8 10 111 16,-12 18 40-16,-10 14 102 15,-5 10-61-15,-3 6 19 16,-16 20-29-16,-1 11 89 16,4 2 10-16,7-1-83 15,9 1 8-15,0-10-44 16,14-2-4-16,13-6-11 15,6-6 4-15,5-5-143 16,18-10-52-16,-10 0-288 16,-8-10-339-16</inkml:trace>
  <inkml:trace contextRef="#ctx0" brushRef="#br0" timeOffset="54849.1">17320 3962 1542 0,'0'0'498'15,"0"0"-327"-15,0 0-16 16,0 0-91-16,0 0 7 16,0 0-12-16,0 0-45 0,82 20 56 15,-82 18-20-15,-11 4 7 16,-5-1 18-16,1-10-48 16,7-6-2-16,5-7-25 15,3-4 6-15,3-5-16 16,20 2-1-16,9-5-59 15,26-6-94-15,-9 0-386 16,-5 0-942-16</inkml:trace>
  <inkml:trace contextRef="#ctx0" brushRef="#br0" timeOffset="55024.97">17608 4313 1536 0,'0'0'368'15,"0"0"-258"-15,0 0-1 16,0 0-9-16,0 0-54 16,162-10 1-16,-106 3-47 15,16-5-90-15,-12 3-160 16,-14-2-462-16</inkml:trace>
  <inkml:trace contextRef="#ctx0" brushRef="#br0" timeOffset="55227.1">17953 4071 1585 0,'0'0'326'15,"0"0"-224"-15,0 0 10 16,0 0 50-16,-42 128-9 16,29-84-42-16,1 2-40 15,6 0-71-15,6-2-93 16,0-3-32-16,0-12-115 15,24-7-52-15,3-8-114 16,0-10-190-16</inkml:trace>
  <inkml:trace contextRef="#ctx0" brushRef="#br0" timeOffset="55448.64">18141 4354 1422 0,'0'0'478'0,"0"0"-383"15,0 0-69-15,75-141-25 16,-57 91 74-16,-3-3 33 15,-3 3 26-15,-3 8 47 0,-3 11-20 16,-1 11-1-16,-5 13-77 16,0 7-74-16,0 27-9 15,0 23-12-15,-13 16 11 16,-6 11 1-16,4 6-2 16,1-4-16-16,4-4-104 15,5-11-79-15,5-3-20 16,5-19-310-16,12-16-576 0</inkml:trace>
  <inkml:trace contextRef="#ctx0" brushRef="#br0" timeOffset="55736.6">18608 4532 1707 0,'0'0'638'0,"0"0"-552"15,0 0-86-15,0 0-14 16,0 0 14-16,0 0 24 16,0 0-24-16,108-15-18 15,-89 0 12-15,-7-6-25 16,-12 1 31-16,0 2 35 0,-14 7-35 15,-17 6-15-15,-21 5-124 16,8 5-334-16,7 4-1185 0</inkml:trace>
  <inkml:trace contextRef="#ctx0" brushRef="#br0" timeOffset="57378.63">20448 3846 1506 0,'0'0'339'0,"0"0"-185"16,0 0-89-16,0 0-12 16,0 0 49-16,0 0-1 15,38-134 1-15,-21 93-102 16,1-3 0-16,0-3 4 15,0-2 2-15,-4-3-7 16,-2 3 1-16,-1 0 0 0,1 5 15 16,-1 8-13-1,-5 10 5-15,0 9 128 0,-4 9-78 16,0 6-18-16,-2 2-35 16,0 8-1-16,0 27 10 15,0 16-7-15,-4 32 9 16,-6 3 14-16,1 8-16 15,3 4-26-15,-4-13 8 16,4 7-86-16,-5-5-38 16,-1 5-122-16,4-27-285 15,-1-18-904-15</inkml:trace>
  <inkml:trace contextRef="#ctx0" brushRef="#br0" timeOffset="57648.65">19647 4271 1607 0,'0'0'826'0,"0"0"-657"16,0 0-144-16,137 8-11 15,-4-6 19-15,64 1 74 16,32-3-61-16,5 0 17 15,-14 0-17-15,-35-9-46 16,-19-5 24-16,-37 2-24 16,-33 1 0-16,-32 8-19 0,-14-1-31 15,8 2-121-15,-10 2-368 16,-13-3-477-16</inkml:trace>
  <inkml:trace contextRef="#ctx0" brushRef="#br0" timeOffset="58077.27">19705 4831 1704 0,'0'0'562'16,"0"0"-480"-16,0 0-78 16,0 0 6-16,150-91 38 15,-99 51-47-15,-2-1 7 16,-2 2-5-16,-10 5-2 15,-10 3-1-15,-11 12 1 16,-7 4 33-16,-9 11 118 16,0 4-72-16,0 0-52 0,-4 7-28 15,-12 17 8 1,-4 12-2-16,2 8 31 0,2 4-37 16,3 5 33-1,6-4-33-15,3-4-85 0,4-1-92 16,0-15-201-16,7-12-490 15</inkml:trace>
  <inkml:trace contextRef="#ctx0" brushRef="#br0" timeOffset="58245.16">20172 4746 2004 0,'0'0'640'0,"0"0"-564"16,0 0-76-16,164-16-8 0,-95 8 1 15,0 0-29-15,3 0 35 16,7-6-203-16,-13 2-294 16,-20 0-266-16</inkml:trace>
  <inkml:trace contextRef="#ctx0" brushRef="#br0" timeOffset="58426.67">20568 4524 1570 0,'0'0'582'15,"0"0"-495"-15,0 0-39 16,0 0-34-16,-78 110 39 16,65-60 58-16,1 4-39 15,6 3-22-15,4-6-50 0,2-2-93 16,0-12 14-16,15-12-198 16,5-11-115-16,3-14-290 0</inkml:trace>
  <inkml:trace contextRef="#ctx0" brushRef="#br0" timeOffset="58798.04">20837 4601 1646 0,'0'0'692'16,"0"0"-533"-16,0 0-140 16,123 7-17-16,-96 15 36 15,-11 10 10-15,-8 9 92 16,-8 6-59-16,0 5-27 15,0-1 13-15,-10-4-48 16,-4-8-11-16,3-9 3 0,4-11-10 16,3-10 17-16,2-6-18 15,2-3-1-15,0-1-23 16,0-23 21-16,9-16-123 16,8-14-111-16,1-6-18 15,0 3 20-15,-7 10 235 16,-4 21 100-16,-7 13 159 15,0 13-182-15,0 2-53 16,-9 21 2-16,2 6 33 16,7 5 26-16,0 5-43 0,13-3-21 15,23-5-21 1,9-4-67-16,11-12-12 16,17-15-135-16,-13 0-325 15,-10-11-1069-15</inkml:trace>
  <inkml:trace contextRef="#ctx0" brushRef="#br0" timeOffset="59149.99">21428 4448 1478 0,'0'0'488'0,"0"0"-340"16,0 0-35-16,0 0 38 0,0 0 51 15,0 0-112-15,0 0-41 16,52-16-12-16,-30 16-37 16,-2 3 0-16,-4 18 1 15,-9 8 6-15,-7 7 75 16,-5 3-67-16,-15-1 0 15,-3-6 57-15,6-6-56 16,7-6 1-16,10-5-17 16,12-6 0-16,32-3-9 15,25-4 9-15,59-4-115 16,-15-18-358-16,-10-4-782 0</inkml:trace>
  <inkml:trace contextRef="#ctx0" brushRef="#br0" timeOffset="62425.93">4192 5063 1192 0,'0'0'532'16,"0"0"-393"-16,0 0 18 15,0 0-38-15,0 0-28 16,0 0 42-16,0 0-2 16,0-17-36-16,0 17-7 15,5-3-55-15,1 1 7 16,6-2-25-16,3-2-13 0,8 2 4 15,1 0-6 1,5 1-12-16,5 3 6 0,1 0 12 16,1 0-12-16,-1 0 6 15,4 0-8-15,1 0 1 16,2 0-14-16,3 3-22 16,4-1 14-1,0-2-18-15,0 2 32 0,-3-2 3 16,2 2 12-16,-4-2-9 15,1 2 3-15,1 1-12 16,1-3 3-16,5 0-3 16,-2 0 18-16,2 0-12 15,0 0 12-15,-4 0-3 0,1 0 3 16,0 0 0 0,-2 0-6-16,3 0 18 0,-2 0-24 15,1 0 11-15,3 0-10 16,-1 0 1-16,-2 3-15 15,-1 1 25-15,0 1-12 16,-1-2 19-16,1 1-8 16,2-2 1-16,-2 2 0 15,6-2-1-15,2 0 1 16,2 1-6-16,2-3-11 16,3 0 17-16,5 0-1 15,6 0-10-15,4 0 11 16,3 0-10-16,1 0 10 15,2 0-9-15,1 0 0 16,2 0 16-16,5 0-7 0,-1-3 0 16,5 1 1-16,2 0-6 15,-2 2 5-15,2 0 0 16,-4 0-3-16,1 0 4 16,-3 0-1-16,1 0 0 15,-1 0 0-15,-3 0 2 16,-2 2-2-16,0 0 0 15,-4 2-21-15,-1-2 21 16,2 0-8-16,-1 2 7 16,-1-1-7-16,1-2-1 15,-5 1-7-15,0 0 1 16,-2 2 0-16,-5-2 22 16,3 1-9-16,-1-3 2 0,0 3 0 15,4-3-6 1,1 2 2-16,2-2 4 0,0 0-18 15,0 0 9-15,0 0-1 16,1 0-2-16,1 0 12 16,3 2-1-16,0 0-1 15,0 1 2-15,2 0-4 16,0 1 11-16,2 0-7 16,2 0 0-16,1 1-3 15,3 0 3-15,1-1 0 16,0 1-1-16,0 0-8 15,1-1 18-15,4-1-9 0,2 4 0 16,-1-5 0 0,3 2 4-16,-1-1-4 0,4 1 0 15,-2-1 5-15,2 3-5 16,16 0-2-16,-12 0-5 16,1 1 14-16,15 1-14 15,3-5 7-15,-2 4 0 16,-15-3 0-16,-14 0 0 15,-19 0 0-15,15 1 12 16,13 4-11-16,0-2-2 16,0 3-5-16,0-2 6 15,1 0 9-15,14 1-9 16,15-4 0-16,17-3-1 0,0-2 4 16,-13 0-9-1,-30 0 6-15,-28 0 0 0,-15 0-3 16,-2 0 4-16,15 0-1 15,13-2 7-15,12 1-6 16,2 1 2-16,-3-2-3 16,0 0 0-16,-3-3 10 15,-3 4-10-15,-1-2 0 16,-2 2-1-16,-2-2-8 16,1 2 9-16,-4-2 0 15,1 2 0-15,-3-4 5 16,0 3-5-16,-1-1 0 15,-3 1 0-15,1-3 7 16,-1 3-7-16,0 0 0 16,0 0 0-16,-4 1 0 0,2 1 0 15,-3 0 0-15,-2 0-1 16,1 0-3-16,-2 0 4 16,2 0 0-16,0 0 0 15,-4 0 6-15,4 0-6 16,-6 0-6-16,4 0 5 15,-4 3 2-15,3 1 5 16,0 1-6-16,2-2 7 16,1 1-8-16,4 1 1 15,1-4 0-15,7 2-6 16,2-2 19-16,3-1-13 16,2 3 0-16,0-3 1 0,-1 0-9 15,-1 1 8 1,-1-1 0-16,-1 0-1 0,-2 0 9 15,-1 0-10-15,-1 0 2 16,-1 0 0-16,-4 0-1 16,0 0 1-16,-2 0 0 15,0 0 3-15,-5 0-2 16,0 0-1-16,-5 3 0 16,-3-2 0-16,-5 2-1 15,-2-1 1-15,-3 0-3 16,-2-2-5-16,3 0 10 15,-1 0-8-15,2 0 4 16,0 0 2-16,0 0-2 0,-4-2 2 16,3-3 0-1,-5 1-3-15,2 0 11 0,-3 0-16 16,7 3 8-16,-2-4 0 16,7 1 8-16,2 3-8 15,3-3 0-15,3-1 6 16,2 1 12-16,0 3 21 15,4-1-20-15,0-3-3 16,-6 3 30-16,0 2-46 16,-9-2 13-16,-3 2 47 15,-7 0-42-15,-9 0-17 16,-7 0-1-16,-10 0-65 16,-23 0-60-16,-9 0-254 15,0 0-834-15</inkml:trace>
  <inkml:trace contextRef="#ctx0" brushRef="#br0" timeOffset="63611.15">10541 5747 1475 0,'0'0'367'0,"0"0"-100"15,0 0-105-15,0 0-86 16,0 0-33-16,0 0-27 16,0 0 3-16,2 28-7 15,-2 42 71-15,-4 8 84 16,-7 13-106-16,-1 5-15 16,4-15-17-16,3 0-28 15,3-11-2-15,2-9 1 16,0-14-34-16,0-11 25 15,9-7-127-15,3-10-53 16,-10-12-127-16,-2-7-230 0,0 0-181 0</inkml:trace>
  <inkml:trace contextRef="#ctx0" brushRef="#br0" timeOffset="64329.84">10151 6186 1577 0,'0'0'548'15,"0"0"-319"-15,0 0-219 16,0 0-9-16,120-18-1 16,-48 12 0-16,26-2 1 15,-2-1 55-15,9-4-48 16,-1-1 1-16,-19 2 4 16,0 0-6-16,-20 4-1 0,-26 1-6 15,-18 7 1-15,-21 0-25 16,-10 22 58-1,-30 22 24-15,-13 7 64 0,-8 9-82 16,1-2 26-16,12-5-51 16,9-13 4-16,15-12-5 15,15-13-14-15,9-8-37 16,5-7-35-16,28 0 20 16,9-10 44-16,12-19-97 15,0-8-103-15,-4-8-34 16,-9 0-88-16,-10 4 164 15,-13 11 166-15,-10 13 191 0,-8 14 20 16,0 3-130 0,0 10-73-16,-4 14 172 0,-5 3-60 15,5 0 3-15,4-3-15 16,0-3-79-16,2-8-21 16,16-6-8-16,8-7 0 15,6 0-23-15,4-8 7 16,4-16-91-16,2-6-12 15,-1-3-67-15,-4 4 91 16,-6 3 54-16,-8 14 41 16,-14 12 2-16,-9 7 7 15,0 24 51-15,-7 10 82 16,-11-1-40-16,3-1-12 0,1-9 7 16,5-10-63-16,7-10-10 15,2-8-23-15,0-2-1 16,17-4 0-16,18-21-37 15,7-7-106-15,9-8-125 16,2 2 49-16,-6 2 91 16,-5 8 47-16,-5 11 81 15,-14 17 15-15,-4 0 24 16,-9 17 59-16,-3 11-23 16,-4 4-32-16,-1 0 9 15,-2-2-52-15,0-4-4 16,0-10-59-16,0-6-158 15,0-8-369-15</inkml:trace>
  <inkml:trace contextRef="#ctx0" brushRef="#br0" timeOffset="64558.96">11369 5753 1802 0,'0'0'526'16,"0"0"-357"-16,0 0-54 15,0 0-56-15,0 0 4 0,0 0-33 16,135-12-23 0,-77 12-7-16,23 0-107 0,-17 0-242 15,-11 0-305-15</inkml:trace>
  <inkml:trace contextRef="#ctx0" brushRef="#br0" timeOffset="64796.02">11890 5711 1629 0,'0'0'308'16,"0"0"-308"-16,0 0-34 15,49-103-42-15,-40 61 40 16,-2 1 36-16,-5 4 165 15,0 7-7-15,-2 10 52 16,0 10-57-16,0 10-58 0,0 0-89 16,0 20-6-16,0 22-17 15,0 20 9-15,0 15 0 16,0 5-42-16,0 16-158 16,0-21-282-16,0-19-166 0</inkml:trace>
  <inkml:trace contextRef="#ctx0" brushRef="#br0" timeOffset="65203.02">12121 6025 1287 0,'0'0'775'0,"0"0"-538"16,0 0-194-16,0 0-43 0,0 0 0 15,0 0 76-15,0 0 31 16,48 113 30-16,-42-63-75 16,-2 2-30-16,-4 0 6 15,0-8-30-15,0-8 13 16,0-9-21-16,0-12-10 16,0-8-4-16,0-7-65 15,0 0 52-15,14-29-8 16,10-39-438-16,1-7-77 15,-5 4-419-15,-5 13 957 16,-12 39 12-16,-3 15 858 16,0 4-247-16,0 0-429 15,0 14-169-15,-5 17 45 0,1 5 40 16,4 8 1-16,0 0 15 16,18-1-106-16,17-7-8 15,10-9-65-15,29-17-51 16,-10-8-90-16,-8-2-319 0</inkml:trace>
  <inkml:trace contextRef="#ctx0" brushRef="#br0" timeOffset="65411.77">12958 5763 2206 0,'0'0'316'0,"0"0"-231"16,0 0-85-1,133 166 22-15,-115-78 3 0,-18 23 21 16,-16 19 13-16,-21-14 15 16,-10-11-63-16,-11-18-11 15,-4-20-77-15,-35 15-123 16,-61 3-21-16,20-24-297 16,0-20-528-16</inkml:trace>
  <inkml:trace contextRef="#ctx0" brushRef="#br0" timeOffset="65794.59">9801 5704 1572 0,'0'0'233'16,"0"0"-183"-16,0 0 29 15,-141 121 59-15,91-2 90 0,13 43 20 16,24 14-93 0,16-9-51-16,52-26-65 0,14-42-37 15,39-10-4-15,23-20-68 16,25-21-63-16,33-22-20 16,-48-20-146-16,-19-6-698 0</inkml:trace>
  <inkml:trace contextRef="#ctx0" brushRef="#br0" timeOffset="66457.7">13421 5692 1028 0,'0'0'234'0,"0"0"-83"16,0 0-36-16,0 0 52 16,0 0-11-16,0 0 38 0,0 0 58 15,18-47-175 1,9 29-40-16,4 1 28 15,3 6-20-15,-3 8 32 0,-4 3-31 16,-12 10-22-16,-11 23 25 16,-4 13 11-16,-15 4 3 15,-14 2 23-15,0-4-69 16,4-9 7-16,15-10-23 16,10-9-1-16,0-6 0 15,29-4-4-15,23-6-28 16,67-4-12-16,-12-7-247 15,-3-14-503-15</inkml:trace>
  <inkml:trace contextRef="#ctx0" brushRef="#br0" timeOffset="69841.7">27150 1535 1610 0,'0'0'395'15,"0"0"-248"-15,0 0-69 0,0 0-18 16,0 0 47-16,0 0 36 16,0 0-103-16,10 20-33 15,1 19 23-15,3 15 31 16,-2 8 29-16,-1 5-62 16,1-6-28-16,-1-8 20 15,-3-14-11-15,0-14-18 16,-2-11 1-16,-1-7-2 15,-5-7-5-15,2 0 15 16,-2-13 0-16,0-20-2 0,4-18-39 16,3-15-14-16,2-9 34 15,6 5 21-15,6 8 7 16,1 11 8-16,4 16 30 16,5 9 9-16,8 8-54 15,7 9-12-15,8 9-51 16,4 0-87-1,13 17-76-15,-17 5-149 0,-14-2-388 0</inkml:trace>
  <inkml:trace contextRef="#ctx0" brushRef="#br0" timeOffset="70143.72">27712 1622 1448 0,'0'0'404'0,"0"0"-266"16,0 0-52-16,0 0 134 0,0 0-66 15,-33 130-72-15,27-90-12 16,6-6-55-16,0-5 4 16,0-12-10-16,13-6-9 15,7-10 1-15,7-1-1 16,2-7-82-16,-1-21 16 16,-1-8-112-16,-3-9-22 15,-3 1 27-15,-8 8 106 16,-4 10 67-16,-6 14 199 15,-3 10-46-15,0 2-105 16,0 14-35-16,0 18-12 16,8 10 20-16,5 2-21 15,20 4-87-15,0-13-173 0,-2-15-416 16</inkml:trace>
  <inkml:trace contextRef="#ctx0" brushRef="#br0" timeOffset="70357.73">28259 1369 1440 0,'0'0'350'0,"0"0"-269"16,0 0 59-16,15 163-16 16,-20-91 3-16,-19 4-47 15,-10 0-46-15,-5-1-11 16,-3-10-23-16,-4-6-32 15,-5-12-37-15,-24-18-182 16,8-14-152-16,7-15-341 0</inkml:trace>
  <inkml:trace contextRef="#ctx0" brushRef="#br0" timeOffset="70533.87">26973 1325 1646 0,'0'0'246'0,"0"0"-180"16,-92 110-19-16,63-37 16 16,13 7 49-16,16 8-44 0,0 2-34 15,36-1-34 1,49 5-77-16,-9-22-168 0,-1-26-401 0</inkml:trace>
  <inkml:trace contextRef="#ctx0" brushRef="#br0" timeOffset="70781.92">28591 1191 142 0,'0'0'1696'0,"0"0"-1447"16,0 0-249-16,0 0 0 16,0 0 2-16,-21 107 63 15,6-44-65-15,-1 29-56 16,3-13-208-16,7-19-469 0</inkml:trace>
  <inkml:trace contextRef="#ctx0" brushRef="#br0" timeOffset="70958.15">28664 1690 1370 0,'0'0'855'0,"0"0"-710"0,0 0-73 16,0 0-32-1,0 0-30-15,139 6-10 0,-122 6-177 16,-8-1-440-16,-9-4-871 0</inkml:trace>
  <inkml:trace contextRef="#ctx0" brushRef="#br0" timeOffset="71059.1">28664 1690 1647 0,'-17'111'238'0,"48"-110"-170"16,11 3-33-16,43-4-35 15,-14 0-141-15,-1 0-836 0</inkml:trace>
  <inkml:trace contextRef="#ctx0" brushRef="#br0" timeOffset="71355.81">29864 1209 1189 0,'0'0'755'16,"0"0"-629"-16,0 0-116 15,0 0 37-15,0 0 70 16,0 0 94-16,-14 130-77 16,14-81-58-16,0-6-7 0,7-4-35 15,11-7-21 1,4-11-13-16,3-9-10 15,4-9-54-15,15-13-113 0,-6-16-109 16,-5-9-452-16</inkml:trace>
  <inkml:trace contextRef="#ctx0" brushRef="#br0" timeOffset="71478.72">30136 1275 1249 0,'0'0'867'0,"0"0"-476"16,0 0-227-16,0 0-129 15,0 0-33-15,0 0 58 16,2 123-50-16,-2-73-10 15,0-1-57-15,4-4-132 16,7-13-109-16,7-14-458 0</inkml:trace>
  <inkml:trace contextRef="#ctx0" brushRef="#br0" timeOffset="71646.63">30570 1042 1275 0,'0'0'1177'0,"0"0"-1113"16,0 0-64-16,0 0 0 16,0 0 1-16,-75 161-1 15,15-47-47-15,6-15-214 16,4-13-409-16</inkml:trace>
  <inkml:trace contextRef="#ctx0" brushRef="#br0" timeOffset="71817.62">29465 1953 1292 0,'0'0'1253'0,"0"0"-1059"16,0 0-129-16,189 2-29 16,-93-2-28-16,6 4-16 15,37 2-41-15,-25 0-294 16,-25-4-773-16</inkml:trace>
  <inkml:trace contextRef="#ctx0" brushRef="#br0" timeOffset="72773.13">29376 2372 1558 0,'0'0'333'16,"0"0"-157"-16,0 0 39 16,0 0 40-16,0 0-118 15,0 0-83-15,0 0-54 16,19-21-20-16,-12 38 20 16,0 11 0-16,-3 11 18 15,-4 5 32-15,0 2-13 16,-4 2 12-16,-12-7-26 15,1-4-22-15,-1-8 14 16,7-6-15-16,0-7 0 16,5-9-2-16,1-2-18 15,3-3 20-15,0-2 0 16,0 0 6-16,0 0 28 0,0 0-28 16,0-2 6-16,0-8 4 15,0 0-14-15,0 2-3 16,0 2 2-1,0 1 12-15,0 5 14 0,0 0-27 16,0 0 0-16,0 0-11 16,0 0-4-16,0 0-43 15,0 0-126-15,0 0-38 16,0 0 64-16,0 0-8 16,0-3 78-16,0-6 79 15,0-4-41-15,0-3 41 16,0-4 9-16,0-1 12 0,5 3 29 15,-3 2 38-15,-2 4 25 16,0 3 35-16,0 2-8 16,0 3-61-16,0 1-55 15,0 1-8-15,0 0 2 16,0-1-9-16,0 1 0 16,0-2 44-16,5-4-29 15,3-4-4-15,6-3-11 16,6-6-28-16,7-1-3 15,4 0-67-15,0 3 35 16,-2 6 54-16,-6 5 9 16,-11 6 79-16,-2 2 15 15,-10 6-61-15,0 18 10 0,-2 15 3 16,-25 7 14-16,-6 4 17 16,-6-2-42-16,1-4 4 15,9-7-11-15,11-8-11 16,12-5 8-16,6-5-25 15,2 0 0-15,29-1 9 16,16-6-9-16,14-6-1 16,7-6-35-16,3 0-79 15,16-34-76-15,-19-1-299 16,-17-9-639-16</inkml:trace>
  <inkml:trace contextRef="#ctx0" brushRef="#br0" timeOffset="73078.95">29859 2421 1965 0,'0'0'493'16,"0"0"-438"-16,0 0 45 0,0 0 27 16,0 0-84-16,0 0 0 15,0 0 17-15,24 127-41 16,-10-87 34-16,3-4-46 16,2-7-7-16,1-7 12 15,-1-8-11-15,0-9-1 16,-1-5-39-16,-3 0-57 15,-1-19-20-15,-6-20-182 16,1-10-14-16,0-13 78 16,3-5 127-16,5 1 107 0,5 8 237 15,7 8 55 1,3 13 57-16,3 10-151 0,8 10-96 16,1 10-75-16,6 7-27 15,-6 3-30-15,-5 36-164 16,-12-4-409-1,-11-3-440-15</inkml:trace>
  <inkml:trace contextRef="#ctx0" brushRef="#br0" timeOffset="73281.84">30336 2496 1039 0,'0'0'950'15,"0"0"-808"-15,0 0 85 16,0 0 44-16,-53 109-56 15,39-69-124-15,8 0-43 0,6-2-21 16,0-2-26-16,20-8 21 16,18-6-22-16,10-12-45 15,8-10-21-15,14-18-244 16,-13-19-272-16,-12-1-448 0</inkml:trace>
  <inkml:trace contextRef="#ctx0" brushRef="#br0" timeOffset="73378.92">30678 2613 675 0,'0'0'1653'0,"0"0"-1159"15,0 0-439-15,0 0-55 16,0 0-36-16,0 0 35 16,-8 132-28-16,-1-68-264 15,5-11-670-15</inkml:trace>
  <inkml:trace contextRef="#ctx0" brushRef="#br0" timeOffset="93762.77">12189 9235 1487 0,'0'0'740'15,"0"0"-365"-15,0 0-112 16,0 0-65-16,0 0-97 15,0 0-80-15,173-44-6 16,-97 39-14-16,4 3-2 16,3 2-28-16,29 0-89 15,-21 10-214-15,-18-4-517 0</inkml:trace>
  <inkml:trace contextRef="#ctx0" brushRef="#br0" timeOffset="95120.62">14870 8179 172 0,'0'0'0'0</inkml:trace>
  <inkml:trace contextRef="#ctx0" brushRef="#br0" timeOffset="96037.8">14870 8179 147 0,'-51'24'238'0,"51"-24"-43"0,0 0-12 16,0 0 20-16,0 0 50 15,0 0 34-15,0-4-79 16,0-4-28-16,0-4 18 16,0 3-38-16,0 0-25 15,0 4-15-15,0 0-30 16,-2 5-69-16,-3 0-21 16,-1 0-6-16,-4 2-20 15,-3 13 25-15,0 2 1 16,2 5 12-16,4-1 34 15,3-2-24-15,4-1-2 0,0-4 12 16,0-2-24-16,4-3 10 16,7-3-4-1,3-5-13-15,1-1 41 16,5 0-42-16,1-1-1 0,-6-9 0 16,-1 0-16-16,-8-1 16 15,-6 3-15-15,0 2 1 16,0 6 0-16,-16 0 9 15,-9 0-11-15,0 13 7 16,-2 11 10-16,4 8 30 16,7 7-9-16,5 4 7 15,9 3 36-15,2 0-26 0,0-4-6 16,0-4 7-16,0-5-39 16,0-3 14-16,-13-4-3 15,-14-3-10-15,-4 0 31 16,-8-6-32-16,4-6 0 15,6-7-13-15,7-4 0 16,8-4 12-16,14-21-14 16,0-12-20-16,29-13-92 15,23-5-49-15,10 1 81 16,9 10 39-16,4 15 32 16,-7 16 24-16,-7 13 58 15,-8 1 30-15,-13 23 1 16,-11 10-17-16,-12 1-5 0,-7 3-3 15,-8 0-28 1,-2-6-11-16,0-6-24 0,0-8 1 16,0-8-2-16,0-6-26 15,0-4-21-15,0 0 21 16,0-4-25-16,15-19 17 16,14-14-207-16,12-7-323 15,3 2 414-15,-2 8 47 16,-5 15 103-16,-14 12 176 15,-4 7-34-15,-11 18 30 16,-2 14 32-16,-6 6-1 16,0 2-39-16,0-1-69 15,-8-7-35-15,2-10-27 16,1-9-26-16,3-6 5 16,2-7-12-16,0 0 6 0,4 0-6 15,23-14-6-15,15-17-44 16,14-6-68-16,9-8-19 15,3 1 52-15,-4 10 81 16,-14 12 4-16,-9 15 73 16,-15 7-33-16,-10 14-35 15,-7 21-5-15,-9 15-58 16,0 22-74-16,0-9-241 16,0-17-752-16</inkml:trace>
  <inkml:trace contextRef="#ctx0" brushRef="#br0" timeOffset="99760.18">16135 8606 1506 0,'0'0'526'0,"0"0"-384"16,0 0-2-16,0 0 13 0,0 0-60 16,0 0-67-16,0 0-14 15,0 44 23-15,4-12 34 16,0 3-14-16,3-3-15 15,1-4 14-15,2-6-40 16,-4-6 1-16,3-6-14 16,0-2 15-16,0-6-13 15,0-2-3-15,2 0 0 16,3-4-1-16,1-20-12 16,5-16-31-16,1-12-21 15,-2-11-26-15,1-9-14 16,-1-4 37-16,0-1 65 0,1 4 3 15,1 5 7-15,-4 5 62 16,1 10 39 0,0 7-8-16,-2 7-31 0,-1 11-8 15,3 6 1-15,7 10 5 16,14 4-54-16,22 6-13 16,37 2 7-16,51 7-6 15,56 12 6-15,20 0-7 16,-1-4 0-16,-22-10 4 15,-37-5-4-15,-31 0-9 16,-33 0 9-16,-35 0-51 16,-15 3-13-16,11 3-124 15,-12-3-270-15,-11 0-499 0</inkml:trace>
  <inkml:trace contextRef="#ctx0" brushRef="#br0" timeOffset="100323.59">16707 8564 914 0,'0'0'834'0,"0"0"-449"16,0 0-178-16,0 0-14 15,45-118-62-15,-32 102-58 16,-2 6 4-16,-4 10-42 16,-3 0-20-16,-4 10-6 15,0 22-9-15,0 12 46 16,-4 10-18-16,-16 6-5 15,-7 1 26-15,-2-7-29 16,5-10-1-16,4-9-6 16,6-12-11-16,5-9-4 15,5-8-13-15,4-3-28 16,0-3 34-16,0 0-12 16,4-13-1-16,14-19 11 0,4-13-129 15,5-10-48-15,0 1 35 16,-9 8 102-16,-7 15 51 15,-7 17 116-15,-4 10-6 16,0 4-81-16,0 8-20 16,-2 19 31-16,-3 8 25 15,5 5-2-15,0 5-9 16,9-3-42-16,14-6 0 16,6-7-12-16,4-8-32 15,0-5-91-15,12-14-151 16,-11-2-297-16,-7 0-644 0</inkml:trace>
  <inkml:trace contextRef="#ctx0" brushRef="#br0" timeOffset="100632.59">17015 8301 1109 0,'0'0'493'15,"0"0"-175"-15,0 0-68 16,0 0-92-16,0 0 8 16,0 0-19-16,0 0-69 15,84-49-35-15,-72 72-22 16,-8 8 28-16,-4 3 26 16,0 2-26-16,0-5-1 0,-6-6-30 15,-2-7-3-15,6-8 1 16,2-5-16-16,0-2 0 15,8 1 11-15,11 0-11 16,8-2-24-16,4 0-48 16,14-2-79-16,-9 0-196 15,-5-8-779-15</inkml:trace>
  <inkml:trace contextRef="#ctx0" brushRef="#br0" timeOffset="100826.83">17307 8624 1234 0,'0'0'784'15,"0"0"-501"-15,0 0-92 16,0 0-36-16,0 0-78 16,143-50-48-16,-99 38-29 15,-1 2-30-15,9-4-136 16,-11 2-164-16,-8-3-340 0</inkml:trace>
  <inkml:trace contextRef="#ctx0" brushRef="#br0" timeOffset="101007.49">17645 8381 1348 0,'0'0'390'0,"0"0"-235"15,0 0 12-15,0 0 27 16,-40 109-50-16,27-59-65 15,-3 4-50-15,6 1-29 16,4-4-40-16,4-4-62 16,2-7-157-16,14-12-276 15,6-15-265-15</inkml:trace>
  <inkml:trace contextRef="#ctx0" brushRef="#br0" timeOffset="101203.13">17973 8532 1145 0,'0'0'406'0,"0"0"-168"16,56-106 49-16,-33 63-48 0,-6 14-46 16,-5 7-26-16,-6 12-8 15,-6 8-123 1,0 2-36-16,0 17-7 16,0 22-10-16,-6 17 16 0,-8 14 1 15,-7 8-35-15,-5 24-85 16,2-17-179-16,1-24-663 0</inkml:trace>
  <inkml:trace contextRef="#ctx0" brushRef="#br0" timeOffset="101918.05">14241 9075 1413 0,'0'0'500'15,"0"0"-321"-15,0 0-19 0,0 0-22 16,0 0-40-1,0 0-43-15,0 0 20 0,190 33-7 16,-52-15-17-16,58-4-2 16,36-6 20-16,13-6 10 15,5-2-51-15,-12 0 5 16,12 0-12-16,9-5-21 16,4 2 0-16,4-6 6 15,-12 4 5-15,-12-1 15 16,-25-1-2-16,-29 2-16 15,-23 1 10-15,-44-1-18 16,-32 1 17-16,-32 3-17 16,-16 1 0-16,-7-2 0 0,-2 0-4 15,-6 2-58 1,-11 0-15-16,-14 0-180 16,-2 0-352-16,0-2-357 0</inkml:trace>
  <inkml:trace contextRef="#ctx0" brushRef="#br0" timeOffset="103355.52">15292 9610 1230 0,'0'0'500'0,"0"0"-266"16,0 0 20-16,0 0-88 0,0 0-42 16,0 0-54-1,0 0-56-15,131-85 30 0,-104 85-18 16,-2 0 11-16,-10 6-13 15,-4 18-18-15,-6 6 42 16,-5 7 11-16,0 2-27 16,-16 1 26-16,-4-3-40 15,2-8 6-15,3-5-15 16,3-8-8-16,6-8 1 16,6-4-2-16,0-4-6 15,0 0-5-15,0 0-22 16,13-16 3-16,13-13-22 15,6-14-176-15,1-3-2 16,-6 0 28-16,-7 8 145 16,-11 15 57-16,-9 9 174 0,0 14-60 15,0 0-42-15,-11 2-3 16,-3 19 25-16,6 2-28 16,5 3-4-16,3 1 10 15,7 1-46-15,20-4-26 16,6-1 0-16,8-9-14 15,1-6-59-15,14-8-143 16,-14 0-60-16,-9-8-242 0</inkml:trace>
  <inkml:trace contextRef="#ctx0" brushRef="#br0" timeOffset="103627.67">15900 9252 1358 0,'0'0'615'0,"0"0"-348"16,0 0-175-16,0 0-20 15,0 0-26-15,0 0-1 16,0 0 4-16,107 53 49 16,-105-22 1-16,-2 1-31 15,0-6-9-15,0-4 5 16,-7-3-51-16,5-8-2 15,2 0-11-15,0-1-2 16,5 2-25-16,15-1-46 0,26 0-110 16,-3-6-178-16,-3-5-755 15</inkml:trace>
  <inkml:trace contextRef="#ctx0" brushRef="#br0" timeOffset="103801.76">16291 9589 1380 0,'0'0'536'0,"0"0"-322"16,0 0 29-16,0 0-43 15,0 0-112-15,120 0-62 16,-69-4-26-16,0-3-111 16,14-7-89-16,-14 1-329 15,-11-6-547-15</inkml:trace>
  <inkml:trace contextRef="#ctx0" brushRef="#br0" timeOffset="103967.66">16598 9423 1662 0,'0'0'273'16,"0"0"-221"-16,0 0 37 16,-33 102 47-16,19-58-9 15,5 6-83-15,3-1-42 16,6 0-2-16,15 3-131 15,16-14-145-15,4-12-477 0</inkml:trace>
  <inkml:trace contextRef="#ctx0" brushRef="#br0" timeOffset="104174.96">17103 9537 715 0,'0'0'0'0,"0"0"0"16,0 0 156-16,68-123 527 15,-61 109-98-15,-7 8-194 16,0 6-144-16,0 3-204 16,0 25-34-16,-11 12 47 15,-3 13-13-15,5 14-21 16,3 5-22-16,3 4-11 16,3 12-71-16,0-19-389 15,7-20-816-15</inkml:trace>
  <inkml:trace contextRef="#ctx0" brushRef="#br0" timeOffset="130451.76">6790 8736 958 0,'0'0'306'0,"0"0"-147"16,0 0-3-16,0 0-28 15,0 0-20-15,0 0-1 16,0-12-32-16,0 7 14 15,0-2-72-15,0 2-2 16,2-2 44-16,2 3-25 0,3 1 43 16,-1 0-7-1,4 3-29-15,1 0 18 0,2 0-39 16,1 10 6-16,-2 14-3 16,-2 8-7-16,-6 5 23 15,-4 5 11-15,0 0-23 16,-2 2 49-16,-18-4-58 15,-3-2 12-15,-6-1 16 16,2-8-44-16,1-4 10 16,6-7-12-16,6-8 9 15,8-6 12-15,1-4-20 16,5 0 11-16,0-12-12 16,0-18-9-16,21-12-169 0,10-11-33 15,4 0-78 1,3-2 5-16,-5 9 91 0,-6 12 51 15,-11 12 142-15,-9 12 83 16,-7 10 87-16,0 0-80 16,-4 28-55-16,-13 10 157 15,2 8-28-15,4 0-56 16,6-2-14-16,5-4-30 16,2-6-8-16,27-2-38 15,12-8-18-15,35-7-56 16,-12-7-274-16,-6-10-759 0</inkml:trace>
  <inkml:trace contextRef="#ctx0" brushRef="#br0" timeOffset="130826.93">7255 9048 538 0,'0'0'1116'0,"0"0"-909"15,0 0-107-15,0 0 43 16,0 0-59-16,0 0 23 15,0 0-52-15,0 0-11 16,0 0-23-16,0 0-8 0,0 0 81 16,0 0-24-16,-4 0-27 15,0 0 36-15,2 0-79 16,2 0 9-16,0 0-9 16,0 0 0-16,2 0-6 15,13 0-64-15,12 2-53 16,-5-2-103-16,-4 0-728 0</inkml:trace>
  <inkml:trace contextRef="#ctx0" brushRef="#br0" timeOffset="133365.25">7862 8659 515 0,'0'0'850'0,"0"0"-668"15,0 0-127-15,0 0-10 16,0 0 31-16,0 0 22 16,0 0 29-16,-89-14-8 15,68 14-63-15,-3 16 10 16,0 5 29-16,-1 9-27 16,2 9 13-16,6 3-24 15,3 0-5-15,10-3 3 16,4-7-24-16,0-6-15 0,0-7 7 15,18-5-23-15,6-3 12 16,10-9-12-16,2-2-27 16,4 0-46-16,-3-13-85 15,-6-5 12-15,-8 1 92 16,-9 0-41-16,-8 7 95 16,-4 4 0-16,-2 4 66 15,0 2 37-15,-8 0-49 16,-8 6 11-16,0 11 37 15,3 0-48-15,4 1-1 16,7-4-12-16,2-2-40 16,0-6 13-16,13-1-14 15,9-3 1-15,7-2-14 0,3 0 7 16,-1-16-51-16,-4-3-32 16,-12-3-15-16,-9 2 61 15,-6 2 13-15,-4 2 30 16,-20 4 17-16,-5 6-16 15,0 3 62-15,2 3 22 16,5 0-15-16,6 3 12 16,9 6-45-16,7-7-27 15,0 1 32-15,23-1-31 16,14-2-11-16,13 0 9 16,8-5-9-16,2-14-21 15,-4-8-52-15,-3-7-12 16,-8-2-15-16,-14 0 13 15,-8 4 26-15,-13 6 61 16,-10 9 1-16,0 6 57 0,0 11-9 16,-10 0-30-16,-7 11 26 15,5 18-14-15,2 12 14 16,3 5 25-16,7 5-29 16,0-5 12-16,0-7-44 15,0-6-8-15,0-4 22 16,0-2-23-16,-4-5 0 15,-16-3-1-15,-7 2-32 16,-13-3-126-16,5-6-154 16,8-9-406-16</inkml:trace>
  <inkml:trace contextRef="#ctx0" brushRef="#br0" timeOffset="133856.77">8459 8857 1200 0,'0'0'843'16,"0"0"-701"-16,0 0-97 16,0 0 32-16,0 0-76 15,0 0 152-15,0 0-34 16,59 96-82-16,-42-66 18 15,5-3-41-15,-1-8 3 0,-2-2-14 16,2-7 3-16,-6-5-10 16,-1-5 4-16,-4 0-11 15,2-13-14-15,-1-20-24 16,0-9-141-16,0-12 22 16,-2-10-104-16,0-4 45 15,0 0 62-15,0 3 165 16,-3 9 120-16,1 8 174 15,-3 9 14-15,4 6-38 16,-2 8-119-16,5 5-45 16,3 7-54-16,5 3-24 15,12 4 5-15,15 4-33 16,12 2 0-16,15 0 32 0,30 5-31 16,32 4 22-1,33-9-22-15,-12 0 8 0,-29-2 1 16,-40-10-10-16,-29 5-21 15,0-5 12-15,13-2-139 16,-9 1-215-16,-22-1-771 0</inkml:trace>
  <inkml:trace contextRef="#ctx0" brushRef="#br0" timeOffset="134738.79">8941 8897 1709 0,'0'0'489'0,"0"0"-341"0,0 0 45 15,0 0-97-15,0 0-42 16,0 0 15-16,0 0-50 16,82-88 5-16,-62 88-24 15,-1 0 14-15,-7 5 20 16,-3 14-33-16,-5 8-1 15,-4 4 25-15,0 3-9 16,0 2 16-16,-10-2-19 16,-3-4-7-16,1-5 8 15,1-6-14-15,5-5 0 16,3-7-11-16,0-3 11 16,3-4-1-16,0 0-19 15,0 0-7-15,12-14 11 16,11-15-59-16,6-7-212 0,2-1 95 15,-2 0-13-15,-8 7 85 16,-4 8 120-16,-11 10 26 16,-6 9 86-16,0 3-21 15,0 0-35-15,0 0 36 16,-6 9-90-16,-6 9 76 16,3 2 10-16,7 3-42 15,2 0-4-15,0-2-42 16,13-2 16-16,14-4-38 15,4-5 10-15,2-6-88 16,17-4-72-16,-10-7-165 16,-9-7-409-16</inkml:trace>
  <inkml:trace contextRef="#ctx0" brushRef="#br0" timeOffset="135020.97">9309 8638 1664 0,'0'0'554'15,"0"0"-373"-15,0 0-55 16,0 0-87-16,0 0-14 16,0 0-10-16,0 0 33 15,0 95-33-15,0-61 19 0,0-2 36 16,0-6-25-1,0-6-23-15,-2-5-1 0,2-1-7 16,0-5-26-16,15-1 12 16,9-2-18-16,12-6-15 15,18 0-167-15,-6-11-280 16,-7-3-543-16</inkml:trace>
  <inkml:trace contextRef="#ctx0" brushRef="#br0" timeOffset="135218.72">9540 8889 1211 0,'0'0'751'0,"0"0"-452"16,0 0-187-16,0 0-69 15,0 0-27 1,0 0-16-16,145-15-80 15,-107 10-129-15,-7 1-383 0,-8-1-366 0</inkml:trace>
  <inkml:trace contextRef="#ctx0" brushRef="#br0" timeOffset="135376.68">9779 8770 1603 0,'0'0'508'0,"0"0"-433"16,0 0-19-16,0 0 15 15,0 0-25-15,0 0-28 16,-42 137-18-16,42-93-133 16,0-7-238-16,4-12-327 0</inkml:trace>
  <inkml:trace contextRef="#ctx0" brushRef="#br0" timeOffset="135578.59">10024 8747 1113 0,'0'0'737'16,"0"0"-142"-16,0 0-288 15,0 0-115-15,0 0-160 0,0 0-32 16,0 0-6-16,4 34 6 16,-4 16-8-16,-9 5 8 15,1 3-58-15,-10 13-150 16,5-15-317-16,-3-13-672 0</inkml:trace>
  <inkml:trace contextRef="#ctx0" brushRef="#br0" timeOffset="138764.59">6658 9518 182 0,'0'0'1065'16,"0"0"-805"-16,0 0-193 15,0 0 29-15,0 0 7 16,0 0 10-16,0 0 3 15,0 0-64-15,0 0 9 0,0 0 55 16,2-1 1-16,5 1-32 16,6-2-59-16,5 0-11 15,4 0 36-15,7-1-51 16,4 3 1-16,6-2 19 16,-1 2-9-16,4 0-11 15,1 0 5-15,-1-3-4 16,0 1 9-16,0 2-10 15,5 0-3-15,4 0 2 16,7-2 2-16,5 2-1 16,1-5 0-16,6 4-4 15,1-6 3-15,-4 4-11 16,-1-1 12-16,-1-3-9 16,-3 4 9-16,-4-1 0 0,0-1-1 15,-2 2-2-15,-2 1 3 16,2 2-8-16,-6 0 1 15,4 0-4 1,-2 0 11-16,-4 0 0 0,2 0 1 16,-1-2 0-16,-1 2-2 15,4-3 0-15,2 1 0 16,4-2 0-16,4 0 1 16,5 3-2-16,6-3-7 15,3 0-11-15,2-1 5 16,-2 4-7-16,-1-3 22 15,-3-1-8-15,1 3 8 0,2-1 0 16,-2-2 7-16,7 3-6 16,0-2 9-16,1 3-8 15,-1-1-2-15,-2 2 22 16,-4-3-5-16,-3 3 6 16,0 0 28-16,-1-2-20 15,-2 2 15-15,-3 0-28 16,-5-2-3-16,-4 2 24 15,-8 0-39-15,-2 0 0 16,-13 0-8-16,-4 0 8 16,-11 0-43-16,-16 0-103 15,-2 7-168-15,0-2-364 0</inkml:trace>
  <inkml:trace contextRef="#ctx0" brushRef="#br0" timeOffset="139586.87">7226 9876 889 0,'0'0'837'0,"0"0"-730"16,0 0-76-16,0 0 26 16,0 0 44-16,0 0-40 15,0 0 102-15,42 63-17 16,-21-30-73-16,-3 1 12 16,1-2 7-16,0-1-50 15,-1-8-13-15,-1-5-20 16,-1-6 11-16,-1-3-11 15,-1-8-9-15,-1-1 0 16,0 0-8-16,3-15 8 0,-3-13-33 16,-1-9-59-16,-3-7-15 15,-5-4 10-15,0-2-39 16,-2 0 64-16,-2 4 72 16,3 7 41-16,0 6 90 15,1 2 52-15,0 9-28 16,5 1-6-16,3 9-44 15,3-3-69-15,14 3 4 16,11 5-38-16,13 2-4 16,18 5 4-16,14 0-2 15,29 0 16-15,29 2-13 16,22 1 6-16,-14-3 23 16,-33 0-32-16,-37 0 0 15,-26 0-1-15,5 0-82 16,0 0-16-16,6-3-185 0,-22-1-330 15,-17-1-579-15</inkml:trace>
  <inkml:trace contextRef="#ctx0" brushRef="#br0" timeOffset="140119.99">7870 9910 1706 0,'0'0'501'0,"0"0"-336"16,0 0 49-16,0 0-72 15,0 0-89-15,0 0-20 16,0 0 9-16,32-34-40 16,-25 44-2-16,-5 16 0 15,-2 6 7-15,0 6 27 16,0 4-8-16,-12-2-4 16,4-8 7-16,-1-8-22 15,7-9 1-15,2-8-8 0,0-7-6 16,0 0-12-16,0 0-26 15,6-10-17 1,12-14 60-16,4-12-226 0,1-5 10 16,-3-2-117-16,-7 8 160 15,-4 12 174-15,-9 11 148 16,0 10-28-16,0 2 29 16,0 3-66-16,-9 19 70 15,3 7-53-15,6 3-24 16,0 2 7-16,0-4-65 15,21-2-12-15,8-5-12 16,6-8-25-16,13-11-127 16,-5-4-128-16,-10 0-361 0</inkml:trace>
  <inkml:trace contextRef="#ctx0" brushRef="#br0" timeOffset="140416.68">8194 9757 1192 0,'0'0'748'15,"0"0"-551"-15,0 0-82 16,0 0 29-16,0 0-78 16,0 0-23-16,0 0 2 15,35 24-9-15,-24 1-1 16,-5 2-6-16,-6 4 29 15,0-3 16-15,0-4-41 0,-3-6-1 16,-2-6 17-16,3-7-48 16,2 0 4-16,0-5-5 15,7 0-43-15,17 0-5 16,19-5-77-16,-3-7-260 16,-3-5-618-16</inkml:trace>
  <inkml:trace contextRef="#ctx0" brushRef="#br0" timeOffset="140598.97">8414 9974 939 0,'0'0'837'0,"0"0"-484"16,0 0-178-16,0 0-49 15,0 0-67-15,0 0-58 16,0 0-1-16,148-4-100 15,-106-2-165-15,-8 0-260 16,-10-2-444-16</inkml:trace>
  <inkml:trace contextRef="#ctx0" brushRef="#br0" timeOffset="140758.87">8618 9860 1460 0,'0'0'221'15,"0"0"-119"-15,0 0 40 16,-38 108-96-16,30-65-45 16,8 1-1-16,0 5-102 0,10-11-212 15,5-12-321-15</inkml:trace>
  <inkml:trace contextRef="#ctx0" brushRef="#br0" timeOffset="140953.84">8807 10046 608 0,'0'0'334'15,"0"0"-209"-15,0 0-83 16,56-119 245-16,-50 99 238 16,-2 13-128-16,-4 5-140 15,0 2-175-15,0 6-72 16,-2 17 5-16,-8 12 6 16,1 7-21-16,-1 4 22 0,6 0-22 15,2 0-31-15,2 2-116 16,0-12-373-16,0-11-1352 15</inkml:trace>
  <inkml:trace contextRef="#ctx0" brushRef="#br0" timeOffset="142619.28">10522 9413 720 0,'0'0'522'0,"0"0"-386"16,0 0-111-16,0 0-5 16,0 0 44-16,0 0-13 15,0 0 0-15,-6 0-25 16,6 0 13-16,-2 0 37 16,2 0-28-16,-2-4-29 15,-2-1 46-15,1 1-14 0,-3 3 56 16,-1 1-6-1,-2 0-57-15,0 0 5 0,1 0 13 16,1 1-10-16,2 10 16 16,5-4-47-16,0 3 10 15,0-2 3-15,16-4-33 16,-1-1 26-16,3-3-23 16,-5 0 2-16,-3 0 18 15,-6-11-6-15,-4-3 18 16,0 0-20-16,0 0-16 15,-11 2-10-15,0 4-86 16,-2 6-101-16,3 2-199 16,6 0-659-16</inkml:trace>
  <inkml:trace contextRef="#ctx0" brushRef="#br0" timeOffset="143106.66">10800 8673 1415 0,'0'0'381'0,"0"0"-199"15,0 0-139-15,0 0 8 16,0 0-32-16,0 0 59 16,0 0 132-16,-14 162-56 15,8-90-29-15,-1 2-20 0,3 2-53 16,-1-2 0-16,3-9-27 16,2-3-14-16,0-8 16 15,0-8-26-15,0-5 10 16,0-8-11-16,7-7-65 15,1-5-50-15,3-10-135 16,-3-4-219-16,-2-7-229 0</inkml:trace>
  <inkml:trace contextRef="#ctx0" brushRef="#br0" timeOffset="143753.91">10605 9214 1766 0,'0'0'536'0,"0"0"-313"16,0 0-61-16,0 0-93 0,0 0-52 15,0 0-16-15,143-37-2 16,-82 34-14-16,1-2-6 16,-2 2 13-16,-6-3-13 15,-10 0 15-15,-15 2 6 16,-11 2 0-16,-13 2 10 15,-5 0-10-15,0 9 1 16,-23 20 2-16,-4 5 39 16,-6 7 14-16,2 3 15 15,2-9-40-15,7-5-6 16,8-6-25-16,6-7 1 16,3-7 2-16,5-5-3 0,0-3-33 15,0-2 22-15,0 0-45 16,11-3 39-16,7-18-29 15,4-6-88 1,3-8-95-16,-3 0-26 0,-2 9 72 16,-9 6 183-16,-6 13 77 15,-5 7-25-15,0 0-45 16,0 22 61-16,-11 7 83 16,-3 5 12-16,5-3-44 15,5-1 0-15,4-5-67 16,0-6-19-16,0-6-10 15,6-3-22-15,10-6-2 16,6-4 1-16,3 0-41 0,4-16-8 16,2-8-127-16,-2-8-5 15,0 1-64-15,-2 2-41 16,-9 6 112-16,-7 14 174 16,-9 4 130-16,-2 5-13 15,0 5-61-15,-6 7 137 16,-6 5-54-16,3-5-51 15,5-6-29-15,4-2-42 16,0-4-17-16,0 0-1 16,38-12-102-16,-1-6-264 15,2 0-381-15</inkml:trace>
  <inkml:trace contextRef="#ctx0" brushRef="#br0" timeOffset="143852.79">11440 9298 178 0,'0'0'773'0,"0"0"-407"15,0 0-104-15,4 104-121 16,-6-71-84-16,-9-6-17 15,-5-3-40-15,5-7-80 16,4-14-326-16</inkml:trace>
  <inkml:trace contextRef="#ctx0" brushRef="#br0" timeOffset="144215.46">11134 8860 1817 0,'0'0'584'0,"0"0"-426"16,0 0-13-16,125 0-91 15,-79 0-7-15,2-3-47 0,-6-1-6 16,3-9-119-1,-12 6-233-15,-8-7-370 0</inkml:trace>
  <inkml:trace contextRef="#ctx0" brushRef="#br0" timeOffset="144461.59">11571 8488 1450 0,'0'0'392'0,"0"0"-230"16,0 0 75-1,0 0 24-15,0 0-123 0,0 0-38 16,0 0-92-16,16-47-8 16,-16 91-2-16,0 14-14 15,0 16 16-15,-8 9-1 16,-7 26-68-16,-1-23-209 15,6-17-418-15</inkml:trace>
  <inkml:trace contextRef="#ctx0" brushRef="#br0" timeOffset="145036.59">11540 9206 1245 0,'0'0'292'16,"0"0"-167"-16,0 0 77 15,0 0 13-15,0 0-47 0,0 0-81 16,0 0-13-16,16 8-45 16,-16 13 29-16,0 8 35 15,0 0-26-15,0 4-13 16,-2-1 19-16,-4-5-55 15,2-8 5-15,2-2-23 16,2-10 0-16,0-3-1 16,0-4-1-16,0 0-13 15,0 0 14-15,9-16-25 16,11-15-78-16,7-12-139 16,2-6-57-16,-2 3-191 15,-5 7 341-15,-9 13 150 0,-6 13 485 16,-7 13-293-1,0 0-101-15,0 15-31 0,-9 11 80 16,2 4 8-16,3 2-55 16,4 1-58-16,0-4-10 15,11 0-25-15,12-6-28 16,8 0-145-16,-7-9-214 16,-2-6-638-16</inkml:trace>
  <inkml:trace contextRef="#ctx0" brushRef="#br0" timeOffset="148349.94">5289 10459 613 0,'0'0'992'0,"0"0"-749"0,0 0-91 16,0 0 95-16,0 0-29 16,0 0-38-16,0 0-82 15,76-2 5-15,-29-4-57 16,8-1-13-16,10 2-7 16,7 1-26-16,3-1 15 15,-4 5-15-15,-3 0-27 16,-10 0 7-16,-12 0-92 15,-4 0-119-15,-15 5-95 16,-13 4-418-16</inkml:trace>
  <inkml:trace contextRef="#ctx0" brushRef="#br0" timeOffset="148574.91">4992 10872 1850 0,'0'0'690'16,"0"0"-542"-16,0 0 2 15,0 0-44-15,150-9-49 16,-63-6-2-16,14 1-46 16,-1-1-9-16,0 1-10 15,-7 7-60-15,13 2-93 16,-27 2-347-16,-18 3-494 0</inkml:trace>
  <inkml:trace contextRef="#ctx0" brushRef="#br0" timeOffset="149464.34">10294 11004 1855 0,'0'0'542'16,"0"0"-427"-16,0 0-77 15,0 0-38-15,0 0 0 16,0 0 49-16,6 151 36 16,-6-75 34-16,-9 7-53 0,-6-1-11 15,4-2 5 1,0-6-51-16,7-9-9 0,4-7 0 16,0-6-9-16,0-10-3 15,2-11-39-15,8-6-49 16,9-17-100-16,-6-8-184 15,-5 0-494-15</inkml:trace>
  <inkml:trace contextRef="#ctx0" brushRef="#br0" timeOffset="150224.75">9761 11517 1870 0,'0'0'561'0,"0"0"-408"15,0 0 20-15,0 0-139 16,147-27-14-16,-44 17-14 16,30-2-6-16,31-5-1 15,-18 0-37-15,-30 2 38 16,-42 6-12-16,-34 4 13 16,-5 5-1-16,-8 0 0 15,-11 0-18-15,-16 22 17 16,-11 13 1-16,-29 9 44 15,-12 5 62-15,-6 6-61 16,0-3 3-16,10-6 2 16,12-11-43-16,11-10 0 15,14-10-7-15,11-7-41 0,0-8 14 16,22 0-36-16,16-4 40 16,9-22-26-16,5-9-179 15,-4-7 30-15,-7 0-152 16,-10 6 158-16,-14 10 192 15,-10 14 131-15,-7 10 45 16,0 2-64-16,-2 9-23 16,-13 12 79-16,1 5-61 15,5 2-25-15,3 1 14 16,6-5-50-16,0-2-22 16,6-8-12-16,14-6-6 15,4-8-12-15,8 0-6 16,4-10-28-16,1-17-32 15,1-4-141-15,0-6 23 0,-7 3 12 16,-4 6 1 0,-9 10 177-16,-9 11 62 15,-7 7 81-15,-2 3-39 0,0 23 38 16,-9 5 7-16,-7 6-18 16,3 0-49-16,2-9-1 15,2-6-63-15,4-10-17 16,5-9 14-16,0-3-15 15,7 0-23-15,22-14 22 16,14-14-150-16,11-11-171 16,6 1-286-16,0-1 7 15,-7 7 72-15,-10 14 529 16,-12 15 314-16,-14 3 20 0,-5 7-59 16,-8 19-57-16,-4 2-44 15,0 3-44-15,0-4-37 16,0-3-64-16,-2-5-29 15,0-12-55-15,-2-2-174 16,4-5-341-16</inkml:trace>
  <inkml:trace contextRef="#ctx0" brushRef="#br0" timeOffset="150431.65">11085 11147 1731 0,'0'0'895'0,"0"0"-722"15,0 0-155-15,0 0 24 16,0 0-42-16,165 0-1 16,-89 0-51-16,-12-4-304 15,-10-4-922-15</inkml:trace>
  <inkml:trace contextRef="#ctx0" brushRef="#br0" timeOffset="150652.46">11609 11177 910 0,'0'0'135'0,"0"0"-135"0,0 0-107 16,53-118 107-1,-39 77 39-15,-1 6 175 0,-4 9 111 16,-2 9 48-16,-2 9 103 15,-3 8-265-15,0 0-114 16,-2 23-83-16,0 16-14 16,0 18 10-16,0 11-9 15,0 6-1-15,-11 17-134 16,-1-21-358-16,6-17-759 0</inkml:trace>
  <inkml:trace contextRef="#ctx0" brushRef="#br0" timeOffset="150947.31">11841 11450 1303 0,'0'0'706'0,"0"0"-569"16,0 0-126-16,0 0 80 15,0 0 113-15,-2 108-66 16,-1-65-20-16,-1 3-38 16,0-7-45-16,-4-3-1 15,4-7-34-15,0-9 12 16,2-11 2-16,2-4-14 16,0-5-11-16,0-2-8 0,0-27-32 15,26-43-246-15,-1 4-249 16,0 4-300-16</inkml:trace>
  <inkml:trace contextRef="#ctx0" brushRef="#br0" timeOffset="151067.19">11841 11450 965 0,'82'4'1009'0,"-82"-4"-712"16,0 20-199-16,-11 8 41 15,4 10-12-15,7 6 7 16,0 2-71-16,9-3-38 16,23-2-25-16,10-7-39 15,35-14-38-15,-7-9-166 16,-5-11-404-16</inkml:trace>
  <inkml:trace contextRef="#ctx0" brushRef="#br0" timeOffset="151283.84">12612 11131 1870 0,'0'0'245'0,"0"0"-150"16,36 132 57-16,-25-60 59 15,-7 25-50-15,-4 21-16 16,-8 21-63-16,-24-12-31 16,-3-25-39-16,-4-31-12 15,-1-23 0-15,-15 4-57 16,-58 17-106-16,5-11-175 16,1-18-486-16</inkml:trace>
  <inkml:trace contextRef="#ctx0" brushRef="#br0" timeOffset="151599.84">9027 10971 1580 0,'0'0'312'16,"-62"110"-184"-16,33 3 165 16,14 40-39-16,15 10-102 15,24-6-39-15,31-23-66 16,3-37-28-16,5-19-19 15,51-6-61-15,-21-24-185 16,10-11-541-16</inkml:trace>
  <inkml:trace contextRef="#ctx0" brushRef="#br0" timeOffset="152403.67">12895 10936 882 0,'0'0'578'16,"0"0"-431"-16,0 0-42 15,0 0 0-15,0 0-22 16,0 0-23-16,0 0 35 16,92-82 50-16,-75 74-2 15,-3 6-5-15,-5 0-23 0,-5 2-91 16,-4 0-24-16,0 12-13 16,-7 12 13-16,-17 7 51 15,-7 0 16-15,-1 1-2 16,8-5 3-16,6-9-53 15,14-6-2-15,4-4 20 16,2-1-32-16,25 1 22 16,15 1-22-16,10-3-1 15,10-2-9-15,20-4-125 16,-12 0-160-16,-12 0-306 0</inkml:trace>
  <inkml:trace contextRef="#ctx0" brushRef="#br0" timeOffset="153048.97">12942 10910 1328 0,'0'0'536'15,"0"0"-300"-15,0 0-35 16,0 0-17-16,0 0-36 15,0 0-36-15,0 0 8 16,29-92-70-16,-29 72 12 16,0 2-1-16,-5-1-43 15,-12 7-18-15,-8 5-24 16,-4 7-34-16,-4 0-45 0,-10 38-212 16,8-2-222-16,8-1-786 15</inkml:trace>
  <inkml:trace contextRef="#ctx0" brushRef="#br0" timeOffset="153863.19">18370 10464 697 0,'0'0'1090'16,"0"0"-879"-16,0 0-152 15,0 0 6-15,0 0 19 16,0 0 51-16,0 0-64 16,31 15 39-16,-13-9-42 0,-3-2-45 15,-5-4 63 1,-6 0-17-16,-4 0-29 0,0 0 61 15,-9-10-101-15,-31 2-77 16,0 2-208-16,5 2-489 0</inkml:trace>
  <inkml:trace contextRef="#ctx0" brushRef="#br0" timeOffset="184451.01">6687 10721 750 0,'0'0'257'15,"0"0"-190"-15,0 0-44 16,0 0-22-16,0 0 16 15,0 0 22-15,-40-39-16 16,33 33 16-16,1-1 49 16,-2 4 8-16,0 1-31 15,-5 0-65-15,1 2-72 16,-1 0-18-16,-1 0-12 16,3 0 27-16,5 2 61 15,0 0 11-15,0 0 3 16,4-2 79-16,0 0 71 15,0 0 41-15,-3 0-60 16,3 0-11-16,0 0-28 0,0 0-35 16,2 0 18-16,-2 0-34 15,2 0-8-15,0 0 53 16,0 0 1-16,0 0 0 16,0 0 45-16,0 0-74 15,0 0 0-15,0 0-43 16,0 0-4-16,0 0 2 15,0 0-13-15,0 0 0 16,0 0 4-16,0 0 4 16,0 0 2-16,0 0 8 15,0 0 8-15,0 0 15 0,0 0-32 16,0 0-8 0,0 0 20-16,0 0-20 0,6 0-2 15,5 0-7-15,9 0 8 16,5 0 14-16,11 0-14 15,8 0 0-15,10-2 11 16,6-7-3-16,4 0-8 16,3-1 0-16,1 0-3 15,0 0-9-15,-1 2 12 16,0-3 0-16,0 4 0 16,-4-3 1-16,-1 1-1 15,-4 1 0-15,-1 3 0 16,-1 0-7-16,0 1 5 15,-4 1 2-15,-1-2-4 0,-5 4 4 16,0 1-12-16,-2-3 10 16,1 1-2-16,3 0-2 15,2-2 6-15,2 2 0 16,2-2-6-16,2-2 6 16,-2 2 0-16,0 0-2 15,-4-2-10-15,2 3 2 16,-3-4 8-16,0 2 2 15,2 3-3-15,1-3 4 16,-2 1-2-16,4 1 1 16,0-4 0-16,2 3 2 15,2 0-2-15,-1-2 0 16,1 0-3-16,0 1 4 0,0 2-1 16,0 1 0-16,2 0 3 15,-2 0-5-15,2-1 2 16,3 1 0-16,-1 2-4 15,0-3 5-15,1-1-1 16,-1 2 6-16,3-1-6 16,-3 3 0-16,4-3-2 15,-2 1 2-15,1 2 2 16,-1-2-2-16,-1 0 0 16,-1 0 0-16,0 2-6 15,1-2 6-15,-5 0 0 16,0 2 0-16,0-2-5 15,-2 2 6-15,2 0-1 0,2 0 0 16,2 0 0 0,3 0-9-16,-1 0 9 0,1 0 0 15,1 0-19-15,-1 0 19 16,0 0-27-16,2 0 25 16,4 0-16-16,0 2 5 15,8-2 6-15,-1 0-29 16,4 0 23-16,1 0-14 15,1 0 4-15,-1 0 7 16,-3 0-5-16,-4 0 20 16,-1 0-4-16,0 0 5 15,-2 0-15-15,0 0 15 16,-1 0-13-16,-1 0 13 16,-2 0 0-16,0 0-5 15,0 0 5-15,0 0 0 16,-4 0 3-16,0 0-2 15,0 0-1-15,-3 0 0 0,3 0 0 16,-3 0 7-16,0 0-7 16,-2 0 8-16,3 0-14 15,-3 0 7-15,0 0-1 16,-2 0 2-16,2 0-2 16,3 2 1-16,-1 2-1 15,1-2 0-15,1 2-1 16,3-1 1-16,0 2 0 15,0-1-3-15,0-1 9 16,-1 2-9-16,3 1 3 0,1-3 0 16,3 2 1-1,4-1-1-15,0-2-1 0,6 0 0 16,4-2 1 0,0 2-2-16,0-2 2 0,-1 0 0 15,-1 0 10-15,-2 2-10 16,-3-2 0-16,0 0-3 15,-4 3 10-15,0-3-2 16,-2 0-5-16,-1 1 0 16,0-1-8-16,-1 2 8 15,-1-2 0-15,-4 2-7 16,-3 0 19-16,2 0-21 16,-6-2 9-16,2 3 0 0,-2-3 7 15,1 5-7 1,-3-3 0-16,1 0-11 0,1-2 22 15,3 3-19-15,2-2 8 16,2-1 0-16,-1 0 5 16,3 0-5-16,1 0 0 15,-3 0 0-15,-1 0 6 16,-1 0-4-16,-3 0-2 16,-2 0 0-16,-4 0 0 15,-4 0 0-15,-4 0-3 16,-3 0-7-16,-1 0 20 15,2 0-10-15,-4 0 0 16,-3 0 0-16,0 0-3 16,-1 0 3-16,-5 0 0 15,-2 0-12-15,-2 0 25 0,0 0-13 16,-2 1 0-16,0-1 1 16,0 0-1-16,0 3 0 15,-4-3 0-15,4 0-4 16,-2 0 10-16,0 2-8 15,2-2 2-15,2 0 0 16,0 2 15-16,2-2-6 16,2 0-9-16,3 0 29 15,-1 0-18-15,5 0 20 16,-1 0-21-16,-4 0 14 16,1 0 6-16,-5-2-29 15,0-3-1-15,0 4 27 16,-4 0-20-16,0-4 11 15,-5 3-12-15,-2 2 6 0,-2-2 13 16,-5-1-23-16,1 3-2 16,-1 0 22-16,1-3-14 15,-1 1 2-15,5 0-10 16,-3 0 1-16,-1 0 7 16,-3 1-8-16,-3 1-39 15,-1 0-23-15,-4 0-109 16,-3 0-127-16,0 3-316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10-14T09:44:50.960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1935 15279 393 0,'0'0'569'0,"0"0"-524"0,0 0 654 16,0 0-571-16,0 0 23 16,0 0-28-16,-10-21-15 15,10 10 31-15,0 4-28 16,0-1 8-16,0 2-3 16,0 1-39-16,0 2 8 15,0-2-35-15,0 5-2 16,0 0 3-16,0 0-40 15,0 0-2-15,0 0 0 16,0 5-1-16,0 10 3 16,0 14-10-16,0 7 20 0,0 3 23 15,0 14-35 1,0 5 10-16,0 6 7 0,-2 3-25 16,0 1 17-16,2-3-18 15,0 0-20-15,0-9-16 16,0-10-79-16,9-5-121 15,4-16-316-15,-2-11-520 0</inkml:trace>
  <inkml:trace contextRef="#ctx0" brushRef="#br0" timeOffset="453.12">1607 15615 895 0,'0'0'1248'15,"0"0"-1032"-15,0 0 23 16,0 0-45-16,0 0-101 16,0 0-62-16,0 0 14 15,143-40-27-15,-83 30-18 16,0 6-21-16,15-5-120 16,-14 4-314-16,-12-2-315 0</inkml:trace>
  <inkml:trace contextRef="#ctx0" brushRef="#br0" timeOffset="906.19">2159 15383 1280 0,'0'0'241'0,"0"0"-40"15,0 0 36-15,0 0-67 16,0 0-16-16,0 0 9 16,0 0-40-16,-118 67-34 15,87-37-11-15,-7 6-36 16,-1 5-4-16,-2 0-30 15,1 3-8-15,0 1 0 0,5-1-39 16,-4 0-152-16,8-8-100 16,8-14-490-16</inkml:trace>
  <inkml:trace contextRef="#ctx0" brushRef="#br0" timeOffset="1156.08">1680 15480 1403 0,'0'0'505'0,"0"0"-344"0,0 0 84 15,0 0-68-15,122 14-52 16,-85 8-20-16,1 10-11 15,1 4-74-15,-1 5-20 16,16 7-30-16,-11-12-240 16,-10-10-407-16</inkml:trace>
  <inkml:trace contextRef="#ctx0" brushRef="#br0" timeOffset="2187.42">2837 15266 662 0,'0'0'623'16,"0"0"-332"-16,0 0-27 16,0 0 1-16,0 0-30 15,0 0-69-15,0 0-28 16,-55-38-39-16,30 38-35 15,-4 0 14-15,-2 0-64 0,-9 16-8 16,-5 3 29 0,-4 9-34-16,-6 9 32 0,-1 5-21 15,2 6 3-15,10 2 23 16,7 4-37-16,18 3-1 16,15-3 36-16,4-4-35 15,15-2 24-15,22-12-25 16,13-6 0-16,14-11-1 15,7-19-6-15,10 0-35 16,4-5-10-16,-2-23-65 16,-2-2-99-16,-6-6-61 15,4-12-11-15,-16 4-11 16,-14 6-400-16</inkml:trace>
  <inkml:trace contextRef="#ctx0" brushRef="#br0" timeOffset="2765.51">3247 14901 1294 0,'0'0'376'0,"0"0"-135"15,0 0-76-15,0 0 7 16,0 0-21-16,0 0-22 15,0 0-15-15,-31-80-3 16,31 80-77-16,-2 4-3 16,0 17-16-16,0 14 26 15,-3 13 36-15,2 14-36 16,1 8 5-16,2 5 29 0,-2 7-51 16,0-2 22-16,2 0-25 15,-2 0 0-15,2-8 11 16,0-4-32-16,0-7 0 15,0-11 0-15,0-10 15 16,0-14-29-16,0-8 14 16,4-14-45-16,10-4 38 15,1-7-32-15,5-22 10 16,5-11-1-16,4-4-43 16,2 0 25-16,0-1-9 15,5 9 33-15,-5 10 9 16,0 12 8-16,-4 4 7 0,-2 10 9 15,-6 0-9 1,0 20 39-16,-4 10-4 16,-4 6-4-16,-2 4 30 0,-5 5-46 15,4-1 5-15,-4-3 9 16,5-9-28-16,-1-6 7 16,6-3-8-16,4-11-42 15,6-8-15-15,3-4-69 16,2-7-139-16,2-20-29 15,7-19-176-15,-7 2-72 16,-6 4-238-16</inkml:trace>
  <inkml:trace contextRef="#ctx0" brushRef="#br0" timeOffset="3062.85">3874 15598 1197 0,'0'0'642'0,"0"0"-355"16,0 0-16-16,0 0-71 0,0 0-106 16,0 0-24-16,0 0 35 15,-38 47-61-15,38-15-3 16,0 0-2-16,18-4-30 15,9-4 10-15,4-8-19 16,4-9-10-16,5-7-8 16,1 0-29-16,-3-9-21 15,-5-13 15-15,-6-8-15 16,-7-2 12-16,-9 0 15 16,-7-7 41-16,-2 7 0 15,-2 9 1-15,0 5 87 16,0 11 25-16,0 7-74 15,0 0-18-15,0 25-21 16,0 6 2-16,5 10 56 0,4 5-52 16,2 2-5-16,0-4-1 15,3-3-31-15,-1 2-78 16,-1-11-172-16,-2-14-440 16</inkml:trace>
  <inkml:trace contextRef="#ctx0" brushRef="#br0" timeOffset="3297.2">4313 14945 742 0,'0'0'1659'16,"0"0"-1375"-16,0 0-113 15,0 0-104-15,0 0 12 16,-96 109-78-16,65-38-2 16,0 40-4-16,6-22-301 15,10-12-700-15</inkml:trace>
  <inkml:trace contextRef="#ctx0" brushRef="#br0" timeOffset="3980.78">4670 15538 1431 0,'0'0'328'0,"0"0"-201"15,0 0 75-15,0 0-4 16,-58 109-65-16,58-69 43 16,0 4-50-16,13-8-75 15,13-6-20-15,4-8-31 16,3-8-52-16,-2-14 9 15,0 0-90-15,-6-17-48 0,-5-18-33 16,-7-2-43-16,-3-7 43 16,-8-2 85-16,-2 7 129 15,0-1 100 1,0 12 67-16,0 10 143 0,0 11-48 16,0 7-167-16,0 16-40 15,0 16 18-15,0 17 3 16,0 9 18-16,2 6-55 15,5 11 13-15,-5-4-14 16,-2 5-20 0,0-5 28-16,-4-3-34 0,-13-10 0 15,-4-10 51-15,-4-7-63 16,-4-14 24 0,-6-13-20-16,-4-9-2 0,-3-5-4 15,-5-7-22-15,3-15-50 16,-8-21-68-16,14 6-347 15,9-4-322-15</inkml:trace>
  <inkml:trace contextRef="#ctx0" brushRef="#br0" timeOffset="4261.92">5044 14830 1003 0,'0'0'1299'15,"0"0"-1130"-15,0 0-32 16,0 0-92-16,0 0-17 0,0 0 8 15,-44 146-14-15,21-35-22 16,3-16-98-16,3-11-419 16</inkml:trace>
  <inkml:trace contextRef="#ctx0" brushRef="#br0" timeOffset="4636.91">5320 15450 2121 0,'0'0'698'16,"0"0"-618"-16,0 0-68 15,0 0-12-15,0 0-293 16,0 0-218-16,0 0-522 0</inkml:trace>
  <inkml:trace contextRef="#ctx0" brushRef="#br0" timeOffset="4730.66">5287 15709 1719 0,'0'0'710'15,"0"0"-572"-15,0 0-138 16,0 0-29-16,0 0-482 0</inkml:trace>
  <inkml:trace contextRef="#ctx0" brushRef="#br0" timeOffset="5824.34">6300 15247 1187 0,'0'0'497'15,"0"0"-322"-15,0 0 76 16,0 0-33-16,0 0-50 16,0 0 18-16,0 0-80 15,10-19-46-15,-10 24-14 16,0 20-18-16,0 8 50 15,0 13-45-15,0 7-21 16,-4 11 63-16,-6 2-69 16,6-3 4-16,0-1-10 15,4-7-12-15,0-6-18 0,0-14-68 16,22-12-189-16,3-14-286 16,-3-9-1000-16</inkml:trace>
  <inkml:trace contextRef="#ctx0" brushRef="#br0" timeOffset="6099.06">6658 15154 1707 0,'0'0'372'16,"0"0"-272"-16,0 0 70 16,0 0-14-16,0 0-39 15,-3 122 44-15,3-68-72 16,0 6-39-16,0 4 13 16,0-2-61-16,0 1-4 15,7-5 1-15,3-4-83 16,3-4-113-16,-2-14-164 15,0-11-486-15</inkml:trace>
  <inkml:trace contextRef="#ctx0" brushRef="#br0" timeOffset="6333.42">6007 15534 1119 0,'0'0'1271'0,"0"0"-1077"15,0 0-98 1,129-10 32-16,-55 6-109 0,16 0 19 16,7-4-38-16,37 0-45 15,-22 2-277-15,-19-4-742 0</inkml:trace>
  <inkml:trace contextRef="#ctx0" brushRef="#br0" timeOffset="7302.09">7274 15386 995 0,'0'0'945'16,"0"0"-699"-16,0 0-13 15,-116 0 8-15,64 22-89 16,-4 11-58-16,0 6 10 16,3 10-60-16,8 5-8 15,12 0 22-15,10-8-57 16,17-6 13-16,6-5-14 0,2-18 0 16,27-9 0-1,9-8-5-15,7-4-31 0,6-22-7 16,2-10-71-16,-1-8-8 15,-8-6-84-15,-5 6 48 16,-13-1 66-16,-8 10 36 16,-12 12 56-16,-6 13 129 15,0 10 27-15,0 0-65 16,-11 24-3-16,1 8-6 16,2 7 5-16,8-2-44 15,0 2-17-15,0-11 3 16,21-2-29-16,3-8 0 15,5-10-7-15,0-8-20 16,0 0-7-16,2-17-111 0,-1-6-67 16,-1-12-1-1,-3 4-19-15,-2-1 68 0,-3 5 164 16,-8 13 31-16,-6 10 173 16,-5 4-55-16,-2 27 77 15,0 8-20-15,-6 6-100 16,-6 1-3-16,1-4-41 15,5-6-32-15,-2-11-9 16,6-1-21-16,2-17-11 16,0-3 10-16,0 0-29 15,4-18 6-15,15-16-47 16,7-4-31-16,6-4-49 16,3 0-52-16,3 3 31 15,-2 11 76-15,-7 14 96 16,-9 14 25-16,-9 0 56 0,-6 27 35 15,-5 6 39-15,0 6-45 16,0-3-18-16,-8-4-27 16,2-10-44-16,1-5 7 15,3-12-27-15,2-5-1 16,0-4 0-16,7-20-15 16,20-6-63-16,10-7-43 15,8-2-82-15,7 3 22 16,-1 9 30-16,-2 9 126 15,-9 14 25-15,-11 4 130 16,-13 22 27-16,-10 13 4 16,-6 5-68-16,0 2-32 15,0-2-61-15,0-8-33 0,-10-6-77 16,0-9-186 0,1-8-390-16</inkml:trace>
  <inkml:trace contextRef="#ctx0" brushRef="#br0" timeOffset="7645.81">6941 15186 1870 0,'0'0'823'16,"0"0"-628"-16,0 0-106 15,0 0-29-15,136 0-25 16,-72 0-34-16,26 0-2 16,-18 0-102-16,-15-4-695 0</inkml:trace>
  <inkml:trace contextRef="#ctx0" brushRef="#br0" timeOffset="8801.98">8626 15797 1463 0,'0'0'335'0,"0"0"-68"16,0 0-130-16,0 0-81 16,0 0 33-16,125-102-45 15,-69 58-11-15,6-9-27 16,3 2 3-16,-5-2-12 15,-6 3 3-15,-17 8 0 16,-14 9 0-16,-17 8 13 16,-6 9 5-16,-4 13 43 15,-19 3-17-15,-2 0 58 0,0 12-4 16,4 13-47 0,8 5 37-16,13 4-63 0,0 6 16 15,5 2-22-15,14 2-2 16,2 0 2-16,-3-2-19 15,-12 0 0-15,-6-3 18 16,0-5-12-16,-22-6 4 16,-9-7-10-16,-3-7 0 15,5-11 0-15,4-3-8 16,13 0-20-16,7-20 22 16,5-9-82-16,17-3-59 15,19-3-24-15,7 1 62 16,3 3 80-16,-5 12 12 15,-6 7 17-15,-12 12 73 16,-10 0-16-16,-7 12 40 0,-3 11 19 16,-1 8-15-1,5-4-17-15,6-8-57 0,14-3-10 16,9-13 19-16,5-3-35 16,5 0-2-16,-4-19 1 15,-9-5-12-15,-13-6 6 16,-13-2-16-16,-7 2 8 15,-7 6 8-15,-20 2 12 16,-6 3-15-16,0 15 9 16,4 0-15-16,4 4-25 15,12 0-159-15,13 0-96 16,0 4-208-16,0-4-320 0</inkml:trace>
  <inkml:trace contextRef="#ctx0" brushRef="#br0" timeOffset="8989.67">9228 15400 980 0,'0'0'894'0,"0"0"-563"16,0 0 30-16,0 0-116 15,69-116-129-15,-30 98-44 16,3 6-52-16,-5 5 4 16,-3 7-24-16,-8 0-14 15,-7 0-11-15,-6 11-174 16,-5-11-105-16,0 0-330 15,-2 0-975-15</inkml:trace>
  <inkml:trace contextRef="#ctx0" brushRef="#br0" timeOffset="9099.09">9708 14993 2123 0,'0'0'678'16,"0"0"-528"-16,0 0-62 15,0 0-86-15,0 0-2 16,-56 126-8-16,47-72-150 15,5-1-504-15</inkml:trace>
  <inkml:trace contextRef="#ctx0" brushRef="#br0" timeOffset="10434.76">10258 15334 1370 0,'0'0'358'0,"0"0"-265"16,0 0 46-16,0 0 5 15,-131 23-25-15,92 3 90 16,0 13-72-16,1 7 27 15,7 10-39-15,10 7-70 16,10-3 4-16,11-7-53 16,3-4 3-16,26-8 24 0,13-15-33 15,11-13 0-15,8-9-1 16,5-4-51-16,3-14-44 16,-1-12-99-16,-6-9-48 15,-9-4 79-15,-12 3-38 16,-14 7 132-16,-15 3 70 15,-12 13 72-15,0 9 130 16,-12 4-63-16,-11 4-14 16,0 19 41-16,8 8-61 15,8 0-27-15,7 4-28 16,7-7-26-16,24-1 27 16,11-10-51-16,10-8 9 15,1-6-13-15,1-3 4 16,-5-3-12-16,-14-11 6 15,-10-9 6-15,-16-3-11 0,-9 0 11 16,-5-1 0-16,-21 0 8 16,-8 5 2-16,-1 4-16 15,1 4 6-15,5-7-110 16,7 10-150-16,11-1-310 0</inkml:trace>
  <inkml:trace contextRef="#ctx0" brushRef="#br0" timeOffset="10590.91">10902 14904 2237 0,'0'0'564'16,"0"0"-498"-16,0 0-35 16,-102 107 10-16,59-45-41 15,-3 35-23-15,10-17-229 16,9-10-436-16</inkml:trace>
  <inkml:trace contextRef="#ctx0" brushRef="#br0" timeOffset="11403.34">11631 15516 1523 0,'0'0'260'0,"0"0"-192"15,0 0 57-15,-114 64 78 16,72-25-24-16,7-4-9 16,8 2-82-16,11-5-45 0,14-11 2 15,2-7-45-15,16-14-27 16,17 0 3-16,7-23-77 15,3-12-56-15,-1-11-96 16,1-33-96-16,-10 6-37 16,-11 12-201-16</inkml:trace>
  <inkml:trace contextRef="#ctx0" brushRef="#br0" timeOffset="11575.65">11720 15163 519 0,'0'0'906'16,"0"0"-300"-16,0 0-130 15,0 0-271-15,0 0-118 16,0 0-59-16,0 0-2 15,-24 55 36-15,11 6 0 16,1 10-25-16,5 5 12 16,1 0-49-16,4-3 0 0,0-10-1 15,2-6-54-15,0-17-44 16,0-8-187-16,0-16-104 16,0-9-334-16</inkml:trace>
  <inkml:trace contextRef="#ctx0" brushRef="#br0" timeOffset="12247.48">11311 15494 1530 0,'0'0'767'0,"0"0"-538"0,0 0-147 16,0 0-59-16,135-10 18 16,-62 10-40-1,14 0 20-15,12 0-7 0,3 0-5 16,-2 0-2-16,-10 4-7 15,-18 7 0-15,-24-3 0 16,-21 7 17-16,-23 6-16 16,-4 6 89-16,-31 1 4 15,-15 7 5-15,-10-3-56 16,-7 3-24-16,5-12 13 16,9-2-31-16,16-7-1 15,15-14 0-15,18 0-10 16,7-5 8-16,37-25-111 15,14-6-31-15,11-6-27 16,3 0-59-16,-10 9 124 16,-15 8 106-16,-18 14 68 15,-18 11 48-15,-11 4-60 0,0 20 71 16,-7 7 34-16,-4 1-91 16,5-3-7-16,6-3-8 15,0-3-38-15,24-9 11 16,14-8-23-16,8-6 4 15,6 0-18-15,-3-14-12 16,-2-9-15-16,-7-4 6 16,-11-9-18-16,-7 6 32 15,-10-2-2-15,-8 5 18 16,-4 13 66-16,0 6-30 16,-6 8-8-16,-8 0-4 15,3 12-23-15,6 11 29 16,5 5-9-16,0-5-20 0,16 2 46 15,10-7-41-15,6-5 7 16,3-8 5-16,-2-5-16 16,-1 0-1-16,-8-18-1 15,-5-4 0-15,-9-10-24 16,-5-3 24-16,-5-5-1 16,0 1 0-16,-13 2 1 15,-12 5-16-15,-6 14 11 16,-32 18-64-16,5 9-77 15,-2 18-493-15</inkml:trace>
  <inkml:trace contextRef="#ctx0" brushRef="#br0" timeOffset="12356.84">12005 16133 1901 0,'0'0'591'0,"0"0"-334"15,0 0-136-15,0 0-121 16,0 0-179-16,0 0-649 0</inkml:trace>
  <inkml:trace contextRef="#ctx0" brushRef="#br0" timeOffset="13701.2">13550 15075 1785 0,'0'0'586'0,"0"0"-348"16,0 0-177-16,0 0-48 15,0 0 20-15,0 0-6 16,0 0 116-16,5 158-20 15,-5-75-34-15,0 1 9 16,0-4-83-16,0-3-8 16,0-14 28-16,-5-6-34 15,3-22 7-15,0-10-8 16,2-13 0-16,0-12 11 16,0 0-11-16,0-22-23 15,0-14 16-15,0-8-43 16,18-7 11-16,7 0-36 15,4 5-38-15,4 9-8 0,0 16 49 16,-3 10 72-16,-6 11 5 16,-7 11 29-16,-3 21 36 15,-5 3-10-15,-3 5-3 16,3 0-1-16,5-3-50 16,9-8-6-16,8-6 23 15,11-13-17-15,11-10-12 16,8 0-18-16,1-18-28 15,0-14 8-15,-6-7-96 16,-12-7 16-16,-8 2 57 16,-16 2 64-16,-13 12 3 15,-7 9 150-15,-23 14 0 0,-17 7-41 16,-11 16-61 0,-4 18 3-16,3 7-2 0,10 3-29 15,13 0 16-15,15-6-36 16,14-4 0-16,0-10 0 15,25-7-22-15,8-14-10 16,5-3 4-16,5-3-55 16,-3-24-29-16,-5-5-101 15,-1-6-33-15,-10 0 22 16,-5 7 22-16,-9 5 202 16,-7 17 208-16,-3 9-21 15,0 0-80-15,-9 21 30 16,-5 7-7-16,5 4-18 15,7 3-72-15,2-9-17 16,2-4 5-16,19-6-27 0,4-8 18 16,0-4-19-1,4-4-24-15,-2-8 21 0,-2-12-55 16,-2-6-8-16,-1 0-6 16,-2-5-20-16,0 8 29 15,-3 4-17-15,-3 11 80 16,-3 8 81-16,-7 0-21 15,2 27 57-15,-6 3-19 16,0 3-44-16,0 1 9 16,0-2-35-16,0-9-17 15,0-9 11-15,0-6-22 0,0-8 0 16,8 0 0 0,5-14-12-16,5-8-7 0,3-4-43 15,0 2-6-15,6-1 42 16,-4 10-41-16,-1 6 36 15,-7 9 31-15,-1 0 0 16,-7 19 46-16,-5 7-10 16,-2 6 0-16,0-5 35 15,0-4-60-15,0-8 1 16,0-8-8-16,0-7 10 16,0 0-28-16,6-18 7 15,17-6-68-15,4-2 21 0,2 0-47 16,2 3 31-16,0 14 55 15,-4 5-3-15,-5 4 18 16,0 4 34-16,-1 15 12 16,-4 6 11-16,-1 3-57 15,-5-7 0-15,-5-2 0 16,-3-5-103-16,-3-6-64 16,-9-8-111-16,-6 0-261 0</inkml:trace>
  <inkml:trace contextRef="#ctx0" brushRef="#br0" timeOffset="13873.06">14139 15155 2433 0,'0'0'495'0,"0"0"-335"15,0 0-131-15,125-23-17 16,-58 20-8-16,7 3-4 15,24 0-54-15,-21 0-457 16,-9 0-1214-16</inkml:trace>
  <inkml:trace contextRef="#ctx0" brushRef="#br0" timeOffset="14857.37">15958 15141 1200 0,'0'0'513'0,"0"0"-244"16,0 0-61-16,0 0-66 15,0 0-8-15,0 0-60 16,0 0-31-16,15-52 8 15,-25 96 82-15,-6 14 23 16,3 17-60-16,-3 9-24 0,7 7 6 16,2-6-59-16,7-4-19 15,0-11 21-15,7-12-21 16,15-16-1-16,5-12-33 16,5-12-35-16,-3-10-43 15,0-8-241-15,-10-12-267 16,-9-10-633-16</inkml:trace>
  <inkml:trace contextRef="#ctx0" brushRef="#br0" timeOffset="15060.48">15628 15524 1377 0,'0'0'356'0,"0"0"-36"0,0 0 7 16,0 0-27-16,0 0-78 15,0 0-127-15,0 0-47 16,169-4-20-16,-90 0-28 16,3 0-9-16,-2-4-12 15,11 4-132-15,-21 3-230 16,-17-4-473-16</inkml:trace>
  <inkml:trace contextRef="#ctx0" brushRef="#br0" timeOffset="15591.7">16504 15473 1046 0,'0'0'734'0,"0"0"-436"15,0 0 23-15,0 0-180 16,0 0-96-16,0 0 116 16,-145 49-31-16,94-1-27 15,2 1-17-15,9 1-44 16,11-2 9-16,13-12-48 15,16-6 3-15,0-11-12 16,32-10 6-16,14-9-37 16,12-9-35-16,2-23-175 15,2-7-33-15,-6-9-186 16,-10 2-36-16,-11 2 234 16,-12 8 268-16,-13 5 238 15,-8 17 282-15,-2 10-252 16,0 4-66-16,-2 8-83 15,-2 19 8-15,4 5 7 0,0-2-92 16,2 2 0-16,15-4 7 16,8-2-48-16,2-12 25 15,2-2-26-15,2-10-34 16,-2-2 33-16,-2 0-127 16,-2-16-32-16,-4-8 2 15,-5-4-51-15,-3-4 8 16,-1 0 26-16,-5 7 175 15,-3 10 44-15,-4 8 209 16,2 7-72-16,-2 5-92 16,0 20 7-16,2 3 39 15,0 7-37-15,6-5-63 16,-4-2 7-16,3-2-42 16,-3-8-57-16,0-9-162 15,-2-4-272-15,-2-5-342 0</inkml:trace>
  <inkml:trace contextRef="#ctx0" brushRef="#br0" timeOffset="15716.68">16812 15236 1642 0,'0'0'734'16,"0"0"-651"-16,0 0-83 0,0 0-231 15,-33 106-681-15</inkml:trace>
  <inkml:trace contextRef="#ctx0" brushRef="#br0" timeOffset="15810.46">16584 16038 1847 0,'0'0'591'0,"0"0"-456"16,0 0-135-16,0 0-18 16,0 0-663-16</inkml:trace>
  <inkml:trace contextRef="#ctx0" brushRef="#br0" timeOffset="16919.73">17632 15448 1303 0,'0'0'492'0,"0"0"-243"16,0 0-19-16,0 0-18 0,0 0-56 15,0 0-56 1,125-70-53-16,-96 70 0 0,0 5-41 16,-6 18 19-16,-8 17 47 15,-9 8-14-15,-6 10 32 16,0 1-36-16,-6 3-3 15,-15-8 3-15,4-4-54 16,-1-11 0-16,5-7 3 16,4-18-3-16,6-7-10 15,3-7-11-15,0-12-9 16,20-20-20-16,3-14-80 16,2-14-128-16,-2-8-36 15,2-8-236-15,-4 0-97 16,-3 9 399-16,-10 18 228 15,-5 23 667-15,-3 17-181 0,-9 9-304 16,-14 18 20 0,-1 22-25-16,1 8-21 0,10 6-47 15,9 4-36-15,4-1 10 16,9-7-76-16,22-6-6 16,11-8 4-16,7-14-5 15,3-7-11-15,1-15-58 16,-2 0-59-16,-6-11-108 15,-7-10-114-15,-9-10-28 16,-7-5 69-16,-7 4 195 16,-6 1 114-16,-6 14 231 15,-3 2 72-15,0 15 8 16,0 0-162-16,-9 7-61 16,0 17 40-16,2 3-44 15,7 6-11-15,0-1-37 0,3-2-21 16,14-4 39-16,5-4-47 15,3-8 5-15,0-6-1 16,-6-2-1-16,0-6 2 16,-9 0-12-16,0 0 1 15,-6 0 7-15,-2 0-6 16,-2-9-2-16,3 4 25 16,1 1-25-16,0-4 29 15,0 2-29-15,-1-3 0 16,2 4 0-16,-3 1 0 15,-2-1 0-15,0 5-1 16,0-3-25-16,0 3 20 0,0 0-22 16,0 0-40-16,0 0-35 15,-7 0-240-15,-2 0-231 0</inkml:trace>
  <inkml:trace contextRef="#ctx0" brushRef="#br0" timeOffset="17763.41">18384 15625 400 0,'0'0'975'16,"0"0"-648"-16,0 0-123 16,0 0 8-16,0 0-100 15,0 0 20-15,0 0 42 16,-123 61-12-16,98-24-2 15,5 3-60-15,16 1-43 16,4-8 34-16,13-1-67 16,25-14 4-16,11-8-12 0,5-10-16 15,1 0-1-15,-3-16-71 16,-12-10-22-16,-16-8 37 16,-15-4-63-16,-9-4 44 15,-18 1 40-15,-18 2 32 16,-8 11-10-16,-5 10 14 15,3 10-34-15,-2 8-66 16,13 12-371-16,14 6-491 0</inkml:trace>
  <inkml:trace contextRef="#ctx0" brushRef="#br0" timeOffset="18294.71">18939 15887 1631 0,'0'0'651'16,"0"0"-446"-16,0 0-52 0,0 0-123 15,0 0 74-15,0 0-20 16,-79 130-43-16,44-85-9 16,6-5-32-16,9 0-96 15,11-14-165-15,9-12-309 0</inkml:trace>
  <inkml:trace contextRef="#ctx0" brushRef="#br0" timeOffset="18685.25">19674 15228 1491 0,'0'0'344'0,"0"0"-74"16,0 0-106-16,0 0-52 16,0 0 69-16,0 0 7 15,0 0-34-15,-52 150-31 16,39-87-56-16,0 8 6 0,2-3-25 15,6 3-24 1,5-10 8-16,0-3-32 0,0-12-1 16,21-7-1-16,2-13-68 15,7-8 20-15,12-18-68 16,-6 0-225-16,-5 0-302 0</inkml:trace>
  <inkml:trace contextRef="#ctx0" brushRef="#br0" timeOffset="19153.99">19451 15625 1190 0,'0'0'588'0,"0"0"-287"0,0 0 4 16,0 0-24-16,0 0-83 15,0 0-108-15,0 0-23 16,9-10-49-16,53 14-10 15,15 2-3-15,2-4-5 16,4-2-34-16,-5 0 9 16,-9 0-40-16,-9 0 37 15,-15-2 7-15,-14-4 21 16,-15 2 15-16,-12 0-8 16,-4 4 28-16,-8 0-2 15,-19 4-26-15,-5 18 52 16,-3 10-19-16,4 2-25 15,6 4 49-15,9-2-63 0,10-2 5 16,6-12 0 0,0-7-6-16,22-12 0 0,7-3-45 15,2-14-76-15,0-12-111 16,-4-6-226-16,-3-2 130 16,-4 1 67-16,-6 8 261 15,-3 11 144-15,-4 4 227 16,-3 10-101-16,-2 10-115 15,0 17-117-15,6 26-38 16,-2-7-113-16,1-8-530 0</inkml:trace>
  <inkml:trace contextRef="#ctx0" brushRef="#br0" timeOffset="20248.08">20976 15552 1525 0,'0'0'340'16,"0"0"-219"-16,0 0-40 16,0 0 82-16,0 0 27 0,6 121-4 15,-6-71 55-15,0-3-123 16,-6 2-19-16,-3-6-47 15,-3-10-50-15,4-8 23 16,1-9-25-16,3-11 0 16,2-5-7-16,2-1 7 15,0-24-9-15,0-7-23 16,4-10-48-16,13-2 2 16,10-8-101-16,5 7-33 15,1-1 21-15,5 17 47 16,0 15 144-16,-5 10 0 15,1 4 99-15,-7 12 63 16,-3 10-31-16,-9 6 24 16,-3 3-8-16,-5 6-93 15,-7-4 5-15,0 4-35 0,0-5-23 16,0-2 17-16,0-4-18 16,-2-12 0-16,2-5 3 15,0-9 6-15,8 0-18 16,17-9-25-16,6-19-44 15,5-5-55-15,1-4-83 16,-3-4 25-16,-5 6 97 16,-9 9 94-16,-11 12 102 15,-7 10 91-15,-2 4-71 16,-2 4-4-16,-11 18-48 16,4 5-11-16,2 4 29 15,7-2-69-15,0 0 22 16,11 0-40-16,14-8 5 0,6-5 13 15,3-6-19-15,-1-6 0 16,-2-4-13-16,-4 0 7 16,-10-18-8-16,-5-8-34 15,-10-6-32-15,-2-6 21 16,-4-3-75-16,-17 2 53 16,3 0 75-16,3 10 6 15,11 5 24-15,4 8 48 16,11 6-27-16,20 5-45 15,9 5-27-15,5 0 1 16,-3 0 10-16,-5 19 32 16,-5 4-5-16,-8 8 53 0,-3 0 9 15,-5 0 59-15,-6 1-84 16,-1-2-17-16,-5-2 8 16,1-6-33-16,0-3-12 15,-3-7 3-15,-2-7-37 16,0-5-1-16,0 0-167 15,0-14-296-15,0-8-312 0</inkml:trace>
  <inkml:trace contextRef="#ctx0" brushRef="#br0" timeOffset="20357.43">22031 15605 1733 0,'0'0'809'16,"0"0"-534"-16,0 0-80 15,0 0-143-15,0 0-52 0,0 0-12 16,0 0-272-16,-50-44-384 15</inkml:trace>
  <inkml:trace contextRef="#ctx0" brushRef="#br0" timeOffset="20513.68">22031 14967 2302 0,'0'0'575'0,"0"0"-399"16,-195 32-107-16,97 12-39 15,-8 10-14-15,2 12-16 16,9 29-30-16,16-11-243 16,27-11-726-16</inkml:trace>
  <inkml:trace contextRef="#ctx0" brushRef="#br0" timeOffset="22044.82">22679 15767 719 0,'0'0'841'16,"0"0"-549"-16,0 0 31 15,0 0-6-15,0 0-55 16,0 0-100-16,0 0-108 16,134-80-15-16,-67 38-36 15,10-10 8-15,6-3-5 16,-2-7-6-16,-6 1-6 15,-13 3-15-15,-17-1 9 0,-16 8 10 16,-16 8-11-16,-13 9 13 16,0 9-2-16,-6 13 2 15,-17 11 0-15,-3 1 23 16,-4 15-13-16,-3 20 2 16,2 13 14-16,2 12 15 15,2 10 24-15,8 11-44 16,-2 2-9-16,5-2 52 15,3-6-64-15,0-6 28 16,4-11-22-16,0-14-4 16,3-14 1-16,3-12-3 15,3-8 0-15,0-10-8 16,3-3 8-16,19-26-1 16,6-7-40-16,11-12-13 15,7-7 3-15,8-3-91 0,4 3-128 16,0 9 94-1,-6 10 114-15,-13 15 62 0,-12 15 56 16,-12 6 1-16,-8 6 4 16,-7 24 25-16,0 6 25 15,0 9 8-15,-5-1-72 16,5 0-6-16,0-7-17 16,17-11-15-16,16-8 20 15,13-16-29-15,10-2-5 16,6-14-1-16,4-23-52 15,-4-7-24-15,-9-11-48 16,-8-6-25-16,-12-3 67 16,-15 3 34-16,-11 11 54 0,-7 10 131 15,0 19 13 1,-7 15-48-16,-2 6-72 0,7 32-3 16,2 9 63-16,11 15-34 15,16 7-6-15,2 5 4 16,0-6-39-16,-11 0 4 15,-14-13-13-15,-4-4 0 16,-22-12 1-16,-23-12-1 16,-31-7-46-16,12-5-55 15,6-9-532-15</inkml:trace>
  <inkml:trace contextRef="#ctx0" brushRef="#br0" timeOffset="23935.38">24872 15342 1328 0,'0'0'402'15,"0"0"-186"-15,0 0 41 16,0 0-73-16,0 0-28 15,0 0 36-15,0 0-89 16,27-40-32-16,-27 68-14 16,0 16 12-16,0 14 55 0,-11 10-61 15,-5 7-12 1,1-3 5-16,-1-2-54 0,1-6 30 16,3-9-32-1,6-10 0-15,1-11-32 0,3-12 13 16,2-9-36-16,0-9 1 15,0-4-18-15,9-14 28 16,11-20-187-16,5-17-91 16,17-43-68-16,3-2-278 15,-10 10-227-15,-8 15 895 16,-22 50 141-16,-5 14 699 16,-3 3-437-16,-21 4-125 15,-5 11-51-15,-7 22-52 16,5 12 13-16,11 9-44 15,13 0-70-15,7-4 6 0,25-6-56 16,23-9-24-16,17-16 45 16,11-15-45-16,7-4-1 15,1-23-20-15,-8-18-38 16,-7-11 4-16,-13-10-104 16,-11-10-69-16,-10-13 82 15,-10-3-26-15,-10 2 101 16,-4 2 62-16,-9 17 9 15,-2 17 135-15,0 22-4 16,-9 24-76-16,-8 4 19 16,-1 24 29-16,-2 23 27 15,2 17-31-15,0 4-34 16,3 9 25-16,-1 1-57 16,1-3-22-16,-1-7 34 0,3-10-32 15,1-13-10-15,6-11-3 16,6-17 1-16,0-6-13 15,4-11-12-15,21 0-12 16,8-18 27-16,7-8-64 16,1-2 8-16,-4-2-39 15,-8 6-4-15,-8 12 81 16,-11 12 5-16,-7 0 22 16,-3 14 3-16,0 15 28 15,-5 8 42-15,1-1-41 16,4-5-19-16,6-5 23 15,28-3-36-15,13-14-4 16,11-6 4-16,9-3-88 0,4-8 14 16,-5-19-8-16,-3 1 9 15,-10-13 39-15,-7 3-17 16,-17-2 50-16,-12 8 1 16,-13-1 31-16,-4 13 121 15,-8 13-55-15,-21 5-43 16,-7 0 22-16,-2 19-41 15,2 12 12-15,5 5 39 16,11 0-73-16,12-2 17 16,8-10-22-16,0-4-7 15,8-11-2-15,15-4-17 16,5-5-21-16,4-8 9 16,-1-14-91-16,-3-6-54 15,-3 2 14-15,-5 0 45 16,-5 6 82-16,-3 12 34 0,-7 8 68 15,-5 4-5-15,0 24 64 16,0 6-14-16,2 4-68 16,2-2-24-16,6-6-21 15,0-4-6-15,11-20-126 16,-4-6-70-16,-1 0-393 0</inkml:trace>
  <inkml:trace contextRef="#ctx0" brushRef="#br0" timeOffset="24138.41">26388 15091 1982 0,'0'0'617'16,"0"0"-400"-16,0 0-124 15,0 0-30-15,0 0-51 16,0 0 13-16,0 0 7 15,54 122-32-15,-108-51-1 16,6-13-250-16,2-12-571 0</inkml:trace>
  <inkml:trace contextRef="#ctx0" brushRef="#br0" timeOffset="24513.41">26872 15552 1640 0,'0'0'691'0,"0"0"-416"0,0 0 14 16,0 0-203-16,0 0-47 16,0 0 47-16,0 0-78 15,114 131 2-15,-77-97-10 16,-1-6-4-16,-3-6-25 15,-1-10-69-15,-4-10-82 16,15-6-69-16,-7-15-134 16,-5-8-337-16</inkml:trace>
  <inkml:trace contextRef="#ctx0" brushRef="#br0" timeOffset="24700.95">27382 15540 1711 0,'0'0'663'15,"0"0"-429"-15,0 0 27 16,0 0-128-16,-151 119-29 0,111-69-21 15,11-6-49-15,9-4 37 16,13-4-71-16,7-10 0 16,9-7-2-16,20-12-32 15,8-7-5-15,9 0-50 16,-2-16-123-16,12-33-127 16,-14 3-251-16,-6 3-81 0</inkml:trace>
  <inkml:trace contextRef="#ctx0" brushRef="#br0" timeOffset="24825.87">27382 15540 201 0,'114'87'1494'15,"-114"-87"-850"-15,0 0-356 16,0 11-168-16,0 16 14 0,0 3 4 16,0 6-71-1,0-4-3-15,0-2-64 0,0-4-10 16,0-8-25-16,0-14-222 16,0-4-296-16,0 0-625 0</inkml:trace>
  <inkml:trace contextRef="#ctx0" brushRef="#br0" timeOffset="24950.86">27552 15388 1810 0,'0'0'718'0,"0"0"-505"16,0 0-213-16,0 0-90 16,0 0-457-16,0 0-416 0</inkml:trace>
  <inkml:trace contextRef="#ctx0" brushRef="#br0" timeOffset="25388.33">28361 15124 920 0,'0'0'1439'16,"0"0"-1191"-16,0 0-123 15,0 0-43-15,0 0-46 16,-20 104 106-16,6-27-43 16,4 13-33-16,-4 9 6 15,3-6-59-15,0-1-13 0,-1-10 0 16,2-10-36-1,-1-14-33-15,-3-13-118 0,3-18-283 16,-1-17-265-16</inkml:trace>
  <inkml:trace contextRef="#ctx0" brushRef="#br0" timeOffset="25904.41">28000 15611 178 0,'0'0'1628'15,"0"0"-1136"-15,0 0-198 16,0 0-175-16,167-111-72 15,-86 99-47-15,10 6-7 16,3 4 6-16,-3 2-29 16,-9 2 30-16,-14 18 30 0,-26 7 34 15,-24 5 52 1,-18 5-41-16,-25 6 3 0,-24-1-9 16,-7-2-62-16,5-10-5 15,13-8 10-15,16-7-11 16,20-15-2-16,2 0-22 15,35-9-52-15,14-14-109 16,11-8-102-16,0-1-55 16,-4 2 85-16,-13 7 228 15,-15 9 28-15,-14 9 279 16,-14 5-76-16,0 4-61 16,0 16 20-16,-11 6-19 15,4 1-32-15,7-6-60 16,0-1-11-16,18-3-38 15,11-8 10-15,6-9-12 0,1 0-23 16,-1-4-45-16,-6-15-33 16,-6-6-145-16,-5-3-35 15,-3-4-44-15,1 1 67 16,-3 6 82-16,-1 6 176 16,1 14 348-16,-2 5 121 15,-4 8-307-15,0 20-1 16,-3 2-55-16,-2 5-25 15,0 2 0-15,-2-5-81 16,0-6-17-16,0-8-73 16,-2-12-252-16,-4-6-412 0</inkml:trace>
  <inkml:trace contextRef="#ctx0" brushRef="#br0" timeOffset="26045.05">29137 15190 1205 0,'0'0'1355'16,"0"0"-1043"-16,0 0-212 16,0 0-100-16,0 0-225 15,0 0-231-15,-100 152-523 0</inkml:trace>
  <inkml:trace contextRef="#ctx0" brushRef="#br0" timeOffset="26138.76">28734 15954 1766 0,'0'0'579'0,"0"0"-387"15,0 0-100 1,0 0-92-16,0 0-285 0,0 0-974 0</inkml:trace>
  <inkml:trace contextRef="#ctx0" brushRef="#br0" timeOffset="26544.99">30207 15520 1930 0,'0'0'560'16,"0"0"-295"-16,0 0-38 15,0 0-128-15,0 0-53 16,0 0-5-16,0 0-25 16,-119 14 38-16,73 27-24 15,3 3-1-15,12 0 9 16,12-4-38-16,9-5 0 15,10-6-7-15,0-15-12 16,16-5-2-16,9-9-44 0,4-9-35 16,2-19-60-16,11-48-206 15,-11 10-235-15,-2-7-342 16</inkml:trace>
  <inkml:trace contextRef="#ctx0" brushRef="#br0" timeOffset="26732.47">30314 14962 1694 0,'0'0'624'15,"0"0"-258"-15,0 0-117 16,0 0-155-16,0 0-83 16,0 0 51-16,0 0-3 15,13 150 13-15,-13-76 0 16,-4 3-48-16,2 2 0 0,-1 1-24 16,-1-12-31-16,2-6-6 15,-1-9-76-15,1-11-99 16,0-16-344-16,-3-12-348 0</inkml:trace>
  <inkml:trace contextRef="#ctx0" brushRef="#br0" timeOffset="27123.6">29904 15305 2104 0,'0'0'497'0,"0"0"-232"15,0 0-114-15,0 0-114 0,113 15-35 16,-35-3 13 0,9 6-15-16,9 2-25 0,-2 0-28 15,-8-1-19-15,-9 4 72 16,-22-1 2-16,-21 4 16 16,-21 1 45-16,-13 6-21 15,-5 6 17-15,-15-3-9 16,7-6-37-16,11-2 16 15,2-10-29-15,25-9 0 16,17-9-1-16,9 0-2 16,3-9-26-16,-8-13 7 15,-12-10 1-15,-14-4 15 16,-18 0 0-16,-2 1 6 16,-22 9 9-16,-12 9-3 15,-6 6-8-15,5 11 2 16,2 0-148-16,8 4-351 15,15 3-365-15</inkml:trace>
  <inkml:trace contextRef="#ctx0" brushRef="#br0" timeOffset="27295.49">31052 14833 2515 0,'0'0'386'16,"0"0"-306"-16,0 0-47 0,-54 120-27 16,19-44-6-16,-19 49-5 15,10-21-300-15,6-14-542 0</inkml:trace>
  <inkml:trace contextRef="#ctx0" brushRef="#br0" timeOffset="27670.47">31166 15799 1260 0,'0'0'355'0,"0"0"-66"16,0 0 10-16,0 0-63 15,0 0-18-15,0 0-54 16,0 0-52-16,6 34-7 15,15-34-63-15,-2 0-26 16,-3-4-16-16,-12-9-13 16,-4-1-13-16,-29-5-144 15,-10 6-289-15,-4 1-532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30:24.73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11984 2450 1264 0,'0'0'341'15,"0"0"-235"-15,0 0-68 16,0 0 32-16,0 0 53 16,64-73 30-16,-55 68-21 15,-3 1-40-15,0 2-46 16,-6 2 24-16,0 0 44 15,0 0-80-15,2 4-4 0,0 15-15 16,0 13 33 0,0 14 22-16,0 1-45 0,1 2-4 15,-1-7-11-15,0-8-1 16,6-10 5-16,6-7-14 16,9-8 0-16,8-7 0 15,7-2-28-15,6-9-45 16,3-18-82-16,-5-11-19 15,-6-8 63-15,-10-5 59 16,-5-2 52-16,-10 7 2 16,-4 2 26-16,-3 15 41 15,-4 11 23-15,0 7 55 16,0 11-74-16,0 3-73 16,0 31-19-16,-4 34 19 15,-8 33 48-15,4 1-5 0,1-6-25 16,3-12-2-16,4-18-1 15,-5 7-15-15,-2 4 1 16,-6-8 3-16,-5-9-3 16,-5-6 10-16,-6-8-11 15,-2-7 0-15,-2-11 2 16,0-10-2-16,8-8 0 16,8-8 56-16,8-2 11 15,9-4-12-15,0-20-16 16,13-13-19-16,25-7-20 15,13-4-16-15,14-2-38 16,6 0-23-16,18-14-173 16,-15 11-134-16,-16 5-626 0</inkml:trace>
  <inkml:trace contextRef="#ctx0" brushRef="#br0" timeOffset="227.8">12978 2560 1209 0,'0'0'1283'16,"0"0"-1065"-16,0 0-130 16,0 0-74-16,0 0-1 15,0 0-13-15,0 0 0 0,125-16-40 16,-101 23-197-1,-24 18-135-15,0-2-337 0,-9-1-185 0</inkml:trace>
  <inkml:trace contextRef="#ctx0" brushRef="#br0" timeOffset="328.79">12956 2715 861 0,'0'2'994'0,"19"2"-694"16,20-2-153-16,9 1-71 15,6 2-67-15,26 2-9 16,-13-2-163-16,-11-1-398 0</inkml:trace>
  <inkml:trace contextRef="#ctx0" brushRef="#br0" timeOffset="1065.94">14121 2675 1684 0,'0'0'523'15,"0"0"-467"-15,0 0-47 16,0 0-3-16,0 0 34 16,145-69-20-16,-91 32-8 15,0-7-12-15,-10 0-15 0,-9-2-4 16,-12 3 6 0,-12 2 10-16,-9 7 3 0,-2 6 16 15,-2 9 21-15,-9 6-13 16,-5 13-24-16,1 0 0 15,-4 25-20-15,2 21 14 16,1 18 6-16,5 16 22 16,-1 11 18-16,6 3 10 15,0-1-15-15,1-1 15 16,1-11-22-16,-6-5-17 16,2-11 2-16,-7-11-4 15,-6-8 10-15,-6-10-17 16,-6-7 34-16,-5-10 13 15,-2-7-39-15,4-9 1 0,9-3 8 16,12-15 11-16,15-19 26 16,7-14-56-16,34-8-13 15,20-4 11-15,13-2-10 16,5 1-35-16,4 3-37 16,-4 4-102-16,2-14-60 15,-20 13-333-15,-16 8-194 0</inkml:trace>
  <inkml:trace contextRef="#ctx0" brushRef="#br0" timeOffset="1278.58">14854 2097 1568 0,'0'0'553'0,"0"0"-467"15,0 0-80-15,-58 106 99 16,23-31 59-16,-1 10-26 15,9 4-51-15,10 0-50 16,15-11-14-16,2-10-23 16,11-10-53-16,18-10-24 15,24-8-82-15,-6-11-74 16,-6-16-313-16</inkml:trace>
  <inkml:trace contextRef="#ctx0" brushRef="#br0" timeOffset="1691.83">14910 2435 1549 0,'0'0'611'16,"0"0"-448"-16,0 0-55 0,0 0-13 16,0 0-44-16,0 0-17 15,0 0 54-15,38 58-37 16,-35-14-10-16,-3 4-14 15,0-2-3-15,-5-2-3 16,-2-10-21-16,3-8 1 16,2-9-7-16,2-6 0 15,0-7-32-15,0-4-41 16,2-3 27-16,11-23 40 0,1-13-195 16,-1-5-99-16,-2-1 109 15,-2 9 197-15,-5 14 89 16,-1 14 93-16,-1 8-101 15,0 0-42-15,2 15 53 16,6 9 52 0,1 3-36-16,5 4-51 0,3-1-25 15,4-2-31-15,3-6-2 16,3-5-12-16,-2-6-79 16,0-5-62-16,0-6-79 15,-8-15-259-15,-2-6-612 0</inkml:trace>
  <inkml:trace contextRef="#ctx0" brushRef="#br0" timeOffset="1863.62">15499 2280 1620 0,'0'0'695'0,"0"0"-526"16,0 0-3-16,100 122-61 15,-79-66-53-15,-15 4-36 16,-6 3 5-16,-6-1-21 15,-23 1-15-15,-32 24-89 16,6-17-172-16,3-16-407 0</inkml:trace>
  <inkml:trace contextRef="#ctx0" brushRef="#br0" timeOffset="5826.63">12312 4648 1420 0,'0'0'520'0,"0"0"-394"15,0 0-47-15,0 0-14 16,0 0 43-16,0 0 49 16,0 0-48-16,0-2-58 0,0 22-51 15,0 14 0-15,0 9 64 16,-4 10-34-16,4 0-8 15,0-7-11-15,12-11 4 16,15-8-15-16,4-11-6 16,9-13 5-16,7-3 1 15,2-3-77-15,0-21-85 16,-3-7-43-16,-7-5-40 16,-6-4 24-16,-8-2 104 15,-8 3 30-15,-8 4 66 16,-6 7 21-16,-3 10 42 15,0 9 65-15,0 9-25 16,0 0-49-16,-5 20-8 0,-4 18 34 16,1 13 51-1,-4 18-3-15,5 9-3 0,1 3-23 16,2 3-32-16,-1 1 2 16,1-6-28-16,-6-6-5 15,2-7 25-15,-5-8-32 16,-1-9 1-16,-4-9 4 15,-4-8-15-15,-3-7-1 16,-4-11 0-16,0-7 0 16,5-7 6-16,6 0 3 15,9-5 12-15,9-22 17 0,7-11-38 16,24-8-29 0,13-5-11-16,10-7-43 0,2-1-12 15,15-30-123-15,-15 17-259 16,-14 4-950-16</inkml:trace>
  <inkml:trace contextRef="#ctx0" brushRef="#br0" timeOffset="6000.7">13080 4157 1370 0,'0'0'961'16,"0"0"-846"-16,0 0-115 15,0 0 0-15,-51 154 0 16,13-72-1-16,-14 32-44 0,11-20-317 16,5-15-1340-16</inkml:trace>
  <inkml:trace contextRef="#ctx0" brushRef="#br0" timeOffset="6420.4">13867 4772 631 0,'0'0'1480'0,"0"0"-1136"15,0 0-225-15,0 0-4 0,0 0-15 16,0 0-40 0,0 0-30-16,94 0-19 15,-50 3-11-15,1 4-29 16,-9 3-127-16,-20 7-116 0,-12-2-119 16,-4-3-458-16</inkml:trace>
  <inkml:trace contextRef="#ctx0" brushRef="#br0" timeOffset="6542.71">13834 4923 1515 0,'0'0'620'16,"0"0"-444"-16,0 0-49 16,0 0-18-16,0 0 4 15,135 30-64-15,-77-21-49 16,27 2-124-16,-18-3-201 16,-9-6-623-16</inkml:trace>
  <inkml:trace contextRef="#ctx0" brushRef="#br0" timeOffset="7169.62">14696 4918 1896 0,'0'0'521'16,"0"0"-487"-16,0 0-33 15,172-46 16-15,-94 12-11 16,2-6-5-16,1-4 28 16,-8-4-29-16,-13-2-12 15,-10 4-19-15,-19 2 31 16,-16 3 1-16,-13 9 8 16,-2 9 6-16,-2 4 28 0,-13 9-7 15,-3 10-8-15,0 0-28 16,-2 18 1-16,-1 27 14 15,-1 29 13-15,0 36 5 16,2 28 20-16,0 7-15 16,7-24 8-16,0-31-34 15,1-32 0-15,-1-9 0 16,-5 8-11-16,-5 3 6 16,-6 1-6-16,-4-12-1 15,-3-8 17-15,5-14-17 16,2-8 0-16,12-12-1 15,9-7 2-15,8-7 0 16,10-27-1-16,26-17-26 16,17-9 13-16,10-3 2 15,8-7 5-15,0 4-15 0,-7 3-143 16,2-24-91 0,-20 19-125-16,-15 8-295 0</inkml:trace>
  <inkml:trace contextRef="#ctx0" brushRef="#br0" timeOffset="7350.6">15639 4113 1952 0,'0'0'474'0,"0"0"-474"15,0 0-9-15,-46 116 9 16,12-46 21-16,-2 12-21 0,0 30-60 15,10-21-266-15,6-16-598 16</inkml:trace>
  <inkml:trace contextRef="#ctx0" brushRef="#br0" timeOffset="7599.49">15951 4374 2087 0,'0'0'272'0,"0"0"-250"15,0 0-21 1,0 0 41-16,0 0 68 0,-125 132 56 16,114-68-64-16,9 6-59 15,2 4-43-15,5-1-18 16,17-10-101-16,16 3-119 15,-7-20-82-15,-4-13-370 0</inkml:trace>
  <inkml:trace contextRef="#ctx0" brushRef="#br0" timeOffset="7995.38">16054 4600 1844 0,'0'0'467'15,"0"0"-411"-15,0 0-7 0,0 0 1 16,0 0 39-16,0 0 35 16,0 0-36-16,58 117-22 15,-64-62-39-15,-15-1-8 16,3-3 24-16,5-12-31 16,4-6-12-16,6-13 0 15,3-8-14-15,0-8-29 16,16-4-50-16,9-6-5 15,2-28-112-15,0-12-290 16,-4-12-56-16,-4 1-58 16,-8 9 614-16,-7 15 634 15,-4 16-35-15,0 15-321 16,0 2-97-16,-2 19-83 16,-9 10 52-16,4 7-42 15,5 3-47-15,2-1-25 0,7-2-36 16,22-6-3-16,8-9 3 15,11-6-11-15,2-13-54 16,20-10-92-16,-12-19-178 16,-12-6-525-16</inkml:trace>
  <inkml:trace contextRef="#ctx0" brushRef="#br0" timeOffset="8156.94">16823 4420 2094 0,'0'0'705'0,"0"0"-563"0,0 0-130 15,0 0 2 1,120 158-14-16,-108-88 1 0,-12 6 4 16,-3 9-5-1,-28 1-46-15,-38 26-75 0,6-22-244 16,3-20-492-16</inkml:trace>
  <inkml:trace contextRef="#ctx0" brushRef="#br0" timeOffset="11358.62">12512 7000 821 0,'0'0'333'16,"0"0"-54"-16,0 0-61 16,0 0-6-16,0 0 45 15,0 0-31-15,0 0-56 16,22-47-55-16,-22 47-57 16,0-3 11-16,0 3 11 15,0 0-35-15,-2 0-20 0,-18 0-17 16,-16 6 1-16,-15 14-4 15,-14 10-4-15,-8 10 7 16,-1 9 8-16,3 2-16 16,11 0 6-16,12-5-4 15,17-8-2-15,14-8 6 16,15-10-6-16,2-6-12 16,24-6 11-16,20-8-14 15,19 0-2-15,8-14-14 16,7-18-99-16,1-8-99 15,-10-12 19-15,2-32-48 16,-20 12-222-16,-13 3-257 0</inkml:trace>
  <inkml:trace contextRef="#ctx0" brushRef="#br0" timeOffset="12018.49">12626 6392 1523 0,'0'0'475'16,"0"0"-288"-16,0 0-81 15,0 0-105-15,0 0 8 16,-11 111 135-16,-8-3 42 16,-1 35-64-16,7 5-40 15,5-22-35-15,4-36-33 16,4-35-13-16,0-16 17 16,8 5-12-16,9-7-6 15,8-2-5-15,4-12-18 0,4-11 13 16,3-8-41-16,4-4-37 15,0-10-18-15,-4-19-35 16,-7-4 3-16,-7-1 79 16,-9 4 59-16,-5 10 26 15,-8 9 102-15,0 11-57 16,0 0-38-16,-3 22-32 16,-6 6 63-16,5 3-7 15,4-4-27-15,0-2 3 16,6-7-33-16,17-6-2 15,4-8 2-15,2-4 0 16,4 0-12-16,-2-18-40 16,-2-10-65-16,-4-6-15 15,-8-10-50-15,-3-7-46 16,-5 0 36-16,-3 0 72 0,-4 9 45 16,-2 18 75-16,0 16 118 15,0 8-82-15,0 21-34 16,0 22 116-16,0 13 28 15,-4 12 18-15,-3 9-23 16,3 3-60-16,-2 0-10 16,-2-1-35-16,2-9-6 15,-3-10-30-15,-3-12 28 16,-1-10-28-16,-3-13 0 16,-3-8 1-16,1-7-1 15,3-10 3-15,10 0-3 0,5-24 0 16,15-12-22-16,35-10-33 15,16-8 55-15,37-7 1 16,31 0-1-16,-7 7 0 16,-13 11-35-16,4 3-122 15,-49 16-173-15,-7 2-529 0</inkml:trace>
  <inkml:trace contextRef="#ctx0" brushRef="#br0" timeOffset="12582.59">11718 8049 1053 0,'0'0'727'0,"0"0"-499"16,0 0-125-16,0 0 13 15,0 0-2-15,0 0 21 16,0 0 15-16,25-38-87 15,8 26-47-15,13 2 8 16,15 4 0-16,15 2 3 16,30 2 12-16,35-1-27 0,36 1 31 15,7-1-31 1,-12-4-12-16,-20 2 19 0,-43 1-11 16,-24 0-8-16,-23 2-20 15,-13 0-36-15,16 2-96 16,-11 0-158-16,-12 0-348 0</inkml:trace>
  <inkml:trace contextRef="#ctx0" brushRef="#br0" timeOffset="13018.34">12447 8497 1490 0,'0'0'388'16,"0"0"-243"-16,0 0-62 16,0 0-9-16,0 0-55 15,0 0 23-15,-145-7 35 16,89 35-21-16,-1 9-16 16,3 4 10-16,9 3 11 15,12 1 8-15,13-6-16 0,13-5-17 16,7-5-33-16,7-9-3 15,25-11-1-15,14-9-26 16,8 0-87-16,6-19-10 16,-2-15-73-16,11-29-63 15,-18 10-74-15,-11-2-228 0</inkml:trace>
  <inkml:trace contextRef="#ctx0" brushRef="#br0" timeOffset="13239.76">12516 8110 1609 0,'0'0'476'16,"0"0"-476"-16,0 0 2 15,0 0 38-15,-11 105 58 16,2-46 98-16,0 9-33 0,-2 8-54 16,0 5-39-16,2 2-69 15,2-4 2-15,3-9-3 16,4-12-31-16,0-12-65 15,0-12-88-15,11-20-115 16,7-11-84-16,0-3-252 0</inkml:trace>
  <inkml:trace contextRef="#ctx0" brushRef="#br0" timeOffset="13618.12">12641 8453 1295 0,'0'0'584'16,"0"0"-432"-16,0 0-44 15,0 0 31-15,0 0 46 16,0 0-14-16,0 0-38 16,114-47-45-16,-98 71-30 15,-3 8-10-15,1 8 0 16,-6 6-32-16,-4 2 11 16,-4-2-21-16,0-3 1 15,0-11-7-15,0-10-9 16,0-10-11-16,0-7-25 15,0-5-15-15,5 0 5 16,3-23-7-16,6-15-85 0,1-8-105 16,-3 0 58-16,-5 9 194 15,-7 14 147-15,0 14 79 16,0 9-106-16,0 4-97 16,-7 22-5-16,-2 6 31 15,9 4 14-15,0 3-11 16,16-2-36-16,23-5-10 15,22-7-12-15,15-13-43 16,47-12-99-16,-19-14-172 16,-13-10-341-16</inkml:trace>
  <inkml:trace contextRef="#ctx0" brushRef="#br0" timeOffset="14389.96">13760 8015 1207 0,'0'0'654'0,"0"0"-349"16,0 0-76-16,0 0 12 15,0 0-70-15,0 0-84 16,0 0-42-16,72-4-35 15,-32 1-10-15,2 3 0 16,-2 0-21-16,-4 3-67 16,-14 15-158-16,-11 0-248 15,-11-1-289-15</inkml:trace>
  <inkml:trace contextRef="#ctx0" brushRef="#br0" timeOffset="14491.62">13838 8199 1273 0,'0'0'733'16,"0"0"-455"-16,0 0-100 0,0 0-85 15,116 8 0-15,-14-8-93 16,-8-12-159-16,-11-4-361 16</inkml:trace>
  <inkml:trace contextRef="#ctx0" brushRef="#br0" timeOffset="16458.02">15610 7371 924 0,'0'0'924'0,"0"0"-710"16,0 0-213-16,0 0-1 15,0 0 18-15,-123-20 39 16,73 20 67-16,-6 6-36 15,0 18-22-15,0 8 32 0,5 10-25 16,11 9-13 0,11 0 14-16,14 3-39 15,15-3 14-15,0-5-37 0,26-10-11 16,21-12-1 0,9-11-25-16,6-13-56 0,5 0-91 15,-7-29-52-15,4-32-58 16,-16 8-123-16,-15-3-257 0</inkml:trace>
  <inkml:trace contextRef="#ctx0" brushRef="#br0" timeOffset="16626.39">15628 7000 1852 0,'0'0'536'16,"0"0"-506"-16,0 0-14 15,15 173 72-15,-15-47 13 0,0 14-16 16,-4-5-43-16,-9-27-17 15,1-32-25-15,4-18-107 16,-1 7-145-16,3-14-284 16,-2-9-537-16</inkml:trace>
  <inkml:trace contextRef="#ctx0" brushRef="#br0" timeOffset="17178.58">14926 8228 1783 0,'0'0'607'16,"0"0"-528"-16,0 0-3 15,0 0 28-15,0 0-45 16,0 0 23-16,0 0-44 16,163 5-23-16,-72-3 9 15,7 1-14-15,1-3-10 0,-6 0-6 16,-11 0-74 0,1 0-137-16,-23 0-164 0,-22 0-590 0</inkml:trace>
  <inkml:trace contextRef="#ctx0" brushRef="#br0" timeOffset="17510.43">15342 8596 1340 0,'0'0'820'16,"0"0"-732"-16,0 0-88 15,0 0-5-15,-135-2 5 16,79 30 98-16,-4 13 43 16,0 8-21-16,8 4-33 15,10 1-44-15,13-6-9 16,16-8-12-16,13-8-16 15,0-12-6-15,29-8-49 16,13-12-13-16,10 0-86 16,23-46-97-16,-13 4-146 15,-8-6-286-15</inkml:trace>
  <inkml:trace contextRef="#ctx0" brushRef="#br0" timeOffset="17676.3">15361 8333 1945 0,'0'0'569'0,"0"0"-544"16,0 0 8-16,0 0-33 16,-7 141 46-16,-1-67 24 15,-2 10-16-15,3 5-41 16,5-1-13-16,2 6-162 16,0-21-143-16,9-25-331 0</inkml:trace>
  <inkml:trace contextRef="#ctx0" brushRef="#br0" timeOffset="17965.36">15612 8613 1046 0,'0'0'828'16,"0"0"-660"-16,0 0-167 15,0 0-1-15,0 0 125 16,0 0 66-16,0 0 3 16,39 131-57-16,-39-81-64 15,0 1-13-15,-10-7-59 16,2-10 11-16,-1-8-1 16,7-11-11-16,2-10 0 15,0-5-75-15,8-2-77 0,17-26-12 16,11-48-124-16,-7 6-353 15,-2-1-313-15</inkml:trace>
  <inkml:trace contextRef="#ctx0" brushRef="#br0" timeOffset="18075.07">15612 8613 1031 0,'152'-5'860'0,"-152"5"-547"15,-7 19-223-15,1 6-13 16,4 5-3-16,2 5-37 16,8-1-7-16,26-4-30 15,46-14-135-15,-7-11-248 16,2-5-670-16</inkml:trace>
  <inkml:trace contextRef="#ctx0" brushRef="#br0" timeOffset="18515.28">16403 7597 1908 0,'0'0'513'0,"0"0"-469"15,0 0-32-15,0 0-12 16,-120 205 119-16,85-68-1 15,6-7 0-15,16-26-70 16,13-32-25-16,0-26-23 0,2 7-29 16,31 9-71-16,-2-10-117 15,0-18-345-15</inkml:trace>
  <inkml:trace contextRef="#ctx0" brushRef="#br0" timeOffset="18948.79">16563 8163 1932 0,'0'0'354'0,"0"0"-354"16,0 0-227-16,77-110 23 16,-52 68 204-16,-5-4 68 15,-3-3 81-15,-3-2-149 16,-3 0-69-16,-7 3-4 0,-4 8 70 15,0 10 3-15,0 12 177 16,0 11 17-16,0 7-107 16,-6 12-85-16,-3 27 5 15,-3 17 63-15,2 34 52 16,-4 27-11-16,-3 22-27 16,-2 7-38-16,2-28-5 15,1-30-16-15,1-30-13 16,-1-6 3-16,-4 4-15 15,-2 0 0-15,-5-1 6 16,4-15-6-16,4-14-2 16,3-17-36-16,5-9 23 15,9-12 6-15,2-23-12 0,9-20-64 16,26-10 22 0,9-12 36-16,14-8 15 0,5 0-131 15,22-40-219-15,-16 23-210 16,-14 10-739-16</inkml:trace>
  <inkml:trace contextRef="#ctx0" brushRef="#br0" timeOffset="19142.57">17001 7657 1005 0,'0'0'975'16,"0"0"-674"-16,0 0-230 16,0 0-36-16,0 0 59 15,-71 157 40-15,53-85 1 0,5 3-63 16,9 1-38-16,4-3-34 15,0-13-16-15,2-9-38 16,15-15-47-16,6-10-42 16,8-23-9-16,-6-3-230 15,-3-4-420-15</inkml:trace>
  <inkml:trace contextRef="#ctx0" brushRef="#br0" timeOffset="19490.29">17097 7977 1463 0,'0'0'817'0,"0"0"-623"16,0 0-194-16,0 0 0 16,0 0 121-16,0 0 7 0,10 142 0 15,-20-96-49-15,-3-3-47 16,3-4-10-16,4-9-22 16,2-11 1-16,4-9 7 15,0-9-8-15,2-1-21 16,18-6-20-16,7-21-29 15,2-14-185-15,2-7-94 16,-6-1-6-16,-10 3 111 16,-6 14 244-16,-5 13 389 15,-4 12-74-15,0 7-136 16,0 5-69-16,0 16-16 16,0 10-24-16,0 4 36 15,5 2-82-15,8-1-9 16,10-2-15-16,1-8-26 15,5-8-8-15,0-10-56 0,3-8-106 16,-13-8-112-16,-3-11-431 16</inkml:trace>
  <inkml:trace contextRef="#ctx0" brushRef="#br0" timeOffset="19664.68">17560 7877 1993 0,'0'0'635'15,"0"0"-547"-15,0 0-78 16,56 109 17-16,-40-56-16 0,-7-2 1 16,-7 2-4-1,-2-1-6-15,0-4-2 0,0 2-163 16,-4-13-171 0,-5-16-571-16</inkml:trace>
  <inkml:trace contextRef="#ctx0" brushRef="#br0" timeOffset="19942.8">18199 7714 2170 0,'0'0'328'16,"50"114"-214"-1,-29-31-95-15,-10 13-19 0,-11 7-47 16,-9-18 21-16,-20 9 16 16,-9-5 3-16,-15 5-51 15,7-21-206-15,11-22-766 0</inkml:trace>
  <inkml:trace contextRef="#ctx0" brushRef="#br0" timeOffset="21563.98">18268 4542 1824 0,'0'0'649'16,"0"0"-460"-16,0 0-63 16,0 0-12-16,0 0-24 15,0 0-45-15,0 0-32 16,4-4-13-16,-4 4-49 0,2 0-31 16,-2 19-252-1,0 8-259-15,0-3-502 0</inkml:trace>
  <inkml:trace contextRef="#ctx0" brushRef="#br0" timeOffset="22134.6">19105 7885 1901 0,'0'0'22'16,"0"0"-22"-16,0 0-226 15,0 0-401-15</inkml:trace>
  <inkml:trace contextRef="#ctx0" brushRef="#br0" timeOffset="25888.71">12884 7128 530 0,'0'0'528'16,"0"0"-334"-16,0 0-67 16,0 0-24-16,0 0 18 15,0 0-18-15,0 0-2 16,-3-15 2-16,3 12-2 15,0 1 9-15,0 0-34 16,0-1-2-16,0-1 14 16,0 0-72-16,0 1 3 15,0 1 33-15,0 2 6 16,0 0 24-16,0 0-21 16,0 0 3-16,-2 0 3 15,2 0-25-15,0 0-9 0,-2 0 14 16,2 0-23-16,-2 0-3 15,0 6-20-15,-5 16-1 16,-1 13 0-16,-4 11-3 16,-3 13-96-16,-1-10-278 15,5-16-1052-15</inkml:trace>
  <inkml:trace contextRef="#ctx0" brushRef="#br0" timeOffset="31495.71">12123 11325 1252 0,'0'0'346'0,"0"0"-246"15,0 0-39-15,0 0 86 16,0 0-42-16,0 0 4 16,0 0-2-16,0-24-39 0,0 23-22 15,0 1 58 1,3-3-10-16,-3 3-13 0,3 0-3 16,-3 0-47-16,0 0 10 15,0 0-41-15,0 0 10 16,0 10 2-16,0 20-2 15,0 16-1-15,-6 17 38 16,2 8-28-16,4 2-3 16,0-4-16-16,2-11 1 15,19-8-1-15,10-15 0 16,9-11-9-16,7-10-12 16,7-14-27-16,-2 0-38 15,2-15-60-15,-7-16-15 16,-7-10 34-16,-6-7-67 15,-8-7 60-15,-5 1 57 0,-10 6 77 16,-3 6 24-16,-6 12 100 16,-2 12-18-16,0 10-13 15,0 8-50-15,0 0-15 16,0 22-10-16,0 24 35 16,-8 40 109-16,-5 39-58 15,-5 31-20-15,-1 6-7 16,0-13-32-16,1-40-16 15,5-31 3-15,1-22-15 16,1-8 1-16,-4 2-18 16,-5 4 0-16,-5 0 18 15,-4-12-17-15,-2-14-2 16,-3-10-18-16,5-16 10 16,3-2 2-16,8-28-8 0,11-20-34 15,7-18 16-15,18-14-11 16,24-11 31-16,12-3 3 15,8 1 8-15,5 4-108 16,18-28-107-16,-19 25-159 16,-14 10-491-16</inkml:trace>
  <inkml:trace contextRef="#ctx0" brushRef="#br0" timeOffset="31782.72">12939 10758 1520 0,'0'0'571'15,"0"0"-455"-15,0 0-73 16,0 0-10-16,0 0 54 15,0 0 66-15,-62 128-4 16,43-56-66-16,0 5-55 16,7-2-28-16,0-5-31 15,5-10-81-15,7-3-86 0,0-19-194 16,0-13-619-16</inkml:trace>
  <inkml:trace contextRef="#ctx0" brushRef="#br0" timeOffset="32437.1">13468 11633 1879 0,'0'0'668'0,"0"0"-512"16,0 0-60-16,0 0 40 15,0 0-12-15,0 0-54 0,0 0-17 16,96-23-53-16,-42 9 1 16,6 4-1-16,0 4 0 15,-5 4 0-15,-3 2-23 16,-7 0-40-16,-3 0-32 16,-5 12-137-16,-10-1-250 15,-11 1-351-15</inkml:trace>
  <inkml:trace contextRef="#ctx0" brushRef="#br0" timeOffset="32781.75">13521 11901 1852 0,'0'0'577'16,"0"0"-434"-16,0 0 27 15,0 0-25-15,0 0-84 16,137-6-33-16,-69-2 14 0,7 0-42 16,2 1 0-16,-3 2-37 15,10-2-131-15,-16 2-377 16,-18-1-1431-16</inkml:trace>
  <inkml:trace contextRef="#ctx0" brushRef="#br0" timeOffset="33416.71">15822 10922 1485 0,'0'0'575'16,"0"0"-329"-16,0 0 27 15,0 0-88-15,0 0-85 16,0 0-40-16,0 0-60 16,-80-48 0-16,22 74-5 15,-12 22 5-15,-3 17 30 0,2 11-17 16,15 0 4-16,16-3-8 15,20-14-9-15,18-13-12 16,2-13-15-16,31-13 21 16,13-11-3-16,10-9-29 15,6-4-99-15,0-24-131 16,14-35-33-16,-19 6-46 16,-12-3-300-16</inkml:trace>
  <inkml:trace contextRef="#ctx0" brushRef="#br0" timeOffset="33838.4">15900 10409 1370 0,'0'0'905'0,"0"0"-647"15,0 0-191 1,0 0-67-16,0 0-10 0,0 0 10 16,0 0 38-16,-27 209 82 15,9-63-46-15,-1 8-9 16,5-25-40-16,7-34-4 15,5-40 0-15,2-9-21 16,0 0 6-16,17 0-14 16,6-3 4-16,6-17-32 15,4-12 12-15,8-14-58 16,1-2-43-16,0-33-93 16,-1-14-248-16,-6-8-62 15,-10-1 146-15,-8 6 382 16,-7 16 265-16,-10 17 383 15,0 14-356-15,0 5-182 0,-5 5-67 16,-8 21 107-16,0 6-50 16,5 0-37-16,8-3-17 15,0-5-39-15,8-4-7 16,13-6 0-16,8-5-19 16,5-9 7-16,-1 0-69 15,4-19-59-15,-4-12-33 16,9-38-114-16,-9 7-209 15,-4 2-99-15</inkml:trace>
  <inkml:trace contextRef="#ctx0" brushRef="#br0" timeOffset="34092.74">16478 10910 1215 0,'0'0'537'15,"0"0"-467"-15,0 0-53 0,0 0 131 16,-5 117 18 0,-2-55-3-16,0 10-54 15,-1 6 26-15,-3 4-29 0,-3-2-45 16,-1-3-11-16,-3-7-36 15,-1-10-6-15,0-12 11 16,-4-11-18-16,3-13-1 16,1-12 4-16,0-11 7 15,11-1-11-15,8-13 0 16,0-20-3-16,19-9-32 16,22-6-5-16,15 2 34 15,8 4 5-15,10 4-31 16,6 6-99-16,24-3-133 15,-21 12-227-15,-16 5-198 0</inkml:trace>
  <inkml:trace contextRef="#ctx0" brushRef="#br0" timeOffset="34709.51">15118 11955 1317 0,'0'0'752'0,"0"0"-494"15,0 0-185-15,0 0-16 16,0 0 88-16,0 0-62 15,0 0-26-15,93-4-26 16,-28 3-12-16,38-2 40 16,41-3 12-16,46-5-24 15,17-6 17-15,-4-1-63 16,-20 4 11-16,-32 2-12 16,-10 3-8-16,-30 6 7 15,-24 3-26-15,-25 0-45 0,8 0-71 16,-12 3-171-16,-12 4-351 15</inkml:trace>
  <inkml:trace contextRef="#ctx0" brushRef="#br0" timeOffset="35139.17">16021 12392 1802 0,'0'0'490'16,"0"0"-431"-16,0 0-59 16,0 0 1-16,-137 10 55 15,81 17 42-15,-1 6 5 16,4 8-54-16,5 3 4 0,11 0-8 16,12-2-20-1,14-7-1-15,11-3-13 0,0-9-3 16,17-7-8-16,18-9-41 15,9-7-66-15,7-7-21 16,2-20-65-16,-1-12-89 16,4-33-71-16,-12 8-152 15,-10 2-421-15</inkml:trace>
  <inkml:trace contextRef="#ctx0" brushRef="#br0" timeOffset="35325.58">16077 12015 1348 0,'0'0'846'0,"0"0"-729"16,0 0-98-16,0 0-8 0,-23 123 48 16,7-55 64-16,-1 12-1 15,-2 8-14-15,2 5-44 16,1-1-43-16,3-6-11 16,6-10-10-16,5-10-79 15,2-10-95-15,7-18-153 16,8-19-534-16</inkml:trace>
  <inkml:trace contextRef="#ctx0" brushRef="#br0" timeOffset="35590">16206 12416 988 0,'0'0'264'0,"0"0"-121"0,0 0 66 15,0 0 23-15,0 0 66 16,0 0-56-16,51 136-37 16,-51-87-75-16,0 5-70 15,-3-4-10-15,-8-4-43 16,0-10-6-16,5-9-2 16,1-11-4-16,5-11-32 15,0-5-53-15,0-3-27 16,31-56-14-16,-2 3-431 15,2-6-93-15</inkml:trace>
  <inkml:trace contextRef="#ctx0" brushRef="#br0" timeOffset="35729.71">16386 12475 1092 0,'0'0'767'0,"0"0"-453"0,0 0-89 16,-60 106-26-16,46-58-65 16,10 0-22-16,4-2-59 15,24-2-24-15,26-10-29 16,14-7 0-16,18-16-48 15,44-11-168-15,-20-18-343 16,-12-10-1271-16</inkml:trace>
  <inkml:trace contextRef="#ctx0" brushRef="#br0" timeOffset="36423.32">17503 11959 1121 0,'0'0'620'0,"0"0"-473"16,0 0-103-16,0 0 42 15,0 0 33-15,0 0-34 16,0 0-33-16,0 54-12 15,13-50-24-15,0-4-2 16,-1 0 17-16,-3 0-2 0,-7-2 7 16,-2-8 70-1,0 2-13-15,0 0-45 16,-11 2-48-16,-7 6-36 0,3 0-162 16,3 0-557-16</inkml:trace>
  <inkml:trace contextRef="#ctx0" brushRef="#br0" timeOffset="43867.97">16203 11023 332 0,'0'0'323'0,"0"0"-109"16,0 0-86-16,0 0 16 16,0 0-18-16,11-22 14 15,-11 20 11-15,0-3-42 16,2 4-17-16,-2-2-23 16,0 2-9-16,0-2 21 15,0 2 5-15,0-3 7 16,0-1-23-16,0 4 1 15,0-3-4-15,0 0 12 0,0 1-35 16,0 3 14-16,0-2-37 16,0 2-5-16,0-2 20 15,0 0-12-15,0-1 21 16,0 1-8-16,0-1 21 16,0 1 36-16,0 2-54 15,0 0 13-15,0 0-4 16,0 0-34-16,0 5-15 15,0 17-12-15,-10 16 6 16,-11 22-32-16,4-4-296 16,-1-12-1018-16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31:24.8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22052 5793 1039 0,'0'0'275'16,"0"0"-212"-16,0 0 43 16,0 0 19-16,0 0 10 15,0 0 3-15,-9-30-49 16,9 24-16-16,0 2 21 16,-2 0 20-16,2 0 0 15,0 2-34-15,0 0 48 16,0 2-12-16,0 0-79 15,0 0 14-15,0 0-35 16,0 0-16-16,0 0 20 16,0 0-20-16,0 0-1 0,0 0 0 15,0 0-20 1,0 16 14-16,0 11-8 0,0 14 15 16,0 11 36-16,0 6-14 15,0 4 2-15,0-4-22 16,0-5 16-1,0-9-20-15,0-10 2 0,14-10-27 16,8-5 27-16,9-12-51 16,4-7 11-16,11 0-51 15,-4-19-47-15,0-10-2 16,-6-9-21-16,-7-4 25 16,-12-2 66-16,-5 0 14 15,-8 5 48-15,-4 5 8 0,0 7 54 16,0 7 42-1,0 6 8-15,0 7 16 0,0 5-27 16,0 2-82-16,0 0 2 16,0 6-13-16,7 24 1 15,1 15 38-15,0 17 19 16,-2 12-14-16,-1 10 23 16,-3 4-37-16,-2 0 28 15,0-5-29-15,0-7 0 16,0-8 2-16,-7-10-31 15,-3-10 0-15,-4-6 1 16,-1-10 10-16,-6-5-22 16,1-8 11-16,3-4 0 15,-2-9-1-15,8-5-11 0,5-1 12 16,3 0-1-16,3-17-6 16,5-9-1-16,19-11-18 15,9-3-74-15,8-7-36 16,13-26-135-16,-12 11-113 15,-9 2-348-15</inkml:trace>
  <inkml:trace contextRef="#ctx0" brushRef="#br0" timeOffset="219.73">22766 5208 1164 0,'0'0'1092'16,"0"0"-1092"-16,0 0 0 15,0 0 0-15,-44 128 15 16,12-34 1-16,4-2-15 16,-7 39-1-16,9-26-300 15,8-32-709-15</inkml:trace>
  <inkml:trace contextRef="#ctx0" brushRef="#br0" timeOffset="612.2">23007 5835 1855 0,'0'0'537'15,"0"0"-523"-15,0 0-13 16,0 0-1-16,0 0 48 15,-139 104 65-15,118-55-43 16,11 1-15-16,10 4 8 0,0-1-45 16,10-7-7-16,13-8-9 15,4-9-2-15,4-9-10 16,3-10-35-16,0-7-89 16,-3-3-3-16,-5-7-119 15,-10-31-70-15,-9 2-260 16,-7 0-394-16</inkml:trace>
  <inkml:trace contextRef="#ctx0" brushRef="#br0" timeOffset="1012.95">22996 5988 1305 0,'0'0'490'15,"0"0"-320"-15,0 0 7 16,0 0-110-16,0 0-56 0,0 0 49 16,0 0-26-16,84 40 7 15,-70-11 33-15,-8 6-7 16,-4 3 45-16,-2 0-23 15,0 0-38-15,-8-6 16 16,-2-4-57-16,2-7-1 16,3-8-7-16,3-4-1 15,2-8-2-15,0-1-23 16,0 0-33-16,7-12 56 16,11-16-45-16,1-13-122 15,4-10-17-15,-5-2-31 16,-7 6 145-16,-5 10 71 15,-4 13 83-15,-2 13 131 16,0 11-124-16,0 0-20 16,0 8-28-16,0 17 3 15,8 8 59-15,5 5-46 0,3 0-48 16,5-2 31-16,6-6-41 16,2-8 0-16,3-6-17 15,1-7-26-15,-2-9-14 16,-4 0-111-16,-5 0-69 15,-6-37-55-15,-5 1-237 16,-4-4-489-16</inkml:trace>
  <inkml:trace contextRef="#ctx0" brushRef="#br0" timeOffset="1179.98">23624 5863 1320 0,'0'0'758'0,"0"0"-521"15,0 0-117-15,116 32-6 0,-85 0-11 16,-4 12-8-16,-12 6 29 15,-10 8-81-15,-5 8-11 16,-14 3-12 0,-19 4-20-16,-9-6-41 0,-24 9-90 15,10-16-161-15,4-18-302 0</inkml:trace>
  <inkml:trace contextRef="#ctx0" brushRef="#br0" timeOffset="2612.95">24467 6152 1156 0,'0'0'257'0,"0"0"-139"16,0 0 48-1,0 0 21-15,0 0 21 0,0 0 37 16,0 0-64-16,-13-16-26 15,13 16-22-15,0 0-57 16,0 0-21-16,4 0-44 16,7 0-2-16,9 0-9 15,7 0 7-15,9 0-7 16,1 0 0-16,-1 4-45 16,-5 4-19-16,-6 1-87 15,-9 2-109-15,-16 9-133 16,-18-5-327-16,-16 2-370 0</inkml:trace>
  <inkml:trace contextRef="#ctx0" brushRef="#br0" timeOffset="2719.06">24367 6319 1144 0,'0'0'752'0,"0"0"-476"15,0 0-134-15,0 0-54 16,0 0-54-16,0 0 49 16,187 5-83-16,-116-5-135 15,-11 0-389-15</inkml:trace>
  <inkml:trace contextRef="#ctx0" brushRef="#br0" timeOffset="4601.82">25416 5935 1416 0,'0'0'348'16,"0"0"-231"-16,0 0-39 15,0 0-18-15,0 0 38 0,0 0 35 16,0 0-31-16,10-22-6 16,-2 22-81-16,1 12-15 15,3 16 26-15,-2 12 5 16,-1 10 36-16,0 4-27 15,-4 1-39-15,2-9 30 16,1-6-31-16,4-12 9 16,5-10-9-16,6-10-7 15,6-5 6-15,6-3-42 16,3-11-66-16,0-17-41 16,-4-8-67-16,-5-8 33 15,-10-7 123-15,-5 1-36 16,-5 9 62-16,-7 9 35 0,-2 9 88 15,0 15 53 1,0 8-95-16,0 0-38 16,0 26-6-16,-6 16 51 15,-1 15 79-15,-3 15-32 0,4 12-11 16,0 5 35-16,-1 2-71 16,0-3-13-16,-2-11-7 15,-2-9-24-15,-3-9-8 16,-1-13-1-16,-7-9 0 15,-3-10 6-15,-2-7 2 16,0-11-7-16,3-7-1 16,4-2-26-16,7-11 26 0,13-21-16 15,0-11-24-15,24-7 10 16,21-4-30-16,13 0 5 16,9-2-117-16,20-21-129 15,-16 14-261-15,-15 5-686 0</inkml:trace>
  <inkml:trace contextRef="#ctx0" brushRef="#br0" timeOffset="4793.95">26049 5514 1835 0,'0'0'199'15,"0"0"-190"-15,-40 140-9 0,14-61 6 16,1 5-6-16,5 26-9 16,7-21-174-16,6-19-407 0</inkml:trace>
  <inkml:trace contextRef="#ctx0" brushRef="#br0" timeOffset="5131.09">26290 5831 1215 0,'0'0'732'16,"0"0"-691"-16,0 0-35 15,0 0 29-15,-122 120 56 16,99-65 17-16,10 6 16 16,11 4-51-16,2-3-66 15,9-4-7-15,20-8-19 16,6-10-66-16,23-10-46 0,-8-11-138 15,-9-14-262-15</inkml:trace>
  <inkml:trace contextRef="#ctx0" brushRef="#br0" timeOffset="5526.89">26502 5963 1517 0,'0'0'392'15,"0"0"-185"-15,0 0-95 16,0 0-75-16,0 0-31 16,0 0 13-16,0 0 122 15,-27 92-2-15,23-43-64 16,4 1-35-16,0-4 14 16,0-6-53-16,10-8 5 0,7-6 10 15,3-10-10-15,-1-8-12 16,4-6-10-16,2-2-5 15,-1-12-5-15,0-18-90 16,-1-14-28-16,-3-8-77 16,-5-1-9-16,-1 7 110 15,-5 12 120-15,-7 17 218 16,0 10-7-16,-2 7-153 16,0 12-45-16,0 19 60 15,0 7 10-15,0 4-16 16,-2 2-67-16,2-6-15 15,0-6-42-15,0-10-131 16,8-19-97-16,2-3-76 0,-6 0-535 0</inkml:trace>
  <inkml:trace contextRef="#ctx0" brushRef="#br0" timeOffset="5685.42">26977 5837 1945 0,'0'0'569'15,"0"0"-553"-15,0 0-14 16,31 165 62-16,-31-85-29 16,-2 4-11-16,-18 0-24 15,-3 11-131-15,6-22-155 16,5-22-411-16</inkml:trace>
  <inkml:trace contextRef="#ctx0" brushRef="#br0" timeOffset="5896.46">27324 6200 1681 0,'0'0'859'16,"0"0"-859"-16,0 0-47 16,0 0 47-16,0 0 53 15,0 0-5-15,0 0-14 16,-27 49-34-16,27-49-15 15,0 1-46-15,-10-1-111 0,-6 0-349 16,-6 0-348-16</inkml:trace>
  <inkml:trace contextRef="#ctx0" brushRef="#br0" timeOffset="7214.91">27768 5891 1192 0,'0'0'755'16,"0"0"-563"-16,0 0-146 16,0 0-22-16,0 0-18 15,0 0 29-15,0 0 113 16,-6 134-54-16,6-81-26 15,0-1 0-15,11-8-41 16,13-6-3-16,8-10-3 16,5-10-21-16,3-10 0 0,5-8-54 15,-5 0-61 1,0-24-60-16,-9-10-78 0,-6-10-9 16,-7-7-76-16,-7-5 81 15,-5 6 139-15,-4 6 118 16,-2 16 239-16,0 13 126 15,0 15-131-15,0 0-139 16,0 19-38-16,0 21 129 16,0 13-52-16,-2 9-48 15,0 1-48-15,2 4-38 16,0-9-29-16,0-7-60 16,10-16-172-16,3-11-82 15,0-17-427-15</inkml:trace>
  <inkml:trace contextRef="#ctx0" brushRef="#br0" timeOffset="7418.69">28437 5446 1936 0,'0'0'472'16,"0"0"-472"-16,0 0-124 15,-22 114 124-15,3-42 29 16,2 13-8-16,1 1-21 16,3 27-52-16,4-25-339 15,4-22-340-15</inkml:trace>
  <inkml:trace contextRef="#ctx0" brushRef="#br0" timeOffset="7668.58">28751 5743 1898 0,'0'0'311'16,"0"0"-277"-16,0 0-1 16,-127 53 85-16,90-12 10 15,7 11 3-15,8 8-19 16,11 5-66-16,11 3-12 15,0-2-34-15,13-4-3 16,14-6-33-16,6-10-87 16,19-9-101-16,-8-16-116 15,-3-14-373-15</inkml:trace>
  <inkml:trace contextRef="#ctx0" brushRef="#br0" timeOffset="8043.03">28834 5981 1795 0,'0'0'655'0,"0"0"-655"16,0 0-56-16,0 0 56 15,0 0 14-15,0 0 92 0,0 0-24 16,64 83-8-16,-59-46-32 16,-5 4 18-16,0-1 5 15,-5-2-54-15,-5-8 10 16,0-5-21-16,6-12-10 15,4-5 1-15,0-8-61 16,0 0 7-16,2-4 25 16,16-24-71-16,-3-7-166 15,1-6-25-15,-7 3 187 16,-5 10 113-16,-4 14 313 16,0 12-119-16,0 2-104 15,-2 12-50-15,-2 15 73 16,4 4-32-16,0 5-32 15,4 1-7-15,19-4-42 16,10-6-53-16,7-10-37 0,20-17-48 16,-9 0-197-16,-13-5-474 15</inkml:trace>
  <inkml:trace contextRef="#ctx0" brushRef="#br0" timeOffset="8209.94">29476 5871 1625 0,'0'0'1072'0,"0"0"-996"16,0 0-48-16,71 158-14 15,-62-86-5-15,-9 9 21 16,-4 1-30-16,-48 31-34 16,1-21-197-16,-1-18-316 0</inkml:trace>
  <inkml:trace contextRef="#ctx0" brushRef="#br0" timeOffset="9302.94">29108 5997 864 0,'0'0'614'0,"0"0"-398"0,0 0 25 15,0 0 65-15,0 0-72 16,0 0-60-16,0 0-106 15,-16-26-45-15,5 26-22 16,-2 0-1-16,-5 10-10 16,-3 16-81-16,-8 29-45 15,6-6-142-15,5-4-481 0</inkml:trace>
  <inkml:trace contextRef="#ctx0" brushRef="#br1" timeOffset="74769.89">2329 10858 565 0,'0'0'218'15,"0"0"-172"-15,0 0 150 16,0 0 344-16,-120 67-420 15,91-56-60-15,0 1 13 16,2 0-19-16,4 3-15 16,6-1 7-16,3 0 6 15,6 1-20-15,3 2 9 16,5-1-12-16,0 0-11 16,0 0 26-16,11-2-29 15,7-1-6-15,4-6-9 0,7-5-18 16,5-2-17-1,6-2-42-15,18-37-101 16,-10 4-148-16,-5-5-471 0</inkml:trace>
  <inkml:trace contextRef="#ctx0" brushRef="#br1" timeOffset="75468">2518 10314 1235 0,'0'0'330'0,"0"0"-237"16,0 0-55-16,0 0 42 15,0 0-20-15,0 0-9 16,0 0 100-16,-45 150 43 0,26-71-31 16,1 9-5-16,0 3-44 15,2-8-45-15,8-6-29 16,6-15-15-16,2-9-16 15,0-13 29-15,4-10-38 16,14-10-1-16,2-6-13 16,6-10-22-16,6-4-19 15,1-2-42-15,0-25-72 16,-2-5 50-16,-2-6-17 16,-8 4 18-16,-10 6 52 15,-4 9 66-15,-7 12 90 16,0 7-18-16,0 0-60 15,-3 18 22-15,-6 8 56 0,3 2 5 16,2-1-45 0,4-3-22-16,0-6 2 0,0-6-30 15,6-5 12-15,10-4-24 16,1-3-7-16,4 0-20 16,0-10-32-16,4-13-6 15,0-7-59-15,-3-2-39 16,-1-1 20-16,-4 6 87 15,-6 10 64-15,-2 10 4 16,-6 7 7-16,-1 23 12 16,-2 20 65-16,0 16 72 15,0 10-38-15,0 0 15 16,0-1-44-16,-2-4-7 16,-1-7-35-16,1-11-20 15,-2-7-8-15,-4-7-19 0,-2-9 0 16,-6-6 14-16,-6-6-14 15,-3-7-28-15,1-4-3 16,5 0 2-16,13-20 27 16,6-14-9-16,18-8-13 15,28-5-1-15,20-1 10 16,7 6 9-16,8 6-41 16,16 5-108-16,-19 8-79 15,-18 9-295-15</inkml:trace>
  <inkml:trace contextRef="#ctx0" brushRef="#br1" timeOffset="76036.11">1823 11733 1707 0,'0'0'309'0,"0"0"-240"16,0 0 6-16,178-26 83 16,-57 15 5-16,-5 1 2 15,-8 3-54-15,-9 4-53 16,-23 3-34-16,9 0-12 15,10 0-9-15,-3 0-3 16,-7 0-60-16,6 3-134 16,-22 4-172-16,-20 1-516 0</inkml:trace>
  <inkml:trace contextRef="#ctx0" brushRef="#br1" timeOffset="76466.88">2418 12068 918 0,'0'0'1056'0,"0"0"-850"16,0 0-125-16,0 0-7 15,0 0-58-15,0 0 21 16,-159 24 31-16,107 3-30 15,2 8 20-15,8 0 29 16,7 4-48-16,12-7-6 16,14-2-20-16,9-6-4 15,0-8-9-15,26-6-25 16,13-8-24-16,7-2-46 16,29-32-61-16,-13-6-191 15,-9-2-378-15</inkml:trace>
  <inkml:trace contextRef="#ctx0" brushRef="#br1" timeOffset="76670.57">2479 11767 1200 0,'0'0'762'16,"0"0"-673"-16,0 0-80 16,0 0 149-16,-37 124 6 15,29-64 49-15,1 4-66 16,3 3-87-16,4-2-38 15,0 0-10-15,0-7-12 16,0-3-32-16,2-9-84 16,15-3-67-16,1-11-124 15,1-14-351-15</inkml:trace>
  <inkml:trace contextRef="#ctx0" brushRef="#br1" timeOffset="77040.6">2621 12136 1773 0,'0'0'287'16,"0"0"-110"-16,0 0 20 15,0 0-44-15,0 0-50 16,0 0-30-16,0 0-23 16,26 24-5-16,-21 7-12 15,0 8 9-15,-3 1-27 16,-2-2-3-16,0-4 1 0,0-5-7 15,0-8-12-15,2-9 3 16,1-6-28-16,-1-6-10 16,4 0-45-16,1-6-26 15,4-22 20-15,0-9-257 16,-2-4-244-16,-5 3 513 16,-2 13 80-16,-2 16 395 15,0 9-263-15,0 4-120 16,0 22 137-16,0 4-41 15,14 0 21-15,15 0-49 16,13-4-35-16,12-8-45 16,31-10-107-16,-14-8-209 15,-9 0-665-15</inkml:trace>
  <inkml:trace contextRef="#ctx0" brushRef="#br1" timeOffset="77737.16">3448 11647 1770 0,'0'0'516'0,"0"0"-369"16,0 0 55-16,0 0-72 15,0 0-63-15,0 0-13 16,0 0-30-16,163 0-24 16,-109-3-3-16,-6 3-22 15,-3 0-99-15,-14 6-345 16,-18 4-474-16</inkml:trace>
  <inkml:trace contextRef="#ctx0" brushRef="#br1" timeOffset="77861.42">3561 11860 1750 0,'0'0'742'16,"0"0"-626"-16,0 0-64 16,0 0 36-16,0 0-50 15,135 7-38-15,-62-5-35 0,-11-2-256 16,-10 0-676-16</inkml:trace>
  <inkml:trace contextRef="#ctx0" brushRef="#br1" timeOffset="78868.69">5347 11027 1066 0,'0'0'828'0,"0"0"-575"16,0 0-131-16,0 0 20 15,0 0-94-15,-114-9-41 16,56 28 75-16,-1 8-21 16,3 5-21-16,9-1 2 15,13-3-29-15,16-3-2 16,14-5-11-16,4-6-9 0,9-2 2 16,25-9 4-16,12-3-43 15,8 0-60-15,29-40-111 16,-15-2-174-16,-7-2-363 0</inkml:trace>
  <inkml:trace contextRef="#ctx0" brushRef="#br1" timeOffset="79468.06">5423 10640 1625 0,'0'0'513'0,"0"0"-444"15,0 0-61-15,0 0 86 0,-82 153 63 16,59-75-2-1,8 4-57-15,5-3 17 0,8-4-89 16,2-11-10-16,2-12-5 16,19-12-10-16,6-10-2 15,6-9-8-15,2-14-29 16,8-7 2-16,-1 0-67 16,0-10-2-16,-5-12-5 15,-8-2 4-15,-12 2 59 16,-8 8 39-16,-7 4 8 15,-2 8 70-15,0 2-46 16,0 0-14-16,0 9 54 16,0 8-19-16,0 1-2 15,0 0-42-15,0-5 14 16,9-4-16-16,9-6 1 0,0-3-20 16,5 0 20-16,-4-11-104 15,-1-9 24-15,-3-6-77 16,-3-4-65-16,-1-2 110 15,-3 0-28-15,2 6 52 16,-6 9 88-16,-1 10 130 16,-1 7-52-16,-2 12-59 15,0 21 118-15,0 16 39 16,0 7-57-16,0 10-2 16,0 3-44-16,-5-1-27 15,-3-2-4-15,-4-8-24 16,-1-5-12-16,-5-14 15 0,-2-6-15 15,-4-12 10-15,3-7 11 16,8-10-27-16,9-4 22 16,4-9-10-16,13-26-12 15,25-9-36-15,15-11-26 16,10 0-27-16,8 6-36 16,28-6-87-16,-22 17-93 15,-17 10-428-15</inkml:trace>
  <inkml:trace contextRef="#ctx0" brushRef="#br1" timeOffset="81315.66">4836 11814 469 0,'0'0'1580'16,"0"0"-1259"-16,0 0-235 16,0 0 49-16,0 0-17 15,0 0-63-15,0 0 0 16,130 0-25-16,-63 5-4 15,11 2-6-15,25 1 12 16,-5-2 29-16,6 0-55 16,6-5-6-16,-13-1-14 15,13 0-70-15,21-1-192 16,-23-11-307-16,-23 3-1256 0</inkml:trace>
  <inkml:trace contextRef="#ctx0" brushRef="#br1" timeOffset="81736.64">5278 12339 1565 0,'0'0'235'16,"0"0"-200"-16,0 0 4 15,0 0 26-15,-151 37 10 16,108-7 70-16,5 8-43 16,3 3-39-16,10-4 7 15,10 0 7-15,8-7-19 16,7-6-7-16,0-6-36 0,26-8-9 16,13-10-6-16,7 0-55 15,26-42-98-15,-15-2-206 16,-5-7-313-16</inkml:trace>
  <inkml:trace contextRef="#ctx0" brushRef="#br1" timeOffset="82104.28">5392 12034 1891 0,'0'0'398'16,"0"0"-356"-16,0 0-14 15,0 0 65-15,-54 148 47 16,44-83-7-16,2 4-14 0,8 0-70 15,0-10-31-15,10-6-9 16,9-12 0-16,6-10-13 16,4-9 4-16,4-12-6 15,3-10 5-15,1 0-72 16,0-12-50-16,-4-16-8 16,-4-4-60-16,-9-5-74 15,-6 7 83-15,-10 11 182 16,-2 8 160-16,-2 11-72 15,0 0-67-15,0 21 118 16,-6 6-17-16,3 4-5 16,3-5-38-16,0-4-42 15,5-5-4-15,13-9-33 16,6-5-7-16,3-3-1 16,4-14-138-16,-2-16-140 0,4-28-189 15,-10 7-106-15,-3 5-185 16</inkml:trace>
  <inkml:trace contextRef="#ctx0" brushRef="#br1" timeOffset="82186.23">5869 12330 1167 0,'0'0'594'16,"0"0"-376"-16,0 0 15 16,0 0-32-16,-5 150-94 15,5-61-107-15,0-17-64 16,0-13-521-16</inkml:trace>
  <inkml:trace contextRef="#ctx0" brushRef="#br1" timeOffset="82719.77">6518 11944 907 0,'0'0'337'15,"0"0"-188"-15,0 0-36 0,0 0 96 16,0 0-25-16,0 0-51 16,0 0 10-16,25-14-22 15,-25 9-16-15,0 3 41 16,0 0-78-16,0 2-68 16,-23 0-127-16,0 12-355 15,3 2-334-15</inkml:trace>
  <inkml:trace contextRef="#ctx0" brushRef="#br1" timeOffset="84024.92">7601 11194 1051 0,'0'0'483'15,"0"0"-250"-15,0 0 36 16,0 0-5-16,0 0-30 15,0 0-66-15,0 0-41 16,18-69-74-16,-18 69-31 16,-7 0-22-16,-20 17-2 15,-10 14 2-15,-8 15 5 16,3 7-4-16,6 0 9 16,12-2-10-16,10-11 0 15,14-8-1-15,0-9-9 0,16-12-20 16,17-8-3-16,9-3-55 15,7-17-131-15,12-47-126 16,-12 6-266-16,-9-4-165 0</inkml:trace>
  <inkml:trace contextRef="#ctx0" brushRef="#br1" timeOffset="84488.62">7743 10724 2085 0,'0'0'385'16,"0"0"-373"-16,0 0 22 15,0 0 7-15,-46 136 46 16,32-64 35-16,8 9-10 16,6-1-69-16,0-2-26 0,2-9 1 15,16-12-9 1,4-11-18-16,5-11 3 0,2-12-6 16,6-10-5-16,4-9-48 15,1-4-34-15,-1-13-47 16,-3-16-41-16,-9-5-112 15,-7 2 56-15,-9 6 243 16,-7 11 146-16,-4 15 32 16,0 0-86-16,-2 23 19 15,-7 10 109-15,1 3-58 16,6 1-97-16,2-5-22 16,0-8 0-16,6-6-42 15,15-10-1-15,2-8 0 0,6 0-8 16,2-15-26-1,1-16-135-15,-3-11-82 0,-7-7-79 16,-1-2 17-16,-6 2-214 16,-1 7 334-16,-6 14 193 15,-1 16 589-15,-5 12-333 16,0 7-173-16,0 26 36 16,-2 17-39-16,0 14-41 15,0 11-34-15,-4 35-5 16,-7-18-147-16,3-13-442 0</inkml:trace>
  <inkml:trace contextRef="#ctx0" brushRef="#br1" timeOffset="84867.9">7276 11785 1382 0,'0'0'922'16,"0"0"-747"-16,0 0-141 0,0 0 31 16,0 0 19-1,0 0-20-15,198 16 21 0,-64-1-39 16,37 0-31-16,14-6 30 16,-13 0-17-16,-39-7-28 15,-44 0-17-15,8-2-128 16,-28 0-362-16,-11 0-833 0</inkml:trace>
  <inkml:trace contextRef="#ctx0" brushRef="#br1" timeOffset="85308.06">7643 12334 1279 0,'0'0'624'16,"0"0"-321"-16,0 0-49 16,0 0-19-16,0 0-106 15,0 0-104-15,0 0-16 16,-122 12-1-16,72 20-7 16,6 8 17-16,6 2-1 15,12 1-3-15,10-3 10 16,14-8-24-16,2-8 0 15,6-10 0-15,23-6-30 16,7-8 19-16,9-4-41 16,1-22-134-16,1-13-42 15,7-34-69-15,-12 6-7 16,-9 1-269-16</inkml:trace>
  <inkml:trace contextRef="#ctx0" brushRef="#br1" timeOffset="85475.67">7737 12019 1774 0,'0'0'616'15,"0"0"-527"-15,0 0-79 16,0 0 47-16,-18 132 38 16,7-65 35-16,2 8-41 15,2 0-47-15,7 1-42 16,0-7-6-16,0-9-67 16,0-12-130-16,20-12-70 15,-4-13-208-15,-1-16-465 0</inkml:trace>
  <inkml:trace contextRef="#ctx0" brushRef="#br1" timeOffset="85811.48">7976 12298 1592 0,'0'0'387'16,"0"0"-288"-16,0 0-10 15,0 0 41-15,0 0 33 16,8 106 20-16,-26-62-33 15,-4 5-55-15,2-8-60 16,2-4-33-16,7-11 19 16,5-10-21-16,6-6-1 15,0-8-35-15,8-2-58 0,19-2-36 16,4-24-98-16,9-27-331 16,-11 4-92-16,-11 7-406 15,-7 9 1057-15,-11 33 1138 16,0 0-484-16,-8 8-466 15,-5 17-49-15,1 3-2 16,5 5 2-16,7 4-70 16,11-3-35-16,34-4-34 15,64-16-169-15,-6-8-173 16,-1-6-614-16</inkml:trace>
  <inkml:trace contextRef="#ctx0" brushRef="#br1" timeOffset="86457.64">9000 11779 1943 0,'0'0'599'0,"0"0"-462"16,0 0 10-16,0 0-72 16,0 0-30-16,0 0-30 15,124 1-14-15,-76 2 8 16,4-1-9-16,6 6-31 0,-14 0-138 16,-13 0-414-16</inkml:trace>
  <inkml:trace contextRef="#ctx0" brushRef="#br1" timeOffset="86605.98">9048 12112 2288 0,'0'0'499'0,"0"0"-431"16,0 0-50-16,133 2-18 15,-52-2-20-15,-13 0-151 16,-10-2-664-16</inkml:trace>
  <inkml:trace contextRef="#ctx0" brushRef="#br1" timeOffset="90809.89">10094 11576 492 0,'0'0'936'0,"0"0"-619"16,0 0-206-16,0 0 52 15,0 0 16-15,0 0-74 0,0 0-10 16,15-79-40-16,1 62-18 16,-1-1-8-16,1 4-28 15,-3 3 62-15,-7 6-14 16,-1 0 14-16,-5 5-15 16,0 0-45-16,0 7-3 15,-11 17 0-15,-14 8 25 16,-4 7 30-16,-6 1-22 15,4-3 0-15,4-7-8 16,9-10-25-16,9-8 0 16,9-7 0-16,0 1-4 15,16-6-21-15,17 1-14 16,9 1 36-16,3 0-3 0,-5 3-26 16,-4 2 25-1,-12 9 7-15,-11 5 0 0,-13 9 15 16,0 5-9-16,-19 10 13 15,-15-1 19-15,-1-1-38 16,1-8-1-16,6-7 0 16,7-10-44-16,13-7-125 15,8-11-139-15,17 0-356 16,10-17-21-16</inkml:trace>
  <inkml:trace contextRef="#ctx0" brushRef="#br1" timeOffset="91149.58">10456 11672 1367 0,'0'0'738'0,"0"0"-627"16,0 0-87-16,0 0 84 15,0 0 34-15,0 0 34 16,-28 137-76-16,28-99-33 16,0-2-30-16,17-4-25 15,10-6 13-15,4-5-23 16,5-12 4-16,7-7-5 15,-1-2-1-15,0-14-50 16,1-18-38-16,-8-8-51 16,-4-8-35-16,-6-2-56 15,-6 4 78-15,-3 10 152 16,-9 11 25-16,-3 14 224 16,-2 11-67-16,-2 0-100 15,0 13-43-15,0 17 26 16,0 7-17-16,0 5-11 0,3 4-37 15,2-4-28-15,1-2-89 16,1-10-142-16,-1-14-361 0</inkml:trace>
  <inkml:trace contextRef="#ctx0" brushRef="#br1" timeOffset="91936.2">11107 11240 441 0,'0'0'1082'15,"0"0"-822"-15,0 0-170 16,0 0 44-16,0 0-8 16,0 0 1-16,0 0-9 15,-8 0-23-15,8 0-17 16,0 0-40-16,0 0 11 0,0 0 10 15,0 0-59-15,0-1 0 16,0-3 8-16,0 0-7 16,0 2 27-16,0-1-27 15,0 3 5-15,0 0 21 16,0 0-6-16,0 0 3 16,2 0-18-16,-2 0-6 15,2 0 41-15,2 0-41 16,1-3 0-16,1 3 2 15,2-2 5-15,-4 2-13 16,-2 0 6-16,0 0-4 16,-2 0 2-16,0 0-23 0,0 0 4 15,0 0 13-15,0 0 8 16,0 0-10-16,0 0 4 16,0 0 6-16,0 0-12 15,0 0 6-15,0 0 6 16,0 0-6-16,0 0 20 15,0 0-9-15,0 0-5 16,0 0 13-16,0 0 32 16,0-2-44-16,0 2 7 15,11-2-8-15,3 2 12 16,-1 0-27-16,-2 0 10 16,-6 9 5-16,-5 14-3 15,0 9 17-15,-22 5-14 16,-8 3 43-16,4-5-3 15,3-5-7-15,12-7-32 0,7-7 12 16,4-4-13-16,6-1 0 16,19-6-24-16,8-1-3 15,16-4-153-15,-8 0-203 16,-8-14-632-16</inkml:trace>
  <inkml:trace contextRef="#ctx0" brushRef="#br1" timeOffset="92804">10109 11497 578 0,'0'0'296'0,"0"0"-135"16,0 0-30-16,0 0-22 0,0 0-3 16,0 0-28-16,0 0-36 15,44 0-1-15,-37-5-8 16,2 1 41-16,-3 1 74 16,-3-2-18-16,-1 1 31 15,-2-1 15-15,0-2-40 16,0 1-20-16,0-4-8 15,-9-1-61-15,-9 1-25 16,-4 2-22-16,-7 7-30 16,-4 1-83-16,-14 8-80 15,9 12-136-15,9-1-399 0</inkml:trace>
  <inkml:trace contextRef="#ctx0" brushRef="#br1" timeOffset="94423.47">11585 11825 1744 0,'0'0'621'16,"0"0"-439"-16,0 0 34 15,0 0-66-15,0 0-55 16,0 0-28-16,0 0-46 15,66-2-9-15,-21 2-2 0,8 0-10 16,5 0-16-16,5 2-44 16,13-2-95-16,-14 0-217 15,-9 0-643-15</inkml:trace>
  <inkml:trace contextRef="#ctx0" brushRef="#br1" timeOffset="94898.55">12545 11347 1045 0,'0'0'233'16,"0"0"-104"-16,0 0 105 16,-123 90 77-16,90-42-57 15,6 7-29-15,10 6-43 16,7 2-63-16,10 2-19 0,0-5-57 15,16-3-13-15,13-12-11 16,7-11-10-16,4-9-9 16,0-13-6-16,0-12-31 15,-6 0 1-15,-12-7-18 16,-11-15-4-16,-11-4-12 16,-2-2 33-16,-27 2-2 15,-7 4 12-15,-8 5 22 16,-1 12 4-16,3 5-50 15,1 2-73-15,6 24-167 16,10-3-217-16,12-2-418 0</inkml:trace>
  <inkml:trace contextRef="#ctx0" brushRef="#br1" timeOffset="95773.88">12929 11696 1117 0,'0'0'715'0,"0"0"-456"16,0 0-18-16,0 0 34 15,0 0-126-15,0 0-54 16,0 0 4-16,2-25-71 15,-2 25 4-15,0 0-25 0,0 0 1 16,0 0-8 0,0 9-20-16,-4 16 4 0,-8 9 16 15,3 6 7-15,3 0 17 16,4 1-22-16,2-10 5 16,0-1 2-16,6-8-9 15,10-3 0-15,6-5-1 16,2-5-7-16,3-6-4 15,2-3-25-15,0-3-10 16,-4-20-47-16,0-12-98 16,-6-7-62-16,-1-6-88 15,-7 2 82-15,-2 8 237 16,-4 11 23-16,-3 11 249 0,0 11 67 16,-2 5-108-1,0 0-104-15,0 13-56 0,0 17-47 16,0 11 45-16,0 7-38 15,3 4-8-15,9 10-39 16,0-12-214-16,-1-14-360 0</inkml:trace>
  <inkml:trace contextRef="#ctx0" brushRef="#br1" timeOffset="96110.74">13733 11333 2167 0,'0'0'373'16,"0"0"-340"-16,0 0-8 15,0 0 9-15,110 149-4 16,-98-53 34-16,-12 29-28 16,-25 23-36-16,-29-10 0 15,-11-30-16-15,-36-5-135 16,28-41-186-16,-5-10-650 0</inkml:trace>
  <inkml:trace contextRef="#ctx0" brushRef="#br1" timeOffset="96786.68">9995 11182 895 0,'0'0'1226'0,"0"0"-952"15,0 0-184-15,0 0 40 16,0 0-57-16,0 0 12 16,-105 125 0-16,68-9 1 15,10 30-15-15,15 6-50 16,12-27-11-16,0-41 21 15,14-26-30-15,5-11-2 16,11 7-26-16,32 23-69 16,-6-11-172-16,0-19-466 0</inkml:trace>
  <inkml:trace contextRef="#ctx0" brushRef="#br1" timeOffset="97854.26">14106 11951 1119 0,'0'0'403'0,"0"0"-240"16,0 0-97-16,0 0 4 15,0 0 1-15,0 0-16 16,0 0-11-16,0 0-8 0,0 0-17 16,0 0 18-16,0 0 20 15,0 0-14-15,0 0 18 16,0 0 33-16,0 0 1 16,0 0 8-16,0 0-27 15,0 0-17-15,0 0-29 16,0 0-23-16,0 0-1 15,0 0-6-15,0 2-7 16,9 0 7-16,1 0 4 16,2-2 8-16,-3 0 2 15,-5 0-2-15,-2 0 22 16,-2-10-7-16,0-4-26 16,0 2-1-16,-8 0-52 15,-17 7-133-15,2-1-190 16,6 6-362-16</inkml:trace>
  <inkml:trace contextRef="#ctx0" brushRef="#br1" timeOffset="115019.81">14588 11712 910 0,'0'0'262'16,"0"0"-136"-16,0 0 28 16,0 0-18-16,0 0-9 15,0 0-69-15,0-36-18 0,0 32 20 16,0 0 7 0,0 0 46-16,0-1-28 0,0 0 11 15,0-1 27-15,-4 0-28 16,2-1 10-16,0 0-45 15,-2 0-21-15,2-1 2 16,-3 1-12-16,3 2-20 16,2 2 6-16,0-1-6 15,0-1 25-15,0-2 20 16,9-3-48-16,15-4-6 16,6-1-26-16,1 6 26 15,-2 5-6-15,-5 4-7 16,-6 0-1-16,-9 16 5 15,-9 13 1-15,0 10-3 16,-20 11 22-16,-18 4 6 0,-11 1 24 16,-1-3-34-16,2-8 1 15,10-8 16-15,9-11-24 16,11-11 11-16,12-5-11 16,6-5 0-16,0-2-8 15,29-2-7-15,13 0-3 16,16 0 18-16,8-2-54 15,4-11-77-15,5-4-109 16,-14 1-120-16,-19 0-352 0</inkml:trace>
  <inkml:trace contextRef="#ctx0" brushRef="#br1" timeOffset="115403.19">15044 11590 1337 0,'0'0'300'0,"0"0"-177"16,0 0 0-16,0 0-12 16,0 0 45-16,0 0 31 15,69 103-59-15,-69-49 7 16,-8 4-47-16,-11 0-31 16,1-8-2-16,5-10-55 15,2-12 1-15,6-10-1 16,5-7-7-16,0-10-47 15,0-1-61-15,12-1 28 0,15-28 27 16,17-43-239-16,1-12-375 16,-9 6-55-16,-12 11 341 15,-22 47 388-15,-2 16 720 16,0 4-150-16,-14 0-313 16,-5 20-94-16,-1 14 31 15,6 9-10-15,12 2-63 16,2 4-47-16,24-5-32 15,19-5-38-15,10-5-4 16,38-10-140-16,-12-13-208 16,-6-7-534-16</inkml:trace>
  <inkml:trace contextRef="#ctx0" brushRef="#br1" timeOffset="116684.9">16560 11797 1508 0,'0'0'547'15,"0"0"-268"-15,0 0-48 16,0 0-40-16,0 0 27 16,0 0-128-16,0 0-14 15,15-17-44-15,12 16-11 16,11-3 24-16,14 0-45 15,6 1 0-15,6 3-5 0,-4 0 5 16,-4 0-42-16,-7 0-45 16,-13 11-97-16,-23 11-89 15,-9-2-349-15,-4-2-212 0</inkml:trace>
  <inkml:trace contextRef="#ctx0" brushRef="#br1" timeOffset="116807.8">16678 11971 1497 0,'0'0'742'15,"0"0"-438"-15,0 0-162 16,0 0 34-16,0 0-70 16,125 20-87-16,-58-12 5 15,29 1-24-15,-16-4-291 16,-15-3-403-16</inkml:trace>
  <inkml:trace contextRef="#ctx0" brushRef="#br1" timeOffset="120929.8">17882 11552 909 0,'0'0'367'0,"0"0"-148"0,0 0-22 16,0 0-41-1,0 0-14-15,0 0 11 0,0 0-71 16,-2-4-21-16,-1-1 28 15,1 0-27-15,2-1 35 16,0 0-29-16,0 0-19 16,0-4-4-16,0 0-27 15,0-2-9-15,0-2 16 16,7-2-24-16,9-3-1 16,3 2-3-16,6-1 3 15,4 2 0-15,-2 4 0 16,2 1-7-16,-4 10-1 15,-6 1-3-15,-5 0 10 16,-8 22-1-16,-6 10 2 16,0 10 63-16,-13 8-23 0,-16 4 16 15,-5 3-12 1,-4-6 4-16,3-2-12 0,2-7-19 16,1-7-2-16,6-7-1 15,3-5-14-15,10-12-9 16,7-2 8-16,6-6-6 15,0-3 1-15,8 0-24 16,23-12 0-16,13-9-13 16,10 1-35-16,4 3 39 15,0 8 39-15,-10 9-12 16,-11 0 12-16,-8 19 0 16,-14 9 12-16,-10 9 33 0,-5 1-30 15,-9 4 31 1,-20-3-12-16,-11-1-1 15,-5-4 9-15,-1-6-40 16,1-7 5-16,5 0-7 0,11-9-55 16,8-2-65-16,21-10-123 15,0 0-135-15,14-2-504 0</inkml:trace>
  <inkml:trace contextRef="#ctx0" brushRef="#br1" timeOffset="121655.93">18758 11292 1285 0,'0'0'367'0,"0"0"-202"16,0 0-59 0,0 0 0-16,0 0 40 0,0 0-87 15,0 0-14-15,-11-23-45 16,-7 41 25-16,-5 13 63 15,-6 9 27-15,2 9-9 16,-2 6-11-16,6 1-35 16,2 2 4-16,3-1-38 15,5 0 24-15,4 7 15 16,2 3-38-16,3 3-8 16,-1 1 26-16,5-4-45 15,0-3 20-15,0-6-20 16,9-3 0-16,16-7-2 15,10-9-29-15,8-2-33 16,1-9-20-16,17-6-241 0,-14-5-269 16,-10-14-888-16</inkml:trace>
  <inkml:trace contextRef="#ctx0" brushRef="#br1" timeOffset="131876.87">18880 11726 637 0,'0'0'289'0,"0"0"-128"16,0 0 1-16,0 0 71 16,0 0-51-16,0 0-24 15,-10-54 48-15,10 38-57 16,0 0 37-16,0 0-12 15,0 0-73-15,8 2-28 16,5 0-46-16,6 2-21 16,7 2 27-16,3 4-25 15,3 6 6-15,-1 0-14 16,0 12 1-16,-6 16 11 16,-8 13 4-16,-5 6-16 15,-8 8 71-15,-4 1-47 16,0 0 18-16,0-2-9 15,-14-8-22-15,-1-5 23 16,1-10-34-16,3-9 7 16,5-6-1-16,-1-5-5 15,7-8-1-15,-3-1 0 0,3-2-24 16,0 0 12-16,0-7-12 16,16-24-21-16,9-11-61 15,4-10-150-15,0-6 129 16,-2 4 46-16,-10 10 3 15,-8 12 78-15,-4 14 73 16,-5 13 19-16,0 5-49 16,0 7-24-16,-12 19 39 15,6 5 2-15,2 4 25 16,4 3-15-16,0-1-33 0,22-6-31 16,11-2 33-16,7-5-39 15,2-4-33-15,5-6-101 16,11-5-121-16,-13-3-129 15,-7-6-401-15</inkml:trace>
  <inkml:trace contextRef="#ctx0" brushRef="#br1" timeOffset="133369.84">19398 11335 1011 0,'0'0'383'15,"0"0"-229"-15,0 0-53 16,0 0-7-16,0 0 27 0,0 0-67 16,0 0-26-16,89-43 7 15,-64 43-26-15,-8 9 33 16,-5 18 57-16,-12 6-31 15,0 10 74-15,-17 3 3 16,-9-2-11-16,-1-2-13 16,3-9-57-16,6-4-12 15,9-12-34-15,7-2-12 16,2-5 18-16,6 0-23 16,26-1 4-16,7-4-5 15,9 2-65-15,2-5-95 16,18-2-97-16,-15 0-285 0,-10-1-1047 15</inkml:trace>
  <inkml:trace contextRef="#ctx0" brushRef="#br1" timeOffset="133560.49">19832 11812 1340 0,'0'0'536'16,"0"0"-369"-16,0 0 2 15,0 0-82-15,0 0 2 16,0 0-27-16,149-45-60 16,-111 36-2-16,1 5-58 15,1-6-88-15,-7 3-185 16,-8-4-488-16</inkml:trace>
  <inkml:trace contextRef="#ctx0" brushRef="#br1" timeOffset="133744.41">20079 11568 1330 0,'0'0'693'0,"0"0"-554"0,0 0-85 15,-50 103 114-15,36-52 22 16,1 7-78-16,6 2-42 16,5-2-52-16,2-3-18 15,0-7-42-15,9-10-96 16,24-9-78-16,-2-12-267 0,-2-10-611 15</inkml:trace>
  <inkml:trace contextRef="#ctx0" brushRef="#br1" timeOffset="134149.43">20409 11635 1445 0,'0'0'323'15,"0"0"-232"-15,0 0 35 16,0 0 50-16,0 0-64 0,0 0-50 16,0 0-26-16,39-80-14 15,-20 77 3-15,4 3 24 16,-5 0-17-16,-7 24 15 15,-11 13-10-15,0 9 62 16,-25 7 33-16,-12 6-23 16,-1-5-5-16,5-7-49 15,8-8-18-15,9-9-10 16,14-7-25-16,2-6-2 16,6-1 15-16,21-3-5 15,8-6-10-15,6-2-3 16,6-5-27-16,0 0-15 0,-3-3-64 15,3-13-42 1,11-16-151-16,-14 4-345 16,-1 0-655-16</inkml:trace>
  <inkml:trace contextRef="#ctx0" brushRef="#br1" timeOffset="134427.44">21148 11342 386 0,'0'0'1438'16,"0"0"-1058"-16,0 0-286 16,138 50 4-16,-91 6 91 0,-3 30-57 15,-13 28-20 1,-13-4-19-16,-13-8-42 0,-5-12-29 15,-23-25 5-15,-12 9-27 16,-12 5 0-16,-4-9-36 16,-3-6-48-16,-8-3-154 15,12-18-256-15,15-17-583 0</inkml:trace>
  <inkml:trace contextRef="#ctx0" brushRef="#br1" timeOffset="135128.67">21723 11087 1315 0,'0'0'306'16,"0"0"-147"-16,0 0 27 16,0 0-1-16,0 0-24 15,0 0-29-15,0 0-23 16,-25-39-8-16,25 32-51 0,0-2 22 16,0 2 4-16,11-3-55 15,9-1-15-15,5 6-6 16,2 3 0-16,-5 2-6 15,-4 6-3-15,-14 18 9 16,-4 13 20-16,-13 6-20 16,-21 5 40-16,-6 0 33 15,2-4-37-15,7-7 9 16,15-10-44-16,12-5 5 16,4-4 15-16,20-4-21 0,18-3-1 15,11-4-9 1,9-2-62-16,32-5-19 0,-17 0-193 15,-7 0-372-15</inkml:trace>
  <inkml:trace contextRef="#ctx0" brushRef="#br1" timeOffset="136134.78">21834 11821 829 0,'0'0'1010'0,"0"0"-543"15,0 0-255 1,0 0-13-16,0 0-88 0,151-19-43 16,-81 14-45-16,8 2-23 15,0 3 0-15,0 0-9 16,-4 0-108-16,13 0-143 15,-18 0-343-15,-11-1-1053 0</inkml:trace>
  <inkml:trace contextRef="#ctx0" brushRef="#br1" timeOffset="136748.77">23303 11148 1560 0,'0'0'503'0,"0"0"-352"16,0 0-39-16,0 0-38 15,0 0-41-15,0 0 51 16,-149 37 29-16,102 27 29 16,5 12 1-16,6 11-63 15,12-2-37-15,10 0 24 16,14-7-66-16,0-9 18 15,16-9-11-15,13-12-2 16,4-10 21-16,-2-12-27 16,-4-9-15-16,-10-8 13 15,-5-9-10-15,-10 0 6 0,-2-9-15 16,0-14-43-16,-14-5 25 16,-3 1-15-16,-3 6-4 15,2 7-50-15,5 6-151 16,6 4-86-16,7 4-171 15,0-4-483-15</inkml:trace>
  <inkml:trace contextRef="#ctx0" brushRef="#br1" timeOffset="136998.7">23856 11127 1151 0,'0'0'918'16,"0"0"-862"-16,0 0-11 15,-160 133 168-15,108-58 6 16,9 12-36-16,12 1-93 16,14 3-44-16,13 2-21 15,4-2-15-15,6-4-10 16,40 10-100-16,-1-23-204 15,-3-20-395-15</inkml:trace>
  <inkml:trace contextRef="#ctx0" brushRef="#br1" timeOffset="140444.41">23937 11572 651 0,'0'0'771'0,"0"0"-587"16,0 0-29-16,0 0-79 16,0 0 95-16,0 0-27 15,0 0-35-15,21-72-20 0,-9 64-38 16,3 1-10-1,5 0 36-15,7 5-28 0,2 2-25 16,3 2 24-16,-6 20-41 16,-2 12 54-16,-6 8-26 15,-7 8-13-15,-9 3 42 16,-2 1-16-16,0-4 7 16,0-7-25-16,-6-4-4 15,-3-9-10-15,3-7-16 16,0-11 2-16,4-5 7 15,2-3-9-15,0-4-15 16,0 0-3-16,0 0-35 16,0-16 17-16,12-18-38 15,5-17-291-15,6-9 6 0,-1-3 22 16,-9 6 203-16,-5 12 134 16,-8 16 160-16,0 12 136 15,-3 16-128-15,-12 1-88 16,1 14 49-16,3 18 21 15,9 6-25-15,2 6-25 16,13 3-34-16,25-3-24 16,11-2-42-16,7-4-15 15,0-8-31-15,15-4-117 16,-18-6-166-16,-13-12-283 0</inkml:trace>
  <inkml:trace contextRef="#ctx0" brushRef="#br1" timeOffset="141043.76">24545 11051 907 0,'0'0'752'0,"0"0"-507"15,0 0-78-15,0 0-30 16,0 0 17-16,0 0-72 15,0 0-13-15,17-57-51 0,6 57-18 16,0 0 0 0,-2 5 19-16,-5 19-18 0,-9 10 13 15,-7 8 23-15,-7 4 42 16,-20 3 22-16,-6-4-14 16,2-5-29-16,8-5-17 15,10-12-20-15,9-2-5 16,4-7-8-16,4 0-8 15,23-4 0-15,4-5-1 16,9-1-58-16,0-4-17 16,14 0-102-16,-10 0-203 0,-6-4-715 15</inkml:trace>
  <inkml:trace contextRef="#ctx0" brushRef="#br1" timeOffset="141263.23">24915 11598 1154 0,'0'0'703'15,"0"0"-395"-15,0 0-59 16,0 0 5-16,0 0-111 16,0 0-86-16,136-55-40 15,-96 48-7-15,0 3-10 16,2 1-67-16,-1 0-108 15,-1-5-119-15,-9 0-263 0,-11-2-291 16</inkml:trace>
  <inkml:trace contextRef="#ctx0" brushRef="#br1" timeOffset="141434.47">25212 11365 1520 0,'0'0'574'15,"0"0"-457"-15,0 0-92 16,0 0 109-16,0 0 22 15,-64 132-32-15,54-81-48 16,3 2-49-16,5 2 1 16,2-3-28-16,0-2-34 15,13 4-114-15,5-11-169 16,3-17-373-16</inkml:trace>
  <inkml:trace contextRef="#ctx0" brushRef="#br1" timeOffset="141816.31">25613 11390 413 0,'0'0'1380'0,"0"0"-1014"0,0 0-249 15,0 0-61 1,0 0 36-16,0 0-7 0,0 0-77 16,64-36-8-1,-41 60-19-15,-6 12 19 0,-10 10 38 16,-7 5 25-16,-11 4 51 16,-20 1-3-16,-5-6-5 15,3-4-33-15,6-8-56 16,9-7-4-16,11-7 2 15,7-4-5-15,2-4 1 16,23-3-11-16,11-6-6 16,7-5-19-16,5-2-49 15,4-9-21-15,18-32-90 16,-11 2-405-16,-10-1-738 0</inkml:trace>
  <inkml:trace contextRef="#ctx0" brushRef="#br1" timeOffset="142142.72">26292 11048 1927 0,'0'0'311'16,"0"0"-278"-16,74 120 11 16,-48-33 91-16,-14 26-44 15,-12 27-11-15,-29 8-28 16,-38-7-52-16,-7-33-17 15,-26-20-132-15,17-27-197 16,15-28-730-16</inkml:trace>
  <inkml:trace contextRef="#ctx0" brushRef="#br1" timeOffset="142875.76">23087 11672 1275 0,'0'0'557'0,"0"0"-357"0,0 0-63 16,0 0 24-1,0 0-39-15,0 0-22 0,0 0-92 16,118-36 16-16,-98 59 12 16,-2 11-9-16,-9 8 5 15,-9 6-32-15,0 9-36 16,-50 16-93-16,2-13-249 15,-1-16-728-15</inkml:trace>
  <inkml:trace contextRef="#ctx0" brushRef="#br1" timeOffset="144294.97">17541 10979 1013 0,'0'0'207'15,"0"0"-126"-15,0 0-49 0,0 0-6 16,0 0 46-16,0 0 27 15,0 0-19-15,-4-7-52 16,4 16-19-16,4 14 34 16,5 12 14-16,1 11 21 15,2 14 5-15,-5 10 29 16,-3 29 21-16,-4 26 1 16,0 37 15-16,0 8-25 15,-7-11-28-15,-1-21-26 16,0-40-31-16,6-24-29 15,0-18 36-15,2-10-46 16,0 4 6-16,0 2 6 0,0-4-11 16,0-11 15-1,0-11-16-15,0-10 9 0,4-6 3 16,2-7-4-16,-2 0-8 16,2-3 10-16,3 0-1 15,9 0 0-15,9 0-9 16,6-4 6-16,12-6 10 15,6-4-16-15,7 0-1 16,0-1-17-16,-2 3-84 16,9-2-62-16,-15 4-158 15,-13 1-304-15</inkml:trace>
  <inkml:trace contextRef="#ctx0" brushRef="#br1" timeOffset="145367.16">17389 10940 1220 0,'0'0'486'16,"0"0"-320"-16,0 0 44 15,0 0 54-15,0 0-44 16,0 0-83-16,0 0-58 0,143 0-33 16,-99-4-38-16,6 0-8 15,-2 0-27-15,22 4-100 16,-13 0-161-16,-5 8-319 0</inkml:trace>
  <inkml:trace contextRef="#ctx0" brushRef="#br1" timeOffset="146486.75">26417 10756 1582 0,'0'0'495'0,"0"0"-435"16,0 0-15-16,0 0 36 15,0 0 33-15,0 0-55 16,0 0-22-16,125 0-14 15,-82 0-16-15,1 0-1 16,-3-2 11-16,-6-5-17 16,-6 4 0-16,-7-1 0 15,-11 2 9-15,-4-1 2 16,-5 3-10-16,-2 0 32 16,0 0 12-16,0 0-45 15,0 3-16-15,0 17-8 16,0 15 24-16,0 14 7 15,-4 15 7-15,-10 29 0 16,-8 25 30-16,-9 26 2 0,-4 14 12 16,-6-1-4-16,5-4-41 15,7-15 20-15,5-6-22 16,6-8-2-16,7-9 10 16,6-19-19-16,3-18 2 15,2-19 5-15,0-14-7 16,-2 5 3-16,2 1-3 15,-2-3 0-15,0-13-6 16,-1-9 1-16,1-11-7 16,-2-7-7-16,-4-8 19 15,-2 0 2-15,-5 0-2 16,-10 0 0-16,-6-10 5 16,-6-3-5-16,2-4-23 15,-3-1-65-15,-2-14-101 0,7 4-111 16,13-2-455-16</inkml:trace>
  <inkml:trace contextRef="#ctx0" brushRef="#br1" timeOffset="146965.61">27256 11432 1560 0,'0'0'393'0,"0"0"-148"16,0 0-106-16,0 0-42 16,0 0-44-16,118-74-37 15,-76 74-14-15,-2 0 16 16,-6 14 10-16,-13 15 20 16,-13 14 19-16,-8 7-21 0,-20 11 30 15,-23 2-4-15,-10-1-17 16,-3-2 26-16,4-9-57 15,10-11-3-15,16-8-8 16,9-10-12-16,13-3-1 16,4-5 0-1,14-2-3-15,17-3-10 0,13-5 13 16,8-4-54-16,4-2-50 16,17-41-125-16,-13 5-109 15,-10-6-418-15</inkml:trace>
  <inkml:trace contextRef="#ctx0" brushRef="#br1" timeOffset="147349.16">27696 11543 1497 0,'0'0'528'15,"0"0"-325"-15,0 0-104 0,0 0 36 16,0 0-55-16,0 0-32 16,0 0 34-16,63 87-17 15,-63-41-11-15,-7 4 36 16,-8 0-56-16,-1-3 3 15,3-7-7-15,4-10-28 16,4-8-2-16,5-7-2 16,0-8-17-16,0-7 13 15,2 0-56-15,19-7 25 16,6-22-36-16,4-15-238 16,4-12-343-16,-6-2-125 15,-4 8 779-15,-10 11 85 16,-7 18 489-16,-8 12-100 0,0 9-277 15,0 4-136-15,-12 20 69 16,-1 10 19-16,4 9-20 16,9 3-29-16,0 2-69 15,31 1-8-15,20-6-1 16,16-7-22-16,11-6-1 16,7-6-74-16,29-6-139 15,-20-7-104-15,-17-6-467 0</inkml:trace>
  <inkml:trace contextRef="#ctx0" brushRef="#br1" timeOffset="149575.46">3622 14149 1326 0,'0'0'326'0,"0"0"-126"0,0 0 24 15,0 0-25-15,0 0-58 16,0 0-19-16,0 0-26 16,0 0-30-16,0 0-8 15,-3 0 38-15,3 0-49 16,0 0-9-16,0 0 1 16,0 0-8-16,0 0-1 15,0 0-20-15,0 0-8 16,14 0 25-16,13 0-12 15,9 0 0-15,8-2-14 16,1-3-1-16,3 4 0 16,0 1 0-16,-2-4-55 15,-1 4-12-15,-3 0-123 0,-1 0-169 16,-15 8-299-16,-12-2-362 16</inkml:trace>
  <inkml:trace contextRef="#ctx0" brushRef="#br1" timeOffset="149761.84">3713 14321 1783 0,'0'0'569'0,"0"0"-331"16,0 0 2-16,0 0-29 16,0 0-75-16,0 0-85 15,0 0-41-15,143-42-10 16,-83 28-4-16,0 10-41 0,23 4-72 15,-18 0-166-15,-14 6-466 16</inkml:trace>
  <inkml:trace contextRef="#ctx0" brushRef="#br1" timeOffset="157707.73">5231 14207 1113 0,'0'0'858'0,"0"0"-502"15,0 0-193-15,0 0-1 16,0 0-108-16,0 0-45 16,-6-44 88-16,6 42-97 15,0 2-54-15,8 0-102 16,17 0-190-16,-3 5-157 16,1-3-677-16</inkml:trace>
  <inkml:trace contextRef="#ctx0" brushRef="#br1" timeOffset="157862.34">5779 14261 178 0,'0'0'1810'0,"0"0"-1517"0,0 0-293 16,0 0 0-16,0 0-55 15,0 0-17-15,0 0-234 16,70-8-630-16</inkml:trace>
  <inkml:trace contextRef="#ctx0" brushRef="#br1" timeOffset="157995.71">6254 14195 2013 0,'0'0'309'0,"0"0"-266"15,0 0-43-15,0 0-53 16,0 0-30-16,0 0-255 15,0 0-198-15</inkml:trace>
  <inkml:trace contextRef="#ctx0" brushRef="#br1" timeOffset="158251.68">7632 13964 1149 0,'0'0'803'16,"0"0"-617"-16,0 0-133 15,0 0-30-15,0 0 18 16,0 0-41-16,0 0 0 16,0 57 15-16,0-14-14 15,0 13 25-15,0 3-26 0,2 1-78 16,7 2-28-16,0-13-244 15,-2-16-491-15</inkml:trace>
  <inkml:trace contextRef="#ctx0" brushRef="#br1" timeOffset="158995.66">7318 14249 1684 0,'0'0'474'0,"0"0"-363"0,0 0-109 15,0 0 45 1,160-100-37-16,-96 80 26 0,11 1-36 16,2 5 10-16,4-3-38 15,-5 0-47-15,-3 0-60 16,-13-3-42 0,-10-1-133-16,-17-3 47 0,-16-1 35 15,-12 2-162-15,-5 3 390 16,0 6 282-16,-9 6-16 15,-4 8-57-15,-3 2-139 16,1 24 99-16,-3 14 89 16,-3 8-96-16,6 8 117 15,2 1-161-15,4-5-39 16,4-6 6-16,5-14-73 16,0-6 44-16,0-10-56 0,2-6 14 15,15-6-28 1,4-4 14-16,10 0-44 0,4-14-30 15,4-12-115-15,-1-4 87 16,-5-2-22-16,-6 6 109 16,-9 8 15-16,-9 13 75 15,-9 5-38-15,0 0 12 16,0 14-16-16,0 9 135 16,0 3-89-16,0-4-58 15,9-3 74-15,5-7-94 16,3-1-1-16,10-8 0 15,4-3 22-15,4-3-55 16,-1-17-65-16,0-2-122 16,-10-5 150-16,-6 2-90 15,-5 4 138-15,-6 9 22 0,-4 7 106 16,-3 5 80-16,0 0-143 16,0 10-13-16,0 11 144 15,0 4-149-15,0-1 1 16,8-2 1-16,3-8-6 15,7-4-42-15,5-6 6 16,4-4-79-16,2 0-40 16,-3-14-252-16,-4-6-120 15,-6-2 290-15,-7 4 216 16,-3 2 9-16,-1 7 237 16,-5 9 6-16,2 0-107 15,-2 13-134-15,2 20-11 0,21 25 0 16,-3-9-198-16,11-8-568 15</inkml:trace>
  <inkml:trace contextRef="#ctx0" brushRef="#br1" timeOffset="160029.54">9870 14101 1394 0,'0'0'177'0,"0"0"-166"0,0 0 29 15,-135 18 255 1,94 8-91-16,5 6-50 0,7 0 20 16,10 0-147-1,7-3 16-15,8-8-43 0,4-3 39 16,0-6-75-16,0-5 36 15,13-6-41-15,3-1 33 16,4 0-54-16,4-13-107 16,1-12-73-16,1-1-47 15,-3 0 117-15,-6 4 103 16,-5 5 69-16,-3 10 232 16,-5 7-170-16,-4 0-27 15,0 19 104-15,0 14-35 0,0 11 142 16,0 10-135-16,0 7-6 15,-4 6 40-15,-7-2-74 16,1 0 7-16,-3 2-42 16,0-9-6-16,-3-1 25 15,1-7-55-15,-1-8 0 16,3-8-9-16,-1-6 16 16,6-8-14-16,-3-6-1 15,1-9-4-15,-1 1-26 16,-5-6 38-16,1 0-12 15,-3-6-3-15,1-13 30 16,1-8-14-16,3-6-1 16,1-7 12-16,8-6-30 15,4-11 18-15,0-1-67 16,16-5 31-16,15-6-110 0,11 0 54 16,14 1-83-16,8 5-60 15,9 0 76-15,8 9-142 16,2 7 131-16,-8 10 170 15,-9 8 156-15,-18 15 85 16,-17 13-58-16,-15 1-98 16,-14 6 78-16,-2 23-63 15,-4 10 55-15,-16 3-14 16,-1 2-90-16,4-4 56 16,3-4-107-16,8-12 6 15,6-6 18-15,0-6-24 16,0-3-15-16,0-7 5 0,0-2-17 15,0 0 1-15,6-12 19 16,12-14-93-16,5-6 23 16,3-2-66-16,3-1 107 15,-2 12 36-15,-3 6 24 16,-1 15 102-16,-4 2-88 16,0 0-13-16,-1 19 140 15,-5 2-129-15,-2-1 18 16,-4 2-8-16,-5-4-37 15,0-2 29-15,-2-6-38 16,0-1 0-16,0-6-42 16,0-3 42-16,5 0-41 15,13 0-9-15,15-3-71 16,18-16 85-16,11-7-217 16,10 1 18-16,-5 5 156 15,-7 6 79-15,-14 14 62 0,-11 0 86 16,-14 9-114-16,-11 17 23 15,-10 6-57-15,0 5-69 16,-45 12 35-16,1-8-282 16,1-10-452-16</inkml:trace>
  <inkml:trace contextRef="#ctx0" brushRef="#br1" timeOffset="160166.59">10291 14682 1403 0,'0'0'1265'0,"0"0"-1195"0,0 0-70 16,0 0-216-16,0 0 57 16,0 0-31-16,0 0-152 0</inkml:trace>
  <inkml:trace contextRef="#ctx0" brushRef="#br1" timeOffset="161110.81">11914 13646 1713 0,'0'0'358'15,"0"0"-116"-15,0 0 4 16,0 0-190-16,0 0 2 16,0 0-58-16,0 0 1 15,-53 62 87-15,26 50-21 16,0 30 1-16,5-3 22 15,9-33-81-15,9-34 43 16,4-26-52-16,0 3 0 16,2-1-11-16,17-4 11 15,8-13 0-15,8-8-11 16,11-9 36-16,5-14-50 16,6 0-12-16,3-28-113 15,-8-7 80-15,-12-6-161 0,-15 6 137 16,-16 7 94-16,-9 12 95 15,-20 12 20-15,-20 4-115 16,-12 8 0-16,-1 14 91 16,4 1-76-16,11-1 14 15,13-7-23-15,14-6 15 16,9-5-42-16,2-4 14 16,9 0-26-16,17 0-18 15,12-14 35-15,3-7-58 16,-1 1-5-16,-5 2 19 0,-8 3 54 15,-11 8 6 1,-9 7 0-16,-7 0 5 0,0 2 44 16,0 18-21-16,0 0 50 15,0 1-77-15,4-3 69 16,9-6-70-16,9-5 0 16,3-4 9-16,4-3-9 15,4-3-44-15,-1-15-47 16,-3-4-79-16,-2-2 108 15,-7 7-41-15,-5 0 103 16,-6 7 20-16,-4 8 41 16,-1 2-11-16,-2 0-18 15,3 17-9-15,1 3 108 16,3 3-131-16,0-1 16 16,2-1-41-16,-2-5-27 0,3-9-52 15,-6-7-63 1,1 0-213-16,-5-13-463 0</inkml:trace>
  <inkml:trace contextRef="#ctx0" brushRef="#br1" timeOffset="161247.62">12512 13936 1545 0,'0'0'907'16,"0"0"-606"-16,0 0-192 15,0 0-109-15,0 0-179 16,0 0-70-16,0 0-227 15,-45 148-58-15</inkml:trace>
  <inkml:trace contextRef="#ctx0" brushRef="#br1" timeOffset="161359.65">12142 14812 1362 0,'0'0'1064'16,"0"0"-774"-16,0 0-290 15,0 0-221-15,0 0 103 16,0 0-582-16</inkml:trace>
  <inkml:trace contextRef="#ctx0" brushRef="#br1" timeOffset="161474.81">13265 14355 1495 0,'0'0'1332'15,"0"0"-1332"-15,0 0-1209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36:02.1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25642 11973 1766 0,'0'0'363'15,"0"0"-212"-15,0 0 60 16,0 0-52-16,0 0-1 16,0 0-92-16,0 0-25 15,140-16-15-15,-55 16-25 16,10 0-1-16,6 0 0 16,-5 5-35-16,10 14-32 15,-23 1-295-15,-20-4-578 0</inkml:trace>
  <inkml:trace contextRef="#ctx0" brushRef="#br0" timeOffset="550.41">26411 12136 963 0,'0'0'236'0,"0"0"-180"16,0 0-31-16,0 0-5 15,0 0 33-15,0 0-45 0,0 0-7 16,0 0 19-16,0 0-20 15,0 0 10-15,0 0 90 16,0 0 2-16,0-3 29 16,0 3 0-16,0 0 7 15,0 0 6-15,0 0-59 16,0 0 0-16,0 0-8 16,0 0-61-16,0 0 9 15,0 3-25-15,0 8 1 16,0 5 77-16,0 3-34 15,0 3-12-15,0 2 25 16,0-2-44-16,0 0 10 16,-3-1-23-16,3-4 0 0,-2 1 6 15,2-4-6 1,0-2 0-16,0-2-2 0,0-2 2 16,0-2-1-16,0 1-7 15,0-4-14-15,-2-1-5 16,2 0-53-16,0-2 17 15,-2 0-44-15,-2 0-85 16,-13-9-47-16,5-10-30 16,-7-5-658-16</inkml:trace>
  <inkml:trace contextRef="#ctx0" brushRef="#br0" timeOffset="798.05">26288 12035 1192 0,'0'0'748'15,"0"0"-559"-15,0 0-94 16,0 0 31-16,0 0-61 16,0 0 11-16,0 0-17 15,0 82 66-15,0-29 8 16,0 3-73-16,-2 4 5 16,2-2-54-16,0-4-2 15,0-2 13-15,0-8-22 16,4-1-1-16,5-9-19 15,3-4-54-15,-2-9-59 16,11-10-150-16,-4-7-260 16,1-4-146-16</inkml:trace>
  <inkml:trace contextRef="#ctx0" brushRef="#br0" timeOffset="1324.98">26553 12305 1162 0,'0'0'844'16,"0"0"-664"-16,0 0-74 16,0 0-5-16,0 0-15 15,0 0 34-15,0 0-29 16,-26 97-16-16,19-63-55 16,5-2-14-16,-1-8 8 15,1-8-8-15,2-6-12 16,0-6 3-16,0-4-22 15,0 0 5-15,2-4-37 16,14-17 2-16,4-8-145 0,0 0-11 16,0 4 115-1,-5 13 77-15,-3 10 19 0,1 2 27 16,1 12 35-16,1 10 13 16,8 1 48-16,3-5-25 15,6-6 0-15,3-7-37 16,3-5-34-16,-3 0-6 15,0-17-21-15,-12-12-54 16,-7-5 5-16,-9-7-16 16,-7-5 44-16,0 0-40 15,0 2-3-15,-7 13 55 16,-1 11 9-16,6 16 34 0,-2 4-34 16,4 20 9-16,0 22 43 15,0 9 21-15,6 4-28 16,4 3 17-16,3-2-60 15,-3-7-1-15,-6-5-1 16,-1-10-2-16,-3-6-41 16,0-11-100-16,-27-12-57 15,-2-5-84-15,0 0-437 0</inkml:trace>
  <inkml:trace contextRef="#ctx0" brushRef="#br0" timeOffset="1469.7">26865 11754 1908 0,'0'0'213'0,"-107"150"-82"15,25-19-75-15,-3 10-56 16,23-33-149-16,31-38-846 0</inkml:trace>
  <inkml:trace contextRef="#ctx0" brushRef="#br0" timeOffset="1963.89">28011 12078 1370 0,'0'0'330'0,"0"0"-156"15,-111 120 40-15,79-58-79 16,19 3-31-16,13-4-34 16,9-4-48-16,33-11-3 15,16-10-19-15,47-20-93 16,-15-10-189-16,-11-6-566 0</inkml:trace>
  <inkml:trace contextRef="#ctx0" brushRef="#br0" timeOffset="2226.25">28539 11761 2009 0,'0'0'507'0,"0"0"-496"16,0 0-11-16,-129 104 38 0,73-39-21 15,0 4-2-15,3 3-15 16,2 8-145-16,16-15-237 16,12-19-740-16</inkml:trace>
  <inkml:trace contextRef="#ctx0" brushRef="#br0" timeOffset="2705.88">28861 11943 1075 0,'0'0'931'15,"0"0"-778"1,0 0-116-16,0 0 6 0,0 0 35 16,-130-28 9-16,86 54 4 15,-1 12 15-15,5 10-59 16,8 10 25-16,15 4-23 15,10 7-10-15,7-3 5 16,14-4-44-16,19-8-9 16,9-6 8-16,12-11-105 15,22-12-74-15,-12-8-171 16,-8-13-489-16</inkml:trace>
  <inkml:trace contextRef="#ctx0" brushRef="#br0" timeOffset="3142.11">29108 11860 1702 0,'0'0'557'0,"0"0"-438"15,0 0-87-15,0 0-2 16,0 0-24-16,0 0 68 16,0 133 71-16,-7-65-50 15,5 4-44-15,2-1 7 16,0-5-49-16,0-6-1 16,13-5-7-16,5-10-1 15,2-7-12-15,5-5-60 16,6-13-153-16,-2-8-86 0,-7-8-577 0</inkml:trace>
  <inkml:trace contextRef="#ctx0" brushRef="#br0" timeOffset="3316.08">28921 12273 335 0,'0'0'1865'16,"0"0"-1523"-16,0 0-259 15,133-6-11-15,-70 5-53 16,3-1-19-16,0-2 0 16,11-9-154-16,-19-4-320 15,-10 1-330-15</inkml:trace>
  <inkml:trace contextRef="#ctx0" brushRef="#br0" timeOffset="3481.07">29790 11943 1667 0,'0'0'377'16,"0"0"-160"-16,11 130-60 15,-17-62-104-15,-28 12-20 16,-17 1-33-16,-48 27-69 16,13-17-224-16,1-19-607 0</inkml:trace>
  <inkml:trace contextRef="#ctx0" brushRef="#br0" timeOffset="4236.83">28219 11872 1124 0,'0'0'705'16,"0"0"-592"-16,0 0-53 16,0 0 34-16,0 0-22 15,-121 67 19-15,92-25-54 16,3 6 0-16,3 8-37 16,10 17-28-16,3-15-234 15,10-14-649-15</inkml:trace>
  <inkml:trace contextRef="#ctx0" brushRef="#br0" timeOffset="6339.77">26801 13580 977 0,'0'0'796'0,"0"0"-557"15,0 0-19-15,0 0 14 16,0 0-54-16,0 0-101 16,0 0-68-16,11-67 1 0,-9 85-12 15,0 17 0-15,0 13 46 16,3 10-13-16,-3 5 4 15,3 2-37-15,-1-5 14 16,3-4-4-16,1-4-10 16,2-7-16-1,-2-8-55-15,-1-7-97 0,-7-7-138 16,0-7-257-16,0-15-335 0</inkml:trace>
  <inkml:trace contextRef="#ctx0" brushRef="#br0" timeOffset="6826.26">26716 13904 1803 0,'0'0'456'0,"0"0"-456"0,0 0 0 15,139-56 46-15,-75 48-14 16,-2 8-31-16,-4 0 81 16,-11 4-38-16,-12 12 11 15,-14 4 3-15,-11 0-19 16,-4 2 15-16,-6-5-35 15,0-1-10-15,0-7-9 16,0-2-9-16,0-6-83 16,10-1-48-16,15 0 11 15,6-17-138-15,9-6-330 16,0 0 309-16,-6 9 288 16,-8 7 81-16,-5 7 173 15,-5 0-42-15,-1 8 12 0,1 8 4 16,3-2-92-16,6-1-50 15,4-8-8-15,4-5-63 16,3 0-15-16,-5-8-52 16,-6-16-84-16,-9-8-44 15,-12-4-42-15,-4-6 72 16,-2 2 29-16,-14 4 121 16,3 10 20-16,-1 10 176 15,5 16 57-15,-1 0-86 16,-2 21-68-16,-1 20-3 15,-1 4 52-15,1 8-83 16,2-2-32-16,2-5-33 16,-2-5-24-16,0-7-79 15,-12-12-129-15,1-10-296 16,3-12-409-16</inkml:trace>
  <inkml:trace contextRef="#ctx0" brushRef="#br0" timeOffset="6978.62">27440 13279 393 0,'0'0'1954'0,"0"0"-1852"15,-29 108-101-15,0-33 43 16,-4 10-44-16,-2 30-18 16,6-23-222-16,12-18-622 0</inkml:trace>
  <inkml:trace contextRef="#ctx0" brushRef="#br0" timeOffset="7615.69">28693 13527 1659 0,'0'0'614'15,"0"0"-559"-15,0 0-33 16,0 0-3-16,0 0-11 15,0 0-8-15,-142 55 113 16,108-4-48-16,10 10 26 16,10 3-30-16,14-4-24 15,0-4 29-15,25-6-66 16,12-10 0-16,13-12-25 16,8-14-63-16,27-14-126 0,-14-4-314 15,-11-19-697-15</inkml:trace>
  <inkml:trace contextRef="#ctx0" brushRef="#br0" timeOffset="7805.59">29112 13247 1716 0,'0'0'625'0,"0"0"-625"0,0 0-99 16,-85 110 99-16,48-42 31 15,-3 12-15-15,7 0-16 16,8 19-20-16,11-25-257 16,12-18-432-16</inkml:trace>
  <inkml:trace contextRef="#ctx0" brushRef="#br0" timeOffset="8111.92">29496 13383 1629 0,'0'0'339'0,"0"0"-274"15,0 0 96-15,-139 140 25 16,104-78-24-16,12 4-22 16,15 1-88-16,8-6-19 15,13-3-20-15,23-5-4 16,8-11-9-16,10-6-77 16,19-14-148-16,-11-8-263 15,-12-12-763-15</inkml:trace>
  <inkml:trace contextRef="#ctx0" brushRef="#br0" timeOffset="10091.94">29752 13684 1452 0,'0'0'259'0,"0"0"-229"0,0 0 48 16,0 0 77-16,0 0-83 16,0 0-53-16,0 0 94 15,0-2-48-15,0 0-9 16,0 2-8-16,0-3-22 16,0 1 1-16,0 0-27 15,0-1 7-15,0 1-7 16,0-3 0-16,0 4-7 15,0-2 7-15,0 3 18 16,0-1 3-16,0 1-20 16,0 0 18-16,0-3 27 15,0 3-37-15,0 0 11 0,0 0-14 16,0 0 17-16,0 0 12 16,0 0-28-16,0-1-6 15,0 1 32-15,0-3-33 16,0-1 18-16,0 0-18 15,0-1-57-15,0-2 56 16,2 2-13-16,2-2 14 16,-1 2 11-16,2 0-10 15,-3 3 60-15,-2 0-7 16,2 2-3-16,-2 0 17 16,0 0-54-16,0 0-13 15,0 0 11-15,0 7-12 16,0 10 0-16,0 5 1 0,-7 2 10 15,0 2 26-15,3-6-37 16,2-3 0-16,2-3 4 16,0-4-4-16,2-2 10 15,16 1-10-15,7-4-12 16,3-1 10-16,3-4-32 16,-2 0 2-16,-8 0 31 15,-11 3-10-15,-7 6 11 16,-3 9-12-16,0 6 12 15,-9 6 20-15,-6 4-20 16,-1-1 12-16,3-8-6 16,1-2-5-16,5-8-2 15,5-6-50-15,2-7-185 16,0-2-128-16,0-16-276 16,2-10-815-16</inkml:trace>
  <inkml:trace contextRef="#ctx0" brushRef="#br0" timeOffset="10275.11">30238 13443 1751 0,'0'0'337'0,"0"0"-182"16,0 0 10-16,62 135-25 16,-60-84 18-16,-2 4-94 15,0 1-24-15,-15-3-40 0,-5-2-12 16,-5 9-25-16,6-18-195 15,3-12-405-15</inkml:trace>
  <inkml:trace contextRef="#ctx0" brushRef="#br0" timeOffset="10516.07">30720 13643 1465 0,'0'0'1040'0,"0"0"-900"0,0 0-134 16,124 0 64-16,-66 0-46 15,0 7-24-15,0 5-18 16,-13-1-237-16,-19 2-345 0</inkml:trace>
  <inkml:trace contextRef="#ctx0" brushRef="#br0" timeOffset="10640.07">30751 13868 1532 0,'0'0'495'0,"0"0"-352"15,0 0 118-15,0 0-159 16,167 4-102-16,-102-22-255 15,-3-2-935-15</inkml:trace>
  <inkml:trace contextRef="#ctx0" brushRef="#br0" timeOffset="10987.88">31720 13445 1886 0,'0'0'490'15,"0"0"-429"-15,0 0 37 16,-6-108 42-16,6 73 0 16,2 4-99-16,13-1-11 15,6 3-1-15,3 8-9 0,3 0 2 16,4 9-22-16,1 10 5 15,-1 2-7-15,2 5 3 16,-2 25-1-16,-4 10 12 16,-10 7-11-16,-9 14 16 15,-8 3-17-15,-12 8 0 16,-23 2-10-16,-13 1 10 16,-27 17-78-16,8-18-210 15,9-16-530-15</inkml:trace>
  <inkml:trace contextRef="#ctx0" brushRef="#br0" timeOffset="11197.56">31629 14166 1958 0,'0'0'365'16,"0"0"-256"-16,0 0 71 0,0 0-69 15,0 0-45-15,0 0-56 16,0 0-10-16,31-32-37 15,-31 17-76-15,-2-3 16 16,-18 0-56-16,0 8 91 16,-4 8 54-16,-10 2-27 15,7 9-154-15,3 7-517 0</inkml:trace>
  <inkml:trace contextRef="#ctx0" brushRef="#br0" timeOffset="15911.83">1919 12046 876 0,'0'0'486'0,"0"0"-322"0,0 0-43 16,0 0 76-16,0 0-21 16,0 0-28-16,0-9 25 15,0 9-99-15,0-2-12 16,0 2 51-16,-3-1-53 16,-5-2 8-16,-8 1-42 15,-6 0-26-15,-7 2 18 16,-4 0-18-16,-8 0 0 15,-3 8-3-15,-1 5 10 16,-2 7-7-16,5-3 9 16,4 6 0-16,5-2 49 15,10 8-57-15,8-1 20 16,11 4 31-16,4 0-32 16,13 0 10-16,26-4-15 15,19-4-5-15,14-7 14 0,6-10-24 16,5-7-37-16,-8 0-47 15,12-4-214-15,-20-10-323 16,-18 0-1109-16</inkml:trace>
  <inkml:trace contextRef="#ctx0" brushRef="#br0" timeOffset="16498.09">2224 11664 929 0,'0'0'1105'0,"0"0"-946"16,0 0-98-16,0 0 3 0,0 0 26 16,0 0 32-16,0 0-21 15,-82 121-1-15,57-67-85 16,1 2-14-16,1 2-2 16,6-3-26-16,7 5-166 15,4-16-361-15,6-13-1321 0</inkml:trace>
  <inkml:trace contextRef="#ctx0" brushRef="#br0" timeOffset="16956.14">2500 11863 1370 0,'0'0'378'0,"0"0"-300"16,0 0-17-16,0 0 70 0,0 0 9 15,0 0 39-15,0 0-50 16,-118 138-16-16,109-92-7 15,9 0-46-15,0 1-2 16,7-1-49-16,15-6 3 16,12-2-24-16,1-6-33 15,23-3-147-15,-10-12-145 16,-7-8-529-16</inkml:trace>
  <inkml:trace contextRef="#ctx0" brushRef="#br0" timeOffset="17304.95">2824 11875 576 0,'0'0'877'16,"0"0"-784"-16,0 0-68 15,0 0 23-15,0 0 96 16,0 0 36-16,0 0 23 0,-5 130-60 16,5-88 4-16,0 3-48 15,0-1-26-15,0 0-37 16,0-3-36-16,3-4 6 15,3-2-6-15,3-6-94 16,0 0-44-16,-2-9-210 16,-1-8-326-16</inkml:trace>
  <inkml:trace contextRef="#ctx0" brushRef="#br0" timeOffset="17491.48">2641 12138 773 0,'0'0'1445'0,"0"0"-1300"15,0 0-92-15,172-41-52 16,-110 36 0-16,1-2-2 16,6 4-19-16,-18 1-171 15,-13-3-389-15</inkml:trace>
  <inkml:trace contextRef="#ctx0" brushRef="#br0" timeOffset="17672.78">3260 11805 1832 0,'0'0'501'16,"0"0"-416"-16,0 0 46 15,43 102-32-15,-36-45 9 16,-7 6-76-16,0 10-21 15,-21 0-11-15,-29 30-100 16,2-21-224-16,4-16-691 0</inkml:trace>
  <inkml:trace contextRef="#ctx0" brushRef="#br0" timeOffset="20077.84">28990 15276 1189 0,'0'0'615'0,"0"0"-437"15,0 0 19-15,0 0 92 0,0 0-88 16,0 0-103 0,0-9-10-16,0 8-55 0,-13-3 16 15,-14 0-49-15,-14 4 1 16,-12 0-15-16,-7 4 7 16,-5 18 7-16,2 10 9 15,8 0-2-15,12 3 8 16,14 4-7-16,16-7-8 15,13-2 18-15,3-2-18 16,30-2 0-16,14-12-6 16,10-5-6-16,6-9-67 15,24-23-185-15,-17-11-257 0,-16-8-316 16</inkml:trace>
  <inkml:trace contextRef="#ctx0" brushRef="#br0" timeOffset="20276.89">29077 14829 1810 0,'0'0'552'16,"0"0"-516"-16,0 0-10 15,0 0 51-15,-2 168 121 16,-5-86-102-16,0 4-45 16,5-1 4-16,2-7-45 15,0-6 1-15,0-6-11 16,2-8-52-16,20 2-63 0,-1-15-189 15,0-15-358-15</inkml:trace>
  <inkml:trace contextRef="#ctx0" brushRef="#br0" timeOffset="20523.98">29656 15136 1360 0,'0'0'526'0,"0"0"-442"15,-116 18 114-15,68 14 46 16,5 3-64-16,9 11-69 16,16 7-45-16,16 1-26 0,2-4-40 15,29 2-9-15,14-12 0 16,30 1-123-16,-8-15-140 15,-9-11-342-15</inkml:trace>
  <inkml:trace contextRef="#ctx0" brushRef="#br0" timeOffset="21070.79">28303 15877 1495 0,'0'0'689'0,"0"0"-519"15,0 0-127-15,0 0 104 16,161 6-44-16,-28 2-67 15,54-4 25-15,23 0-43 16,-5-2-3-16,-24-2 17 16,-52 5-32-16,-13-5-16 0,-37 0-252 15,-27 0-737-15</inkml:trace>
  <inkml:trace contextRef="#ctx0" brushRef="#br0" timeOffset="21414.85">29110 16200 1073 0,'0'0'1108'0,"0"0"-953"16,0 0-154-16,0 0 62 16,0 0-26-16,0 0-24 15,0 0 8-15,-154-23 7 16,109 46 34-16,5 7 5 16,9-2-19-16,13 2-5 15,12-6-43-15,6 3-10 16,9-10 1-16,20-8-110 15,9-9-28-15,20-12-129 16,-10-16-317-16,-3-9-764 0</inkml:trace>
  <inkml:trace contextRef="#ctx0" brushRef="#br0" timeOffset="21596.41">29133 15923 1520 0,'0'0'651'15,"0"0"-502"-15,0 0-33 16,0 0-24-16,0 0-10 15,-21 103 5-15,21-51-19 16,9 3-1-16,20-2-57 16,12-7-10-16,5-8-29 15,3-10-87-15,-2-15-94 16,-2-13-40-16,-12 0-131 16,-10-13-294-16</inkml:trace>
  <inkml:trace contextRef="#ctx0" brushRef="#br0" timeOffset="21755.81">29511 15963 1016 0,'0'0'557'0,"0"0"-370"15,0 0 74-15,0 129-19 16,0-76-79-16,0 2-47 16,0-1-98-16,0 3-18 15,2 2-40-15,0-10-215 16,-2-13-354-16</inkml:trace>
  <inkml:trace contextRef="#ctx0" brushRef="#br0" timeOffset="21897.35">29496 16295 702 0,'0'0'1729'15,"0"0"-1467"-15,158-45-217 0,-69 25-20 16,43-10-25-16,-25 9-75 15,-13-2-437-15</inkml:trace>
  <inkml:trace contextRef="#ctx0" brushRef="#br0" timeOffset="22580.38">29480 15598 430 0,'0'0'2062'0,"0"0"-1766"16,0 0-197-16,0 0-86 16,0 0-13-16,0 0-1 15,0 0-253-15,18 63-109 0,-18-33-445 16</inkml:trace>
  <inkml:trace contextRef="#ctx0" brushRef="#br0" timeOffset="32226.85">3765 12168 1707 0,'0'0'393'0,"0"0"-230"15,0 0 8-15,0 0 46 16,0 0-82-16,0 0-61 16,-5 0 23-16,5 0-43 15,0 0 10-15,0 0 23 16,0 0-36-16,11-2-12 15,7-1-39-15,9 0 1 16,9-2 20-16,3 1-21 16,9 3 0-16,0 1-6 0,-1 0-51 15,-3 0-25 1,-3 0-54-16,-12 8-153 0,-11 4-268 16,-14-2-666-16</inkml:trace>
  <inkml:trace contextRef="#ctx0" brushRef="#br0" timeOffset="32386.98">3816 12344 1051 0,'0'0'1231'15,"0"0"-881"-15,0 0-167 16,0 0-33-16,0 0-64 16,0 0-65-16,167-14-21 15,-107 9-18-15,21-2-85 16,-17 3-235-16,-10 0-579 0</inkml:trace>
  <inkml:trace contextRef="#ctx0" brushRef="#br0" timeOffset="33160.15">5140 11904 1458 0,'0'0'544'0,"0"0"-395"0,0 0-3 16,0 0-26-16,0 0-40 15,0 0-26-15,0 0-1 16,-90-19 26-16,51 25-58 16,-1 16 31-16,-1 6 2 15,8 7-33-15,6-1 16 16,12 3 3-16,8-1-39 16,7 0 53-16,9 0-42 15,24-5 2-15,9-3-14 16,8-7-20-16,8-12-50 15,18-9-188-15,-17 0-398 16,-7-12-991-16</inkml:trace>
  <inkml:trace contextRef="#ctx0" brushRef="#br0" timeOffset="33371.01">5494 11608 1617 0,'0'0'516'0,"0"0"-488"16,0 0-27-16,-116 132 42 16,83-67-43-16,-3 19-6 0,10-14-173 15,7-16-665-15</inkml:trace>
  <inkml:trace contextRef="#ctx0" brushRef="#br0" timeOffset="33812.39">5713 11807 1741 0,'0'0'199'0,"0"0"-187"16,0 0 42-16,0 0 69 15,-136 78 54-15,116-33 20 0,11 8-55 16,7 3-54-16,2-2-54 15,13-1 5-15,16-5-39 16,11-7-42-16,32-10-125 16,-12-11-161-16,-4-13-595 0</inkml:trace>
  <inkml:trace contextRef="#ctx0" brushRef="#br0" timeOffset="34104.75">6007 12011 836 0,'0'0'786'0,"0"0"-701"0,0 0 54 16,0 0 79-16,-18 103-10 16,18-55 19-16,0 4-56 15,0 6-76-15,0 4-32 16,0 2-47-16,0-2 8 15,0-1-24-15,0-7 6 16,0-7-22-16,4-6 16 16,6-7-33-16,-2-8-25 15,-1-8-86-15,-3-6-15 16,2-7-101-16,-6-5-84 16,0-15 84-16,0-5-429 0</inkml:trace>
  <inkml:trace contextRef="#ctx0" brushRef="#br0" timeOffset="34337.91">6001 11953 1460 0,'0'0'388'16,"0"0"-276"-16,0 0 16 15,0 0-19-15,0 0 3 16,135 32 85-16,-114 10-64 15,-11 6-65-15,-10 6-6 16,0 1-48-16,-4-1 7 16,-18-6-19-16,-3-2-2 15,-6-7-41-15,-5-8-142 0,5-7-127 16,9-11-358-16</inkml:trace>
  <inkml:trace contextRef="#ctx0" brushRef="#br0" timeOffset="34578.49">6375 11768 1222 0,'0'0'707'15,"0"0"-546"-15,0 0 31 16,133 66-25-16,-117-11-30 0,-16 13 21 15,-2 9-100 1,-33 6-21-16,-15 4-34 0,-6-3-3 16,-4-4-34-16,-11 7-188 15,17-21-280-15,15-21-1241 0</inkml:trace>
  <inkml:trace contextRef="#ctx0" brushRef="#br0" timeOffset="34923.83">6830 12273 1588 0,'0'0'555'16,"0"0"-555"-16,0 0-10 16,0 0 10-16,0 0 72 15,0 0 27-15,0 0-10 16,24 7-62-16,-24-11-27 15,0-5-25-15,0 2-29 16,-8 5-148-16,-6 2-144 0,3 0-590 16</inkml:trace>
  <inkml:trace contextRef="#ctx0" brushRef="#br0" timeOffset="35440.53">7476 11925 884 0,'0'0'1132'0,"0"0"-793"16,0 0-241-16,0 0-49 16,0 0-31-16,0 0 43 0,25 141 122 15,-21-31-78-15,-2 0-31 16,-2-6 6-16,0-11-52 16,0-26 6-1,0 5-25-15,0 3-7 0,0-13 7 16,0-14-9-16,0-13-39 15,0-13 27-15,0-10-76 16,0-10-24-16,0-2-90 16,-4-36 25-16,-7-10-190 15,-3-11-839-15</inkml:trace>
  <inkml:trace contextRef="#ctx0" brushRef="#br0" timeOffset="35643.36">7571 11893 1694 0,'0'0'607'16,"0"0"-512"-16,0 0-29 16,148 0 82-16,-115 30-25 15,-10 11-11-15,-17 8-28 16,-6 7-60-16,-19 8 6 16,-24 1-29-16,-10-3-1 15,-7-6 0-15,4-9-106 16,0-8-111-16,18-15-153 15,16-11-705-15</inkml:trace>
  <inkml:trace contextRef="#ctx0" brushRef="#br0" timeOffset="35968.96">8140 11660 2070 0,'0'0'745'15,"0"0"-676"1,0 0-69-16,0 0-46 0,0 0 8 16,-64 138 38-16,30-64 0 15,3 4-11-15,-4 7-234 16,8-19-313-16,9-17-389 0</inkml:trace>
  <inkml:trace contextRef="#ctx0" brushRef="#br0" timeOffset="36253.68">8459 11690 1413 0,'0'0'406'16,"0"0"-275"-16,0 0 83 16,-103 157 43-16,84-89-71 15,5 2-31-15,12 2-76 16,2-1-68-16,8-5 10 16,19-6-21-16,12-9-84 15,21-12-160-15,-7-12-333 0,-4-18-753 16</inkml:trace>
  <inkml:trace contextRef="#ctx0" brushRef="#br0" timeOffset="36485.84">8790 11857 1532 0,'0'0'497'16,"0"0"-496"-16,0 0-1 15,0 0 109-15,-14 142 68 16,11-87-33-16,3 3-9 16,0 0-84-16,0-2-26 0,0-2-25 15,0-6-19 1,0-5-41-16,0-10-87 0,0-7-77 16,0-12-159-16,0-8-653 0</inkml:trace>
  <inkml:trace contextRef="#ctx0" brushRef="#br0" timeOffset="36680.98">8624 12126 1337 0,'0'0'855'16,"0"0"-503"-16,0 0-120 15,0 0-83-15,0 0-119 16,0 0-29-16,0 0-1 15,76-18-3-15,-50 18-54 16,1 0-112-16,2-4-99 16,-6-4-240-16,-9-3-411 0</inkml:trace>
  <inkml:trace contextRef="#ctx0" brushRef="#br0" timeOffset="36868.96">9101 11729 1840 0,'0'0'674'0,"0"0"-548"16,0 0-84-16,83 131 19 15,-66-61 53-15,-8 3-59 0,-9 9 8 16,-4 3-54-16,-30 3-9 16,-39 26-63-16,3-24-244 15,4-15-599-15</inkml:trace>
  <inkml:trace contextRef="#ctx0" brushRef="#br0" timeOffset="37586.04">8553 12133 1128 0,'0'0'785'15,"0"0"-443"-15,0 0-118 16,0 0-7-16,0 0-36 15,0 0-114-15,0 0-7 16,142-11-33-16,-93 3-26 16,-1-2 5-16,-4 3-6 15,-2-1-78-15,-10 4-232 16,-13 1-730-16</inkml:trace>
  <inkml:trace contextRef="#ctx0" brushRef="#br0" timeOffset="46149.67">9698 12208 763 0,'0'0'345'16,"0"0"-123"-16,0 0-35 0,0 0-24 15,0 0-61-15,0 0-2 16,0 0-64-16,0 0-9 16,0 0-4-16,0 0 1 15,0 0 24-15,0 0 3 16,0 0 5-16,0 0 58 16,0 0-21-16,0 0-19 15,0 0-11-15,0 0-10 16,0 0 11-16,0 0-19 15,0 0-15-15,10 0 38 16,9 0-34-16,8-7-20 16,12 2 16-16,3-4-15 15,7 4 21-15,2-1-26 16,0 3-4-16,-1 2 9 16,-8 1-15-16,-3 0 0 0,-7 0-10 15,-8 0-44-15,-3 0-94 16,-13 8-125-16,-6 1-287 15,-2 2-189-15</inkml:trace>
  <inkml:trace contextRef="#ctx0" brushRef="#br0" timeOffset="46352.13">9774 12364 1572 0,'0'0'873'15,"0"0"-619"1,0 0-67-16,0 0-51 0,0 0-81 16,154-22-28-16,-87 17-26 15,3 0-1-15,-6 5-6 16,11 0-84-16,-19 0-197 16,-14 0-688-16</inkml:trace>
  <inkml:trace contextRef="#ctx0" brushRef="#br0" timeOffset="67401.09">11876 11534 1071 0,'0'0'383'0,"0"0"-213"16,0 0 6-16,0 0-50 16,0 0 43-16,0 0-40 15,10-42-49-15,-6 35 3 16,-2 0-40-16,3 1-7 15,-5 2 77-15,2 1-39 16,-2 2-10-16,0 1 0 16,0 0-31-16,0 0 9 15,0 0-42-15,0 0 14 16,0 0 17-16,0 0-31 16,0 0 7-16,0 0 28 0,0 0-29 15,0 0 16-15,0 0-22 16,0 0 1-16,0 0 12 15,0 0-13-15,0 0-15 16,0 0 14-16,4 14-21 16,0 16 22-16,3 5 3 15,0 12 6-15,-5 7 18 16,1 0-27-16,-3 2 1 16,0-3 0-16,0-5-1 15,0-6-1-15,0-6-56 16,0-5-93-16,4-2-86 0,5-9-119 15,0-6-367-15</inkml:trace>
  <inkml:trace contextRef="#ctx0" brushRef="#br0" timeOffset="67766.65">12003 11450 227 0,'0'0'1944'16,"0"0"-1559"-16,0 0-349 16,0 0-15-16,0 0 16 15,137-40-15-15,-100 40 29 16,-6 24 10-16,-8 13-52 16,-17 9-3-16,-6 12-6 15,-26 9 1-15,-25 9-13 0,-50 27-70 16,14-19-210-1,5-16-573-15</inkml:trace>
  <inkml:trace contextRef="#ctx0" brushRef="#br0" timeOffset="68880.42">12011 11939 1234 0,'0'0'315'16,"0"0"-218"-16,0 0-47 15,0 0 64-15,0 0 51 0,0 0-27 16,0 0-22-16,0-4 26 15,0 4-47-15,0 0 20 16,0 0-17-16,0 0-64 16,0 0-7-16,0 9-19 15,0 12-7-15,0 2 77 16,0 2-77-16,0 1 5 16,0 1-6-16,0-1-39 15,12 1-97-15,-1-5-164 16,-1-8-692-16</inkml:trace>
  <inkml:trace contextRef="#ctx0" brushRef="#br0" timeOffset="69766.95">12011 11930 927 0,'0'0'246'16,"0"0"-159"-16,0 0 68 15,0 0-5-15,0 0-19 16,0 0-19-16,0 0 15 15,0-12 21-15,0 9-31 16,0 3 0-16,0 0 1 16,0 0-58-16,0 0 5 15,0 0-10-15,0 0-22 16,0 0 13-16,0 0-27 16,0 0-19-16,0 0 33 0,0 6-27 15,0 12 11-15,-3 7 62 16,-2 0-30-16</inkml:trace>
  <inkml:trace contextRef="#ctx0" brushRef="#br0" timeOffset="73226.39">11977 11930 804 0,'0'0'357'0,"0"0"-163"16,0 0-59-16,0 0 5 15,0 0-1-15,0 0 8 16,0 0-24-16,0 0 13 15,0 0 25-15,0 0-51 0,0 0 14 16,0 0-42-16,0 0-52 16,0 0 3-16,0 0-17 15,0 0-14-15,0 0 50 16,0 0-31-16,0 0 4 16,0 0 11-16,-3 0-30 15,3 0 22-15,0 0-28 16,0 0 1-16,0 0 11 15,0 0-11-15,0 0-1 16,0 0 16-16,0 0-16 16,0 0 16-16,0 0-16 15,0 0 1-15,0 0-3 16,0 0 2-16,0 0 0 0,0 0 0 16,0 0 3-1,0 0-9-15,0 0 6 0,0 0 0 16,0 3-10-16,0 5 10 15,-2 2 0-15,2 3 10 16,-2-1-3-16,2 1-5 16,-2-1-2-16,2 0 0 15,-3-2 13-15,1 2-13 16,0 0 1-16,0 0 9 16,-2-2-9-16,1 1 20 15,1-4-21-15,0 2 0 16,0-4 0-16,2 2 0 15,0-1 0-15,0-1-1 16,0 2 12-16,0 0-13 16,0 1 2-16,0 1-40 0,0 1 40 15,0 2-85 1,0 2-123-16,0-2-80 0,0-4-310 16,4-6-864-16</inkml:trace>
  <inkml:trace contextRef="#ctx0" brushRef="#br0" timeOffset="73874.28">11883 11973 1237 0,'0'0'369'0,"0"0"-212"15,0 0-65-15,0 0 46 16,0 0 77-16,0 0-109 16,0 0-20-16,3 0-52 15,-3 3-15-15,0 14-19 16,2 7 12-16,0 6-3 16,-2 6-18-16,0 17-83 15,0-12-169-15,0-9-385 0</inkml:trace>
  <inkml:trace contextRef="#ctx0" brushRef="#br0" timeOffset="75247.12">10933 12414 191 0,'0'0'849'15,"0"0"-585"-15,0 0-86 0,0 0 30 16,0 0-13 0,0 0-39-16,0 0-29 0,0-4-47 15,0 4 7-15,0-1 9 16,0 1-10-16,0 0 11 15,0-3-21-15,0 3-31 16,0 0 7-16,9-2-31 16,5-2-20-16,6 1 21 15,4-2-21-15,9 1 8 16,4-1-8-16,5-2-1 16,0-1 24-16,3 3-22 15,-1-2-1-15,1 2 14 16,-1-2-8-16,6 3-7 15,-1 1 0-15,4 0 0 16,3 3 12-16,0 0-12 0,-1 0-6 16,1 0-1-1,2 0 14-15,3 0-5 0,-1 0-2 16,2 0 0-16,1-4-6 16,-3 2 6-16,-2-1-7 15,-1 0 1-15,1 3 12 16,-4 0-1-16,-3 0-5 15,1 0 0-15,-6 0-3 16,3 0 3-16,0 0 0 16,0 0-6-16,1 0 15 15,0 0-12-15,4 0 3 16,2 0 0-16,4 0 3 16,3 0-3-16,3 0 0 0,7 0-7 15,6 0 17-15,4 0-11 16,4 0 1-16,2 0 0 15,-3 0 1-15,-1 0-1 16,-5-2 0-16,-6 2-10 16,-12 0 11-16,-6 0-2 15,-11 0-5-15,-10 0 5 16,-8 0 0-16,-9 0-75 16,-9 0-97-16,-9 10-21 15,0 0-277-15,-14-4-11 0</inkml:trace>
  <inkml:trace contextRef="#ctx0" brushRef="#br0" timeOffset="77091.19">10940 13130 963 0,'0'0'504'0,"0"0"-350"16,0 0-24-16,0 0 36 16,0 0 16-16,0 0-61 15,0 0-19-15,0 3-25 16,0-3-21-16,0 0 19 16,0 0 23-16,0 0-65 15,5 0-17-15,-1 0-16 16,1-5-10-16,-3-1-17 15,-2 5 18-15,0-2 3 16,0 3-6-16,0 0 12 16,0 0-9-16,0 0-15 15,0 0-17-15,0 0 21 16,0 0-14-16,0 0 18 16,0 0 10-16,0 0 12 0,0 0-2 15,0 0 13-15,0 0 8 16,0 0 30-16,0 0-24 15,0 0-29-15,0 0 39 16,0 0-32-16,0 0 6 16,0 0-4-16,0 0-2 15,0 0 10-15,0 0-19 16,0 0 1-16,0 0 22 16,0 0-22-16,0 0 12 15,0 0-13-15,0 0 2 0,0 0 6 16,0 0-8-16,0 0-12 15,0 0-8-15,0 0 16 16,0 0 4-16,0 0-6 16,0 0 0-16,0 0 6 15,0 0-6-15,0 0-1 16,0 0-3-16,0 0 10 16,0 0 0-16,0 0 1 15,0 0-1-15,0 0 11 16,0 0 6-16,0 0-17 15,0 0 39-15,0 0-25 16,0 0-4-16,0 0 2 16,0 0-11-16,0 0 7 0,0-5-7 15,0-7 7 1,4-5-16-16,9-5-53 0,3 0 15 16,0-1 45-16,-1 8-23 15,-4 5 15-15,-3 3 0 16,-8 7 9-16,0 0 7 15,0 7-7-15,-3 18 0 16,-17 16 27-16,-9 9-11 16,-6 8 14-16,-6 5-30 15,-1-5 15-15,0-6-6 16,-1-8-9-16,5-9 1 16,7-6-1-16,4-11-22 15,7-7 1-15,9-11-1 16,9 0 22-16,2-11-35 15,4-15-30-15,19-2 36 0,6 4 21 16,6 6 16 0,5 7 1-16,5 10-9 0,-1 1-16 15,4 1 15-15,16 20-66 16,-12-3-203-16,-10-6-559 0</inkml:trace>
  <inkml:trace contextRef="#ctx0" brushRef="#br0" timeOffset="77438.73">11212 13240 1415 0,'0'0'672'0,"0"0"-450"16,0 0-90-16,0 0-5 16,0 0-13-16,0 0-68 15,0 0-27-15,74-6 36 16,-47 23-49-16,4 4 6 0,0 5-1 15,2 1-10 1,-1-3-2-16,-3-1-101 0,4 2-129 16,-6-7-115-16,-8-8-618 15</inkml:trace>
  <inkml:trace contextRef="#ctx0" brushRef="#br0" timeOffset="77736.95">11671 12855 1179 0,'0'0'230'0,"0"0"-127"15,0 0-27-15,0 0 74 16,0 0-14-16,0 0 29 15,0 0 96-15,-26 137-113 16,12-74-26-16,-1 6 9 16,-1 1-92-16,-1-1-19 15,3-3-9-15,3-6-11 16,4-8-32-16,4-10-83 16,3-10-91-16,0-13-150 15,0-10-427-15</inkml:trace>
  <inkml:trace contextRef="#ctx0" brushRef="#br0" timeOffset="78187.58">11656 12916 1448 0,'0'0'359'16,"0"0"-244"-16,0 0-56 16,0 0 74-16,0 0 28 15,114-44-22-15,-62 31-36 0,14 1-21 16,14 0 14-16,27-2-2 15,29 0-34-15,36-2 1 16,15-3-47-16,-2 0 19 16,-11-1-20-16,-18 4-2 15,-9-1 4-15,-12 4-15 16,-23 1 0-16,-25 5 6 16,-22 0-6-16,-12 3-1 15,6 1-9-15,1 0 10 16,-4-1 3-16,-12 2-3 15,-13 2-14-15,-9 0 2 0,-6 0-37 16,-5 0-32 0,-11 0-137-16,0 0-127 0,0 0-480 15</inkml:trace>
  <inkml:trace contextRef="#ctx0" brushRef="#br0" timeOffset="78879.73">11934 13198 1371 0,'0'0'392'0,"0"0"-262"15,0 0 71-15,0 0-41 16,0 0-46-16,0 0-29 16,0 0-39-16,-48 2-13 15,30 19 25-15,-3 7 25 16,6 6 16-16,5-1-40 16,6 0-32-16,4-3 21 15,0-8-47-15,12-5-1 16,9-8 9-16,9-6-3 0,3-3-12 15,1-9-18-15,-3-15-29 16,-5-6-23-16,-10-3-26 16,-9 1 23-16,-7 5 45 15,0 1 34-15,0 6 21 16,-13 5 27-16,-1 9-34 16,-1 5-14-16,1 1-68 15,1 11-109-15,2 10-151 16,4-2-323-16</inkml:trace>
  <inkml:trace contextRef="#ctx0" brushRef="#br0" timeOffset="79083.39">12200 13379 1681 0,'0'0'214'0,"0"0"-167"16,0 0 98-16,0 104 41 15,-7-70-33-15,-4-2-40 16,2 1-76-16,2-3-37 16,5-6-8-16,2-2-79 15,0-10-122-15,0-7-342 16,7-5-911-16</inkml:trace>
  <inkml:trace contextRef="#ctx0" brushRef="#br0" timeOffset="79353.6">12376 13253 882 0,'0'0'388'16,"0"0"-111"-16,0 0-22 15,0 0 9-15,0 0-36 16,-7 112-97-16,14-73-36 15,4 4 6-15,-3-5-80 16,0-3-5-16,-8-6 8 16,0-3-18-16,0-4 13 0,-8-4-19 15,-9-6-32 1,-7-3-48-16,-16-9-118 0,3-19-191 16,8-9-410-16</inkml:trace>
  <inkml:trace contextRef="#ctx0" brushRef="#br0" timeOffset="79480.89">12343 13234 1761 0,'0'0'636'0,"0"0"-568"16,0 0-53-16,151-55-15 15,-102 48-7-15,-4 7-10 16,-1 0-135-16,10 0-181 16,-12 8-189-16,-9 1-839 0</inkml:trace>
  <inkml:trace contextRef="#ctx0" brushRef="#br0" timeOffset="79745.27">12908 13191 1386 0,'0'0'571'0,"0"0"-479"16,0 0-92-16,0 0 15 16,0 0 134-16,-24 109 27 15,11-49-61-15,0 7-24 16,1 2-9-16,3-4-1 15,1 0 5-15,0-5-32 16,4-2-41-16,0-4 5 16,1-6-18-16,3-6-5 15,0-6-1-15,0-12-34 0,0-5-39 16,0-11-48 0,0-8-57-16,0-27 26 15,0-12-23-15,0-12-687 0</inkml:trace>
  <inkml:trace contextRef="#ctx0" brushRef="#br0" timeOffset="79915.75">12962 13214 1572 0,'0'0'658'0,"0"0"-498"16,0 0-72-16,0 0-5 16,0 0 6-16,0 0-57 15,0 0-26-15,98 83 43 16,-115-29-49-16,-12 2-2 0,-7-6-59 15,-13 1-74-15,9-13-140 16,6-15-449-16</inkml:trace>
  <inkml:trace contextRef="#ctx0" brushRef="#br0" timeOffset="82012.72">13161 13043 1141 0,'0'0'563'16,"0"0"-336"-16,0 0 19 16,0 0-42-16,0 0-20 0,0 0-91 15,0 0-46 1,15-23-36-16,8 9-11 0,6 2-2 16,-3 2-11-16,0 4 26 15,-7 4-11-15,-11 2-2 16,-6 0 0-16,-2 16 27 15,-4 9 8-15,-15 8 8 16,-10-1 17-16,2-1-23 16,2-8-7-16,9-7-21 15,7-9-9-15,9-4 4 16,0-1-4-16,2 0-39 16,21 0-20-16,8 2 17 15,7-2-33-15,18 0-153 16,-9-2-121-16,-12 0-342 0</inkml:trace>
  <inkml:trace contextRef="#ctx0" brushRef="#br0" timeOffset="82190.95">13468 13272 1141 0,'0'0'578'0,"0"0"-301"16,0 0-36-16,0 0-93 15,0 0-70-15,0 0-34 16,127-28-44-16,-93 21-25 16,5 0-131-16,-10 2-191 15,-8 1-342-15</inkml:trace>
  <inkml:trace contextRef="#ctx0" brushRef="#br0" timeOffset="82395.78">13644 13113 1707 0,'0'0'528'15,"0"0"-483"-15,0 0-44 16,0 0 127-16,-18 104-43 16,12-56-18-16,2-1-67 15,4 4-16-15,0-7-80 16,8-6-151-16,15-10-124 0,-2-13-539 15</inkml:trace>
  <inkml:trace contextRef="#ctx0" brushRef="#br0" timeOffset="82646.89">13901 13240 544 0,'0'0'628'15,"0"0"-549"-15,20-110-55 16,-16 70 150-16,-2 10 125 15,1 8-19-15,-3 8-20 16,0 7-32-16,0 7-83 16,0 0-23-16,0 3-101 15,0 20-20-15,0 14 63 16,0 11-14-16,-7 6-15 16,0 4-35-16,2 0 10 0,1-1-26 15,2-5-7-15,2-6-71 16,0-6-164-16,0-16-334 15,9-12-628-15</inkml:trace>
  <inkml:trace contextRef="#ctx0" brushRef="#br0" timeOffset="83006.83">14141 13012 538 0,'0'0'1247'0,"0"0"-963"16,0 0-211-16,0 0 115 0,0 0-64 16,0 0-49-16,0 0-16 15,78-3-25-15,-47 11-7 16,-2-1-27-16,0-2 1 16,-6 0-12-16,-3-1 11 15,-9-2-55-15,-5 1 21 16,0-3-15-16,-6 5 21 15,0 5 4-15,0 7 24 16,0 6 12-16,0 12 3 16,0 4 13-16,-8 10 49 15,0 2-29-15,-3 6-5 16,-3 1-41-16,3-4 11 16,-5-6-26-16,3-3-19 15,-3-10-82-15,-11-8-70 0,5-8-158 16,0-8-274-16</inkml:trace>
  <inkml:trace contextRef="#ctx0" brushRef="#br0" timeOffset="83120.42">14217 13411 1515 0,'0'0'627'16,"0"0"-466"-16,118-70-95 16,-64 40-66-16,17-6-6 15,-15 8-101-15,-11 2-436 0</inkml:trace>
  <inkml:trace contextRef="#ctx0" brushRef="#br0" timeOffset="83772.92">13938 12398 1192 0,'0'0'634'0,"0"0"-463"16,0 0-98-16,0 0 150 16,0 0-21-16,116-40-54 15,-76 36-9-15,7 1-64 16,7 3-7-16,-1 0-11 16,1 0-39-16,-3 0-6 15,1 3-12-15,1 7-46 16,0-2-5-16,28-2-234 0,-17-1-214 15,-3-5-319-15</inkml:trace>
  <inkml:trace contextRef="#ctx0" brushRef="#br0" timeOffset="84104.66">15138 12334 1279 0,'0'0'827'16,"0"0"-545"-16,0 0-129 15,0 0-34-15,0 0-5 0,0 0-59 16,0 0-25 0,27 5-8-16,-6-4-22 0,0 1-10 15,-1-2-2-15,-5 2-24 16,-6-2-5-16,-7 0-12 15,-2 0 39-15,0 0 5 16,-9 0-19-16,1 0 28 16,-1 0 3-16,4 0-3 15,5 0 0-15,0 0-50 16,0 10-49-16,0 7-60 16,0-2-346-16,0-4-1228 0</inkml:trace>
  <inkml:trace contextRef="#ctx0" brushRef="#br0" timeOffset="88683.21">15715 12184 901 0,'0'0'364'0,"0"0"-178"16,0 0-45-16,0 0 2 15,0 0-25-15,0 0-23 16,0 0-29-16,0 0-34 15,0 0 12-15,0 0 2 16,0 0 13-16,0 0 3 16,0 0-12-16,0 0 15 15,0 0-14-15,0 0-38 16,0 0 24-16,0 0-31 16,0-2-4-16,0 2 7 15,3-2-9-15,-3 2 40 16,0-3 12-16,0 3 2 15,0 0 40-15,0 0-41 0,0 0-3 16,0 0-11-16,0 0-38 16,0 0-2-16,0 0-5 15,0 0-7-15,-3 0 13 16,-6 17-23-16,-2 10 23 16,0 8 34-16,2 9-28 15,4 4 22-15,5-1-12 16,0-6-10-16,12-2 36 15,14-10-42-15,10-7 11 16,8-10-11-16,8-9 0 16,2-3 0-16,-1-11-25 15,-4-13-17-15,-7-6 34 16,-11-5-51-16,-10-4-13 0,-13-3-5 16,-8 2 23-16,0 2 47 15,-11 3 7-15,-11 9 33 16,-1 3 41-16,0 9-48 15,-2 3 3-15,0 8-29 16,0 3-37-16,-10 10-91 16,6 14-216-16,2 0-451 0</inkml:trace>
  <inkml:trace contextRef="#ctx0" brushRef="#br0" timeOffset="88927.79">16250 12525 1699 0,'0'0'285'16,"0"0"-252"-16,0 0-3 16,0 0 119-16,0 0 54 15,0 0-28-15,7 116-40 16,-21-77-94-16,-1 7-13 15,-1 0-28-15,1-2-9 16,-1 9-97-16,5-10-148 16,7-16-431-16</inkml:trace>
  <inkml:trace contextRef="#ctx0" brushRef="#br0" timeOffset="90184.79">16486 12258 867 0,'0'0'566'0,"0"0"-342"16,0 0-38-16,0 0 52 15,0 0-4-15,0 0-43 16,0 0-38-16,0 0-20 15,0-11-26-15,0-1-81 16,0-9 29-16,2-2-55 16,12 0-4-16,4-2 4 0,2 5-21 15,0 2 2-15,-2 6 11 16,-2 6-15-16,-3 4 22 16,-3 2-17-16,2 2 18 15,-1 21-12-15,-2 8 21 16,-4 12-9-16,-5 8 23 15,0 7-22-15,-8 3 19 16,-13-1-4-16,-10-2-16 16,-3-5 26-16,-2-7-25 15,0-8 9-15,5-8 1 16,4-8-10-16,10-8-2 16,5-6-7-16,10-6-4 0,2-2 11 15,0 0 2-15,21 0 9 16,8-10-1-16,8-2-8 15,5 4 9-15,3 2-10 16,5 4-21-16,23 2 13 16,-11 0-120-16,-4 0-516 0</inkml:trace>
  <inkml:trace contextRef="#ctx0" brushRef="#br0" timeOffset="115569.73">16997 12186 360 0,'0'0'1'15,"0"0"-1"-15,0 0-52 16,0 0 52-16,-38 3 132 16,31-3-54-16,0 0-28 15,1 0 42-15,-1 0 46 16,3 0-29-16,0 0-86 16,-2 0-23-16,2 0-158 15,-2 0 23-15,1-2-107 16,1 1 187-16,0-1 55 15,-2-2 215-15,4 1 48 0,2 2-81 16,0-3-62-16,0 0-4 16,0-2-29-16,0-2 17 15,0 0 24-15,0-2-45 16,0-3 1-16,0 2-2 16,0-5-26-16,0 2 2 15,5-4 53-15,0 1-33 16,1-1 18-16,3-1-16 15,0-2-21-15,0 3 11 16,0 0-29-16,-3 0 37 16,1 1-14-16,-4 8-18 15,-1-2 40-15,0 8-17 16,-2 1-12-16,0 2-23 0,2 0-24 16,-2 0 10-16,0 0-20 15,0 0 0-15,0 0 15 16,0 0-14-16,0 0-2 15,0 14 1-15,0 16 0 16,0 12 3-16,0 14 23 16,0 10-16-16,-9 3 49 15,-2-4-53-15,2-2 10 16,1-5 2-16,2-8-8 16,6-3 5-16,0-10-15 15,0-1 0-15,12-5 7 16,8-5-7-16,4-4-13 15,5-6 11-15,3-4-60 16,-1-4 6-16,0-7-65 16,-4-1-123-16,-9-9-18 0,-7-14-287 15,-11 0-1085-15</inkml:trace>
  <inkml:trace contextRef="#ctx0" brushRef="#br0" timeOffset="115715.01">16916 12358 1650 0,'0'0'778'15,"0"0"-511"-15,0 0-86 16,0 0-67-16,0 0-80 16,0 0-9-16,99-106-25 15,-50 92-23-15,27 8-78 16,-14 6-260-16,-11 0-470 0</inkml:trace>
  <inkml:trace contextRef="#ctx0" brushRef="#br0" timeOffset="116298.77">17576 12426 1362 0,'0'0'357'0,"0"0"-257"15,0 0-65-15,0 0 82 16,0 0 2-16,0 0-31 16,0 0-48-16,19 0-12 15,-19 0 33-15,0 0 38 16,0 0-7-16,-12 0-92 15,-8-2-1-15,0 2-57 16,-11 0-3-16,6 0-190 16,5 5-391-16</inkml:trace>
  <inkml:trace contextRef="#ctx0" brushRef="#br0" timeOffset="116862.8">16803 12392 755 0,'0'0'850'16,"0"0"-572"-16,0 0-126 16,0 0 78-16,0 0-3 15,0 0-134-15,0 0-56 16,107-34-16-16,-65 22-21 16,14 0-82-16,-11 3-181 15,-10 0-766-15</inkml:trace>
  <inkml:trace contextRef="#ctx0" brushRef="#br0" timeOffset="126710.85">1841 14006 1128 0,'0'0'192'16,"0"0"-69"-16,0 0 55 16,0 0-16-16,0 0 2 0,0 0 3 15,17-65-42-15,-14 58-24 16,-3 3-21-16,2 3 42 15,-2 1-14-15,0 0-67 16,0 0-25 0,0 0-7-16,0 0-9 0,0 15-21 15,0 17 21-15,0 13 21 16,-5 13 59-16,1 10-30 16,0 4-6-16,-1 6 28 15,1-8-49-15,4-1-2 16,0-11-20-16,0-11 0 15,0-4 6-15,15-9-7 16,8-7-16-16,1-4 1 16,6-5-23-16,-4-8-81 15,0-3-114-15,-8-7-61 0,-7-12-188 16,-11-15-1184-16</inkml:trace>
  <inkml:trace contextRef="#ctx0" brushRef="#br0" timeOffset="126863.43">1661 14494 2092 0,'0'0'468'0,"0"0"-339"16,0 0 27-16,0 0-65 15,0 0-50-15,0 0-11 16,151-32-30-16,-84 29-44 16,28 3-87-16,-14 0-179 15,-14 0-364-15</inkml:trace>
  <inkml:trace contextRef="#ctx0" brushRef="#br0" timeOffset="127044.5">2336 14454 1964 0,'0'0'528'0,"0"0"-454"15,0 0-50-15,0 0 13 16,124 0 1-16,-84 0-38 15,1 0-2-15,1 5-115 16,-11 7-183-16,-10-3-350 0</inkml:trace>
  <inkml:trace contextRef="#ctx0" brushRef="#br0" timeOffset="127183.62">2409 14628 1724 0,'0'0'688'16,"0"0"-587"-16,0 0-56 15,0 0 25-15,120 17-60 16,-64-12-10-16,36-5-38 16,-14 0-258-16,-9-14-674 0</inkml:trace>
  <inkml:trace contextRef="#ctx0" brushRef="#br0" timeOffset="127672.63">3281 14203 1435 0,'0'0'912'0,"0"0"-828"16,0 0-56-16,0 0 65 15,0 0 11-15,0 0-3 16,0 0-31-16,-73-62-46 16,73 55 19-16,0 0-29 15,2-1-8-15,19-1-6 16,6 4-41-16,4 5 32 16,1 0-8-16,-6 15 17 15,-5 16 26-15,-15 7-1 0,-6 6 3 16,-2 7 26-16,-27 4-6 15,-4-3 6-15,-1-4-36 16,8-9-9 0,10-13-9-16,11-8-2 0,5-6-49 15,18-8 4-15,20-2 35 16,7-2 6-16,1 0-15 16,-5 0 21-16,-12 0-6 15,-16 0 6-15,-11 6-11 16,-2 18 10-16,-18 6 2 15,-11 12-2-15,-2 2-9 0,9 7-113 16,8-13-173-16,12-16-415 0</inkml:trace>
  <inkml:trace contextRef="#ctx0" brushRef="#br0" timeOffset="127966.72">4043 14395 798 0,'0'0'1400'0,"0"0"-1116"0,0 0-187 15,0 0 79-15,0 0-61 16,0 0-27-16,0 0-28 15,83 5-16-15,-39-4-5 16,7 2-39-16,3-2 0 16,0 2-8-16,-4 2-47 15,-2-3-39-15,-6 5-175 16,-13-2-299-16,-13 4-509 0</inkml:trace>
  <inkml:trace contextRef="#ctx0" brushRef="#br0" timeOffset="128162.49">4005 14628 1788 0,'0'0'676'0,"0"0"-465"0,0 0-35 16,0 0-46-16,0 0-76 16,129 0-26-16,-75-6-2 15,4-2-26-15,-2-5-1 16,2 4-38-16,-5-5-27 15,7-12-95-15,-15 3-195 16,-9-4-432-16</inkml:trace>
  <inkml:trace contextRef="#ctx0" brushRef="#br0" timeOffset="128305.81">4726 14299 1478 0,'0'0'1286'15,"0"0"-1125"-15,0 0-139 0,0 0-22 16,23 114 16-16,-23-51 11 15,-13 9-27-15,-18 8-18 16,-23 26-100-16,8-19-457 16,5-21-763-16</inkml:trace>
  <inkml:trace contextRef="#ctx0" brushRef="#br0" timeOffset="128993.33">5760 14319 1375 0,'0'0'915'0,"0"0"-658"16,0 0-155-16,0 0-61 16,0 0-22-16,0 0-1 15,0 0-6-15,2 139 116 16,-2-22-52-16,-6-10-20 16,-4-5-3-16,1-17-33 15,5-25-14-15,2-1 10 16,-2-4-16-16,4-15 0 15,0-14 11-15,0-11-10 16,0-10-2-16,0-5-10 0,0 0-8 16,0-17 19-1,0-44-33-15,2-45-125 16,22-37-69-16,4 5-25 0,1 28 50 16,-4 41 193-16,-2 38 9 15,1-3 123-15,1 9-63 16,-3 4 38-16,-6 9 115 15,-10 12-103-15,-6 0-48 16,0 15-49-16,-6 21 50 16,-23 10 1-16,-11 12-47 15,-9 0-11-15,-3 0-6 16,6-9-12-16,10-9-36 16,14-10-90-16,22-16-194 0,2-10-343 15,23-4-567-15</inkml:trace>
  <inkml:trace contextRef="#ctx0" brushRef="#br0" timeOffset="129289.76">6547 14062 1872 0,'0'0'530'16,"0"0"-483"-16,0 0-47 15,-132 57 78-15,90-8 60 0,6 12 11 16,14 7-47-16,9 4-50 16,13-2 4-16,0-3-56 15,11-3 1-15,15-14-10 16,6-6-2-16,5-10-17 15,21-10-78-15,-8-9-184 16,-8-15-320-16</inkml:trace>
  <inkml:trace contextRef="#ctx0" brushRef="#br0" timeOffset="129930.84">6745 14297 333 0,'0'0'836'0,"0"0"-324"16,0 0-214-16,0 0-14 15,0 0-85-15,0 0-59 16,0 0-52-16,-42-16 7 16,42 16-70-16,0 0-19 15,0 0 10-15,0-2-15 16,0 2 16-16,0-4-9 15,2-1 7-15,2 0 4 16,-2 1-19-16,-2 1 24 16,0 3 7-16,0 0-23 15,0 0-10-15,0 0 2 16,0 0 0-16,0 0 2 0,0 0-2 16,0 0 0-16,0 0-12 15,0 0 14-15,0 0-4 16,0 0-3-16,0 0 5 15,0 0 13-15,0 0-13 16,0 0 0-16,5-11 0 16,6 3 0-16,2-5-44 15,3 6 22-15,-3 5 22 16,0 2 18-16,-3 0-18 16,-6 6 0-16,-4 20 24 15,0 9 0-15,-14 9 25 16,-9 2-17-16,-4-2-6 15,4-4-11-15,5-8-15 16,9-6 0-16,9-13-7 16,0-1-4-16,14-1 4 0,15-5-14 15,9 0 21-15,4-4-4 16,-7 2 4-16,-6 1-3 16,-10 2-11-16,-13 9 14 15,-6 8 0-15,0 8 1 16,-20 5-1-16,-2-2 0 15,2-7-5-15,5-6-61 16,7-14-79-16,8-9-179 16,2-21-246-16,14-9-330 0</inkml:trace>
  <inkml:trace contextRef="#ctx0" brushRef="#br0" timeOffset="130098.83">7546 14119 2140 0,'0'0'596'16,"0"0"-531"-16,46 144-39 16,-46-62-26-16,-7 5-15 15,-32 1 9-15,-13-1-12 16,-39 10-118-16,10-18-174 16,4-21-642-16</inkml:trace>
  <inkml:trace contextRef="#ctx0" brushRef="#br0" timeOffset="130681.66">5964 14395 1267 0,'0'0'340'0,"0"0"-232"16,0 0-44-16,0 0 29 15,0 0 44-15,0 0 51 0,0 0-42 16,32-9-48-16,-32 9-10 16,0 0 32-16,-3-4-8 15,-8-1-51-15,-7-3-34 16,-8 1-15-16,-5 0-12 15,-10-1-13-15,-3 8-73 16,-3 0-32-16,-7 12-44 16,12 8-207-16,13 1-393 0</inkml:trace>
  <inkml:trace contextRef="#ctx0" brushRef="#br0" timeOffset="131465.07">8094 14502 1575 0,'0'0'655'0,"0"0"-461"0,0 0 22 16,0 0-4-16,0 0-75 15,0 0-35-15,0 0-36 16,13 0-47-16,7 0-4 15,14 0-15-15,3 0 2 16,5 0 17-16,3 0-19 16,-7 0-21-16,-3 0-33 15,-10 0-80-15,-21 14-167 16,-4-1-338-16,-4-4-583 0</inkml:trace>
  <inkml:trace contextRef="#ctx0" brushRef="#br0" timeOffset="131582.79">8026 14703 1694 0,'0'0'711'16,"0"0"-566"-16,0 0-105 15,0 0-31-15,150 0-9 0,-94 0-128 16,-5-9-345-16</inkml:trace>
  <inkml:trace contextRef="#ctx0" brushRef="#br0" timeOffset="135533.03">9121 14422 538 0,'0'0'364'0,"0"0"-253"0,0 0-89 15,0 0 3-15,0 0 77 16,0 0 42-16,0 0-25 15,-5-13-31-15,5 9-22 16,0 0 2-16,0 0-13 16,0 2-15-16,0 2-5 15,0 0 1-15,-2 0 48 16,2 0-11-16,0 0 15 16,-2 0 31-16,2 0-27 15,-2 0 2-15,0-4-45 16,2 3-23-16,-2-1 15 15,2-3-40-15,-3 4 6 0,1-4 30 16,0 5-16 0,2-3 22-16,0-2-14 0,0 0 9 15,0-4-26-15,2-4-12 16,13-4-19-16,4 1 1 16,1 0 0-16,2 4 18 15,-4 6 0-15,-3 1 1 16,-1 5 18-16,-5 5-17 15,-3 17 2-15,-4 13 69 16,-2 7-34-16,-2 7 24 16,-20 6-6-16,-7 1-11 15,-4-6 9-15,-1-1-47 16,3-14-8-16,7-5 19 16,6-8-13-16,7-10-12 0,6-5-9 15,5-6-9-15,0-1 15 16,0 0-42-16,20-14-25 15,13-8-107-15,10-3-19 16,3 2 101-16,0 9 79 16,-4 8 22-16,-7 6 59 15,-6 4-24-15,-9 15 14 16,-11 8 49-16,-9 4-10 16,0 4-10-16,-27 6-24 15,-6 0-16-15,-9 0-12 16,-3-1-26-16,1-5-64 15,-6-6-90-15,15-5-134 16,10-16-336-16</inkml:trace>
  <inkml:trace contextRef="#ctx0" brushRef="#br0" timeOffset="137790.68">9718 14682 620 0,'0'0'722'0,"0"0"-513"16,0 0-130-16,0 0 28 16,0 0 72-16,0 0-6 15,0 0-33-15,-2 2 5 16,2 0-32-16,0-2 32 15,0 0-1-15,0 0-58 16,0 0-17-16,0 0-29 16,0 5-10-16,9-5 19 0,5 0-31 15,11 0-3-15,4 0 17 16,8 0-31-16,3 0 11 16,3 0-12-16,-1 0-3 15,0 0-9-15,-1 0-17 16,-4 0-54-16,-5 5-73 15,-3 2-137-15,-7 2-73 16,-7-3-282-16,-6-4-276 0</inkml:trace>
  <inkml:trace contextRef="#ctx0" brushRef="#br0" timeOffset="138021.81">9973 14522 1935 0,'0'0'572'0,"0"0"-535"0,0 0-37 15,0 0 22-15,0 0 60 16,0 0 18-16,-74 146-26 16,54-88-59-16,2 0-3 15,2 4-12-15,6-4-48 16,-3 17-114-16,5-20-134 15,2-10-517-15</inkml:trace>
  <inkml:trace contextRef="#ctx0" brushRef="#br0" timeOffset="144753.63">10713 14478 1008 0,'0'0'385'0,"0"0"-302"0,0 0 54 16,0 0 51-16,0 0-15 16,0 0 82-16,0 0-113 15,-2-58 1-15,2 51-27 16,-2 2-55-16,2 2 24 16,-3 2-33-16,1 1-44 15,0 0 47-15,-1 0-48 16,-1 0 5-16,-1 0-4 15,-3 0-2-15,-8 16-6 16,-8 10 1-16,-1 10 0 16,-2 8 42-16,5 5-16 15,7-2-10-15,5-5 10 16,8-3-27-16,2-10 12 16,2-7-11-16,21-6-1 15,10-10 15-15,7-6-15 0,5 0-10 16,-1-6-9-16,-5-20-25 15,-6-1 17-15,-14-8 3 16,-5-2-30-16,-9 6 40 16,-5-3 6-16,0 6 8 15,-7 10 34-15,-7 0-34 16,1 8 0-16,-1 6-15 16,4 4-57-16,1 0-118 15,7 15-154-15,2 6-205 16,0-4-366-16</inkml:trace>
  <inkml:trace contextRef="#ctx0" brushRef="#br0" timeOffset="144948.79">11005 14654 1408 0,'0'0'668'16,"0"0"-561"-16,0 0-54 0,0 0 111 15,0 0 43-15,-27 139-49 16,7-95-64-16,-3-2-48 15,4-5-45-15,1-3 7 16,5-9-16-16,5-5-41 16,8-7-130-16,5-13-71 15,17 0-96-15,3 0-177 0</inkml:trace>
  <inkml:trace contextRef="#ctx0" brushRef="#br0" timeOffset="145397.51">11404 14374 1458 0,'0'0'707'15,"0"0"-531"-15,0 0-131 16,0 0-32-16,0 0 43 16,0 0 57-16,-138 17 29 15,104 14-33-15,7 5-54 16,7 0-10-16,9-6-32 15,7 0-5-15,4-6-4 0,0-6-4 16,11-4-12 0,7-4 6-16,0-6-27 0,2-4 5 15,-2 0-23-15,1-6 5 16,-1-16-3-16,-3 1-61 16,2-8 43-16,-7 9 55 15,0 6 12-15,-8 10 76 16,-2 4-37-16,0 0-32 15,0 21 1-15,-2 12 44 16,-12 12 54-16,-3 6-15 16,-6 3-39-16,-1-5 8 15,-5 1-30-15,-5-4-2 16,-3-2 7-16,-1 0-28 16,-3-4 4-16,8-10-11 15,2-2-39-15,8-10-30 16,10-6-71-16,13-12-150 0,0-7-307 15,9-19-643-15</inkml:trace>
  <inkml:trace contextRef="#ctx0" brushRef="#br0" timeOffset="145686.79">11926 14658 1876 0,'0'0'618'15,"0"0"-465"-15,0 0-70 0,0 0 13 16,0 0-22-16,120 0-41 15,-68 1-33-15,0-1 0 16,-4 3-34-16,-15 3-126 16,-13 0-189-16,-17-1-723 0</inkml:trace>
  <inkml:trace contextRef="#ctx0" brushRef="#br0" timeOffset="145821.44">11917 14837 1397 0,'0'0'869'0,"0"0"-675"0,0 0-136 15,0 0 84-15,0 0-72 16,135 9-70-16,-74-9-9 16,34 0-201-16,-14-12-377 15,-8 3-504-15</inkml:trace>
  <inkml:trace contextRef="#ctx0" brushRef="#br0" timeOffset="150504.67">1424 16525 563 0,'0'0'824'16,"0"0"-561"-16,0 0-59 15,0 0 62-15,0 0-21 16,0 0-39-16,0 0-49 16,-35-40-35-16,32 36-46 15,3 4-10-15,-2 0-2 16,2 0-7-16,0 0-10 0,0 0-17 15,0 0 3-15,0 0-19 16,2 0-13-16,11 0 9 16,6 0-9-16,10 0-1 15,8 0 0-15,7 0-2 16,4 0-31-16,1 0-42 16,-3 0-34-16,-1 0-55 15,0 4-152-15,-12 6-220 16,-13 3-279-16</inkml:trace>
  <inkml:trace contextRef="#ctx0" brushRef="#br0" timeOffset="150714.72">1397 16723 1480 0,'0'0'401'16,"0"0"-165"-16,0 0 22 15,0 0-21-15,0 0-150 16,0 0 0-16,0 0-47 16,145-24-23-16,-101 24-17 15,1 0-30-15,16-4-137 16,-13 4-153-16,-7-9-474 0</inkml:trace>
  <inkml:trace contextRef="#ctx0" brushRef="#br0" timeOffset="150903.22">2104 16346 2176 0,'0'0'230'0,"0"0"-163"16,0 0 64-16,4 139 46 16,-28-81-88-16,-12 6-7 15,-6 2-48-15,-2-3-34 16,-2-5-30-16,-5 10-61 15,13-15-198-15,7-14-340 0</inkml:trace>
  <inkml:trace contextRef="#ctx0" brushRef="#br0" timeOffset="151727.1">3237 16311 1590 0,'0'0'581'15,"0"0"-530"-15,0 0-51 16,0 0 71-16,0 0 27 15,0 0 6-15,0 0-6 0,10 0-62 16,-5-4-24-16,-3 4-12 16,0-5 1-16,-2 1-1 15,0-1-21-15,-17 0-8 16,-17 5-17-16,-11 0 5 16,-8 5 41-16,-2 22 1 15,1 9 63-15,9 12 33 16,11 7-18-16,17-1 2 15,12-1-8-15,5-7-43 16,10-7-2-16,21-7-14 16,13-6-13-16,14-14-1 15,6-7 0-15,8-5-34 16,-3-3-65-16,12-29-166 0,-19 4-267 16,-16-2-574-16</inkml:trace>
  <inkml:trace contextRef="#ctx0" brushRef="#br0" timeOffset="151930.71">3665 15851 2307 0,'0'0'261'0,"0"0"-261"16,0 0 0-16,-114 166 21 15,64-87-10-15,2 7-11 0,5-6-29 16,14 11-140 0,11-21-337-16,12-20-520 0</inkml:trace>
  <inkml:trace contextRef="#ctx0" brushRef="#br0" timeOffset="152195.2">3889 16212 1502 0,'0'0'317'15,"0"0"-128"-15,-89 113 75 16,62-60-60-16,12 5-54 0,11-3-23 15,4 3-54-15,6-2-46 16,21-5-27-16,9-8-19 16,26 2-95-16,-6-17-140 15,-8-10-383-15</inkml:trace>
  <inkml:trace contextRef="#ctx0" brushRef="#br0" timeOffset="152786.59">4107 16401 935 0,'0'0'587'0,"0"0"-417"16,0 0-11-16,0 0 92 16,0 0-56-16,0 0-51 0,0 0 25 15,0-11-123 1,0-1-20-16,0-1-12 0,0-1 6 15,3-3 11-15,11 3-30 16,3 5 0-16,1 0 11 16,2 9-12-16,-2 0 16 15,-2 5 0-15,-8 17 19 16,-5 14 56-16,-3 8-22 16,-5 6-4-16,-19 8-5 15,-5-4-25-15,2-1-7 16,3-14-28-16,8-11 0 15,12-5 0-15,4-11-7 16,0 2-32-16,22-5 33 0,4 0-9 16,3 0 14-1,-2 0 0-15,-9-1-6 0,-9 2 6 16,-7 7-15-16,-2 6 12 16,-11 9 3-16,-16-3 1 15,0 5 0-15,5-13-43 16,7-3-79-16,6-10-128 15,9-11-110-15,0-20-263 16,0-9-526-16</inkml:trace>
  <inkml:trace contextRef="#ctx0" brushRef="#br0" timeOffset="152966.79">4819 16240 2433 0,'0'0'321'15,"0"0"-236"-15,40 169-33 0,-40-83-5 16,-6 6-25-16,-24-14 2 16,-5 6-24-16,0-8-4 15,3-13-99-15,8-10-132 16,8-14-328-16,11-20-1015 0</inkml:trace>
  <inkml:trace contextRef="#ctx0" brushRef="#br0" timeOffset="153274.37">5229 16575 1820 0,'0'0'930'0,"0"0"-733"16,0 0-154-16,0 0 71 15,0 0-35-15,0 0-37 16,0 0 27-16,56 4-61 16,-21-4 1-16,6 7-9 15,-1 0-8-15,0 5-20 16,-9 2-77-16,-19 12-78 0,-10-1-273 15,-2-8-522-15</inkml:trace>
  <inkml:trace contextRef="#ctx0" brushRef="#br0" timeOffset="153402.77">5209 16866 2261 0,'0'0'558'16,"0"0"-470"-16,0 0-49 15,0 0 33-15,0 0-54 16,152 12-18-16,-77-12-8 15,-10 0-216-15,-11-4-607 0</inkml:trace>
  <inkml:trace contextRef="#ctx0" brushRef="#br0" timeOffset="158967.87">8132 16084 1971 0,'0'0'733'0,"0"0"-727"16,0 0 35-16,0 0-41 15,-54 116 79-15,31-86-39 16,4-2-13-16,3-5-24 16,7-9-3-16,9-2-102 15,0-8-114-15,34-4-36 16,3-16-72-16,4-7-1307 0</inkml:trace>
  <inkml:trace contextRef="#ctx0" brushRef="#br0" timeOffset="161898.64">6319 16758 1235 0,'0'0'502'0,"0"0"-345"15,0 0 35-15,0 0 14 16,0 0-53-16,0 0-70 16,0 0-8-16,4-5 13 15,10 1-71-15,6-1 0 16,11 1 7-16,14-5-23 16,11 6-1-16,10-2 0 15,13 3 2-15,9-1 5 16,26-1 2-16,25-5 0 15,23-1-2-15,12-2-5 16,-7 6-2-16,-4-6 0 16,-13 6 0-16,8 3 3 0,2-2-3 15,0 5 0 1,-1-4 0-16,-5 4 4 16,-2 0-4-16,-5 0 0 0,-3 0 0 15,-3 9-3-15,-6-2 3 16,-5 3 0-16,-5-1 2 15,-5-4 5-15,-3 3-2 16,-20-4 19-16,-9 1-17 16,-20-4 38-16,-1 3-32 15,11-4-4-15,12 5-3 16,3-5-6-16,-6 0 0 16,-11 0-21-16,-10 0-25 15,-12 0 13-15,-12 0-64 16,-13 0-46-16,-15-5-34 15,-10 5-180-15,-4-4-421 0</inkml:trace>
  <inkml:trace contextRef="#ctx0" brushRef="#br0" timeOffset="163279.87">6471 17459 704 0,'0'0'577'0,"0"0"-437"15,0 0-58-15,0 0 127 16,0 0 65-16,0 0-21 16,0 0-62-16,0 0-77 15,0 0-56-15,0 0 0 16,0 0-10-16,0 0-5 16,0 0 0-16,0 0-31 0,0 0 11 15,0 0-11 1,0 0-11-16,0 0 13 15,0 0-13-15,0 0 4 0,0 0-5 16,0 0 9-16,0 0-10 16,0 0 1-16,0 0 0 15,0 0 1-15,0 0-1 16,0 0 1-16,0 0 0 16,0 0 7-16,0 0 6 15,-3-14-14-15,-1 1-20 16,4-4 19-16,0-1 0 15,0 0-14-15,0 4 14 16,0 0 1-16,0 2 17 16,2 2-17-16,3 2 0 0,-1 8 0 15,-4 0 0-15,0 0-12 16,0 4-6-16,-4 19 14 16,-21 16 4-16,-13 15 31 15,-16 17-17-15,-10 1 6 16,-7-4-20-16,0-9 0 15,1-12 2-15,10-10-2 16,9-12-2-16,13-11-36 16,16-9-12-16,13-5 43 15,9-15-8-15,9-19-185 16,20-2 80-16,9 5 120 16,2 4 29-16,3 13 4 15,-1 6 12-15,0 8-12 0,-2 3-33 16,0 16-14-16,14 11-64 15,-14-2-211-15,-3-10-513 0</inkml:trace>
  <inkml:trace contextRef="#ctx0" brushRef="#br0" timeOffset="163723.54">6600 17594 776 0,'0'0'851'15,"0"0"-809"-15,0 0 2 16,0 0 19-16,0 0 145 15,0 0 2-15,0 0-40 16,-3-10-77-16,3 10-8 16,0 0-15-16,0 0 34 15,0 0-29-15,0 0-42 16,0 0-20-16,0 0 7 16,0 0-4-16,0 0 17 15,3 0-33-15,6 10 27 16,4 2 26-16,3 6-35 15,4 3 1-15,4 4-7 0,1-4-11 16,2 6 11-16,2-1-12 16,0 2-14-16,0-2-16 15,0 5-45-15,0-4-77 16,9 4-112-16,-9-12-204 16,-5 0-298-16</inkml:trace>
  <inkml:trace contextRef="#ctx0" brushRef="#br0" timeOffset="164049.63">7284 17093 1534 0,'0'0'916'0,"0"0"-883"16,0 0-33-16,0 0-27 15,0 0 27-15,0 0 168 16,-53 174-20-16,11-62-25 16,1-1-64-16,3-14-38 15,5-10 1-15,10-25-22 16,2 4 0-16,3-2-15 0,9-15-42 15,7-9-61 1,2-22-179-16,13-14-237 0,5-4-277 0</inkml:trace>
  <inkml:trace contextRef="#ctx0" brushRef="#br0" timeOffset="164488.07">7291 17128 679 0,'0'0'1047'15,"0"0"-888"-15,0 0-119 16,0 0 80-16,143-13 43 16,-85 13 10-16,15 0-36 15,12 0-26-15,29 0-21 16,33 0-8-16,34-9-21 16,14-4-13-16,-7 4-33 15,-12 4 3-15,-25 0-18 16,1 5 0-16,-3 0 1 15,-6 0-1-15,-9 0 0 0,-27 0 1 16,-23 0 5-16,-21 0-7 16,-10 0 1-16,5 0 0 15,3 0-1-15,1 0-11 16,-8 0-33-16,-12 0-53 16,3 0-127-16,-14 0-155 15,-10 0-417-15</inkml:trace>
  <inkml:trace contextRef="#ctx0" brushRef="#br0" timeOffset="170963.02">9924 17179 732 0,'0'0'897'15,"0"0"-741"-15,0 0-107 16,0 0 130-16,0 0 110 15,143-10-74-15,-83 10-59 16,11 0-38-16,7 0-82 16,4 4-30-16,-1 0-6 0,-1-4-20 15,20 0-181 1,-22 0-183-16,-13 0-797 0</inkml:trace>
  <inkml:trace contextRef="#ctx0" brushRef="#br0" timeOffset="171593.68">11284 16736 831 0,'0'0'794'0,"0"0"-655"16,0 0-68-16,0 0 58 16,0 0 37-16,0 0-27 15,0 0-42-15,-21 40 4 16,26-37-38-16,3 2-25 16,4 1-5-16,-3-6-24 15,-3 0-9-15,-4 0-18 16,-2 0 18-16,0 0 12 0,0 0-11 15,-2 0 12-15,-6 0 17 16,3 0-8-16,3 0 21 16,0 0-35-16,2 0-8 15,0 0-32-15,0 0-125 16,0 4-207-16,0 4-265 0</inkml:trace>
  <inkml:trace contextRef="#ctx0" brushRef="#br0" timeOffset="172522.58">11926 16431 1422 0,'0'0'631'0,"0"0"-297"15,0 0-38-15,0 0-108 16,0 0-112-16,0 0-51 16,0 0 17-16,-92-4-25 15,68 32 6-15,3 6 13 16,12 6-15-16,7 2 5 15,2-1-13-15,11-8-12 16,16-5 13-16,6-10-14 16,4-10-6-16,0-8-5 15,1 0-28-15,-5-4-12 16,-6-14-28-16,-8-3-30 16,-11-2-31-16,-6-3-21 15,-2 8 85-15,0 4 76 0,-2 5-16 16,-12 9-110-16,3 0-206 15,7 0-316-15</inkml:trace>
  <inkml:trace contextRef="#ctx0" brushRef="#br0" timeOffset="172703.94">12258 16699 1430 0,'0'0'926'0,"0"0"-739"16,-16 109 14-16,-6-51-98 15,0-4-54-15,-1-1-3 16,8-6-38-16,1-15-8 16,10-4-2-16,4-10-90 0,0-18-150 15,13 0-249 1,5-2-505-16</inkml:trace>
  <inkml:trace contextRef="#ctx0" brushRef="#br0" timeOffset="173041.74">12503 16369 1595 0,'0'0'475'16,"0"0"-447"-16,0 0-27 15,0 0 76-15,0 0-2 16,0 0 24-16,0 0-20 0,123-18 16 16,-105 57 48-16,-14 12-23 15,-4 11-34-15,-20 1 12 16,-14 4-47-16,-3-5-6 16,0-13-21-16,11-9-15 15,10-16-5-15,12-2-4 16,4-10-43-16,13-2 18 15,20-6-22-15,35-4-60 16,-6-8-241-16,-6-10-588 0</inkml:trace>
  <inkml:trace contextRef="#ctx0" brushRef="#br0" timeOffset="173336.68">12993 16699 1876 0,'0'0'609'0,"0"0"-496"15,0 0-84-15,0 0 6 16,0 0 23-16,0 0-16 16,0 0-8-16,-13 15-27 15,13-11-7-15,0-4-26 16,0 0 25-16,0 0-22 0,0 0-14 15,0 0 7 1,0-4-31-16,0-1 43 0,-9 0-9 16,-2 5-20-16,2 0-7 15,2 0-113-15,5 0-204 16,2 0-374-16</inkml:trace>
  <inkml:trace contextRef="#ctx0" brushRef="#br0" timeOffset="174008.6">13506 16455 1137 0,'0'0'537'16,"0"0"-283"-16,0 0 15 16,0 0-43-16,0 0-13 15,0 0-79-15,0 0-13 16,-25-19-61-16,25 12-47 15,0-3 10-15,0-5-23 16,7 1-12-16,9 2-14 16,1-1 8-16,-1 4 9 15,-3 6-1-15,-5 3-14 16,-8 0 24-16,0 16-1 0,-6 16 1 16,-20 14 62-16,-8 10-11 15,-4 2 3-15,5-4-27 16,8-6-9-1,17-7 6-15,8-5-19 0,11-4-4 16,25-2 4-16,6-7-4 16,2-4-1-16,-7-3 0 15,-16-7-1-15,-11 5 0 16,-10 3-11-16,-16 7 12 16,-20 6-20-16,-9 3 19 15,3 2-72-15,9 0-119 16,12-12-308-16,15-7-495 0</inkml:trace>
  <inkml:trace contextRef="#ctx0" brushRef="#br0" timeOffset="175482.53">13573 16441 380 0,'0'0'809'16,"0"0"-554"-16,0 0-191 0,0 0-18 15,0 0 77 1,0 0-18-16,0 0-35 0,-44-53 37 15,32 48 54-15,1 0 15 16,0 2-26-16,-1-3-46 16,4 6-40-16,-3-4-64 15,-3 4-17-15,1 0-30 16,-3 0-65-16,1 4-100 16,1 5-277-16,5-4-983 0</inkml:trace>
  <inkml:trace contextRef="#ctx0" brushRef="#br0" timeOffset="183599.76">9415 14953 897 0,'0'0'540'0,"0"0"-395"16,0 0-75-16,0 0 67 15,0 0 31-15,0 0-15 16,-2 0-23-16,0 0-21 16,2 0-2-16,0 0-2 15,-2 0-12-15,2 0-13 16,-2 0-19-16,2 0 8 16,0 0-21-16,0 0-11 0,0 0 14 15,0 0-18-15,-3 2-8 16,-3 10-16-16,-10 9-1 15,-9 16-7-15,-6 9 17 16,-2 7-16-16,-1-4 8 16,3-1-10-16,6-7-12 15,8-5-31-15,5-9-71 16,12-15-174-16,0-3-311 16,0-9-477-16</inkml:trace>
  <inkml:trace contextRef="#ctx0" brushRef="#br0" timeOffset="184116.34">9402 14575 1341 0,'0'0'652'0,"0"0"-398"16,0 0-58-16,0 0-58 15,0 0-55-15,0 0-40 16,27-111-29-16,-16 72 16 16,2-3-30-16,-1 1 0 15,-6-2 5-15,1 5-4 16,-5 6 13-16,0 10 32 15,-2 8 30-15,0 8 13 16,0 4-68-16,0 2-14 16,0 10-7-16,0 24-38 0,0 36 36 15,0 36 2-15,0 30-15 16,5 9 15-16,2-24-141 16,-1-19-108-16,1-44-267 15,-5-22-1155-15</inkml:trace>
  <inkml:trace contextRef="#ctx0" brushRef="#br0" timeOffset="214635.77">13600 14466 980 0,'0'0'837'0,"0"0"-599"15,0 0-70-15,0 0-3 0,0 0-3 16,0 0 0-16,10-30-67 16,-10 30-26-16,0 0-9 15,0 0-23-15,0 0 10 16,0 0-47-16,-4 0 6 15,-21 18-24-15,-12 11 15 16,-15 14 3-16,-10 6 0 16,-5 4 0-16,-2-2-1 15,5-4 1-15,1-3 0 16,7-7 4-16,11-11-3 16,12-6-1-16,14-8 0 15,7-7-13-15,10-3 12 16,2-2-18-16,0 0 10 0,0 0-14 15,18 0 24-15,7 0-1 16,10 0 17-16,9-2-16 16,8 1 13-16,6-3-14 15,6 0 0-15,3 1 12 16,3 0-11-16,-3 1-1 16,-3 0 0-16,-4 2-28 15,-4 0-63-15,9-5-194 16,-15 2-259-16,-13-6-303 0</inkml:trace>
  <inkml:trace contextRef="#ctx0" brushRef="#br0" timeOffset="-214668.93">13780 14526 894 0,'0'0'1480'0,"0"0"-1291"0,0 0-161 16,-45 102 50-16,24-39 29 15,-6 30-17-15,4-5-34 16,3 7-46-16,2-7-10 16,10-14-112-16,-6 18-134 15,5-19-140-15,1-23-657 0</inkml:trace>
  <inkml:trace contextRef="#ctx0" brushRef="#br0" timeOffset="-213634.22">8466 15859 1530 0,'0'0'576'0,"0"0"-408"16,0 0-69-16,0 0-16 16,0 0 4-16,0 0 2 15,0 0-16-15,-2-4-66 16,-19 23 1-16,-10 13 35 15,-15 7-9-15,-12 11-16 16,-12 7-3-16,-3 3-7 0,-6 0-8 16,6-6 0-16,9-4 0 15,12-15 12-15,15-7-12 16,14-14 0 0,14-6-10-16,9-4 22 0,0-4-5 15,9 0-7-15,24 0 0 16,17-14-7-16,14-3 7 15,13-1 0-15,7 0 1 16,3 1 5-16,-2-2-3 16,-7 6 3-16,-11 1-6 15,-9 5 0-15,-10 7-6 16,-7 0-66-16,-6 0-119 16,-1 0-75-16,-7 0-221 0,-10 0-258 15</inkml:trace>
  <inkml:trace contextRef="#ctx0" brushRef="#br0" timeOffset="-213447.04">8615 15945 2148 0,'0'0'345'0,"0"0"-344"15,0 0 32-15,-49 142 71 16,34-79-61-16,-1 10-1 15,3 2-42-15,3 5-2 16,2 19-136-16,1-19-169 16,1-18-525-16</inkml:trace>
  <inkml:trace contextRef="#ctx0" brushRef="#br0" timeOffset="-210476.66">7523 17558 1382 0,'0'0'260'16,"0"0"-132"-16,0 0-11 15,0 0 73-15,0 0 1 16,0 0-77-16,0 0-1 16,0-41-33-16,0 37-21 15,0 4 35-15,-2 0-49 0,2 0-14 16,-2 0-8-16,0 0-14 15,-4 0 12-15,-2 0-21 16,-3 9 0-16,-7 13 13 16,0 9-1-16,0 10-6 15,3 3 24-15,1 0-9 16,8-8 6-16,4-7-18 16,2-8-8-16,0-9 30 15,4-2-25-15,16-6 10 16,6-4-1-16,11 0 0 15,5-8-15-15,-1-16-17 16,-2-6-17-16,-8-6 34 16,-9 9-29-16,-10-4 21 15,-6 13 7-15,-6 4 2 0,0 2-1 16,0 8 6 0,-2 4-5-16,-7 0-2 15,-5 0-8-15,1 7-37 0,2 16-41 16,6 12-168-16,3 2-92 15,2-11-377-15</inkml:trace>
  <inkml:trace contextRef="#ctx0" brushRef="#br0" timeOffset="-210283.93">7748 17776 1633 0,'0'0'472'0,"0"0"-438"16,0 0 50-16,-7 112 69 0,-6-64-9 15,-1 7-33-15,2-1-38 16,2-6-71-16,6 3-2 16,1-12-49-16,3-8-99 15,3-14-148-15,11-8-292 16,-2-9-586-16</inkml:trace>
  <inkml:trace contextRef="#ctx0" brushRef="#br0" timeOffset="-209613.08">7913 17572 1048 0,'0'0'643'0,"0"0"-534"16,0 0-59-16,0 0 127 15,0 0-30-15,0 0-32 16,0 0-54-16,0-2-12 16,0 2 0-16,0 0-16 15,0 0 11-15,0 0-2 16,0 0-30-16,0 10 0 16,5 8 53-16,-1 3-11 15,2 5 13-15,1 3-36 16,2-3 11-16,2 0 15 0,3-3-42 15,-3 4 18-15,2 4-26 16,-3-4 5-16,-2-5 9 16,1 5-21-16,-5-9 0 15,0-4-3-15,-4 0 9 16,0-10-12-16,0 4-7 16,0-2-23-16,-13-3 28 15,-11 2-50-15,-25-5-103 0,2-14-67 16,5-12-369-16</inkml:trace>
  <inkml:trace contextRef="#ctx0" brushRef="#br0" timeOffset="-209483.16">7820 17624 1468 0,'0'0'595'16,"0"0"-467"-16,0 0-11 16,127-63-19-16,-79 54-82 15,2 1-16-15,8 8-109 16,-12 0-384-16,-12 0-1109 0</inkml:trace>
  <inkml:trace contextRef="#ctx0" brushRef="#br0" timeOffset="-209064.39">8368 17915 1397 0,'0'0'349'16,"0"0"-213"-16,0 0 75 15,0 0-14-15,0 0-103 16,0 0-44-16,0 0-47 15,0 0-3-15,0 0-13 16,0 0-15-16,0 0-2 16,0 0 5-16,0 0 23 0,0 0 2 15,-2 0 22-15,-6 0 11 16,2 0 32-16,-3 0-30 16,5 4 37-16,2-4-6 15,0 0-42-15,2 0 0 16,0 0-24-16,0 0-1 15,0 0-8-15,0 0-66 16,0 0-21-16,0 0-115 16,0-8-177-16,-8-2-361 0</inkml:trace>
  <inkml:trace contextRef="#ctx0" brushRef="#br0" timeOffset="-207361.17">8731 17714 795 0,'0'0'584'0,"0"0"-377"15,0 0-84-15,0 0 74 16,0 0 26-16,0 0-86 16,0 0-73-16,3-14-23 15,-3 14-31-15,-14 4-9 16,-4 15 16-16,-8 12-2 16,-3 3 16-16,-5 5-6 15,1-1-5-15,2-6 23 16,6-6-28-16,7-8-5 0,7-4 4 15,7-7-13 1,4-4 12-16,0-3 3 0,0 0-2 16,19 0-14-16,12 0 1 15,10 0 14-15,7 0 6 16,4-6-21-16,-3-3-1 16,-4 4-25-16,-6-4-45 15,-2 9-9-15,1 0-103 16,-12 0-178-16,-4 0-243 0</inkml:trace>
  <inkml:trace contextRef="#ctx0" brushRef="#br0" timeOffset="-207117.15">8844 17772 1440 0,'0'0'745'0,"0"0"-652"15,0 0-80-15,0 0 18 16,0 0 123-16,0 0 10 16,-35 129-66-16,28-80-19 15,3 6-17-15,2-3-62 16,2-2 11-16,0-6-11 16,0-4-38-16,0 0-64 15,23-11-138-15,-4-13-272 0,-1-11-413 16</inkml:trace>
  <inkml:trace contextRef="#ctx0" brushRef="#br0" timeOffset="-206646.69">9072 17401 945 0,'0'0'932'0,"0"0"-719"16,0 0-153-16,0 0 27 15,0 0 30-15,0 0-12 16,0 0-32-16,-10 0-55 16,22-7-18-16,11-4-62 15,1 2 27-15,3 0 12 16,-5 9 23-16,-6 0 7 16,-9 9-1-16,-7 18 37 15,0 9 76-15,-25 13-12 16,-2-6-1-16,0 3-59 15,8-15-7-15,5-13 6 16,12-9-46-16,2-4-1 16,0-1-1-16,20-1-50 0,13-3 51 15,7 0-62-15,5 0-168 16,10 0-51-16,-10-12-390 16,-11 7-824-16</inkml:trace>
  <inkml:trace contextRef="#ctx0" brushRef="#br0" timeOffset="-205205.77">9467 17834 1577 0,'0'0'544'0,"0"0"-384"0,0 0 69 16,0 0-74-16,0 0-58 16,0 0-31-16,0 0-23 15,0-14 2-15,4 14-15 16,12-4-8-16,6 0 35 16,7 0-57-16,4-2 0 15,1 2-1-15,2 1-48 16,-3-2-68-16,-4 5-142 15,0-9-86-15,-9 4-255 16,-8-2-542-16</inkml:trace>
  <inkml:trace contextRef="#ctx0" brushRef="#br0" timeOffset="-205032.38">9698 17633 1330 0,'0'0'1029'0,"0"0"-839"0,0 0-178 15,0 0 52-15,0 0 19 16,-67 143 14-16,52-80-46 16,4-5-45-16,6 0-6 15,5-8-97-15,5-3-73 16,15-14-78-16,0-11-386 0</inkml:trace>
  <inkml:trace contextRef="#ctx0" brushRef="#br0" timeOffset="-204740.45">9828 18020 1706 0,'0'0'197'15,"0"0"-197"-15,0 0-25 16,54-123 3-16,-41 79 3 16,-2-7-41-16,0-2-145 15,2 8-119-15,-2 1 308 16,-1 8 16-16,-4 10 244 15,-2 12 6-15,-1 14 45 16,-1 0-32-16,-2 8-185 16,0 24-24-16,0 12 77 15,0 6-21-15,0 8-21 16,0 0-63-16,0-4-7 16,0-1-19-16,0-9-5 0,2-6-78 15,14-9-115 1,-3-6-196-16,3-15-428 0</inkml:trace>
  <inkml:trace contextRef="#ctx0" brushRef="#br0" timeOffset="-204303.33">10233 17558 1590 0,'0'0'401'0,"0"0"-280"16,0 0-56-16,0 0 73 15,0 0-58-15,0 0-43 16,0 0-28-16,79-27-2 16,-60 25-7-16,4-1-3 15,-3 3 3-15,-5-4-1 16,-1-1 0-16,-3 5 1 15,-4 0 0-15,0 0 0 16,-5 0 1-16,-2 0-1 16,0 0 0-16,0 0 13 15,0 0-13-15,0 0 15 16,2 0-10-16,0 19-4 0,3 6 27 16,-1 8 32-1,0 11 11-15,1 4 17 0,-5 6-30 16,0 1-7-16,0 3-31 15,0-5-11-15,0 0-9 16,0-7-8-16,-5-2-107 16,-8-8-126-16,4-14-353 15,-6-7-478-15</inkml:trace>
  <inkml:trace contextRef="#ctx0" brushRef="#br0" timeOffset="-204166.94">10312 17820 1894 0,'0'0'722'16,"0"0"-582"-16,0 0-110 0,0 0-17 16,144-124-13-16,-74 88-52 15,-12 6-127-15,-8 6-408 0</inkml:trace>
  <inkml:trace contextRef="#ctx0" brushRef="#br0" timeOffset="-198974.01">14376 16798 598 0,'0'0'300'15,"0"0"-103"-15,0 0 5 0,0 0 96 16,0 0-86 0,0 0-1-16,-14 0-22 0,12 0-79 15,2 0 13-15,-2 0-65 16,2 0-26-16,0 0 90 16,0 0-111-16,0 0 41 15,0 0 18-15,0 0-45 16,0 0 63-16,0 0-56 15,0 0-23-15,0 0 81 16,0 0-81-16,0 0 10 16,0 0-19-16,2 0 24 15,8 0-5-15,11 0-19 16,4 0 0-16,6 0 11 16,4 0-11-16,1 0-12 15,-3 0-20-15,-6 0-92 16,-5 6-27-16,-13 15-201 15,-7-4-207-15,-2 1 34 0</inkml:trace>
  <inkml:trace contextRef="#ctx0" brushRef="#br0" timeOffset="-198819.63">14451 16961 1431 0,'0'0'775'0,"0"0"-596"16,0 0 2-16,0 0 64 15,0 0-138-15,0 0-6 16,0 0-101-16,58 12 1 15,-27-9-23-15,5 3 19 16,5 2-112-16,-10 1-268 16,-10-4-700-16</inkml:trace>
  <inkml:trace contextRef="#ctx0" brushRef="#br0" timeOffset="-175773.8">15744 16356 798 0,'0'0'305'15,"0"0"-233"-15,0 0-50 16,0 0-22-16,-4 0-6 16,4 0 6-16,0 0-6 15,0 0-30-15,0 0 20 16,-5 0-29-16,-2 0-94 16,1 5-242-16</inkml:trace>
  <inkml:trace contextRef="#ctx0" brushRef="#br0" timeOffset="-174738.46">15628 16351 423 0,'0'0'1002'15,"0"0"-674"-15,0 0-217 16,0 0 107-16,0 0 28 16,0 0-93-16,0 0-28 15,-29-56-52-15,29 42-24 16,0-5 11-16,0-3-38 16,2 0-11-16,11-5 2 15,3 4-5-15,3 0-9 16,-4 6 1-16,-2 9 0 15,-6 1-8-15,-3 7 1 16,-4 0-28-16,0 20 4 0,0 15 27 16,-13 15 4-1,-13 13 10-15,-11 2 6 0,-3 4 10 16,-2-11-26-16,-3-4 0 16,1-10 6-16,3-10 5 15,8-10-9-15,6-8-1 16,12-10 10-16,6-6-9 15,9 0 13-15,0-10-14 16,7-16-1-16,18-6-106 16,4-2 94-16,6 10 12 15,3 2 8-15,4 14-7 16,1 8-1-16,1 0 0 0,-1 4-10 16,-6 17-23-1,-3 2-125-15,-3 9-147 0,-8-2-312 16,-11-11-417-16</inkml:trace>
  <inkml:trace contextRef="#ctx0" brushRef="#br0" timeOffset="-174504.14">15327 16842 1482 0,'0'0'798'0,"0"0"-494"0,0 0-125 16,0 0-97 0,0 0-18-16,131-58-11 0,-73 41 8 15,7 8-53-15,0 0-8 16,-3 4-6-16,-4 5-50 16,2 0-102-16,-17 14-318 15,-14 0-379-15</inkml:trace>
  <inkml:trace contextRef="#ctx0" brushRef="#br0" timeOffset="-174003.51">15443 17070 1132 0,'0'0'626'16,"0"0"-443"-16,0 0-44 15,0 0 56-15,0 0-21 16,0 0-102-16,0 0 16 16,-33 50 44-16,17-19-35 15,3 4-12-15,3-4-52 16,2-7-13-16,6-7-4 15,-1 0-7-15,3-11-18 16,0-6-1-16,0 0-8 16,0 0 9-16,16 0-24 15,10-11 3-15,8-6 18 0,2-1-58 16,-5 0 37-16,-4 6 20 16,-9 7 13-16,-2 5 7 15,-6 0 2-15,1 12-8 16,-1 13 46-16,-4 5-11 15,-6 5 10-15,0 11-13 16,-2-3 10-16,-16 3-8 16,-5 3-28-16,0-6 4 15,0-6-11-15,0-1-11 16,4-10-14-16,-1-9-55 16,1-10-56-16,-7-17-69 15,6-20-89-15,4-12-794 0</inkml:trace>
  <inkml:trace contextRef="#ctx0" brushRef="#br0" timeOffset="-173857.13">15419 17128 1305 0,'0'0'1189'0,"0"0"-971"16,0 0-198-16,0 0 39 16,145-80 33-16,-101 66-62 15,1 11-30-15,20 3-46 16,-15 0-209-16,-7 0-338 0</inkml:trace>
  <inkml:trace contextRef="#ctx0" brushRef="#br0" timeOffset="-173047.29">16272 16779 1081 0,'0'0'292'0,"0"0"-215"0,0 0 45 16,0 0 50-16,0 0-62 15,0 0-37-15,0 0-11 16,19 11-8-16,-9-11 12 16,1 0-63-16,-1-6-3 15,-6 1-16-15,-2-2 5 16,-2 2 11-16,0 1 64 15,0 3-22-15,-8 1-8 16,-2 0-6-16,1 0-5 16,3 0-23-16,-1 0-84 15,0 5-88-15,3 4-334 0</inkml:trace>
  <inkml:trace contextRef="#ctx0" brushRef="#br0" timeOffset="-170422.15">16758 16365 882 0,'0'0'263'0,"0"0"-135"16,0 0 20-16,0 0 9 15,0 0-60-15,0 0-33 16,0 0-5-16,0 0-26 15,0 0-18-15,0 0 4 16,0 0-12-16,0 0 8 16,0 0-13-16,0 0 11 0,0 0 9 15,0 0-22 1,0 0-1-16,0 0 0 0,0 0 0 16,0 0 0-16,0 0-14 15,0 0 15-15,0 0-1 16,0 0-5-16,0 0 6 15,0 0-2-15,0 0-2 16,0 0 4-16,0 0-7 16,0 0 7-16,0 0 9 15,0 0-2-15,0 0-7 16,0 0 24-16,0 0-8 16,0 0 19-16,0 0-3 15,0 0-1-15,0 0 8 0,0 0-6 16,0 0-4-1,0 0 2-15,0 0-22 0,0 0 9 16,0 0-12-16,0 0 6 16,0 0 30-16,0 0-22 15,0 0-3-15,0 0-3 16,0 0-13-16,0 0 9 16,0 0-10-16,0 0 0 15,0 0 0-15,0 0 0 16,0 0-5-16,0 0 4 15,0 0 2-15,0 0-2 16,0 0 1-16,0 0 0 16,0 0-7-16,0 0 5 15,0 0-3-15,0 0 5 16,0 0 0-16,0 0 6 0,0 0-6 16,0 0 0-1,0 0-1-15,0 0 1 0,0 0-17 16,0 0 17-16,0 0-1 15,0 0 1-15,0 0-7 16,0 0 7-16,0 0-7 16,0 0-44-16,0 0-106 15,0 4-162-15,0-3-189 0</inkml:trace>
  <inkml:trace contextRef="#ctx0" brushRef="#br0" timeOffset="-165257.08">16926 16401 684 0,'0'0'402'16,"0"0"-213"-16,0 0-47 15,0 0 49-15,0 0-76 16,0 0-4-16,0 0 2 16,0-32-53-16,-2 28 14 15,-4 0 3-15,0 4-19 16,0 0-39-16,-5 0-19 16,-8 0 1-16,-1 14-1 15,-5 8 2-15,-3 10 73 0,1 12-2 16,-2 3 25-16,5 8 31 15,1-3-41-15,8-2-3 16,3-6-27-16,8-7-25 16,4-11 15-16,0-6-35 15,9-2 14-15,13-6-13 16,9-4-2-16,7-6 7 16,7-2-19-16,-1 0-16 15,-1-19 7-15,-5-4-57 16,-7-7-19-16,-11-2 19 15,-11-4-26-15,-7 5 23 0,-2-1 69 16,0 6 5 0,-11 0 66-16,-5 12-19 0,3 0 2 15,2 7-12-15,0 2-41 16,0 5-1-16,-1 5-90 16,-3 30-188-16,3 3-200 15,4-2-361-15</inkml:trace>
  <inkml:trace contextRef="#ctx0" brushRef="#br0" timeOffset="-165051.33">17109 16892 1430 0,'0'0'657'16,"0"0"-586"-16,0 0 59 0,0 0 8 15,0 0 56-15,4 139-101 16,-18-104-47-16,-1 5-10 15,-3-4-21-15,5-5-14 16,3-7-2-16,6-2-91 16,4-6-130-16,2-10-164 15,14-6-393-15</inkml:trace>
  <inkml:trace contextRef="#ctx0" brushRef="#br0" timeOffset="-164688.22">17467 16302 1575 0,'0'0'503'0,"0"0"-482"15,0 0 6-15,0 0 107 16,0 0 69-16,-127 125-35 15,96-53-16-15,6 4 8 16,10-4-94-16,8-1-11 16,7-13-7-16,0-9-47 15,20-8 29-15,7-12-30 16,0-9 1-16,2-11-9 16,-5-4-2-16,-1-5 2 0,-6-5-8 15,-5-19-2-15,-8-7-49 16,-4-4-58-16,0 3-6 15,-4 2-15-15,-12 7-29 16,-5 14-76-16,4 5-111 16,5 4-424-16</inkml:trace>
  <inkml:trace contextRef="#ctx0" brushRef="#br0" timeOffset="-164137.66">17953 16647 1215 0,'0'0'692'0,"0"0"-452"15,0 0-23-15,0 0 58 16,0 0-48-16,0 0-145 15,0 0-8-15,9 0-34 16,4 0-27-16,8 4 8 16,6-4-10-16,4 0-5 15,2 5 4-15,0-2-10 16,-4 3-48-16,-2 6-67 0,-7 6-158 16,-9 1-211-16,-11-2-288 0</inkml:trace>
  <inkml:trace contextRef="#ctx0" brushRef="#br0" timeOffset="-163996.12">17942 16874 1655 0,'0'0'850'15,"0"0"-668"-15,0 0-53 16,0 0 24-16,0 0-84 16,0 0-66-16,0 0-3 15,141 4-101-15,-95-4-276 0,-8 0-675 16</inkml:trace>
  <inkml:trace contextRef="#ctx0" brushRef="#br0" timeOffset="-162433.93">19140 16048 819 0,'0'0'601'0,"0"0"-437"15,0 0-49-15,0 0 15 16,0 0 22-16,0 0-51 16,0 0-36-16,-68-10 2 15,41 38-10-15,-2 18 50 0,0 14 64 16,3 12-39-16,4 9-1 15,5-2-41-15,9-6-23 16,8-7-4-16,0-11-45 16,6-12-8-16,17-14 7 15,8-8-10-15,5-8-7 16,1-12 0-16,0-1-18 16,-8 0 11-16,-10-14-15 15,-7-12-7-15,-10-2-5 16,-2-2-62-16,-4 2 48 15,-17 6 11-15,-6 5-23 16,-2 8-16-16,0 9-58 16,-10 16-78-16,7 12-185 15,8 2-318-15</inkml:trace>
  <inkml:trace contextRef="#ctx0" brushRef="#br0" timeOffset="-162065.54">18812 16915 1290 0,'0'0'759'15,"0"0"-474"-15,0 0-74 16,0 0 20-16,0 0-80 16,0 0-102-16,0 0 5 15,44-9-46-15,5 9 12 16,16-4-2-16,12 2-6 15,10 2 3-15,5-5-15 16,-1 5-22-16,21-3-50 16,-25 3-194-16,-20 0-430 0</inkml:trace>
  <inkml:trace contextRef="#ctx0" brushRef="#br0" timeOffset="-161331.03">18800 17311 750 0,'0'0'946'0,"0"0"-687"15,0 0-133-15,0 0 48 16,0 0 24-16,0 0-47 16,0 0-83-16,-40-16-10 15,51 6-27-15,11-5-30 16,3 8 7-16,2-3-8 15,-2 6 0-15,-8 4 10 16,-3 0-1-16,-10 0 8 16,-4 14-16-16,0 16 40 0,-25 10 31 15,-8 6-32 1,-10 7-5-16,1-7 11 16,5-11-18-16,10-8 8 0,8-9-24 15,15-10-12-15,4-2 0 16,0-6-4-16,18 3-19 15,14-3 13-15,12 0 8 16,7 0-16-16,3-17-25 16,0-10-18-16,-6-1 14 15,-1-4-30-15,-9-2-20 16,-7 3 3-16,-6 4 42 16,-10 5 40-16,-5 13 12 15,-6 0 69-15,-4 9 45 16,0 0-50-16,0 0-21 15,0 0 3-15,0 0-35 0,0 12 4 16,0 11-8 0,0 4 14-16,0 5 9 0,0 8-22 15,2 0-2 1,2 1 3-16,-1-3 6 0,-1-2-5 16,-2-4-10-16,0-1 8 15,0-4-6-15,-7-1-2 16,-9-1-12-16,-1-6-12 15,-3-5-36-15,-16-14-65 16,7 0-136-16,4-21-321 0</inkml:trace>
  <inkml:trace contextRef="#ctx0" brushRef="#br0" timeOffset="-161216.16">19157 17325 1689 0,'0'0'840'15,"0"0"-682"-15,0 0-122 16,158-76-21-16,-84 62-15 15,-14 6-133-15,-9 0-372 0</inkml:trace>
  <inkml:trace contextRef="#ctx0" brushRef="#br0" timeOffset="-96239.08">19728 16571 1008 0,'0'0'321'16,"0"0"-199"-16,0 0-48 15,0 0 88-15,0 0 16 16,0 0 26-16,0-5-14 16,0 5-52-16,0 0-8 15,-3 0 6-15,1 0-66 16,2 0-27-16,0 0-22 15,0 0 0-15,0 0 0 16,0 0 0-16,0 0-20 16,0 0 14-16,0 0-6 15,0 0 0-15,2 9-9 0,14 17-16 16,10 2 16-16,6 13-2 16,8 3 2-16,5-5 5 15,4 2-4-15,2-10-2 16,0 0 1-16,1-4-9 15,-6-4 3-15,-7 0-15 16,-13-6-5-16,-10 10 20 16,-14 4-7-16,-2 10 13 15,-13 17-1-15,-22 8 1 16,-6 14 5-16,-7 7-5 16,6-3-13-16,9-9-33 15,13-12-109-15,20-29-51 0,7-20-361 16,19-14-632-16</inkml:trace>
  <inkml:trace contextRef="#ctx0" brushRef="#br0" timeOffset="-95964.1">20390 16895 1670 0,'0'0'363'15,"0"0"-250"-15,-60 121 51 16,48-71 23-16,12-5-55 16,12-14-63-16,28-4-38 15,13-19-31-15,10-8-10 16,-1 0-18-16,-6-23-62 0,-10-7-8 16,-13-5-4-16,-16-2 27 15,-17 1 10-15,0 0-76 16,-25 10-15-16,-31 13 0 15,8 4-216-15,2 9-509 0</inkml:trace>
  <inkml:trace contextRef="#ctx0" brushRef="#br0" timeOffset="-95578.91">20960 16961 1573 0,'0'0'618'0,"0"0"-458"16,0 0-55-16,0 0 41 15,0 0-38-15,0 0-48 0,0 0 13 16,70 0-16-16,-31 0-14 16,9 0-31-16,-2 0-1 15,1 0 2-15,-1 0-13 16,-3 0-33-16,-5 0-22 15,-2 0-130-15,-14 0-138 16,-9 0-354-16,-11 0-582 0</inkml:trace>
  <inkml:trace contextRef="#ctx0" brushRef="#br0" timeOffset="-95399.29">21098 17066 1592 0,'0'0'638'0,"0"0"-470"15,0 0-39-15,0 0-15 0,0 0 0 16,0 0-74-16,146 4-23 16,-107-4-17-16,-1 0-67 15,-7-8-92-15,-4-16-107 16,-7 6-277-16,-9-3-416 0</inkml:trace>
  <inkml:trace contextRef="#ctx0" brushRef="#br0" timeOffset="-95282.24">21455 16888 1461 0,'0'0'641'0,"0"0"-430"16,0 0-75-16,0 0-17 16,0 0-31-16,18 128-15 15,-42-55-73-15,-23 35-24 16,2-12-335-16,5-20-711 0</inkml:trace>
  <inkml:trace contextRef="#ctx0" brushRef="#br0" timeOffset="-94082.38">21879 17151 1938 0,'0'0'380'16,"0"0"-291"-16,0 0-52 15,0 0 24-15,0 0-46 16,87-120-6-16,-45 62-9 16,0-15-6-16,-1-2-24 15,-8-6 3-15,-4-7 15 16,-10-2 11-16,-5 1-6 16,-5 16 7-16,-5 20 55 15,-4 22 52-15,0 22 21 16,0 9-64-16,-13 37-49 15,-9 56-4-15,1 37 46 0,6-6 14 16,11-17-17-16,4-40-40 16,0-21-2-16,15-3-4 15,8-2-8-15,4-6-1 16,2-11-16-16,2-8 4 16,0-11 1-16,0-5-24 15,-4-9-8-15,-2-13 6 16,-10-4 9-16,-3 8 11 15,-10 4 17-15,-2 11 1 16,0 3 22-16,0 0-22 16,0 12 1-16,-8 5 21 15,6 7 1-15,2-2-5 16,0-5-18-16,12-7-5 16,9-3 4-16,6-7-5 15,2 0 6-15,-2 0-1 0,-2-3 0 16,-3-10 0-16,-4 7 1 15,-2-2 0-15,-1 4 2 16,3 0-2-16,5 4 1 16,4 0-2-16,6 0-2 15,2-1-6-15,5-4-7 16,0-2-14-16,-3-4-9 16,-8 3-46-16,-8-2 42 15,-9 6 27-15,-6 4 16 16,-1 0 29-16,-1 28-23 15,0 21 84-15,1 9-3 16,0 18-59-16,-1 3-7 0,-2 6-5 16,1-8-15-16,-3-5-1 15,0-6-4 1,0-8 4-16,-11-10 0 0,-8-12-14 16,1-8 8-16,1-16 0 15,-1-12-6-15,7 0 12 16,7-40-21-16,4-36-107 15,17-38 1-15,16 1 14 16,4 8-3-16,-2 18 45 16,-10 33 71-16,-3 6 73 15,-2 7 120-15,-9 15-43 16,-11 20-17-16,0 6-90 16,-13 0-32-16,-14 15-6 0,-9 11-5 15,-1 1-1-15,-2 0-52 16,4-1-30-16,-1-9-64 15,-22-6-76-15,12-11-280 16,-1 0-351-16</inkml:trace>
  <inkml:trace contextRef="#ctx0" brushRef="#br0" timeOffset="-93857.23">22625 16677 2181 0,'0'0'596'16,"0"0"-523"-16,0 0-73 15,0 0-16-15,-27 148 16 16,1-67 0-16,-1 12-132 16,1-3-189-16,7-18-195 15,2 2 233-15,1-10 81 0,1-6 202 16,-1-9 22-16,1-6 202 16,-1-6-10-16,5-6-5 15,9-8-101-15,10-11-108 16,19-10-176-16,9-2-794 0</inkml:trace>
  <inkml:trace contextRef="#ctx0" brushRef="#br0" timeOffset="-93108.32">23887 16718 510 0,'0'0'1136'15,"0"0"-661"-15,0 0-197 16,0 0 8-16,0 0-116 16,0 0-97-16,0 0-40 0,0-27-33 15,0 27-7 1,0 0-1-16,0 0 1 0,0 0-5 16,2 0-3-16,-2 0 15 15,0 0 5-15,0 0-5 16,0 0 0-16,0-4 9 15,-8 0 6-15,-15 3-9 16,-12 1-6-16,-8 0 0 16,-4 22 0-16,0 18 0 15,7 10 1-15,14 8 15 16,7 5-1-16,15-10 16 16,4-1-30-16,7-10-1 15,19-6 0-15,13-10-14 16,7-8-47-16,10-18-20 15,4 0-105-15,3-14-88 0,-3-21-225 16,-4-10-77-16,-7-4-52 16,-9-9 628-16,-7 0 156 15,-10 5 217 1,-12 7 8-16,-9 15 185 0,-2 18-193 16,-7 9-103-16,-15 4-166 15,-3 22-86-15,1 18 6 16,8 10-1-16,8 8 4 15,8 0 12-15,0 0-31 16,24-6 4-16,14-7-7 16,6-17-5-16,8-14 0 15,4-14 11-15,-5 0-10 0,-7-14-2 16,-10-13-18-16,-14-9-6 16,-11-10-2-16,-9 2-61 15,0 0-155-15,-34 4-222 16,3 18-103-16,0 8-779 0</inkml:trace>
  <inkml:trace contextRef="#ctx0" brushRef="#br0" timeOffset="-92710.29">25320 16415 1453 0,'0'0'860'0,"0"0"-629"15,0 0-154-15,0 0-51 16,0 0-20-16,0 0 6 16,-13 132 120-16,4-23-36 15,2-3-23-15,5-12-35 16,0-9-23-16,2-27 4 16,0 13-19-16,0-4-6 0,0-9-7 15,0-12-14-15,0-10-26 16,0-11-69-16,0-11-75 15,0-14-144-15,-15-17-180 16,-3-15-206-16</inkml:trace>
  <inkml:trace contextRef="#ctx0" brushRef="#br0" timeOffset="-92109.18">24982 16980 1189 0,'0'0'909'15,"0"0"-652"-15,0 0-143 16,0 0-37-16,0 0-55 15,0 0 7-15,141-56-10 16,-79 47-18-16,9-4 14 0,7 3-14 16,4 1 5-1,1 0 8-15,-14 4-7 16,-18 5 17-16,-20 0-23 16,-20 9 0-16,-11 19 30 0,-21 7 33 15,-22 11-1-15,-8-2-45 16,-3-1-6-16,5-6-10 15,13-11-2-15,12-12-26 16,17-9-17-16,7-5-66 16,13-2-31-16,28-19-143 15,7-14-41-15,6 3 122 16,-4 0 158-16,-13 10 44 0,-12 9 177 16,-14 8 19-16,-7 5-47 15,-4 0-82-15,2 14 51 16,6 4-14-16,7-4-77 15,9-2-9-15,14-2-18 16,12-10-12-16,3 0-40 16,0-10-92-16,-6-8 11 15,-11 0 9-15,-12 1 83 16,-11 8 41-16,-6 6 121 16,-7 3 15-16,0 3-47 15,0 29-52-15,-11 16 113 16,-6 19-34-16,-6 31-35 15,-1 22-35-15,-1-8-22 0,2-9-10 16,4-21-2 0,3-20-12-16,-4 0 1 0,0 1-1 15,2-19-1-15,5-16-1 16,4-12 2-16,2-16-21 16,2 0 12-16,5-35-12 15,0-28-180-15,36-58 58 16,0 11-138-16,0-2-493 0</inkml:trace>
  <inkml:trace contextRef="#ctx0" brushRef="#br0" timeOffset="-91932.22">25806 16637 1213 0,'0'0'889'15,"0"0"-647"-15,0 0-110 0,0 0-13 16,-93 125-59-16,93-79-5 15,27-2-19-15,17-4-36 16,16-3-2-16,34-20-139 16,-14-5-329-16,-9-12-825 0</inkml:trace>
  <inkml:trace contextRef="#ctx0" brushRef="#br0" timeOffset="-74575.71">24362 16842 883 0,'0'0'217'0,"0"0"-116"15,0 0 75-15,0 0-37 16,0 0-37-16,0 0 19 0,0 0-38 16,0 0 18-1,0 0 26-15,0 0-34 0,0 0 70 16,0-5-71-16,0 2-20 16,-11-1 59-16,-9-4-71 15,-9 6 1-15,-9 2-61 16,-7 0 6-16,-2 0-20 15,-1 10-66-15,-2 8-94 16,15 0-127-16,10-10-529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42:35.10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29050 2984 1193 0,'0'0'283'0,"0"0"-212"0,0 0-71 16,0 0-168-16,0 0-87 16,0 0-805-16</inkml:trace>
  <inkml:trace contextRef="#ctx0" brushRef="#br0" timeOffset="614.87">29270 2916 1894 0,'0'0'546'0,"0"0"-473"16,0 0-2-16,0 0 68 16,0 0-44-16,0 0 2 15,0 0-43-15,-44-25-31 16,44 15 33-16,0-3-45 16,0-8-5-16,9-3-6 15,16-6-39-15,8-2 23 16,7 4-4-16,3 1-5 0,-8 10 25 15,-6 5 0 1,-8 8 0-16,-13 4-7 0,-8 4-19 16,0 24 22-1,-8 16 4-15,-25 16 21 16,-13 8 31-16,-12 6-46 0,-4-4 11 16,1-7 7-16,8-15-23 15,11-12 12-15,15-12-13 16,11-11-11-16,7-10 10 15,9-3-11-15,0 0 3 16,16-10-15-16,20-17-9 16,12-8-147-16,8 3 75 15,-4 9 82-15,-8 14 23 0,-13 9 8 16,-11 15 5-16,-13 22 2 16,-7 10 10-16,-9 11 25 15,-24 1-19-15,-12 5-6 16,-6 1 5-16,0-6-30 15,6-6-1-15,12-11-144 16,11-16-224-16,17-19-598 0</inkml:trace>
  <inkml:trace contextRef="#ctx0" brushRef="#br0" timeOffset="796">29590 3222 1453 0,'0'0'851'0,"0"0"-771"16,-50 102-3-16,8-39 79 0,-1 3-55 16,1 2-19-16,9-4-32 15,8-4-50-15,14-12-14 16,11-6-153-16,16-15-133 16,10-15-340-16</inkml:trace>
  <inkml:trace contextRef="#ctx0" brushRef="#br0" timeOffset="1179.9">30038 2949 1714 0,'0'0'588'16,"0"0"-529"-16,0 0-35 16,0 0 70-16,0 0-8 15,-21-128-10-15,48 98-73 16,9 2-3-16,6 5-1 16,3 16 1-16,-3 7 4 15,-11 22 29-15,-24 40-12 16,-23 40 22-16,-68 41 47 15,-23 7-14-15,2-21 18 0,29-40-36 16,40-43-17 0,21-13-25-16,8-3-16 15,7 0 7-15,40-7-7 16,68-18-15-16,69-13 0 0,37-40-94 16,-33-2-203-16,-38 0-336 0</inkml:trace>
  <inkml:trace contextRef="#ctx0" brushRef="#br0" timeOffset="2064.23">29523 4860 365 0,'0'0'1324'16,"0"0"-1106"-16,0 0-131 15,0 0 22-15,0 0 85 16,0 0-6-16,0 0-45 16,-52-19-33-16,52 4-71 15,21-2-32-15,7-8-7 16,8 2-40-16,0 2 33 15,-3 10-5-15,-6 6 12 16,-14 5 11-16,-11 18-2 16,-2 22-2-16,-17 16 41 15,-24 10 18-15,-10 6-16 16,-9 1-12-16,0-9-19 16,8-10 2-16,17-15-20 0,15-14-1 15,20-9 0-15,0-7-31 16,37-4-8-16,21 0 30 15,12-1 1-15,-3-3 2 16,-9 3 8-16,-21 5-2 16,-18 7 0-16,-19 13 1 15,-10 12 18-15,-34 13-15 16,-18 6 4-16,-10 2-4 16,-2-5-4-16,6-6-80 15,18-14-186-15,25-17-423 0</inkml:trace>
  <inkml:trace contextRef="#ctx0" brushRef="#br0" timeOffset="2386.98">29879 5467 335 0,'0'0'1326'15,"0"0"-1025"-15,0 0-196 16,0 0 66-16,0 0-30 16,0 0-24-16,0 0 4 0,2 7-63 15,27-17-57 1,2-10-1-16,3-3-45 16,-8 4 16-16,-7 3 20 0,-15 5 9 15,-4 10 32-15,0 1-21 16,-23 0-11-16,0 14 47 15,-4 7-19-15,6 0-6 16,5 2-22-16,10-2-13 16,6-3-116-16,4-6-147 15,14-10-291-15</inkml:trace>
  <inkml:trace contextRef="#ctx0" brushRef="#br0" timeOffset="2799.98">30736 5034 1603 0,'0'0'703'15,"0"0"-600"-15,0 0-43 16,0 0 86-16,-83-104-9 16,79 78-42-16,4-1-46 15,6-1-10-15,23 2-31 16,11 8 0-16,5 8-8 0,-1 10 0 16,-4 7 6-16,-18 32-6 15,-17 16 0-15,-16 34 17 16,-36-1 3-16,-20 9 26 15,-14 0-10-15,8-16-6 16,4-1 1-16,18-14-22 16,26-12-9-16,25-16-5 15,14-7-11-15,44-16 2 16,22-11-46-16,61-9-155 16,-17-23-403-16,-14-2-444 0</inkml:trace>
  <inkml:trace contextRef="#ctx0" brushRef="#br0" timeOffset="3601.99">31072 4587 575 0,'0'0'1385'0,"0"0"-1204"0,0 0-155 16,0 0 17-16,-154-109 38 15,89 82 42-15,-6 3-1 16,-14 2-44-16,-26 0-10 16,-32 4-28-16,-35 7-19 15,-16 6 16-15,0 5-29 16,4 12-8-16,23 18 1 15,9 9-1-15,33-2-8 16,34 0-6-16,30 1 13 16,13 10 1-16,-8 38-21 15,7 57 4-15,17 58 17 16,28 24 19-16,19-3 21 16,45-32-19-16,25-42 2 0,29-28 8 15,31-25-30 1,34-28 0-16,27-24 7 0,27-28 2 15,14-15 12-15,12-32-11 16,-3-19-10-16,-11-19-1 16,-27-17-12-16,-30-22-21 15,-38-24-6-15,-44-26-37 16,-46-20-22-16,-47-3-41 16,-26 8 72-16,-65 17 67 15,-45 27 36-15,-43 20-8 16,-46 26-28-16,-33 26-64 15,-23 21 8-15,61 21-179 16,32 10-557-16</inkml:trace>
  <inkml:trace contextRef="#ctx0" brushRef="#br0" timeOffset="9015.94">29758 7016 1147 0,'0'0'747'15,"0"0"-676"-15,0 0-54 16,0 0 118-16,0 0-9 16,0 0 2-16,0 0-43 0,-29-104-39 15,29 94-25 1,0 3-6-16,0 7 20 0,0 0-2 15,0 0-32-15,0 0-1 16,0 0 2-16,0 0-2 16,0 0 0-16,0 0-2 15,0 0 2-15,-2 0 9 16,2 0-9-16,0 0 0 16,0 0 22-16,0 0-21 15,0-3 28-15,0-3-19 16,0-6 6-16,8-4-16 15,0-2-19-15,1 2 19 16,-3 4 0-16,-1 5 15 16,-5 4-5-16,0 3-10 15,0 0 0-15,0 0 7 16,0 0-7-16,0 0 0 16,0 0 0-16,0 0 7 0,0 0-7 15,0 0 0-15,0 0 1 16,0 0 15-16,0 0-14 15,0-4 13-15,7-3-8 16,8-2-7-16,4-6-32 16,0 4 11-16,-1 4 21 15,-2 5 6-15,-5 2-5 16,-7 12 5-16,-4 20 27 16,0 14 9-16,-20 15 22 15,-18 6-19-15,-13 6-17 0,-2-5 14 16,1-10-40-16,8-11 7 15,15-18-6-15,11-11-2 16,12-9-2-16,6-6-22 16,2-3-28-16,29 0 5 15,9 0 1-15,9 0 22 16,-3 0 17-16,-7 0 6 16,-12 3 14-16,-12 13 7 15,-13 8 0-15,-2 10 40 16,-17 10-24-16,-24 6 5 15,-13 2-3-15,-6 1-38 16,0-9 1-16,12-9-2 16,12-8-81-16,29-23-60 0,7-4-374 15,7-4-380-15</inkml:trace>
  <inkml:trace contextRef="#ctx0" brushRef="#br0" timeOffset="9160.48">30102 7374 2440 0,'0'0'536'16,"0"0"-536"-16,0 0-51 16,0 0 51-16,0 0 11 15,-98 133-11-15,76-104-41 16,10-12-313-16,10-10-628 0</inkml:trace>
  <inkml:trace contextRef="#ctx0" brushRef="#br0" timeOffset="9475.9">30566 7088 2208 0,'0'0'332'16,"0"0"-332"-16,0 0-55 15,0 0 55-15,33-121 159 16,-6 92-55-16,8 7-52 15,3 10-14-15,-1 12-38 16,-9 3 11-16,-17 36 30 0,-11 35-15 16,-60 33 35-1,-16 1-13-15,1-10-8 16,0-20 1-16,29-28-41 16,11-4 0-16,14-3-1 0,21-15 1 15,48-16-22-15,62-12-20 16,56-25-61-16,19-23-118 15,-36 2-103-15,-40 7-558 0</inkml:trace>
  <inkml:trace contextRef="#ctx0" brushRef="#br0" timeOffset="14603.14">30256 8843 863 0,'0'0'290'0,"0"0"-206"16,0 0 132-16,0 0-25 0,0 0-16 15,0 0-16-15,0 0-75 16,11-24 1-16,-9 20-85 16,-2 0 1-16,0 0 37 15,2 4-36-15,-2-2 14 16,0 2 31-16,0 0-29 15,0 0 66-15,0 0-54 16,0 0-30-16,0 0 61 16,0 0-49-16,0 0-9 15,0 0-3-15,0 0 24 16,0 0-4-16,0 0-20 16,0 0 0-16,0 0 8 15,-6 0-8-15,-3 0-2 0,-9 6-4 16,1 6 12-1,-6 0-25-15,3 4 19 0,2 0 0 16,5 3-3-16,0-2 14 16,3 1-11-16,6 0 20 15,1 2-5-15,3 0 64 16,0 3-79-16,7-1 1 16,13 4 63-16,5-1-53 15,2 4 3-15,4 0-14 16,-2 0 23-16,-2-2 1 15,-5 2-24-15,-6-3 0 16,-6-2-8-16,-5 1 16 16,-5 1-8-16,0 3 0 15,-24 0 1-15,-12-4-43 16,-11-1 42-16,-2-6-47 16,-2-5 35-16,8-8 6 15,10-5 6-15,10 0 0 0,13-14 1 16,7-13 7-16,3-9-8 15,21-9-11-15,17-5-7 16,8-5 30-16,8 2-12 16,1-1 0-16,-3 1 0 15,-8 7 30-15,-13 9-29 16,-12 9 12-16,-13 8 63 16,-6 8-53-16,-6 1 35 15,-21 8-58-15,-9 3-55 16,-7 0 22-16,3 5-44 0,-3 27-112 15,15 1-143 1,10-8-360-16</inkml:trace>
  <inkml:trace contextRef="#ctx0" brushRef="#br0" timeOffset="14933.96">30528 9377 963 0,'0'0'844'16,"0"0"-630"-16,0 0-116 15,0 0 11-15,0 0 71 16,0 0-138-16,0 0-26 16,-33 54 102-16,12-23-77 15,-8 6 4-15,-4 3-12 16,-5-4-26-16,-5-1-14 16,-17 4-148-16,10-8-196 15,7-14-399-15</inkml:trace>
  <inkml:trace contextRef="#ctx0" brushRef="#br0" timeOffset="15676.28">30773 9034 971 0,'0'0'915'0,"0"0"-626"15,0 0-262-15,0 0 21 16,0 0 109-16,0 0-124 16,0 0-11-16,0-31-22 15,0 31 20-15,0 0-32 16,0 0 12-16,0 0 0 16,0 0 21-16,0 0-11 15,0 0-3-15,0 0-7 16,0 0 11-16,0 0-5 15,0 0-6-15,0 0 0 0,0 0 10 16,0 0 4-16,0 0-6 16,0 4-8-16,0 14 8 15,-9 10 110 1,-2 9-63-16,-2 1-27 0,3-2 33 16,2-2-50-16,-1-6 29 15,5-5-40-15,2-8 24 16,2-5-20-16,0-3-4 15,0-4-37-15,0-3 36 16,2 0-52-16,13 0 44 16,7-2-12-16,7-8 8 15,3-1-15-15,-3 2 28 16,-7 4 0-16,-2 5 13 0,0 0-12 16,-5 0 63-1,3 14-58-15,-5 9 17 0,-3 3 54 16,-6 4-77-16,-4 0 15 15,0 2 20-15,-8-2-28 16,-13 0 34-16,-6-2-41 16,-4-3 0-16,-2-5-50 15,-1-6 47-15,3-4-69 16,2-10-23-16,-4-8-142 16,6-16 19-16,7-10-424 0</inkml:trace>
  <inkml:trace contextRef="#ctx0" brushRef="#br0" timeOffset="15833.97">30782 9038 2058 0,'0'0'353'16,"0"0"-254"-16,114-31-39 0,-52 21 110 16,7 5-140-16,-2 1-7 15,-3 4-46-15,2 0-129 16,-20 0-123-16,-15 5-339 0</inkml:trace>
  <inkml:trace contextRef="#ctx0" brushRef="#br0" timeOffset="16607.64">31183 8649 1313 0,'0'0'386'0,"0"0"-258"15,0 0-128-15,0 0 50 16,-131-89 41-16,79 72-77 15,-8 5 43-15,-7 3-51 16,-2 7-6-16,-3 2 100 0,1 0-53 16,3 8 8-16,-1 7 9 15,1 2-64-15,4 5 96 16,-1 0-96 0,3 5 0-16,-1 3 39 0,3 2-39 15,2-1 32-15,7 3 1 16,4 2-15-16,4 1 62 15,8-1-77-15,6 0 6 16,4 5 53-16,6 0-61 16,3 6 20-16,3 1-15 15,6 5 24-15,3 3 22 16,-1 4-52-16,5-2 0 16,0 2 26-16,0-4-25 15,9-3 16-15,13 0-17 16,5-4 29-16,8 0-7 0,8-3-22 15,3-2-1 1,10-1-23-16,7-5 30 0,9-4-6 16,7-5 0-16,27-4 1 15,23-11-19-15,24-12 18 16,5-2-12-16,-8-4-12 16,-34-13 20-16,-33 4-2 15,-19-1-28-15,-1-3 17 16,5-5-11-16,13-6 28 15,8-7 0-15,-4-3-8 16,-1-8 22-16,-6-7-4 16,-7-7-10-16,-4-6 1 0,-13-7 8 15,-11-7-9 1,-16-7 0-16,-21 0-6 0,-6-6 18 16,-31 2-12-16,-27 4 0 15,-31-3-52-15,-32 10 41 16,-32 18-94-16,-8 27-19 15,16 31-102-15,44 4-161 16,41 11-609-16</inkml:trace>
  <inkml:trace contextRef="#ctx0" brushRef="#br0" timeOffset="18279.77">30452 10738 515 0,'0'0'811'16,"0"0"-596"-16,0 0-66 16,0 0 16-16,0 0 32 15,0 0 54-15,0 0-177 16,-4-12-13-16,1 12-1 15,1 0-29-15,-2-2 55 0,-4 0-86 16,-2 2 0-16,-1 0-4 16,-5 0 4-16,-1 0 0 15,-4 4-8 1,3 8 20-16,1 2-12 0,1 2 0 16,5 2 0-16,4 1-4 15,3 4 20-15,4 5-16 16,0 4 0-16,0 5 16 15,15 0 5-15,5 4-21 16,2 0 0-16,3 0 18 16,-1-1-5-16,1-2-13 15,0-1 0-15,-4-2 24 16,0-3-15-16,-5-2-9 0,-7-2 0 16,-5-6-18-1,-4-1 18-15,0 1-23 0,-31 0 23 16,-11 2-39-16,-14-2 31 15,-4-6-59-15,2-8 32 16,8-8 9-16,10 0 10 16,16-17 16-16,15-12 0 15,9-15-15-15,23-6-21 16,21-8 15-16,14-3 21 16,6 1-25-16,3 2 35 15,-5 0-10-15,-6 4 15 16,-11 5-7-16,-14 9 143 15,-9 10-93-15,-14 7-31 16,-8 8 12-16,0 1-39 16,-12 4-51-16,-10 3-38 0,-5 7-72 15,-11 0-6 1,10 5-319-16,7 7-277 0</inkml:trace>
  <inkml:trace contextRef="#ctx0" brushRef="#br0" timeOffset="18891.74">30780 11416 1264 0,'0'0'715'15,"0"0"-617"-15,0 0 2 0,0 0 57 16,0 0-59 0,0 0-17-16,0 0-81 0,0 0 1 15,0 0 7-15,0 0-8 16,2 0-1-16,0 0-15 15,0 0-54-15,-2 0 69 16,0 0-35-16,0 0 35 16,0 0-23-16,-6 0 48 15,-10 0-10-15,-4 0-14 16,0 10 1-16,5 0 53 16,1 0-54-16,10-2 0 15,4 0-15-15,0 1 15 16,6-6-25-16,17-3-6 0,1 0-55 15,1 0 55-15,-1-10-24 16,-6-6-91-16,-7 0 38 16,-6-2-76-16,-5 4-222 15,0 4-459-15</inkml:trace>
  <inkml:trace contextRef="#ctx0" brushRef="#br0" timeOffset="19308.68">31168 10902 1468 0,'0'0'258'16,"0"0"-157"-16,0 0-85 15,0 0 72-15,0 0 36 16,0 0 19-16,0 0 12 16,-50 133 47-16,33-85-111 15,3-2 4-15,3-7-60 16,5-6-12-16,3-8 13 15,3-5-36-15,0-6-42 0,18-7 36 16,9-1-65-16,8-4-16 16,1-2 4-16,-1 2 56 15,-6 2 7-15,-4 7 20 16,-9 7 0-16,-5 7 80 16,-9 9 2-16,-2 7-10 15</inkml:trace>
  <inkml:trace contextRef="#ctx0" brushRef="#br0" timeOffset="20941.98">31322 10780 892 0,'0'0'1007'0,"0"0"-785"15,0 0-64-15,0 0 86 16,0 0-47-16,0 0 52 16,0 0-202-16,37-6-10 15,-1-7-37-15,13 6 30 16,9 2-36-16,7 5 6 16,-1 0-75-16,7 15 75 15,-17 5-337-15,-19-4-406 0</inkml:trace>
  <inkml:trace contextRef="#ctx0" brushRef="#br0" timeOffset="21296.89">31172 11200 1003 0,'0'0'747'0,"0"0"-641"15,0 0-66-15,0 0 102 16,0 0 110-16,0 0-99 15,0 0-52-15,60 125 53 16,-57-89-113-16,-3 4 15 16,-11-2-33-16,-26 1-13 15,-7-3 1-15,-14-4-11 16,-6-3-72-16,-21-12-68 16,16-8-142-16,13-9-346 0</inkml:trace>
  <inkml:trace contextRef="#ctx0" brushRef="#br0" timeOffset="21981.34">31527 10548 1107 0,'0'0'626'15,"0"0"-474"-15,-139-31-70 16,75 17 67-16,-1 0-44 15,-5 1-64-15,-5 1-14 16,-8 3-27-16,-6 3 0 16,-4 6 12-16,-5 0-4 15,-2 0 8-15,-1 10 24 16,3 4-4-16,4 6 11 16,3 4-47-16,8 2 0 15,6 9 19-15,5 5-11 16,9 6 11-16,11 12 9 0,7 13-2 15,13 22-4-15,19 32 5 16,13 17 4-16,15-8 42 16,19-29-73-16,4-29 15 15,4-21 9-15,19 12-24 16,32 14 23-16,43 4-23 16,38-16-26-16,18-22-2 15,-5-30-85-15,-14-17 7 16,-21-17-42-16,-3-21-46 15,-6-9 81-15,-4-10 2 16,-8-11-24-16,-24 2 50 16,-22 2-11-16,-9-20 80 15,-16-21 16-15,-11-21 124 16,-13-18 103-16,-36 10-6 0,-3 29 4 16,-28 23-3-1,-7 24-112-15,-8 7-53 0,-20 4-57 16,-29-1-17-16,-37 10-16 15,-30 27-128-15,21 11-140 16,25 3-365-16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46:09.41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21877 3982 601 0,'0'0'891'16,"0"0"-788"-16,0 0-68 15,0 0 76-15,0 0-26 16,0 0 83-16,-29-80-14 16,27 74-67-16,-1 2 15 15,3 0-35-15,0 2 16 16,-3 0 33-16,1 0-76 16,-2 0-5-16,2 0 33 15,2 2-38-15,-2 0 21 16,2 0-42-16,-3 0-2 15,3 0 37-15,0 0-44 0,0 0 0 16,0 0 26-16,0 0-5 16,0 0-21-16,0 0 0 15,0 0 1-15,0 0 8 16,0 0-9-16,0 0 0 16,0 0-12-16,0 0 29 15,9 0-29-15,5 4 12 16,8 2 0-16,4 2 13 15,11 0-13-15,3 0 0 16,9-2 6-16,8-3-4 16,5 0 25-16,8-3-27 15,1 0 0-15,6 0 12 16,0 0-12-16,6 0 0 0,4-6 3 16,4 0-2-1,3 0 3-15,1 0-4 0,1 2 0 16,-4 0 5-16,1 0-5 15,-4 2 0-15,1 2-9 16,1 0 19-16,-4 0-8 16,2 0-2-16,-2 0 0 15,3-2 1-15,-1 0-1 16,-2 0 0-16,1 0-1 16,-1 2 11-16,2 0-22 15,1 0 12-15,-1 0 0 16,2 0 3-16,1 0-3 15,1 0 0-15,3 0-6 0,3 0 12 16,1 0-10-16,0 0 4 16,3 0 0-16,1 0 7 15,17 0-7-15,19 0 0 16,16 0-1-16,5 0 13 16,-12 0-24-16,-14 6 9 15,-9-1 3-15,-1 2-15 16,0 1 15-16,-3 2 0 15,-4 0-6-15,-1-2 12 16,-5 2-12-16,5-2 6 16,1 0 0-16,2-2-5 15,9-3 5-15,12-3 0 16,11 0-1-16,12 0 10 16,12 0-21-16,9-5 12 15,2-4 0-15,8-2-30 16,-6 1 30-16,-2 2 0 0,0 0-7 15,-4 4 13-15,-6 1-12 16,-5 3 6-16,-14 0 0 16,-11 0-2-16,-10 0 2 15,-23 0 0-15,-22 0-6 16,-22 0 18-16,-4 0-18 16,7 0 6-16,12 0 0 15,7 0 2-15,-9 0-2 16,-8 0 0-16,-6 0-1 15,-7 0-17-15,-4 0 16 16,-4 0-38-16,-3-3-38 0,-4-1 72 16,-7 0-64-1,-6 1 9-15,-12-3 28 0,-9 5-16 16,-6 1 49 0,-5 0-22-16,-2-4-90 0,0 2-64 15,-15-5-522-15</inkml:trace>
  <inkml:trace contextRef="#ctx0" brushRef="#br0" timeOffset="1286.74">24841 3798 550 0,'0'0'554'0,"0"0"-331"16,0 0-40-16,0 0-44 0,0 0 37 16,0 0-39-16,0 0-18 15,-7 0 31-15,7 0-52 16,0 0-2-16,-2 0 50 15,2 0-79-15,-2 0 0 16,2 0-48-16,-2 0-18 16,2 0 20-16,-2 0-21 15,0 0 0-15,-1 0-12 16,1 0 30-16,0 0-28 16,-3 0 10-16,3 0 0 15,-3 0 1-15,3 0-1 16,-4 0-1-16,1 2-8 0,-4 3 18 15,0-3-9 1,1 5 0-16,-4 1 0 0,-1 1 41 16,0 6-41-16,-3-1 2 15,3 0 17-15,3 0-5 16,6-2-4-16,2-3-10 16,2-2 0-16,0 1-7 15,0 0 7-15,16 1 0 16,1-2-14-16,4 1 28 15,-4-4-28-15,1-2 11 16,-5-2 3-16,-3 0-12 16,-8 0 12-16,-2 0 0 15,0 0 5-15,0 0-4 16,0-7 34-16,-12-6-35 16,-1 1 0-16,0 3 10 0,-1 2-10 15,1 5-16-15,7 2 16 16,0 0-13-16,6 0 2 15,0 12-56-15,6 5 51 16,13 0-7-16,10-3 1 16,5-6-26-16,1-8-13 15,-6 0-28-15,-9-13 64 16,-15-12 6-16,-5-5 19 16,-17 0 4-16,-20-1-3 15,-5 5-1-15,0 8 0 16,1 9-5-16,10 7-105 0,12 2-392 15,11 0-841-15</inkml:trace>
  <inkml:trace contextRef="#ctx0" brushRef="#br0" timeOffset="2412.16">28234 4060 702 0,'0'0'526'0,"0"0"-331"16,0 0-49-16,0 0 2 0,0 0 42 15,0 0-113-15,0 0-17 16,0-19-22-16,0 10-10 16,0 0 46-16,0-1-24 15,0 1 6-15,0 1 70 16,0 0-93-16,-2 0 35 15,-7 0-8-15,-3 3-45 16,2 2 38-16,-7 1-39 16,0 2-14-16,1 0 76 15,1 2-58-15,-1 10-18 16,7 4 0-16,3 2 6 16,6 0 1-16,0 0-7 0,0 0 0 15,17-4 15 1,10-4-6-16,8-6-15 0,6-4 6 15,1 0-40-15,-1-16 31 16,-8-8-72-16,-11-3-8 16,-10-2 59-16,-12 0-44 15,0 8 68-15,-10 1 6 16,-14 8 22-16,-5 4 69 16,2 8-61-16,1 0-29 15,7 0 51-15,6 12-52 16,7 5-62-16,6 8-47 15,0-5-361-15,6-7-1316 0</inkml:trace>
  <inkml:trace contextRef="#ctx0" brushRef="#br0" timeOffset="4759.46">24689 4361 1445 0,'0'0'406'16,"0"0"-268"-16,0 0-44 16,0 0-12-16,0 0 59 15,0 0-51-15,0 0-48 16,2-72 44-16,-2 67-59 15,0 0 35-15,0-1-13 16,0 3-37-16,-8 0 64 16,-5 0-74-16,-8 3-1 0,-5 0 23 15,-8 9-2 1,-1 14-22-16,-1 9 0 0,5 3 12 16,9 2 37-16,8 0-41 15,11 0-4-15,3-5 32 16,14-4-23-16,22-5 14 15,15-8-27-15,12-12 17 16,4-3-64-16,-3-5 28 16,-10-19-54-16,-12-6 28 15,-20-3-56-15,-15-1 17 16,-7 1 19-16,-13 3 65 16,-21 3-30-16,-6 10 30 15,-23 17-49-15,7 0-73 16,10 0-396-16</inkml:trace>
  <inkml:trace contextRef="#ctx0" brushRef="#br0" timeOffset="6232.68">28470 4381 365 0,'0'0'872'15,"0"0"-577"-15,0 0-135 16,0 0 68-16,0 0-41 16,0 0-66-16,0 0 69 15,-2-48-144-15,-2 43 39 16,0-2 1-16,-2 3-70 15,0-2 80-15,-5 2-96 16,-5 2 0-16,-3 2 7 16,-8 0 4-16,-4 8-11 15,-5 18 0-15,-3 10 0 16,4 6 63-16,6 4-63 16,6-2 0-16,13 1 66 0,7-5-58 15,3-4 8-15,15-5-16 16,20-10 14-16,2-7-17 15,3-8 3-15,-2-6-87 16,-7 0 78-16,-11-8-98 16,-9-10 28-16,-11 0 0 15,0 0-59-15,-17 4 71 16,-28 8-164-16,7 4-8 16,1 2-247-16</inkml:trace>
  <inkml:trace contextRef="#ctx0" brushRef="#br0" timeOffset="8843.79">21879 3352 985 0,'0'0'250'0,"0"0"-169"0,0 0-18 15,0 0 9-15,0 0 72 16,0 0 6-16,0 0-71 16,21-38 3-16,-11 33-28 15,-3-2 4-15,-1 3 84 16,-2 2-74-16,2 0-13 15,-4 2 23-15,0 0-41 16,0 0 22-16,0 0-39 16,3 15-10-16,1 13 63 15,-2 7-54-15,-1 7 27 0,-3 7 27 16,0-3-44 0,0-4 17-16,-3-6-30 15,-3-8-8-15,-1-8 19 0,5-7-27 16,0-8 0-16,2-3 7 15,0-2-1-15,0 0-12 16,0-12-10-16,7-19-16 16,11-14-87-16,1-11-99 15,2 0 87-15,-4 4 106 16,-5 12 25-16,-8 14 19 16,-2 12 48-16,-2 10 59 15,0 4 39-15,0 0-111 16,0 9-36-16,-6 18-3 15,4 7-6-15,2 7 1 0,4-3-10 16,23 1 0-16,10-9-10 16,5-10 10-16,6-8-117 15,10-12-122-15,-14 0-341 16,-11-9-639-16</inkml:trace>
  <inkml:trace contextRef="#ctx0" brushRef="#br0" timeOffset="9341.07">22282 2938 728 0,'0'0'709'0,"0"0"-597"16,0 0 13-16,0 0-6 15,0 0 45-15,0 0-2 16,0 0-87-16,-31-17 14 15,31 17-41-15,0-2-12 16,0 2 100-16,4-2-79 0,3-1-8 16,2 1-19-1,2-3-20-15,-2 5-2 0,-2 0-8 16,-2 0 9-16,-5 5 22 16,0 10-21-16,0 9-7 15,0 2 27-15,-12 3-9 16,1-5 27-16,2-6-48 15,5-9 9-15,4-2 3 16,0-5-12-16,2-1-8 16,20 4-4-16,7-5-85 15,27 0-127-15,-7 0-314 16,-7-10-676-16</inkml:trace>
  <inkml:trace contextRef="#ctx0" brushRef="#br0" timeOffset="10265.54">22637 3364 1408 0,'0'0'600'0,"0"0"-375"0,0 0 59 16,0 0-60-16,0 0-72 16,0 0-56-16,0 0-56 15,19-8 7-15,2 1-47 16,6-1 0-16,-1 0-35 16,6 1 17-16,-3 4-48 15,6 1-103-15,-6 0-196 16,-6-1-343-16</inkml:trace>
  <inkml:trace contextRef="#ctx0" brushRef="#br0" timeOffset="10472.48">22864 3202 1549 0,'0'0'707'0,"0"0"-563"0,0 0-42 16,0 0-63-16,0 0-23 15,0 0 37-15,0 0-52 16,-29 92 8-16,24-62-9 16,3-5-72-16,2-5 12 15,0-8-73-15,2-12-166 16,15 0-37-16,0 0-412 0</inkml:trace>
  <inkml:trace contextRef="#ctx0" brushRef="#br0" timeOffset="10705.55">23136 3174 1495 0,'0'0'361'16,"0"0"-229"-16,0 0-23 15,0 0 63-15,0 0 43 16,-121 113-100-16,92-87-20 16,8-6-51-16,7-6-43 15,10-6 8-15,4-4-9 16,0 0-4-16,26 2-20 15,10-4 22-15,6 1-32 16,3-3-63-16,-1 0-31 16,-8 0-30-16,0 0-120 15,-14-10-277-15,-8-2-509 0</inkml:trace>
  <inkml:trace contextRef="#ctx0" brushRef="#br0" timeOffset="10879.7">23189 3205 380 0,'0'0'1237'0,"0"0"-913"16,0 0-198-16,0 0-24 16,0 0-18-16,0 0 34 15,-20 116 7-15,14-73-125 16,3 2 0-16,1-7-36 16,2-6-68-16,0-9-82 15,0-5-182-15,9-15-293 0</inkml:trace>
  <inkml:trace contextRef="#ctx0" brushRef="#br0" timeOffset="11224.48">23316 3217 1423 0,'0'0'559'0,"0"0"-403"16,0 0-56-16,0 0-38 15,0 0 42-15,0 0 62 16,5 132-76-16,-14-89 7 15,0-3-72-15,2-7-10 16,5-7 6-16,0-10-21 16,2-6-9-16,0-6 3 15,4-4-84-15,14 0-18 16,3-26-23-16,-2-10-100 0,-3-9-66 16,-5 2 19-1,-5 5 246-15,-2 10 32 0,-4 14 279 16,0 10 4-16,0 4-92 15,0 1-82-15,0 21 32 16,0 6-90-16,6 8-29 16,7 0 9-16,9-1-31 15,5-5-59-15,17-6-147 16,-3-9-180-16,-3-9-491 0</inkml:trace>
  <inkml:trace contextRef="#ctx0" brushRef="#br0" timeOffset="11413.48">23727 3273 918 0,'0'0'1136'15,"0"0"-797"-15,0 0-192 16,0 0-39-16,0 0-88 16,0 0-8-16,123-5-12 15,-92 12-24-15,0 5-86 16,-4-5-77-16,-3-5-96 15,-8-2-27-15,-6 0-453 0</inkml:trace>
  <inkml:trace contextRef="#ctx0" brushRef="#br0" timeOffset="11578.7">23950 3146 1594 0,'0'0'493'0,"0"0"-412"16,0 0 66-16,0 0 4 0,-58 129 21 15,45-81-142-15,-1-2-15 16,7-5-15-16,3-2-27 16,4-7-99-16,0-11-152 15,11-12-440-15</inkml:trace>
  <inkml:trace contextRef="#ctx0" brushRef="#br0" timeOffset="11824.12">24259 3205 1300 0,'0'0'343'0,"0"0"-247"15,0 0 72-15,-108 108 133 0,69-74-114 16,6-4-48-16,10-4-63 16,10-8-75-16,11-2 27 15,2-6-28-15,15-1 0 16,19-2 30-16,11-5-30 15,4-2-6-15,2 0-59 16,-2-3-28-16,-2-17-58 16,-1-15-157-16,-8 2-43 15,-13 0-628-15</inkml:trace>
  <inkml:trace contextRef="#ctx0" brushRef="#br0" timeOffset="11955.34">24402 3210 519 0,'0'0'1266'0,"0"0"-754"16,0 0-481-16,0 0 34 15,0 0 12-15,-76 159-25 16,63-91-44-16,-3 2-8 16,-1 18-186-16,1-17-330 15,3-17-1151-15</inkml:trace>
  <inkml:trace contextRef="#ctx0" brushRef="#br0" timeOffset="14828.25">25731 3326 598 0,'0'0'546'0,"0"0"-342"16,0 0-3-16,0 0-24 15,0 0 5-15,0 0-54 16,0 0-31-16,0-12 35 15,0 12-69-15,0 0 0 16,0 0 17-16,0 0-55 16,0 0 26-16,0 0-51 15,-10 23 13-15,-3 11 33 0,-7 12 24 16,-1 5-3-16,0 1-15 16,5-12-44-16,5-5 19 15,5-13-27-15,1-8 0 16,5-7 4-16,0-7-4 15,3 0-19-15,16 0 19 16,10-7-35-16,4-9 16 16,6-4-55-16,-3 2 5 15,-7 1 48-15,-10 8 5 16,-3 9 16-16,-7 0-6 16,-5 6 15-16,-2 17 4 15,-2 2 4-15,0 5-16 16,0-2 71-16,0-2-65 15,-11-3 5-15,-2-4-6 0,-1-4-6 16,-1-5-28-16,-3-4-141 16,-13-6-131-16,4-6-10 15,2-12-471-15</inkml:trace>
  <inkml:trace contextRef="#ctx0" brushRef="#br0" timeOffset="14958.55">25650 3377 522 0,'0'0'1512'15,"0"0"-1221"-15,0 0-242 16,0 0 29-16,152-54-60 16,-110 47-12-16,16 7-12 15,-11 0-185-15,-9 3-589 0</inkml:trace>
  <inkml:trace contextRef="#ctx0" brushRef="#br0" timeOffset="15324.06">26060 3413 882 0,'0'0'785'0,"0"0"-630"15,0 0-36-15,0 0 43 16,0 0 30-16,0 118-6 16,-4-80-91-16,-7 0-30 15,2-4 2-15,2-8-67 16,0-8 27-16,3-5-27 0,4-8 0 15,0-2-6-15,0-3-22 16,0-3-32-16,9-23 29 16,11-10-177-16,1-13-67 15,0-2 35-15,-3 5 199 16,-5 7 41-16,-5 18 145 16,-6 9 156-16,-2 12-25 15,0 0-156-15,0 7-56 16,0 16-54-16,0 12 14 15,0 4 12-15,0 3-36 16,11-2-24-16,11-4-64 16,18-10-171-16,-4-9-124 15,-7-12-624-15</inkml:trace>
  <inkml:trace contextRef="#ctx0" brushRef="#br0" timeOffset="15498.19">26342 3509 1300 0,'0'0'913'16,"0"0"-593"-16,0 0-207 16,0 0-28-16,0 0-55 15,120-24-28-15,-78 24-4 16,7 0-2-16,2 0-151 16,11 0 6-16,-12 0-162 15,-13 0-352-15</inkml:trace>
  <inkml:trace contextRef="#ctx0" brushRef="#br0" timeOffset="15687.9">26743 3328 1627 0,'0'0'403'0,"0"0"-279"16,0 0-22-16,0 0 85 15,-83 128-28-15,66-75-104 16,1 1 26-16,7-5-81 15,7-8-15-15,2-6-43 16,4-15-184-16,17-12-288 16,0-8-520-16</inkml:trace>
  <inkml:trace contextRef="#ctx0" brushRef="#br0" timeOffset="16074.19">27068 3328 1527 0,'0'0'202'16,"0"0"-78"-16,0 0 61 16,-60 127 11-16,31-87 10 15,2-4-95-15,3-7-35 16,3-4-45-16,6-6-29 16,7-11 2-16,5-5-4 15,3-3 0-15,0 0-15 16,13 0 16-16,12-8-2 15,8-7-7-15,7 3-1 0,5-5-13 16,-3 3-53-16,3-1-24 16,-5-2 16-16,-2-3-67 15,-7-4 72-15,-6-4-45 16,-12-3-50-16,-8 4 103 16,-5 0 70-16,0 8 118 15,0 9 168-15,-14 10-30 16,1 0-46-16,-3 19-116 15,-1 22-58-15,-2 10 28 16,3 14-64-16,3 5-20 16,7 20-63-16,2-19-301 15,4-17-644-15</inkml:trace>
  <inkml:trace contextRef="#ctx0" brushRef="#br0" timeOffset="18342.44">28994 3502 453 0,'0'0'1014'0,"0"0"-767"15,0 0-60-15,0 0 98 16,0 0-2-16,0 0-76 15,0 0-67-15,0-23-36 16,0 15-83-16,12 2-6 0,1-3 0 16,2 6-9-16,3 1-12 15,-2 2 3-15,-1 8 3 16,-6 21 14-16,-2 8-13 16,-7 11-1-16,0 4 28 15,-9 4-27-15,-9-6 18 16,0-7-19-16,3-10 0 15,3-10 9-15,6-10-9 16,4-6-19-16,2-7-14 16,0 0-42-16,0-8-1 15,15-22-68-15,10-15-193 16,1-6 48-16,-1-2 63 16,-5 8 207-16,-11 19 19 0,-7 11 214 15,-2 15-18 1,0 0-73-16,-4 15-34 0,-8 17 76 15,6 1-75-15,6 8-18 16,0-4-12-16,18-1-60 16,13-2 0-16,7-11-79 15,16-9-174-15,-8-8-256 16,-10-6-1157-16</inkml:trace>
  <inkml:trace contextRef="#ctx0" brushRef="#br0" timeOffset="19910.29">29397 3168 49 0,'0'0'1098'0,"0"0"-821"0,0 0-221 15,0 0 39-15,0 0 37 16,0 0 0-16,0 0-8 15,0-18-29-15,0 14 4 16,0 0 19-16,0 0-39 16,0 0-4-16,0 2 25 15,0 0-18-15,0-1-11 16,0 1-38-16,5 1-18 16,2-5 9-16,4 1-24 15,1 2-9-15,-4 1 9 16,1 2 6-16,-3 0 21 15,-4 0-27-15,2 0 7 0,-4 16 20 16,-4 6-10-16,-15 6-17 16,-8 0 51-16,2-1-11 15,3-8-1-15,9-4-24 16,6-5-15-16,7-3 13 16,0 4-13-16,11 0-1 15,14 6 0-15,6 1-23 16,5-5-12-16,6 4-146 15,-6-7-187-15,-9-5-484 0</inkml:trace>
  <inkml:trace contextRef="#ctx0" brushRef="#br0" timeOffset="20077.59">29523 3534 1465 0,'0'0'624'16,"0"0"-487"-16,0 0 20 0,0 0 58 15,0 0-39-15,0 0-131 16,117 12-45-16,-74-12-93 16,17 0-179-16,-8 0-265 15,-8 0-1165-15</inkml:trace>
  <inkml:trace contextRef="#ctx0" brushRef="#br0" timeOffset="20479.46">30113 3392 811 0,'0'0'1139'15,"0"0"-826"-15,0 0-138 16,0 0 45-16,0 0-92 16,0 0-39-16,0 0-76 15,38-36-13-15,-9 32-9 0,2 4-18 16,2 0 21-16,-8 11-6 16,-9 10 12-16,-14 12 25 15,-2 6-24-15,-24 7 24 16,-14 3 42-16,-5-3-37 15,8-5 10-15,8-12-25 16,16-5-9-16,11-3 6 16,4-3-12-16,36-5-5 15,20-2-5-15,21-6-41 16,52-5-18-16,-19 0-241 16,-14-13-317-16</inkml:trace>
  <inkml:trace contextRef="#ctx0" brushRef="#br0" timeOffset="26297.48">29328 3559 995 0,'0'0'497'0,"0"0"-356"0,0 0-29 16,0 0 34-16,0 0 42 16,0 0-58-16,23-45-40 15,-19 38-28-15,1-1-10 16,-3 2 40-16,-2 1-13 16,0 2-2-16,0 1 19 15,0 2-89-15,-15 0-7 16,-10 0-27-16,-6 5-143 15,-17 32 68-15,9-3-184 16,7-1-308-16</inkml:trace>
  <inkml:trace contextRef="#ctx0" brushRef="#br0" timeOffset="27885.71">24892 3814 689 0,'0'0'296'0,"0"0"-193"15,0 0-53-15,0 0 34 16,0 0 113-16,0 0-27 16,0 0-62-16,7-21-17 15,-7 20 2-15,2-2 10 16,0 3-62-16,-2-1-3 0,2 1-16 16,-2 0-3-16,0 0 25 15,0-3 6-15,0 3-13 16,0-1 21-16,0-1-46 15,0-2-3-15,0 1 8 16,-4-1-17-16,2 0 0 16,-2 3-12-16,-3-3 0 15,3 1-3-15,-6 1 5 16,2 1 7-16,-3 1-4 16,-1 0-13-16,1 0 20 15,0 0-7-15,0 0 7 16,2 6-1-16,0 6 8 15,0 3-7-15,0 6 24 16,3 6-17-16,-1-1 23 16,5 6-13-16,2-6 16 0,0 3 10 15,0-5 0-15,7-2-4 16,10-5-14-16,3-5-15 16,5-7-2-16,0-5-8 15,-2 0-29-15,2-2 3 16,0-13-72-16,-7-8-31 15,-5-3-57-15,-7-3 40 16,-6 0 61-16,0-2 54 16,-2 2 31-16,-13 3 73 15,-1 4 2-15,-1 4 26 16,-1 5-4-16,-1 10-51 0,0 3-46 16,-1 0-10-1,-3 25-86-15,6 6-114 0,5-3-392 0</inkml:trace>
  <inkml:trace contextRef="#ctx0" brushRef="#br0" timeOffset="28388.04">24905 3810 508 0,'0'0'959'15,"0"0"-770"-15,0 0-103 0,0 0 26 16,0 0-22 0,0 0 9-16,0 0 4 0,-117-22-28 15,105 44 4-15,6 5-29 16,6 2 14-1,0 1 25-15,9-2-64 16,15-6-1-16,3-6-15 0,4-8-9 16,-2-8-1-16,-2 0-24 15,-4-10-16-15,-10-12 20 16,-7-4-21-16,-6-2-48 16,0-2-32-16,-6 1-23 15,-21 6-49-15,2 5-186 16,4 5-375-16</inkml:trace>
  <inkml:trace contextRef="#ctx0" brushRef="#br0" timeOffset="29800.12">28356 3866 221 0,'0'0'371'16,"0"0"-101"-16,0 0-88 15,0 0 7-15,0 0 16 16,0 0-48-16,0 0 4 15,0-3-52-15,0 0-29 16,0 1-12-16,0 2-26 16,0-2 15-16,0 0-8 15,-2 2-25-15,0-3 18 16,-2 2-33-16,0-1 9 16,-1 2-5-16,-2-2-12 15,2-1-2-15,-1 3 1 16,-3 0 0-16,0 0-3 0,-2 0 9 15,-2 0-12-15,1 0 11 16,-1 3-5-16,2 2 10 16,2 2-9-16,2-2 0 15,1 4 38-15,-2-3-31 16,4 4-8-16,0 0 8 16,0 1 2-16,-1 4 24 15,1 3-19-15,2 0 9 16,-4 2 17-16,4-1 5 15,2 0 3-15,0-3-23 16,0 0-1-16,0 0 20 16,10-1-39-16,5-4 1 15,8 0 2-15,-1-4-9 16,5 0-2-16,2-6-20 0,-1-1-5 16,1 0 18-16,0-8-46 15,-4-11 15-15,-3-6-8 16,-7-3 19-16,-5-2 21 15,-10-2-14-15,0 0 22 16,0 2 7-16,-16 2 4 16,-1 5 2-16,-1 3 2 15,-3 7-2-15,4 7 5 16,-4 6-18-16,-1 0 0 16,-4 10-1-16,1 19-4 15,1 8 5-15,3 7 6 16,8 0-6-16,5 0-1 15,8-3-54-15,2-5-100 16,15-13-154-16,6-6-417 0</inkml:trace>
  <inkml:trace contextRef="#ctx0" brushRef="#br0" timeOffset="30864.54">24959 3771 910 0,'0'0'346'0,"0"0"-240"15,0 0-21-15,0 0 40 16,0 0-27-16,0 0-2 15,0 0-11-15,-19-37-26 16,7 34-10-16,-3 3-16 16,-3 0 21-16,-3 0-15 15,2 8-11-15,-6 12 6 16,5 6-1-16,0 5 6 16,4 3 29-16,8 4-42 15,8-2 9-15,0-2-10 16,2-5-5-16,18-6 8 0,6-8-28 15,5-12 6 1,4-3-11-16,-4-3 5 0,-4-16-13 16,-8-8-14-16,-7-2-19 15,-8 0 21-15,-4 0-52 16,0 7-89-16,-10 2 46 16,-2 8-184-16,-1 5-428 0</inkml:trace>
  <inkml:trace contextRef="#ctx0" brushRef="#br0" timeOffset="35445.42">25064 3999 907 0,'0'0'331'0,"0"0"-138"16,0 0 152-1,0 0-172-15,152 39 8 0,-87-25-8 16,12 2-85-16,12 0 22 15,7-1-110-15,5-4 0 16,-3 3-51-16,14 1-45 16,-28-5-408-16,-19-5-1136 0</inkml:trace>
  <inkml:trace contextRef="#ctx0" brushRef="#br0" timeOffset="35991.34">24868 4034 221 0,'0'0'1297'0,"0"0"-706"16,0 0-404-16,0 0 27 15,0 0 53-15,0 0-160 16,0 0-61-16,-63-11-46 0,12 11 35 16,-18 5-44-16,-29 24 9 15,0-2-69-15,-7 6 30 16,-2-1-173-16,-13-1 26 16,13-6-149-16,20-9-831 0</inkml:trace>
  <inkml:trace contextRef="#ctx0" brushRef="#br0" timeOffset="56439.58">28294 4076 977 0,'0'0'531'0,"0"0"-330"16,0 0-115-16,0 0 71 16,0 0 106-16,0 0-158 15,0 0-25-15,0 0 25 16,0 0-78-16,0 0 125 16,-6 5-94-16,-21 5-43 15,-21 5 57-15,-14 10-54 0,-15 4-9 16,-8 8-9-16,-2 4 31 15,4-2-89-15,10 1 11 16,13 2-213-16,20-8-16 16,17-11-621-16</inkml:trace>
  <inkml:trace contextRef="#ctx0" brushRef="#br0" timeOffset="56993.33">28485 4095 1625 0,'0'0'625'0,"0"0"-444"16,0 0-78-16,0 0 84 0,0 0-41 16,0 0-145-16,126 34 132 15,-75-4-133-15,3 6 0 16,-3 4-32-16,7 14 10 16,-14-10-181-16,-6-10-602 0</inkml:trace>
  <inkml:trace contextRef="#ctx0" brushRef="#br0" timeOffset="70737.89">1497 6663 317 0,'0'0'736'0,"0"0"-597"16,0 0 11-16,0 0 55 16,0 0-53-16,0-27-11 15,0 22 0-15,0-1-34 16,0 0-29-16,0 0-29 15,2 0 35-15,-2 0-34 16,0 2 6-16,0-1-15 0,0 2 16 16,0-1 19-1,0 2-30-15,0 0-13 16,0-1 21-16,0 3-27 0,0 0 0 16,0 0 11-16,0 0-29 15,0 0 9-15,0 0-16 16,0 0-2-16,2 9 10 15,6 15 1-15,-2 12-11 16,3 12 18-16,1 9-5 16,-4 1 5-16,1-5-18 15,-1-2-19-15,-2-9 4 16,4-4-108-16,3-4-120 16,-3-10-315-16,-1-7-498 0</inkml:trace>
  <inkml:trace contextRef="#ctx0" brushRef="#br0" timeOffset="71079.57">1266 6754 1375 0,'0'0'882'0,"0"0"-777"16,0 0-57-16,0 0 53 15,0 0 18-15,0 0-10 16,0 0-53-16,120-7-8 15,-59 7-48-15,1 7 0 16,-4-2-49-16,-3 3-131 16,1-4-103-16,-13 0-108 15,-14-4-642-15</inkml:trace>
  <inkml:trace contextRef="#ctx0" brushRef="#br0" timeOffset="71303.56">1761 6607 1639 0,'0'0'367'0,"0"0"-254"16,0 0-57-16,0 0 80 16,-132 101 9-16,83-52 16 15,-1 6-68-15,6-4-93 16,2-2-9-16,6-11-50 15,5-6-94-15,-9-14-136 16,9-10-302-16,6-8-356 0</inkml:trace>
  <inkml:trace contextRef="#ctx0" brushRef="#br0" timeOffset="71453.23">1348 6752 1870 0,'0'0'260'0,"0"0"-183"15,0 0 16-15,0 0-74 16,125 104-1-16,-89-68-18 16,20-1-70-16,-6-9-303 15,-2-9-1392-15</inkml:trace>
  <inkml:trace contextRef="#ctx0" brushRef="#br0" timeOffset="72229.86">2853 6354 1478 0,'0'0'515'0,"0"0"-319"15,0 0-15-15,0 0-95 16,0 0 0-16,0 0 2 16,0 0-58-16,-67 67 53 15,30-16 1-15,-9 8-10 16,4 0-39-16,-3-2-20 0,6-5-2 15,5-6-13-15,3-7 2 16,8-9-26-16,5-7 16 16,5-4-68-16,7-5-109 15,-1-6-72-15,2-8-112 16,1-6-258-16,-1-12-365 0</inkml:trace>
  <inkml:trace contextRef="#ctx0" brushRef="#br0" timeOffset="72885.23">2385 6549 1525 0,'0'0'529'16,"0"0"-399"0,0 0-4-16,0 0-42 0,0 0 62 15,0 0-11-15,127 68-56 16,-83-40-25-16,6 2-47 15,1-3 2-15,2-4 6 16,-2-5-15-16,-3-4-19 16,-4-5-1-16,-2-4-68 15,-1-5-14-15,-4 0 30 16,1-1-10-16,-3-20 5 0,-6-4-54 16,-6-5 18-1,-9-2 44-15,-10 3 65 16,-4 3 4-16,0 6 76 0,-18 8-2 15,-7 8 15-15,-4 4-36 16,-2 0 23-16,0 21-2 16,6 8 5-16,8 5 4 15,10 2-32-15,7-2-32 16,0-2 23-16,24-3-35 16,10-8 8-16,6-3-15 15,4-9-1-15,4-9-21 16,0 0-37-16,-1-6-43 15,-5-17 5-15,-5-7-29 16,-8-3 0-16,-8-10-54 16,-5-1-88-16,-9-4-70 0,-3 2 120 15,-4 2 218-15,0 6 16 16,0 8 202-16,0 8 19 16,0 8-50-16,0 5-43 15,-2 8-16-15,2 1-47 16,0 0-2-16,0 18-19 15,0 11-6-15,0 14 78 16,0 7-41-16,0 4-34 16,7-2-11-16,0-2-40 15,2-6 0-15,-3-3-5 16,3-8-1-16,-2-4-49 16,-2-7-84-16,-1-7-70 15,-4-15-137-15,0 0-292 16,0-1-468-16</inkml:trace>
  <inkml:trace contextRef="#ctx0" brushRef="#br0" timeOffset="73074.2">3274 6553 1822 0,'0'0'534'16,"0"0"-416"-16,0 0-6 15,0 0-59-15,0 0 25 16,121-33 13-16,-82 30-82 15,-1 1-9-15,-5 0 0 16,-6 2-86-16,-6 0-49 16,-10-5-134-16,-6 4-58 15,-5-6-303-15</inkml:trace>
  <inkml:trace contextRef="#ctx0" brushRef="#br0" timeOffset="73247.8">3368 6034 2133 0,'0'0'383'0,"0"0"-229"15,0 0-133-15,0 0-14 16,-156 62-6-16,102-10-1 16,-21 50-19-16,15-10-140 15,8-9-386-15</inkml:trace>
  <inkml:trace contextRef="#ctx0" brushRef="#br0" timeOffset="75054.35">4157 6467 629 0,'0'0'881'16,"0"0"-563"-16,0 0-2 16,0 0-60-16,0 0-18 15,0 0-82-15,0 0-59 16,0-17-8-16,9 14-82 16,7-2-1-16,1 4-6 15,5 1 0-15,1 0 12 16,0 21 1-16,-4 10-11 15,-5 8 23-15,-5 7-25 16,-7 3 13-16,-2 1 31 16,0-6-44-16,-11-4 27 15,-3-8-5-15,1-5-21 16,1-10 20-16,6-5-21 0,4-7 0 16,2-5-8-16,0 0 2 15,0-2-4-15,0-25-16 16,8-12-47-16,10-14-53 15,3-5-45-15,-2 2-11 16,0 8 113-16,-9 16 50 16,-3 13 19-16,-7 10 43 15,0 9 35-15,0 0 27 16,0 9-58-16,-5 14-18 16,-1 9 60-16,6 4-40 0,0 3-3 15,2 0-17 1,23-7-29-16,8-4 0 0,7-6-9 15,3-5-54-15,21-7-36 16,-12-6-221-16,-8-4-370 0</inkml:trace>
  <inkml:trace contextRef="#ctx0" brushRef="#br0" timeOffset="75312.38">4801 6649 1728 0,'0'0'617'15,"0"0"-360"-15,0 0-62 16,0 0-48-16,0 0-102 16,0 0 25-16,0 0-30 15,52-8-39-15,-19 8 15 16,2 0-16-16,3 0-49 15,-7 2 22-15,-4 8-103 16,-11 7-162-16,-7-3-268 16,-9-3-304-16</inkml:trace>
  <inkml:trace contextRef="#ctx0" brushRef="#br0" timeOffset="75466.33">4755 6791 1425 0,'0'0'859'15,"0"0"-609"-15,0 0-95 0,0 0-46 16,0 0-34-16,0 0-25 16,142-7-21-16,-91 2-29 15,30 0-132-15,-15 1-170 16,-5 0-353-16</inkml:trace>
  <inkml:trace contextRef="#ctx0" brushRef="#br0" timeOffset="76120.58">5679 6330 1028 0,'0'0'376'16,"0"0"-267"-16,0 0 38 15,0 0-52-15,0 0 75 16,0 0 60-16,0 0-75 16,-71-16-47-16,53 21-63 15,-5 10 25-15,0 9 35 16,-2 9-54-16,-2 3 7 15,2 6 15-15,1 4-31 16,-1 2 25-16,6-2-23 16,0 2-10-16,9-3 26 15,5-4-54-15,5-2 1 0,0-4 22 16,18-5-28-16,8-5 22 16,12-9-23-16,7-9 0 15,1-7-2-15,2 0-4 16,-6-7-27-16,-8-13 20 15,-10-4-29-15,-10-5 9 16,-12 3-15-16,-2 3 23 16,-7 2 17-16,-17 7 4 15,-5 8 4-15,-3 6-6 16,3 0-33-16,3 4-92 16,3 24-90-16,10-6-103 15,9 1-323-15</inkml:trace>
  <inkml:trace contextRef="#ctx0" brushRef="#br0" timeOffset="76490.12">6051 6886 1287 0,'0'0'356'15,"0"0"-275"1,0 0-46-16,0 0 37 0,0 0 119 15,0 0 59-15,0 0-114 16,2 2-74-16,2-4-44 16,-4-6 13-16,0 2 76 15,0-3-84-15,-6 2-23 16,-4 5-70-16,-11 2-163 16,4 0-344-16,3 0-1051 0</inkml:trace>
  <inkml:trace contextRef="#ctx0" brushRef="#br0" timeOffset="112232.39">30537 6017 1290 0,'0'0'0'0,"0"0"-65"16,0 0-20-16,0 0 50 16,0 0 35-16,0 0 84 15,-65-51 11-15,61 40 66 16,-4 0-161-16,4-1-7 16,-4 1-265-16</inkml:trace>
  <inkml:trace contextRef="#ctx0" brushRef="#br0" timeOffset="112951.38">29841 5874 1430 0,'0'0'724'16,"0"0"-621"-16,0 0 48 15,0 0-126-15,0 0 87 16,0 0-5-16,0 0-92 16,137-83 40-16,-82 50-55 15,-2-1 0-15,1-3-36 16,-6-1 36-16,-9-3-51 0,-8 4 34 15,-11 4 17-15,-11 6-18 16,-4 6 18 0,-5 5 0-16,0 6 18 15,0 2-11-15,0 5-7 0,0 3 9 16,0 0 12-16,0 3-42 16,0 25-21-16,0 20 42 15,-7 16 2-15,-2 17 4 16,-2 5 12-16,-2 5 29 15,1-6-33-15,-1-4 72 16,1-7-86-16,2-11 8 16,-1-10 29-16,1-13-37 15,2-10 0-15,1-12-6 16,-5-6 30-16,-1-6 9 0,-5-6-33 16,-1 0 0-16,-2-4 0 15,6-17 0-15,6-9 0 16,9-5-6-16,0-3 25 15,9-5-59-15,17 4 40 16,8 0-152-16,8 4 18 16,19-14-169-16,-10 13-373 15,-7 2-725-15</inkml:trace>
  <inkml:trace contextRef="#ctx0" brushRef="#br0" timeOffset="113231.2">30798 5092 1689 0,'0'0'497'15,"0"0"-413"-15,0 0-83 16,0 0 83-16,0 0-29 16,0 0 62-16,-81 162-78 15,52-88-32-15,2 7-14 16,-2 14-145-16,9-21-401 0,7-18-306 16</inkml:trace>
  <inkml:trace contextRef="#ctx0" brushRef="#br0" timeOffset="119865.38">31114 5310 1145 0,'0'0'332'0,"0"0"-167"16,0 0-5-16,0 0 95 15,0 0-158-15,0 0-17 16,13-54 28-16,-13 47-62 16,0 3 68-16,0-1-31 15,0 0-51-15,0-1 108 16,0 2-119-16,0 0-11 16,0 4 18-16,-11 0-16 15,-9 0 5-15,-9 24-17 16,-9 20 0-16,-6 18 46 15,-3 15-40-15,3 9 0 0,3-1 43 16,8-7-41-16,11-10 23 16,8-8-31-16,10-8 0 15,4-4-60-15,0-6 36 16,22-6-132-16,22-10-109 16,-6-10-373-16,1-12-339 0</inkml:trace>
  <inkml:trace contextRef="#ctx0" brushRef="#br0" timeOffset="120207.97">31351 5436 1397 0,'0'0'385'16,"0"0"-272"-16,0 0-37 15,0 0 143-15,-146 86-30 16,105-24 19-16,4 8-106 16,15 0-80-16,15-3 106 15,7-7-119-15,7-8 0 16,20-8 6-16,5-8 9 16,1-10-11-16,0-10-13 15,-6-7-23-15,-5-9-27 16,-6 0 40-16,-10-17-28 0,-6-10-8 15,0-8-101-15,-13 1 93 16,-14 4-26-16,-4 6-67 16,-4 8 32-16,8 7-179 15,6 4-266-15</inkml:trace>
  <inkml:trace contextRef="#ctx0" brushRef="#br0" timeOffset="120468.58">31504 5472 1896 0,'0'0'594'0,"0"0"-498"15,0 0 14-15,0 0-80 16,0 0-18-16,116-2 24 16,-65 2-36-16,1 9-75 15,16 2-127-15,-14-2-372 16,-7-8-323-16</inkml:trace>
  <inkml:trace contextRef="#ctx0" brushRef="#br0" timeOffset="120691.93">32106 5316 1783 0,'0'0'325'16,"0"0"-282"-16,0 0 38 16,0 0 92-16,67 120-60 15,-67-48-17-15,0 11-6 16,-16 1-89-16,-13-1 44 15,-7-4-45-15,-8-4-36 16,-5-4-7-16,-20 8-183 16,13-17-306-16,7-15-988 0</inkml:trace>
  <inkml:trace contextRef="#ctx0" brushRef="#br0" timeOffset="122800.19">29926 7163 1134 0,'0'0'493'16,"0"0"-357"-16,0 0 110 15,0 0 19-15,0 0-76 16,0 0-15-16,0 0-121 15,29-36-9-15,-6 15-29 16,3-3-9-16,3-1-12 16,0-1 6-16,-3-1-7 15,-1-1-35-15,-4 2 0 16,-4 0-19-16,-5 4 27 16,-4 3-21-16,-3 8 49 0,-3 2-13 15,-2 7 19-15,0 1-24 16,0 1 24-16,0 0-18 15,0 0-10-15,0 3-6 16,0 20 23-16,0 9-5 16,-5 14 16-16,-1 10 31 15,-4 10-14-15,4 5 33 16,-1 1 6-16,3-5 4 16,0 0 46-16,-1-7-77 15,3-4-28-15,-1-6 43 16,1-7-35-16,0-7-8 0,-3-11-1 15,1-4 1 1,-2-5 8-16,-8-6-9 0,-3-4 0 16,-6-2-8-1,-2-4 16-15,-2 0-8 0,4-7 0 16,2-10 0-16,7-4-7 16,8 1 7-16,6-1 0 15,0-1-32-15,18-3 19 16,13 0-48-16,9-4-30 15,3 4-31-15,19-16-106 16,-11 10-149-16,-6 0-265 0</inkml:trace>
  <inkml:trace contextRef="#ctx0" brushRef="#br0" timeOffset="122992.04">30524 6621 1644 0,'0'0'334'0,"0"0"-328"15,0 0-6-15,0 0 0 16,-105 153-1-16,80-67-30 16,5-14-194-16,9-12-571 0</inkml:trace>
  <inkml:trace contextRef="#ctx0" brushRef="#br0" timeOffset="123391.34">30940 6805 1493 0,'0'0'336'0,"0"0"-268"15,0 0 6-15,0 0 38 16,0 0-42-16,0 0 70 16,-120 101-56-16,82-31 41 15,5 14 1-15,6 1-84 16,8-1-30-16,11-10 21 16,8-6-26-16,0-7-14 15,35-1-130-15,6-16-136 16,-1-16-436-16</inkml:trace>
  <inkml:trace contextRef="#ctx0" brushRef="#br0" timeOffset="123765.04">31281 6979 869 0,'0'0'850'0,"0"0"-773"16,0 0-25-16,0 0 93 16,-113 129 56-16,90-66-27 15,10-1-46-15,6 0 4 0,7-6-105 16,0-8-26-16,22-6 32 15,7-8-33-15,5-10 0 16,-3-7-78-16,-2-12-16 16,-6-5 54-16,-8 0-33 15,-10-19 8-15,-5-8-26 16,-5-3-42-16,-19 0 114 16,-5 6 18-16,-2 4 1 15,-4 6-8-15,12 8-159 16,7 0-411-16</inkml:trace>
  <inkml:trace contextRef="#ctx0" brushRef="#br0" timeOffset="124057.01">31498 6964 1605 0,'0'0'398'16,"0"0"-297"-16,0 0-14 15,0 0-31-15,0 0 14 16,0 0-11-16,135 1-59 0,-97 6-9 15,-7-3-78-15,-2-4-146 16,-11 0-72-16,-7 0-442 0</inkml:trace>
  <inkml:trace contextRef="#ctx0" brushRef="#br0" timeOffset="124222.43">31631 6837 1160 0,'0'0'551'15,"0"0"-506"-15,0 0 40 16,0 0 136-16,-66 141-93 16,47-85-53-16,4 2-75 15,6 0-3-15,9-1-175 16,0-17-319-16,2-14-591 0</inkml:trace>
  <inkml:trace contextRef="#ctx0" brushRef="#br0" timeOffset="124467.72">31926 6880 1458 0,'0'0'228'15,"0"0"-131"-15,0 0-1 0,0 0 48 16,102 112 44-16,-88-44-70 15,-10 8 66-15,-4 9-100 16,-9-3-41-16,-23 1-9 16,-5-8-34-16,-5-4-10 15,-14 5-102-15,9-20-161 16,9-17-544-16</inkml:trace>
  <inkml:trace contextRef="#ctx0" brushRef="#br0" timeOffset="138412.29">1613 8546 580 0,'0'0'310'16,"0"0"-220"-16,0 0-53 16,0 0-27-16,0 0 136 15,-42 0-92-15,40 0-35 16,2 0 30-16,0-1-46 16,0-1 42-16,0-1-39 15,0-1 33-15,0 0-70 16,-4 0 31-16,-1 2-46 15,2 2 33-15,3-2-24 16,0 2 37-16,0-2 48 0,0 2-2 16,0 0 133-16,0 0-77 15,0 0-31-15,0 0 67 16,0 0-97-16,0 0-8 16,0 0-33-16,0 0 34 15,0 0-6-15,0 0-22 16,0 0-6-16,0 0 95 15,0 0-82-15,3-4 52 16,8 0 0-16,7-6-49 16,0 3 26-16,2-5-42 15,-7 3-9-15,-2 1-11 16,-6 4 26-16,-3 2-6 16,-2 2 18-16,0 0 3 15,0 0 54-15,-2 0-75 16,-10 0 1-16,2 3 34 0,-2 10-35 15,5-3 9-15,5-1-9 16,2-2 25-16,0 0-3 16,14-2-22-16,3-5 0 15,4 0-10-15,-6 0 11 16,-3-5-1-16,-10-9 0 16,-2-5 36-16,0 1-5 15,-14 2-31-15,-1 4-31 16,-1 7 12-16,9 5-113 15,5 5-266-15,2 7-398 0</inkml:trace>
  <inkml:trace contextRef="#ctx0" brushRef="#br0" timeOffset="139103.97">2051 8474 1126 0,'0'0'605'0,"0"0"-360"16,0 0-106-16,0 0-80 16,0 0 62-16,0 0-120 15,0 0 41-15,117-48-41 16,-72 24 33-16,-3-9-34 16,1 0 0-16,-3-3-69 15,-7-3 60-15,-4 1-43 16,-8 6-13-16,-11 2 24 15,-3 5 41-15,-7 8 32 16,0 1-15-16,0 8-4 16,0 2 21-16,0 6-34 15,-2 0 0-15,-5 0-1 16,-1 14 3-16,-4 12-1 0,1 8-1 16,0 14 0-16,2 6 119 15,2 11-94-15,1 5 48 16,-1 6 34-16,5 3-74 15,2-2 83-15,0-1-113 16,0-5 15-16,0-10 13 16,0-8-30-16,-5-9-1 15,0-10 0-15,-5-3 21 16,-3-9-14-16,-10-7-7 16,-4-3 0-16,-6-3 5 15,-2-9-5-15,1 0 0 16,7-4-8-16,11-20 31 15,12-6-2-15,4-7-21 0,22-5 0 16,25-4-11-16,11-3 11 16,8-4-21-16,6 2-19 15,-1 3-128-15,10-10-24 16,-21 12-432-16,-16 6-1002 0</inkml:trace>
  <inkml:trace contextRef="#ctx0" brushRef="#br0" timeOffset="140595.81">2772 7742 986 0,'0'0'191'0,"0"0"-150"15,0 0 240-15,0 0-17 16,0 0-102-16,-46 130 80 0,32-89-230 16,1 3-2-16,-1-1-20 15,-1 10-78-15,4-11-177 16,4-13-622-16</inkml:trace>
  <inkml:trace contextRef="#ctx0" brushRef="#br0" timeOffset="141426.23">3169 7840 922 0,'0'0'344'0,"0"0"-121"15,0 0-115-15,0 0-10 16,0 0 74-16,0 0-61 16,-115 68 52-16,90-31-22 15,-2 3-85-15,3 4 119 16,1 5-77-16,4 0-62 0,2 6 87 16,7-2-122-16,1 3 20 15,6-3-21-15,3-2 24 16,0 0-88-16,12-7 60 15,30 2-238-15,-5-13-113 16,2-12-614-16</inkml:trace>
  <inkml:trace contextRef="#ctx0" brushRef="#br0" timeOffset="141871.01">3453 8110 907 0,'0'0'735'0,"0"0"-475"16,0 0-121-16,0 0-45 15,0 0 72-15,-116 26-95 16,87 3 21-16,2 5 40 16,4 7-108-16,4 1 119 15,5 1-79-15,7 0-62 16,7-1 80-16,0-4-70 0,3-1-12 16,17-6 0-1,5-4 39-15,6-8-41 16,2-7 2-16,0-6 0 0,-1-6-45 15,-8 0 30-15,-4 0-17 16,-8-8 14-16,-10-6 1 16,-2 1-20-16,-10-1 37 15,-14-1 0-15,-7 5-31 16,0 3 31-16,0 7-38 16,0 0-103-16,8 0-197 15,9 0-238-15</inkml:trace>
  <inkml:trace contextRef="#ctx0" brushRef="#br0" timeOffset="142288.19">3566 8124 1222 0,'0'0'590'0,"0"0"-337"16,0 0 51-16,0 0-139 16,0 0-92-16,0 0 93 15,0 0-117-15,-2 0-13 16,13 0-8-16,12 0-10 16,3 0 36-16,7 0-54 15,4 0 0-15,-2 0-56 16,1 0 44-16,8 7-187 15,-8 1-140-15,-7-4-459 0</inkml:trace>
  <inkml:trace contextRef="#ctx0" brushRef="#br0" timeOffset="142654.53">4005 7981 1290 0,'0'0'499'0,"0"0"-416"0,0 0-73 15,0 0 47-15,0 0-2 16,0 0 69-16,0 0 105 16,116 114-132-16,-98-62-25 15,-7 4 53-15,-4 2-78 16,-7 4 54-16,0 1-101 16,-18-3 0-16,-9-2 3 15,-4-4-3-15,-5-2-52 16,-12 2-72-16,7-11-173 15,8-15-521-15</inkml:trace>
  <inkml:trace contextRef="#ctx0" brushRef="#br0" timeOffset="143752.31">4554 8464 1069 0,'0'0'536'16,"0"0"-353"-16,0 0 89 15,0 0-17-15,0 0-135 16,0 0 121-16,0 0-172 0,-5 0-42 15,5 0 61 1,7 0-70-16,11 0 19 0,6-4-37 16,8 4 27-16,1 0-18 15,1 0-9-15,-1 0-69 16,-4 5 35-16,0 8-181 16,-10 1-33-16,-5-2-337 15,-9-5-593-15</inkml:trace>
  <inkml:trace contextRef="#ctx0" brushRef="#br0" timeOffset="143898.31">4485 8700 791 0,'0'0'1344'16,"0"0"-1048"-16,0 0-237 0,0 0 11 16,0 0-69-16,164-15 55 15,-103 11-112-15,19-4 31 16,-17 1-481-16,-15 0-650 0</inkml:trace>
  <inkml:trace contextRef="#ctx0" brushRef="#br0" timeOffset="144970.84">5630 8538 515 0,'0'0'730'15,"0"0"-476"-15,0 0-49 16,0 0-1-16,0 0 113 16,0 0-125-16,0 0-39 15,-22 7 43-15,22-7-153 16,9-5-4-16,11-9-15 15,7-6 4-15,7-6-19 16,3-6-9-16,5-6-21 16,3-4-22-16,2-4-5 15,0-4-52-15,-7-1-1 16,-7 0-45-16,-6-4-7 16,-9-2-114-16,-7 2 23 0,-9 2 222 15,-2 7 22-15,0 9 31 16,-4 10 120-16,-9 9-82 15,-3 10 27-15,-2 8-96 16,0 0 0-16,0 16 39 16,-1 19-4-16,2 13 67 15,2 13 6-15,1 8-38 16,4 5 77-16,3-2-95 16,5 0-35-16,2-5 97 15,0-5-113-15,17-8 11 16,8-6 3-16,6-8 9 15,0-8-24-15,5-10 0 16,-3-7-88-16,-2-12 87 0,0-3-162 16,-4-3 47-16,-2-20-26 15,-7-7-145-15,-7-4 109 16,-4 2-28-16,-5 6 206 16,-2 6 130-16,0 8 38 15,0 6 60-15,0 6-79 16,0 0-127-16,0 8 39 15,0 14-53-15,-2 6 2 16,-3 2 63-16,5 0-73 16,0 0 0-16,0-2 0 15,0-4-113-15,0-11-103 16,2-6-309-16,7-7-358 0</inkml:trace>
  <inkml:trace contextRef="#ctx0" brushRef="#br0" timeOffset="145415.01">6433 8381 1023 0,'0'0'363'0,"0"0"-51"16,0 0-43-16,-7 104 74 16,0-73-232-16,1-2 6 15,3-8 19-15,1-5-110 16,0-6 33-16,2-6-59 15,0-4 0-15,0 0 34 16,0 0-34-16,7-10 0 16,13-12-1-16,9-6-55 0,2-2-5 15,5 0-26-15,-5 7 66 16,-4 9-14-16,-7 7 35 16,-7 7 0-16,-4 4 55 15,-2 16-29-15,-5 6 81 16,-2-2-107-16,0-4 31 15,0-3 8-15,0-10-39 16,2-5 0-16,9-2-21 16,10-2 21-16,12-22-76 15,13-8-98-15,10-4-65 16,0-2 211-16,-2 4-52 16,-10 8 80-16,-9 8 126 15,-10 13-55-15,-11 5-19 0,-5 10-52 16,-9 25 13-16,-3 27-63 15,-17-7-171-15,-2-8-626 0</inkml:trace>
  <inkml:trace contextRef="#ctx0" brushRef="#br0" timeOffset="146909.01">5664 9154 443 0,'0'0'904'0,"0"0"-598"16,0 0-147-16,0 0-46 16,0 0 162-16,0 0-160 15,0 0-17-15,11-64-19 16,0 56-59-16,3 1 65 16,1 7-85-16,3 0 21 15,-1 7 13-15,2 19-10 16,-7 8-21-16,-2 6 73 15,-8 6-43-15,-2 2 67 16,0-2-100-16,0-3 7 16,-8-9 13-16,-2-7-20 15,4-7 0-15,-1-6-6 16,5-7 27-16,0-5-17 0,2-2-4 16,0 0 0-1,0-14-70-15,4-18 55 0,11-10-191 16,1-7-29-1,-1-1-26-15,-3 6 166 0,-8 12 95 16,-4 10 36-16,0 14 287 16,-4 8-193-16,-10 0-46 15,1 10 19-15,1 14-79 16,10 4 69-16,2 2-93 16,6 2 9-16,17 0 28 15,11-4-37-15,4-3-46 16,6-8 11-16,19-6-193 15,-9-6-40-15,-13-5-397 0</inkml:trace>
  <inkml:trace contextRef="#ctx0" brushRef="#br0" timeOffset="147129.21">6065 9290 1272 0,'0'0'657'0,"0"0"-321"16,0 0-143-16,0 0 15 15,0 0-163-15,0 0-27 16,0 0 82-16,23-4-100 16,8 4 0-16,7 0 21 15,6 0 3-15,1 2-29 16,3 0 5-16,2-2-116 0,-1 0 25 16,6 0-205-16,-12 0-250 15,-12-6-436-15</inkml:trace>
  <inkml:trace contextRef="#ctx0" brushRef="#br0" timeOffset="147346.01">6435 9169 1147 0,'0'0'525'16,"0"0"-278"-16,0 0 74 16,0 0-239-16,0 0-73 15,0 0 73-15,0 0-70 16,87 3 28-16,-72 21-40 15,-5 6 22-15,-10 5 82 16,0 2-103-16,-21 4 11 0,-5 1 36 16,-6-5-48-16,3 0-27 15,7-7-111-15,9-12-407 16,9-10-411-16</inkml:trace>
  <inkml:trace contextRef="#ctx0" brushRef="#br0" timeOffset="147914.94">7019 9092 162 0,'0'0'1004'15,"0"0"-710"-15,0 0-112 16,0 0 19-16,0 0-54 16,0 0 20-16,0 0 3 0,-92-19-132 15,70 33 112-15,-2 9-102 16,0 7-9-16,-1 4 131 16,4 6-138-1,2 2 34-15,7 0-41 0,6-1 22 16,6-3-14-16,0-6-33 15,14-5 0-15,15-5 1 16,6-9-1-16,5-8-4 16,0-5 2-16,-2 0-55 15,-4-14 5-15,-13-5-6 16,-11-3-61-16,-10-2 102 16,0 4-28-16,-25 1 45 15,-6 7-1-15,-7 6 34 0,2 6-66 16,0 0 28-1,7 6-217-15,12 6-122 0,5-2-580 0</inkml:trace>
  <inkml:trace contextRef="#ctx0" brushRef="#br0" timeOffset="148292.7">7187 9068 1969 0,'0'0'692'16,"0"0"-567"-16,0 0 0 16,0 0-48-16,0 0-59 0,0 0 21 15,0 0-39 1,106-22 0-16,-70 15-63 0,11 4 24 15,-7-1-187-15,-9-1-541 16</inkml:trace>
  <inkml:trace contextRef="#ctx0" brushRef="#br0" timeOffset="149499.29">8042 8182 1350 0,'0'0'494'16,"0"0"-155"-16,0 0-215 15,0 0-69-15,0 0 20 16,0 0-74-16,0 0 11 15,127-51-12-15,-77 23 21 16,-2-2-50-16,2-6 29 16,-6-1-42-16,-6-1 20 15,-9 4-26-15,-7 1-24 16,-6 3-21-16,-7 4 74 0,-5 6 4 16,-4 3 15-1,0 8 0-15,0 4 101 16,0 5-92-16,0 0-8 15,0 5-1-15,-2 16 12 0,-5 15 0 16,1 14-12-16,-1 12 39 16,5 11 94-16,2 3-93 15,0 2 23-15,0-6 8 16,-3-3-53-16,-1-11 56 16,-5-7-74-16,-2-12 0 15,-5-6 14-15,-6-10 2 16,-7-5-16-16,-3-6 0 15,-1-6 33-15,2-6-20 16,6 0-13-16,10-1 0 16,9-18 21-16,6-9-21 0,4-6 0 15,23-4-6-15,10-2 20 16,13 2-63-16,3 2-27 16,25-7-124-1,-13 10-9-15,-9 2-484 0</inkml:trace>
  <inkml:trace contextRef="#ctx0" brushRef="#br0" timeOffset="149748.07">8914 7657 1113 0,'0'0'346'15,"0"0"-161"-15,0 0 4 16,-136 147 161-16,100-77-183 16,9 3-44-16,10-3-58 15,14-4-57-15,3-6 5 16,10-8-13-16,16-5-126 16,21-12-15-16,-4-9-418 15,-8-15-897-15</inkml:trace>
  <inkml:trace contextRef="#ctx0" brushRef="#br0" timeOffset="150205.31">8987 7939 1543 0,'0'0'292'15,"0"0"-251"-15,0 0 85 16,0 0-100-16,0 0 73 16,0 0 84-16,114 60-93 15,-112-20 97-15,-2 2-99 16,0 1-74-16,-4 1 142 16,-10-5-155-16,3-6 10 0,5-10 16 15,2-7-14 1,2-7-3-16,2-8-10 15,0-1 0-15,0 0-34 16,15-14 34-16,5-14-88 0,2-11-36 16,0-4-99-16,-4-3 1 15,-7 5 60-15,-4 6 162 16,-5 12 128-16,-2 10 51 16,0 9 7-16,0 4-24 15,0 0-149-15,0 17 38 16,0 8-51-16,0 5 9 15,9 6 10-15,6-2-19 16,4 0-38-16,0-2-10 16,8-8-129-16,16-6-43 0,-3-8-315 15,-5-10-657-15</inkml:trace>
  <inkml:trace contextRef="#ctx0" brushRef="#br0" timeOffset="164875.07">9467 7770 540 0,'0'0'368'0,"0"0"-103"16,0 0-161-16,0 0 89 0,0 0 50 15,0 0-110-15,0 0 18 16,0-4-16-16,0-1-94 16,0 2 113-16,0-1-116 15,0 2-26-15,0-1 61 16,0 3-49-16,0 0 46 16,0 0 9-16,0 0-78 15,0 0 104-15,0 0-105 16,0 0 1-16,8 5 11 15,11 15 1-15,2 10-2 16,8 12-1-16,0 11 20 16,-2 5 52-16,-9 5-82 15,-7 2 0-15,-9-1-18 16,-2 1 26-16,-8-2-16 0,-19 0-10 16,-13 9-179-16,5-16-18 15,6-16-667-15</inkml:trace>
  <inkml:trace contextRef="#ctx0" brushRef="#br0" timeOffset="165252.84">10042 8143 1595 0,'0'0'723'0,"0"0"-540"16,0 0-122-16,0 0 56 0,0 0-101 15,0 0 5 1,136-7-21-16,-89 4 39 0,1 3-96 16,16-2-86-16,-16 0-244 15,-5-3-440-15</inkml:trace>
  <inkml:trace contextRef="#ctx0" brushRef="#br0" timeOffset="165445.31">10566 8115 910 0,'0'0'721'16,"0"0"-618"-16,0 0-103 0,0 0 32 15,0 0-60-15,0 0 28 16,0 0-94-16,114-92-11 16,-95 54-255-16,-5 2-720 0</inkml:trace>
  <inkml:trace contextRef="#ctx0" brushRef="#br0" timeOffset="165737.44">10724 7858 606 0,'0'0'498'16,"0"0"-187"-16,0 0-87 15,0 0-224-15,0 0 16 16,0 0 73-16,0 0-17 15,-49 123 149-15,42-67-93 16,0 8-22-16,1 10 99 16,-1 3-131-16,1 3-20 15,1-6-23-15,0-4-3 0,3-8 38 16,-2-11-66 0,0-9 0-16,-3-12 4 0,-5-9-4 15,-1-7 0-15,-1-7-1 16,-1-7 20-16,1 0-23 15,4-3 4-15,5-19 0 16,5-6-39-16,0-7 39 16,9-8 0-16,16 2-8 15,4-2 2-15,6 5-20 16,3 4-92-16,13-10-139 16,-11 12-138-16,-5 2-1212 0</inkml:trace>
  <inkml:trace contextRef="#ctx0" brushRef="#br0" timeOffset="165988.46">11159 7796 1362 0,'0'0'311'0,"0"0"-196"15,0 0-84-15,0 0 114 16,0 0-31-16,-105 103 85 16,80-48-23-16,3 11-140 0,6 3 31 15,12-1-67-15,4-6-106 16,11-2 17-16,14-14-274 16,1-17-272-16</inkml:trace>
  <inkml:trace contextRef="#ctx0" brushRef="#br0" timeOffset="166362.23">11428 7928 1393 0,'0'0'294'16,"0"0"-161"-16,0 0-7 16,0 0 122-16,-104 109-112 15,95-65-55-15,9-1 113 16,0 3-174-16,13-9 9 16,16-6-1-16,6-8-10 15,6-7 16-15,-3-11-34 16,-3-5 0-16,-10 0-59 15,-12-17 59-15,-13-5-23 16,0-4-2-16,-25 4 25 16,-12 4 0-16,-5 9 0 15,-6 9 0-15,6 0-52 16,7 14 37-16,10 19-132 16,11-5-166-16,14-8-478 0</inkml:trace>
  <inkml:trace contextRef="#ctx0" brushRef="#br0" timeOffset="166570.84">11992 7882 1820 0,'0'0'153'0,"0"0"-109"16,0 0 4-16,19 131-47 15,-25-66 19-15,-20 8 37 16,-10-1-57-16,-33 15-16 16,9-21-372-16,2-15-1237 0</inkml:trace>
  <inkml:trace contextRef="#ctx0" brushRef="#br0" timeOffset="167591.57">8298 8765 818 0,'0'0'585'0,"0"0"-470"16,0 0 17-16,0 0-116 16,0 0 63-16,0 0 76 15,0 0-39-15,99-34 16 16,-70 34-70-16,4 0-62 16,9 0 132-16,6 0-132 15,4 0 0-15,9 0 19 16,3 0-1-16,6 0 20 15,5 0-38-15,6-5 15 16,2-2 31-16,1-1-46 16,-2 0 0-16,3 1 3 0,-2 6 18 15,-1 1-14-15,1 0-7 16,1 0 0-16,1 0-6 16,1 0 6-16,7 0 0 15,0 0-25-15,5-5 46 16,0-3-30-16,4 1 9 15,-1-4 0-15,1-1-12 16,-4 0 12-16,1 0 0 16,-8 1 3-16,1 2 15 15,-6 4 18-15,3-2-36 16,0 7 0-16,3-2 3 16,1 2-3-16,-1-2 0 15,-1 0-4-15,-4-2 14 0,-4 0 17 16,-5-2-27-16,-9 0 1 15,-6 2 1-15,-10 0-2 16,-11 0-66 0,-6 3 49-16,-12 1-132 0,-10 0-27 15,-14 0-101-15,0 0-364 16,-9 0-90-16</inkml:trace>
  <inkml:trace contextRef="#ctx0" brushRef="#br0" timeOffset="168537.36">8921 9082 1320 0,'0'0'304'0,"0"0"-125"16,0 0-94-16,0 0 160 15,0 0-134-15,0 0-48 16,0 0 53-16,56-48-87 16,-25 43 6-16,4 5-19 15,1 0 14-15,-3 22 75 16,-4 10-99-16,-4 9-4 0,-10 4 110 15,-5 6-86-15,-8-3 15 16,-2-2-28 0,0-6 20-16,0-8 22 0,-7-7-55 15,0-10 0-15,2-5-21 16,3-3 29-16,2-6-8 16,0-1 0-16,0 0 15 15,0-13-78-15,2-19 63 16,15-16-306-16,2-10-27 15,1 0 43-15,-4 5 245 16,-7 13 45-16,-7 17 168 16,-2 14 142-16,0 9-200 15,-8 4-83-15,-8 24 96 16,3 10-78-16,5 8 15 16,8 2-20-16,0 0 0 0,18-3 10 15,14-3-50-15,9-8-56 16,7-8 21-16,25-10-168 15,-10-8-135-15,-8-8-424 16</inkml:trace>
  <inkml:trace contextRef="#ctx0" brushRef="#br0" timeOffset="168705.25">9718 9322 1635 0,'0'0'617'0,"0"0"-501"15,0 0-61-15,0 0-55 0,0 0 38 16,156 0-20-16,-95 8-18 16,28-4-127-16,-13 1-239 15,-11-5-1116-15</inkml:trace>
  <inkml:trace contextRef="#ctx0" brushRef="#br0" timeOffset="169139.87">11178 9011 1091 0,'0'0'709'15,"0"0"-379"-15,0 0-200 16,0 0-121-16,0 0 97 16,-126-4-48-16,84 36 0 15,-1 11 88-15,7 6-100 16,7 6 45-16,9 3 5 15,13-2-81-15,7 0 67 16,10-8-82-16,23-6 0 16,7-7 18-16,9-13-17 0,4-12-1 15,-3-10 0-15,-8 0-31 16,-16-5 10-16,-16-10-25 16,-10-6-87-16,-20 4 3 15,-54-2-203-15,7 9-207 16,-2 2-582-16</inkml:trace>
  <inkml:trace contextRef="#ctx0" brushRef="#br0" timeOffset="170977.63">3281 8386 1054 0,'0'0'194'0,"0"0"-33"0,0 0-104 16,0 0 50-16,0 0 58 15,0 0-14-15,0 0 67 16,0 0-75-16,0 0-68 16,0-4 77-16,0-4-142 15,0-1 39-15,6 2 36 16,4 0-66-16,3 0 42 15,5 0-61-15,4 3 11 16,4 3 10-16,1 1-21 16,0 0 0-16,0 17 0 15,-4 10 19-15,-6 7-38 16,-17 34 1-16,0-10-180 16,-9-5-165-16</inkml:trace>
  <inkml:trace contextRef="#ctx0" brushRef="#br0" timeOffset="172135.97">12215 8456 1073 0,'0'0'353'16,"0"0"-155"-16,0 0 41 15,0 0-21-15,0 0-18 16,0 0-29-16,0 0-72 16,7 2 100-16,13-2-179 15,7 0-19-15,2 0 55 16,4 0-46-16,-2 0-10 16,0 0 0-16,-6 0-112 0,-9 10-2 15,-7 0-257 1,-9 0-460-16</inkml:trace>
  <inkml:trace contextRef="#ctx0" brushRef="#br0" timeOffset="172270.24">12133 8711 1575 0,'0'0'582'0,"0"0"-448"16,0 0-86-16,0 0 94 15,118 25-142-15,-57-21-54 16,-13-4-77-16,-5 0-736 0</inkml:trace>
  <inkml:trace contextRef="#ctx0" brushRef="#br0" timeOffset="173691.24">12650 8855 1572 0,'0'0'327'0,"0"0"-251"16,0 0 4-16,0 0-80 0,144-66 0 15,-86 26-14-15,3-9 14 16,1-6-63-16,-2-6-18 16,-6-5 7-16,-5 1 52 15,-11-6 22-15,-7 0 0 16,-8 2 45-16,-10-3-45 16,-7 1 15-16,-3 3 68 15,-3 9 67-15,0 14 98 16,0 10-144-16,-3 15-104 15,-3 13 74-15,-5 7-74 16,-3 5-9-16,-3 29-4 16,-4 20 26-16,-6 31 36 15,1 25 8-15,4-2-41 16,6-9 118-16,9-15-121 16,7-20 8-16,0 2 3 0,11 2-1 15,14-14 2-15,6-14-25 16,2-13 0-16,3-17-48 15,0-10 32-15,0 0-44 16,-3-22-23-16,-6-10-72 16,-2-6 90-16,-10-1-140 15,-4 5 84-15,-6 8 121 16,-3 10 108-16,-2 8 90 16,0 8 4-16,0 0-152 15,0 8-9-15,-2 18-41 16,0 4 0-16,-1 5-1 15,3 1 1-15,0-3-58 0,0-3-64 16,9-11-185-16,0-9-37 16,-3-10-335-16</inkml:trace>
  <inkml:trace contextRef="#ctx0" brushRef="#br0" timeOffset="174124.16">13589 8476 1117 0,'0'0'552'0,"0"0"-481"16,0 0-11-16,0 0 176 16,-12 137-24-16,6-91-102 15,-1-2 121-15,3-7-170 16,2-7-40-16,2-6 1 0,0-9-5 16,0-10-4-1,0-5-13-15,0 0 0 0,17-15-25 16,12-11 25-16,6-11-131 15,8-4 5-15,1 3-17 16,-3 5 127-16,-10 15-11 16,-7 13 27-16,-8 5 157 15,-9 12-149-15,-3 15 66 16,-4 6 48-16,0-1-64 16,0-4 28-16,0-8-86 15,0-8 0-15,0-7 1 16,0-5-1-16,18 0-11 15,16-21 10-15,12-9-111 16,14-8 48-16,2-1-42 16,-4 3 68-16,-8 8 17 15,-12 12 21-15,-14 16 0 0,-10 0-6 16,-12 30 30-16,-2 16-48 16,-31 28-74-16,-5-9-264 15,0-11-321-15</inkml:trace>
  <inkml:trace contextRef="#ctx0" brushRef="#br0" timeOffset="174749.43">12985 9288 1540 0,'0'0'270'0,"0"0"-123"0,0 0-141 16,0 0-1-16,0 0 72 15,0 0 23-15,0 0 8 16,79 10-58-16,-79 22 2 16,0 8 148-16,-11 8-100 15,-11 3-49-15,0 0 25 16,0-2-67-16,4-8 30 15,5-6-39-15,3-12 0 16,6-9-21-16,1-9 21 16,3-5 0-16,0 0-5 15,0-7 6-15,10-22-2 16,12-12-180-16,9-8-40 16,2-4-4-16,-4 2-37 15,-4 8 226-15,-9 14 36 0,-12 11 224 16,-4 14 52-16,0 4-175 15,0 0-74-15,-11 19 38 16,0 8-50-16,2 4-6 16,7 5 73-16,2-4-73 15,0 1 34-15,19-5-43 16,6-7-91-16,6-1 60 16,19-17-191-16,-11-3-341 15,-3 0-775-15</inkml:trace>
  <inkml:trace contextRef="#ctx0" brushRef="#br0" timeOffset="174951.78">13317 9460 1071 0,'0'0'891'0,"0"0"-576"16,0 0-161-16,0 0-23 15,0 0-115-15,0 0 23 16,0 0-39-16,100 16 25 15,-53-11-53-15,-1-3 28 16,-1-2-119-16,-3 0-9 16,-2 0-204-16,-11-9-211 15,-8 0-641-15</inkml:trace>
  <inkml:trace contextRef="#ctx0" brushRef="#br0" timeOffset="175175.05">13637 9358 553 0,'0'0'1163'0,"0"0"-824"16,0 0-188 0,0 0-116-16,0 0-14 0,0 0-14 15,0 0 8-15,72 41 72 16,-59-19-87-16,-6 3 0 16,-7 1 83-16,0 8-71 15,-20-3 83-15,-13 5-15 16,-10 1-71-16,1-2 2 15,3-3-11-15,8-4-171 16,12-10-84-16,9-8-514 0</inkml:trace>
  <inkml:trace contextRef="#ctx0" brushRef="#br0" timeOffset="175919.36">14177 9270 421 0,'0'0'1229'0,"0"0"-910"16,0 0-141-16,0 0-3 15,0 0-151-15,0 0 0 16,0 0-6-16,-54-28 11 16,37 28 46-16,-8 14-74 15,-2 11-1-15,-2 4 113 16,0 7-48-16,0 4 7 16,7 5-20-16,4-4-33 15,10 2 75-15,5-7-94 16,3-4 8-16,5-5 14 0,19-8-7 15,5-7-12-15,7-4-3 16,4-6 33 0,-2-2-97-16,-5 0 64 15,-6-15-94-15,-9-4 93 0,-14 1-62 16,-4-3 57-16,-4 7-6 16,-23 2 24-16,-4 7-3 15,-8 5-9-15,4 0 0 16,2 5-40-16,8 9 10 15,14 5-140-15,9-5-176 16,2-3-452-16</inkml:trace>
  <inkml:trace contextRef="#ctx0" brushRef="#br0" timeOffset="176303.58">14389 9281 1162 0,'0'0'594'0,"0"0"-353"16,0 0-65-16,0 0 77 16,0 0-93-16,0 0-53 15,0 0 53-15,62 1-158 16,-33-1 14-16,2-6-16 15,3 0-49-15,9-3-27 16,-10-3-399-16,-4 3-463 0</inkml:trace>
  <inkml:trace contextRef="#ctx0" brushRef="#br0" timeOffset="187450.08">25550 3084 966 0,'0'0'327'0,"0"0"-102"16,0 0-18-16,0 0-10 15,0 0 7-15,0 0-42 16,-2-29-102-16,2 26 109 16,0 1-110-16,0 0-45 15,0-3 66-15,7 0-68 16,8-1-3-16,7-5-9 15,7-1 27-15,9 2-3 16,9-4-24-16,14 3 0 16,7-1 3-16,15-1 6 15,26 3-9-15,32 5 0 16,37 5 32-16,11 0 34 16,-10 15-43-16,-23 10-13 0,-45-2 65 15,-24-2-69-15,-26-4 12 16,-9 0-18-16,2 0 25 15,2 4-31-15,0 2 6 16,-14-2-79-16,-13 1 10 16,-15 4-210-16,-12-3-289 15,-2-8-561-15</inkml:trace>
  <inkml:trace contextRef="#ctx0" brushRef="#br0" timeOffset="189282.93">24355 2999 1026 0,'0'0'578'0,"0"0"-507"16,0 0 23-16,0 0-80 16,0 0 97-16,0 0 108 15,0 0-162-15,0-34 1 16,-7 22 13-16,1 0-59 15,-3-3 99-15,-5 1-92 16,-1-5-18-16,-9 1 58 16,-10 0-59-16,-11-4 0 15,-9-3 0-15,-10 4 18 0,-9-4-6 16,-10 4-12 0,-6 1 0-16,-7 0-15 0,-4 2 15 15,-18 0-8-15,-23-1 7 16,-21 0 2-16,-3-1-20 15,10 1 19-15,20 5 0 16,31 4-7-16,19 4 20 16,15 2-13-16,5 3 21 15,-8 1 6-15,-14 0 17 16,-4 0-44-16,4 5 0 16,11 11-3-16,14 0 3 15,10 5 0-15,13 2 0 0,14 4-90 16,18 13 42-1,7-5-330-15,0-12-542 0</inkml:trace>
  <inkml:trace contextRef="#ctx0" brushRef="#br0" timeOffset="191680.46">28390 3934 538 0,'0'0'251'15,"0"0"-105"-15,0 0-34 16,0 0-5-16,0 0 84 16,0 0-93-16,0 0-54 15,-5-20 69-15,3 15-102 0,0 5 48 16,0-3 29 0,2 3-68-16,0 0 94 0,-2 0-68 15,2 0-18-15,0 0 42 16,0 0-70-16,0 0-8 15,0 0-23-15,0 0-182 16,0 3-85-16,0 0-776 0</inkml:trace>
  <inkml:trace contextRef="#ctx0" brushRef="#br0" timeOffset="191844.21">28390 3934 1470 0,'-49'70'299'15,"49"-70"-299"-15,0 0-25 0,0 0-143 16,0 0-232-16</inkml:trace>
  <inkml:trace contextRef="#ctx0" brushRef="#br0" timeOffset="191997.96">28373 4013 1194 0,'0'0'179'0,"0"0"-179"16,0 0-239-16,0 0-383 0</inkml:trace>
  <inkml:trace contextRef="#ctx0" brushRef="#br0" timeOffset="192710.09">28234 4006 1068 0,'0'0'368'0,"0"0"-290"16,0 0-52-16,0 0-18 16,0 0 13-16,0 0-42 15,0 0-171-15,-2 0-174 0</inkml:trace>
  <inkml:trace contextRef="#ctx0" brushRef="#br0" timeOffset="192871.07">28234 4006 1234 0,'2'53'0'0,"-2"-53"-34"15,2 0-1057-15</inkml:trace>
  <inkml:trace contextRef="#ctx0" brushRef="#br0" timeOffset="197405.99">14931 7936 611 0,'0'0'549'0,"0"0"-392"16,0 0 39-16,0 0-109 15,0 0-16-15,0 0 58 0,0 0-52 16,0 0 27-16,0-39-25 16,0 37-78-16,0-1 138 15,0 3-114-15,0 0-24 16,0 0 44-16,0 0-32 15,0 0-4-15,0 0-9 16,0 0 22-16,0 0-7 16,0 0-15-16,0 0-5 15,0 0-21-15,0 0 26 16,0 0-2-16,0 12-7 16,-3 9 9-16,-3 7 61 15,-2 8-27-15,-2 6 2 16,-1 0 71-16,-3 0-60 15,3-4 14-15,3-6-61 0,0-6 26 16,6-8-11-16,0-5-15 16,2-10-2-16,0-1-29 15,0-2 31-15,0 0-8 16,4 0-35-16,14-7-6 16,9-10 0-16,2-1 10 15,0 0 13-15,0 2 6 16,-5 8 40-16,1 6-19 15,-5 2-1-15,-3 4 24 16,-3 16 3-16,-3 3-27 16,-1 9 0-16,-10-2 71 15,0 1-43-15,0-2 39 16,-8-3-67-16,-7 0 27 16,-7-6 0-16,-1 0-27 15,1-6-46-15,0-4-8 0,1-3-65 16,-3-7-60-16,7-17-152 15,0-7-493-15</inkml:trace>
  <inkml:trace contextRef="#ctx0" brushRef="#br0" timeOffset="197556.76">14908 7990 515 0,'0'0'1224'15,"0"0"-859"-15,0 0-291 16,0 0 7-16,131-59-81 15,-86 53 29-15,-1 4-71 0,12 2 5 16,-11 0-231 0,-11 0-310-16</inkml:trace>
  <inkml:trace contextRef="#ctx0" brushRef="#br0" timeOffset="198007.84">15334 8035 618 0,'0'0'659'0,"0"0"-421"15,0 0-161-15,0 0-13 0,0 0 145 16,0 0-102 0,0 0 44-16,56 54 39 0,-50-24-85 15,-2 7 54-15,-1 1-107 16,-3-1-50-16,0-3 102 15,0-1-98-15,0-8-6 16,-3-6 20-16,-1-10-1 16,4-4-7-16,0-3-12 15,0-2 0-15,0-2-48 16,0-22 48-16,14-12-278 16,3-8-77-16,4-7-406 15,-4 6 576-15,-1 6 185 16,-10 15 214-16,-1 9 192 15,-5 12-106-15,0 3-96 16,0 3-97-16,-9 20-60 0,1 9 109 16,1 6-86-1,7 2-55-15,0 2 55 0,0-4-70 16,19-4-10-16,6-5-14 16,6-7-140-16,11-10-60 15,-7-8-389-15,-6-4-559 0</inkml:trace>
  <inkml:trace contextRef="#ctx0" brushRef="#br0" timeOffset="198213.63">15805 8229 1681 0,'0'0'518'15,"0"0"-459"-15,0 0-44 16,0 0 141-16,0 0-144 0,0 0-1 15,0 0 15-15,129-1-7 16,-92 1-38-16,1-2-7 16,3-3-122-16,1-2 14 15,-9-2-406-15,-10 1-425 0</inkml:trace>
  <inkml:trace contextRef="#ctx0" brushRef="#br0" timeOffset="198429.79">16065 8020 1073 0,'0'0'500'16,"0"0"-347"-16,0 0-109 16,0 0 123-16,0 0 59 0,-36 104-105 15,23-55 59-15,4 4-180 16,0-4 0-16,7-2 0 15,2-8-94-15,0-10-79 16,15-12-364-16,3-12-608 0</inkml:trace>
  <inkml:trace contextRef="#ctx0" brushRef="#br0" timeOffset="198915.18">16399 8007 196 0,'0'0'900'16,"0"0"-858"-16,0 0 114 16,0 0 148-16,0 0 33 15,0 0-25-15,-44 134-170 16,28-96 31-16,1 0-155 16,1-3 5-16,3-10-4 15,3-4-19-15,0-9 0 16,4-7 0-16,-3-2 24 15,3-3-27-15,-2 0 3 16,1 0 0-16,2-11-43 16,3 0 43-16,0-2-17 0,20 2 11 15,9 0-4 1,7 6-17-16,5-2 27 0,-1 3 0 16,-3 1 2-16,1-4-2 15,-2 1-2-15,-2-2-4 16,-5-5 12-16,-8 0-52 15,-2-5 30-15,-11-2-13 16,-6-1-2-16,-2 4 46 16,0 2-15-16,-6 6 57 15,-7 7-57-15,-5 2 104 16,-1 8-104-16,0 18 2 16,1 12 57-16,1 5-53 15,0 10 2-15,2 6-8 16,1-1 22-16,4 0-74 0,-4 17 3 15,3-17-173-15,4-14-320 16</inkml:trace>
  <inkml:trace contextRef="#ctx0" brushRef="#br0" timeOffset="200757.91">17001 8283 1302 0,'0'0'552'0,"0"0"-343"16,0 0 72-16,0 0-72 16,0 0-66-16,0 0 85 15,0 0-189-15,76-11-21 16,-29 0-13-16,7 3 34 16,-1 0-78-16,18 8 13 15,-15 0-333-15,-10 0-307 0</inkml:trace>
  <inkml:trace contextRef="#ctx0" brushRef="#br0" timeOffset="-207717.47">17824 8064 825 0,'0'0'254'0,"0"0"-124"0,0 0-17 15,0 0 67-15,0 0-10 16,0 0-46-16,0 0 20 16,0 0-24-16,0 0-14 15,0 0 12-15,0 0-51 16,0 0-20-16,0 0-16 15,0 0-10-15,0 0 37 16,0-3-19-16,0-5-14 16,8-2 6-16,8-4-31 15,3-2-1-15,0 2 0 16,-1 1 1-16,-3 4 3 16,-1 3-3-16,-7 6 6 0,-3 0 1 15,-2 0-7 1,0 10 0-16,-2 9 22 0,0 10 1 15,0 0 9-15,0 6-15 16,-13-1-17-16,-5-2 54 16,-7-2-53-16,2-4 20 15,0-6-5-15,5-3-2 16,5-9-15-16,7-3 1 16,3-5-42-16,3 0 41 15,0 0-22-15,7 0-4 16,15-12-37-16,4-3-165 15,3 0 152-15,0 6 53 16,0 3 24-16,-6 6 46 0,-5 7-34 16,-9 16 34-16,-7 2 32 15,-2 8-17-15,0-1 9 16,-13 0-18-16,-7-2-31 16,-3-6 16-16,3-2-37 15,5-8-21-15,4-4-131 16,11-10-65-16,0 0-290 15,0-2-531-15</inkml:trace>
  <inkml:trace contextRef="#ctx0" brushRef="#br0" timeOffset="-207215.55">18530 8051 1151 0,'0'0'690'15,"0"0"-397"-15,0 0-151 16,0 0-52-16,0 0-26 16,0 0-44-16,0 0 119 15,-115 106-53-15,74-62-35 16,3-3-17-16,7-6-34 15,4-6 0-15,10-7-9 0,5-10 8 16,6-5-22 0,6-5-51-16,0-2-1 0,0 0 59 15,0 0-24-15,18 0 35 16,6 0-2-16,7 0 11 16,6-3-4-16,2 1 0 15,1 2 20-15,5 0 20 16,-5 0-40-16,0-2 0 15,-5-4-1-15,-2-5-15 16,-10-4-2-16,-4-6-53 16,-11-1-12-16,-4-2 35 15,-4 2 39-15,0 4 9 16,0 6 70-16,-2 8-5 16,-6 4-14-16,-8 2-45 15,1 26-6-15,-6 15 31 0,0 11-31 16,-6 32-21-16,6-12-221 15,3-14-781-15</inkml:trace>
  <inkml:trace contextRef="#ctx0" brushRef="#br0" timeOffset="-205833.2">15057 8855 882 0,'0'0'243'0,"0"0"-52"16,0 0-1-16,0 0-101 16,117 0 22-16,-86 0 10 15,2-6-23-15,0 2 4 16,1-1-32-16,-3 4-16 15,2-1 7-15,1 2-36 16,2-2-2-16,2 0-23 16,4 2 1-16,1-2 3 0,1-1-4 15,3 0 0 1,-1-1 38-16,-1-1 2 0,4 3 7 16,-2-1-11-16,5 3-30 15,0-2 16-15,2 0-22 16,4 0 0-16,-2-1 0 15,2 0 0-15,-2 1 18 16,-3-2-11-16,0 0-6 16,1 0 20-16,-3 0-21 15,0 2 0-15,1 0 7 16,0 2-6-16,-2-2 2 16,2 2-3-16,1-2 0 15,3-1 0-15,-1 3 1 16,1 0-1-16,-2 0 0 15,0 0 4-15,-2-3-5 16,2 1 1-16,2 2 0 16,0 0-15-16,4 0 16 0,0 0-1 15,3 0 2-15,-1 0-1 16,3 0-1-16,1 0 0 16,4 0 0-16,-1 2 0 15,4-2 7-15,1 3-7 16,4-3 0-16,2 3 0 15,3 1 3-15,4-2-3 16,-1 0 0-16,5-1 4 16,-1-1-3-16,1 0-1 15,-2 0 0-15,-4 0 6 16,-6 0-7-16,-6-5 1 0,-9-2 0 16,-8 0-4-16,-9 2 4 15,-11 3 0-15,-7 2 0 16,-10 0-122-1,-16 0-123-15,-3 5-287 0,0 1-188 0</inkml:trace>
  <inkml:trace contextRef="#ctx0" brushRef="#br0" timeOffset="-204984.77">16021 9288 1290 0,'0'0'537'16,"0"0"-417"-16,0 0-20 16,0 0 3-16,0 0 16 0,0 0-60 15,0 0-35-15,89-48 18 16,-51 46-16-16,-3 2 28 16,-4 0-22-16,-6 14-12 15,-7 10 35-15,-9 7-3 16,-7 8 9-16,-2 1-4 15,0 2-42-15,-16-1 22 16,1-4-26-16,-1-8-10 16,5-9 19-16,4-9-20 15,3-4 0-15,4-5-1 16,0-2-44-16,0 0 14 16,7-16-31-16,15-18-66 0,7-10-410 15,-1-9-90 1,-1 7 320-16,-7 8 308 15,-9 16 271-15,-9 10 50 16,-2 12-128-16,0 0-54 0,0 9-4 16,-8 12 31-16,1 7-45 15,5 6 32-15,2 0-71 16,9 1-3-16,18-3-65 16,10-6-14-16,8-4-6 15,29-9-126-15,-14-8-99 16,-4-5-341-16</inkml:trace>
  <inkml:trace contextRef="#ctx0" brushRef="#br0" timeOffset="-204809.56">16765 9400 1311 0,'0'0'904'15,"0"0"-663"-15,0 0-174 16,0 0-58-16,149 0 6 15,-93 0-15-15,4 0-22 16,21 0-39-16,-17 0-434 16,-8 0-340-16</inkml:trace>
  <inkml:trace contextRef="#ctx0" brushRef="#br0" timeOffset="-204399.31">17853 9154 1770 0,'0'0'400'15,"0"0"-276"-15,0 0-81 16,0 0-42-16,-121 15 73 16,86 19 56-16,1 12-17 0,12 5 2 15,11 3-50 1,11 1-26-16,0-6 10 0,17-4-48 16,17-9 23-16,7-9-22 15,7-10-1-15,-1-11-1 16,-3-6 0-16,-9 0-42 15,-16-11 36-15,-17-10-10 16,-2-4 2-16,-27-1-25 16,-12 5-12-16,-13 7 7 15,-1 8-87-15,-14 6-61 16,14 11-345-16,12 6-1112 0</inkml:trace>
  <inkml:trace contextRef="#ctx0" brushRef="#br0" timeOffset="-203622.83">19437 8685 1267 0,'0'0'518'0,"0"0"-325"16,0 0 60-16,0 0-28 15,0 0-27-15,0 0-29 16,0 0-89-16,27 0-42 16,-2 0-25-16,8 0-13 15,5 0 9-15,5 0-9 16,-1 0-32-16,-4 4 20 16,-9 5-206-16,-9 0-132 15,-16-1-529-15</inkml:trace>
  <inkml:trace contextRef="#ctx0" brushRef="#br0" timeOffset="-203499.57">19404 8918 1560 0,'0'0'539'15,"0"0"-453"-15,0 0 13 16,0 0 77-16,116 9-176 16,-37-9-12-16,-13 0-287 15,-8 0-889-15</inkml:trace>
  <inkml:trace contextRef="#ctx0" brushRef="#br0" timeOffset="-202545.72">20019 9025 743 0,'0'0'815'15,"0"0"-573"-15,0 0-154 16,0 0 74-16,0 0 30 16,0 0-96-16,0 0-63 15,118-81-33-15,-75 43 0 16,1-5-9-16,-1-4-62 16,-3-6 32-16,-2-5-73 15,-5-7-49-15,-4-3 14 16,-6 0-42-16,-10 4 130 15,-4 7 59-15,-9 11 104 16,0 15 102-16,0 11-115 16,-14 13-37-16,-5 7-31 15,-4 10-5-15,-1 26 60 0,-1 21 53 16,3 17-42-16,4 10 73 16,5 7-68-16,10-5-30 15,3-9-12-15,0-11-38 16,14-15 12-16,6-11-26 15,4-10 2-15,1-12-26 16,2-7 21-16,0-11-46 16,2 0-27-16,-3-20-65 15,1-15-100-15,-3-7-82 16,-4 1 51-16,-6 0 196 16,-5 12 76-16,-5 12 221 15,-2 11 27-15,-2 6-131 16,0 3-72-16,0 22-33 0,-2 5 59 15,-4 5 40 1,2-1-111-16,4-1-17 0,0-7-121 16,2-12-171-16,11-8-278 15,1-6-727-15</inkml:trace>
  <inkml:trace contextRef="#ctx0" brushRef="#br0" timeOffset="-202116.23">20739 8739 1013 0,'0'0'410'0,"0"0"-156"0,0 0-16 16,-19 140-18-1,7-104-68-15,6-7-69 0,1-9 18 16,5-8-64-16,0-5-8 16,0-5-29-16,0-2-1 15,0 0 0 1,13-7 1-16,16-22-36 0,7-7-146 15,7-3-49-15,-3-2 26 16,-7 9 205-16,-11 12 79 16,-6 14 193-16,-9 6-186 15,-5 6-28-15,-2 18 34 16,0 2-2-16,0-2 15 16,-2-5-70-16,-2-4-26 15,4-9-9-15,0-6-3 0,0 0-32 16,13-2 11-16,14-19-45 15,12-11-133-15,6-6-49 16,6-1 119-16,-4 0 113 16,-5 11 19-16,-11 10 179 15,-6 15-2-15,-9 3-120 16,-7 14-41-16,-9 19-16 16,0 12-44-16,-31 19 7 15,-5-9-256-15,3-9-727 0</inkml:trace>
  <inkml:trace contextRef="#ctx0" brushRef="#br0" timeOffset="-201561.02">20087 9358 1650 0,'0'0'497'0,"0"0"-376"16,0 0-31-16,0 0-11 15,0 0 10-15,0 0 7 16,0 0 3-16,108-51-81 16,-98 74 0-16,-10 12 31 0,0 9-16 15,-10 5 22-15,-13 4-7 16,-2-5-48-16,2-4 38 16,5-11-31-16,5-10-8 15,7-9 1-15,6-7-19 16,0-7 10-16,0 0-15 15,6-7-24-15,19-21 35 16,8-14-311-16,3-4-197 0,-5-3 134 16,-11 13 387-1,-9 14 128-15,-11 15 102 0,0 7-176 16,-9 10 22-16,-11 20 85 16,0 4-18-16,5 4 29 15,8 2-96-15,7-4 0 16,0-2-76-16,22-5-4 15,9-6-4-15,5-9-124 16,17-14-59-16,-10 0-187 16,-5-2-478-16</inkml:trace>
  <inkml:trace contextRef="#ctx0" brushRef="#br0" timeOffset="-201363.19">20425 9503 1185 0,'0'0'848'0,"0"0"-565"16,0 0-161-16,0 0-73 15,0 0-11-15,0 0 32 16,0 0-40-16,138 26-30 16,-93-24-46-16,9-1-156 15,-10-1-123-15,-8 0-276 0</inkml:trace>
  <inkml:trace contextRef="#ctx0" brushRef="#br0" timeOffset="-201118.57">20773 9397 872 0,'0'0'1104'0,"0"0"-801"0,0 0-244 16,0 0-40-16,0 0-12 15,0 0 39-15,0 0-3 16,87 46-11-16,-83-13 43 16,-4 9-33-16,0 4 1 15,-21 0 11-15,-14-3-47 16,0-2 10-16,-1-6-17 16,5-7-75-16,11-8-58 15,11-8-260-15,9-10-604 0</inkml:trace>
  <inkml:trace contextRef="#ctx0" brushRef="#br0" timeOffset="-200629.62">21268 9286 1493 0,'0'0'476'0,"0"0"-382"16,0 0-15-16,0 0 29 16,0 0 7-16,0 0 31 15,-128 96 7-15,103-46-57 16,4 4-20-16,7 1 15 16,8-6-66-16,6-3-1 15,0-9-11-15,16-9-12 16,5-8 0-16,6-6-1 15,0-11 0-15,-2-3-15 0,-5 0-6 16,-7-21 13 0,-11-2-26-16,-2 0-41 0,-4-1 60 15,-21 6-15-15,-4 6-11 16,-2 5 6-16,-2 7-149 16,8 0-138-16,10 0-418 0</inkml:trace>
  <inkml:trace contextRef="#ctx0" brushRef="#br0" timeOffset="-200416.81">21379 9397 1940 0,'0'0'696'15,"0"0"-587"-15,0 0-89 16,0 0-8-16,0 0-2 16,147-30-20-16,-107 30-110 15,-3-2-474-15</inkml:trace>
  <inkml:trace contextRef="#ctx0" brushRef="#br0" timeOffset="-197550.63">22180 8238 1038 0,'0'0'221'15,"0"0"-169"-15,0 0-4 16,0 0 77-16,0 0 5 16,0 0 42-16,0 0-48 15,-27 22-43-15,17-10 49 0,4-2-108 16,2-3-4-16,2-3 3 15,-1-4-10-15,3 3 0 16,0-3-11-16,0 0 0 16,0 0 22-16,0 0-21 15,0 0 13-15,0 0 4 16,5-5-12-16,-3 2 1 16,0 1 24-16,0-1-30 15,-2 3 93-15,0 0-54 16,0 0 0-16,0 0 19 15,0 0-59-15,0 3 1 16,0 12-1-16,-6 12 0 0,-3 6 82 16,-5 4-46-1,3 1 8-15,1-4-3 0,-2-7-35 16,7-8 18-16,1-7-24 16,4-8 0-16,0-2 9 15,0-2-9-15,2 0-10 16,17 0 9-16,4-6-32 15,12-8 24-15,0-1-56 16,1 1 36-16,-3 3 29 16,-6 9 1-16,-7 2 14 15,-5 2-1-15,-4 23-14 16,-9 10 37-16,-2 9-13 16,0 2-24-16,-11 1 42 0,-9-6-33 15,1-2-6 1,-2-11 7-16,4-6 0 15,-1-7-20-15,0-3-20 16,2-12-38-16,0 0 11 0,-3-23-114 16,1-12-130-16,5-11-549 0</inkml:trace>
  <inkml:trace contextRef="#ctx0" brushRef="#br0" timeOffset="-197404.69">22122 8347 1603 0,'0'0'740'0,"0"0"-532"15,0 0-174-15,0 0-26 16,129-3 48-16,-73 3-38 16,6 0-18-16,3 0 0 15,11 0-181-15,-17 0-213 0,-14 0-481 0</inkml:trace>
  <inkml:trace contextRef="#ctx0" brushRef="#br0" timeOffset="-197010.99">22675 8368 1452 0,'0'0'335'15,"0"0"-201"-15,0 0-59 16,0 0-9-16,0 0 53 16,0 0 30-16,0 0 15 15,24 124-42-15,-24-82-29 0,0 4-17 16,-9-6-50-16,-2-3-17 15,0-9 15-15,5-13-14 16,2-4-19-16,2-7 9 16,2-4 0-16,0 0 2 15,6-22-2-15,11-17-90 16,5-14-187-16,3-10-20 16,-1-1-16-16,-4 8 82 15,-4 16 231-15,-9 18 303 16,-7 15-37-16,0 7-142 15,0 11-60-15,-2 19 11 16,-3 7 67-16,5 6-58 16,0 1-33-16,13-1-11 15,12-4-40-15,8-4-38 16,3-9-56-16,20-12-120 0,-12-7-281 16,-6-7-540-16</inkml:trace>
  <inkml:trace contextRef="#ctx0" brushRef="#br0" timeOffset="-196819.16">23229 8532 1390 0,'0'0'874'16,"0"0"-668"-16,0 0-133 15,0 0 33-15,0 0-27 0,0 0-21 16,114 8-28-1,-70-8-30-15,12 0-90 16,-11 0-167-16,-11 0-488 0</inkml:trace>
  <inkml:trace contextRef="#ctx0" brushRef="#br0" timeOffset="-194113.56">23952 8322 783 0,'0'0'669'16,"0"0"-434"-16,0 0-65 15,0 0 83-15,0 0-55 16,0 0-33-16,0 0-34 15,0-2-18-15,0 2 17 16,0-2-81-16,0-2-12 16,0-3 22-16,0-2-59 15,2-3-11-15,7-2 10 16,2-2-18-16,2 3 19 16,3 3-27-16,-5 5 13 15,0 3 7-15,-4 2 2 16,-2 0 5-16,-5 19 0 15,0 10 0-15,-5 7 59 0,-17 3-58 16,-9 7 14-16,-5-8 13 16,5-1-28-16,2-10 17 15,9-10-17-15,11-5 0 16,5-7-8-16,4-4-28 16,2-1-31-16,22 0-5 15,10 0-10-15,3 0 28 16,3-4-48-16,-6 0 99 15,-10 4 3-15,-10 0 7 16,-9 8 3-16,-5 17 26 16,-5 7 7-16,-19 1 11 15,-6 4-26-15,1-3-19 16,3-6 14-16,5-9-23 0,8-3-51 16,9-9-91-1,4-7-178-15,4 0-444 0,17-7-558 0</inkml:trace>
  <inkml:trace contextRef="#ctx0" brushRef="#br0" timeOffset="-193812.79">24331 8369 544 0,'0'0'1132'0,"0"0"-885"16,0 0-135-16,0 0 92 0,-80 135-46 15,80-96 1-15,0-4-38 16,10-3-53-16,19-4-5 16,12-5-38-16,3-13-25 15,8-10 39-15,1 0-39 16,-4-19-6-16,-4-11 5 16,-14-10-28-16,-11-6 2 15,-14-4-51-15,-6 0 45 16,-8 2 13-16,-21 7 20 15,-9 14-14-15,-4 8-38 16,-21 19-153-16,10 0-310 16,6 10-526-16</inkml:trace>
  <inkml:trace contextRef="#ctx0" brushRef="#br0" timeOffset="-193036.98">22199 9101 1423 0,'0'0'392'16,"0"0"-246"-16,0 0-39 16,0 0-36-16,0 0 63 15,0 0-24-15,141-23-26 16,-76 23 17-16,13 0-26 16,24 0-5-16,32 0 25 15,27 0-42-15,8 0 2 16,-4-9-19-16,-15 1-26 15,-19 3 34-15,-9-1-43 0,-22 2 5 16,-17 1 37 0,-16 1-42-16,-7 0 20 0,10 2-21 15,9-1 0-15,11-1 9 16,-5 0-9-16,-5 2 0 16,-7-2 1-16,-6-1 1 15,-9 1-3-15,-8 0 1 16,-11 1 0-16,-8-4-12 15,-6 3 0-15,-12 2-9 16,-6-2 11-16,-7 2-53 16,0 0-43-16,-9 0-133 15,-10 0-145-15,-4 7-224 0</inkml:trace>
  <inkml:trace contextRef="#ctx0" brushRef="#br0" timeOffset="-192117.48">22895 9517 1030 0,'0'0'709'0,"0"0"-507"15,0 0-111-15,0 0 69 16,0 0-86-16,0 0-9 16,0 0-7-16,72-50-47 15,-41 45 9-15,2 5 19 0,-4 0 10 16,-2 9 28-16,-7 10-40 16,-8 9-19-16,-10 6 103 15,-2 7-52-15,-2 5-17 16,-23 0-9-16,-4 0-17 15,2-5 2-15,2-12-28 16,10-7 1-16,8-12-9 16,4-3 8-16,3-7-1 15,0 0-11-15,10-7-24 16,14-20 14-16,7-16-200 16,5-11-56-16,-2-2-28 15,-7 2 71-15,-10 14 235 16,-11 13 159-16,-6 15 89 0,0 10-83 15,-4 2-69-15,-11 0-15 16,-1 17 63-16,3 5-86 16,3 6-4-16,10 6 9 15,0 0-45-15,10 2 5 16,19-4-23-16,6-4-56 16,10-5 16-16,20-16-193 15,-14-2-110-15,-6-5-449 0</inkml:trace>
  <inkml:trace contextRef="#ctx0" brushRef="#br0" timeOffset="-191949.63">23461 9643 1903 0,'0'0'585'0,"0"0"-385"16,0 0-142-16,0 0 28 15,0 0-36-15,119 2-49 16,-66-2-1-16,5 0-69 15,20 0-201-15,-14-2-315 16,-8-5-1020-16</inkml:trace>
  <inkml:trace contextRef="#ctx0" brushRef="#br0" timeOffset="-191597.72">24275 9326 1798 0,'0'0'486'15,"0"0"-441"-15,0 0-44 16,0 0 73-16,0 0 79 16,-149 102 25-16,108-47-38 15,6 3-64-15,13-2-13 16,8-2-33-16,14-6-30 15,0-5 35-15,11-11-33 16,16-6 1-16,0-8-3 16,-1-8 0-16,-3-8-10 15,-8-2 2-15,-7-2-5 16,-8-19 3-16,0-5-49 0,-16-2 40 16,-7 1-4-1,-6 10-57-15,2 5-113 0,1 6-125 16,8 6-355-16,11 0-814 15</inkml:trace>
  <inkml:trace contextRef="#ctx0" brushRef="#br0" timeOffset="-190944.51">24959 8983 1081 0,'0'0'886'0,"0"0"-531"0,0 0-193 16,0 0 6-16,0 0-3 16,0 0-89-16,0 0-43 15,76 0-14-15,-38 0-18 16,2 0-2-16,3 0-1 15,-6 5-62-15,-1 10-100 16,-13-1-217-16,-13-2-549 0</inkml:trace>
  <inkml:trace contextRef="#ctx0" brushRef="#br0" timeOffset="-190808.72">24951 9172 380 0,'0'0'1577'0,"0"0"-1191"16,0 0-274-16,0 0 4 15,0 0-5 1,151 0-111-16,-66-8-102 0,-14 1-363 16,-11 0-1073-16</inkml:trace>
  <inkml:trace contextRef="#ctx0" brushRef="#br0" timeOffset="-184952.91">25833 8712 441 0,'0'0'153'0,"0"0"-20"0,0 0 49 16,0 0-54-1,0 0 71-15,0 0-76 0,0 0-45 16,0 0 70-16,0 0-92 15,0 0 11-15,0 0 3 16,2 0-45-16,-2 0 106 16,2 0-59-16,-2 0-22 15,3-1 85-15,-1 1-89 16,-2-3 52-16,0 3 4 16,2-1-81-16,-2 1 128 15,0 0-117-15,0 0-32 16,0 0 78-16,0 0-63 15,0 0-15-15,0 0 0 0,0 0 43 16,0 0-21 0,0 0-22-16,0 0 0 0,0 1-28 15,0 20 44-15,-2 11-16 16,-7 8 41-16,-7 4-14 16,3 0 41-16,0-3-68 15,-1-7 0-15,6-8 20 16,1-9-20-16,5-5 0 15,0-7-1-15,2-4 25 16,0 1-16-16,0-2-8 16,0 0 0-16,4 0-42 15,16 0 42-15,11-5-30 16,10-7 22-16,1-1-12 16,0 4-22-16,-6 2 42 15,-3 5 0-15,-6 2 9 0,-3 0 3 16,-2 6-9-1,-3 12-3-15,-6 6 38 0,-5 5 4 16,-5 2-42-16,-3 1 0 16,0 1 22-16,-11-3-2 15,-14-2-16-15,-6-3-4 16,-3-2 26-16,-3-3 5 16,1-5-31-16,3-6-7 15,4-1-28-15,2-6 5 16,0-2-15-16,5 0-49 15,2-16-193-15,6-8-31 16,8-4-779-16</inkml:trace>
  <inkml:trace contextRef="#ctx0" brushRef="#br0" timeOffset="-184733.81">25922 8744 758 0,'0'0'1407'16,"0"0"-1047"-16,0 0-232 15,0 0-44-15,165-44-71 16,-97 37 120-16,3-1-133 16,-3 4-22-16,-3 4 22 15,-5 0-240-15,-15 0-130 16,-16 0-500-16</inkml:trace>
  <inkml:trace contextRef="#ctx0" brushRef="#br0" timeOffset="-184336.37">26540 9111 1020 0,'0'0'834'0,"0"0"-654"15,0 0-120-15,0 0 61 16,0 0-40-16,0 0 8 16,0 0-89-16,13 20 24 15,0-13 56-15,1-3-74 16,-5-2 21-16,-5-2 47 16,-4 0-54-16,0 0 117 15,-4-2-103-15,-14-9-1 0,-4 2-66 16,-12 6-1-1,6 3-188-15,5 0-501 0</inkml:trace>
  <inkml:trace contextRef="#ctx0" brushRef="#br0" timeOffset="-176913.57">1437 11957 39 0,'0'0'1211'0,"0"0"-854"15,0 0-194-15,0 0-15 16,0 0-67-16,0 0-42 16,-2 0 59-16,2 0-58 15,14 0-22-15,1 0-17 0,-1-2-1 16,-1-3 9 0,-7-1-8-16,-2 5-1 0,-4-1 128 15,0 2 37-15,0 0-3 16,0-2-38-16,-8 0-48 15,-1 0-46-15,5 0-30 16,2 2 3-16,2 0-19 16,0 0-55-16,15 0-183 15,10-3-421-15,-3 0-507 0</inkml:trace>
  <inkml:trace contextRef="#ctx0" brushRef="#br0" timeOffset="-175997.95">1925 11735 1362 0,'0'0'774'15,"0"0"-577"-15,0 0-31 16,0 0 50-16,0 0-118 16,0 0-30-16,0 0-25 15,39-25-9-15,-10-1-26 16,8-6-8-16,3-2-9 15,1-2-11-15,-6 0-17 16,-1 1-14-16,-5 4-20 16,-10-1 15-16,-5 3-12 15,-7 8 11-15,-5 4 57 16,-2 5 31-16,0 7-13 16,0 1 23-16,0 4-32 15,0 0-8-15,0 0-2 0,0 1-28 16,-2 24 25-16,-5 15 4 15,1 14 34-15,0 14 52 16,2 12-14-16,2 2-24 16,0 1 7-16,0-7-23 15,-3-6-16-15,1-12 8 16,-2-8-22-16,-4-10 15 16,-1-10-17-16,-2-6 1 15,-3-3 17-15,-4-7-18 16,-2-6 0-16,0-5 1 15,1-3 10-15,6 0 12 0,1-15-22 16,10-16 4 0,4-2-5-16,0-9-19 15,20-5-4-15,16-1 16 16,4 2-35-16,7 2-6 0,1 6-71 16,15-8-127-16,-12 10-331 15,-13 5-815-15</inkml:trace>
  <inkml:trace contextRef="#ctx0" brushRef="#br0" timeOffset="-175723.85">2594 10968 2265 0,'0'0'241'0,"0"0"-232"16,0 0 3-16,0 0 9 16,-42 107 21-16,21-47-42 15,2 8-2-15,-4 18-108 16,5-14-439-16,5-17-621 0</inkml:trace>
  <inkml:trace contextRef="#ctx0" brushRef="#br0" timeOffset="-175396.03">2909 11194 1388 0,'0'0'710'0,"0"0"-694"0,0 0 7 16,0 0 115-16,-116 81 17 15,80-31 56-15,1 8-69 16,6 7-55-16,8 5-50 16,8 2-10-16,8 0-27 15,5 3-3-15,18 4-108 16,9-16-205-16,0-21-485 0</inkml:trace>
  <inkml:trace contextRef="#ctx0" brushRef="#br0" timeOffset="-174870.66">3208 11323 1088 0,'0'0'647'0,"0"0"-465"0,0 0 22 15,0 0 15-15,0 0-108 16,0 0-16-16,-121 60 21 16,96-20-19-16,3 8-31 15,-1 3 38-15,6 5-32 16,3-1-6-16,8-2-24 16,6-2-27-16,0-5 3 15,2-6-18-15,18-6 0 16,7-6 21-16,4-9-21 15,0-10-12-15,-4-9-19 16,-5 0 4-16,-6-6 9 16,-12-14-5-16,-4-7-15 0,0-2 27 15,-20 3 10 1,-4 1 1-16,-3 10-1 0,0 4-31 16,5 11-86-16,7 0-208 15,5 0-371-15</inkml:trace>
  <inkml:trace contextRef="#ctx0" brushRef="#br0" timeOffset="-174501.82">3321 11393 1528 0,'0'0'826'0,"0"0"-575"16,0 0-64-16,0 0-40 15,0 0-84-15,0 0-14 16,0 0-15-16,47 0-34 16,-12 0 27-16,5 0-21 15,3 0 0-15,-1 0-6 16,-4 0-37-16,-6 0-38 16,-1 0-124-16,-12 3-309 0,-7-3-444 0</inkml:trace>
  <inkml:trace contextRef="#ctx0" brushRef="#br0" timeOffset="-174316.64">3555 11257 2078 0,'0'0'486'0,"0"0"-409"15,0 0-76-15,0 0 1 16,0 0 43-16,-31 121-26 15,24-69-19-15,3 3-21 16,4 8-156-16,0-13-97 0,0-13-336 0</inkml:trace>
  <inkml:trace contextRef="#ctx0" brushRef="#br0" timeOffset="-174054.48">3898 11194 398 0,'0'0'1689'16,"0"0"-1505"-16,0 0-144 16,0 0 88-16,0 0-15 0,85 127 53 15,-79-65-48-15,-6 11-49 16,0 5-29-16,-8 3-34 15,-19 7-6-15,-9-2 0 16,-24 8-156-16,6-20-325 16,6-21-802-16</inkml:trace>
  <inkml:trace contextRef="#ctx0" brushRef="#br0" timeOffset="-173169.56">4596 11686 1850 0,'0'0'590'16,"0"0"-346"-16,0 0-23 16,0 0-48-16,0 0-84 15,0 0-37-15,0 0-38 16,53 0-7-16,-13 0 1 15,5 0-8-15,-1 0-1 16,-3 0-47-16,-7 7-81 16,-24 14-71-16,-10 2-297 0,0-4-329 15</inkml:trace>
  <inkml:trace contextRef="#ctx0" brushRef="#br0" timeOffset="-173053.65">4656 11849 591 0,'0'0'1325'0,"0"0"-844"16,0 0-274-16,0 0-3 15,0 0-103-15,0 0-53 16,120 8-48-16,-52 4-71 16,-15 2-225-16,-8-4-717 0</inkml:trace>
  <inkml:trace contextRef="#ctx0" brushRef="#br0" timeOffset="-172198.61">5401 11857 674 0,'0'0'1290'16,"0"0"-927"-16,0 0-237 15,0 0 32-15,0 0-51 0,0 0-48 16,0 0 3-16,122-70-48 15,-68 27-4-15,2-7-5 16,1-4-5-16,1-6-6 16,-2-2-12-16,-4-5-18 15,-8 2 35-15,-8-2-21 16,-10 3 6-16,-8 6-35 16,-9 4-12-16,-7 10 63 15,-2 12-1-15,0 9 7 16,-11 9 11-16,-5 9-17 15,-1 5 1-15,-3 2 0 16,-5 26-1-16,-1 14 28 16,-1 14 1-16,2 12 7 15,5 8 32-15,5 3-8 16,5-1-12-16,10-6-5 0,0-8-42 16,6-10 12-16,15-9-13 15,6-13 3-15,4-10-13 16,3-12 10-16,1-10-2 15,2 0-29-15,-4-18-14 16,-2-12-36-16,-6-7-28 16,-8-1-40-16,-5 6 90 15,-10 6 59-15,-2 12 151 16,0 8 1-16,0 6-82 16,0 0-54-16,-5 16-15 15,-4 10-1-15,-2 8 42 16,3 5-42-16,4-1-9 15,4-3-33-15,0-2-149 0,6-12-113 16,5-10-492-16</inkml:trace>
  <inkml:trace contextRef="#ctx0" brushRef="#br0" timeOffset="-171748.64">6254 11518 1018 0,'0'0'287'0,"0"0"31"16,0 0 59-16,-8 120-57 0,-2-85-10 16,4 0-137-1,1-3-72-15,3-7-54 16,2-7-32-16,0-7 0 16,0-7-15-16,0-1 0 0,0-3-16 15,9-3 16-15,13-20-6 16,5-9-76-16,7-8-123 15,-1-3 16-15,-6 11 105 16,-7 10 84-16,-7 12 115 16,-4 10-2-16,-4 0-25 15,-1 17 3-15,-4 6 9 16,0 3-25-16,0 1-40 16,0-6-34-16,0-5 25 15,0-7-19-15,0-7-14 16,9-2-5-16,18-4-9 0,15-21-14 15,16-10-47-15,9-3-100 16,2-5 72-16,-6 3 50 16,-13 8 60-1,-11 14 66-15,-17 13-1 0,-13 5-65 16,-9 13-21-16,-2 23-73 16,-39 26 35-16,4-6-236 15,3-8-681-15</inkml:trace>
  <inkml:trace contextRef="#ctx0" brushRef="#br0" timeOffset="-170758.59">5599 12298 1483 0,'0'0'607'16,"0"0"-430"-16,0 0-32 16,0 0-35-16,0 0-80 0,0 0 9 15,0 0 5-15,99-51-14 16,-76 66 18-16,-5 13 1 16,-7 12 41-16,-8 6 7 15,-3 4-60-15,0 3-5 16,-14-6 0-16,-4-2-26 15,1-11 18-15,3-8-24 16,5-10 1-16,3-6-2 16,4-8 0-16,2-2-22 15,0 0 12-15,0-14-24 16,4-22 22-16,14-14-372 16,2-10 18-16,-2 2 14 15,-5 12 175-15,-6 15 178 0,-7 18 308 16,0 13-72-16,0 0-110 15,-11 21-19-15,0 7 43 16,7 4-15-16,4 3-71 16,0-3-27-16,12-2-7 15,20-2-30-15,5-9-12 16,26-6-99-16,-7-6-170 16,-11-7-456-16</inkml:trace>
  <inkml:trace contextRef="#ctx0" brushRef="#br0" timeOffset="-170489.83">6018 12426 1825 0,'0'0'608'16,"0"0"-394"-16,0 0-7 16,0 0-107-16,0 0-65 15,0 0 4-15,0 0-21 16,132 3-7-16,-81-3-11 16,5 0-19-16,8 0-84 15,-10 0-221-15,-14-5-423 0</inkml:trace>
  <inkml:trace contextRef="#ctx0" brushRef="#br0" timeOffset="-170268.01">6415 12312 1156 0,'0'0'1088'0,"0"0"-759"15,0 0-223-15,0 0-42 16,0 0-43-16,0 0-12 15,0 0 21-15,95 52-29 16,-91-16 23-16,-4 7 10 0,-17 3-3 16,-18 3-7-1,-8 0-24-15,-1-2-12 16,-6-1-64-16,17-11-257 16,8-15-709-16</inkml:trace>
  <inkml:trace contextRef="#ctx0" brushRef="#br0" timeOffset="-168906.76">7010 12177 33 0,'0'0'1025'0,"0"0"-625"16,0 0-103-16,0 0 0 15,0 0-74-15,0 0-77 16,0 0-16-16,0-7-32 16,0 7-21-16,0 0-4 15,0 0-20-15,0 0 0 16,-2 0-32-16,-10 0-20 16,-3 0 5-16,-9 3-6 0,-3 13-6 15,-5 7 4-15,1 9 2 16,0 4 3-16,2 9 14 15,4 1 8-15,6-3 22 16,5 1-28-16,5-3 8 16,9-7-26-16,0-6 12 15,9-6-5-15,16-6-8 16,10-8-9-16,4-6 7 16,1-2-17-16,-3-2 0 15,-10-18-17-15,-9-5 12 16,-13 1 7-16,-5-1-28 15,-5 1 45-15,-19 3-6 16,-5 10 1-16,-2 7 4 0,-1 4-47 16,3 0-109-16,11 19-97 15,7-2-337-15,11-5-782 0</inkml:trace>
  <inkml:trace contextRef="#ctx0" brushRef="#br0" timeOffset="-168163.36">7133 12141 1388 0,'0'0'493'16,"0"0"-248"-16,0 0 24 16,0 0-27-16,0 0-113 15,0 0-53-15,0 0-31 16,4 0-31-16,12 0 12 15,4 2-26-15,9-2 16 16,4 0-16-16,6 3-9 0,-2-3-67 16,5 1-146-1,-6-1-259-15,-12 0-341 0</inkml:trace>
  <inkml:trace contextRef="#ctx0" brushRef="#br0" timeOffset="-167904.91">7303 11973 1380 0,'0'0'881'0,"0"0"-709"0,0 0-126 15,0 0-4-15,0 0-35 16,0 0 111-16,-29 102-57 16,17-54-58-16,-1 5-3 15,-3 11-145-15,5-14-114 16,0-12-500-16</inkml:trace>
  <inkml:trace contextRef="#ctx0" brushRef="#br0" timeOffset="-166636.12">8038 11390 1721 0,'0'0'559'15,"0"0"-344"-15,0 0-10 0,0 0-76 16,0 0-61-16,0 0-42 15,0 0-20-15,156-86-6 16,-110 55-14-16,-1-2-3 16,-7 0-2-16,-5-3-36 15,-8 1-27-15,-9 2-3 16,-9 1 49-16,-5 5 14 16,-2 8 22-16,0 2 31 15,-5 8-12-15,-6 4-14 16,0 5-5-16,0 5-42 15,-3 23 17-15,3 16 25 0,0 16 28 16,0 12 57-16,0 6-28 16,-1 5 5-1,-1-3-6-15,-1-6-40 0,1-8 12 16,-2-10-14-16,-3-10-13 16,2-10 25-16,1-11-25 15,-3-9-1-15,3-8 14 16,1-4-13-16,3-4 17 15,2 0 0-15,5-14-12 16,4-12 29-16,0-9-35 16,15-5-7-16,16-2-20 15,7 2-22-15,5 5-26 0,-1 2-132 16,12-9-119 0,-13 10-279-16,-7 1-839 0</inkml:trace>
  <inkml:trace contextRef="#ctx0" brushRef="#br0" timeOffset="-166386.02">8771 10890 1662 0,'0'0'515'0,"0"0"-363"15,0 0-58-15,0 0-47 16,0 0 59-16,0 0 34 15,-127 139-19-15,107-75-14 16,5 2-69-16,5-2-19 0,10-3-13 16,0-10-4-16,2-3-4 15,21-5-22-15,4-9-28 16,15-4-118-16,-4-12-384 16,-6-8-541-16</inkml:trace>
  <inkml:trace contextRef="#ctx0" brushRef="#br0" timeOffset="-163498.01">8916 11168 1431 0,'0'0'627'15,"0"0"-461"-15,0 0-98 16,0 0 8-16,0 0 7 16,0 0-61-16,0 0-2 15,103-37 5-15,-79 37 24 16,-3 0 66-16,-2 5-65 16,-1 14-15-16,-7 6-7 15,-4 2 23-15,-7 5 11 16,0 1-30-16,0 0-10 0,-13-3 14 15,-6-5-27-15,2-6 6 16,3-5 0-16,3-3-15 16,7-8-7-16,2 0-38 15,2-3-21-15,0-3-10 16,4-21-3-16,15-13-230 16,4-9-357-16,2-1 286 15,-5 5 31-15,-7 11 349 16,-6 14 581-16,-7 11-107 15,0 6-233-15,0 0-73 0,-2 6-86 16,-7 13 26 0,5 6-2-16,1 1-52 0,3 2-14 15,3-2-25-15,19-2-15 16,9-3-13-16,9-6-62 16,16-7-101-16,-10-5-161 15,-7-3-406-15</inkml:trace>
  <inkml:trace contextRef="#ctx0" brushRef="#br0" timeOffset="-163260.78">9523 10994 1557 0,'0'0'366'0,"0"0"-246"0,0 0-39 16,0 0 15-16,0 0 39 15,0 0-8-15,0 0 22 16,98 142-15-16,-98-87-64 16,-9 1-26-16,-16 1-7 15,-6-3-37-15,-2 0-31 16,-12 6-120-16,11-14-201 16,7-14-819-16</inkml:trace>
  <inkml:trace contextRef="#ctx0" brushRef="#br0" timeOffset="-162301.59">10122 11281 1913 0,'0'0'725'0,"0"0"-538"15,0 0-77-15,0 0-33 16,0 0-44-16,0 0-12 15,0 0-21-15,109 0-1 16,-59 0-39-16,19 0-94 16,-11 0-241-16,-10 0-717 0</inkml:trace>
  <inkml:trace contextRef="#ctx0" brushRef="#br0" timeOffset="-161858.68">10530 11390 1654 0,'0'0'506'16,"0"0"-340"-16,0 0-25 16,0 0-103-16,0 0-38 15,136-85-8-15,-96 57-85 16,-6 0-83-16,-5 0-1 16,-12 0 19-16,-5 0 33 15,-6 5-28-15,-6 0 153 16,0 7 100-16,0 6 144 15,0 4 18-15,0 4-104 16,0 2-106-16,0 0-46 16,-6 22-5-16,-6 14 1 15,-3 14 47-15,-3 12 58 16,-2 11-27-16,-2 0 14 16,1 4-21-16,-1-5-38 15,2-4 20-15,2-7-45 0,3-10 3 16,-1-10-13-16,5-11 0 15,-1-8-1-15,4-11 1 16,-1-5-16-16,3-6 7 16,0 0 15-16,4-9-12 15,2-20 6-15,0-8-36 16,12-11 8-16,15-2 16 16,8-3-5-16,5 5-47 15,20-12-152-15,-8 12-283 16,-10 4-583-16</inkml:trace>
  <inkml:trace contextRef="#ctx0" brushRef="#br0" timeOffset="-161596.78">11168 10851 1679 0,'0'0'284'16,"0"0"-204"-16,0 0 53 15,0 0 23-15,-112 125 30 0,83-64 3 16,7 9-91 0,4 3-18-16,4 0-69 0,10-3-11 15,4-7-67-15,7-3-115 16,17-16-84-16,1-20-367 0</inkml:trace>
  <inkml:trace contextRef="#ctx0" brushRef="#br0" timeOffset="-161266.84">11324 11032 1532 0,'0'0'397'0,"0"0"-208"16,0 0 49-16,-105 113-8 15,81-64-59-15,5 4-62 16,13-3-16-16,6-1-50 16,0-7-10-16,13-7-15 15,11-8-11-15,3-6 5 16,0-12-12-16,-2-4 0 15,-6-5-15-15,-5 0 6 16,-7-21-6-16,-7-4-36 16,0-2-4-16,-11 3 25 15,-9 4 9-15,-5 6-30 16,0 7-141-16,8 7-280 16,6-1-351-16</inkml:trace>
  <inkml:trace contextRef="#ctx0" brushRef="#br0" timeOffset="-161058.96">11801 10994 1837 0,'0'0'492'0,"0"0"-458"15,0 0 2-15,-2 128 43 16,-27-65 11-16,-7 9-18 15,-9 4-72-15,-6 1-8 0,-29 17-146 16,13-18-213-16,7-16-540 16</inkml:trace>
  <inkml:trace contextRef="#ctx0" brushRef="#br0" timeOffset="-160313.66">8214 11930 1283 0,'0'0'588'0,"0"0"-290"16,0 0-69-16,0 0 10 16,0 0-101-16,0 0-118 15,0 0 6-15,150-17-17 16,-91 17-2-16,13 0 22 16,11 5-22-16,23 7 8 15,33-1 7-15,28 1 1 16,9 2 5-16,-9-2-27 15,-8 0 5-15,-17 0-6 0,11-4-9 16,8 0-15-16,8-5-21 16,8-3-38-16,3 0-39 15,-3 0-15-15,-15-14 46 16,-17-5 70-16,-31 3 21 16,-32 5 73-16,-24 0 76 15,-15 3-47-15,-3 2-38 16,-5-1-51-16,-4 2-12 15,-13 3-1-15,-9 0-54 16,-9 2-118-16,0 0-125 16,-9 0-663-16</inkml:trace>
  <inkml:trace contextRef="#ctx0" brushRef="#br0" timeOffset="-159480.63">8972 12334 939 0,'0'0'1054'0,"0"0"-773"15,0 0-188-15,0 0-41 16,0 0-40-16,0 0 5 16,0 0 15-16,123-64-20 15,-88 64-2-15,1 10 39 16,-7 15 24-16,-9 10-6 15,-7 3 12-15,-8 5-22 0,-5-2 4 16,0 0-22-16,-5-3-12 16,-6-8 7-16,0-8-28 15,2-6 0-15,5-8-6 16,-1-4-6-16,5-4-3 16,0 0-24-16,0-11 1 15,11-20-23-15,12-13-412 16,4-6-24-16,-1-3-32 15,-6 11 348-15,-4 15 175 16,-10 10 396-16,-6 13-16 16,0 4-49-16,0 0-98 15,-10 22-100-15,-2 9-16 16,5 3-43-16,5 1-12 16,2 0-39-16,9-1-23 15,20-8-21-15,27-9-84 0,-7-4-148 16,-3-13-395-16</inkml:trace>
  <inkml:trace contextRef="#ctx0" brushRef="#br0" timeOffset="-159314.66">9589 12409 2013 0,'0'0'530'0,"0"0"-439"16,0 0-46-16,0 0-16 15,0 0-29-15,143 0-6 16,-59 0-165-16,-12 0-455 16,-5 0-1008-16</inkml:trace>
  <inkml:trace contextRef="#ctx0" brushRef="#br0" timeOffset="-158984.82">10522 12221 506 0,'0'0'1397'16,"0"0"-924"-16,0 0-385 15,0 0-61-15,0 0 23 16,0 0 62-16,-126 59 23 16,98-13-11-16,3 8-50 0,11 2-20 15,12-2-29-15,2-3-7 16,14-8 3-16,17-6-18 15,9-9 6-15,4-12-11 16,3-10 2-16,-3-6-12 16,-9-3 0-16,-14-16-21 15,-13-5 11-15,-8-5-6 16,-10 4-2-16,-23 2 16 16,-7 12-56-16,-5 7-58 15,-13 4-114-15,12 8-293 16,12 6-621-16</inkml:trace>
  <inkml:trace contextRef="#ctx0" brushRef="#br0" timeOffset="-158231.66">11970 11913 1069 0,'0'0'711'0,"0"0"-368"15,0 0-60-15,0 0-13 16,0 0-67-16,0 0-70 16,0 0-57-16,2-12-34 15,14 9-29-15,7 0-2 16,6 1-11-16,4 2-10 16,5 0-11-16,-5 0-48 15,-8 2-92-15,-10 10-173 16,-10-1-473-16</inkml:trace>
  <inkml:trace contextRef="#ctx0" brushRef="#br0" timeOffset="-158104.87">11926 12034 1661 0,'0'0'713'16,"0"0"-494"-16,0 0-30 0,0 0-58 16,0 0-81-16,0 0-50 15,168 0-14-15,-112 0-254 16,-6 0-407-16</inkml:trace>
  <inkml:trace contextRef="#ctx0" brushRef="#br0" timeOffset="-157116.87">12686 11959 1222 0,'0'0'916'16,"0"0"-691"-16,0 0-161 16,0 0-49-16,0 0-15 15,151-125-8-15,-93 74-10 16,5-7-16-16,-1-3-56 15,-4-5 31-15,-2 0 57 16,-10-4-17-16,-5 1 19 16,-13 4 0-16,-10 2 7 15,-11 12 47-15,-7 8 36 0,0 14-25 16,0 9-4 0,-15 11-49-16,-4 9-4 0,-5 0-7 15,-3 32 13-15,-4 17 47 16,-3 20 33-16,3 11-6 15,2 11-14-15,8-2-4 16,9-4-19-16,8-9-27 16,4-12-1-16,6-10-2 15,19-13-21-15,6-12-6 16,7-16 5-16,2-13-25 16,4 0 13-16,2-22-20 15,-4-16-52-15,-3-8-48 16,-7-3-37-16,-10 3 67 15,-10 12 103-15,-6 12 82 0,-6 12 124 16,0 10-106-16,0 0-69 16,-9 12-15-16,-6 17-16 15,-1 6 27-15,0 4-3 16,6 3-24-16,4-6-37 16,6-7-78-16,0-6-115 15,10-14-137-15,3-6-404 0</inkml:trace>
  <inkml:trace contextRef="#ctx0" brushRef="#br0" timeOffset="-156688.86">13544 11594 872 0,'0'0'902'0,"0"0"-787"16,0 0 87-16,0 0 56 15,-18 111-13-15,4-73-79 0,4-6-44 16,0-5-65-16,4-4-35 15,3-11-3-15,1-3-19 16,2-9 0-16,0 0 0 16,19-3-26-16,14-19-10 15,9-8-64-15,5-3-92 16,-1 1 89-16,-10 11 19 16,-9 9 84-16,-11 9 20 15,-12 3 23-15,-4 17 60 16,0 9 48-16,-6 4-35 15,-8-4-38-15,3-6-42 0,2-4-18 16,7-10 7 0,2-4-25-16,0-2 0 0,11-2-8 15,20-20-5-15,16-11-95 16,8-3-20-16,8-1 63 16,-1 2 45-1,-8 9 6-15,-11 12 14 0,-12 12 40 16,-12 2-40-16,-9 14-8 15,-10 18-33-15,0 8-32 16,-27 23-19-16,-4-12-258 16,2-5-875-16</inkml:trace>
  <inkml:trace contextRef="#ctx0" brushRef="#br0" timeOffset="-155716.54">12915 12368 667 0,'0'0'905'0,"0"0"-533"0,0 0-82 16,0 0-29-16,0 0-110 16,0 0-113-16,0 0-9 15,72-20-20-15,-57 20-3 16,-3 12 14-16,-8 16-8 15,-4 8 55-15,0 8 9 16,-18 3-9-16,-4-3-11 16,0-4-32-16,3-8-23 15,6-8 12-15,7-11-13 16,1-4-1-16,5-6-22 16,0-3-13-16,0 0 12 15,20-12-11-15,5-22-53 0,6-9-119 16,0-10-169-1,-6 4-101-15,-6 6 302 0,-9 15 175 16,-10 16 328-16,0 8-46 16,0 4-96-16,-14 8-37 15,-1 16-37-15,1 6-10 16,5 3-24-16,9 0-24 16,0-1-28-16,7-3-26 15,20-3-31-15,4-9-14 16,20-9-156-16,-9-5-125 15,-4-3-515-15</inkml:trace>
  <inkml:trace contextRef="#ctx0" brushRef="#br0" timeOffset="-155522.72">13272 12441 1750 0,'0'0'712'16,"0"0"-468"-16,0 0-102 15,0 0-87-15,0 0-28 16,0 0-8-16,0 0-18 16,134 12-2-16,-88-8-24 15,2-3-98-15,4-1-105 16,-9 0-307-16,-12 0-630 0</inkml:trace>
  <inkml:trace contextRef="#ctx0" brushRef="#br0" timeOffset="-155298.62">13604 12340 1347 0,'0'0'803'0,"0"0"-540"15,0 0-190-15,0 0-34 16,0 0 8-16,0 0-8 16,0 0-24-16,78 50 34 15,-69-22-18-15,-7 7 34 16,-2 1 2-16,-4 1-28 15,-19 3 1-15,-6 1-26 16,0-3-13-16,2-3-2 0,12-6-111 16,7-9-192-1,8-10-458-15</inkml:trace>
  <inkml:trace contextRef="#ctx0" brushRef="#br0" timeOffset="-154922.09">14228 12344 1802 0,'0'0'581'0,"0"0"-492"15,0 0-4-15,0 0-21 16,0 0 30-16,-134 39 13 0,109-6-14 15,4 8-36 1,9-1 9-16,6 1-32 0,6 0-12 16,0-3-8-16,14-6-4 15,7-8 5-15,4-6-15 16,2-9-6-16,-3-4 5 16,-3-5-11-16,-6-5 3 15,-6-15-18-15,-9-3-20 16,0-3 35-16,-5 2-3 15,-14 6 15-15,-2 5-1 16,-1 8-60-16,5 3-87 16,5 2-156-16,8 0-330 15,4 0-653-15</inkml:trace>
  <inkml:trace contextRef="#ctx0" brushRef="#br0" timeOffset="-154666.72">14351 12328 1609 0,'0'0'767'16,"0"0"-489"-16,0 0-173 15,0 0-62-15,0 0-24 16,131-6-6-16,-83 4-13 0,-4-2-25 16,7-2-163-1,-13 1-152-15,-9-2-494 0</inkml:trace>
  <inkml:trace contextRef="#ctx0" brushRef="#br0" timeOffset="-154493.78">14582 12180 1759 0,'0'0'344'15,"0"0"-183"-15,0 0 42 16,-35 110-127-16,24-63-10 0,-1 1-66 16,-1 13-15-1,2-10-170-15,2-13-504 0</inkml:trace>
  <inkml:trace contextRef="#ctx0" brushRef="#br0" timeOffset="-146882.83">15278 11205 1083 0,'0'0'350'0,"0"0"-152"0,0 0-39 16,0 0-24-16,0 0 11 15,0 0-19-15,0 0-33 16,31-16-42-16,-31 16-52 15,0 0 19-15,0 0-19 16,0 0 1-16,0 0-3 16,0 0 2-16,0 0 0 15,0 0-7-15,0 0 7 16,0-2 6-16,0 2-6 16,0-5 0-16,0 3 30 15,0-3-28-15,0 1 29 16,0-2 70-16,4-2-16 15,12-2-26-15,5-2-57 16,3-1 10-16,5 6-8 16,2 2-2-16,-2 5 17 15,-7 0-13-15,-6 21 1 0,-7 13 22 16,-7 8 35-16,-2 6-12 16,-2 4 9-16,-14 1-25 15,-1-8-13-15,1-4-22 16,3-9 12-16,4-10-7 15,4-11-6-15,5-4-21 16,0-5 12-16,0-2-10 16,0 0-19-16,3-14-18 15,12-18-9-15,8-16-225 16,3-10-60-16,1-5 100 16,-3 5 131-16,-4 14 119 0,-9 16 95 15,-9 16 101-15,-2 12-101 16,0 0-63-1,-8 22 21-15,-5 12 91 0,3 8 45 16,8 2-64-16,2 1-51 16,16-5-12-16,17-4-49 15,9-11-13-15,8-5-15 16,1-11-85-16,18-9-70 16,-15-2-169-16,-10-14-444 0</inkml:trace>
  <inkml:trace contextRef="#ctx0" brushRef="#br0" timeOffset="-146350.32">15920 10718 1395 0,'0'0'518'0,"0"0"-397"0,0 0-84 16,0 0 56-16,0 0 95 15,0 0-61-15,0 0-21 16,-22-36-6-16,22 36-59 16,9-2 6-16,2-1-1 15,2 3-39-15,-2 0-1 16,-2 0-6-16,-4 3 0 16,-3 15-7-16,-2 8 1 15,0 6 6-15,-4 5 27 16,-14-4-27-16,-3-1 69 15,4-4-53-15,3-8 13 16,6-5-8-16,3-10-20 16,5-1 15-16,0-2-16 0,0 1 8 15,5-2 5 1,11 3 2-16,3 0-15 0,6 0 17 16,2-2-17-16,2 1-1 15,0 2-33-15,2 5-144 16,-6 3-202-16,-10-4-673 0</inkml:trace>
  <inkml:trace contextRef="#ctx0" brushRef="#br0" timeOffset="-146122.78">16019 11279 1960 0,'0'0'720'0,"0"0"-538"16,0 0-47-16,0 0-53 16,0 0-70-16,0 0 30 15,0 0-42-15,147 0-2 16,-99 0-40-16,2 0-95 16,6 0-159-16,-14 0-327 15,-7 0-416-15</inkml:trace>
  <inkml:trace contextRef="#ctx0" brushRef="#br0" timeOffset="-145656.79">16700 11133 1620 0,'0'0'693'15,"0"0"-450"-15,0 0-176 16,0 0-24-16,0 0-1 0,0 0-41 15,0 0-1-15,71-76-10 16,-44 76 7-16,-2 0 3 16,-7 19 10-16,-12 12 14 15,-6 5 34-15,-2 10 8 16,-27 3 4-16,-11-2-5 16,-2 0-40-16,2-10 20 15,6-6-20-15,12-12-17 16,11-6-1-16,9-8 1 15,2-3-16-15,2 1 1 16,20-3-10-16,9 0-4 16,10 0-7-16,5 0-139 15,16 0-100-15,-8-3-286 16,-9 1-236-16</inkml:trace>
  <inkml:trace contextRef="#ctx0" brushRef="#br0" timeOffset="-144676.78">17352 11373 1465 0,'0'0'647'16,"0"0"-366"-16,0 0-12 16,0 0-46-16,0 0-69 15,0 0-83-15,0 0-33 16,115 0-4-16,-70 0-25 15,1 0-10-15,-1 0 1 16,-1 0-47-16,-5 0-69 16,-10 3-343-16,-14-3-777 0</inkml:trace>
  <inkml:trace contextRef="#ctx0" brushRef="#br0" timeOffset="-124060.13">18129 11136 1013 0,'0'0'389'0,"0"0"-172"15,0 0-79-15,0 0 16 16,0 0-21-16,0 0-31 16,4 0 32-16,-4 0-76 15,0 0 13-15,0-3 2 16,0 1 10-16,0-2-12 0,0 2 8 15,0 2-9-15,0-3 47 16,0 3-87-16,0 0 6 16,0 0 1-16,0 0-37 15,0 0 35-15,0-3-34 16,0-1 12-16,0-1 1 16,0-4-14-16,8-3 0 15,7-2-9-15,5-4-18 16,3 2 21-16,-4 2-9 15,-1 4 15-15,-5 6-10 16,-6 4 10-16,-2 0-20 16,-5 10 8-16,0 15 12 0,0 12 14 15,-20 9-13-15,-11 5 7 16,-7 2 28-16,-5-4-35 16,8-8-1-16,3-8 0 15,12-13 12-15,9-8-26 16,7-6-5-16,4-4-25 15,0-2 38-15,17 0-48 16,12-8-4-16,12-9-31 16,1-1-29-16,-2 2 73 15,-4 5 29-15,-12 6 16 16,-8 5 7-16,-7 0-1 16,-9 20 3-16,0 6 34 15,-9 6 8-15,-14 3 3 0,-3 1-41 16,-1-4-12-1,3-2 14-15,4-6-15 0,3-4-109 16,17-9-134-16,0-8-381 16,4-3-402-16</inkml:trace>
  <inkml:trace contextRef="#ctx0" brushRef="#br0" timeOffset="-123654.66">18613 11180 973 0,'0'0'820'16,"0"0"-704"-16,0 0-7 15,0 0 82-15,-98 138 5 16,67-96-48-16,2-2-32 0,4-4-34 16,8-7-67-16,3-9 8 15,10-5-23-15,4-9-30 16,0-4 29-16,4-2-52 15,21 0 38-15,8 0 15 16,7-11-33-16,7-1-23 16,1 1 7-16,0 2-8 15,-9 2 32-15,0 3-55 16,-8 1 20-16,-9 0 6 16,-4 1-11-16,-9-5 38 0,-7-2 9 15,-2-3 18 1,0-1 3-16,-4 0 8 0,-12 2 85 15,3 6 41-15,0 5-40 16,-3 2-44-16,3 24-38 16,-1 14 0-16,3 13 19 15,0 39-34-15,1-13-197 16,4-10-436-16</inkml:trace>
  <inkml:trace contextRef="#ctx0" brushRef="#br0" timeOffset="-122496.71">15528 11971 1045 0,'0'0'500'0,"0"0"-332"15,0 0-116-15,0 0 33 0,0 0 53 16,0 0-27-16,0 0 6 16,100-24-26-16,-71 16-32 15,0 2 27-15,5 3-67 16,1-2-18-16,3 1 23 16,3 1-17-16,-2-2-2 15,3 3 26-15,1-2-7 16,1-2 22-16,6 2-45 15,0 0 30-15,6-2-1 16,7 0-18-16,1 0 7 16,8 3-19-16,1-4 1 15,4 2 4-15,-2-2-5 16,-1 3 0-16,-3 1-3 0,0-3 10 16,-3 5-13-16,-4-1 6 15,1-2 0-15,-1 2 0 16,-1 0 0-16,1-1 0 15,-2 2-8-15,-3 1 9 16,-1 0-2-16,-5 0-10 16,3 0 11-16,-1 0 3 15,3 4-3-15,8 1 0 16,3 0-9-16,6-1 22 16,8-1-13-16,4-2 0 15,6-1 6-15,1 0 15 16,1 0-21-16,-3 0 0 15,-5 0 9-15,-4 0 0 16,-6 4 17-16,-3 0-19 0,-5 1-6 16,-7 2 12-16,-4-2-13 15,-4 2-15-15,-8-3 14 16,-5 2-83-16,-7-4-30 16,-5-2-104-16,-12 0-290 15,-8 0-352-15</inkml:trace>
  <inkml:trace contextRef="#ctx0" brushRef="#br0" timeOffset="-121573.93">16219 12372 1521 0,'0'0'495'15,"0"0"-351"-15,0 0-41 16,0 0 35-16,0 0 21 16,0 0-86-16,0 0-72 15,76-21 20-15,-45 21-13 16,5 0 10-16,-5 7 5 15,-4 11-5-15,-7 8 26 0,-7 6-28 16,-7 5 11-16,-6 3 58 16,0 1-73-16,-10 3 25 15,-9-7-26-15,4-5-11 16,-1-8 17-16,8-10-17 16,3-5-21-16,5-6 21 15,0-3-48-15,0 0 11 16,17-22-26-16,12-14-143 15,8-14-285-15,-4-7 11 16,-1 6 88-16,-13 10 392 16,-7 13 291-16,-12 16 99 15,0 10-142-15,-2 2-72 16,-17 8-9-16,1 18-31 16,1 7-48-16,5 2 0 15,12 4-51-15,0-3 8 0,12-2-45 16,19-6 0-1,7-3-30-15,26-14-139 0,-6-7-143 16,-8-4-546-16</inkml:trace>
  <inkml:trace contextRef="#ctx0" brushRef="#br0" timeOffset="-121408.4">16937 12535 1395 0,'0'0'844'15,"0"0"-674"-15,0 0-130 16,0 0 21-16,0 0-55 16,0 0-12-16,151 2-5 15,-80-2-163-15,-8 0-317 16,-5 0-527-16</inkml:trace>
  <inkml:trace contextRef="#ctx0" brushRef="#br0" timeOffset="-121081.63">17830 12242 1517 0,'0'0'385'16,"0"0"-240"-16,0 0-29 15,0 0-2-15,0 0 28 16,-140 63 70-16,109-17-63 15,6 7-66-15,9 5-9 0,14 1-41 16,2-5 9-16,14-7-34 16,17-6-7-16,7-11 14 15,7-9-15-15,-5-12-23 16,-2-6 8-16,-12-3-19 16,-13 0 34-16,-13-19-20 15,0-5-41-15,-26-2 39 16,-17 3-92-16,-32 11-50 15,8 9-24-15,9 3-393 0</inkml:trace>
  <inkml:trace contextRef="#ctx0" brushRef="#br0" timeOffset="-120278.52">19319 11807 1555 0,'0'0'706'16,"0"0"-476"-16,0 0-21 15,0 0-25-15,0 0-94 16,0 0-26-16,0 0-44 15,34 5-19-15,2-1 28 16,4 3-29-16,5 1-6 16,-5-2-24-16,-9 4-92 15,-22 8-153-15,-9-4-383 16,0 2-522-16</inkml:trace>
  <inkml:trace contextRef="#ctx0" brushRef="#br0" timeOffset="-120170.44">19331 12023 1765 0,'0'0'609'0,"0"0"-478"0,0 0-30 16,0 0 0-16,114 6-101 16,-37-4-17-16,-12 2-171 15,-7-2-507-15</inkml:trace>
  <inkml:trace contextRef="#ctx0" brushRef="#br0" timeOffset="-119295.83">20256 12138 1950 0,'0'0'522'0,"0"0"-437"0,0 0-12 16,0 0 4-1,0 0-6-15,0 0-34 0,151-109-19 16,-97 56-14-16,2-8-4 16,-5-7-27-16,-4-4-43 15,-10-5-55-15,-6-3 30 16,-6 2-15-16,-9 3 57 15,-9 11 47-15,-5 13 6 16,-2 16 112-16,0 17 37 16,0 13-80-16,-13 5-14 15,-10 12-49-15,-3 26 4 16,-3 16 30-16,-1 14 13 16,6 11 26-16,9 6-55 15,5-5-15-15,8-8 18 16,2-12-27-16,4-11 0 0,19-13-2 15,4-11-29-15,4-13-4 16,4-10-44-16,4-2-45 16,-4-23-26-16,-3-13-56 15,-3-9-138-15,-10-1 127 16,-3 11 217-16,-7 10 62 16,-7 15 289-16,-2 10-153 15,0 0-64-15,0 24-133 16,-9 10 43-16,1 10 12 15,3-3-50-15,2-1-6 0,3-5-55 16,0-12-85 0,16-12-94-16,7-10-239 15,-4-1-416-15</inkml:trace>
  <inkml:trace contextRef="#ctx0" brushRef="#br0" timeOffset="-118902.8">21065 11798 1335 0,'0'0'683'15,"0"0"-589"-15,0 0 34 16,-22 107 31-16,6-69 78 16,0-5-108-16,6-10-47 15,1-7-38-15,4-4-35 16,2-5-6-16,3-7-3 16,0 0 1-16,0 0 5 15,14-11-6-15,13-15-10 0,7-9-68 16,-1-4 22-16,0 5 49 15,-10 8 7-15,-8 14 12 16,-11 12 31-16,-2 0-36 16,-2 12-6-16,0 12 69 15,0 2-40-15,-4-4-2 16,2-7-28-16,2-8 6 16,0-7-13-16,2 0 7 15,23-2 0-15,10-16-1 16,10-10-43-16,4 0 7 15,-4 0 10-15,-10 6 27 16,-10 10-30-16,-12 12 30 16,-6 0-47-16,-7 27-19 15,0 12-37-15,-26 31 4 16,-5-10-153-16,1-7-362 0</inkml:trace>
  <inkml:trace contextRef="#ctx0" brushRef="#br0" timeOffset="-118436.7">20407 12340 1605 0,'0'0'354'0,"0"0"-193"0,0 0-15 16,0 0-63-1,0 0-13-15,0 0 56 0,132-38-92 16,-110 41-13-16,-8 20 9 16,-10 13-6-16,-4 6 52 15,-6 9 3-15,-15 0-48 16,-1-2 44-16,2-5-59 16,2-6-2-16,7-9-7 15,4-10-7-15,3-9 0 16,4-7-35-16,0-3-44 15,0 0 78-15,16-25-32 16,8-17-185-16,3-8-79 0,-1-3-13 16,-6 6 175-1,-9 12 135-15,-5 17 290 0,-6 12 5 16,0 6-179-16,-6 6-90 16,-5 21 79-16,3 5-40 15,4 5 16-15,4 3-59 16,4-1-7-16,23-3-19 15,8-9 4-15,7-4-75 16,14-17-96-16,-7-6-206 16,-11 0-449-16</inkml:trace>
  <inkml:trace contextRef="#ctx0" brushRef="#br0" timeOffset="-118238.91">20804 12479 1603 0,'0'0'656'0,"0"0"-460"0,0 0-28 16,0 0-65-16,0 0-33 16,0 0-36-16,0 0-33 15,118 13 54-15,-68-2-55 16,1-6-1-16,2 2-43 16,-4-6-86-16,11-1-82 15,-15 0-329-15,-9-5-590 0</inkml:trace>
  <inkml:trace contextRef="#ctx0" brushRef="#br0" timeOffset="-118028">21190 12392 1377 0,'0'0'734'0,"0"0"-502"16,0 0-173-16,0 0-19 0,0 0-22 15,0 0-17-15,0 0 56 16,125 54-11-16,-114-20 21 15,-11 4-1-15,0 5 0 16,-20 1 8-16,-13 0-44 16,-5 0-19-16,-3-4-22 15,-3 4-26-15,13-14-194 16,8-9-359-16</inkml:trace>
  <inkml:trace contextRef="#ctx0" brushRef="#br0" timeOffset="-117256.98">21747 12326 1260 0,'0'0'496'15,"0"0"-222"-15,0 0 18 16,0 0-115-16,0 0-75 15,0 0-63-15,0 0-39 16,-26-6 45-16,1 32-45 16,-4 8 62-16,0 10 20 15,4 4-16-15,5 2 0 16,7-1-32-16,9-5-26 16,4-5 42-16,0-6-48 15,11-6 4-15,11-8-6 0,7-6 10 16,2-10-20-16,-2-3 10 15,-6 0-6-15,-8-16-21 16,-9-5 27-16,-6-4-3 16,0 3-9-16,-21 2-10 15,-6 4 13-15,-2 8-24 16,4 6-90-16,5 2-56 16,9 0-198-16,9 6-424 0</inkml:trace>
  <inkml:trace contextRef="#ctx0" brushRef="#br0" timeOffset="-117007.99">21968 12366 1560 0,'0'0'764'0,"0"0"-487"15,0 0-78-15,0 0-127 16,0 0-26-16,0 0-16 16,0 0-29-16,111-10 5 15,-68 10-6-15,-5 0-53 16,-3 0-45-16,-2 0-148 16,-10 0-258-16,-10-5-306 0</inkml:trace>
  <inkml:trace contextRef="#ctx0" brushRef="#br0" timeOffset="-116859.89">22141 12242 1527 0,'0'0'729'15,"0"0"-654"-15,0 0 2 16,-39 109 1-16,26-58 17 16,-4 4-48-16,5 4-47 15,-9 14-68-15,6-17-230 16,1-12-600-16</inkml:trace>
  <inkml:trace contextRef="#ctx0" brushRef="#br0" timeOffset="-113966.88">22382 11328 1099 0,'0'0'684'0,"0"0"-468"16,0 0-196-16,0 0 80 15,0 0-22-15,0 0 9 16,0 0 0-16,0-23-61 15,2 22-19-15,-2-2 17 16,2 2-12-16,-2 1 14 16,0 0-8-16,0 0-18 15,0 0 27-15,0 0-27 16,0 0-2-16,0 0-5 16,0 0 14-16,0 0-18 15,0 0 11-15,0 0 0 0,0 0-3 16,0 0 3-1,0 0 0-15,0 0 27 0,0 0-27 16,0 0 41-16,0 0 6 16,0 0 11-16,0 0 24 15,0 0-41-15,0 0-20 16,0 0 2-16,0 0-22 16,0 0-1-16,0 0 0 15,0 0 0-15,0 0-6 16,0 0-33-16,0-3-127 15,0-2-300-15</inkml:trace>
  <inkml:trace contextRef="#ctx0" brushRef="#br0" timeOffset="-105559.82">22465 11287 783 0,'0'0'492'0,"0"0"-354"16,0 0-74-16,0 0 96 0,0 0 5 16,0 0-64-16,0 0 29 15,0 0-33-15,0 0-23 16,0 0-17-16,0 0-29 15,0 0 12-15,0 0-14 16,0 0-16-16,0 0 88 16,0 0-49-16,0 0 34 15,0 0-14-15,0 0-31 16,0 0-8-16,6 0-22 16,10 0-1-16,11-6 39 15,9-2-46-15,4 7-1 16,-1 1-1-16,0 0-11 15,-6 20 13-15,-8 7 0 16,-5 8 0-16,-9 3 56 16,-6 4-24-16,-5 2 0 0,0 0 18 15,-7-2-37-15,-9-5 13 16,-1-3-26-16,-1-9 6 16,4-6 7-16,5-8-13 15,7-5-21-15,2-6 0 16,0 0-45-16,0-10 5 15,20-22-12-15,22-46-431 16,3-8-122-16,-7 6-36 16,-7 12 282-16,-27 45 380 15,-4 11 508-15,0 5 91 16,0 4-215-16,-8 3-152 16,-10 0-58-16,0 22-70 0,0 10 6 15,7 5-22-15,11 5-37 16,0 2-9-16,15 0-42 15,19-4-30-15,9-6 5 16,17-11-227-16,-12-8-332 16,-5-10-1012-16</inkml:trace>
  <inkml:trace contextRef="#ctx0" brushRef="#br0" timeOffset="-105196.91">23310 11446 1530 0,'0'0'699'0,"0"0"-486"16,0 0 49-16,0 0-108 16,0 0-54-16,0 0-42 0,0 0-44 15,93 8 2-15,-48-4-16 16,0 3-30-16,-1 0 29 15,7 1-181-15,-13 0-273 16,-9-6-553-16</inkml:trace>
  <inkml:trace contextRef="#ctx0" brushRef="#br0" timeOffset="-104743.13">23992 11253 927 0,'0'0'775'15,"0"0"-563"-15,0 0-42 16,0 0 71-16,0 0-65 16,0 0-91-16,0 0-83 15,-34 12 69-15,13 27-7 16,-4 8 35-16,7 6-17 16,7-1-43-16,9-2 9 15,2-8-48-15,0-4 13 0,13-9-4 16,7-4-9-16,3-11 0 15,-2-6-1-15,2-8-26 16,-7 0 21-16,-8-8-3 16,-3-11-15-16,-5-6 1 15,-5-1 14-15,-15 4 9 16,-7 6 0-16,0 8-8 16,6 8-40-16,5 0-177 15,5 0-279-15,11 5-251 0</inkml:trace>
  <inkml:trace contextRef="#ctx0" brushRef="#br0" timeOffset="-104505.63">24558 11194 1358 0,'0'0'664'0,"0"0"-634"16,0 0-29-16,0 0 80 16,25 143 108-16,-41-76-76 15,-20 7-52-15,-8 3-45 16,-10 1-16-16,-35 18-81 16,16-20-149-16,3-16-377 0</inkml:trace>
  <inkml:trace contextRef="#ctx0" brushRef="#br0" timeOffset="-104046.16">22627 11078 1222 0,'0'0'370'0,"0"0"-272"16,0 0 29-16,-113 83 49 15,91-23 54-15,13 19-45 16,9 9-61-16,4 6-44 0,28-1-77 15,5-6 12-15,13-9-30 16,2-7-67-16,29-10-86 16,-16-15-345-16,-7-17-1177 15</inkml:trace>
  <inkml:trace contextRef="#ctx0" brushRef="#br0" timeOffset="-103412.88">25060 11064 1137 0,'0'0'895'15,"0"0"-687"-15,0 0-113 16,0 0-89-16,0 0 34 0,0 0 34 16,0 0 37-16,-141 147 46 15,112-66-63-15,11 3-51 16,9-2 44-16,9-6-86 15,0-9 3-15,9-4-4 16,16-13-28-16,4-8-24 16,4-13-130-16,12-21-111 15,-9-8-210-15,-5 0-365 16</inkml:trace>
  <inkml:trace contextRef="#ctx0" brushRef="#br0" timeOffset="-103049.29">25071 11419 1646 0,'0'0'590'16,"0"0"-414"-16,0 0-74 0,0 0-48 16,0 0-30-16,0 0 64 15,0 0-65-15,127-7 6 16,-121 51 48-16,-6 4-12 16,0 3 17-16,-6 2-43 15,-9-7-38-15,3-7 47 16,3-14-47-16,5-6 6 15,4-12-7-15,0-4-34 16,0-3 12-16,0 0-4 16,11-26-16-16,5-15-20 15,1-13-183-15,-3-4-39 0,-3 4 105 16,-7 14 179 0,-2 16 166-16,-2 16 36 0,0 8-100 15,0 6 1-15,0 22-64 16,0 7 39-16,0 9-32 15,0 2-46-15,19 0-10 16,7-9-83-16,19-4-123 16,-8-15-79-16,-6-10-442 0</inkml:trace>
  <inkml:trace contextRef="#ctx0" brushRef="#br0" timeOffset="-102861.99">25459 11504 2072 0,'0'0'559'0,"0"0"-441"0,0 0 67 16,0 0-122-16,0 0-28 15,0 0-35-15,125-2 0 16,-81 2-15 0,-1 0-71-16,-6 6-138 0,1-3-55 15,-11 3-381-15,-7-6-950 0</inkml:trace>
  <inkml:trace contextRef="#ctx0" brushRef="#br0" timeOffset="-102614.02">25692 11281 18 0,'0'0'1957'0,"0"0"-1661"16,0 0-280-16,0 0 37 15,0 0 29-15,-58 149-1 16,43-89-55-16,4 2-20 16,0-1-12-16,6 8-58 15,3-14-161-15,2-16-381 0</inkml:trace>
  <inkml:trace contextRef="#ctx0" brushRef="#br0" timeOffset="-102130.71">26217 11194 1000 0,'0'0'842'0,"0"0"-633"15,0 0-107-15,0 0-18 16,0 0 17-16,-139 32 10 16,104 15 8-16,1 10 7 15,8 5-8-15,7 0-47 16,11-5 23-16,6-2-78 16,2-7 1-16,0-8 5 15,16-5-10-15,3-14-13 16,4-5 1-16,-6-9 0 15,-1-7-6-15,-5 0 12 16,-4-23-12-16,-5-7-6 16,-2-3-34-16,0-1 40 0,-5 3-11 15,-8 9-32-15,2 8 6 16,9 4-206 0,2 4-237-16,0-1-479 0</inkml:trace>
  <inkml:trace contextRef="#ctx0" brushRef="#br0" timeOffset="-101924.93">26533 11159 2172 0,'0'0'356'0,"0"0"-356"0,0 0 7 16,23 126 24-1,-26-56 7-15,-26 11-6 0,-11 5-32 16,-9 5-13-16,-34 29-54 16,10-24-154-16,7-18-358 0</inkml:trace>
  <inkml:trace contextRef="#ctx0" brushRef="#br0" timeOffset="-101166.33">22862 12228 1111 0,'0'0'809'16,"0"0"-563"-16,0 0-77 15,0 0-19-15,0 0-24 16,0 0-74-16,165-4-50 15,-69 4 27-15,35 2 13 16,43 7 37-16,24 0 38 16,9-6-54-16,5-3-12 15,-4 0-16-15,10 0-18 16,2 0-11-16,2 0-6 16,-4-3 0-16,-6 1 18 15,-9-2-18-15,-16-2 0 0,-20 2 0 16,-35 0 3-16,-36 2-10 15,-27 1-14-15,-18-2-27 16,0-1 38-16,-4 2-89 16,-7-2-88-16,-18-3-82 15,-15 2-392-15</inkml:trace>
  <inkml:trace contextRef="#ctx0" brushRef="#br0" timeOffset="-99882.85">24035 12818 1622 0,'0'0'583'15,"0"0"-358"-15,0 0 29 16,0 0-81-16,0 0-106 16,0 0-67-16,0 0 15 15,95-51-15-15,-55 51-1 16,-2 0-8-16,-4 17 9 16,-10 6 8-16,-6 12-8 15,-12 2 2-15,-6 7 53 16,0 4-29-16,-13 1 6 15,-5-7-8-15,3-8-24 16,1-8 6-16,8-12-6 0,4-8-30 16,2-3 29-1,0-3-36-15,0-7-1 0,15-21-4 16,9-16-204-16,5-10-37 16,-2-7-45-16,-6 6-4 15,-8 13 332-15,-9 13 60 16,-4 18 305-16,0 11-100 15,-7 0-89-15,-8 16-57 16,1 13-46-16,4 9-19 16,5 2 22-16,5 3-66 15,5-3-9-15,24-2-1 16,8-7-64-16,26-14-88 16,-7-9-159-16,-10-8-575 0</inkml:trace>
  <inkml:trace contextRef="#ctx0" brushRef="#br0" timeOffset="-99741.49">24614 12934 978 0,'0'0'1460'15,"0"0"-1180"-15,0 0-207 16,0 0-24-16,0 0-49 16,123-12-21-16,-59 12-70 15,-10 0-272-15,0 0-850 0</inkml:trace>
  <inkml:trace contextRef="#ctx0" brushRef="#br0" timeOffset="-99403.1">25397 12617 1285 0,'0'0'778'15,"0"0"-691"-15,0 0-78 16,0 0 186-16,0 0-12 16,-137 102-2-16,110-54-60 15,12 4-33-15,9-2-26 16,6-3-46-16,4-5-14 16,25-6 43-16,9-10-45 15,2-6-1-15,5-12-12 0,-6-6-32 16,-7-2 6-16,-12-4 3 15,-14-16 4-15,-6-6 24 16,-8 0-14-16,-25 2 14 16,-10 6-8-16,-4 11-51 15,-18 7-103-15,12 14-132 16,8 5-473-16</inkml:trace>
  <inkml:trace contextRef="#ctx0" brushRef="#br0" timeOffset="-98465.85">26751 12173 1622 0,'0'0'660'0,"0"0"-438"16,0 0-9-16,0 0-12 0,0 0-136 15,0 0-38-15,127-26-15 16,-73 22-12-16,0 1 1 16,-3 3-1-16,-4 0-40 15,-14 0 22-15,-15 7-217 16,-9 8-258-16,-9-1-446 0</inkml:trace>
  <inkml:trace contextRef="#ctx0" brushRef="#br0" timeOffset="-98348.96">26821 12356 1741 0,'0'0'552'16,"0"0"-484"-16,0 0 29 15,0 0 14-15,185 0-111 16,-120-5-113-16,-7-4-465 0</inkml:trace>
  <inkml:trace contextRef="#ctx0" brushRef="#br0" timeOffset="-92541.42">27692 12434 1508 0,'0'0'317'16,"0"0"-297"-16,0 0 5 0,132-58-25 16,-46 4-117-16,-9 5-152 15,-13 6-238-15</inkml:trace>
  <inkml:trace contextRef="#ctx0" brushRef="#br0" timeOffset="-92354.86">28281 11904 702 0,'0'0'665'0,"0"0"-369"15,0 0-14-15,0 0-50 16,0 0-41-16,0 0-120 16,0 0-49-16,4-32 74 15,-4 65-95-15,-4 17 98 16,-5 12 47-16,0 6-116 16,0 5 2-16,0-1-32 15,2 0-50-15,5 6 7 16,0-15-323-16,2-21-768 0</inkml:trace>
  <inkml:trace contextRef="#ctx0" brushRef="#br0" timeOffset="-91447.71">28863 12085 1746 0,'0'0'702'0,"0"0"-566"15,0 0 60-15,0 0-7 16,0 0-162-16,0 0 130 16,0 0-157-16,0-7 6 15,0-7-11-15,6-7 5 16,10-5-34-16,8-2-17 15,5 1-103-15,4 0 143 16,2 7-32-16,-9 6 43 16,-6 10-30-16,-9 4 30 15,-11 14 0-15,0 22-1 16,-22 16 19-16,-25 10 106 16,-13 6-124-16,-13-1 1 15,-1-7 38-15,7-11-37 16,11-10-2-16,12-12 0 15,15-13 19-15,13-9-65 0,9-5 46 16,7 0-14-16,0-10-34 16,14-12-67-16,12 3 59 15,8 0 39-15,6 7 34 16,6 9 41-16,8 3-30 16,6 0-20-16,11 17 96 15,6 0-93-15,8-5 10 16,-4 0-21-16,-2-4 15 15,-8-5-68-15,-4-3-81 16,-18 0-444-16,-16-2-464 0</inkml:trace>
  <inkml:trace contextRef="#ctx0" brushRef="#br0" timeOffset="-90865.74">28296 12035 1722 0,'0'0'594'16,"0"0"-545"-16,0 0 89 15,0 0-105-15,0 0-33 16,-137 4 49-16,76 23-43 16,-8 7-6-16,-38 34 0 15,18-6-125-15,4-10-227 0</inkml:trace>
  <inkml:trace contextRef="#ctx0" brushRef="#br0" timeOffset="-89615.84">27812 12293 1054 0,'0'0'333'16,"0"0"-169"-16,0 0-34 16,0 0 41-16,0 0 24 15,0 0-84-15,0 0 58 16,0 3 3-16,0-3-75 15,0 0 35-15,0 0-114 16,0 0-1-16,0 0 54 16,0 0-59-16,3 0 8 15,8 0 2-15,7-8 9 16,9-7-10-16,4-2-21 16,8-1-33-16,7-4-5 15,0-3-16-15,1 2-7 16,-3-2 34-16,-3-1-58 0,-5 1 67 15,-5-1-34-15,-7 1 52 16,-1-1-39-16,-8 2 39 16,-1 0 0-16,-3 4-1 15,-3 3 17-15,-3 5 84 16,-1 3-23-16,-4 5-41 16,3 3 112-16,-3-2-148 15,0 3 16-15,0 0-5 16,0 0 19-16,0 0 4 15,0 0-34-15,0 0 0 16,0 0 44-16,0 0-44 0,0 0 0 16,0 0 0-1,0 0 26-15,0 0-58 0,0 12 32 16,0 10-15-16,-9 14-54 16,-2 8 19-1,-14 23-167-15,5-13-165 0,-2-8-785 16</inkml:trace>
  <inkml:trace contextRef="#ctx0" brushRef="#br0" timeOffset="-86062.94">2253 14177 1088 0,'0'0'899'16,"0"0"-664"-16,0 0 4 16,0 0 41-16,0 0-91 15,0 0-32-15,0 0-94 16,29-55-61-16,0 26 11 0,9-7-13 16,7 0 0-1,3-3-19-15,6-2-11 0,0 4 15 16,-3-3-61-16,-7 4-26 15,-8 4 8-15,-11 3 25 16,-15 6 36-16,-2 5 11 16,-8 6 22-16,0 3 39 15,0 8-11-15,0-2-6 16,0 3-13-16,0 0-9 16,-10 25-21-16,-1 15 21 15,1 19 0-15,-2 16 53 16,5 12-20-16,3 1 7 0,0-2 17 15,-1-6-42-15,1-10 4 16,-6-4-11-16,0-13-2 16,-4-7 4-16,-6-6-10 15,-4-8 0-15,-8-5-4 16,-3-10 4-16,2-9 0 16,4-8-12-16,4 0 12 15,11-22 0-15,12-16 0 16,2-8-9-16,29-12-1 15,18-1-34-15,13 1-59 16,27-16-106-16,-13 14-77 16,-14 9-347-16</inkml:trace>
  <inkml:trace contextRef="#ctx0" brushRef="#br0" timeOffset="-85882.08">3073 13261 2140 0,'0'0'358'0,"0"0"-358"15,0 0-25-15,0 0 16 16,-37 157 1-16,16-36 8 16,8-17-114-16,2-14-441 0</inkml:trace>
  <inkml:trace contextRef="#ctx0" brushRef="#br0" timeOffset="-85325.85">3586 13459 1562 0,'0'0'404'0,"0"0"-297"0,0 0-54 16,0 0 61-16,-138 87 43 15,100-28 24-15,0 11-26 16,7 9-43-16,2 1-26 16,9-2-42-16,7-6 10 15,8-1-53-15,5-7-2 16,5-6-18-16,19-9-55 15,30-10-124-15,-6-13-388 16,-2-18-710-16</inkml:trace>
  <inkml:trace contextRef="#ctx0" brushRef="#br0" timeOffset="-84979.71">3704 13756 1497 0,'0'0'298'0,"0"0"-150"16,0 0 109-16,0 0-69 16,-102 102 10-16,84-51-54 15,9 7-18-15,7-3-38 16,2-1-40-16,7-3-6 15,19-12-35-15,10-5 2 16,4-9 6-16,1-11-15 0,-4-8-1 16,-8-6-18-16,-12 0-8 15,-11-16 26-15,-6-10-39 16,-14 0-31-16,-19-4 56 16,-7 5-55-16,-8 10-27 15,-7 15-53-15,13 0-104 16,10 1-447-16</inkml:trace>
  <inkml:trace contextRef="#ctx0" brushRef="#br0" timeOffset="-84265.97">3983 13746 1585 0,'0'0'618'15,"0"0"-429"-15,0 0 62 16,0 0-7-16,0 0-101 15,0 0-25-15,0 0-40 16,12-16-57-16,9 12-4 16,10-4-17-16,8 4-23 0,1 4 2 15,0 0-106-15,9 7-60 16,-11 5-317-16,-12-1-596 0</inkml:trace>
  <inkml:trace contextRef="#ctx0" brushRef="#br0" timeOffset="-84002.82">4500 13531 1925 0,'0'0'316'16,"0"0"-303"-16,0 0 8 15,0 0 10-15,96 116 52 0,-78-47 21 16,-7 11-11-16,-9 7-26 16,-2 1 38-16,-9 2-28 15,-18-6-44-15,-4-4-33 16,-2-8-18-16,-9 5-40 16,8-24-207-16,8-16-489 0</inkml:trace>
  <inkml:trace contextRef="#ctx0" brushRef="#br0" timeOffset="-83664.86">5225 13957 2133 0,'0'0'562'16,"0"0"-411"-16,0 0-28 16,0 0-50-16,0 0 8 15,0 0-47-15,0 0-5 16,113 0-22-16,-61 0 2 0,8 0 15 15,5 5-24 1,-3-3-18-16,-4 5 18 0,-5-2-129 16,-6 9-106-16,-16 0-362 15,-16-3-510-15</inkml:trace>
  <inkml:trace contextRef="#ctx0" brushRef="#br0" timeOffset="-83483.77">5195 14141 1500 0,'0'0'838'16,"0"0"-535"-16,0 0-49 15,0 0-96-15,133-12-86 0,-69 2-72 16,5-1 14 0,0 6-31-16,-2 3 7 0,13-10-75 15,-20 6-201-15,-12-6-603 16</inkml:trace>
  <inkml:trace contextRef="#ctx0" brushRef="#br0" timeOffset="-83313.01">5623 13767 2451 0,'0'0'558'0,"0"0"-551"15,0 0 20-15,0 0-27 16,-104 142 34-16,61-72-23 15,1 12-4-15,2 8-14 16,0 26-62-16,11-19-118 0,5-24-444 0</inkml:trace>
  <inkml:trace contextRef="#ctx0" brushRef="#br0" timeOffset="-82451.79">7318 14345 988 0,'0'0'1170'0,"0"0"-810"0,0 0-203 16,0 0-35-1,0 0-103-15,120-98-7 0,-68 56-16 16,0-2 4-16,0-4-41 15,-5-3-20-15,-7 0-62 16,-11 2 26-16,-14-1-20 16,-5 10 44-16,-10 8 73 15,0 12 25-15,0 10 51 16,0 10-14-16,-10 0-50 16,-1 32-1-16,1 32 5 15,3 38 70-15,2 31 53 16,1 5-60-16,1-22-16 15,-3-29 1-15,0-31-36 16,-4-7 0-16,-5 6-28 16,-6 3 0-16,-8 0 14 0,-4-9-14 15,-2-17 0 1,-3-10-3-16,5-14 9 0,8-8-3 16,9-18-3-16,14-22-30 15,2-19 21-15,24-2-12 16,21-12-9-16,10 3-68 15,32-23-144-15,-10 17-111 16,-15 13-401-16</inkml:trace>
  <inkml:trace contextRef="#ctx0" brushRef="#br0" timeOffset="-82283.83">8140 13511 1629 0,'0'0'1016'15,"0"0"-810"-15,0 0-206 16,0 0-4-16,0 0-2 16,-118 151-17-16,76-46-32 15,11-12-195-15,8-14-595 0</inkml:trace>
  <inkml:trace contextRef="#ctx0" brushRef="#br0" timeOffset="-81777.96">8642 13433 1380 0,'0'0'547'15,"0"0"-447"-15,0 0-63 16,0 0 74-16,-78 106 47 16,47-40 51-16,-1 15-63 15,3 7-13-15,0 4-38 16,9-1-27-16,5-5-25 0,11-10-43 15,4-6 9-15,2-8 6 16,22-8-15-16,8-9-22 16,7-9-10-16,7-13-68 15,2-10-70-15,4-13-54 16,-6-4-63-16,-5-24-36 16,-12-15-178-16,-12 0 422 15,-11-3 79-15,-6 0 273 16,-8 11 98-16,-17 5-3 15,-8 12-71-15,-5 9-85 16,-6 9-139-16,-1 5-43 16,-1 24-22-16,0 12-8 0,7 7-67 15,3 16-132-15,11-12-189 16,9-11-710-16</inkml:trace>
  <inkml:trace contextRef="#ctx0" brushRef="#br0" timeOffset="-81000.19">8187 13802 905 0,'0'0'313'0,"0"0"32"15,-82 122-11-15,53-49-3 16,10 6-109-16,15 8-57 16,4-3-58-16,10-8-22 15,23-4-61-15,11-13-9 0,14-11-15 16,11-9-3 0,36-10-79-16,-13-15-210 0,-15-11-697 0</inkml:trace>
  <inkml:trace contextRef="#ctx0" brushRef="#br0" timeOffset="-80738.08">9317 13858 848 0,'0'0'681'0,"0"0"-388"0,34 109 31 16,-30-47-109-16,-4 10-42 15,-2-2-41-15,-18 2-83 16,-6 1-16-16,-9-10-33 16,0-5-45-16,-18-1-80 15,8-17-369-15,5-19-922 0</inkml:trace>
  <inkml:trace contextRef="#ctx0" brushRef="#br0" timeOffset="-80316.38">8751 13837 1607 0,'0'0'857'0,"0"0"-601"16,0 0-93-16,0 0-30 16,0 0-77-16,0 0-32 15,0 0-16-15,89-25-8 16,-48 21-9-16,-1 1-42 15,-3-2-28-15,5-11-99 16,-7-1-292-16,-14-3-271 0</inkml:trace>
  <inkml:trace contextRef="#ctx0" brushRef="#br0" timeOffset="-80183.77">8981 13578 1741 0,'0'0'785'15,"0"0"-544"-15,0 0-183 0,0 0-16 16,0 0-17-16,-76 148-11 15,58-72-7-15,0 14-7 16,1 29-127-16,3-22-176 16,3-18-520-16</inkml:trace>
  <inkml:trace contextRef="#ctx0" brushRef="#br0" timeOffset="-79447.19">10684 14205 1640 0,'0'0'662'16,"0"0"-433"-16,0 0 54 15,0 0-114-15,0 0-63 16,0 0-43-16,0 0-62 16,60 4-2-16,-14-1 0 15,10-3 1-15,2 5 0 16,3-1-3-16,-6-2-56 0,-5 1-17 15,0 4-139-15,-11-1-255 16,-17-4-383-16</inkml:trace>
  <inkml:trace contextRef="#ctx0" brushRef="#br0" timeOffset="-79266.86">10755 14319 1324 0,'0'0'772'15,"0"0"-492"-15,0 0-26 16,0 0-75-16,0 0-102 16,0 0-38-16,154 9-39 0,-94-9-17 15,-2 0-39-15,6 0-159 16,-12-7-75 0,-14-7-570-16</inkml:trace>
  <inkml:trace contextRef="#ctx0" brushRef="#br0" timeOffset="-79100.89">11386 14075 2284 0,'0'0'594'0,"0"0"-503"15,0 0-58-15,0 0-21 16,0 0 5-16,-23 110 5 16,-6-37-6-16,-13 6-16 15,-5 6-52-15,-20 15-115 16,12-22-216-16,10-20-932 0</inkml:trace>
  <inkml:trace contextRef="#ctx0" brushRef="#br0" timeOffset="-77466.97">12028 14291 1497 0,'0'0'536'0,"0"0"-454"15,0 0-63-15,0 0 27 16,149-62-45-16,-97 28 4 16,2-2-5-16,-4-4-57 15,-5-6-83-15,-9 3 25 0,-14 3 61 16,-11 3 50-16,-11 6 4 15,0 7 110-15,0 6 54 16,-13 10-71-16,-3 7-34 16,1 1-58-16,-3 17-1 15,-1 27 1-15,4 35 82 16,1 37 52-16,6 32 0 16,3-10-42-16,1-22 24 15,-2-38-69-15,-2-21-18 16,-5 9 4-16,-7 2-32 15,-5 4 2-15,-8-9-3 16,-7-14-1-16,-6-11 21 16,-1-15-19-16,-1-11-2 0,8-12 22 15,14-8-13-15,10-31-18 16,16-16 3-16,7-17-10 16,35-11 15-16,18-3-19 15,16 2-24-15,7 4-125 16,32-18-124-16,-21 22-236 15,-14 9-485-15</inkml:trace>
  <inkml:trace contextRef="#ctx0" brushRef="#br0" timeOffset="-77233.13">12949 13680 1545 0,'0'0'308'0,"0"0"-154"15,0 0 25-15,-118 96-3 16,77-26 13-16,8 8-61 0,8 6-39 16,16-5-23-16,9-7-42 15,3-8 2-15,23-8-26 16,12-14 0-16,9-6-7 16,5-11-92-16,1-12-101 15,9-13-91-15,-13-16-258 16,-13-12-587-16</inkml:trace>
  <inkml:trace contextRef="#ctx0" brushRef="#br0" timeOffset="-76896.88">13058 14022 1126 0,'0'0'801'16,"0"0"-683"-16,0 0-118 16,0 0 0-16,0 0 13 15,0 0 34-15,0 0 30 16,12 39-12-16,-8-24 10 15,-2 5 19-15,-2 3-33 16,0 3-9-16,0 0 19 16,0 3-19-16,0-6 3 15,-2 3-29-15,-2-5-4 16,-2 6 23-16,2-5-17 16,2 2 7-16,2 0 16 15,0 4-50-15,0-5 12 16,0-2-12-16,0-1 6 0,12-3 5 15,0-8-12-15,4 1-12 16,0-5 6-16,0-3-20 16,-1-2-8-16,3 0-53 15,1-8-78-15,6-28-96 16,-4 5-305-16,-6-1-294 0</inkml:trace>
  <inkml:trace contextRef="#ctx0" brushRef="#br0" timeOffset="-76534.9">13344 14080 1011 0,'0'0'381'16,"0"0"-118"-16,0 0-44 15,0 0-2-15,0 0-87 16,0 0-49-16,0 0-39 16,-90-25-30-16,59 59 32 15,2 10 54-15,9 6 45 16,7 2-10-16,8-3-68 15,5-4-27-15,0-5 5 0,26-4-42 16,8-5-2-16,11-13-31 16,3-8-49-16,18-10-97 15,-16-6-163-15,-9-15-374 0</inkml:trace>
  <inkml:trace contextRef="#ctx0" brushRef="#br0" timeOffset="-76337.8">13626 13830 1765 0,'0'0'636'0,"0"0"-571"16,0 0-15-16,0 0 26 0,96 116 25 16,-78-54 5-1,-11 13-53-15,-7 7-32 16,-9 4-21-16,-53 28-78 0,4-24-156 15,0-16-643-15</inkml:trace>
  <inkml:trace contextRef="#ctx0" brushRef="#br0" timeOffset="-74718.89">14555 13984 325 0,'0'0'986'16,"0"0"-663"-16,0 0-56 16,0 0 8-16,0 0-117 15,0 0-43-15,0 0 3 16,6-50-38-16,-6 50-11 15,2 0 7-15,0 0-40 16,2 21-23-16,3 11-11 0,-1 11 47 16,0 10 5-16,-4 1-36 15,-2 0 0-15,0-4 11 16,0-7-28-16,0 1 1 16,0-7-2-16,0-1-33 15,0-1-35-15,0-9-138 16,6-10-96-16,-2-9-174 15,1-7-193-15</inkml:trace>
  <inkml:trace contextRef="#ctx0" brushRef="#br0" timeOffset="-74463.93">14957 14075 973 0,'0'0'853'0,"0"0"-713"16,0 0-96-16,0 0 3 15,0 0 121-15,-140 84-51 16,88-50-34-16,6-2-21 16,12-6-51-16,14-2-1 15,11-6 9-15,9 0-18 16,5 0-2-16,26 0 2 16,9-1 7-16,9-4-8 15,5-7-30-15,-1-3-35 16,-4-3-17-16,7 0-159 0,-16-12-49 15,-11-5-324-15</inkml:trace>
  <inkml:trace contextRef="#ctx0" brushRef="#br0" timeOffset="-73469.86">15225 13709 760 0,'0'0'748'0,"0"0"-641"16,0 0-11-16,0 0 82 16,-20 119 52-16,13-64-39 15,7 3-65-15,0 0-2 0,0 0-15 16,0-5-72 0,0-4 5-16,5-5-41 0,1-8 0 15,-2-10-1-15,1-7-18 16,-1-6-33-16,1-6-47 15,2-7 35-15,3 0 31 16,9-11-1-16,5-12-52 16,10-8-139-16,1-3-39 15,1 8 86-15,-7 6 174 16,-7 8 3-16,-9 7 88 16,-8 5 0-16,-3 0 32 15,0 7 56-15,-2 10-10 16,0 6-61-16,3 0-38 15,-1 0-17-15,5 0-2 0,1-6-36 16,3-3 0-16,3-2 18 16,4-4-29-16,2-6 9 15,4-2-10-15,5 0-18 16,0-7-23-16,3-13-15 16,-6-3-7-16,-6 3 21 15,-6 5 37-15,-8 6 5 16,-4 4 39-16,-2 5-23 15,0 0 20-15,0 5-27 16,0 11 45-16,0 4 57 16,0 2-72-16,0-4 4 15,3 0-25-15,8-4 3 16,0-2 11-16,0-7-32 0,-1-2 0 16,-4-3-1-16,-2 0-8 15,1 0 9-15,-1-16-1 16,0-12-104-1,4-6 25-15,3-2-25 0,-1 0-22 16,6 6 79-16,3 7 48 16,-4 12 22-16,3 9-8 15,-3 2-13-15,3 2 43 16,0 14 1-16,0 3 47 16,4 4 9-16,2-3-59 15,7-4 6-15,6-2-18 16,5-6 0-16,5-6 4 15,-1-2-34-15,2 0-9 0,-9-6-15 16,-3-11-40 0,-9-2-14-16,-7-3-32 0,-9 0 16 15,-7 1 32-15,-4 8 41 16,0 4 21-16,0 9 15 16,-6 0-15-16,-7 27 0 15,-3 15 17-15,1 14 33 16,-2 10 23-16,7 9-3 15,0 1-3-15,4 3 17 16,1-2-21-16,1-1-22 16,0-4-24-16,-1-9-17 15,0-9 11-15,1-8-11 16,2-13-12-16,-5-7 11 16,-1-11-69-16,-6-10-12 15,-11-5 20-15,-8 0 13 0,-38-35-85 16,6-2-168-16,1-7-340 15</inkml:trace>
  <inkml:trace contextRef="#ctx0" brushRef="#br0" timeOffset="-73291.86">15533 13984 1761 0,'0'0'622'15,"0"0"-476"-15,0 0-64 16,0 0-52-16,137-80-30 16,-96 80-31-16,5 8-121 0,-8 14-368 15,-11 2-745-15</inkml:trace>
  <inkml:trace contextRef="#ctx0" brushRef="#br0" timeOffset="-72682.92">17407 13898 1899 0,'0'0'537'16,"0"0"-421"-16,0 0 0 15,0 0-79-15,0 0-29 16,0 0-8-16,0 0 0 16,0 117 42-16,3-52 31 15,-3 6-21-15,0-3-1 16,0-8-28-16,0-7-22 16,0-11-2-16,0-15 1 15,0-8-12-15,0-9 11 0,0-4-57 16,0-6-20-16,0 0-16 15,10-16 8-15,13-18-85 16,17-45-380-16,-5 7-123 16,-1 3-327-16</inkml:trace>
  <inkml:trace contextRef="#ctx0" brushRef="#br0" timeOffset="-71895.46">17603 14069 1315 0,'0'0'826'0,"0"0"-497"16,0 0-192-16,0 0-112 15,0 0 64-15,-78 120-39 16,63-76 9-16,8-2-30 15,7-6-20-15,2-8-2 16,22-8-7-16,13-10 0 16,7-10-7-16,7 0-14 0,7-24-44 15,-2-14 6-15,-1-11-66 16,-3-18-21-16,-5-9-123 16,-7-9-60-16,-7 1-57 15,-6 12 386-15,-12 14 379 16,-7 21 172-16,-8 17-327 15,0 15-143-15,-3 5-68 16,-17 13-11-16,-3 22 37 16,-1 14 13-16,0 9 26 15,1 12-22-15,5 1-29 16,3-1 5-16,3-5-26 16,6-11-5-16,2-9 10 15,1-13-10-15,3-11-2 0,0-7 1 16,0-8-21-1,0-6 20-15,0 0-11 16,11 0 4-16,14-18 2 16,2-5-48-16,0-6-71 0,-3 7-42 15,-9 6 139-15,-6 10 28 16,-9 6 0-16,0 0 1 16,0 10 6-16,0 16 53 15,0 0 10-15,0 2-24 16,5 3-28-16,13-7 9 15,15-3-20-15,10-7-6 16,10-7-1-16,12-7-15 0,6 0-61 16,8-15-47-1,-2-10-46-15,-1-10-4 0,-5-4-52 16,-10-7 69-16,-17 9 106 16,-17 4 50-1,-18 12 284-15,-9 8 57 0,-9 10-161 16,-25 3-115-16,-8 0-29 15,-5 17 34-15,-1 10 11 16,5 1-39-16,11-2-12 16,10-3-29-16,13-6-1 15,7-2 0-15,2-10-29 16,7 2-5-16,19-7 33 16,10 0-68-16,7-5-59 15,-1-13-75-15,-5-3 16 16,-8 4 110-16,-8 8 77 0,-13 2 141 15,-3 7-19-15,-2 0-97 16,-3 16-17-16,0 10 14 16,2 2-1-16,0 2-21 15,5-4-91-15,4-13-123 16,-2-8-281-16,0-5-864 0</inkml:trace>
  <inkml:trace contextRef="#ctx0" brushRef="#br0" timeOffset="-71712.75">18835 13750 1610 0,'0'0'670'0,"0"0"-554"0,0 0-91 16,0 0-25-16,0 0-4 15,0 0 3-15,101 133-26 16,-146-66-101-16,3-9-355 15,2-14-720-15</inkml:trace>
  <inkml:trace contextRef="#ctx0" brushRef="#br0" timeOffset="-71436.36">19350 14185 324 0,'0'0'1636'0,"0"0"-1454"16,0 0-123-16,0 0 48 15,85 106-76-15,-44-78-5 16,5-2 10-16,6-7-36 15,2-6-13-15,-2-11-94 16,13-4-155-16,-14-20-281 16,-11-4-593-16</inkml:trace>
  <inkml:trace contextRef="#ctx0" brushRef="#br0" timeOffset="-71129.88">19894 14113 1213 0,'0'0'1043'15,"0"0"-812"-15,0 0-186 0,0 0 20 16,0 0 16-16,-124 87 21 15,104-46-19-15,11 2-28 16,9-2-16-16,0-2-31 16,9-8-7-16,17-6 16 15,8-9-17-15,6-13-9 16,4-3-29-16,-1-3-60 16,-3-25-98-16,-4-3 15 15,-7-4-24-15,-7 4 39 16,-7 9 166-16,-7 8 121 15,-6 9 179-15,-2 5-166 0,0 0-83 16,0 14-38 0,0 11 69-16,0 3 1 0,0 2-64 15,0-2-16-15,4-8-3 16,3 1-100-16,-3-21-109 16,-2 0-285-16,-2-6-776 0</inkml:trace>
  <inkml:trace contextRef="#ctx0" brushRef="#br0" timeOffset="-71000.83">20149 13916 2096 0,'0'0'537'16,"0"0"-537"-16,0 0-151 16,0 0-202-16,0 0 94 15,0 0-514-15</inkml:trace>
  <inkml:trace contextRef="#ctx0" brushRef="#br0" timeOffset="-70475.91">21339 13791 1935 0,'0'0'622'0,"0"0"-481"0,0 0-114 15,0 0-27 1,0 0 0-16,0 109 47 0,0-37 29 16,-8 11-8-16,-4 3-26 15,3-1-6-15,1-4-36 16,5-9 6-16,1-12-18 16,2-5 8-16,0-20-49 15,0-3-63-15,0-15-146 16,-5-8-128-16,-4-9-380 0</inkml:trace>
  <inkml:trace contextRef="#ctx0" brushRef="#br0" timeOffset="-69943.36">20918 14245 1891 0,'0'0'596'0,"0"0"-407"16,0 0-54-16,0 0-135 15,176-50-17-15,-45 35 9 16,33 1-65-16,-11 2-19 15,-30 7 82-15,-48 3 20 16,-37 2 67-16,-9 0 7 16,-11 12-63-16,-13 9 0 15,-5 16 1-15,-36 4 20 16,-11-2 21-16,0 1-53 16,5-8 1-16,10-10-11 15,15-8-2-15,11-6-13 0,6-8-46 16,2 0-57-16,25-4 54 15,10-17-76-15,10-12-110 16,-2-3-85-16,-8 1 19 16,-8 9 316-16,-13 7 267 15,-7 11 82-15,-9 8-113 16,0 0-147-16,0 18-67 16,0 8 78-16,0 3-39 15,2 4-7-15,13-6-27 16,8-3-26-16,6-8 43 15,4-7-44-15,1-9-9 16,2 0-25-16,-3-12-32 16,-1-12-53-16,-3-2-14 0,-6-2 16 15,0 4 76 1,-7 6 41-16,-5 7 106 0,-7 11 40 16,0 0-86-16,1 0-39 15,0 14-21-15,4 9 0 16,-3 2 13-16,1 0-13 15,-3-5-49-15,-1-7-121 16,-1-8-307-16,-2-5-457 0</inkml:trace>
  <inkml:trace contextRef="#ctx0" brushRef="#br0" timeOffset="-69783.99">22143 13786 2300 0,'0'0'561'0,"0"0"-561"16,0 0-2 0,0 0-84-16,-2 181-93 0,-29-45-89 15,2-13-317-15,0-20-549 0</inkml:trace>
  <inkml:trace contextRef="#ctx0" brushRef="#br0" timeOffset="-69698.02">21988 14562 977 0,'0'0'543'15,"0"0"-186"-15,0 0-19 16,0 0-177-16,0 0-119 15,0 0-42-15,0 0-513 0</inkml:trace>
  <inkml:trace contextRef="#ctx0" brushRef="#br0" timeOffset="-68712.79">23111 14275 1177 0,'0'0'583'16,"0"0"-476"-16,0 0-72 0,0 0 34 16,0 0-25-16,0 0 41 15,0 0-1-15,2-32-39 16,10 28 7-16,1 4 101 16,1 0-51-16,1 0-33 15,3 2-29-15,-1 20-27 16,0 8 16-16,-7 10-3 15,-8 6 15-15,-2 2 63 16,-4 1-41-16,-18-3 0 16,-2-6-18-16,1-8-33 15,3-8 3-15,7-9-15 16,7-8-4-16,0-5-8 0,6-2 5 16,0 0-10-1,0-16-4-15,18-18-10 0,7-24-318 16,8-8 29-1,1-7-58-15,-5 6-131 0,-9 18 509 16,-9 13 480-16,-9 19 72 16,-2 16-304-16,0 1-139 15,0 4-87-15,-4 20-8 16,-3 7 66-16,7 8-54 16,0 5-2-16,13 2-24 15,19-5-11-15,7-7-28 16,9-6-88-16,25-10-126 15,-13-12-258-15,-2-6-654 0</inkml:trace>
  <inkml:trace contextRef="#ctx0" brushRef="#br0" timeOffset="-68521.72">23943 14200 2184 0,'0'0'652'15,"0"0"-573"-15,0 0-10 16,0 0-5-16,0 0-63 16,147 0-1-16,-92 7-21 15,-1 3-68-15,-2 2-123 16,-17 0-105-16,-17-2-511 0</inkml:trace>
  <inkml:trace contextRef="#ctx0" brushRef="#br0" timeOffset="-68403.79">23970 14297 1365 0,'0'0'789'0,"0"0"-614"16,0 0-52-16,0 0 153 16,0 0-154-16,118 7-122 15,-26-7-136-15,-11 0-400 16,-6 0-670-16</inkml:trace>
  <inkml:trace contextRef="#ctx0" brushRef="#br0" timeOffset="-67036.66">25206 13812 553 0,'0'0'1297'15,"0"0"-934"-15,0 0-156 16,0 0-67-16,-19-112-79 16,-1 96-4-16,-9 4-14 15,-5 8-37-15,-8 4 15 16,-7 23 14-16,-7 30 18 15,-2 15 48-15,7 16-51 16,6 4-7-16,16-3-13 16,12-7-8-16,14-8 8 15,3-17-30-15,12-4 2 16,19-13 26-16,6-8-28 0,5-10 0 16,-1-6 0-1,-7-12-21-15,-12 0 21 0,-9-16 0 16,-11-12-30-16,-2-4 24 15,-8-6-23-15,-21 4 13 16,-5 8-8-16,-1 13-45 16,1 12-65-16,7 7-109 15,9 21-245-15,14-6-174 0</inkml:trace>
  <inkml:trace contextRef="#ctx0" brushRef="#br0" timeOffset="-66787.08">25528 14309 1582 0,'0'0'842'0,"0"0"-653"16,0 0-113-16,0 0 45 15,0 0-72-15,0 0-47 16,0 0-4-16,4-5-14 15,5 5-31-15,-2 0 37 16,0 0-3-16,-7 1 2 16,0 3 1-16,-12 3-101 15,-12-4-208-15,-3 1-455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520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87.94225" units="1/cm"/>
          <inkml:channelProperty channel="Y" name="resolution" value="138.46153" units="1/cm"/>
          <inkml:channelProperty channel="T" name="resolution" value="1" units="1/dev"/>
        </inkml:channelProperties>
      </inkml:inkSource>
      <inkml:timestamp xml:id="ts0" timeString="2022-10-21T08:28:06.3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4837 794 0,'-25'0'62,"0"0"-30,0 0 14,1 0-30,-26 49-16,-74-24 31,99 25-15,-99-1 15,99-24-15,-74 25-1,50-25 1,24 24 0,0-49-1,0 50 1,0-50 0,1 25-1,-1-1 1,25 1 124,-25 0-140,0-25 32,25 25-17,-25 0-15,1-1 16,24 1 15,-25 0-31,25 0 31,25-25 32,-1 0-47,1 0-1,0 0 1,0 0-1,24-25 1,100 0 0,25-24-16,248-51 31,-249 51-15,125-50-1,-224 99 1,25-25-1,-24-25 1,24 25 15,-74 25-31,0 0 32,-25 25 14,0 0-46,-25 0 16,0-25 0,0 49-1,-49-24-15,-50 25 32,99-25-17,0-1 1,0-24-1,50 0 79,25 0-78,49-49-1,124-1-15,273-123 32,-198 73-17,25 1 1,-125 25-16,75-25 31,-248 99-15,-50 49 31,-25 1-32,-24 49-15,-125 50 32,75-25-17,-25-50 1,50 1-16,-74 49 31,123-124-31,50 49 31,50-74 16,98 1-47,76-76 16,49 1-1,74-25 1,-74 50 0,24-1-1,-247 75 1,0 0 0,-150 75 30,1-26-46,-50 51 32,25-26-32,25 0 31,74-49-31,50-25 47,74 0-32,75-49 1,74-51 0,-25 1-16,25 50 31,0-51-15,-198 100-1,-75 25 16,-49 25-15,-75 74 15,74-50-15,51-49-16,-1 0 31,0 24 0,50-49 1,49 0-32,100-49 31,-100-1-15,1 50-1,-51-25-15,1 25 16,0 0 15,-50 50 0,-49 0 1,49-26-32,25 1 31,74-25-16,26 0 1,173-49 15,-125-1-31,-48 25 16,-51 25 0,-24 0-1,-50 50 16,-74 24-15,25 1 0,-1-26-1,26 1 1,24-50 0,25 25-1,25-25 1,74 0-1,298-75 17,-224 26-32,51-26 15,48-49 1,-222 124 0,0-25-1,-26 25-15,-24 25 31,-148 50-15,123-51 0,-25 1 15,100-25-15,99-49-16,74-26 15,124-148 16,-173 124-31,24 24 16,-123 51 0,-26-26-1,-24 50 1,-25 25 15,-74 24-15,-26 1-1,-24 24 1,-74-24-16,49 24 16,50 1-1,-100 49 17,175-124-17,48 0 63,-24 25-62,0-1 0,-49 26-1,-1-25 1,1 49-1,-26-49 1,1 25 0,74-1 15,-25-49-15,25 25-1,-50-25 391,-24 0-390,0 0 0,-1 0-1,-49 0 1,0 0-16,74 0 31,-49 0-15,99-25 31,0 0-32,25-24 1,25-1 0,-26-49-1,-24 74 1,0 0-1,-24 25 32,-51 0-31,26 0 0,-26 0-1,-49 50 1,75-50-1,-1 25 1,75-50 15,74-74-15,25 0 0,0 24-1,-74 26 1,-75 73 31,-25-24-32,-49 50 1,25 0 0,49-50-1,-25 24-15,1-24 31,73 0 16,76-24-31,-1-26-16,0-24 16,-49 74-1,-26 0 1,-48 0 31,24 24-32,74-48 48,50-1-63,0-25 15,25 1 1,-75 24 0,1 0-1,-50 25 1,-25 25 15,0 0-15,-100 49-1,76-24 1,-1-50 0,74 0 31,75 0-32,0 0 1,-24 0-1,-26 0-15,-49 0 16,-25 24 15,0 1-15,0 0 0,-25 25-1,0-26 1,25 1-1,25 0 1,25-25 0,98 0-1,-98 0 1,0 0 15,-26 25-31,-24 0 16,25-25-1,-25 74 1,-25-49 0,1 24-1,-1 1-15,74-50 47,26 0-31,-25 0-1,24 0 1,-74 25 31</inkml:trace>
  <inkml:trace contextRef="#ctx0" brushRef="#br0" timeOffset="3944.94">4118 868 0,'-50'-49'31,"100"98"-31,-125-148 16,50 74 0,25-24-1,-24-1 1,24 25-1,-25 0 1,25 1 0,-25 24 15,25 24 0,0 26-15,0-25-1,-50 24 1,50 1 0,-74 49-1,0-24 1,-125 123 0,100-124-1,0 1 1,24 24-1,50-99 1,25 25 0,25-25 15,25 0-15,49 0-1,248-99 1,-99 24-1,-74 1 1,148-75 0,-173 99-1,-25 26 17,-24-26-17,-76 50-15,1 0 16,0 0 15,-25 25 0,-25 0-31,0 24 16,-74-24 0,-25 74-1,25-24 1,74-26-1,-25 1 1,174-100 31,100-24-31,49-100-16,-1 75 15,-98 0 1,-25 49-1,-25 1-15,-74 24 16,-26 25 0,-24 25-1,0-1 1,-24 26 0,-76 24-1,75-49 1,1-25 15,123 0 16,-74 0-31,0 0 15,-25 25-16,0 25 17,-25-26-32,0 26 15,0-25 1,0 0 0,25-1-1,50-24 16,0 0-15,-50 25 0,49 0-1,-49 0 1,-25 24 0,-148 100 15,148-99-16,-25-25 1,25-25-16,125 0 63,49-25-48,-1-50 1,-24 51-16,-74-26 15,-25 50 1,0 0 0,-1 0 124,26-25-124,24-49 0,-49 24-16,25 25 31,-25-24-16,-100 49 17,-24 0-17,0 49 1,0 1 0,123-100 46,51 1-46,-50-1-1,24 1 1,-24 24 0,-50 25 30,25 25-30,75-25 47,24 0-63,0 0 15,-49 0 1,-1 0-1,-24 0 1,0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09:58:13.78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1462 6740 64 0,'0'0'644'0,"0"0"-507"15,0 0-44-15,0 0 34 16,0 0 13-16,0 0 44 16,-21-23 17-16,21 21-39 15,0 0-34-15,-2 2 13 16,0-2-24-16,0 2-47 15,0-2-13-15,2 2 7 0,-3 0-21 16,3 0 12-16,0 0 0 16,-2 0-15-16,2 0 3 15,0 0-32-15,-2 0-10 16,2 0 20-16,0 0-13 16,0 0-8-16,0 0 4 15,0 0-3-15,0 0-2 16,0 0-15-16,2 0-21 15,-2-1 28-15,2 1 3 16,-2 0 6-16,0 0 0 16,0 0 21-16,0 0 34 15,0 0-9-15,0 0-16 16,0 0 28-16,0 0-58 16,0 0 0-16,0 0-9 0,0 0-9 15,9 0-4-15,7 0-11 16,5 0 33-16,-2 0-15 15,-3 0 12-15,-7 0 3 16,-7 0 8-16,-2 0 29 16,0-6-10-16,-13-7-27 15,-5 1-6-15,0 5-18 16,2 4-39-16,0 3-102 16,8 12-366-16,3 0-195 0</inkml:trace>
  <inkml:trace contextRef="#ctx0" brushRef="#br0" timeOffset="432.72">2688 6242 838 0,'0'0'831'0,"0"0"-698"16,0 0-91-16,0 0-20 15,0 0 50-15,-147 91 82 16,93-40 6-16,-4 7-44 16,2 7-58-16,6-1-36 15,5-2-15-15,9-8-7 16,7-10-25-16,11-8-15 15,9-12-92-15,9-13-115 16,0-11-117-16,0 0-352 0</inkml:trace>
  <inkml:trace contextRef="#ctx0" brushRef="#br0" timeOffset="820.97">2180 6403 1257 0,'0'0'591'15,"0"0"-591"-15,0 0 2 16,0 0 61-16,46 117 65 16,-13-74 29-16,10-2-35 15,4-4-48-15,9-5-31 16,-1-8-12-16,3-8-27 0,1-8-4 16,-4-8-21-1,-6 0-29-15,-4-12-23 16,-10-13-17-16,-8-9-35 0,-14-1 5 15,-13-2 42-15,0 2-42 16,-13 5 105-16,-16 12 15 16,-4 13 56-16,-3 5 27 15,3 21-5-15,6 14 5 16,11 11 13-16,14 3-37 16,2-1-7-16,25-2-24 15,17-3-6-15,9-9 12 16,9-9-34-16,5-8-6 15,-1-13-26-15,1-4-51 16,-5-6-72-16,5-43-78 16,-18 2-149-16,-14-4-187 0</inkml:trace>
  <inkml:trace contextRef="#ctx0" brushRef="#br0" timeOffset="1041.08">3223 6198 1332 0,'0'0'322'0,"0"0"-98"15,0 0-129-15,0 0-45 16,0 0-46-16,0 0 134 16,2 121 37-16,-2-54-61 15,0 9-9-15,0 3-64 16,0-1-21-16,2-8-3 16,0-5-17-16,0-9-27 15,1-10-21-15,2-7-66 0,-3-14-58 16,-2-18-156-16,0-7-210 15,0 0-88-15</inkml:trace>
  <inkml:trace contextRef="#ctx0" brushRef="#br0" timeOffset="1198.79">3052 6543 1846 0,'0'0'521'15,"0"0"-424"-15,0 0-63 16,0 0-34-16,139-20 13 15,-93 20-16-15,-2 0 3 16,-2 0-50-16,-6 2-149 16,-9 4-273-16,-14-5-38 0</inkml:trace>
  <inkml:trace contextRef="#ctx0" brushRef="#br0" timeOffset="1396.97">3096 5903 1846 0,'0'0'272'16,"0"0"-207"-16,0 0-53 16,-139 99-12-16,84-31-47 0,-12 42-81 15,14-18-242 1,10-14-1183-16</inkml:trace>
  <inkml:trace contextRef="#ctx0" brushRef="#br0" timeOffset="2007.1">4300 6222 1045 0,'0'0'722'15,"0"0"-497"-15,0 0-38 16,0 0-47-16,0 0-51 16,0 0 27-16,0 0 4 15,-2-46-60-15,0 46-38 16,-4 18-22-16,0 17 11 15,-3 14-2-15,-3 14 34 16,-1 9-16-16,3 1-17 16,-2 0-10-16,5-8-13 15,3-10 1-15,4-10-46 16,0-12-62-16,0-6-16 16,0-11-118-16,-2-14-66 15,-10-2-235-15,-3 0-40 0</inkml:trace>
  <inkml:trace contextRef="#ctx0" brushRef="#br0" timeOffset="2519.15">3945 6611 1588 0,'0'0'370'15,"0"0"-196"-15,0 0-174 16,0 0-89-16,139-68 7 16,-75 50 44-16,5 4 32 15,-4 8 6-15,-9 6 20 16,-15 0-5-16,-14 10 6 15,-18 14-1-15,-9 8 77 0,-15 4 61 16,-18 2-37-16,-5 1-60 16,1-6-18-16,8-7-43 15,14-10-1-15,11-11-54 16,4-5-17-16,17-10 27 16,24-23-97-16,5-6-89 15,6-2-28-15,-8 4-35 16,-13 11 294-16,-13 14 102 15,-11 12 128-15,-7 0-37 16,0 19-96-16,-7 9 114 16,-3 4-84-16,-2-2-64 15,8-2-29-15,4-7-25 16,0-5 4-16,11-9-1 16,13-5-11-16,7-2-2 15,8-6 1-15,-1-13-92 0,-3-10-28 16,-4-3-21-16,-6 0 61 15,-5 2-3-15,-9 10 83 16,-4 10 35-16,-7 10 50 16,0 0-41-16,0 16-17 15,0 12 72-15,0 4-48 16,0 3 6-16,0-6-51 16,0-2-6-16,0-8-52 15,0-12-146-15,2-5-143 16,-2-2-398-16</inkml:trace>
  <inkml:trace contextRef="#ctx0" brushRef="#br0" timeOffset="2654.92">4707 6194 1728 0,'0'0'533'16,"0"0"-530"-16,0 0-3 15,0 0-200-15,36 180-90 16,-36-83-338-16,0-3-518 0</inkml:trace>
  <inkml:trace contextRef="#ctx0" brushRef="#br0" timeOffset="2738.76">4683 6861 669 0,'0'0'379'16,"0"0"114"-16,0 0-303 15,-56 129 23-15,51-111-72 16,5-4-141-16,8-5-24 16,7-9-271-16</inkml:trace>
  <inkml:trace contextRef="#ctx0" brushRef="#br0" timeOffset="3346.63">5474 6432 1564 0,'0'0'259'0,"0"0"-177"15,0 0-69-15,0 0-12 16,0 0 74-16,0 0 36 16,0 0 10-16,120-14-53 15,-108 35-24-15,-3 9 8 16,-9 8 37-16,0 6-10 16,0 4 30-16,-18 0-53 15,0-4-11-15,0-6-27 16,5-10-18-16,7-10 20 0,2-7-20 15,4-11 0-15,0 0-12 16,19-15 10-16,12-23 1 16,7-20-132-16,2-13-93 15,-2-8-145-15,-7 7 14 16,-10 15 297-16,-13 24 60 16,-8 20 266-16,0 13-92 15,-14 18-140-15,-9 25 78 16,0 7 20-16,5 4-55 15,9-3 11-15,9 0-36 0,0-6-28 16,16-8-17 0,12-5-7-16,7-9-97 0,25-13-58 15,-12-10-196-15,-3 0-405 16</inkml:trace>
  <inkml:trace contextRef="#ctx0" brushRef="#br0" timeOffset="3519.1">6053 6493 1521 0,'0'0'996'0,"0"0"-759"15,0 0-210-15,0 0-27 16,121-3-4-16,-74 3-11 16,5 5 9-16,0 7 3 15,14 10-151-15,-15-5-153 16,-18-2-428-16</inkml:trace>
  <inkml:trace contextRef="#ctx0" brushRef="#br0" timeOffset="3685.02">6101 6649 2257 0,'0'0'489'0,"0"0"-467"15,0 0-22-15,147-22-38 16,-80 12-5-16,1 2-11 15,2 3 26-15,10 5-146 16,-16 0-290-16,-14-3-318 0</inkml:trace>
  <inkml:trace contextRef="#ctx0" brushRef="#br0" timeOffset="3964.1">6883 6404 2152 0,'0'0'336'16,"0"0"-335"-16,0 0 8 16,-64 109-5-16,62-67 44 15,2-2 32-15,19 1 17 16,24-6-15-16,12-4-41 16,15-12-11-16,3-7-13 15,-2-12-17-15,-11 0-1 16,-15-18-8-16,-16-10 9 0,-18-9-1 15,-11 0 1-15,-4-3-8 16,-23 6 2-16,-4 8-24 16,-20 21-88-16,10 5-175 15,8 3-648-15</inkml:trace>
  <inkml:trace contextRef="#ctx0" brushRef="#br0" timeOffset="4078.17">7401 6791 2424 0,'0'0'289'16,"0"0"-289"-16,0 0-1246 0</inkml:trace>
  <inkml:trace contextRef="#ctx0" brushRef="#br0" timeOffset="6012.98">22741 3898 955 0,'0'0'240'0,"0"0"-238"16,0 0-2-16,0 0 0 16,0 0 5-16,0 0 105 15,52 16 4-15,-32-14 6 16,6-2-2-16,7 0-14 0,10 0-17 15,11 0-24-15,13 0-14 16,12 0-13-16,31 0-25 16,31 0-4-16,32 0 1 15,17 0 0-15,2-7 17 16,-3 2 34-16,-6-1 4 16,11 3 11-16,10-4-43 15,8 1-9-15,2-1-1 16,-2 0 0-16,-5 2-8 15,-1 0-7-15,-5 1 1 0,3 1 39 16,1 3-21 0,5 0-1-16,4 0-6 0,9 0-9 15,11 0-9-15,5 0-2 16,1 0 2-16,-3 0-3 16,-8 0 3-16,-1 0 0 15,-8 0-1-15,-4 0 4 16,-8 0-3-16,-12 0 0 15,-8 0 1-15,-15 0 17 16,-8 0-18-16,-13 0-1 16,-30 0-8-16,-26 0 9 15,-27 0-1-15,-11 0-30 16,2 0-40-16,-4-1 6 16,-6-1-34-16,-29 0-24 15,-13-1-73-15,-8 2-321 0</inkml:trace>
  <inkml:trace contextRef="#ctx0" brushRef="#br0" timeOffset="6895.87">25035 3796 1239 0,'0'0'502'0,"0"0"-419"15,0 0-59-15,0 0-24 16,0 0 7-16,0 0 53 15,0 0 35-15,0 4-3 16,0-4-5-16,3 0-35 16,-3 0 12-16,0 0-17 15,0 0 1-15,0 0 26 16,-3 0-58-16,-13 5-16 16,-1 12 0-16,-5 4 0 15,1 10 23-15,8 1-2 16,11 0-20-16,2-3 32 15,4-4-33-15,21-11-9 16,6-6-3-16,7-8 12 0,0-6-1 16,-3-20-28-16,-8-8-20 15,-11 0 47-15,-12 2-24 16,-4 6 20-16,0 7 4 16,-4 6-19-16,-12 9-53 15,-6 9-144-15,2 18-61 16,6 1-203-16</inkml:trace>
  <inkml:trace contextRef="#ctx0" brushRef="#br0" timeOffset="7753.1">28651 3693 1091 0,'0'0'516'16,"0"0"-411"-16,0 0-67 16,0 0 10-16,0 0-4 15,0 0 12-15,0 0 14 16,0 13-30-16,0-10-1 15,2 4 13-15,2-3-35 16,1 0 1-16,-3-1-17 16,-2-3 5-16,0 3 13 0,0 1-18 15,-4 1 0-15,-9 5 17 16,-3 7 16-16,3 2 19 16,1 3-13-16,10 2-14 15,2-1 2-15,2-5-28 16,20-4 0-16,7-5 0 15,3-9-10-15,-1 0 8 16,-11-6-14-16,-7-13 16 16,-11-3 47-16,-2-2-22 15,-8 2 21-15,-15 2-29 16,-2 8-17-16,2 8-11 16,7 5-64-16,9 20-196 15,7-2-341-15</inkml:trace>
  <inkml:trace contextRef="#ctx0" brushRef="#br0" timeOffset="8419.16">30325 3851 1302 0,'0'0'398'0,"0"0"-233"16,0 0-14-16,0 0 5 15,0 0 6-15,0 0-34 16,0 0-39-16,47-5-29 16,-13 1-23-16,10 0-12 15,18 3 21-15,14 1-34 0,14 0 17 16,10 0-6-16,6 0-6 16,2 0 1-16,-4 0-18 15,-3 5 1-15,-10 1-9 16,-7 0-7-16,5 0-119 15,-21 0-178-15,-20-4-512 0</inkml:trace>
  <inkml:trace contextRef="#ctx0" brushRef="#br0" timeOffset="9314.1">25175 4386 1577 0,'0'0'264'0,"0"0"-165"15,0 0-58-15,-115-9-11 16,76 13 108-16,8 15 18 15,10 6-39-15,9 8-54 16,12 1 20-16,4-1-1 16,27-3-48-16,12-7 12 15,6-11 8-15,5-10-21 16,-1-2-11-16,-6-14-22 16,-11-14 1-16,-12-6 13 15,-15-7-14-15,-9 3-9 16,0 1 8-16,-24 12-74 15,-5 11-34-15,-7 14-86 16,-9 16-110-16,7 20-60 0,14 0-479 0</inkml:trace>
  <inkml:trace contextRef="#ctx0" brushRef="#br0" timeOffset="10118.39">28871 4291 1000 0,'0'0'307'15,"0"0"-207"-15,0 0 54 0,0 0-109 16,0 0 3-16,0 0 36 15,0 0 11-15,-10-44 1 16,0 42-11-16,-5 2-49 16,-8 0 4-16,-8 8-8 15,-9 23 60-15,-7 8 2 16,1 15-6-16,3 8 7 16,10 6-2-16,11-1-36 15,12-7-2-15,10-8-27 16,12-12-2-16,22-10 6 15,5-11-20-15,3-14 9 0,-5-5-19 16,-8 0-2 0,-14-16 6-16,-13-6-6 0,-2-3-31 15,-17-4-39-15,-20 9-73 16,-27 11 18-16,6 6-131 16,7 3-320-16</inkml:trace>
  <inkml:trace contextRef="#ctx0" brushRef="#br0" timeOffset="12600.9">21872 3316 1265 0,'0'0'311'0,"0"0"-122"16,0 0-12-16,0 0-24 15,0 0 18-15,0 0-44 16,0 0-66-16,26-38-34 15,-18 35 11-15,-2 1 23 16,1 2-19-16,-3 0-3 16,3 0-2-16,0 15-22 15,-1 10 9-15,-1 7-9 16,-5 5 3-16,0 4 8 0,0-1-26 16,0-8 1-1,-5-7 9-15,1-11-9 0,2-2-2 16,2-9-5-16,0-3 6 15,0 0 0-15,0 0-13 16,6-12-26-16,10-18 9 16,8-12-162-16,1-13-26 15,-5 0 53-15,-7 6 165 16,-6 16 3-16,-7 14 150 16,0 15-31-16,0 4-72 15,-7 8-49-15,-6 21 27 16,4 7 52-16,4 4 4 15,5 0-26-15,3-1-46 16,21-5 4-16,7-8-16 16,5-5-35-16,3-13-27 0,-4-5-100 15,3-10-80-15,-11-15-146 16,-10-7-514-16</inkml:trace>
  <inkml:trace contextRef="#ctx0" brushRef="#br0" timeOffset="12961.94">22182 2927 191 0,'0'0'1073'0,"0"0"-764"15,0 0-100-15,0 0-6 0,0 0-44 16,0 0-15-16,0 0-21 16,13-64-68-16,1 60-10 15,-5 2 7-15,-1 2-39 16,-1 0 11-16,-7 18-23 16,0 10 18-16,-9 8 29 15,-13 5-2-15,-4-1 16 16,3-5-34-16,9-6-16 15,10-9 4-15,4-4-14 16,8-4-2-16,27-2 0 0,5-2-32 16,26 1-100-1,-10-2-207-15,-10-5-516 0</inkml:trace>
  <inkml:trace contextRef="#ctx0" brushRef="#br0" timeOffset="13136.48">22324 3291 1149 0,'0'0'771'0,"0"0"-566"16,0 0-91-16,0 0-3 15,0 0-46-15,139-9-31 16,-97 2-34-16,-2 0-43 16,-6 2-119-16,-7-10-127 15,-10 5-186-15,-7-4-184 0</inkml:trace>
  <inkml:trace contextRef="#ctx0" brushRef="#br0" timeOffset="13286.34">22592 3098 932 0,'0'0'927'15,"0"0"-694"-15,0 0-205 16,0 0 9-16,-29 110 80 16,18-55-80-16,4 1-24 15,5-4-13-15,2-10-133 16,13-20-133-16,12-12-135 15,4-10-487-15</inkml:trace>
  <inkml:trace contextRef="#ctx0" brushRef="#br0" timeOffset="13546.95">22891 3148 1698 0,'0'0'548'15,"0"0"-546"-15,0 0 18 16,0 0 35-16,-112 106 19 15,76-73 46-15,5-6-51 16,9-4-39-16,4-10-15 16,10-7-14-16,8-2 17 15,0-4-18-15,2 0-4 16,22 0-11-16,10 0-1 16,8 0 2-16,5 0-23 15,-1 0-17-15,2-1 8 16,-8-8-60-16,-5-4-53 15,-4-19-70-15,-10 0-260 16,-8-1-261-16</inkml:trace>
  <inkml:trace contextRef="#ctx0" brushRef="#br0" timeOffset="13695.57">22891 3148 1154 0,'122'-56'705'0,"-124"56"-451"16,-4 16-182-16,-1 14 6 15,-3 10 70-15,2 6-44 16,1 5-41-16,5 5-33 15,2-6-30-15,0-4-9 16,0 0-140-16,5-12-171 16,3-16-354-16</inkml:trace>
  <inkml:trace contextRef="#ctx0" brushRef="#br0" timeOffset="14129.13">23189 3180 1038 0,'0'0'515'0,"0"0"-417"16,0 0-19-16,0 0 111 15,0 0 8-15,5 139 25 16,-5-91-54-16,-5-2-62 15,-1-4-28-15,2-4-46 0,1-10-14 16,0-8 1-16,3-6-14 16,0-9 1-16,0-5-7 15,0 0-42-15,3-3 15 16,13-25 11-16,4-13-224 16,2-8-255-16,-2-1 11 15,-7 3 484-15,-6 15 127 16,-4 13 184-16,-3 10 18 15,0 9-145-15,0 0-104 16,0 12-41-16,-3 15 5 16,-1 7 10-16,4 3-33 15,0 6-20-15,4-5-1 16,16-2-13-16,7-8-112 0,22-12-105 16,-5-9-142-1,-3-7-926-15</inkml:trace>
  <inkml:trace contextRef="#ctx0" brushRef="#br0" timeOffset="14315.68">23584 3356 1543 0,'0'0'711'16,"0"0"-480"-16,0 0-130 15,0 0-56-15,0 0 1 16,0 0-10-16,0 0-30 15,120-4-6-15,-84 8-157 16,-3-4-136-16,-8 0-271 0,-10 0-582 0</inkml:trace>
  <inkml:trace contextRef="#ctx0" brushRef="#br0" timeOffset="14479.79">23763 3200 1774 0,'0'0'525'0,"0"0"-463"15,0 0-55-15,0 0 32 16,0 0 35-16,-41 134-19 16,30-87-44-16,7-3-11 15,4-7-93-15,0-16-107 16,15-11-135-16,5-10-356 0</inkml:trace>
  <inkml:trace contextRef="#ctx0" brushRef="#br0" timeOffset="14849.02">24016 3180 939 0,'0'0'672'15,"0"0"-598"-15,0 0 37 16,-48 121 73-16,23-75 15 16,3-6-38-16,1-6-49 15,4-10-42-15,3-7-68 16,8-8 23-16,3-5-25 15,3-4 6-15,0 0-13 16,7 0-5-16,18-10 10 0,4-6-35 16,6-3 27-16,3 2 10 15,3-5 1-15,-2 2-1 16,3-4 0-16,-5-2-104 16,-6-3-45-16,-14 0-91 15,-10-2 137-15,-7 5 103 16,0 4 147-16,-20 9 84 15,-2 13-37-15,-5 0-70 16,2 29-47-16,1 17-22 16,4 18-20-16,9 13-35 15,11 41-2-15,0-18-220 16,0-17-382-16</inkml:trace>
  <inkml:trace contextRef="#ctx0" brushRef="#br0" timeOffset="16747.02">26217 3220 1124 0,'0'0'761'0,"0"0"-618"16,0 0-142-16,0 0-1 16,0 0 9-16,0 0 47 15,0 0 29-15,-54 111 4 0,54-73-6 16,13 2-12-16,12 0-19 15,0-6-14-15,-3-6-23 16,-5-8-15-16,-7-5 8 16,-8-10-8-16,-2-1 0 15,-7-4-18-15,-17 0-49 16,-9 0-1-16,-15-26-160 16,9-6-118-16,7-12-765 0</inkml:trace>
  <inkml:trace contextRef="#ctx0" brushRef="#br0" timeOffset="16862.08">26297 3146 1549 0,'0'0'540'16,"0"0"-478"-16,136-2-62 15,-74 2-90-15,12 15-54 16,-21 2-52-16,-11-8-422 0</inkml:trace>
  <inkml:trace contextRef="#ctx0" brushRef="#br0" timeOffset="17212.62">26703 3208 1521 0,'0'0'315'16,"0"0"-241"-16,0 0 48 16,4 106 76-16,-4-53-55 0,-4 1 10 15,-8 0-63 1,-1-8-43-16,5-7-29 0,-2-10-12 15,8-11 3-15,2-8-9 16,0-10 0-16,0 0-25 16,4-13 25-16,14-22-102 15,5-13-172-15,-4-11-205 16,2-7-100-16,-6 11 579 16,-3 8 14-16,-8 19 390 15,0 14 89-15,-4 14-325 16,0 0-135-16,2 21-17 15,3 11-3-15,6 12 17 16,7 2-15-16,4 1-15 16,7-1-72-16,15-14-114 0,-3-13-140 15,-5-12-485-15</inkml:trace>
  <inkml:trace contextRef="#ctx0" brushRef="#br0" timeOffset="17380.14">27077 3288 1521 0,'0'0'655'0,"0"0"-499"16,0 0-111-16,0 0-44 15,0 0 0-15,136-1-1 16,-102 8-4-16,-1 4-104 16,7-6-103-16,-9-2-80 0,-8-3-98 15</inkml:trace>
  <inkml:trace contextRef="#ctx0" brushRef="#br0" timeOffset="17560.87">27405 3168 1119 0,'0'0'889'0,"0"0"-731"16,0 0-134-16,0 0-24 16,0 0 77-16,-49 110 29 15,26-62-52-15,4 5-42 16,5-7-12-16,7-8-70 15,7-13-75-15,9-20-91 16,16-5-15-16,4-5-354 0</inkml:trace>
  <inkml:trace contextRef="#ctx0" brushRef="#br0" timeOffset="17955.93">27768 3159 1607 0,'0'0'498'0,"0"0"-498"15,0 0 0-15,0 0 45 16,0 0 55-16,-107 133 24 16,76-104-45-16,0-5 3 15,4-6-76-15,5-7 11 16,6-4-9-16,3-6-2 16,8-1-6-16,3 0 10 15,2 0 20-15,0 0 1 16,18 0-14-16,7-1-17 15,8-3 3-15,7 1-3 0,7 1 1 16,4 1-1-16,0-1-2 16,5-3 2-16,-4-3-70 15,-8-6-77-15,-9-4-22 16,-12-4 2-16,-15-2 28 16,-8 0 120-16,0 2 19 15,-8 7 182-15,-10 12 23 16,0 3-71-16,-4 6-51 15,1 26-12-15,2 14-23 16,1 15-29-16,7 10-19 16,2 30-37-16,2-17-218 0,2-15-541 15</inkml:trace>
  <inkml:trace contextRef="#ctx0" brushRef="#br0" timeOffset="20131.12">29492 3349 1654 0,'0'0'334'16,"0"0"-133"-16,0 0-55 15,0 0 50-15,52-123-38 16,-33 102-79-16,-4 0 3 16,1 8-40-16,-1 4-18 15,-1 6-15-15,1 3-9 16,1 7 0-16,-3 23 3 16,1 11-2-16,-10 9 9 0,-4 5 0 15,0 1 5-15,-2-1-3 16,-12-8-11-16,1-6 0 15,2-11 19-15,0-9-20 16,6-9-2-16,1-7-5 16,2-5-25-16,2 0 13 15,0 0-5-15,0-20-3 16,6-18-31-16,17-16-316 16,6-8 7-16,-2 4 184 15,-8 14 183-15,-9 16 50 16,-10 19 141-16,0 9-109 15,-5 13-65-15,-13 16 74 16,4 12 78-16,4 5-51 16,10-3-29-16,0 0-26 0,10-8-48 15,19-6-8-15,10-7-7 16,3-7-28-16,5-12-78 16,4-9-158-16,-10-18-265 15,-12-8-562-15</inkml:trace>
  <inkml:trace contextRef="#ctx0" brushRef="#br0" timeOffset="20433.84">30071 2958 940 0,'0'0'640'15,"0"0"-423"-15,0 0 69 0,0 0-43 16,0 0-62-16,0 0-56 16,0 0-92-16,20-12-18 15,-16 28-15-15,-4 7 13 16,0 6 10-16,-2 3 17 16,-15 0 0-16,0-4 13 15,9-7-37-15,6-4-2 16,2-2-14-16,13-3-8 15,20 1-20-15,32-1-77 16,-8-3-216-16,-3-8-379 0</inkml:trace>
  <inkml:trace contextRef="#ctx0" brushRef="#br0" timeOffset="20600.09">30302 3382 1337 0,'0'0'992'15,"0"0"-833"-15,0 0-138 16,0 0 90-16,0 0-24 16,121 21-44-16,-67-15-43 15,28 2-48-15,-15-2-169 16,-9-6-412-16</inkml:trace>
  <inkml:trace contextRef="#ctx0" brushRef="#br0" timeOffset="21033.14">31129 3198 1380 0,'0'0'689'0,"0"0"-566"16,0 0-96-16,0 0-9 15,0 0 60-15,0 0-2 0,0 0 5 16,-24-50-15-16,24 46-34 16,11-2 64-16,5-2-59 15,-1 0-1-15,4 4 25 16,-6 4-43-16,-5 0-12 15,-6 16-6-15,-2 14 1 16,-10 11 24-16,-22 4-4 16,-3 1 28-16,2-4 8 15,10-6-45-15,17-3-4 16,6-8-7-16,48 5 17 16,49-4 14-16,40-5-32 15,17-5-20-15,-17-7-57 16,-13-9-93-16,-46 0-286 15,-22 0-584-15</inkml:trace>
  <inkml:trace contextRef="#ctx0" brushRef="#br0" timeOffset="24787.1">1457 6561 430 0,'0'0'681'16,"0"0"-575"-16,0 0-70 16,0 0 57-16,0 0 59 15,0 0 94-15,0 0-28 16,0-38-33-16,-2 28-27 16,-2 0-18-16,0 2 22 15,-2 1-75-15,4 2-40 16,0 3 2-16,2 2-48 15,0 0 7-15,0 0-7 16,0 0-1-16,0 4 0 0,-2 18-34 16,0 10 34-1,-1 12 23-15,3 4-21 0,0 3 1 16,0-4-3-16,0-6 0 16,0-6 0-16,0-6-23 15,0-5-59-15,0-7-93 16,3 0-53-16,1-7-124 15,-2-6-284-15</inkml:trace>
  <inkml:trace contextRef="#ctx0" brushRef="#br0" timeOffset="25065.57">1275 6774 1523 0,'0'0'315'0,"0"0"-143"16,0 0-74-16,0 0-75 0,0 0-14 15,0 0 43-15,0 0-6 16,140-63-46-16,-100 60-6 16,-2 0-1-16,-5 1 0 15,-2 1 5-15,-6-2-9 16,-5 1 11-16,-9 0 0 16,-4 2-25-16,-7 0 2 15,0 0 9-15,-13 0-23 16,-14-1-18-16,-9 1-62 15,-9-3 62-15,-1-4 33 16,-16-18-98-16,12 2-209 16,13-2-617-16</inkml:trace>
  <inkml:trace contextRef="#ctx0" brushRef="#br0" timeOffset="25165.03">1279 6539 694 0,'0'0'724'16,"0"0"-355"-16,0 0-106 16,0 0-94-16,0 0-47 15,0 0-18-15,0 0-53 16,151 170-51-16,-122-105-152 15,-6-14-449-15</inkml:trace>
  <inkml:trace contextRef="#ctx0" brushRef="#br0" timeOffset="26433.17">1275 8524 1215 0,'0'0'267'0,"0"0"-177"0,0 0-74 15,0 0 11 1,0 0 12-16,0 0 66 0,0 0 19 15,22-13-80-15,-13 1-25 16,-3 3-4-16,-6 4 26 16,0-2 26-16,0 5 66 15,-4 0 4-15,-5 2-37 16,1 0-71-16,0 0-21 16,6 0-8-16,2 2-11 15,0 7 10-15,0-2-8 16,14 0-21-16,3-2-22 15,6-3-50-15,-3-2-82 16,-5-2-181-16,-6-8-830 0</inkml:trace>
  <inkml:trace contextRef="#ctx0" brushRef="#br0" timeOffset="27425.92">1777 8360 525 0,'0'0'626'16,"0"0"-408"-16,0 0-48 15,0 0-1-15,0 0-42 16,0 0 48-16,0 0-9 15,0 0-27-15,6 0-19 0,11-9-65 16,6-5-30-16,8-5-25 16,5-6-5-16,7-3-21 15,-2-2-32-15,1-2-42 16,-3-1-2-16,-6-1-69 16,-8 5 19-16,-10 0 34 15,-6 6 26-15,-9 0 82 16,0 11 10-16,0 0 71 15,0 7 21-15,-7 5-70 16,-1 0-20-16,-1 0 5 0,0 5 3 16,2 16-7-16,-2 8 31 15,3 14 17-15,1 12 71 16,0 8-55-16,3 11 53 16,2 9-49-16,0 1-3 15,0 1 18-15,0-6-42 16,-2-5-21-16,-2-11 0 15,-3-9-14-15,-7-9 10 16,-3-10-18-16,-8-7 20 16,-4-7-2-16,-2-6-18 15,0-9 4-15,6-6 11 16,5 0-8-16,11-16-8 16,7-15-7-16,2-8 7 0,18-5-9 15,16-4-4 1,12 0-38-16,5-1-68 0,23-14-69 15,-14 12-176-15,-11 6-394 0</inkml:trace>
  <inkml:trace contextRef="#ctx0" brushRef="#br0" timeOffset="27769.52">2385 7657 1440 0,'0'0'654'0,"0"0"-654"16,0 0-118-16,0 0 115 16,-43 118 3-16,28-53 0 15,-3 27 0-15,7-16-78 16,4-13-487-16</inkml:trace>
  <inkml:trace contextRef="#ctx0" brushRef="#br0" timeOffset="28145.97">2610 7907 499 0,'0'0'514'0,"0"0"-447"16,0 0 83-16,0 0 126 16,-116 140-2-16,93-77-8 15,6 6-52-15,5 8-109 16,8 0-28-16,4 2-77 16,0-6-26-16,14-10-103 15,19-8-141-15,-4-20-287 16,0-16-616-16</inkml:trace>
  <inkml:trace contextRef="#ctx0" brushRef="#br0" timeOffset="28511.99">2846 8066 1921 0,'0'0'225'15,"0"0"-203"-15,0 0 32 16,-66 117 32-16,54-62 79 16,10 0-42-16,2 1 13 0,14-1-51 15,19-9-58-15,9-8-9 16,10-10-3-16,3-16 4 15,4-12 2-15,-5 0-21 16,-4-20 1-16,-10-14-2 16,-16-10-25-16,-11-4-3 15,-13-4-34-15,0-3-19 16,-8 8 61-16,-15 6 5 16,-1 10-81-16,-11 11-49 15,6 8-139-15,4 7-391 0</inkml:trace>
  <inkml:trace contextRef="#ctx0" brushRef="#br0" timeOffset="28850.76">3266 8069 1864 0,'0'0'578'0,"0"0"-372"16,0 0-66-1,0 0-65-15,0 0-26 16,0 0-5-16,0 0-32 0,106-16-12 16,-61 16-5-16,1 0-49 15,15 0-68-15,-12 0-209 16,-11 0-342-16</inkml:trace>
  <inkml:trace contextRef="#ctx0" brushRef="#br0" timeOffset="29258.4">3775 7913 1279 0,'0'0'259'0,"0"0"-209"15,0 0-25-15,0 0 58 16,92 142 95-16,-72-87 96 16,-4 3-74-16,-9 5-79 15,-7 6-30-15,-3-1-36 16,-21 0-33-16,-12-2-22 16,-24 12-111-16,8-18-150 15,6-14-548-15</inkml:trace>
  <inkml:trace contextRef="#ctx0" brushRef="#br0" timeOffset="30137.37">3094 8159 626 0,'0'0'837'16,"0"0"-629"-16,0 0-57 0,0 0-11 16,0 0-51-1,0 0-47-15,0 0 8 0,-145-69-11 16,109 69-39-16,3 17-44 16,4 21-126-16,8-6-326 15,13-4-702-15</inkml:trace>
  <inkml:trace contextRef="#ctx0" brushRef="#br0" timeOffset="30816.97">4355 8306 1406 0,'0'0'361'0,"0"0"-45"16,0 0-4-16,0 0-49 16,0 0-84-16,0 0-50 15,0 0-92-15,34-5-31 16,-10 4-12-16,5 1 6 15,2 0-64-15,-6 3-66 16,-11 27-144-16,-10-2-238 16,-4 1-131-16</inkml:trace>
  <inkml:trace contextRef="#ctx0" brushRef="#br0" timeOffset="30944.64">4319 8548 1450 0,'0'0'753'0,"0"0"-485"16,0 0-102-16,0 0-100 15,0 0-66-15,143 0-13 16,-76 0-107-16,-11 4-156 16,-11 2-671-16</inkml:trace>
  <inkml:trace contextRef="#ctx0" brushRef="#br0" timeOffset="31972.48">5013 8580 1435 0,'0'0'510'15,"0"0"-471"-15,0 0-38 16,0 0 10-16,0 0-9 16,118-95 65-16,-74 42-39 15,6-5-28-15,3-6 20 16,1-6-20-16,-1-2-21 16,-2-3-22-16,-3-3-35 0,-11 2 31 15,-8 2 34 1,-8 5 13-16,-13 11 93 0,-6 14-3 15,-2 12-54-15,0 15 10 16,0 5-30-16,-6 11 5 16,-10 1-21-16,-1 13 0 15,-8 25 21-15,-2 17 53 16,0 29 32-16,5 2 21 16,4 9-44-16,11-1-9 15,7-16-30-15,0 3-20 16,18-12 0-16,13-12-23 15,7-17 14-15,9-12-15 16,2-16-15-16,0-12-16 16,1 0-84-16,-9-21-63 0,-7-10-24 15,-9-11-90-15,-9-1-91 16,-8 4 174-16,-6 5 209 16,-2 11 244-16,0 9 48 15,0 14-18-15,0 0-138 16,-6 11-100-16,-4 16 22 15,2 8 32-15,3 2-41 16,5 3-8-16,0-5-41 16,0-5-99-16,7-7-71 15,11-20-131-15,-3-3 11 16,-1 0-192-16</inkml:trace>
  <inkml:trace contextRef="#ctx0" brushRef="#br0" timeOffset="32408.89">6059 8229 990 0,'0'0'311'0,"0"0"56"15,-8 117-93-15,-2-71-54 16,3-6-41-16,1-10-59 16,0-10-18-16,4-8-42 15,2-7-44-15,0-5 11 16,0 0 21-16,0-2-21 15,14-21-27-15,5-7-41 16,6-7-88-16,4 2 16 16,-2 0 30-16,0 12 62 0,-5 12 21 15,-6 11 19 1,-5 0 4-16,-6 22 55 0,-5 11 10 16,0 1 10-16,0-2-16 15,0-6-50-15,0-8-11 16,0-6-21-16,0-12 0 15,2 0 24-15,20-8-24 16,16-23-30-16,13-8-143 16,12-7-57-16,4-3 68 15,-1 7 102-15,-8 6 60 16,-9 14 41-16,-13 14 36 16,-14 8-19-16,-13 12-58 15,-9 24-6-15,0 15-5 16,-40 34-15-16,0-10-166 0,0-9-514 0</inkml:trace>
  <inkml:trace contextRef="#ctx0" brushRef="#br0" timeOffset="33046.21">5191 9087 707 0,'0'0'790'16,"0"0"-512"-16,0 0-102 16,0 0-68-16,0 0-43 15,0 0-5-15,0 0 49 16,102-95-17-16,-88 95-49 0,-5 1 0 15,-3 23-9 1,-3 10 10-16,-3 9 55 0,0 5-42 16,-9-1-8-16,-4-1-10 15,-1-7-33-15,8-8 2 16,1-12-8-16,5-9-10 16,0-8 9-16,0-2-20 15,0 0 6-15,9-17 14 16,7-20-86-16,1-10-118 15,-1-4-277-15,-7-2 95 16,-7 9 387-16,-2 14 42 16,0 14 233-16,0 14-46 0,-6 2-148 15,-7 12-50 1,1 15 21-16,5 3 7 0,7 2 5 16,0-3-32-16,16 5-6 15,10-9-26-15,10-1-30 16,0-8-50-1,15-8-86-15,-10-8-141 16,-8 0-328-16</inkml:trace>
  <inkml:trace contextRef="#ctx0" brushRef="#br0" timeOffset="33228.74">5503 9114 1532 0,'0'0'479'16,"0"0"-323"-16,0 0-87 15,0 0-24-15,0 0 14 0,0 0 21 16,0 0-18-16,159-3-42 16,-111 3-20-16,4 0-59 15,13 0-86-15,-14 0-132 16,-9 0-325-16</inkml:trace>
  <inkml:trace contextRef="#ctx0" brushRef="#br0" timeOffset="33495.25">5849 8997 1633 0,'0'0'359'16,"0"0"-252"-16,0 0-93 0,0 0-14 16,0 0 6-1,0 0 53-15,0 0 18 0,104 53-68 16,-81-23 10-16,-10 1 27 15,-6 6-28-15,-7 1 42 16,-3 0-14-16,-18-1 15 16,-8 2 12-16,0-5-73 15,0-3-1-15,4-6-87 16,14-11-177-16,4-5-284 16,7-9-442-16</inkml:trace>
  <inkml:trace contextRef="#ctx0" brushRef="#br0" timeOffset="33828.11">6244 9078 59 0,'0'0'1224'15,"0"0"-987"-15,0 0-106 16,0 0 6-16,0 0 31 15,0 0 39-15,-119 113-41 16,115-74-43-16,4-1 21 16,0-1-95-16,11-6-8 15,16-2-16-15,6-9-4 16,5-8 3-16,7-10-24 16,-1-2-13-16,-1-11 12 0,-8-10-28 15,-8-7-24-15,-12-4-35 16,-10 3-27-16,-5 0 65 15,0 6 34 1,-15 0 1-16,-4 9 0 0,-3 1-199 16,2 5-138-16,6 2-457 0</inkml:trace>
  <inkml:trace contextRef="#ctx0" brushRef="#br0" timeOffset="34010.78">6406 9015 1631 0,'9'-5'507'0,"7"-2"-377"15,3-1-60-15,10 3-63 16,0-2-5-16,6 5-2 16,11 2-15-16,-11 0-188 15,-4 0-297-15</inkml:trace>
  <inkml:trace contextRef="#ctx0" brushRef="#br0" timeOffset="35014.01">7184 8245 1392 0,'0'0'728'16,"0"0"-607"-16,0 0-121 15,0 0-12-15,0 0-18 16,145-82 30-16,-98 48-1 0,-3-5-1 16,-3 2-20-16,-10-3-54 15,-9 1-33-15,-11 1-34 16,-11 5 81-16,0 2 62 15,-2 9 28-15,-14 11 26 16,1 5-23-16,-1 6-30 16,1 13-2-16,5 19 2 15,4 15 23-15,1 13 106 16,5 13 10-16,0 12-24 16,0 7-29-16,-2 3-45 0,-2-5-8 15,-5-6-27 1,0-10-1-16,-2-14 9 0,-3-13-15 15,3-15 10-15,-2-13 2 16,-1-8-10-16,1-11 14 16,5 0 2-16,2-16-9 15,6-19-9-15,0-11-16 16,21-8-11-16,12-8-27 16,7 0-26-16,28-24-156 15,-14 15-264-15,-4 12-407 0</inkml:trace>
  <inkml:trace contextRef="#ctx0" brushRef="#br0" timeOffset="35232.88">7806 7732 1177 0,'0'0'322'0,"0"0"-108"16,-54 122-5-16,37-53 7 15,10 2-51-15,7 0-70 16,0-5-42-16,13-6-45 16,16-9-8-16,5-11-64 15,5-11-81-15,13-22-101 16,-12-7-313-16,-9 0-511 0</inkml:trace>
  <inkml:trace contextRef="#ctx0" brushRef="#br0" timeOffset="35577.97">8015 7983 1258 0,'0'0'379'0,"0"0"-246"0,0 0-86 15,0 0 10-15,0 0 12 16,0 0 127-16,74 116 1 16,-74-70-87-16,0 0-12 15,0-6-33-15,0-6-56 16,-3-10 21-16,3-7-29 15,0-13-1-15,0-4 0 16,6 0-16-16,9-24-39 16,1-10-115-16,-3-11-184 15,-2-3-184-15,-4 0 190 0,-5 8 348 16,-2 14 235 0,0 16 280-16,0 10-326 0,0 6-174 15,0 22 61-15,0 7 57 16,0 4-26-16,5 0-46 15,19-2-36-15,10-7-25 16,10-5-32-16,18-17-32 16,-8-8-228-16,-10 0-374 0</inkml:trace>
  <inkml:trace contextRef="#ctx0" brushRef="#br0" timeOffset="35759.9">8618 7820 1028 0,'0'0'1247'0,"0"0"-1111"0,0 0-106 16,95 103-7-16,-74-45-6 15,-11 6-16-15,-10 2 29 16,0-2-30-16,0-4-10 16,-8 3-161-16,-2-17-327 15,6-16-572-15</inkml:trace>
  <inkml:trace contextRef="#ctx0" brushRef="#br0" timeOffset="35942.01">9121 8115 639 0,'0'0'1818'0,"0"0"-1541"16,0 0-277-16,0 0-9 15,114 24 0-15,-38-18-82 16,-12-2-92-16,-3-4-433 16</inkml:trace>
  <inkml:trace contextRef="#ctx0" brushRef="#br0" timeOffset="36649">9859 8099 1375 0,'0'0'555'16,"0"0"-477"-16,0 0-72 15,0 0-6-15,0 0 26 16,0 0 78-16,0 0-33 16,102-56-53-16,-64 21-18 15,-1-2-44-15,-12-6-28 16,-4 1-43-16,-13 0-3 15,-4 5 87-15,-4 2 31 16,0 12 57-16,-6 9 40 0,-7 8-59 16,-1 6-38-16,-1 17-1 15,1 23 1-15,4 18 90 16,1 16 77-16,3 15-47 16,0 5-33-16,2 2-26 15,0-2-41-15,-5-9 1 16,0-11-21-16,-5-13 0 15,-1-15 23-15,-1-14-22 16,-4-15 16-16,0-6 1 16,0-11-9-16,7-2 23 15,7-24-6-15,6-17-5 16,2-6-21-16,27-12-33 16,13 1 13-16,7 2-6 15,6 5-62-15,26-7-86 0,-17 14-163 16,-8 9-466-16</inkml:trace>
  <inkml:trace contextRef="#ctx0" brushRef="#br0" timeOffset="36861.94">10437 7674 1446 0,'0'0'360'0,"0"0"-203"15,0 0 13-15,-98 133-8 16,75-70-39-16,11 3-56 16,8 4 15-16,4-10-82 0,8-4-25 15,15-10-74-15,31-15-98 16,-5-9-90-16,-4-15-382 16</inkml:trace>
  <inkml:trace contextRef="#ctx0" brushRef="#br0" timeOffset="37114.94">10686 7949 1669 0,'0'0'601'0,"0"0"-415"15,0 0-156-15,0 0-28 16,0 0 70-16,0 0 22 16,-78 115-19-16,78-86 25 15,24 0-69-15,12-6-8 0,5-7-10 16,1-7-12-16,-3-9-2 15,-10 0 1 1,-10-21-11-16,-15-6 3 0,-4-6-19 16,0-3 14-16,-19 3 7 15,-4 2-15-15,3 4-49 16,13 0-118-16,5 6-196 16,2 2-519-16</inkml:trace>
  <inkml:trace contextRef="#ctx0" brushRef="#br0" timeOffset="37282.84">11334 7686 1918 0,'0'0'494'16,"0"0"-439"-16,0 0-30 0,50 142-9 16,-50-67-16-16,-18 5 6 15,-18 2-6-15,-37 23-60 16,8-22-230-16,-1-14-373 0</inkml:trace>
  <inkml:trace contextRef="#ctx0" brushRef="#br0" timeOffset="37979.3">7447 8594 1129 0,'0'0'402'16,"0"0"-267"-16,0 0-74 0,0 0 30 15,128 21 29-15,-30-14 47 16,41 2 4 0,46-2 4-16,18 0-40 0,1-3-38 15,-7-1-22-15,-12 4-28 16,8-2-16-16,-2 2-31 16,1-2 0-16,-4-3 0 15,-1-2 0-15,-7 0 4 16,-1 0-1-16,-6 0 6 15,-8 0-16-15,-11-7 7 16,-29 0 0-16,-34 4-2 16,-26 1-17-16,-18 2-8 15,-1 0-57-15,-8 0-97 16,-11 0-147-16,-21 0-450 0</inkml:trace>
  <inkml:trace contextRef="#ctx0" brushRef="#br0" timeOffset="38834.04">7964 9060 1311 0,'0'0'326'0,"0"0"-196"16,0 0-70-16,0 0-28 16,0 0-18-16,0 0 26 0,0 0 44 15,31 50 65-15,-29-6-32 16,-2 8 12-16,0 3-14 16,0-6-61-16,-2-6-20 15,-4-14-11-15,3-9-21 16,3-9 4-16,0-8 0 15,0-3-9-15,0-2 3 16,11-20-59-16,5-12-173 16,-1-10-25-16,2-6-43 15,-7-4 106-15,0 8 194 0,-8 13 51 16,-2 12 293-16,0 12-56 16,0 9-165-16,-2 0-52 15,-8 23-54-15,6 7 60 16,4 10 14-16,0 4-8 15,18 0-34-15,13 0-49 16,11-7-46-16,6-10-76 16,16-15-109-16,-12-10-240 15,-10-2-660-15</inkml:trace>
  <inkml:trace contextRef="#ctx0" brushRef="#br0" timeOffset="38978.08">8470 9203 1847 0,'0'0'280'0,"0"0"-212"16,134 0-68-16,-65 0-56 15,38 0-27-15,-18 3-136 16,-10-1-371-16</inkml:trace>
  <inkml:trace contextRef="#ctx0" brushRef="#br0" timeOffset="39292.68">9554 9041 176 0,'0'0'964'0,"0"0"-575"0,0 0-165 15,-114 5-19-15,78 18 51 16,3 14-42-16,11 5-83 15,13 6-27-15,9 0-8 16,0 1-32-16,24-8-9 16,19-7-16-16,8-10-21 15,12-10 4-15,1-14-16 16,-4 0-6-16,-9-18-8 16,-12-14-15-16,-22-5 10 15,-17-6-60-15,0-1-45 16,-27 1-19-16,-31 4 31 15,7 11-91-15,2 10-314 0</inkml:trace>
  <inkml:trace contextRef="#ctx0" brushRef="#br0" timeOffset="40061.1">11384 8570 1527 0,'0'0'630'0,"0"0"-310"16,0 0-96-16,0 0-92 16,0 0-55-16,0 0-27 15,0 0-22-15,62-12-22 16,-24 12-12-16,5 0-3 15,-6 2-61-15,-5 18-109 16,-14-4-193-16,-14-2-462 0</inkml:trace>
  <inkml:trace contextRef="#ctx0" brushRef="#br0" timeOffset="40170.44">11355 8705 1741 0,'0'0'616'15,"0"0"-552"-15,0 0-27 16,0 0-22-16,180 28-15 15,-97-18-134-15,-5-4-461 0</inkml:trace>
  <inkml:trace contextRef="#ctx0" brushRef="#br0" timeOffset="41017.86">11946 8819 1416 0,'0'0'604'0,"0"0"-382"15,0 0-132-15,0 0-74 0,0 0-2 16,136-133-13-1,-87 75 10-15,6-8-11 16,3-6-5-16,4-4 4 0,-2-2-11 16,-4-1 12-16,-6-1 0 15,-15 4-5-15,-12 4 5 16,-17 10 1-16,-6 13 6 16,0 16 58-16,-13 16-40 15,-9 17-24-15,-7 9-1 16,-2 35 0-16,-5 35 0 15,0 38 72-15,8 29 19 16,14 7-18-16,14-29-20 16,0-36-10-16,16-38-3 15,3-9-40-15,10-4 0 16,7-6 2-16,4-7-2 0,5-16 0 16,0-8-32-16,-1-14-54 15,-7-21-79-15,-5-9-2 16,-8-4-56-16,-8 1 89 15,-9 6 134-15,-5 11 169 16,-2 13 27-16,0 10 5 16,0 7-142-16,-2 2-59 15,-9 24 0-15,-3 11 15 16,3 2 3-16,5 6-18 16,3-6-46-16,3-2-116 15,0-21-146-15,12-11-331 16,1-5-299-16</inkml:trace>
  <inkml:trace contextRef="#ctx0" brushRef="#br0" timeOffset="41431.71">12881 8486 1318 0,'0'0'222'0,"0"0"-40"15,-13 136-50-15,0-80 65 16,4-5 14-16,0-13-64 15,7-12-28-15,2-10-63 16,0-9-30-16,0-7 15 16,13 0-20-16,18-11-21 15,10-21-12-15,8-8-137 16,6-7-21-16,-1 3 23 16,-10 6 119-16,-8 14 28 15,-14 16 120-15,-15 8-39 0,-7 17-26 16,0 16 45-16,-15 9 7 15,-6-1-39-15,6-7-12 16,6-10-40-16,6-10-15 16,3-12 11-16,6-2 10 15,25-14-22-15,15-16-50 16,19-9-162-16,7-5 22 16,1 0 72-16,-4 6 79 15,-13 11 39-15,-17 12 25 16,-14 15 9-16,-15 3-34 15,-10 26-22-15,-29 42-58 16,-12-9-59-16,1-6-411 0</inkml:trace>
  <inkml:trace contextRef="#ctx0" brushRef="#br0" timeOffset="42678.68">11974 9247 821 0,'0'0'551'0,"0"0"-304"16,0 0-69-16,0 0-43 15,0 0-38-15,0 0 31 16,0 0-27-16,18-17-40 16,-16 13 22-16,3 0-30 15,4-3-26-15,2 2-27 0,4 1 1 16,6 1-2-1,1 3 1-15,1 0-1 0,-4 11 1 16,-3 19 14-16,-9 10 38 16,-7 10 15-16,0 2 1 15,-7 1 22-15,-11-3-52 16,3-10-8-16,1-10-16 16,8-11-14-16,1-8 3 15,3-5-3-15,2-6-35 16,0 0 19-16,0-8-15 15,15-20-17-15,6-11-201 16,-1-9-45-16,-1-1-34 16,-3 4 214-16,-7 15 114 15,-7 12 305-15,-2 16-72 16,0 2-130-16,-13 14-89 0,-3 16 43 16,3 4 71-16,11 6-49 15,2-1-28-15,4-1-2 16,23-4-49-16,9-8-51 15,26-12-87-15,-8-8-122 16,-8-6-424-16</inkml:trace>
  <inkml:trace contextRef="#ctx0" brushRef="#br0" timeOffset="42852.15">12420 9453 1743 0,'0'0'683'0,"0"0"-494"0,0 0-144 15,0 0-36-15,0 0 41 16,0 0-29-16,135-7-10 16,-83 4-11-16,6 0-157 15,14-2-60-15,-15-2-157 16,-14 2-387-16</inkml:trace>
  <inkml:trace contextRef="#ctx0" brushRef="#br0" timeOffset="43077.6">12742 9330 1422 0,'0'0'348'16,"0"0"-95"-16,0 0-139 15,0 0-87-15,0 0-27 0,0 0 24 16,116 4 22-16,-97 18-12 16,-5 10 1-16,-12 5 17 15,-2 5 37-15,-16 2 9 16,-17 0 6-16,-3 0-62 15,-1-7-12-15,8-2-30 16,10-9-86-16,19-12-171 16,3-6-334-16,19-8-267 0</inkml:trace>
  <inkml:trace contextRef="#ctx0" brushRef="#br0" timeOffset="43352.05">13207 9399 1722 0,'0'0'298'0,"0"0"-289"16,0 0-9-16,0 0 84 15,0 0 49-15,-106 107 86 16,106-74-74-16,0-1-35 16,19-2-33-16,12-7-33 15,10-4-11-15,-1-11-33 16,0-8 0-16,-9 0 22 15,-9-10-15-15,-9-14-8 16,-13-6 1-16,0-2-25 16,-4 0-16-16,-15 3-74 15,-2 6-74-15,1 2-10 16,9 10-270-16,5 4-341 0</inkml:trace>
  <inkml:trace contextRef="#ctx0" brushRef="#br0" timeOffset="43535.81">13425 9278 1610 0,'0'0'689'16,"0"0"-364"-16,0 0-210 15,0 0-109-15,0 0-6 16,158-43-15-16,-110 43-113 15,-11 0-337-15</inkml:trace>
  <inkml:trace contextRef="#ctx0" brushRef="#br0" timeOffset="49106.01">14511 8055 750 0,'0'0'495'15,"0"0"-263"-15,0 0-18 16,0 0-12-16,0 0-51 16,0 0-14-16,0-30 2 15,0 25-3-15,0 0-25 16,0 3-20-16,0-3-22 0,0 4-18 16,2 1 8-16,1-1-45 15,-1 1 8-15,7-6-4 16,6 3-11-16,8-4-4 15,6 3-3-15,4 3 0 16,1 1 5-16,-7 1-5 16,-5 19 0-16,-5 6-2 15,-5 8 3-15,-8 4-1 16,-4 5 0-16,0 1 0 16,-11-4 14-16,-7-1-14 15,-2-9 8-15,2-8-1 16,5-7-7-16,2-6 0 15,7-6-6-15,1-3-30 0,3 0 24 16,0 0-43 0,7-19 10-16,12-20-135 0,8-9-464 15,2-8 321-15,-2 2 16 16,-6 10 307-16,-11 16 214 16,-10 16 105-16,0 12-67 15,0 0-137-15,-13 29-82 16,0 6 106-16,4 8 7 15,9 4-35-15,0 2 1 16,22-5-67-16,18-7-15 16,10-6-30-16,5-12-15 15,0-10-69-15,8-9-154 16,-14 0-132-16,-15-10-390 0</inkml:trace>
  <inkml:trace contextRef="#ctx0" brushRef="#br0" timeOffset="49653.95">15042 7652 730 0,'0'0'635'16,"0"0"-416"-16,0 0-57 15,0 0 8-15,0 0 48 16,0 0 1-16,0 0-21 16,2-41-69-16,16 27-83 15,4 3-14-15,3-1-32 16,-3 5 8-16,-2 7 0 0,-11 0-7 15,-7 19 14-15,-2 10-9 16,-15 13 13 0,-17 4 43-16,-1-3-30 15,2-5 0-15,11-8-20 0,11-5-2 16,9-10-20-16,17-1 5 16,24-1-10-16,15-6 14 15,6 0-89-15,14-5-187 16,-14-2-337-16,-19 0-626 0</inkml:trace>
  <inkml:trace contextRef="#ctx0" brushRef="#br0" timeOffset="49915.87">15454 8207 1041 0,'0'0'1231'15,"0"0"-871"-15,0 0-240 16,0 0-86-16,0 0-27 16,0 0 1-16,123-25-8 15,-74 16 0-15,0 4-112 0,-4 2-128 16,-1 1-12-16,-13 2-272 15,-11 0-122-15</inkml:trace>
  <inkml:trace contextRef="#ctx0" brushRef="#br0" timeOffset="50074.94">15672 7986 1275 0,'0'0'221'16,"0"0"-128"-16,0 0 18 15,-58 129 57-15,41-73-69 16,3 6-55-16,8 16-44 16,4-13-86-16,2-17-489 0</inkml:trace>
  <inkml:trace contextRef="#ctx0" brushRef="#br0" timeOffset="50907.01">16380 7936 1365 0,'0'0'345'0,"0"0"-234"16,0 0-75-16,0 0 21 16,0 0 33-16,0 0 26 15,0 0 48-15,-41 99 27 16,14-45-54-16,-2 6-58 16,3-4-39-16,1-8-22 15,3-10-17-15,4-14 16 16,7-7-4-16,2-12-7 0,7-2 9 15,2-3-15-15,0 0 0 16,0-3-1-16,4-12-17 16,14-6-118-16,6 2 65 15,5 2 62-15,5 8 9 16,1 5 7-16,4 4-5 16,-4 0 17-16,-1 0-13 15,-5-5-12-15,-2 0-10 16,-10-8-42-16,-3-2 0 15,-6-4-56-15,-5-3-67 16,-3 5 139-16,0 0 42 16,0 5 131-16,0 9 10 15,-3 3-76-15,-3 0-65 16,-3 21 6-16,0 11 6 16,4 10 86-16,3 6-39 0,2 7-59 15,0-3-10-15,5 1-134 16,8-12-160-16,0-15-341 0</inkml:trace>
  <inkml:trace contextRef="#ctx0" brushRef="#br0" timeOffset="51319.53">16725 8023 1595 0,'0'0'311'0,"0"0"-199"16,0 0-79-16,0 0 11 16,0 0 81-16,0 0 49 15,40 113-7-15,-38-62-56 16,-2 2-49-16,0-2-27 16,0-6-10-16,-9-9-18 15,3-10-6-15,4-12-1 16,-1-8 0-16,3-6-12 15,0 0-1-15,0-18 1 16,11-18-163-16,10-42-216 16,-2-1-228-16,-3 8-316 15,-7 16 935-15,-9 45 242 16,0 10 489-16,0 0-406 0,-5 12-198 16,-7 16-19-16,-5 10 20 15,7 7 49-15,5 3-57 16,5-1-44-16,0-3-49 15,18-1-27-15,11-12-64 16,26-11-140-16,-7-8-50 16,-4-12-371-16</inkml:trace>
  <inkml:trace contextRef="#ctx0" brushRef="#br0" timeOffset="51499.43">17086 8182 1965 0,'0'0'606'0,"0"0"-538"16,0 0-65 0,0 0 5-16,0 0-2 0,0 0 40 15,136 0-42-15,-89 0-4 16,-3 0-123-16,5 0-133 16,-11 0-250-16,-13 0-178 0</inkml:trace>
  <inkml:trace contextRef="#ctx0" brushRef="#br0" timeOffset="51680.61">17367 7994 1461 0,'0'0'338'16,"0"0"-266"-16,0 0 1 15,0 0 53-15,-63 125-12 0,48-73-30 16,1 0-47-16,6 0-37 15,8 3-34-15,0-17-205 16,4-14-359-16</inkml:trace>
  <inkml:trace contextRef="#ctx0" brushRef="#br0" timeOffset="52145">17710 7932 765 0,'0'0'260'0,"0"0"-30"15,0 0 66-15,-22 125-7 0,10-81 16 16,4 2-84-16,-1 1-74 16,3-6-66-16,-4-2-40 15,1-7-32-15,1-13-8 16,2-7 17-16,0-7-17 15,4-5-2-15,0 0-8 16,2 0 7-16,0-17-68 16,0-2 30-16,10-1 40 15,11-1 5-15,8 8-5 16,4 1 0-16,8 1-33 16,-1 3-56-16,0-2-18 15,-5 0-70-15,-2-6 49 16,-8-6-43-16,-4-2-153 0,-13-4 28 15,-6 2 296-15,-2 5 33 16,0 2 352-16,0 9 10 16,-6 6-121-1,-1 4-127-15,-1 8-98 0,0 19 3 16,0 11 15-16,6 14-9 16,2 6-1-16,0 5-57 15,0 20-102-15,0-17-170 16,4-16-386-16</inkml:trace>
  <inkml:trace contextRef="#ctx0" brushRef="#br0" timeOffset="52933.47">18324 8265 757 0,'0'0'1337'0,"0"0"-818"16,0 0-379-16,0 0-31 15,0 0-83-15,0 0-15 16,129 0 6-16,-74-2-17 15,6 0-12-15,10-2-185 16,-15 0-393-16,-14-2-1317 0</inkml:trace>
  <inkml:trace contextRef="#ctx0" brushRef="#br0" timeOffset="62688.65">19327 7985 202 0,'0'0'808'16,"0"0"-628"-16,0 0-12 15,0 0-19-15,0 0 4 16,0 0-10-16,0 0-11 15,15-82 13-15,-15 74-67 16,2-1-29-16,-2 4 16 16,0 1 4-16,0 1 20 15,0 3-22-15,0 0-21 16,0 0 27-16,0 0-73 16,0 4 0-16,0 18-23 15,-15 17 23-15,-8 8 84 0,-1 10-44 16,-3 1-27-1,3-3 16-15,1-10-29 0,7-11 0 16,3-9 5-16,5-11 11 16,2-6-18-16,4-7 2 15,0-1 0-15,2 0-9 16,0 0 10-16,0 0-1 16,0-1 0-16,7-9-100 15,11-2 30-15,4-3 38 16,7 5 32-16,5 1 45 15,1 2-23-15,5 3 1 16,1-3-10-16,1 4-12 16,0-5-1-16,1-4-30 0,-6-3-45 15,-5-4 3 1,-12-1-43-16,-7 2 92 16,-7 2 23-16,-6 6 35 15,0 8 97-15,0 2-126 0,-8 4-6 16,-10 29-21-16,-2 13-2 15,2 15 23-15,1 46-28 16,5-17-190-16,3-10-634 0</inkml:trace>
  <inkml:trace contextRef="#ctx0" brushRef="#br0" timeOffset="65126.87">14714 8815 408 0,'0'0'792'0,"0"0"-552"16,0 0-78-16,0 0-1 0,0 0 17 16,0 0 93-16,0 0-98 15,0 0-16-15,0 0-54 16,0 0-42-16,0 0 8 16,0 0-40-16,0 0-9 15,0 0 19-15,3 0-30 16,3 0-9-16,7-1 0 15,10-2 6-15,6-1-20 16,6-1 14-16,8 2-4 16,3 1 4-16,6-1 0 15,4 2 0-15,2-1-9 16,2 0 9-16,-2 0 4 16,-5 2-4-16,-2 0-2 0,-5 0-4 15,-5 0 8 1,-3 0-8-16,2 0-11 0,-1 4 17 15,3 4-10-15,5-2-8 16,-1-2-10-16,3 1 7 16,3-4 10-16,-4 0 5 15,2-1 2-15,-4 0 4 16,-1 0 0-16,-1 0 0 16,-1 0 0-16,-3 0-2 15,2 0 10-15,-3 0-5 16,1 0-3-16,2-1 0 15,1 1 0-15,1-1 1 16,5-4-2-16,2 3-6 16,5-3 7-16,2 4 7 15,0-1-7-15,2 0 0 0,-2-1-4 16,-2 3 4 0,-2 0 0-16,-2 0 0 0,0 0-29 15,-3 5 29-15,0 1-8 16,2 0 8-16,3-3-8 15,4-2 15-15,4-1-7 16,7 0 0-16,2 0-2 16,6 0-6-16,-4-1 8 15,1-4 0-15,-5 1 4 16,-3 1-3-16,-6 2-1 16,-4 1 0-16,-4 0 3 15,-4 0-5-15,0 0 2 0,0 0 0 16,4 0 6-16,1 0-5 15,5 0 0-15,7 0-1 16,2 0 0-16,4 0 10 16,3-7-10-16,1 6 0 15,1-1 4-15,2 0-3 16,0 2-1-16,3 0 1 16,-2 0-1-16,4 0 0 15,2 0-1-15,0 0 1 16,-1 0-2-16,1 0 4 15,0 0-2-15,-2 0 0 16,0-2 0-16,-2 0 0 16,-5-1 0-16,-7 3 0 0,-4 0-1 15,-9 0 7-15,-10 0-12 16,-7 0 6 0,-10 17-109-16,-10-2-130 15,-15-4-441-15</inkml:trace>
  <inkml:trace contextRef="#ctx0" brushRef="#br0" timeOffset="65927.97">16939 9226 1408 0,'0'0'607'16,"0"0"-385"-16,0 0-42 15,0 0-27-15,0 0-75 16,0 0-13-16,0 0-11 16,54-44-11-16,-39 38-26 15,1 4-16-15,1 2 6 16,1 0-7-16,-3 6-1 0,1 12-1 15,-3 10 4 1,-5 4 7-16,-6 8-3 0,-2 2-5 16,0-1 26-16,-4-4-26 15,-10-5-1-15,5-8 8 16,0-5-7-16,2-6-2 16,5-8-3-16,2-3 4 15,0-2-17-15,0 0 2 16,2-19-19-16,18-17-56 15,7-11-252-15,0-8-12 16,-2 4 64-16,-8 7 290 16,-10 21 145-16,-7 15 115 15,-5 8-148-15,-19 8-57 0,0 20 13 16,1 6 49 0,9 5-2-16,12-1-50 15,2 1 22-15,25-2-53 16,18-7-13-16,14-7-21 0,11-4-98 15,27-17-94-15,-15-2-314 16,-10 0-1217-16</inkml:trace>
  <inkml:trace contextRef="#ctx0" brushRef="#br0" timeOffset="67026.78">20309 8712 1600 0,'0'0'620'15,"0"0"-438"-15,0 0-65 16,0 0 17-16,0 0-14 16,0 0-32-16,0 0 9 15,29 0-64-15,3 0-27 16,7 0 16-16,11 0-22 16,-1 3-10-16,0 1-29 15,-4 3-43-15,-8 6-148 16,-14-3-230-16,-14-1-390 0</inkml:trace>
  <inkml:trace contextRef="#ctx0" brushRef="#br0" timeOffset="67171.35">20289 8941 1859 0,'0'0'526'16,"0"0"-486"-16,0 0-2 15,126 8 16-15,-64-4-54 16,2-2-48-16,18 0-2 15,-16 0-318-15,-16 0-435 0</inkml:trace>
  <inkml:trace contextRef="#ctx0" brushRef="#br0" timeOffset="67978.06">21034 9007 1438 0,'0'0'272'16,"0"0"-240"-16,0 0-17 0,0 0-14 15,0 0 66 1,116-60-36-16,-63 22 5 16,5-8-36-16,2-8-8 15,0-11-58-15,-4-4 10 0,-6-8-4 16,-15 1 44-16,-10-5-3 15,-14 5 19-15,-11 2 110 16,0 11 22-16,-7 10 117 16,-13 14-84-16,0 14-120 15,-4 11-42-15,-1 14-3 16,0 0-18-16,0 27 17 16,0 36 2-16,0 38 47 15,7 29 31-15,7-3-4 16,9-23 19-16,2-32-43 15,0-23-44-15,15 0 56 0,7-1-63 16,5-6 25-16,4-14-25 16,3-14-6-16,-1-12-7 15,0-2-56-15,1-18-56 16,-3-16 5-16,-4-7-114 16,-7-8 10-16,-7 5 122 15,-3 10 102-15,-8 13 204 16,-2 16 7-16,0 5-134 15,-8 12-55-15,-7 20-20 16,-3 6 41-16,3 1-15 16,5 2-20-16,10-9-8 15,0-6-66-15,14-16-135 16,9-8-74-16,1-2-73 0</inkml:trace>
  <inkml:trace contextRef="#ctx0" brushRef="#br0" timeOffset="68413.75">21814 8675 1493 0,'0'0'268'0,"0"0"-120"15,-7 122 45-15,-4-72 14 16,0-6-60-16,4-8 0 16,3-8-68-16,1-5-36 15,3-9-5-15,0-7-38 16,0-4 0-16,0-3 8 0,10-5-7 15,14-21-1-15,7-8-106 16,8-8-34-16,0 0 13 16,-3 5 41-16,-9 14 86 15,-9 12 54-15,-9 11-24 16,-7 9 23-16,-2 19 46 16,0 2-19-16,0-2 17 15,-2-4-57-15,-1-10-12 16,1-6-17-16,2-6-4 15,0-2-13-15,11-7 6 16,16-25-47-16,11-7-129 16,7-11 23-16,5-3 47 15,2 4 61-15,-7 8 45 16,-9 15 80-16,-13 13 32 16,-7 13-72-16,-7 5-19 15,-7 29-21-15,-2 12 0 16,-4 10-1-16,-25 21-26 0,4-15-174 15,6-13-603-15</inkml:trace>
  <inkml:trace contextRef="#ctx0" brushRef="#br0" timeOffset="69458.92">20889 9460 945 0,'0'0'694'0,"0"0"-500"0,0 0-62 16,0 0-94-1,0 0-29-15,0 0 37 0,0 0 6 16,134-49 23-16,-114 63-3 16,-9 19-7-16,-11 15 41 15,0 5 27-15,-7 3-36 16,-15-3 14-16,2-4-95 16,-1-6-1-16,9-14 3 15,3-8-17-15,6-12 2 16,1-5-3-16,2-4-6 15,0 0-10-15,5-17 1 16,10-17-82-16,5-15-140 0,0-6 51 16,-4 0-57-1,-3 6 142-15,-9 16 101 0,-4 15 232 16,0 13-58 0,-2 5-109-16,-13 17-22 0,-3 13 12 15,5 5 83-15,8 6-65 16,5-1-16-16,7-2 9 15,22-2-66-15,9-7 0 16,7-10-79-16,1-9-85 16,14-10-102-16,-10-3-343 15,-15-18-961-15</inkml:trace>
  <inkml:trace contextRef="#ctx0" brushRef="#br0" timeOffset="69624.3">21230 9595 1562 0,'0'0'615'0,"0"0"-439"16,0 0-112-16,0 0-3 16,0 0-2-16,147 15-51 15,-87-6-8-15,2-4 0 16,-3 0-107-16,5-5-135 16,-15 0-265-16,-13 0-448 0</inkml:trace>
  <inkml:trace contextRef="#ctx0" brushRef="#br0" timeOffset="69856.05">21616 9471 1228 0,'0'0'612'16,"0"0"-433"-16,0 0-112 0,0 0-55 15,0 0 4-15,0 0 46 16,131 47 8-16,-117-18 12 15,-8 2 7-15,-6 4-19 16,-2 3 36-16,-21 0-72 16,-6-1-10-16,-4-2-6 15,2-5-18-15,6-6-108 16,8-7-190-16,7-9-443 0</inkml:trace>
  <inkml:trace contextRef="#ctx0" brushRef="#br0" timeOffset="70163.67">21995 9547 1543 0,'0'0'301'0,"0"0"-140"16,0 0 36-16,0 0-43 15,-85 118 10-15,85-89-28 16,0 3-14-16,15-2-64 15,16-5-31-15,10-5 37 16,3-7-64-16,4-9 11 16,-4-4 1-16,-7-4-11 0,-8-21-2 15,-10-3-11-15,-15-7-45 16,-4 3 57-16,-7-3-33 16,-19 5 28-1,-6 6 4-15,3 8-58 0,5 5-72 16,6 4-111-16,9 2-311 15,9 0-487-15</inkml:trace>
  <inkml:trace contextRef="#ctx0" brushRef="#br0" timeOffset="70329.62">22307 9409 1577 0,'0'0'612'0,"0"0"-408"15,0 0-17-15,118-37-126 0,-72 28-19 16,6 4-42-16,15 0-51 16,-12 0-255-16,-13 1-762 0</inkml:trace>
  <inkml:trace contextRef="#ctx0" brushRef="#br0" timeOffset="75668.95">23202 8195 1051 0,'0'0'742'15,"0"0"-612"-15,0 0-89 16,0 0-25-16,0 0 72 16,0 0 102-16,-126 94-34 15,79-9 27-15,2 31-34 16,8-2-64-16,12-7-8 16,16-19-66-16,9-24-10 15,0 3 1-15,23 0-2 16,8-8-17-16,33-7-99 15,-8-16-146-15,-5-12-345 0</inkml:trace>
  <inkml:trace contextRef="#ctx0" brushRef="#br0" timeOffset="76936.95">23419 8620 1676 0,'0'0'496'16,"0"0"-410"-16,0 0-8 15,0 0-14-15,0 0-37 16,0 0 13-16,0 0-18 15,94-3-14-15,-75 36 32 0,-2 7 18 16,-9 6 28-16,-6 3-1 16,-2-3-33-16,0-3-4 15,-4-2-39-15,-7-7 3 16,-1-7 12-16,4-10-24 16,4-7 0-16,4-6 0 15,0-4-19-15,0 0 12 16,0-8-30-16,17-22-13 15,5-12-246-15,7-11-193 16,-2-6 183-16,-4 7 53 16,-8 10 253-16,-9 16 240 0,-2 13 73 15,-4 12-70 1,0 1-24-16,-17 17-146 0,-1 18 52 16,1 9-31-1,5 2-22-15,10 3-10 0,2-6-48 16,7-1-14-16,22-4-18 15,7-8-67-15,24-9-93 16,-7-11-166-16,-8-10-531 0</inkml:trace>
  <inkml:trace contextRef="#ctx0" brushRef="#br0" timeOffset="77131.89">23934 8761 1735 0,'0'0'581'16,"0"0"-436"-16,0 0-41 16,0 0-77-16,0 0 37 15,163 4-22-15,-105 1-33 16,2-5-9-16,-2 0-69 16,5 0-60-16,-15 0-135 15,-15 0-474-15</inkml:trace>
  <inkml:trace contextRef="#ctx0" brushRef="#br0" timeOffset="77352.34">24290 8516 1763 0,'0'0'530'15,"0"0"-478"-15,0 0-24 16,0 0 72-16,-26 145 28 15,10-85-48-15,0 0-56 16,6-4-14-16,3-7-10 16,7-14-116-16,0-9-40 15,13-20-158-15,10-6-206 16,1 0-773-16</inkml:trace>
  <inkml:trace contextRef="#ctx0" brushRef="#br0" timeOffset="77798.31">24594 8538 791 0,'0'0'985'16,"0"0"-841"-16,0 0-105 15,0 0 161-15,0 0 26 16,-38 143-49-16,22-95-6 16,-1-2-98-16,1-5-23 15,0-6-35-15,3-7-14 16,2-8-2-16,2-8-7 15,2-5-17-15,7-6 16 16,0-1 18-16,0 0-9 16,5 0 16-16,17 0 5 15,9-4-6-15,12-8-15 0,3-2-18 16,5-1 18 0,1 1-69-16,-3-1-27 15,-4-5-8-15,-12-3 19 16,-10-4 36-16,-13-4-34 0,-10-2-26 15,0 0 69-15,-4 4 40 16,-12 7 69-16,1 8 51 16,1 7-20-16,1 7-32 15,-1 14-56-15,3 23 25 16,0 13 54-16,5 10-50 16,1 6-1-16,5-2-21 15,0 0-13-15,0-8 8 16,2-4-14-16,7-7-63 15,9-7-114-15,-2-13-103 0,-1-11-337 16</inkml:trace>
  <inkml:trace contextRef="#ctx0" brushRef="#br0" timeOffset="78040.89">25264 8374 1592 0,'0'0'822'0,"0"0"-822"15,0 0 9-15,0 0-9 16,123 123 89-16,-100-48 63 0,-9 14-55 16,-10 6-35-16,-4 0-14 15,-16-2-48-15,-20-8-1 16,-30 10-89-16,10-23-217 15,4-19-491-15</inkml:trace>
  <inkml:trace contextRef="#ctx0" brushRef="#br0" timeOffset="78719.05">26032 8794 1938 0,'0'0'549'16,"0"0"-374"-16,0 0-3 15,0 0-30-15,0 0-39 16,0 0-102-16,125-9 7 15,-69 6-8-15,-1 3-26 16,-8 0 19-16,-12 0-80 16,-14 0-179-16,-29 0-244 15,-20 0-397-15,-17 9-274 0</inkml:trace>
  <inkml:trace contextRef="#ctx0" brushRef="#br0" timeOffset="78821.13">26022 8843 1461 0,'0'0'660'0,"0"0"-447"16,0 0 18-16,0 0-79 15,123 17-49-15,-55-12-103 16,36 2-52-16,-17-5-250 16,-14-2-286-16</inkml:trace>
  <inkml:trace contextRef="#ctx0" brushRef="#br0" timeOffset="80111.02">27380 8424 1482 0,'0'0'533'16,"0"0"-214"-16,0 0-28 16,0 0-71-16,0 0-84 15,0 0-53-15,0 0-71 16,18-59-12-16,-18 62 0 16,0 24-51-16,0 14 51 15,-5 17 3-15,-8 10 9 16,-7 6-18-16,-2-3 6 15,-2-8 0-15,1-10 12 16,0-11-12-16,6-14 0 0,-1-8-8 16,7-10-16-16,2-6 18 15,4-1-16-15,1-3 22 16,4 0 0-16,0 0 1 16,0-5-1-16,18-13 0 15,13 0 9-15,9-2-17 16,12 6 9-16,4 4-1 15,4 4 4-15,0 2-4 16,-2 4 0-16,-7 0-1 16,-8-2-6-16,-8 2-22 15,-10 0-93-15,-10-5-99 16,-15-8-3-16,0-1-78 16,0-5-406-16</inkml:trace>
  <inkml:trace contextRef="#ctx0" brushRef="#br0" timeOffset="80308.33">27617 8574 1497 0,'0'0'559'0,"0"0"-442"16,0 0-45-16,0 0-10 15,0 0 107-15,-16 119 59 16,3-56-79-16,-3 9-58 16,-4-5-37-16,2-3-31 15,5-4-5-15,1-8-18 16,6-1-10-16,4-9 2 15,2-3-59-15,8-7-114 0,13-11-172 16,3-13-464-16</inkml:trace>
  <inkml:trace contextRef="#ctx0" brushRef="#br0" timeOffset="80443.6">28201 8828 1840 0,'0'0'717'0,"0"0"-717"16,0 0-374-16,0 0-147 16,0 0-239-16</inkml:trace>
  <inkml:trace contextRef="#ctx0" brushRef="#br0" timeOffset="82856.53">1252 11223 1096 0,'0'0'378'0,"0"0"-177"16,0 0-49-16,0 0-19 15,0 0-19-15,0 0-36 16,0 0-22-16,-2 3 12 16,2-3-35-16,0 0 30 15,0 0-5-15,0 0-37 16,0 0 35-16,0 0 26 15,-4 0 20-15,-9-3-23 16,-1-3-69-16,3 0 27 0,1 4-31 16,8 0 0-16,2 2-12 15,0 0-159-15,10 2-211 16,7 3-173-16</inkml:trace>
  <inkml:trace contextRef="#ctx0" brushRef="#br0" timeOffset="83474.45">1571 11247 1315 0,'0'0'814'16,"0"0"-653"-16,0 0-61 15,0 0 102-15,0 0-143 16,0 0-59-16,127-111 0 15,-77 65-53-15,-4-1 4 16,-1-3 17-16,-7 1-2 16,-7 5 22-16,-14 4 24 0,-5 6-6 15,-12 8 74-15,0 6 11 16,0 8-10-16,0 8-56 16,0 1-10-16,-2 3-21 15,-6 0 6-15,-5 17-21 16,-2 17 12-16,-1 17 9 15,-4 30 11-15,5 5 27 16,3 9-26-16,3 1 88 16,5-16-77-16,0 5 10 15,-1-11-3-15,1-11-30 16,-4-8 21-16,-2-11-21 16,-5-6 0-16,-4-9 18 15,1-8-17-15,-1-6-1 16,0-11 0-16,7-4 9 15,0-7-24-15,10-22 10 0,2-12-10 16,0-10 5-16,26-4-13 16,10-3-16-16,11 2-110 15,22-15-137-15,-11 15-249 16,-8 6-622-16</inkml:trace>
  <inkml:trace contextRef="#ctx0" brushRef="#br0" timeOffset="83704.64">2259 10421 1655 0,'0'0'423'0,"0"0"-411"15,0 0-12-15,-52 118 70 16,25-51-70-16,-4 28 0 16,4-12-29-16,6-16-353 0</inkml:trace>
  <inkml:trace contextRef="#ctx0" brushRef="#br0" timeOffset="84106.81">2409 10715 1367 0,'0'0'395'0,"0"0"-163"16,-75 107 63-16,39-43-45 15,5 12-79-15,4 5-47 16,11-2-70-16,9-1-52 16,7-9 31-16,0-6-33 15,17-12-59-15,24-7-89 16,-3-13-181-16,-2-15-300 0</inkml:trace>
  <inkml:trace contextRef="#ctx0" brushRef="#br0" timeOffset="84385.32">2628 10955 2006 0,'0'0'162'16,"0"0"-144"-16,0 0 76 15,0 0 11-15,-97 146 70 16,97-102-23-16,3-2-31 15,23-3-25-15,11-10-89 16,3-9 11-16,2-8 12 16,-2-12-29-16,-6 0 23 15,-7-10-24-15,-10-16 0 16,-11-6-10-16,-6-5-89 0,0 2-76 16,-23-7-36-1,-4 10-181-15,4 10-393 0</inkml:trace>
  <inkml:trace contextRef="#ctx0" brushRef="#br0" timeOffset="84826.9">2880 10888 1066 0,'0'0'1303'0,"0"0"-960"0,0 0-184 16,0 0-28-16,0 0-74 15,0 0-51-15,0 0 40 16,127-54-40-16,-82 54 3 15,1 0-9-15,-1 0-55 16,-7 5-47-16,-7-2-268 16,-12 1-348-16,-9-4-829 0</inkml:trace>
  <inkml:trace contextRef="#ctx0" brushRef="#br0" timeOffset="84969.78">3087 10758 108 0,'0'0'1922'15,"0"0"-1616"-15,0 0-251 16,0 0-15-16,0 0-11 0,-60 136-3 16,46-73-26-16,8 17-30 15,1-16-281-15,5-17-416 0</inkml:trace>
  <inkml:trace contextRef="#ctx0" brushRef="#br0" timeOffset="85181.14">3480 10655 1876 0,'0'0'338'16,"0"0"-288"-16,64 152-4 0,-44-69 57 15,-7 8 58 1,-13 17-24-16,0-12-63 0,-11 3-74 15,-44 27-8-15,5-39-231 16,-3-9-341-16</inkml:trace>
  <inkml:trace contextRef="#ctx0" brushRef="#br0" timeOffset="85924.98">4269 11205 895 0,'0'0'232'16,"0"0"-8"-16,0 0 49 16,0 0-8-16,0 0-16 15,0 0-5-15,0 0-33 16,8 2-109-16,11-2-36 16,4 0 4-16,6 0-69 15,2 0-1-15,1 0 0 0,-3 0-67 16,-7 7-49-1,-13 8-138-15,-5-4-246 0,-4 2-196 0</inkml:trace>
  <inkml:trace contextRef="#ctx0" brushRef="#br0" timeOffset="86051.79">4172 11376 1234 0,'0'0'920'0,"0"0"-657"15,0 0-92-15,0 0-28 16,155-8-78-16,-93 1-65 15,20 4-79-15,-14 0-199 16,-16 2-747-16</inkml:trace>
  <inkml:trace contextRef="#ctx0" brushRef="#br0" timeOffset="86860.68">5069 11396 1739 0,'0'0'538'0,"0"0"-387"15,0 0 12-15,0 0-30 0,0 0-45 16,0 0 12-16,0 0-60 16,126-89-40-16,-70 39 0 15,2-7-27-15,-4-10-41 16,-5-2-43-16,-9-5-27 15,-8-2 47-15,-13 1 0 16,-9 0-4-16,-10 11 52 16,0 12 43-16,-10 15 101 15,-7 20-28-15,-6 15-58 16,-4 2-15-16,-4 39 7 16,-7 33-1-16,5 39 144 15,6 0-74-15,11-9 18 16,12-12-12-16,4-25-61 15,2 6 6-15,18-3-27 16,3-13 6-16,6-17 5 0,2-13-11 16,3-13-17-16,1-12-22 15,3 0-64-15,-3-25-14 16,-6-11-52-16,-4-11-90 16,-7 1 6-16,-9 4 144 15,-5 10 109-15,-2 12 248 16,-2 11 24-16,0 9-61 15,0 0-143-15,0 17-57 16,-11 11 34-16,0 6-30 16,2 3 4-16,3-1-19 0,3-9-83 15,3-2-80 1,0-18-76-16,0-5-113 0,11-2-316 0</inkml:trace>
  <inkml:trace contextRef="#ctx0" brushRef="#br0" timeOffset="87273.67">5775 11201 1179 0,'0'0'547'15,"0"0"-313"-15,-19 120 19 16,7-76-64-16,3-9-17 16,3-8-67-16,4-8-29 15,2-7-58-15,0-8-7 16,0-4 6-16,2 0-17 15,11-8-15-15,11-20 2 0,5-8-138 16,7-8-14-16,2-1-4 16,-5 7 113-16,-4 13 56 15,-11 13 86-15,-5 12-27 16,-8 7-12-16,-5 21 42 16,0 4 27-16,0 0-44 15,-3-3-23-15,-3-10-6 16,4-4-42-16,2-11-1 15,0-4 0-15,14 0-16 16,17-19-17-16,15-12-177 16,10-6-113-16,4-5 50 15,0 5 103-15,-10 4 170 16,-13 13 48-16,-12 15 50 0,-12 5-30 16,-13 21-22-1,0 16-46-15,-15 30 0 0,-12-9-162 16,2-8-399-16</inkml:trace>
  <inkml:trace contextRef="#ctx0" brushRef="#br0" timeOffset="88253.02">4995 11947 780 0,'0'0'822'16,"0"0"-727"-16,0 0-82 15,0 0 83-15,0 0-58 16,132-75 43-16,-105 75 67 0,-6 0-48 16,-5 25 0-1,-7 8 32-15,-9 10 3 0,0 3 29 16,0 1-84-16,-13-3-27 15,-3-7-29-15,5-8-12 16,0-11 7-16,6-6-19 16,3-9 0-16,2-3-11 15,0 0-9-15,0-5-23 16,2-23-17-16,8-12-319 16,0-11-103-16,-1 1 114 15,-4 8 217-15,-3 13 151 16,-2 12 392-16,0 13-4 15,0 4-159-15,-14 10-125 16,2 16-3-16,2 6-32 16,8 3-11-16,2-1 6 0,7-4-64 15,17-2 0-15,12-4-35 16,2-9-105-16,18-12-64 16,-10-3-344-16,-10 0-824 0</inkml:trace>
  <inkml:trace contextRef="#ctx0" brushRef="#br0" timeOffset="88424.74">5397 11996 1562 0,'0'0'661'16,"0"0"-446"-16,0 0-69 16,0 0-106-16,0 0 20 15,118 0-34-15,-66 0-24 0,2 0-2 16,2 0-137-1,11-3-126-15,-13-5-309 0,-13-1-1040 0</inkml:trace>
  <inkml:trace contextRef="#ctx0" brushRef="#br0" timeOffset="88672.81">5748 11840 1472 0,'0'0'632'15,"0"0"-430"-15,0 0-153 16,0 0-36-16,0 0 6 16,0 0-18-16,123 47 15 0,-99-19-16 15,-8 7 6-15,-13 3 21 16,-3 3 37-16,-19 1 40 16,-14 1-10-16,-5-6-51 15,3-2-7-15,2-5-36 16,8-8-70-16,13-13-110 15,10-4-391-15,2-5-1158 0</inkml:trace>
  <inkml:trace contextRef="#ctx0" brushRef="#br0" timeOffset="88953.93">6138 11941 1275 0,'0'0'360'15,"0"0"-193"-15,0 0 62 16,0 0 9-16,-79 123-34 16,79-94-57-16,0 0-26 15,17-4-24-15,14-4-64 16,7-7 7-16,5-9-23 16,1-5-16-16,-1 0-1 15,-8-14-39-15,-10-9-17 16,-10-10-23-16,-15 1-102 15,0-2 55-15,-6 5 70 16,-17 3 36-16,-6 6-46 16,8 11-274-16,4 1-479 0</inkml:trace>
  <inkml:trace contextRef="#ctx0" brushRef="#br0" timeOffset="89168.51">6333 11801 1280 0,'0'0'868'0,"0"0"-603"16,0 0-194-16,0 0-44 16,0 0 38-16,113 0-53 15,-72 0 14-15,-2 0-26 16,-3 1-73-16,-1-1-100 15,-10 0-163-15,-9-5-659 0</inkml:trace>
  <inkml:trace contextRef="#ctx0" brushRef="#br0" timeOffset="89323.8">6514 11667 1758 0,'0'0'328'16,"0"0"-196"-16,0 0 80 15,-56 144-78-15,35-86-21 16,1 3-111-16,-4 14-2 16,6-12-151-16,2-17-411 0</inkml:trace>
  <inkml:trace contextRef="#ctx0" brushRef="#br0" timeOffset="90756.9">7274 10990 1192 0,'0'0'549'16,"0"0"-278"-16,0 0-12 16,0 0-39-16,0 0-17 15,0 0-171-15,0 0 5 16,149-105-37-16,-101 66-20 16,0-2-13-16,-8 0-65 0,-7 1-30 15,-11 5 18 1,-9 3 58-16,-8 8 52 0,-5 10 71 15,0 9 34-15,0 5-59 16,-13 0-46-16,-5 14 0 16,-2 24 9-16,2 17 24 15,3 17 74-15,1 9-28 16,7 7-13-16,3 1 1 16,0-9-49-16,-1-8-9 15,-2-12 6-15,-2-13-9 16,-1-11 1-16,-9-10 5 15,-3-10-10-15,-2-8 4 16,-3-6-6-16,2-2 0 16,7-6 16-16,10-21-16 0,8-8 0 15,2-8-11-15,29-5 7 16,14 2-2-16,8 4-118 16,30 1-136-16,-12 12-111 15,-11 7-618-15</inkml:trace>
  <inkml:trace contextRef="#ctx0" brushRef="#br0" timeOffset="91551.81">7997 10548 1485 0,'0'0'599'16,"0"0"-302"-16,0 0-113 16,0 0-122-16,0 0-60 15,0 0 4-15,-129 97 68 0,83-34 1 16,3 5-8-16,14 0 5 16,12-3-44-16,12-6-13 15,5-6-15-15,7-10-7 16,22-8-47-16,21-15-124 15,0-8-115-15,-8-12-351 0</inkml:trace>
  <inkml:trace contextRef="#ctx0" brushRef="#br0" timeOffset="91917.43">8022 10786 1646 0,'0'0'361'16,"0"0"-209"-16,0 0-59 15,0 0-23-15,0 0 77 16,114 77 4-16,-112-31 0 0,-2 3-60 16,0 4-40-16,-17-7 4 15,-1-6-33-15,1-12-21 16,9-8 4-16,6-12-5 16,2-4 0-16,0-4-27 15,0-4-4-15,8-20 23 16,8-15-199-16,5-10-74 15,-6-3-39-15,-2 3 61 16,-6 15 259-16,-7 16 246 16,0 15-28-16,0 3-81 15,-7 19-76-15,-2 13 46 0,7 7 26 16,2 1-69 0,2 0 0-16,21-6-43 0,8-4-21 15,4-7-2-15,3-14-116 16,12-9-92-16,-15-4-67 15,-6-16-310-15</inkml:trace>
  <inkml:trace contextRef="#ctx0" brushRef="#br0" timeOffset="92072.87">8613 10655 1842 0,'0'0'323'0,"0"0"-251"16,0 0 4-16,20 138 10 15,-20-75-3-15,-20 6-25 0,-7-1-58 16,-6 10-64-16,6-16-290 16,7-22-744-16</inkml:trace>
  <inkml:trace contextRef="#ctx0" brushRef="#br0" timeOffset="92275.98">8974 10962 2415 0,'0'0'290'16,"0"0"-290"-16,0 0-64 15,161 10-21-15,-101-10-109 16,-9 0-368-16</inkml:trace>
  <inkml:trace contextRef="#ctx0" brushRef="#br0" timeOffset="93444.1">9818 11015 1672 0,'0'0'697'16,"0"0"-490"-16,0 0-118 15,0 0-34-15,0 0 14 16,0 0-69-16,0 0 0 15,128-83-28-15,-86 48-62 16,-4-6 25-16,-7-1-26 16,-10 2-15-16,-9-2-11 0,-8 6 46 15,-4 6 71-15,0 7 74 16,0 11-7-16,-12 10-31 16,3 2-36-16,-3 16-15 15,4 25 15-15,-1 20 41 16,1 16 50-16,0 13 49 15,2 4-75-15,-3-3-1 16,-3-10-13-16,-1-8-33 16,-7-12 8-16,-2-10-26 15,-5-12 6-15,-2-9 2 16,-2-10-8-16,0-10 0 16,4-10 0-16,9 0 0 15,9-16 23-15,9-18-23 0,7-11 6 16,28-6-24-1,13-4 18-15,12 3-30 0,4 4-113 16,26-5-189-16,-19 12-215 16,-13 9-1156-16</inkml:trace>
  <inkml:trace contextRef="#ctx0" brushRef="#br0" timeOffset="93709.95">10452 10596 1877 0,'0'0'291'16,"0"0"-291"-16,0 0 0 15,0 0 80-15,-98 128 78 16,75-66 32-1,8 10-56-15,7 2-77 0,8-2-38 16,0-3-19-16,6-7-95 16,27-6-131-16,-4-16-292 15,0-18-611-15</inkml:trace>
  <inkml:trace contextRef="#ctx0" brushRef="#br0" timeOffset="94009.89">10615 10868 1422 0,'0'0'295'16,"0"0"-115"-16,0 0 153 16,-64 126-118-16,64-90-35 15,0-5-43-15,25-7-52 16,16-6-24-16,8-8-46 15,2-10-4-15,-1 0-5 16,-6-14-6-16,-13-12-2 16,-13-4 1-16,-14-5-32 15,-4-1 20-15,-16 3-2 0,-15 6-14 16,-4 12 28-16,-3 10-169 16,3 5-101-16,8 5-284 15,11 2-243-15</inkml:trace>
  <inkml:trace contextRef="#ctx0" brushRef="#br0" timeOffset="94188.17">11210 10631 1126 0,'0'0'302'16,"0"0"-230"-16,-15 159 34 15,-19-78 7-15,-13 6-12 16,-38 28-79-16,12-20-22 0,2-20-315 16</inkml:trace>
  <inkml:trace contextRef="#ctx0" brushRef="#br0" timeOffset="94825.58">7189 11526 1483 0,'0'0'530'15,"0"0"-353"-15,0 0-64 16,0 0-38-16,151 0 20 15,-28 0-52-15,51 0 38 16,26 0 4-16,10 0-27 16,1 0 34-16,-7 0-23 15,10 0-24-15,4 0-7 16,0 0-38-16,0 0 0 0,-6 0-9 16,-4 0 10-1,-12 0-2-15,-17 0-24 0,-23-6 6 16,-38 0 7-16,-32 2-27 15,-28 2 14-15,-11 0 4 16,-3 0-106-16,2-5-104 16,-11 0-303-16,-22-1-858 0</inkml:trace>
  <inkml:trace contextRef="#ctx0" brushRef="#br0" timeOffset="95486.47">7902 12039 876 0,'0'0'823'0,"0"0"-479"16,0 0-104-16,0 0-105 15,0 0-27-15,0 0-56 16,0 0 15-16,76-26-32 16,-61 38-35-16,-1 18 1 15,-10 11 62-15,-4 9 8 16,0 5 4-16,-6 2-50 15,-10-7 1-15,3-10-7 16,1-10-19-16,8-11 0 0,1-12-6 16,3-2 5-1,0-5-19-15,0 0-29 0,12-21 10 16,5-16-95-16,2-9-104 16,-2-9-135-16,-3 1 33 15,-8 9 254-15,-3 16 86 16,-3 15 354-16,0 14-148 15,-11 0-79-15,-3 23-57 16,7 12 33-16,7 3 11 16,0 2-45-16,15 0-11 15,20-4-58-15,9-5-31 16,32-8-75-16,-11-11-202 16,-7-10-545-16</inkml:trace>
  <inkml:trace contextRef="#ctx0" brushRef="#br0" timeOffset="95634.38">8486 12189 1565 0,'0'0'696'0,"0"0"-603"16,0 0-93-16,115 0-64 16,-30 0-95-16,-11 0-168 15,-3 0-327-15</inkml:trace>
  <inkml:trace contextRef="#ctx0" brushRef="#br0" timeOffset="95944.21">9554 12051 998 0,'0'0'527'15,"0"0"-215"-15,0 0 10 16,-65 135-51-16,65-95-55 16,11-2-98-16,25-4-59 15,17-6-2-15,16-12-49 16,12-12 6-16,4-4-14 16,-8-12-12-16,-10-17 1 15,-22-9-55-15,-26-3-3 16,-19-1 45-16,-10-2-7 15,-32 5 30-15,-16 7-80 0,-9 10-77 16,-34 16-204-16,17 6-191 16,10 0-588-16</inkml:trace>
  <inkml:trace contextRef="#ctx0" brushRef="#br0" timeOffset="96769.74">11270 11578 1096 0,'0'0'566'15,"0"0"-282"-15,0 0 67 16,0 0-57-16,0 0-94 0,0 0-33 16,0 0-90-16,33-3-31 15,-6-3-42-15,6 5-4 16,6 1 0-16,-1 0-41 16,-5 0-84-16,-15 24-130 15,-9-3-246-15,-9-6-297 0</inkml:trace>
  <inkml:trace contextRef="#ctx0" brushRef="#br0" timeOffset="96886.17">11197 11730 1862 0,'0'0'623'0,"0"0"-484"16,0 0-33-16,0 0-46 16,133-1-60-16,-44-7-21 0,-12 1-211 15,-9 1-633-15</inkml:trace>
  <inkml:trace contextRef="#ctx0" brushRef="#br0" timeOffset="97402.12">11874 11710 1753 0,'0'0'664'16,"0"0"-588"-16,0 0-70 15,0 0-6-15,141-74 27 16,-81 28-11-16,7-8-16 0,-1-8-39 16,1-8-93-16,-5-6 41 15,-6-5 73-15,-11 2-19 16,-13 1 37-16,-15 11 50 16,-15 8 91-16,-2 17 54 15,-4 19-70-15,-21 14-73 16,-3 9-51-16,-9 24 0 15,-9 38-1-15,-3 38 61 16,5 29-6-16,10-6 14 16,16-24-49-16,16-32-7 15,2-23 8-15,2 2-15 16,16 0-6-16,8-4 10 0,9-14-9 16,4-14-2-16,8-14 0 15,2 0-56-15,5-30-20 16,-3-12-132-16,-9-10-54 15,-6 2-71-15,-14 4 83 16,-9 10 251-16,-8 15 305 16,-5 14 18-16,0 7-153 15,0 2-155-15,-7 22-3 16,-6 10 22-16,-1 6-3 16,3 5-7-16,5-5-24 15,2-3-109-15,4-9-61 16,0-10-222-16,0-11-470 0</inkml:trace>
  <inkml:trace contextRef="#ctx0" brushRef="#br0" timeOffset="97791.9">12800 11456 1239 0,'0'0'271'0,"0"0"-69"15,-12 102 59-15,-3-56-13 16,1-2-5-16,3-8-72 15,2-8-55-15,2-7-40 16,5-10-61-16,2-7-14 16,0-4 16-16,0 0-17 15,9-4-14-15,13-19-65 16,15-9-143-16,4-5 1 16,4 3-15-16,0 5 160 15,-12 9 76-15,-10 15 135 0,-10 5 15 16,-11 11-47-1,-2 15 45-15,0 6 11 0,-9-3-90 16,-2-2-11-16,2-9-19 16,7-8-38-16,2-9 18 15,0-1-19-15,29 0-19 16,13-20-10-16,19-5-110 16,8-1-10-16,6 0 99 15,-1 3-17-15,-7 9-26 16,-16 12 38-16,-22 12-16 15,-18 20-185-15,-11 2-329 0</inkml:trace>
  <inkml:trace contextRef="#ctx0" brushRef="#br0" timeOffset="98340.58">11941 12256 1778 0,'0'0'743'0,"0"0"-593"15,0 0-35-15,0 0-84 16,0 0-5-16,0 0 14 16,0 0-21-16,120-55-19 15,-102 55 16-15,-5 8-14 16,-7 21 14-16,-6 12-4 16,0 5 17-16,-12 3 11 15,-9-1-40-15,4-6 0 16,3-9 12-16,3-12-11 15,5-6-2-15,6-11-27 16,0-4-6-16,0 0 23 16,4-12-34-16,12-21-49 15,6-13-205-15,3-5-172 0,-5-2-54 16,-5 11 525-16,-8 15 202 16,-4 14 407-16,-3 13-380 15,0 0-119-15,0 6-71 16,0 14-12-16,0 6 49 15,6 2-27-15,12-2-19 16,8 0-29-16,6-6-1 16,3-6-70-16,17-11-122 15,-13-3-169-15,-4 0-392 0</inkml:trace>
  <inkml:trace contextRef="#ctx0" brushRef="#br0" timeOffset="98501.49">12333 12286 1802 0,'0'0'635'0,"0"0"-493"0,0 0-99 16,0 0 8-16,130 0-15 15,-67 2-17-15,7 0-19 16,6 1-79-16,18-3-72 16,-18 0-214-16,-20-3-366 0</inkml:trace>
  <inkml:trace contextRef="#ctx0" brushRef="#br0" timeOffset="98719.36">12798 12194 1670 0,'0'0'533'15,"0"0"-440"1,0 0-58-16,0 0 7 0,0 0 7 16,0 0 28-16,0 0 17 15,106 118-24-15,-106-74 22 16,0 2-22-16,-27-2-20 15,-6 0-3-15,-3-8-33 16,5-5-5-16,6-12-9 16,15-6-67-16,10-13-138 15,10 0-171-15,15-10-346 0</inkml:trace>
  <inkml:trace contextRef="#ctx0" brushRef="#br0" timeOffset="98956.23">13118 12318 1903 0,'0'0'338'16,"0"0"-264"-16,0 0 40 16,-96 104 103-16,76-68-71 15,9-4-48-15,11 0-24 16,0-4-55-16,15-5 8 16,19-7-26-16,8-9 11 15,8-7-4-15,-4 0-8 16,-1-20-26-16,-14-8 2 15,-9-5-31-15,-12-2-36 16,-10-1 4-16,0 8-5 16,-27 7-5-16,2 6-238 15,2 9-507-15</inkml:trace>
  <inkml:trace contextRef="#ctx0" brushRef="#br0" timeOffset="99153.12">13342 12232 1073 0,'0'0'1161'0,"0"0"-869"16,0 0-218-16,0 0-68 16,137-10 9-16,-87 9-4 15,-2-2-11-15,10-9-100 16,-13 2-195-16,-11-2-400 0</inkml:trace>
  <inkml:trace contextRef="#ctx0" brushRef="#br0" timeOffset="99288.04">13629 12046 1852 0,'0'0'343'16,"0"0"-255"-16,0 0-57 15,-27 109 52-15,16-56-32 16,-1 25-51-16,4-13-43 15,-1-10-508-15</inkml:trace>
  <inkml:trace contextRef="#ctx0" brushRef="#br0" timeOffset="105250.35">25021 3924 595 0,'0'0'246'0,"0"0"-68"16,0 0 39-16,0 0 49 16,0 0-33-16,0 0-27 15,0-42-8-15,0 40-99 16,0 2-33-16,0 0 2 16,0 0-47-16,0 0 40 15,0 0-18-15,0 0-9 0,3 0 27 16,4 0-61-16,2 0 0 15,-1 0 15-15,-3 0-15 16,-1 0 30-16,-4-2-15 16,0-6 46-16,0-4 36 15,-9 0-91-15,-4 0 1 16,-3 8-7-16,-3 4-83 16,1 7-286-16,7 7-717 0</inkml:trace>
  <inkml:trace contextRef="#ctx0" brushRef="#br0" timeOffset="106902.53">14384 10964 894 0,'0'0'586'15,"0"0"-334"-15,0 0-62 16,0 0 18-16,0 0-14 0,0 0-80 16,0 0-5-16,3-2-17 15,-1 2-62-15,-2 0 8 16,0-2-12-16,2 2-13 15,-2-2 22-15,0 2-34 16,0 0 18-16,0 0 6 16,0 0-10-16,0 0 18 15,0 0-31-15,0 0-2 16,0 0 18-16,0 2-18 16,0 14-14-16,0 12 14 15,-4 11 1-15,-3 7 27 16,-5 1-28-16,-1-3 7 15,3-5 11-15,-2-7-17 16,5-10-1-16,3-8 0 16,2-5 1-16,2-5-2 0,0-4-7 15,0 0 8-15,0 0-16 16,6 0 16-16,21-19-1 16,11-5-10-16,7-2-60 15,-1 2 56-15,-4 6 4 16,-7 9 11-16,-8 9 29 15,-9 0-28-15,-3 7 6 16,-9 15-6-16,-4 8 0 16,0 4 37-16,0 0-32 15,-17 2 1-15,-3-3 18 16,-5-5-16-16,-2-2-18 16,3-6 6-16,0-5-53 0,-1-4-53 15,-6-11-116-15,8 0-114 16,4-12-261-16</inkml:trace>
  <inkml:trace contextRef="#ctx0" brushRef="#br0" timeOffset="107043.5">14393 10994 662 0,'0'0'1481'0,"0"0"-1015"16,0 0-409-16,0 0-14 15,120-62-43-15,-78 56 0 16,1 6-8-16,13 0-45 0,-12 6-203 15,-8 5-395-15</inkml:trace>
  <inkml:trace contextRef="#ctx0" brushRef="#br0" timeOffset="108356.01">14926 11129 1691 0,'0'0'539'0,"0"0"-414"16,0 0-87-16,0 0-16 16,0 0 27-16,0 0 35 15,116-99 12-15,-94 99-42 16,-2 2-36-16,-5 25-3 16,-1 11 62-16,-9 10-9 15,-5 8-10-15,0 0-40 16,-5-3 3-16,-9-8-2 15,4-12-19-15,1-9 8 16,7-13-22-16,0-4 14 16,2-7-13-16,0 0 11 15,0-3-40-15,2-20-1 0,15-17-118 16,3-14-193-16,5-9 38 16,0 3 55-16,-8 12 261 15,-5 16 128-15,-8 15 189 16,-4 17-129-16,0 0-142 15,0 23-46-15,-9 11 97 16,0 10-2-16,7 3-22 16,2-4-41-16,0 1-32 15,20-5-6-15,24-7-118 16,-4-9-104-16,-1-12-375 0</inkml:trace>
  <inkml:trace contextRef="#ctx0" brushRef="#br0" timeOffset="108575.56">15499 11217 1505 0,'0'0'911'0,"0"0"-630"16,0 0-175-16,0 0-64 15,0 0-12-15,0 0 14 16,0 0-42-16,140 4 7 15,-88 1-18-15,-3 2-58 16,-9-2-102-16,-5-5-131 16,-12 0-280-16,-10 0-576 0</inkml:trace>
  <inkml:trace contextRef="#ctx0" brushRef="#br0" timeOffset="108754.28">15822 11048 967 0,'0'0'975'16,"0"0"-751"-16,0 0-193 16,0 0 15-16,0 0 89 15,-34 127-55-15,14-71-44 16,1 0-29-16,3-1-7 16,7-1-126-16,7-13-151 15,2-14-329-15</inkml:trace>
  <inkml:trace contextRef="#ctx0" brushRef="#br0" timeOffset="109218.29">16314 11025 960 0,'0'0'363'0,"0"0"6"15,-23 106 104-15,2-55-279 16,-4 2-5-16,-1-1 13 16,-1-2-138-16,1-6-8 15,1-6-41-15,3-7-14 16,5-10 12-16,5-10-13 0,5-8-3 16,5 0-7-16,2-3 5 15,0 0 5-15,0-3 16 16,19-14-16-16,8-5-27 15,6-2-16-15,4 0 16 16,1 4 9-16,-5 3-16 16,-2-1 26-16,-4 3-4 15,-8-6-16-15,-2-1 10 16,-7-2-61-16,-4 1 2 16,-6 0 77-16,0 8 15 15,0 6 98-15,0 5-3 16,0 4-50-16,-4 7-42 15,-4 22 0-15,-1 15-17 16,3 10 48-16,0 8-49 16,6 3 0-16,0-2-56 15,0 4-167-15,0-17-165 16,0-18-1460-16</inkml:trace>
  <inkml:trace contextRef="#ctx0" brushRef="#br0" timeOffset="109934.5">16789 11342 1870 0,'0'0'744'0,"0"0"-538"16,0 0-73-16,0 0-6 15,0 0-84-15,0 0 2 16,146 0-45-16,-91 0-1 15,1 0-47-15,11 0-138 16,-19 0-321-16,-7 0-671 0</inkml:trace>
  <inkml:trace contextRef="#ctx0" brushRef="#br0" timeOffset="113648.89">17919 11055 1491 0,'0'0'396'16,"0"0"-264"-16,0 0-18 16,0 0 105-16,0 0-107 15,0 0-49-15,0 0-32 16,3-7-16-16,-3 20-8 15,0 15 1-15,-11 12 99 16,-2 8-4-16,-1 4-64 16,-1-2 6-16,-1-1-29 15,3-8-3-15,-1-6 11 16,3-9-24-16,5-8 0 16,-2-8-7-16,6-6-1 15,0-2-8-15,0-2-26 16,-1 0-1-16,1-4 32 0,0-12-30 15,2-5-27-15,0-1 55 16,0 7 13 0,0 5 72-16,7 3-17 15,9 6-16-15,8 1-3 0,8 0-34 16,5 0-1-16,1 0 0 16,2 0 7-16,-7 0-8 15,-2 0-9-15,-6 0-9 16,-7-14 12-16,-5-7-1 15,-1-2-10-15,-6-6 10 16,-3 3 7-16,-3 4 20 16,0 8 21-16,0 6 9 15,0 6 2-15,0 2-52 16,0 5 0-16,0 24 0 16,0 20-18-16,-13 17 9 0,-6 15-30 15,-12 32-141-15,2-18-177 16,2-21-732-16</inkml:trace>
  <inkml:trace contextRef="#ctx0" brushRef="#br0" timeOffset="114565.55">14462 11967 1279 0,'0'0'297'0,"0"0"-185"16,0 0-75-16,0 0 96 16,130 0-1-16,-55 0-18 15,33 0 26-15,39 6-50 0,42-3-56 16,23 0 63-16,6-3-17 15,-2 0-37-15,-2 0-23 16,7 0-20 0,7 0 16-16,1 0-16 0,-6 0 0 15,-5 0 19-15,-8-3-19 16,-12-6 35-16,-10-5 23 16,-17 0-33-16,-39 2 15 15,-34 3-40-15,-33 2 1 16,-18 1-8-16,-7 2 7 15,-7 0-46-15,-8 2-69 16,-25 2-20-16,-19 0-151 0,-12 0-314 16</inkml:trace>
  <inkml:trace contextRef="#ctx0" brushRef="#br0" timeOffset="115240.69">16034 12559 1134 0,'0'0'780'16,"0"0"-499"-16,0 0-184 15,0 0 17-15,0 0 68 16,0 0-115-16,0 0-36 16,89-43-1-16,-73 43-12 15,-3 0 12-15,1 9-20 16,-6 13 5-16,-1 10 31 0,-7 8-5 16,0 6 18-16,-2 4-3 15,-17 2-19-15,0-5 6 16,1-7-43-16,3-11 8 15,3-8 16-15,8-12-24 16,4-2-1-16,0-7-18 16,0 0-11-16,4-16 5 15,16-23-25-15,9-15-195 16,5-11-55-16,-5-1-249 16,-5 8 223-16,-11 19 326 15,-10 18 312-15,-3 18 54 0,-5 3-196 16,-15 14-115-16,-2 18 89 15,4 5-38-15,9 6-6 16,9-2-33 0,3-6-22-16,30 0-5 15,19-10-29-15,14-7-4 0,15-7-14 16,46-11-104-16,-19-11-142 16,-14-10-477-16</inkml:trace>
  <inkml:trace contextRef="#ctx0" brushRef="#br0" timeOffset="116458.72">18858 11834 1285 0,'0'0'535'0,"0"0"-356"16,0 0-4-16,0 0-8 16,0 0-41-16,0 0-6 15,0 0-48-15,47 9 5 16,-11-5 7-16,6 2-45 15,5 1-21-15,-1 2-18 16,-1-1-27-16,-9 0-48 16,-9 11-135-16,-12-5-282 15,-12 1-392-15</inkml:trace>
  <inkml:trace contextRef="#ctx0" brushRef="#br0" timeOffset="116592.33">18833 12071 1433 0,'0'0'1064'0,"0"0"-829"15,0 0-187-15,0 0 18 16,0 0 56-16,0 0-104 16,154 0-18-16,-73 0-66 15,-15 0-225-15,-14-2-393 0</inkml:trace>
  <inkml:trace contextRef="#ctx0" brushRef="#br0" timeOffset="121524.75">19971 11576 1000 0,'0'0'534'16,"0"0"-414"-16,0 0 57 16,0 0-47-16,0 0-7 0,0 0-24 15,2 0-84-15,-2 0 25 16,0 0-40-16,0 0 1 15,0 0 36-15,0 0-37 16,0 0 0-16,0 0 53 16,0 0-46-16,0 6 55 15,0 8-61-15,0 8 7 16,0 2 108-16,-2 6-92 16,-1-2-11-16,1 2 52 15,0-2-44-15,0-1 69 16,0-3-90-16,2-2 0 15,-3-2 41-15,3-4-41 16,0-4 0-16,0-4 5 0,0-4 23 16,0-2-28-1,3-2 0-15,14 0 0 0,8 0-41 16,8 0 41-16,9-8-33 16,3-2 18-16,-3 0-6 15,-3 8 5-15,-6 2 16 16,-7 0 0-16,-6 4 77 15,-6 12-76-15,-5 5 29 16,-9-2 16-16,0 5-46 16,0 0 108-16,-20 2-108 15,-9-1 15-15,-3-1 22 16,-5-2-37-16,-1-3-1 16,-1-2 1-16,4-7-119 15,-1-5 92-15,-8-5-219 0,6-14-251 16,7-11-252-16</inkml:trace>
  <inkml:trace contextRef="#ctx0" brushRef="#br0" timeOffset="121653.88">19995 11628 1807 0,'0'0'838'16,"0"0"-617"-16,113-60-136 16,-43 35-83-16,8 8 120 15,6 5-122-15,30 12-56 16,-20 0-63-16,-17 0-759 0</inkml:trace>
  <inkml:trace contextRef="#ctx0" brushRef="#br0" timeOffset="124664.66">1892 14207 1861 0,'0'0'497'0,"0"0"-376"16,0 0-12-16,0 0 29 16,0 0-47-16,0 0-83 15,0 0 2-15,134-127-10 16,-88 85-24-16,6-2 18 16,-1-2-86-16,-4 2-45 15,-10-4 42-15,-5 8 12 0,-14 3 17 16,-7 10 6-16,-8 7 60 15,-3 6 57-15,0 8 26 16,0 3-43-16,0 3-40 16,0 0 0-16,0 9-2 15,0 23-3-15,-6 32 5 16,-4 40 142-16,-1 4-52 16,-1-5-16-16,6-11 1 15,1-24-45-15,-1 7 11 16,-2 0-24-16,0-8-16 15,-3-11 33-15,-5-8-34 16,-1-13 0-16,-6-4 3 16,-6-4 3-16,-2-10-9 0,0-5 3 15,4-7 0-15,6-5 5 16,13-11-5-16,8-24-1 16,0-11-12-16,27-12-19 15,17-3 6-15,7-1-39 16,32-19-135-16,-14 19-39 15,-13 8-344-15</inkml:trace>
  <inkml:trace contextRef="#ctx0" brushRef="#br0" timeOffset="124882.88">2643 13254 2237 0,'0'0'252'0,"0"0"-252"15,0 0-12-15,-60 129 12 16,27-36 11-16,4 0-11 16,0 29-55-16,8-23-415 15,10-33-1170-15</inkml:trace>
  <inkml:trace contextRef="#ctx0" brushRef="#br0" timeOffset="125283.4">3036 13589 1452 0,'0'0'522'0,"0"0"-344"0,0 0 36 16,0 0 7-16,-141 149-54 15,105-77-22-15,5 6-63 16,9 2-62-16,6-1 23 16,12-7-43-16,4-4-1 15,2-10-23-15,42 1-70 16,-3-18-163-16,-1-17-373 0</inkml:trace>
  <inkml:trace contextRef="#ctx0" brushRef="#br0" timeOffset="125549.73">3254 13941 1520 0,'0'0'1044'15,"0"0"-1032"-15,0 0 46 16,0 0-22-16,0 0 87 15,-31 109 0-15,31-80-57 16,0-3-18-16,22-6-19 16,5-4-27-16,2-6 23 15,2-7-19-15,-4-3-5 16,-7 0 29-16,-6-13-17 16,-8-13-10-16,-6-5-3 15,0-1 0-15,-2 5-12 16,-14 4-13-16,1 8-29 15,1 0-37-15,5 7-291 0,5-1-485 16</inkml:trace>
  <inkml:trace contextRef="#ctx0" brushRef="#br0" timeOffset="125731.04">3845 13641 2192 0,'0'0'317'0,"0"0"-165"15,40 103-41-15,-40-37 4 16,0 14-51-16,-29 6-7 16,-11 0-32-16,-3 1-25 15,-1-11-63-15,-8 3-64 16,13-21-205-16,7-23-573 0</inkml:trace>
  <inkml:trace contextRef="#ctx0" brushRef="#br0" timeOffset="126105.55">3376 13705 418 0,'0'0'1949'0,"0"0"-1460"16,0 0-320-16,0 0-84 0,0 0-55 16,0 0-30-1,123-21 0-15,-69 21-66 0,-9 0-179 16,-8 2-534-16</inkml:trace>
  <inkml:trace contextRef="#ctx0" brushRef="#br0" timeOffset="126862.67">4656 14125 1403 0,'0'0'769'0,"0"0"-548"16,0 0-100-16,0 0 16 0,0 0 15 15,0 0-75-15,0 0-15 16,38 0-23-16,7 0-39 15,15 2 36-15,14 0-36 16,3 2 8-16,2-3 2 16,-4 2-10-16,-8 1-7 15,-11-3-19-15,-9 4-158 16,-12 2-99-16,-14 2-323 0,-13-6-680 16</inkml:trace>
  <inkml:trace contextRef="#ctx0" brushRef="#br0" timeOffset="127088.75">4790 14209 1077 0,'0'0'815'0,"0"0"-515"16,0 0-127-16,0 0-29 15,0 0-12-15,0 0-32 16,145 0-1-16,-92-4-28 15,5-1-63-15,2-2-7 0,0-1-2 16,-4 2-58 0,-6 4-110-16,0-10-140 0,-11 6-261 15,-15-2-538-15</inkml:trace>
  <inkml:trace contextRef="#ctx0" brushRef="#br0" timeOffset="127283.97">5241 13837 1702 0,'0'0'785'0,"0"0"-785"16,0 0 20-16,-116 113-20 16,62-38 14-16,-13 25 16 15,9-6-30-15,4 3-12 0,8 17-104 16,19-40-271-16,9-12-802 15</inkml:trace>
  <inkml:trace contextRef="#ctx0" brushRef="#br0" timeOffset="127814.96">6101 14258 2246 0,'0'0'222'0,"0"0"-222"15,0 0-97-15,153-104 48 16,-84 53 30-16,1-2-16 15,-3-3-35-15,-11 1-234 16,-12-1 46-16,-15 7 258 16,-13 5 20-16,-14 10 94 15,-2 10 101-15,0 8 84 16,-14 12-143-16,-3 4-104 16,-1 16-52-16,-1 26 1 15,2 36 38-15,3 36 22 16,6 34 19-16,1 12 25 15,1-10-65-15,-4-22 9 16,-3-34-12-16,2-18-22 0,-5-19 11 16,-4-11-17-16,-9 5-9 15,-11 0 0-15,-6-5 10 16,1-12-1-16,5-20-9 16,15-14 0-16,12-6 37 15,13-34-37-15,4-18 0 16,32-14-17-16,18-8 10 15,12-2 5-15,10 1-116 16,23-15-134-16,-20 19-221 16,-17 11-718-16</inkml:trace>
  <inkml:trace contextRef="#ctx0" brushRef="#br0" timeOffset="128155.97">6825 13415 2350 0,'0'0'557'0,"0"0"-480"16,0 0-50-16,0 0-27 16,0 0-75-16,-56 119 64 15,23-44-2-15,-12 42-141 16,9-18-212-16,17-32-480 0</inkml:trace>
  <inkml:trace contextRef="#ctx0" brushRef="#br0" timeOffset="128454.71">7387 13694 1765 0,'0'0'694'16,"0"0"-609"-16,0 0-85 16,0 0 0-16,-123 27 12 15,90 26 58-15,6 13 76 0,7 10-58 16,11 5-39-1,7-2-21-15,2-1-27 0,7-7-2 16,17-7-14-16,21-2-105 16,-5-18-115-16,-5-16-505 15</inkml:trace>
  <inkml:trace contextRef="#ctx0" brushRef="#br0" timeOffset="130497.84">7737 13918 418 0,'0'0'735'0,"0"0"-495"15,0 0-32-15,0 0 12 16,0 0 11-16,0 0-45 15,0 0-72-15,-67 18-34 16,36 17 57-16,-2 9-39 16,6 7 15-16,7 3-5 15,11 3-54-15,9-11-5 0,0-2-31 16,21-6 0-16,18-6 9 16,7-12-27-16,12-10-2 15,3-10-21-15,-5 0-10 16,-5-12 3-16,-15-20-18 15,-14-4 0-15,-13-8 11 16,-9 1-23-16,-7-3 57 16,-20 5 3-16,1 7 15 15,-1 7-9-15,2 9-6 16,8 10-40-16,9 8-117 16,6 0-313-16,2 0-360 0</inkml:trace>
  <inkml:trace contextRef="#ctx0" brushRef="#br0" timeOffset="130738.01">8165 13864 922 0,'0'0'1330'16,"0"0"-862"-16,0 0-344 15,0 0-36-15,0 0-46 16,0 0-15-16,0 0-27 16,112-18 0-16,-68 20 0 0,-1 10-51 15,-6 0-93-15,-8 2-118 16,-11-4-267 0,-9-2-225-16</inkml:trace>
  <inkml:trace contextRef="#ctx0" brushRef="#br0" timeOffset="130901.57">8325 13738 1196 0,'0'0'1022'15,"0"0"-826"-15,0 0-168 16,0 0 0-16,-58 134 81 16,31-65-78-16,1 11 5 15,4-5-36-15,15 9-87 16,7-19-165-16,0-17-316 0</inkml:trace>
  <inkml:trace contextRef="#ctx0" brushRef="#br0" timeOffset="131129.84">8796 13728 947 0,'0'0'380'16,"0"0"-104"-16,51 104 19 16,-33-32-11-16,-10 8-49 15,-8 23-45-15,0-10-90 16,-29 6-49-16,-10-1-51 0,-35 15-39 16,9-11-207-16,3-26-660 15</inkml:trace>
  <inkml:trace contextRef="#ctx0" brushRef="#br0" timeOffset="132248.84">9579 14203 992 0,'0'0'1197'0,"0"0"-878"15,0 0-172-15,0 0 11 16,0 0-44-16,0 0-35 15,0 0-30-15,44 0-20 16,-7 0 13-16,9 0-42 16,6-3 0-16,4 3 0 15,0 0-30-15,-2 0-30 16,-5 5-124-16,-5 2-147 16,-12 0-339-16,-14-3-480 0</inkml:trace>
  <inkml:trace contextRef="#ctx0" brushRef="#br0" timeOffset="132497.84">9587 14299 1564 0,'0'0'692'0,"0"0"-510"15,0 0-41-15,0 0 4 16,0 0-81-16,0 0-31 16,131 0-32-16,-72 0 5 0,3 0-12 15,0 0-16-15,-2 0-109 16,9 0-144 0,-15 0-299-16,-11-2-440 0</inkml:trace>
  <inkml:trace contextRef="#ctx0" brushRef="#br0" timeOffset="132682.14">10347 14002 1605 0,'0'0'270'16,"0"0"-141"-16,0 0 49 0,0 0-21 15,85 135-30 1,-85-79-60-16,-11 9-21 0,-25 0-46 15,-41 32-19-15,9-20-112 16,1-12-368-16</inkml:trace>
  <inkml:trace contextRef="#ctx0" brushRef="#br0" timeOffset="133505.84">11371 14258 1542 0,'0'0'767'16,"0"0"-555"-16,0 0-118 15,0 0-46-15,0 0-7 16,0 0-26-16,140-65-15 16,-89 33-17-16,1-4-78 0,-6-5 19 15,-6 2-6-15,-11-4-91 16,-7 3-42 0,-11 0 24-16,-5 8 171 15,-6 10 20-15,0 8 91 0,0 8-21 16,0 6-50-16,-8 3-20 15,2 29 0-15,-3 15 55 16,3 36 106-16,1 31-12 16,-2 29-35-16,-2-9-20 15,-2-26 21-15,-3-33-53 16,-1-17-18-16,-7 5-20 16,-5 1-23-16,-6 5 15 15,-5-13-13-15,-1-8 3 16,4-18 16-16,4-10-22 15,6-12 12-15,8-8-4 0,8-9 16 16,9-30-9-16,0-15-15 16,19-17-34-16,24-7 33 15,12-2-67-15,15-5-75 16,5 2-77-16,4 1-41 16,17-24-51-16,-18 16-267 15,-16 15-600-15</inkml:trace>
  <inkml:trace contextRef="#ctx0" brushRef="#br0" timeOffset="133686.84">12140 13784 1652 0,'0'0'387'15,"0"0"-307"-15,0 0-29 16,-123 104 104-16,76-34 1 0,7 15-6 16,13-1-56-16,14 1-41 15,13-10-15-15,0-7-25 16,24-15-13-16,12-11-41 15,8-14-33-15,27-18-77 16,-10-10-142-16,-10 0-331 0</inkml:trace>
  <inkml:trace contextRef="#ctx0" brushRef="#br0" timeOffset="134054.15">12269 14038 1622 0,'0'0'601'15,"0"0"-522"-15,0 0 1 0,0 0-9 16,87 113 60 0,-71-69 19-16,-10 2-42 0,-6-3-32 15,0 2-34-15,-2 0-17 16,-14-6 4-16,-3-8-28 16,-2-4 5-16,3-10-6 15,5-8-15-15,7-6-8 16,0-3-31-16,6-6 23 15,0-30-45-15,8-9-458 16,11-13 47-16,4 7 162 16,-3 5 325-16,-7 21 169 15,-9 11 188-15,-2 14-61 16,-2 0-148-16,0 20-117 16,0 6 100-16,3 6-49 15,11-4-22-15,8-2-14 0,5-8-46 16,6-8-11-16,3-7-3 15,8-8-128-15,-9-17-62 16,-8-8-437-16</inkml:trace>
  <inkml:trace contextRef="#ctx0" brushRef="#br0" timeOffset="134231.79">12748 13802 2230 0,'0'0'294'0,"0"0"-168"15,107 122-15-15,-75-59-29 16,-13 5-14-16,-15 2-36 0,-4 0-4 16,-12 0-28-16,-20 2-37 15,-30 4-120-15,8-18-225 16,1-17-735-16</inkml:trace>
  <inkml:trace contextRef="#ctx0" brushRef="#br0" timeOffset="135165.73">14144 13866 1332 0,'0'0'695'16,"0"0"-496"-16,0 0-116 15,0 0 16-15,0 0-21 0,0 0-35 16,0 0 21-16,6-15-51 15,-2 47 17-15,-1 15 40 16,-3 15 46-16,0 10-34 16,0 5-26-16,0-6-50 15,0-4-5-15,0-9 2 16,0-12 6-16,0-4-18 16,0-12 6-16,0-5-54 15,0-11-40-15,0-6-107 0,0-8-10 16,0-19-40-16,7-16 81 15,8-13-584-15</inkml:trace>
  <inkml:trace contextRef="#ctx0" brushRef="#br0" timeOffset="135429.87">14478 14062 1859 0,'0'0'396'0,"0"0"-308"15,0 0-69-15,0 0 30 16,0 0 30-16,-133 85-11 15,87-53-13-15,9-4-45 16,8-10-4-16,15-4 6 16,12-8-10-16,2-2-4 15,14 5-5-15,21-4 2 0,15 7-11 16,8 0 7-16,4-2-47 16,0 0 5-16,-9-6-7 15,-4 1-12-15,-7-5 1 16,-5 0-72-16,-6-19 9 15,2-20-54-15,-11-2-111 16,-2-3-60-16</inkml:trace>
  <inkml:trace contextRef="#ctx0" brushRef="#br0" timeOffset="136232.04">14843 13767 694 0,'0'0'976'0,"0"0"-792"15,0 0-122-15,0 0-62 16,0 0 0-16,0 0 105 0,0 0 148 15,-2 162-70-15,-2-85-35 16,0 1-78-16,4-3-21 16,0-9-15-16,0-10-33 15,0-14-1-15,2-10-9 16,4-13-15-16,1-14-13 16,5-5 16-16,3 0 12 15,7-10-1-15,5-20-60 16,6-10-166-16,3-6-230 15,-5 0-17-15,-6 10 476 16,-8 14 7-16,-7 14 206 16,-6 8-91-16,-4 8 15 15,0 20 93-15,0 7-52 0,0 0-48 16,0 2-42 0,0-10-27-16,9-1 7 15,5-8-20-15,3-8-17 16,5-1 10-16,5-9-34 0,4 0-10 15,3 0-18-15,-1-19-28 16,3-8 10-16,-7 0-29 16,-5 1 14-16,-6 9 0 15,-9 4 11-15,-9 9 32 16,0 4-25-16,0 0-26 16,-6 2 69-16,-6 6 36 15,3-1-7-15,7-2-5 0,2-3 0 16,0-2 8-1,4 0-32-15,17-7-10 0,8-6-98 16,4-1 67-16,3 2 28 16,1 5 12-16,-1 7 2 15,-1 0-1-15,2 0 45 16,3 0 40-16,2 0-3 16,3 0-38-16,-1 0-35 15,-3 0 26-15,-6-7-35 16,-8-9-1-16,-10-5-31 15,-5 0-36-15,-10-1-59 16,-2 4 43-16,0 4 84 16,0 8 35-16,0 6 21 15,0 4-56-15,0 27 0 16,-2 20 56-16,-3 17 64 0,0 12-24 16,-1 8-14-1,2 3 27-15,-3-4-36 0,3-6-3 16,-4 0-46-16,2-14-15 15,-1-2-2-15,-3-13-7 16,-6-9-15-16,-5-11-12 16,-3-9-47-16,-10-11-47 15,-6-12-4-15,-26-18-88 16,8-22-178-16,6-8-616 0</inkml:trace>
  <inkml:trace contextRef="#ctx0" brushRef="#br0" timeOffset="136382.84">15222 14021 2185 0,'0'0'574'0,"0"0"-484"15,74-117-49-15,-28 87-29 16,8 7-12-16,4 12-35 16,13 11-122-16,-13 11-234 15,-15 12-605-15</inkml:trace>
  <inkml:trace contextRef="#ctx0" brushRef="#br0" timeOffset="136963.72">17015 13832 1707 0,'0'0'583'16,"0"0"-447"-16,0 0-133 16,0 0 6-16,0 0-6 15,0 0 6-15,0 114 135 16,0-39-19-16,0 5-38 16,-3-4-11-16,-1-8-42 0,-1-9-11 15,1-12-18 1,4-12-4-16,0-12-2 0,0-9-30 15,0-7-47-15,0-7 5 16,0 0-3-16,7-22-7 16,13-54-75-16,-3 2-421 15,4 1-57-15</inkml:trace>
  <inkml:trace contextRef="#ctx0" brushRef="#br0" timeOffset="137117.25">17109 14002 730 0,'0'0'979'15,"0"0"-619"-15,0 0-255 16,0 0-20-16,0 0 13 15,-58 143-5-15,55-95-12 0,3-2-41 16,20-10-1-16,21-10-36 16,9-11-3-16,15-12-39 15,7-3-73-15,7-28-114 16,37-51-45-16,-18 9-43 16,-13-6-197-16</inkml:trace>
  <inkml:trace contextRef="#ctx0" brushRef="#br0" timeOffset="137733.94">17962 13555 1453 0,'0'0'736'16,"0"0"-446"-16,0 0-153 16,0 0-135-16,0 0 15 15,0 0 9-15,-114 71 27 16,72-8 61-16,2 15-25 16,0 6-21-16,4 1-22 15,5-5-19-15,6-7-5 16,5-8-22-16,7-16 6 0,4-13-18 15,6-12 12-15,3-8-28 16,0-11-21-16,6-5 13 16,15 0 24-16,13-26-5 15,11-15-125-15,4-15-103 16,-3-2-80-16,-4 7 118 16,-15 15 207-16,-11 19 208 15,-9 17-116-15,-7 0-76 16,0 26 29-16,-5 10 161 15,-3 8-48-15,0-2-62 16,8-2-42-16,0-8-16 16,16-6-6-16,20-8-31 0,11-6 0 15,16-12 11 1,8 0-12-16,7-14-27 16,-1-16-41-16,-2-8-55 15,-13-4-26-15,-16 1-26 0,-17 6 6 16,-20 8 169-16,-9 17 77 15,-20 10 4-15,-23 5-57 16,-9 23 55-16,-6 6 59 16,4 3-57-16,12 0-19 15,13-7-3-15,15-8-41 16,14-8-18-16,0-1-14 16,23-13-11-16,16 0 4 15,11 0-102-15,4-7-103 16,-2-13-37-16,-4 1 92 15,-13 2 171-15,-10 7 28 0,-10 10 116 16,-6 0-66-16,-2 10-60 16,-3 14 24-16,-2 4-41 15,1 0-1-15,3-6-108 16,-1-12-176-16,4-10-586 16</inkml:trace>
  <inkml:trace contextRef="#ctx0" brushRef="#br0" timeOffset="137915.72">18660 13605 1098 0,'0'0'902'0,"0"0"-700"16,0 0-196-16,0 0-6 15,0 0-40-15,107 125 2 16,-132-50 13-16,-9-12-120 15,1-13-362-15</inkml:trace>
  <inkml:trace contextRef="#ctx0" brushRef="#br0" timeOffset="138162.54">19146 13872 2080 0,'0'0'344'0,"0"0"-308"16,0 0 35-16,0 0 59 15,73 141-20-15,-46-102-40 16,6-2-9-16,3-7-46 16,5-7 11-16,1-6-26 15,5-10-8-15,1-7-77 16,19-15-185-16,-11-17-282 15,-9-8-525-15</inkml:trace>
  <inkml:trace contextRef="#ctx0" brushRef="#br0" timeOffset="138345.87">19757 13825 1905 0,'0'0'540'0,"0"0"-539"16,0 0 25-16,-98 130 77 0,61-77 29 15,14-4 0-15,4-5-74 16,13-11-31-16,6-2 3 15,0-9-17-15,25-9-13 16,10-4 0-16,7-9-67 16,5-6-105-16,16-48-201 15,-13 6-211-15,-7-6-357 0</inkml:trace>
  <inkml:trace contextRef="#ctx0" brushRef="#br0" timeOffset="138470.19">19944 13939 1639 0,'0'0'692'0,"0"0"-569"0,0 0-100 16,0 0 155-1,0 106-51-15,0-64-51 0,0-7-53 16,2-3-23-16,9-9-9 16,3-9-93-16,3-14-101 15,-1-4-166-15,-5-20-1077 0</inkml:trace>
  <inkml:trace contextRef="#ctx0" brushRef="#br0" timeOffset="138567.75">20062 13600 1706 0,'0'0'0'16,"0"0"-816"-16</inkml:trace>
  <inkml:trace contextRef="#ctx0" brushRef="#br0" timeOffset="143350.14">21088 13641 889 0,'0'0'1294'0,"0"0"-1126"0,0 0-103 16,0 0-51 0,0 0 8-16,0 0 55 15,0 0-63-15,-10 46-14 16,-7 13 184-16,-4 15-93 0,-1 6-4 15,2 2-74-15,-2 0-5 16,4-4 11-16,3-3-19 16,1-11-25-16,5-3-104 15,-4-6-154-15,7-15-227 16,-4-15-228-16</inkml:trace>
  <inkml:trace contextRef="#ctx0" brushRef="#br0" timeOffset="143882.59">20610 14080 1766 0,'0'0'603'0,"0"0"-403"16,0 0-186-16,156-78-13 15,-50 58 30-15,23 2-31 16,-7 4-35-16,-13 5 1 16,-26 4 21-16,-32 5 13 15,-7 0 12-15,-13 5 10 16,-23 18 6-16,-8 15 20 15,-31 12 56-15,-19 6-2 16,-6 1-53-16,5-5-9 16,9-8-38-16,13-14 4 15,16-5-6-15,11-16-88 16,2-6-103-16,15-3 49 0,20-12 56 16,10-17-146-1,4-9-81-15,-4-2 110 0,-10 4 203 16,-12 8 32-16,-10 12 310 15,-11 12-55-15,-2 4-163 16,0 0-63-16,0 16-13 16,0 4 60-16,0 6-15 15,7-1-63-15,13-2-5 16,9-7-25-16,9-6-16 16,9-10-56-16,-1 0-123 15,-1-22-189-15,-5-12-106 16,-7-10 105-16,-8-2 58 15,-4 4 279-15,-11 7 48 16,-3 18 717-16,-3 2-75 0,-4 13-432 16,0 2-72-16,3 0-106 15,-1 18-11-15,5 7 37 16,-1 4-42-16,5 3-16 16,5 7-94-16,-1-9-197 15,-3-16-347-15</inkml:trace>
  <inkml:trace contextRef="#ctx0" brushRef="#br0" timeOffset="144033.57">21812 13573 2263 0,'0'0'582'15,"0"0"-582"-15,0 0-16 16,0 0-296-16,-9 135-53 15,-16-64-577-15</inkml:trace>
  <inkml:trace contextRef="#ctx0" brushRef="#br0" timeOffset="144130.7">21499 14546 1996 0,'0'0'287'16,"0"0"-287"-16,0 0-106 15,0 0-254-15</inkml:trace>
  <inkml:trace contextRef="#ctx0" brushRef="#br0" timeOffset="144493.81">22714 13883 2049 0,'0'0'465'16,"0"0"-401"-16,0 0-37 15,0 0-1-15,0 0 109 16,0 0-119-16,135 9 0 16,-120 28 14-16,-9 2 51 15,-6 6-14-15,0 3-11 16,-13-1-31-16,-9-1 25 0,2 0-49 15,2-15 11-15,5-4-12 16,6-15-5-16,2-3-1 16,5-9-30-16,0 0-12 15,3-4 41-15,17-26-49 16,22-52-196-16,-3 2-311 16,-4-1-188-16</inkml:trace>
  <inkml:trace contextRef="#ctx0" brushRef="#br0" timeOffset="144629.96">22973 13844 1152 0,'0'0'1100'0,"0"0"-549"15,0 0-379-15,0 0-142 16,0 0-16-16,0 0-2 16,0 0 11-16,-2 128-11 15,2-78-6-15,15 1-6 0,17-5-18 16,10-6-46-16,32-10-118 16,-8-12-125-16,-6-8-705 0</inkml:trace>
  <inkml:trace contextRef="#ctx0" brushRef="#br0" timeOffset="144815.1">23630 13868 2282 0,'0'0'662'0,"0"0"-562"15,0 0-73-15,0 0 6 16,0 0-32-16,0 0-2 15,148 15-5-15,-105-3-86 16,-4 2-147-16,-12 1-383 0,-16-7-894 0</inkml:trace>
  <inkml:trace contextRef="#ctx0" brushRef="#br0" timeOffset="144943.87">23510 14101 810 0,'0'0'1405'16,"0"0"-1094"-16,0 0-199 15,0 0 38-15,0 0-54 16,163 7-96-16,-96-5-185 16,-3-2-431-16</inkml:trace>
  <inkml:trace contextRef="#ctx0" brushRef="#br0" timeOffset="145361.44">24645 13784 2112 0,'0'0'535'16,"0"0"-459"-16,0 0-52 16,0 0 49-16,-143-8-7 15,97 42-8-15,7 7 26 16,12 12-41-16,14-2 6 16,13-2-25-16,0 2-12 15,17-5 17-15,14-10-29 16,9-8-20-16,4-14 20 15,3-13-39-15,-1-1 24 16,-5-21-15-16,-10-18 6 16,-6-8 8-16,-10-5-31 15,-3 2 47-15,-6 9-10 16,5 7-14-16,-4 12-108 0,4 12-445 16</inkml:trace>
  <inkml:trace contextRef="#ctx0" brushRef="#br0" timeOffset="145483.53">25260 14022 2000 0,'0'0'854'15,"0"0"-854"-15,0 0-297 16,0 0 55-16,0 0-66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10:03:11.66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1725 7599 836 0,'0'0'324'0,"0"0"-121"0,0 0-23 15,0 0-48-15,0 0-63 16,0 0 65-16,31-47-68 15,-31 43 20-15,0 2 42 16,0-1-57-16,0 1 24 16,0 2-11-16,0 0-42 15,0 0 68-15,0 0-76 16,0 0 12-16,0 0 12 16,0 0-43-16,0 0 41 15,0 0-47-15,0 0-1 16,0 0 57-16,-2 0-64 15,-10 0-1-15,-7 2 2 16,-17 12 16-16,-9 7-18 0,-8 5 0 16,-6 6 0-1,2 2-15-15,4-1 16 0,5-1-1 16,11-6 0-16,12-5 18 16,12-8-24-16,11-8 6 15,2-3-6-15,0 0-33 16,19-2 3-16,13 3 36 15,8-3-1-15,4 0-52 16,4 0 21-16,-2-14-106 16,-3-7 38-16,-3-2 74 15,0-6-114-15,-5-1-9 16,-4 0 33-16,-8 1 9 16,-5 0 106-16,-5 2-27 15,-7 5 28-15,2 5 114 0,-6 2-11 16,0 7 13-16,-2 5-5 15,0 0-81 1,0 3 19-16,0 0-49 0,0 13-34 16,0 15 34-16,2 11 0 15,1 7 12-15,1 4-12 16,4-1-52-16,9-3-93 16,-2-14-174-16,-1-14-317 0</inkml:trace>
  <inkml:trace contextRef="#ctx0" brushRef="#br0" timeOffset="172.8">2135 7331 1952 0,'0'0'188'16,"0"0"-52"-16,56 143-3 15,-40-69-103-15,-12 9 9 16,-4 4-39-16,-20 35-85 15,-14-22-70-15,-3-15-440 16</inkml:trace>
  <inkml:trace contextRef="#ctx0" brushRef="#br0" timeOffset="5425.09">2795 7882 1534 0,'0'0'357'0,"0"0"-244"15,0 0-37-15,0 0-48 16,0 0 12-16,0 0 119 0,93-92-95 15,-64 60-48 1,5-4 18-16,1-3-25 0,4 1-10 16,-4-3 1-16,1-2-34 15,-3 2 13-15,0 2-28 16,-4 2-26-16,-2 6 26 16,-6 7 12-16,-10 9 37 15,-5 6 11-15,-6 7-10 16,0 2 67-16,0 0-68 15,0 0-13-15,-4 4 5 16,-9 15 5-16,-5 12 3 16,-1 13 30-16,4 11-30 15,2 12 119-15,1 10-94 16,4 3 34-16,-1 4 14 16,0-5-46-16,0-5 55 0,0-8-78 15,-2-8 14-15,-2-6 6 16,-3-6-18-16,-4-3-6 15,0-11 18-15,3-6-12 16,0-8 15-16,4-8-21 16,4-8 0-16,2-2 30 15,-1 0-29-15,3-19 24 16,2-6-12-16,3-14-7 16,0-5-12-16,25-6-22 15,8-2-42-15,12-4 46 16,2 4-110-16,6-1 12 15,19-15-69-15,-11 15-163 16,-13 4-318-16</inkml:trace>
  <inkml:trace contextRef="#ctx0" brushRef="#br0" timeOffset="5629">3644 7415 1343 0,'0'0'259'0,"0"0"-189"15,0 0-50-15,-114 70 107 16,74-19 20-16,5 9 5 16,10 8 25-16,12 3-137 15,13-4-7-15,2-4-33 16,27-14-71-16,9-6-44 16,24-17-136-16,-8-10-226 15,-5-15-268-15</inkml:trace>
  <inkml:trace contextRef="#ctx0" brushRef="#br0" timeOffset="5900.98">3711 7662 1483 0,'0'0'264'0,"0"0"-180"15,0 0-83-15,0 0 38 16,0 0 38-16,0 0 43 15,0 0 55-15,56 78-110 16,-56-40 3-16,0 3-11 0,0-2-41 16,-9-5 21-16,-3-8-37 15,6-5 1-15,1-11 5 16,5-6-6-16,0-4-19 16,0-6-17-16,23-23-41 15,15-36-224-15,-3 5-269 16,-4-1-139-16</inkml:trace>
  <inkml:trace contextRef="#ctx0" brushRef="#br0" timeOffset="6027.1">3887 7633 924 0,'0'0'308'16,"0"0"-69"-16,0 0 6 15,0 0-91-15,-46 139-1 16,46-97-68-16,11-6-23 16,18-4-27-16,4-7-35 0,5-11 0 15,11-14-118-15,-9 0-165 16,-9-8-325-16</inkml:trace>
  <inkml:trace contextRef="#ctx0" brushRef="#br0" timeOffset="6186.11">4137 7506 121 0,'0'0'1779'0,"0"0"-1531"16,0 0-214-16,0 0 72 15,0 0-89-15,111 127-5 16,-100-70 68-16,-9 5-72 15,-2 8-8-15,-31 22-82 16,-7-16-385-16,-1-15-1284 0</inkml:trace>
  <inkml:trace contextRef="#ctx0" brushRef="#br0" timeOffset="7588.17">4687 8011 1640 0,'0'0'671'0,"0"0"-562"16,0 0-61-16,0 0-4 16,0 0-20-16,0 0 22 15,136-141-46-15,-69 71-16 16,7-6 10-16,-1-3-43 16,-2-5 21-16,-13 4-38 15,-10 5-24-15,-19 0 83 0,-14 9-25 16,-13 4 32-1,-2 12 5-15,0 14 8 0,-17 15 23 16,-6 17-36-16,-4 4 13 16,-2 28 14-16,-4 20-27 15,2 17 54-15,4 10 39 16,10 12-24-16,5 1 14 16,12-4-50-16,0-6-27 15,16-11 46-15,11-13-52 16,6-13 0-16,7-15 6 15,0-9-6-15,7-14 0 16,-3-3-66-16,-1-14-62 16,-5-17 47-16,-11-7-70 15,-10 0 50-15,-10 4-52 16,-7 7 128-16,0 13 25 0,0 14 118 16,-7 0-100-16,-8 21 87 15,-3 13-77-15,2 3 24 16,8 0 2-16,3-3-37 15,5-8-14-15,0-7-3 16,9-10-86-16,11-9 55 16,4 0-48-16,3-9-45 15,2-14-64-15,-4-5-2 16,-4 0 65-16,-2 3 120 16,-9 10 5-16,-2 5 222 15,-4 3-69-15,-4 7-71 16,2-1-62-16,1 1-14 0,3-4-12 15,0-2-3 1,4-2-38-16,-3-4-1 16,-3-3-52-16,-4 0-56 0,0-1 42 15,0 4 114-15,-4 8 44 16,-7 4 54-16,-1 9-52 16,3 23 91-16,3 11-42 15,6 7 54-15,0 2-55 16,17-7-64-16,12-8 52 15,7-9-82-15,2-11 0 16,2-12-19-16,-2-5 16 16,-1-1-24-16,-4-21-60 15,-5-6-58-15,-6-7 78 16,-1-1-36-16,-8 2 49 16,-4 6 47-16,-5 10 14 0,-1 12 63 15,-3 6-59-15,0 3 17 16,0 20 52-16,0 7-17 15,0 0-30 1,0-2-2-16,0-6-25 0,2-7-12 16,6-8-25-16,9-7-16 15,4 0 30-15,8-14-71 16,8-9-142-16,5-5 45 16,-1-3 77-16,2 5 108 15,-5 8 32-15,-5 10 66 16,-10 8 14-16,-8 0-84 15,-11 19 4-15,-4 6 31 16,0 2-44-16,-10-1-9 0,-17-5-10 16,-36 0-92-16,7-8-54 15,-2-5-394-15</inkml:trace>
  <inkml:trace contextRef="#ctx0" brushRef="#br0" timeOffset="7725.81">5452 7475 1520 0,'0'0'362'0,"0"0"-246"16,0 0-102-16,132-52-14 15,-54 52-104-15,-13 6-67 16,-11 10-421-16</inkml:trace>
  <inkml:trace contextRef="#ctx0" brushRef="#br0" timeOffset="8226.63">6769 7285 1453 0,'0'0'753'15,"0"0"-753"-15,0 0-115 16,0 0 112-16,0 0 3 16,-13 126 108-16,4-66 63 0,5 7-40 15,-1 1-2-15,5 3-84 16,0-8-30-16,0-3 40 15,11-7-46-15,3-11-9 16,3-10 0 0,1-12-37-16,5-9-14 0,2-11-89 15,3-5-66-15,-6-20-149 16,-10-3-673-16</inkml:trace>
  <inkml:trace contextRef="#ctx0" brushRef="#br0" timeOffset="8804.19">6487 7714 1154 0,'0'0'698'0,"0"0"-482"16,0 0-170-16,0 0-45 15,160-31-1-15,-87 19 1 16,5-2-1-16,1 2 0 16,-8 5 1-16,-9 2 46 15,-15 5-1-15,-15 0-24 16,-15 23 21-16,-15 7-12 15,-2 6 87-15,-4 6-3 16,-14 1-77-16,5-8 47 16,0-7-85-16,7-10 0 15,4-7 4-15,2-11-4 16,0 0-15-16,21-4-12 16,5-19-71-16,6-9 36 0,-1-6-132 15,-2-3-42-15,-7 6 88 16,-6 7 148-16,-10 13 135 15,-6 12 80-15,0 3-128 16,0 6-3-16,-13 16-61 16,-1 6 32-16,5 2 28 15,7-3-44-15,2-4-2 16,2-7-37-16,23-6 10 16,11-8-14-16,9-2 4 15,5-12-42-15,4-13-17 16,-4-8-56-16,-11-3 47 15,-10-2-16-15,-10 4 21 16,-15 6 63-16,-4 12 14 16,-4 12 76-16,-19 4-57 15,-4 13 33-15,0 13 69 0,7 13-57 16,7 1-39-16,11 2 71 16,2 0-94-16,13-4 13 15,18-6-29-15,10-4 0 16,1-7-2-16,0-7-117 15,-15-9-196-15,-11-2-326 16,-16-3-874-16</inkml:trace>
  <inkml:trace contextRef="#ctx0" brushRef="#br0" timeOffset="8903.09">7387 8000 1676 0,'0'0'491'0,"0"0"-393"0,0 0-98 15,0 0-140 1,0 0-173-16,0 0-1403 0</inkml:trace>
  <inkml:trace contextRef="#ctx0" brushRef="#br0" timeOffset="9318.71">8635 7240 1774 0,'0'0'573'0,"0"0"-483"16,0 0-90-16,0 0 0 15,0 0 0-15,-49 113 110 16,33-45 21-16,8 8 18 16,3 6-100-16,5 3-48 15,0-7 35-15,2-6-36 0,11-12-17 16,4-16-26-1,-2-12-97-15,1-11-12 0,-8-21-137 16,-1 0-179-16,-7-10-144 0</inkml:trace>
  <inkml:trace contextRef="#ctx0" brushRef="#br0" timeOffset="9869.26">8281 7749 1776 0,'0'0'519'0,"0"0"-333"16,0 0-52-16,0 0-115 15,118-29-7-15,-47 19-12 16,8-2-14-16,2 0 4 16,2-3-61-16,-12 6 48 15,-15 1-24-15,-18 4-7 16,-22 4 38-16,-16 0 7 0,-7 21 9 16,-24 14 132-16,-12 8-71 15,1 3 20-15,5-2-43 16,5-11-21-16,14-6 11 15,10-12-28-15,8-8-12 16,2-7 11-16,25 0-60 16,10-17 59-16,11-6-74 15,2-8-116-15,-3 0 139 16,-11 2-48-16,-9 9 101 16,-14 11 34-16,-11 9 27 15,-2 0-21-15,0 14-39 16,0 18 64-16,-7 0 63 0,3 1-92 15,4-2 3 1,0-7 1-16,2-8-40 16,16-9-1-16,6-4-18 15,3-3-40-15,2-8-18 0,2-16-149 16,-4-11-81-16,-2-2-63 16,-3-5-18-16,-2 1 159 15,-6 7 229-15,-4 12 141 16,-5 15 439-16,-3 7-366 15,0 5-96-15,-2 22 71 16,0 4-73-16,0 3 22 16,0-1-98-16,0-3-39 15,3-7-2-15,2-5-7 0,-3-8-94 16,-2-10-125-16,0 0-262 16,-2-6-62-16</inkml:trace>
  <inkml:trace contextRef="#ctx0" brushRef="#br0" timeOffset="10019.02">9070 7435 2528 0,'0'0'334'0,"0"0"-294"16,0 0-40-16,29 164-234 15,-29-93-303-15,0-9-261 0</inkml:trace>
  <inkml:trace contextRef="#ctx0" brushRef="#br0" timeOffset="10119.16">8965 8099 1242 0,'0'0'688'0,"0"0"-366"15,0 0-170-15,0 0-152 16,0 0-5-16,0 0-146 16,0 0-636-16</inkml:trace>
  <inkml:trace contextRef="#ctx0" brushRef="#br0" timeOffset="10703.16">9808 7614 1692 0,'0'0'598'0,"0"0"-398"15,0 0-15-15,0 0-153 0,0 0-2 16,0 0 8 0,0 0 18-16,33-62 5 15,-23 63-61-15,-4 25 0 0,1 13 27 16,-7 11-10-16,0 8 16 16,-5 6 1-16,-13 0-34 15,1-10 25-15,3-12-25 16,5-11 0-16,7-18-21 15,2-8 27-15,0-5-7 16,0-2 1-16,15-24-39 16,6-13 7-16,1-12-95 15,-2-10-138-15,-4 2 82 16,-8 12 157-16,-1 15 26 16,-5 18 185-16,-2 14-87 15,0 0-39-15,0 22-58 0,0 14-1 16,0 8 71-16,3 5-59 15,14-5-24-15,10-4-30 16,11-11-187-16,24-16-15 16,-6-11-301-16,-7-2-752 0</inkml:trace>
  <inkml:trace contextRef="#ctx0" brushRef="#br0" timeOffset="10886.34">10247 7758 712 0,'0'0'1496'16,"0"0"-1195"-16,0 0-197 16,0 0-104-16,0 0 0 0,115 6 5 15,-67 2-2-15,5-2 37 16,-2 0-40-16,-2 0-100 16,-1-1-56-16,-15-4-383 15,-16-1-595-15</inkml:trace>
  <inkml:trace contextRef="#ctx0" brushRef="#br0" timeOffset="11068.81">10285 7877 1901 0,'0'0'515'0,"0"0"-496"0,0 0 5 15,0 0-24-15,118 39 9 16,-69-27-2-16,7-4-7 15,2-4-62-15,24-4-95 16,-13-5-366-16,-11-14-396 0</inkml:trace>
  <inkml:trace contextRef="#ctx0" brushRef="#br0" timeOffset="11302.84">10962 7698 1515 0,'0'0'649'0,"0"0"-624"15,0 0-15-15,0 0 30 16,-44 130-15-16,55-93 92 0,27-5 44 16,13-11-93-1,16-7 45-15,7-11-92 0,-1-3-4 16,-8-12 3-16,-16-16-9 16,-18-4-4-16,-20-7-7 15,-11 1-4-15,-11 1-5 16,-26 2-180-16,-13 11 4 15,-33 20-13-15,12 4-159 16,7 0-381-16</inkml:trace>
  <inkml:trace contextRef="#ctx0" brushRef="#br0" timeOffset="12085.88">11965 7710 451 0,'0'0'1092'16,"0"0"-743"-16,0 0-119 15,0 0 5-15,0 0 61 16,0 0-110-16,0 0-38 0,-2 0-57 16,7 0-62-16,9 0 5 15,7 0-34-15,18 0 0 16,7 0-3-16,10 0 3 15,2 0 0-15,0 0-21 16,-2 0-72-16,-6 0 8 16,6 0-166-16,-15 0-223 15,-10 0-306-15</inkml:trace>
  <inkml:trace contextRef="#ctx0" brushRef="#br0" timeOffset="12388.18">12001 7882 1605 0,'0'0'562'0,"0"0"-356"15,0 0 5-15,0 0-123 16,0 0 53-16,0 0-70 16,0 0-27-16,87-43-27 15,-42 36-4-15,11 5-13 0,6 2 0 16,5 0-70 0,4 0 47-16,18 0-250 0,-16 0-266 15,-12-3-853-15</inkml:trace>
  <inkml:trace contextRef="#ctx0" brushRef="#br0" timeOffset="12760.93">12730 7564 1467 0,'0'0'263'16,"0"0"-190"-16,0 0-61 15,0 0-2-15,0 0 52 16,0 0 26-16,0 0-10 15,70 58 18-15,-64-26-44 16,-6 8 5-16,0 2-8 16,-12 3-37-16,-19-2 68 15,-9 1-65-15,-6-4-14 16,-8-1 23-16,-2-5-24 16,3-4-19-16,-14-4-95 15,15-8-182-15,13-9-212 0</inkml:trace>
  <inkml:trace contextRef="#ctx0" brushRef="#br0" timeOffset="13093.93">12034 7483 150 0,'0'0'957'0,"0"0"-554"15,0 0-124-15,-137 103 10 16,108-47-63-16,10 8-107 15,13 5-6-15,6 2-113 16,0-4-2-16,18-6-5 16,9-8-96-16,26-9-89 15,-6-14-190-15,-3-14-972 0</inkml:trace>
  <inkml:trace contextRef="#ctx0" brushRef="#br0" timeOffset="14936.93">13109 7907 578 0,'0'0'884'0,"0"0"-708"0,0 0-138 16,0 0 29-16,0 0 31 15,0 0 99-15,0 0 1 16,9 0-70-16,9 0 9 15,11-12-95-15,15-15-13 16,12-11 21-16,13-10-50 16,9-10-37-16,0-9-11 15,0-3 17-15,-7 0 13 16,-8-2-56-16,-12 1-65 16,-9-1 65-16,-13 1-47 15,-13 4 121-15,-11 13 10 16,-5 13 107-16,-2 14 56 15,-27 22-173-15,-11 5-9 16,-10 40 9-16,-14 36 16 16,-3 36 67-16,13-2 38 15,15-6-69-15,18-13 88 0,19-25-103 16,2 4-23-16,4-1 44 16,23-12-57-16,7-12 13 15,7-18-14-15,7-13 2 16,3-11-35-16,-2-3 33 15,2-21-63-15,-7-14-10 16,-3-10-76-16,-7-1 18 16,-12 4 17-16,-7 8 80 15,-8 13 34-15,-7 10 104 0,0 11-33 16,0 0-53-16,0 11 3 16,-7 15 14-16,-1 6 22 15,1 3-39-15,0 2 30 16,5-5-48-16,2-6-97 15,0-6-30-15,5-17-185 16,8-3-88-16,2 0-376 0</inkml:trace>
  <inkml:trace contextRef="#ctx0" brushRef="#br0" timeOffset="15367.27">14168 7583 1610 0,'0'0'235'0,"0"0"-170"15,0 0-16 1,0 135 38-16,0-92 48 0,-4-8-2 16,2-7 18-16,2-8-75 15,0-6-33-15,0-7-43 16,0-4 2-16,0-3-10 16,0 0-13-16,13-15 21 15,16-14-1-15,8-11-171 16,6 0 86-16,1 2 9 15,-8 14 77-15,-9 12 83 16,-11 12-41-16,-10 8-22 16,-6 22 68-16,0 6-52 15,-4 1 26-15,-8-6-13 16,4-7-40-16,-1-7 39 16,7-12-48-16,2-5 0 0,0 0 21 15,13-12-21-15,18-15-82 16,16-10-102-16,8-3 102 15,9 6 63-15,-7 6 38 16,-6 14-17-16,-15 14 38 16,-12 0-34-16,-15 23-6 15,-9 12-11-15,-2 7-35 16,-29 16-8-16,-1-10-267 16,8-12-419-16</inkml:trace>
  <inkml:trace contextRef="#ctx0" brushRef="#br0" timeOffset="16066.9">14995 7860 925 0,'0'0'1258'16,"0"0"-927"-16,0 0-305 16,0 0-20-16,0 0-12 15,0 0-61-15,127-96 56 16,-75 47 2-16,1-2 2 15,-6-2-5-15,-10 2-22 16,-8 2 30-16,-15 9-20 16,-10 10 48-16,-4 9-2 0,0 8 6 15,-8 12-28-15,-6 1-6 16,-1 11-6-16,-1 25 12 16,1 18 54-16,3 18-41 15,-1 13 45-15,1 7 24 16,1 2-61-16,1 1 37 15,0-8-58-15,-1-8 0 16,-2-8 9-16,-3-13-8 16,-1-10-1-16,-4-11 16 15,-5-8-15-15,-1-11 38 16,-2-8-39-16,2-9 0 16,7-1 60-16,9-7-60 15,6-20 38-15,5-8-34 0,16-14-4 16,24-5-1-1,16-8-81-15,9-4-112 0,35-36 20 16,-18 16-153-16,-8 5-302 16</inkml:trace>
  <inkml:trace contextRef="#ctx0" brushRef="#br0" timeOffset="16269.91">15686 7235 1662 0,'0'0'338'15,"0"0"-256"-15,-109 114 6 16,65-40-48-16,7 10 64 0,13 3 1 16,10-4-35-1,14-8 72-15,0-8-141 16,14-9-1-16,15-12 0 0,3-15-104 16,1-8-13-16,13-23-74 15,-7 0-128-15,-10-19-269 0</inkml:trace>
  <inkml:trace contextRef="#ctx0" brushRef="#br0" timeOffset="16611.09">15737 7636 1328 0,'0'0'563'16,"0"0"-411"-16,0 0-92 16,0 0 11-16,128 54 44 15,-111-18-15-15,-7 6 42 16,-10 4-67-16,0-2-13 0,0-3-23 15,-8-8-27-15,0-8 16 16,1-10-28-16,5-6 0 16,2-9-18-1,0 0 27-15,0-14-18 0,9-22-62 16,7-10-178-16,1-11 23 16,-1 1-138-16,-5 10 320 15,-9 16 44-15,-2 20 317 16,0 10-127-16,-18 14-122 15,0 22 6-15,4 6 35 16,8 2-45-16,6-3-33 16,6-7 6-16,24-10-37 15,15-13-15-15,8-11-43 0,31-14-62 16,-10-18-82-16,-13-4-399 16</inkml:trace>
  <inkml:trace contextRef="#ctx0" brushRef="#br0" timeOffset="16767.5">16484 7447 2402 0,'0'0'338'0,"0"0"-240"15,0 0-98-15,131 152-9 16,-108-77-6-16,-15 0-119 16,-8 3-12-16,-42 11-45 15,-7-20-312-15,-4-17-465 0</inkml:trace>
  <inkml:trace contextRef="#ctx0" brushRef="#br0" timeOffset="19450.82">13417 8365 791 0,'0'0'395'0,"0"0"-234"16,0 0 23-16,0 0-38 16,0 0-2-16,0 0 86 15,0 0-72-15,-7-40-22 0,7 33-22 16,0 0-65 0,0-1 12-16,2 3-24 0,1-2-35 15,1 4 81-15,-2 1-61 16,-2 2-10-16,0 0 3 15,2 0-9-15,3 5-12 16,0 15 3-16,-1 11 3 16,-4 5 66-16,0 6-65 15,0-2 11-15,0-1 12 16,-2-10-18-16,-3-9-4 16,3-6-2-16,2-7-11 15,0-6-11-15,0-1-27 0,0 0-1 16,0 0 12-16,0-18-7 15,0-12-38 1,7-10-220-16,-3-6 47 0,1 2 79 16,-3 10 177-16,-2 9 23 15,0 14 173-15,0 9-113 16,0 2-42-16,0 8-16 16,0 15-25-16,0 8 152 15,0 3-101-15,0 0 10 16,8-2-26-16,11-3-34 15,5-8-1-15,5-3-18 16,5-8-111-16,14-10-79 16,-7 0-176-16,-6 0-271 0</inkml:trace>
  <inkml:trace contextRef="#ctx0" brushRef="#br0" timeOffset="19639.96">13658 8420 1564 0,'0'0'538'0,"0"0"-353"16,0 0 34-16,0 0-89 16,0 0-69-16,0 0-61 15,0 0 10-15,97 2-14 16,-59 6 4-16,3 1-58 16,-3-4-37-16,6-5-153 15,-10 0-132-15,-8 0-384 0</inkml:trace>
  <inkml:trace contextRef="#ctx0" brushRef="#br0" timeOffset="19901.82">13969 8296 1528 0,'0'0'503'15,"0"0"-399"-15,0 0-53 16,0 0 24-16,0 0-63 15,0 0 8-15,0 0 13 16,72 27-27-16,-54-3 52 16,-2 5-58-16,-8 2 0 15,-5 2 58-15,-3-1-49 16,0-2-3-16,-13 2 20 16,-12-2-26-16,0-2 0 15,0-2-67-15,5-6-211 0,7-9-215 16,9-8-555-16</inkml:trace>
  <inkml:trace contextRef="#ctx0" brushRef="#br0" timeOffset="20167.89">14409 8314 1048 0,'0'0'789'16,"0"0"-708"-16,0 0-49 0,0 0 73 15,-76 113 31 1,71-78 40-16,5-7-40 0,11-4-22 16,20-7 11-16,10-10-110 15,8-7 14-15,2 0-29 16,-3-20 14-16,-13-6-41 16,-12-6 27-16,-17-2-63 15,-6 3-74-15,-23 4-111 16,-35 10-142-16,5 12-102 15,4 5-92-15</inkml:trace>
  <inkml:trace contextRef="#ctx0" brushRef="#br0" timeOffset="20948.23">17255 7710 1852 0,'0'0'645'0,"0"0"-494"0,0 0-49 16,0 0 13-16,0 0-96 15,0 0 9-15,0 0-1 16,147 0-26-16,-97 0-1 15,-6 0-5-15,-11 0-128 16,-28 2-118-16,-5 4-285 16,-9 0-340-16</inkml:trace>
  <inkml:trace contextRef="#ctx0" brushRef="#br0" timeOffset="21056.98">17253 7793 818 0,'0'0'897'0,"0"0"-421"15,0 0-254-15,0 0-11 0,0 0-142 16,125 11 29-1,-53-7-98-15,28-2-140 0,-20 0-153 16,-15-2-817-16</inkml:trace>
  <inkml:trace contextRef="#ctx0" brushRef="#br0" timeOffset="22366.01">18015 7877 1766 0,'0'0'488'0,"0"0"-441"16,0 0 14-16,0 0-54 15,0 0 8-15,152-89 9 16,-94 47-17-16,2-1 1 16,-4-3-8-16,-9 0-80 15,-9 2-11-15,-9 2-66 16,-14 2 66-16,-8 7 44 16,-7 2 47-16,0 10 51 15,0 10 47-15,-7 8-14 16,-6 3-84-16,-2 9 0 15,-3 25-1-15,-1 15 1 0,4 16 29 16,1 28 115-16,4-1-83 16,1 4 15-16,1-2 25 15,2-18-61 1,-1 5 8-16,-1-11-48 0,-2-12 10 16,-1-9 6-16,1-13-16 15,-9-10 0-15,-3-10 0 16,-4-10 1-16,-5-6 3 15,-1 0-4-15,4-22 0 16,9-9-13-16,13-5 13 16,6-6-6-16,15-2 4 15,23 0-26-15,13 2 7 16,38-13-126-16,-10 14-151 16,-10 2-322-16</inkml:trace>
  <inkml:trace contextRef="#ctx0" brushRef="#br0" timeOffset="22605.34">18887 7360 1722 0,'0'0'578'15,"0"0"-486"-15,0 0-83 16,0 0 27-16,-127 115 8 15,87-47 56-15,7 11 41 16,10-1-105-16,9 3-3 0,12-9-33 16,2-9-143-16,8-10 18 15,27-22-166-15,1-11-217 16,-5-17-474-16</inkml:trace>
  <inkml:trace contextRef="#ctx0" brushRef="#br0" timeOffset="22884.89">19045 7642 1033 0,'0'0'1096'15,"0"0"-973"-15,0 0-122 16,0 0 68-16,-84 116 10 16,84-74 81-16,0-6-37 15,24-4-53-15,19-10 40 0,13-9-109 16,6-13 20-16,5 0 7 15,-7-21-18-15,-16-11 23 16,-15-8-33-16,-19-4 0 16,-10 0 5-16,-21 0-4 15,-21 8-1-15,-7 9 0 16,-3 11-50-16,4 13 4 16,9 3-206-16,15 0-128 15,19 0-422-15</inkml:trace>
  <inkml:trace contextRef="#ctx0" brushRef="#br0" timeOffset="23050.68">19755 7403 2322 0,'0'0'474'16,"0"0"-434"-16,53 103-39 0,-53-30 15 15,-9 12-5-15,-29 5-22 16,-11 0 2-16,-25 9-228 15,12-22-304-15,6-22-1329 0</inkml:trace>
  <inkml:trace contextRef="#ctx0" brushRef="#br0" timeOffset="27816.73">2915 9597 605 0,'0'0'358'0,"0"0"-189"16,0 0-30-16,0 0 121 0,0 0-74 16,0 0 32-16,0 0-20 15,0-7-83-15,0 7 5 16,0 0-90-16,0 0-22 15,0 0 76-15,0 0-71 16,0 0-13-16,0 0 15 16,4 0-2-16,3 0-16 15,3 0 3-15,0-3-10 16,1 1-44-16,-1-2 48 16,-4 1 6-16,-6 3-6 0,0-5 15 15,-4-2 136 1,-12 0-135-16,1-1-9 0,1 1 63 15,3 6-64-15,2 1-111 16,5 14-402-16,1 2-273 0</inkml:trace>
  <inkml:trace contextRef="#ctx0" brushRef="#br0" timeOffset="28707.05">3640 9469 1540 0,'0'0'322'0,"0"0"-224"16,0 0 74-16,0 0-51 0,0 0 46 15,0 0-130-15,0 0 2 16,122-97-15-16,-68 57-24 15,4-4-58-15,-5 0 56 16,-6 3-94-16,-9 4-36 16,-16 4 79-16,-9 10 21 15,-13 3 18-15,0 8 28 16,-2 3-11-16,-17 9 1 16,-4 0-4-16,-4 21 0 15,-2 17 12-15,2 16 4 16,1 28 156-16,6 2-116 15,6 8 18-15,3 5 42 0,9-19-61 16,-2 6 18-16,4-9-73 16,-2-16 8-16,-3-9-1 15,0-14-7-15,-1-9 0 16,-7-11 21-16,-5-8-15 16,-5-6 51-16,-2-2-57 15,4 0 0-15,2-19 40 16,11-10-38-16,8-9-2 15,0-6 0-15,29-5-8 16,9 3 2-16,13 4-180 16,29-10-106-16,-13 12-176 15,-6 5-452-15</inkml:trace>
  <inkml:trace contextRef="#ctx0" brushRef="#br0" timeOffset="28913.98">4321 9090 2038 0,'0'0'233'15,"0"0"-173"-15,0 0 44 16,-112 150-41-16,82-80 88 16,12 5-151-16,12-2-9 15,6-4 0-15,4-11-172 16,38-14-77-16,1-14-129 15,-3-18-718-15</inkml:trace>
  <inkml:trace contextRef="#ctx0" brushRef="#br0" timeOffset="29167.88">4506 9356 1761 0,'0'0'284'16,"0"0"-184"-16,-68 102 9 15,55-54 103-15,13-5-131 16,0-5-7-16,21-8 30 16,18-6-65-16,5-9 18 15,3-12-57-15,-5-3 1 16,-6 0 5-16,-12-18-6 16,-10-8 0-16,-14-4 9 0,0-4 2 15,-11 0-22-15,-16 3-101 16,-2 0-110-16,7 8 9 15,8 4-350-15</inkml:trace>
  <inkml:trace contextRef="#ctx0" brushRef="#br0" timeOffset="29348.06">4984 9087 1739 0,'0'0'572'16,"0"0"-508"-16,0 0 175 15,66 133-170-15,-66-67 4 16,0 6-17-16,-13 2-42 0,-13 0-11 16,-10-2-3-16,-13 9-218 15,9-19-43-15,4-20-683 0</inkml:trace>
  <inkml:trace contextRef="#ctx0" brushRef="#br0" timeOffset="30383.8">5544 9431 2089 0,'0'0'560'16,"0"0"-480"-16,0 0 71 16,0 0-151-16,0 0 17 15,0 0-12-15,146-20 19 16,-92 15-26-16,0 5 2 16,4 0-192-16,-14 3-11 15,-13 6-481-15</inkml:trace>
  <inkml:trace contextRef="#ctx0" brushRef="#br0" timeOffset="30550.9">5550 9599 1433 0,'0'0'614'16,"0"0"-383"-16,0 0-198 15,116-16 21-15,-51 4-54 16,6 2 2-16,27-4-21 15,-18 2-287-15,-11 2-629 0</inkml:trace>
  <inkml:trace contextRef="#ctx0" brushRef="#br0" timeOffset="31041.07">6437 9348 983 0,'0'0'286'0,"0"0"51"16,0 0-18-16,-11 133-73 15,0-87 44-15,0-7-166 16,2-2-20-16,2-11 2 16,2-8-96-16,3-6 29 15,2-6-39-15,0-3 0 16,0-3 5-16,0 0-5 15,7-21-17-15,15-11-63 16,10-8-168-16,8-8 121 16,2 6-61-16,0 5 130 15,-5 17 58-15,-11 15 64 0,-6 5 60 16,-9 9 36-16,-4 19-26 16,-7 5 51-16,0-1-124 15,0-2-49-15,0-7 81 16,-5-11-93-16,3-3 0 15,2-7-1-15,0-2 27 16,0 0-29-16,20-8 3 16,18-16-74-16,18-8 34 15,13-4-47-15,3 4 67 16,-6 7 19-16,-8 12 2 16,-14 13 119-16,-12 0-120 15,-14 19 7-15,-14 16-41 16,-4 7 34-16,-15 21-62 15,-10-8-176-15,1-15-484 0</inkml:trace>
  <inkml:trace contextRef="#ctx0" brushRef="#br0" timeOffset="32210.87">2915 11253 992 0,'0'0'598'0,"0"0"-553"0,0 0-24 15,0 0 85-15,0 0 4 16,0 0 63-16,0 0-29 15,0 0-101-15,0 0 74 16,0 0-104-16,0 0 30 16,0 0-43-16,0 0 18 15,0 0-55-15,0 0 29 16,-4 2 8-16,-7 3-16 16,1-2 37-16,4 3-3 15,4 2-18-15,2 0 32 16,2 0-20-16,18-1-12 15,7-2 0-15,-3-5-19 16,1 0-24-16,-7 0-52 16,-16-12-69-16,-2-2-132 15,0-2-632-15</inkml:trace>
  <inkml:trace contextRef="#ctx0" brushRef="#br0" timeOffset="33121.56">3713 11350 960 0,'0'0'716'0,"0"0"-563"16,0 0 100-16,0 0-68 16,0 0-42-16,0 0 86 15,0 0-138-15,93-81-55 16,-37 31-36-16,7-10-33 15,-1-6-26-15,-2-4-20 0,-4-5-37 16,-9 4 64-16,-9-1-27 16,-13 5 66-16,-12 11 12 15,-11 7 1-15,-2 17 144 16,-7 13-103-16,-15 17-27 16,-9 2-14-16,-7 30 18 15,-14 36 11-15,0 36 50 16,9 0-36-16,12-6 107 15,20-13-149-15,11-25 9 16,4 2 0-16,19-6 8 0,8-13-36 16,7-16 9-1,3-15 9-15,7-10-55 16,1 0 9-16,0-28-106 16,-4-11-19-16,-5-8-115 0,-9-4-28 15,-7 2 12-15,-11 13 302 16,-8 11 168-16,-5 18 69 15,0 7-111-15,-3 7-79 16,-12 25 72-16,-3 9 59 16,3 1-150-16,3 2-19 15,6-6 15-15,6-6-24 16,0-8-117-16,4-16-98 16,14-5-131-16,-3-3-233 0</inkml:trace>
  <inkml:trace contextRef="#ctx0" brushRef="#br0" timeOffset="33530.06">4518 11041 1122 0,'0'0'559'15,"0"0"-368"-15,0 0 29 16,-27 146-18-16,14-107-79 16,-1-4 83-16,6-11-136 15,3-9-56-15,3-8 35 16,2-4-32-16,0-3-6 15,2 0-11-15,18-17-1 16,13-13-35-16,8-10-104 16,3-3-29-16,1 2 74 15,-5 9 46-15,-9 15 49 16,-8 16 75-16,-10 1-60 0,-5 21 159 16,-8 12-92-16,0 1-15 15,0-2 25-15,-8-8-74 16,-1-6 6-16,3-8-24 15,6-6 0-15,0-4-24 16,4-2 24-16,25-21-37 16,13-8-210-16,12-3 113 15,2-2 113-15,-6 7-14 16,-7 12 35-16,-10 11 102 16,-10 6-71-16,-12 10-29 15,-9 22-2-15,-6 30-86 16,-23-6-154-16,-4-7-673 0</inkml:trace>
  <inkml:trace contextRef="#ctx0" brushRef="#br0" timeOffset="34623.11">3758 11707 950 0,'0'0'750'16,"0"0"-493"-16,0 0-97 0,0 0-32 16,0 0-85-16,0 0 18 15,0 0 102-15,80-59-86 16,-69 59-48-16,2 12 54 16,-3 18-46-16,-6 13 54 15,-4 9-24-15,0 3-61 16,-4 0 77-16,-10-6-83 15,-1-10 0-15,1-11 6 16,3-12 9-16,7-6-16 16,4-6 1-16,0-4-4 15,0 0-53-15,0-6 57 16,13-19-58-16,7-20-75 16,2-11-207-16,-4 0 61 15,-5 4 59-15,-6 18 220 16,-7 18 167-16,0 16-54 0,0 0-68 15,-16 25 58-15,3 11-6 16,2 5 44-16,6 3-76 16,5-4-35-16,7-6 58 15,20-4-88-15,9-8-36 16,6-8-65-16,18-14-67 16,-10 0-130-16,-13-3-462 0</inkml:trace>
  <inkml:trace contextRef="#ctx0" brushRef="#br0" timeOffset="34783.25">4070 11875 1729 0,'0'0'636'15,"0"0"-512"-15,0 0-7 0,0 0-56 16,0 0-60-16,125-12 11 16,-74 9-12-16,3 3-106 15,-6 0 23-15,8 0-186 16,-16-3-64-16,-11-3-349 0</inkml:trace>
  <inkml:trace contextRef="#ctx0" brushRef="#br0" timeOffset="35022.88">4427 11664 469 0,'0'0'1170'15,"0"0"-844"-15,0 0-214 0,0 0 0 16,0 0-79-16,0 0-9 15,0 0 91-15,73 71-99 16,-51-39 1-16,1 2 55 16,-8 2-18-16,-5-1 25 15,-10 2-5-15,0 1-62 16,-19-2 125-16,-7 0-134 16,-6-4-2-16,6-5-2 15,8-9-170-15,11-9-133 16,7-9-481-16</inkml:trace>
  <inkml:trace contextRef="#ctx0" brushRef="#br0" timeOffset="35265.78">4774 11826 1506 0,'0'0'707'0,"0"0"-655"16,0 0 53-16,-60 104 72 15,43-67 19-15,12-7-106 16,5-5-53-16,13-8 72 15,23-5-109-15,11-9 20 16,9-3-20-16,1-7 19 16,-5-15-41-16,-13-7 19 15,-16-3-8-15,-21-7-19 16,-2 1-85-16,-19 2-59 16,-18 6 47-16,-18 20-128 15,6 8-255-15,5 2-507 0</inkml:trace>
  <inkml:trace contextRef="#ctx0" brushRef="#br0" timeOffset="36517.11">5276 11187 700 0,'0'0'1078'0,"0"0"-719"15,0 0-207-15,0 0 41 16,0 0-66-16,0 0-107 15,125-77 7-15,-65 36-27 16,5-10-19-16,-7 0-47 0,-7-4-75 16,-11 3 55-16,-15 2-134 15,-15 10 51-15,-10 5 165 16,0 15 4-16,-12 11 91 16,-13 9-28-16,-2 9-23 15,-4 32 116-15,2 17-37 16,0 14 13-16,6 14 26 15,4 6-85-15,3-1 6 16,3-3-36-16,-3-8-34 16,1-7 42-16,-4-11-51 15,-1-10 0-15,3-14-6 16,-2-10 23-16,4-10-13 0,-1-11-4 16,5-4 1-1,3-3 12-15,3-12-13 0,5-25-7 16,5-16-19-16,28-15-56 15,16-11 3-15,13-3-134 16,12-2-91-16,6 2 72 16,0 0-75-16,-1 3 117 15,-8 5 151-15,-11 4 39 16,-14 12 153-16,-14 12 37 16,-17 14 50-16,-15 16 67 15,0 16-91-15,-29 5-119 16,-20 34-73-16,-6 16-5 15,-1 20 101-15,5 7-106 0,13 1 1 16,15-3 14 0,17-10-28-16,6-12-2 0,6-15 0 15,23-10-67-15,9-13 38 16,3-9-105-16,-1-11-82 16,-5-3 18-16,-1-45-120 15,-10 0-195-15,-11 0-69 0</inkml:trace>
  <inkml:trace contextRef="#ctx0" brushRef="#br0" timeOffset="36831.61">5972 11029 310 0,'0'0'1228'16,"0"0"-667"-16,0 0-425 16,0 0-93-16,0 0 38 15,0 0 35-15,0 0 58 16,48 144-98-16,-48-98-21 16,0-2 29-16,0-2-71 15,-13-8 29-15,2-9-42 0,2-10 13 16,4-4-11-16,5-11-2 15,0 0-39-15,11-9 39 16,16-22-103-16,10-19-192 16,-2-11-223-16,-2-3-250 15,-13 11 460-15,-11 12 308 16,-9 24 811-16,-2 17-522 16,-20 5-67-16,-3 25-5 15,5 10-57-15,7 1-63 16,11 0 60-16,2-2-144 15,12-10 4-15,20-7-17 16,6-12-42-16,6-10-24 0,6-10-160 16,-10-20-363-16,-16-2-315 15</inkml:trace>
  <inkml:trace contextRef="#ctx0" brushRef="#br0" timeOffset="36999.05">6386 10784 1846 0,'0'0'559'15,"0"0"-484"-15,0 0-23 16,0 0 67-16,107 152-69 16,-98-85-23-16,-9 3 70 15,0 4-91-15,-2-4-12 16,-19-2-12-16,-3 8-116 16,6-18-71-16,5-17-434 0</inkml:trace>
  <inkml:trace contextRef="#ctx0" brushRef="#br0" timeOffset="37321.15">7033 11127 2234 0,'0'0'461'16,"0"0"-389"-16,0 0-11 15,0 0-55-15,122-22 32 16,-78 22-38-16,-4 0 31 15,-3 0-62-15,-18 14-125 16,-19 14-128-16,-13 0-244 16,-20-3-196-16</inkml:trace>
  <inkml:trace contextRef="#ctx0" brushRef="#br0" timeOffset="37432.01">6959 11296 1577 0,'0'0'503'0,"0"0"-329"0,0 0-47 16,0 0-70-16,156 0-57 15,-69 0-32-15,-13 0-296 16,-10 0-720-16</inkml:trace>
  <inkml:trace contextRef="#ctx0" brushRef="#br0" timeOffset="38296.92">7937 11414 1328 0,'0'0'329'0,"0"0"-252"16,0 0 56-16,0 0-118 16,120-60 54-16,-56 13-28 15,7-7-41-15,2-12 0 16,-1-6-25-16,-5-8-41 0,-12 0 54 16,-10-3-39-1,-12 4 32-15,-13 8 19 0,-11 9 61 16,-9 16 119-16,0 15-62 15,-9 19-88-15,-20 12 4 16,-8 25-5-16,-15 41-29 16,-8 42 126-16,10 0 24 15,13-5-1-15,22-15-98 16,13-26-50-16,2-2 60 16,4 0-53-16,23-19-8 15,10-15 0-15,10-16-8 16,4-10-2-16,5-9-105 0,-2-23-90 15,-10-12 8-15,-6-5-95 16,-12 0 1-16,-12 5 228 16,-7 14 63-16,-7 16 350 15,0 14-136-15,-7 2-161 16,-15 26 60-16,-1 10-52 16,4 5 0-16,3-4-44 15,5-3 1-15,9-6-36 16,2-7-16-16,0-15-160 15,13-8-55-15,3 0-368 0</inkml:trace>
  <inkml:trace contextRef="#ctx0" brushRef="#br0" timeOffset="38707.17">8834 11043 1061 0,'0'0'488'0,"0"0"-187"16,-15 128-78-16,-4-73 10 15,1-6-91-15,5-9-6 16,1-12-45-16,6-10-90 16,4-7 50-16,2-7-49 15,0-4-2-15,4 0 6 16,23-21-6-16,8-11-122 16,15-7-78-16,1-5-185 15,2 5 141-15,-10 11 130 16,-10 16 114-16,-14 12 144 15,-15 4 16-15,-4 22 84 16,-4 4-65-16,-15 0-71 0,1-4 73 16,5-10-120-16,5-5-24 15,5-8-15-15,3-3-20 16,9 0 37-16,27-22-39 16,17-10-221-16,16-7 148 15,5-4-25-15,-3 3 74 16,-8 10 24-16,-17 12 2 15,-17 16 32-15,-15 2-34 16,-14 24-106-16,-7 18 27 16,-44 28-146-16,1-8-152 15,2-8-872-15</inkml:trace>
  <inkml:trace contextRef="#ctx0" brushRef="#br0" timeOffset="39248.05">8094 11834 504 0,'0'0'1360'0,"0"0"-1115"0,0 0-148 15,0 0 78-15,0 0-120 16,67-116 13-16,-32 98 63 16,-2 7-73-16,1 11-21 15,-5 0-35-15,-9 18 13 16,-9 15 62-16,-11 12-62 15,0 4 6-15,-4 2 15 16,-11-6-26-16,-2-10 20 16,7-9-30-16,4-12 1 15,6-9-31-15,0-5-3 16,0 0-25-16,6-13 29 16,11-19-72-16,3-12-137 0,-2-8 17 15,-4-1-26-15,-6 12 247 16,-6 17 17-16,-2 16 227 15,0 8-148-15,-6 8-86 16,-7 21 91-16,1 7-46 16,8 5 13-16,4-3 66 15,0-3-132-15,22-3-2 16,12-11-28-16,17-8-95 16,-7-12-68-16,-6-1-519 0</inkml:trace>
  <inkml:trace contextRef="#ctx0" brushRef="#br0" timeOffset="39406.91">8483 11754 2016 0,'0'0'510'0,"0"0"-466"16,0 0-33-16,0 0 50 16,114-1-61-16,-60 4-9 15,2 4 3-15,15-3-164 16,-15-3-192-16,-12 2-541 0</inkml:trace>
  <inkml:trace contextRef="#ctx0" brushRef="#br0" timeOffset="39633.32">8876 11656 1437 0,'0'0'703'0,"0"0"-632"16,0 0-49-16,0 0-5 0,0 0-17 15,0 0 123-15,0 0-56 16,98 123 10-16,-98-79 33 16,-7 2-46-16,-17-2 37 15,-5-6-42-15,2-6-58 16,5-5 4-16,9-12-5 16,13-9-180-16,0-6-195 15,6 0-440-15</inkml:trace>
  <inkml:trace contextRef="#ctx0" brushRef="#br0" timeOffset="39851.96">9186 11793 2039 0,'0'0'295'0,"0"0"-164"16,-45 112-64-16,32-74 58 16,6-5-25-16,7-10-39 15,14-9 49-15,25-5-98 16,15-9-4-16,6-3 23 15,3-20-31-15,-10-11-18 16,-17-7 11-16,-18-1-7 16,-16-3 4-16,-2 4-138 15,-43-4-145-15,4 11 17 16,-3 13-337-16</inkml:trace>
  <inkml:trace contextRef="#ctx0" brushRef="#br0" timeOffset="41839.07">9984 10615 1452 0,'0'0'332'0,"0"0"-135"15,0 0-31-15,0 0-52 16,0 0 9-16,0 0-97 16,0 0-25-16,0 23 26 15,0 16 48-15,0 12 40 16,0 9-15-16,-2 6-35 16,-2 5 40-16,-4 1-78 15,2 4-12-15,-1 2 22 0,1 0-23 16,-4-2-14-1,4-5 0-15,-1-8 6 0,1-8-11 16,1-13 5-16,3-10 0 16,2-10-12-16,0-8 24 15,0-5-12-15,0-8 0 16,0 0 2-16,0-1-1 16,0 0-1-16,0 0 0 15,0 0 5-15,0 0 1 16,0 0-8-16,0 0 2 15,17 6 0-15,8-3-1 16,8 3 1-16,7-1-30 16,1-2 7-16,7-3-154 0,-9 0-111 15,-8 0-363-15</inkml:trace>
  <inkml:trace contextRef="#ctx0" brushRef="#br0" timeOffset="42155.15">10055 10628 2176 0,'0'0'537'15,"0"0"-470"-15,0 0 0 16,0 0-67-16,0 0 17 16,158-22-17-16,-98 22 7 15,6 0-25-15,9 0-124 16,-17 8-226-16,-11-3-406 0</inkml:trace>
  <inkml:trace contextRef="#ctx0" brushRef="#br0" timeOffset="42829.55">10528 11097 1585 0,'0'0'511'0,"0"0"-370"16,0 0-14-16,0 0 16 16,0 0-78-16,0 0-32 15,0 0-33-15,96-74-9 16,-69 74-7-16,-5 0 4 15,-7 6 12-15,-8 16-8 16,-7 10 16-16,-7 7 8 16,-26 10 8-16,-14 3-22 15,-6 2 50-15,-3-6-43 16,7-9 6-16,13-11 64 16,11-10-63-16,12-10 26 15,11-4-18-15,2-4-17 16,5 0 63-16,21 0-54 15,12 0-15-15,11 0-2 0,6 0-35 16,6 0-83-16,13-3-139 16,-16-4-341-16,-14-5-418 0</inkml:trace>
  <inkml:trace contextRef="#ctx0" brushRef="#br0" timeOffset="43070.11">10916 11090 1445 0,'0'0'364'0,"0"0"-190"15,0 0-95-15,0 0 94 16,4 110 40-16,-22-67-43 16,-4 3-21-16,0-3-75 15,2-10-48-15,5-6 29 0,5-12-48 16,8-6-8-16,2-7 1 15,0-2-36-15,14-2-4 16,25-46-114-16,-3-1-335 16,-1-5-462-16</inkml:trace>
  <inkml:trace contextRef="#ctx0" brushRef="#br0" timeOffset="43205.57">10916 11090 1994 0,'46'29'534'15,"-61"-1"-393"-15,1 7-92 16,6 6 27-16,8 1-25 15,4-2-27-15,32-6-24 0,15-4-3 16,9-7-161-16,30-11 6 16,-17-9-351-16,-13-3-594 0</inkml:trace>
  <inkml:trace contextRef="#ctx0" brushRef="#br0" timeOffset="44565.06">11616 11315 1230 0,'0'0'366'0,"0"0"-246"16,0 0-96-16,0 0 38 15,0 0 14-15,0 0 6 16,0 0 112-16,0 0-130 16,0 0 19-16,0 0 2 15,0 0-20-15,0 0 18 16,0 0-83-16,0 0-19 15,0 0 11-15,0 0-23 16,0 0 3-16,0 0-6 16,0 0 19-16,0 0-1 0,0 0 16 15,0 0 0 1,0 0 77-16,0 0-34 0,0 0 17 16,0 0-6-16,0 0-32 15,0 0 18-15,0 0-40 16,0 0 0-16,0 0 9 15,0 0 1-15,0 0-10 16,0 0 0-16,0 0 1 16,0 0 2-16,0 0-3 15,0 0 0-15,0 0 18 16,9 0-8-16,6 0 4 16,9 0-14-16,12-5 27 0,11-1-30 15,5-1 3-15,0 2 0 16,0 2-21-16,-3 3 4 15,-4 0-57-15,0 0-117 16,-10 0-171-16,-10 0-277 16</inkml:trace>
  <inkml:trace contextRef="#ctx0" brushRef="#br0" timeOffset="44805.06">11914 11021 1857 0,'0'0'580'0,"0"0"-573"16,0 0 5-1,0 0 1-15,-63 110 57 0,40-52-3 16,0 6-37-16,3 4-30 15,0 23-52-15,4-18-159 16,6-18-166-16</inkml:trace>
  <inkml:trace contextRef="#ctx0" brushRef="#br0" timeOffset="46049.8">12699 10985 1128 0,'0'0'611'0,"0"0"-410"0,0 0 23 16,0 0-129-16,0 0-23 16,0 0 8-16,0 0-20 15,4-42 5-15,6 45-51 16,0 22 9-16,4 7 89 15,-5 12-22-15,-5 5-22 16,-4 3-14-16,0 0-44 16,0-6 23-16,-11-11-33 15,0-9 0-15,4-10 0 16,3-7 0-16,4-6-16 16,0-3-8-16,0 0-28 0,0-10 46 15,6-22-53-15,17-15-330 16,2-14 52-16,2-2 125 15,-8 5 57-15,-3 19 155 16,-12 17 357-16,-4 22-89 16,0 0-241-16,-4 27-4 15,-8 14 107-15,6 5-32 16,6 5-10-16,0-8-26 16,14-5-39-16,19-6 15 15,11-8-38-15,10-10-80 16,2-8-69-16,10-6-130 15,-12-14-343-15,-14-10-880 0</inkml:trace>
  <inkml:trace contextRef="#ctx0" brushRef="#br0" timeOffset="46485.86">13218 10575 1280 0,'0'0'398'0,"0"0"-215"16,0 0-35-16,0 0-4 16,0 0 0-16,0 0-37 15,0 0-21-15,36-48-86 16,-7 45 9-16,3 3 6 16,-3 0-9-16,-10 11 15 15,-12 15 22-15,-7 9 4 16,-18 5 67-16,-22 1-47 15,-11 4-10-15,-1-7 32 0,8-5-88 16,15-14 14-16,13-7-15 16,16-4-4-16,0-6-5 15,33 0-133-15,44-2 24 16,-8 0-71-16,-3 0-564 16</inkml:trace>
  <inkml:trace contextRef="#ctx0" brushRef="#br0" timeOffset="47339.05">13412 11249 846 0,'0'0'355'0,"0"0"-175"15,0 0-115-15,0 0-57 16,0 0-8-16,0 0 0 16,0 0 66-16,0 0-6 15,0 0 49-15,0 0 49 16,0 0 23-16,0 0 45 15,0 0-109-15,0 0-37 16,0 0 36-16,0 0-61 16,0 0 8-16,0 0-63 15,3 0 23-15,-3 0 7 0,0 0-30 16,0 0 0-16,0 0 34 16,0 0-21-16,0 0 29 15,0 0-15-15,0 0-12 16,0 0 47-16,0 0-54 15,0 0-7-15,0 0-2 16,0 0-14-16,0 0-44 16,2 0-170-16,9 0-363 15,-4-6-595-15</inkml:trace>
  <inkml:trace contextRef="#ctx0" brushRef="#br0" timeOffset="48777.57">14106 10730 1164 0,'0'0'542'15,"0"0"-302"-15,0 0 48 0,0 0-100 16,0 0-98-16,0 0 10 16,0 0-100-16,-58-22 9 15,27 29 3-15,0 20-2 16,1 13 51-16,8 10-1 16,9 6-17-16,11 2 47 15,2 2-69-15,0-5-14 16,13-6 25-16,-2-8-32 15,-4-7 12-15,-5-4-12 16,-2-2 1-16,-9-2 9 16,-15-2-10-16,-8-3 0 15,0-7-12-15,3-7 8 0,10-5 2 16,10-2-8-16,9-16-52 16,7-20-5-1,28-11-211-15,15-9 39 0,7 9 125 16,1 9 80-16,-7 12 34 15,-11 16 77-15,-6 10-23 16,-12 3 62-16,-6 29-6 16,-9 7 49-16,-7 6-34 15,0 6-59-15,0-3-5 16,-11-8-61-16,4-9 17 16,2-12-1-16,5-7-16 15,0-10-21-15,0-2-1 16,18-4-11-16,11-20 9 15,11-13-189-15,5-8-52 16,-1-2 49-16,-4 8 53 0,-11 11 163 16,-8 16 60-16,-11 12 51 15,-5 6 22-15,-5 21 19 16,0 7-33-16,0-1 15 16,-9-3-84-16,5-10-7 15,0-6-31-15,4-7-6 16,0-7 21-16,2 0-27 15,20-8-29-15,14-18 28 16,12-11-235-16,8-3 7 16,2-4 30-16,-2 6 110 15,-7 12 89-15,-13 10 33 16,-9 16 58-16,-14 0 5 16,-9 22-95-16,-4 9-1 15,0 6-42-15,0 4-74 16,0-15-172-16,0-6-809 0</inkml:trace>
  <inkml:trace contextRef="#ctx0" brushRef="#br0" timeOffset="49148.24">15385 10519 1328 0,'0'0'295'0,"-72"114"-13"16,33-33-12-16,-3 12-70 16,6 9 52-16,18-18-137 15,5 8-6-15,10-9-42 16,3-8-59-16,16-7-8 0,17-11-5 16,7-11-120-1,22-14-35-15,-8-14-344 0,-7-14-516 16</inkml:trace>
  <inkml:trace contextRef="#ctx0" brushRef="#br0" timeOffset="49519.06">15934 10830 816 0,'0'0'92'0,"0"0"-92"16,51-106-140-16,-29 54 73 16,-2-1 67-16,-5 2 239 15,-1 5 95-15,-1 5 48 16,-3 11-2-16,-4 9 119 15,-1 9-286-15,-3 5-95 16,0 7-68-16,-2 0-50 16,0 7 0-16,0 24-34 15,0 17 34-15,0 15 5 16,0 10-5-16,0 8-9 16,-7-2 3-16,-3-7-124 15,-9 11-55-15,3-18-92 16,3-19-365-16</inkml:trace>
  <inkml:trace contextRef="#ctx0" brushRef="#br0" timeOffset="49686.75">15610 11078 1594 0,'0'0'773'0,"0"0"-487"16,0 0-158-16,0 0-18 15,127-7-80-15,-53 7-19 16,11 0-1-16,6 0-10 15,3 0-49-15,19 4-138 16,-24-1-202-16,-19-3-654 0</inkml:trace>
  <inkml:trace contextRef="#ctx0" brushRef="#br0" timeOffset="50179.09">15905 11398 1687 0,'0'0'350'16,"0"0"-349"-16,0 0-1 0,0 0 69 15,0 0 78-15,0 0 73 16,0 0-125-16,102-33-70 16,-102 60 42-16,0 7 9 15,-15 11 24-15,-8 1-40 16,1-3-53-16,4-7 35 16,4-10-42-16,8-10 0 15,6-10-3-15,0-3 9 16,0-3-12-16,0 0 6 15,4-11-52-15,14-12 49 16,5-10-206-16,-1-4 35 16,-2 0 109-16,-5 9 65 15,-7 10 31-15,-6 9 134 0,-2 9-155 16,0 0-10-16,0 21-15 16,0 9 15-16,0 4 47 15,6-1-46-15,15 2-2 16,8-6-11-16,8-10-94 15,23-11-1-15,-11-8-268 16,-6 0-579-16</inkml:trace>
  <inkml:trace contextRef="#ctx0" brushRef="#br0" timeOffset="50449.14">16285 11315 1735 0,'0'0'555'0,"0"0"-458"16,0 0-63-16,0 0-34 15,0 0 0-15,0 0 37 16,0 0-36-16,54 50 62 16,-54-22 44-16,0 1-22 15,0-3 19-15,-7-3-90 16,3-6-4-16,4-5-4 15,0-6-6-15,25-4-25 16,10-2-17-16,34-11-158 16,-4-12-298-16,-5-5-420 0</inkml:trace>
  <inkml:trace contextRef="#ctx0" brushRef="#br0" timeOffset="51127.93">16858 10604 1430 0,'0'0'777'16,"0"0"-646"-16,0 0-130 16,0 0-1-16,0 0 35 15,135-14-34-15,-100 7 9 16,-2 2-10-16,-8-2-17 0,-8 1 3 16,-5 1 28-1,-8 0 6-15,-4 1 17 0,0 4 34 16,0 0 72-16,0 0-128 15,0 0-2-15,0 0-26 16,0 20-23-16,0 19 36 16,0 17 0-16,-8 27 31 15,-6 33 54-15,1 23-31 16,1 4-11-16,4-25 48 16,3-28-67-16,3-29 23 15,0-3-41-15,-2 4 1 16,-1 3 14-16,-2 2-21 15,0-14 0-15,-1-18 4 16,1-11-4-16,-2-11 17 0,-4-5-17 16,-1-7 0-16,-6-1 6 15,-4 0-6-15,-1 0-49 16,0 0-50-16,-6-13-228 16,6 0-312-16,8 2-666 0</inkml:trace>
  <inkml:trace contextRef="#ctx0" brushRef="#br0" timeOffset="52103.98">17877 11143 1627 0,'0'0'783'0,"0"0"-439"15,0 0-192-15,0 0-59 0,0 0 22 16,0 0-101-16,0 0 10 15,167-33-24-15,-105 28 6 16,-6 3-23-16,-11 2-29 16,-13 0-56-16,-24 0-59 15,-28 24-310-15,-22-3-71 16,-14 2-320-16</inkml:trace>
  <inkml:trace contextRef="#ctx0" brushRef="#br0" timeOffset="52214.91">17846 11251 1222 0,'0'0'716'0,"0"0"-450"15,0 0-96-15,0 0 17 16,0 0-6-16,134 2-134 16,-65-2-47-16,36 0-143 0,-20 2-225 15,-12-2-519-15</inkml:trace>
  <inkml:trace contextRef="#ctx0" brushRef="#br0" timeOffset="60661.04">16604 10601 459 0,'0'0'723'0,"0"0"-491"0,0 0-74 16,0 0-78-16,0 0 21 15,0 0-67-15,90 18-12 16,-80-13 55-16,0-3-76 16,-6 0 34-16,-4-1 62 15,0-1-42-15,0 2 60 16,0-2-20-16,0 0-73 15,0 0 113-15,0 0-134 16,0 0 17-16,0 0 43 16,0 0-49-16,0 0 22 15,0 0-34-15,0 0 0 16,0 0-21-16,0 0 21 16,0 0 0-16,0 0 9 15,0 0 6-15,0 0 62 16,0 0-77-16,0 0 27 0,0 0 25 15,0 0-52-15,0 0 0 16,3 2-1-16,3 5 34 16,5 7-33-16,5 9 0 15,1 15 0-15,1 14 15 16,-7 9-3-16,-5 10-2 16,-6 5 7-16,-3 4 17 15,-19 1-38-15,-7-2 4 16,-5 10-185-16,10-21-150 15,8-21-1719-15</inkml:trace>
  <inkml:trace contextRef="#ctx0" brushRef="#br0" timeOffset="68319.07">19406 10864 935 0,'0'0'129'0,"0"0"-123"16,0 0 140-16,0 0-1 0,0 0 57 15,0 0 10-15,-2-18-18 16,0 12 76-16,0 2-146 15,0-2-60-15,-3 0 150 16,3 1-200-16,-2 2-13 16,-4-1 13-16,2-1 15 15,-5 3-11-15,-7 2-18 16,-7 0 0-16,-8 0-19 16,-7 11 20-16,-7 17-1 15,-2 10 36-15,4 10-10 16,5 7 50-16,11 1-70 15,12 2 7-15,10-4 56 16,7-4-53-16,14-4-2 16,23-6-14-16,13-8 43 15,10-10-64-15,9-10 21 0,2-9-58 16,3-3 41-16,-7-16-38 16,-7-16 28-16,-12-11 26 15,-9-5 2-15,-18-6-37 16,-11-1 36-16,-10-4 0 15,-2 5-20-15,-25 3 20 16,-22 7-48-16,4 13-183 16,2 8-454-16</inkml:trace>
  <inkml:trace contextRef="#ctx0" brushRef="#br0" timeOffset="79602.85">20974 7481 590 0,'0'0'1045'0,"0"0"-859"16,0 0-76-16,0 0 36 15,0 0 3-15,-31-36 37 16,17 32-89-16,-2 2 10 16,-2 2-59-16,-5 0-13 15,-4 2 43-15,-10 27-78 16,0 11 22-16,1 15 53 0,7 12-35 15,12 4-1 1,11 1-38-16,6-3 5 16,14-6-6-16,20-8-6 15,10-9-72-15,28-5-83 0,-10-12-162 16,-8-17-376-16</inkml:trace>
  <inkml:trace contextRef="#ctx0" brushRef="#br0" timeOffset="79895.86">21059 7953 1984 0,'0'0'537'15,"0"0"-433"-15,0 0-59 16,0 0-2-16,0 0-43 16,131-50-39-16,-89 25 11 0,1-4-99 15,-8-6-14-15,-1-5 2 16,-10-5-16-16,-3 2 31 15,-6 2 95-15,-7 10 29 16,-2 9 177-16,-4 9 70 16,0 13-72-16,-2 0-120 15,0 17-34-15,0 19 10 16,0 12 33-16,0 7-63 16,0 3-1-16,11-7-100 15,13-7-78-15,-3-14-162 16,-2-20-514-16</inkml:trace>
  <inkml:trace contextRef="#ctx0" brushRef="#br0" timeOffset="80078.28">21830 7432 2119 0,'0'0'599'16,"0"0"-526"-16,0 0-18 15,118 65-13-15,-96-10 12 16,-15 13 40-16,-7 26-94 15,-18 0 0-15,-24 5-37 16,-19 2 26-16,-36 15-146 16,5-14-142-16,9-25-533 0</inkml:trace>
  <inkml:trace contextRef="#ctx0" brushRef="#br0" timeOffset="81458.98">2788 13341 909 0,'0'0'1366'0,"0"0"-1152"16,0 0-176-16,0 0 10 16,0 0 47-16,0 0-37 15,13-16 53-15,18-16-40 16,10-12-69-16,8-11-2 0,7-6 0 15,-3-4-25 1,-6 3 17-16,-9 6-19 0,-11 10 27 16,-10 11-4-1,-8 16 13-15,-7 11 21 0,-2 5-17 16,0 3-7-16,0 15-12 16,-4 19 1-16,-7 19 5 15,0 14 35-15,2 9-34 16,4 2 5-16,5-3-6 15,0-14-77-15,0-13-11 16,9-13-84-16,9-19 0 16,7-16-59-16,-6-20-143 15,-3-11-570-15</inkml:trace>
  <inkml:trace contextRef="#ctx0" brushRef="#br0" timeOffset="81657.92">3443 12825 1520 0,'0'0'589'0,"0"0"-477"15,0 0 1-15,0 0-45 16,62 112 61-16,-62-49-4 16,0 5-46-16,-19 4-13 15,-10-2-36-15,-2-5-21 16,0-9 13-16,-3-12-22 16,3-12-19-16,0-12-43 15,-2-17-73-15,-31-15-85 16,9-22-295-16,2-9-242 0</inkml:trace>
  <inkml:trace contextRef="#ctx0" brushRef="#br0" timeOffset="81791.33">2587 12941 2016 0,'0'0'324'16,"0"0"-267"-16,-73 204 8 16,61-65-19-16,12-5-21 15,12-27-25-15,28-36-6 16,49-16-120-16,-8-10-167 15,4-11-422-15</inkml:trace>
  <inkml:trace contextRef="#ctx0" brushRef="#br0" timeOffset="82185.78">4364 13217 1520 0,'0'0'1013'0,"0"0"-704"0,0 0-193 16,0 0 4-1,0 0-47-15,0 0-44 0,0 0 31 16,20 0-60-16,11 0 12 16,14 0 12-16,11 0-24 15,9 0 15-15,-1 0-15 16,-2 0-38-16,-1 0-41 15,-8 0-56-15,-1 0-132 16,-17 4-313-16,-13-3-769 0</inkml:trace>
  <inkml:trace contextRef="#ctx0" brushRef="#br0" timeOffset="82407.83">4358 13326 1886 0,'0'0'515'16,"0"0"-407"-16,0 0 9 16,0 0-36-16,0 0-29 15,0 0-4-15,0 0 6 16,111 49-33-16,-58-33-8 16,8-3-13-16,-1-4-34 15,0-7-163-15,11-4-114 16,-13-19-258-16,-15-4-822 0</inkml:trace>
  <inkml:trace contextRef="#ctx0" brushRef="#br0" timeOffset="82578.36">5048 13014 2237 0,'0'0'626'0,"0"0"-492"16,0 0-105-16,0 0-29 15,0 0 0-15,118 61 19 16,-104-14-19-16,-14 13 0 15,0 12 0-15,-31 11-25 16,-23 3-32-16,-46 18-116 16,11-19-395-16,6-22-506 0</inkml:trace>
  <inkml:trace contextRef="#ctx0" brushRef="#br0" timeOffset="83800">6143 13240 960 0,'0'0'914'15,"0"0"-699"-15,0 0-69 16,0 0-4-16,0 0-62 0,0 0 23 15,0 0-38-15,16-49-32 16,-14 66-19-16,2 15 30 16,-2 12 44-16,1 6 0 15,-3 5-65-15,0-9 8 16,0-8-23-16,0-10-8 16,0-14 12-16,0-7-12 15,0-6-11-15,0-1 11 16,6 0-14-16,8-18 13 15,13-20-27-15,10-11-198 16,11-12 108-16,2 4-80 16,0 15 114-16,-10 18 84 15,-11 19 55-15,-7 5 13 16,-7 24 15-16,-7 14 51 16,-8 5 0-16,0 2-73 0,0-6-2 15,-10-7-3-15,1-9-56 16,5-13 14-16,2-5-14 15,2-5 0-15,0 0 19 16,11-17-19-16,18-15-9 16,14-12-148-16,9-5 48 15,0 5 83-15,-3 10 26 16,-9 17 4-16,-11 10 75 16,-4 7-64-16,-10 10 7 15,-3 19-10-15,-3 9-4 16,-3 4-8-16,-2 4-11 0,17 4-114 15,-1-10-156 1,4-17-418-16</inkml:trace>
  <inkml:trace contextRef="#ctx0" brushRef="#br0" timeOffset="84035.01">7427 13225 2056 0,'0'0'562'0,"0"0"-452"16,0 0-25-16,0 0-26 0,136 0-13 16,-76 1-45-16,2 3-1 15,-1 3-11-15,5 0-206 16,-14 2-116-16,-17-6-736 0</inkml:trace>
  <inkml:trace contextRef="#ctx0" brushRef="#br0" timeOffset="84210.25">7324 13447 2068 0,'0'0'359'0,"0"0"-265"15,0 0-14-15,118 29 7 0,-46-24-68 16,8 2-19-16,40-7-70 16,-20 0-155-16,-10-5-426 0</inkml:trace>
  <inkml:trace contextRef="#ctx0" brushRef="#br0" timeOffset="84618.78">8568 13064 1392 0,'0'0'218'0,"0"0"-150"0,0 0 72 16,0 0 29-16,-122 92 50 15,102-50-2-15,4 7-34 16,10 2 6-16,6 2-93 16,0 0-24-16,19-4-24 15,13-5-29-15,12-7 1 16,12-12-20-16,11-9 0 16,11-11 13-16,2-5-13 15,1-9-10-15,-13-23 8 16,-12-10-22-16,-16-12 23 15,-20-8-18-15,-13-7 19 16,-7 4 5-16,-9 7 7 16,-15 11 1-16,-8 15-12 15,-3 12-1-15,-3 12-9 0,5 8-93 16,6 5-172-16,9 9-322 16,16-5-649-16</inkml:trace>
  <inkml:trace contextRef="#ctx0" brushRef="#br0" timeOffset="84732.96">9627 13098 2399 0,'0'0'310'16,"0"0"-310"-16,0 0-864 0</inkml:trace>
  <inkml:trace contextRef="#ctx0" brushRef="#br0" timeOffset="87599.12">2133 14674 1446 0,'0'0'294'0,"0"0"-194"15,0 0 39-15,0 0 36 0,0 0-17 16,0 0 5-16,0 0-74 16,0-6-56-16,0 12-33 15,13 20 12-15,12 16 1 16,3 14 38-16,3 15 4 16,-2 5 28-16,0-6-41 15,-2-7-9-15,-2-12-12 16,-2-8-14-16,-1-11 8 15,0-10-15-15,-4-8 1 16,-3-4-1-16,-3-2 0 16,-1-8-6-16,-3 0-15 15,6 0 4-15,3-8 6 16,15-14-8-16,8-6-32 16,11-9 21-16,14-1-48 15,11 4-15-15,7 0 20 0,6 6 28 16,2 7 35-16,-6 1-3 15,-10 5 13-15,-12 9 2 16,-14-2-2-16,-18 6 10 16,-18 2-9-16,-13 0 6 15,-4 10 24-15,-34 18 8 16,-18 10 65-16,-8 7-22 16,-3 1-43-16,7-7 1 15,11-7-24-15,17-6-15 16,14-14 17-16,18-1-18 15,0-11-50-15,27 0-23 16,20-4 36-16,16-15-46 16,3-11-115-16,-1-2-85 15,-9-3 93-15,-16 4 106 16,-18 9 84-16,-10 17 155 0,-12 5-14 16,0 0-60-16,-10 12-11 15,-5 15 74-15,3-3 31 16,4 2-93-16,8-4-48 15,0-5-5-15,13-6-23 16,14-4 16-16,6-7-15 16,8 0-7-16,-2-8-12 15,1-10-25-15,-3-5-2 16,-11 1-21-16,-8 6 35 16,-9 6 25-16,-4 7 8 0,-5 3-7 15,0 0-2-15,0 7 0 16,4 15 1-16,5 2 17 15,9 2-5-15,6-4-12 16,7-5-20-16,5-7-36 16,2-10 44-16,-2 0-15 15,-5-12-10-15,-7-11-14 16,-6 0 13-16,-7-12 10 16,-4 3-17-16,-3 4 13 15,-4 7 32-15,0 6 31 16,0 15 15-16,0 3-46 15,0 30 0-15,0 21 30 16,0 31 50-16,-4 26 24 0,-14 32 57 16,0-12-70-1,-2-25-9-15,7-30-10 0,-1-21-46 16,-3 3 5-16,-6 4-30 16,-6-1-1-16,-4-15 18 15,-2-11-18-15,-1-12 12 16,0-6-12-16,7-17 0 15,9-5 0-15,14-30 0 16,6-19-57-16,19-16-21 16,26-19-29-16,18-4-46 15,34-34-101-15,-12 25-352 16,-14 11-626-16</inkml:trace>
  <inkml:trace contextRef="#ctx0" brushRef="#br0" timeOffset="87841.88">2924 14703 2331 0,'0'0'465'0,"0"0"-366"15,0 0-65-15,103-116-5 16,-45 84-29-16,2 11 0 16,3 4-17-16,1 20-208 0,-18 20-307 15,-14 12-580-15</inkml:trace>
  <inkml:trace contextRef="#ctx0" brushRef="#br0" timeOffset="87952.8">3100 15637 2227 0,'0'0'256'16,"0"0"-256"-16,0 0-56 16,0 0-194-16,0 0-775 0</inkml:trace>
  <inkml:trace contextRef="#ctx0" brushRef="#br0" timeOffset="90061">4899 14950 1515 0,'0'0'219'0,"0"0"-170"15,0 0-28-15,0 0 34 16,0 0 13-16,0 0 227 16,0 143-80-16,-9-86-65 15,-2-3-42-15,0-8-37 16,0-10-43-16,4-6 2 16,3-12-30-16,2-6 1 0,2-7-3 15,0-5 2-15,0 0-6 16,0 0-6-16,0-7 8 15,19-17-4-15,12-20-81 16,10-6-112-16,3-4 149 16,2 11 16-16,-13 15 36 15,-7 18 18-15,-6 10-17 16,-6 14 28-16,-7 14 74 16,-7 9 1-16,0 1 2 15,0-2-51-15,-9-10-13 16,-3-8-2-16,6-8-40 15,3-6 0-15,3-2-3 16,0-2-3-16,0 0-12 0,21-20-7 16,14-19-5-1,12-6-209-15,4-4 159 0,-1 10 80 16,-13 14 10-16,-8 13 51 16,-11 12-31-16,-7 14-23 15,-8 21 50-15,-3 4-14 16,0 3-10-16,0 3-18 15,0-4-15-15,6 5-107 16,12-13-103-16,6-13-349 0</inkml:trace>
  <inkml:trace contextRef="#ctx0" brushRef="#br0" timeOffset="90259.76">5853 15071 2311 0,'0'0'499'0,"0"0"-435"16,0 0-55-16,0 0 22 15,127 2 22-15,-66 0-47 16,1 1-6-16,0-2-34 16,1 9-125-16,-16-4-68 15,-18 4-428-15</inkml:trace>
  <inkml:trace contextRef="#ctx0" brushRef="#br0" timeOffset="90410.17">5837 15248 1891 0,'0'0'363'0,"0"0"-255"16,0 0-37-16,0 0 26 0,179 28-97 15,-94-28-3-15,42 0-115 16,-22-18-423-16,-16-4-340 0</inkml:trace>
  <inkml:trace contextRef="#ctx0" brushRef="#br0" timeOffset="90624.46">6526 15083 1582 0,'0'0'691'16,"0"0"-492"-16,0 0-97 16,0 0 23-16,0 0-10 15,0 0-27-15,0 0-14 0,23 121-49 16,33-104 0-16,15-12-25 15,6-5 0-15,2-13 0 16,-10-14-51-16,-16-9-5 16,-19-7 29-16,-26 2-123 15,-8-8-22-15,-21 11 46 16,-22 9-9-16,-28 24-27 16,11 5-61-16,4 5-327 0</inkml:trace>
  <inkml:trace contextRef="#ctx0" brushRef="#br0" timeOffset="91218.64">8256 14659 1612 0,'0'0'617'16,"0"0"-420"0,0 0-160-16,0 0-37 0,0 0 0 15,0 103 9-15,0-24 116 16,0 9-17-16,0 8-84 15,0-24-1-15,0 6-23 16,-6-9-31-16,-8-11-44 16,-6-14-51-16,-20-7-141 15,2-20-105-15,-2-9-582 0</inkml:trace>
  <inkml:trace contextRef="#ctx0" brushRef="#br0" timeOffset="91790.26">7785 15150 335 0,'0'0'1747'15,"0"0"-1472"-15,0 0-215 16,186-49-27-16,-90 26-33 16,11-6 0-16,2-9 0 15,-15-2 0-15,1-13-37 16,-14-4-46-16,-19-4 19 16,-22 1 23-16,-19 2-27 15,-21 9 18-15,0 8 50 16,-21 19 164-16,-12 18-21 15,-5 8-77-15,-3 36 23 16,-1 22 52-16,3 15-26 16,5 8-37-16,10 4-15 15,7-9-41-15,11-12-1 0,6-14-21 16,0-14 0-16,9-10-13 16,15-7-5-16,8-15-6 15,8-6-21-15,9-2-54 16,2-16-100-16,-2-14-24 15,-8-2-60-15,-12 6 119 16,-14 11 164-16,-13 15 44 16,-2 0-17-16,0 24 109 15,-4 6 77-15,-1 7-88 16,5-7-29-16,0-6 0 16,0-2-55-16,21-12-14 15,5-5-6-15,8-5-21 16,3-1-31-16,1-23-106 0,0-9-54 15,-4-5-75-15,-8-2-5 16,-3 9 164-16,-10 2 107 16,-6 17 218-16,-5 8 77 15,-2 4-175-15,0 12-106 16,0 16 132-16,0 0-55 16,0 7-14-16,2-5-48 15,5-2-29-15,-1-6-32 16,4-8-133-16,-4-6-109 15,-4-8-349-15</inkml:trace>
  <inkml:trace contextRef="#ctx0" brushRef="#br0" timeOffset="91940.98">8952 14726 2041 0,'0'0'615'16,"0"0"-563"-16,0 0-52 15,151-9-34-15,-77 22-80 16,-14 6-153-16,-6-2-440 0</inkml:trace>
  <inkml:trace contextRef="#ctx0" brushRef="#br0" timeOffset="92808.63">9853 15213 2208 0,'0'0'201'16,"0"0"-201"-16,0 0-65 16,142-41 47-16,-84 5-33 15,2-13 18-15,0-13-64 16,-6-4-97-16,-10-6-98 16,-13 4 14-16,-15 7 132 15,-13 15 146-15,-3 13 24 16,-9 22 275-16,-14 11-175 0,1 14-86 15,-3 48 39 1,3 40 133-16,9 34 10 0,2 14-29 16,6-6 13-16,3-37-73 15,0-28-23-15,0-21-76 16,-3-3-20-16,-4-3 11 16,0 1-14-16,-4 2 1 15,0-20-10-15,-6-15 1 16,0-11 32-16,-6-9-32 15,1 0-1-15,1-22 0 16,10-20-3-16,13-16-37 16,4-16-29-16,34-13-13 15,20-5-11-15,16-2-79 16,12-3-67-16,24-12-18 16,-12 10 0-16,-7 1 85 15,-10 8 108-15,-32 23 64 0,-9 5 112 16,-20 22 173-16,-15 12 93 15,-5 21-45-15,-16 7-180 16,-22 17-103-16,-14 24-49 16,-4 22 26-16,6 13 57 15,5 7-42-15,16-1-5 16,14-6-11-16,15-11-25 16,0-10 1-16,19-10-2 15,15-9-14-15,6-6 0 16,6-16-18-16,4-10-38 15,-3-4-90-15,2-41-107 16,-14-8-261-16,-8-4-614 0</inkml:trace>
  <inkml:trace contextRef="#ctx0" brushRef="#br0" timeOffset="93124.5">10827 15013 1783 0,'0'0'611'16,"0"0"-432"-16,0 0-116 0,0 0-27 15,0 0 89-15,21 114-35 16,-21-69-14-16,0 1-42 15,-2-6 1-15,-9-4-15 16,1-10-20-16,2-4 8 16,4-16-2-16,4-3 1 15,0-3-8-15,0 0 1 16,10-14 0-16,11-18-11 0,6-11-77 16,-2-7-39-1,-5 1 29-15,-9 15 98 0,-9 14 70 16,-2 16 24-16,0 4-90 15,0 14-2-15,-11 17 13 16,7 5 18-16,4-1 3 16,0 2-27-16,13-9-9 15,14-3-9-15,6-11-24 16,3-14-32-16,3-9-145 16,-10-21-368-16,-8-8-563 0</inkml:trace>
  <inkml:trace contextRef="#ctx0" brushRef="#br0" timeOffset="93284.06">11284 14737 2295 0,'0'0'498'0,"0"0"-459"15,0 0 25-15,91 132 15 16,-78-62-49-16,-13 8-6 16,0 6-16-16,-27 1-8 15,-10-4-51-15,-28 15-130 16,9-18-208-16,10-29-758 0</inkml:trace>
  <inkml:trace contextRef="#ctx0" brushRef="#br0" timeOffset="95076.9">12059 15351 1423 0,'0'0'542'16,"0"0"-370"-16,0 0-56 16,0 0 18-16,0 0-29 15,0 0-81-15,161-75-24 16,-94 31-30-16,2-11-112 0,2-10-111 16,-4-10 28-1,-10-7-35-15,-9-4-3 0,-19 5 161 16,-13 5 102-16,-10 14 164 15,-6 19 115-15,0 16 32 16,-9 22-112-16,-11 5-129 16,-9 26-63-16,-8 45 63 15,-11 32 100-15,11 1-4 16,8-8-72-16,17-17-17 16,12-28-32-16,0 3-14 15,22-1-17-15,16-11-13 16,9-12-2-16,7-16-14 15,6-10-34-15,3-4-12 16,-5-26-105-16,-8-10-21 0,-5-10-139 16,-11-3-151-16,-10 1 169 15,-9 12 308-15,-8 8 94 16,-7 20 285-16,0 8-208 16,-4 8-101-16,-11 25 78 15,-4 2-11-15,2 1-46 16,3 0-66-16,8-4-19 15,3-5-6-15,3-7-63 16,0-10-83-16,7-10-112 16,9-4-40-16,-5-21-378 0</inkml:trace>
  <inkml:trace contextRef="#ctx0" brushRef="#br0" timeOffset="95609.22">13000 14994 1525 0,'0'0'683'16,"0"0"-568"-16,0 0-70 0,0 0 47 15,0 0-25-15,0 0-9 16,124 118-37-16,-90-106-21 16,4-7 0-16,-4-5-28 15,-3 0-29-15,-6-22-84 16,-12-6-128-16,-13-4-19 16,0-4 76-16,-21 7 212 15,-8 9 10-15,1 13 151 16,3 7 20-16,7 14-53 15,7 20 34-15,9 6 25 16,2 0-36-16,5 2-69 16,21-4 6-16,8-6-71 15,6-6-3-15,2-7-14 16,3-15-1-16,-1-4-26 16,1 0-85-16,-5-4-34 0,-3-18 7 15,-8-1-37-15,-4 5 99 16,-9 4 77-16,-9 5 30 15,-3 6 58-15,-4 3-52 16,0 0-20-16,0 0 37 16,0 4 33-16,2 4-35 15,0-3-30-15,8-1-5 16,3-4-5-16,9 0-11 16,12 0-6-16,8-4-20 15,7-9-83-15,3-1 57 0,-2 2 27 16,-5 7 25-16,-9 5-6 15,-9 0 5-15,-10 0 1 16,-7 9 22-16,-10 8-14 16,0-2-16-16,-5 6-1 15,-19-7-28-15,-32-5-124 16,6 0-340-16,-4-9-550 0</inkml:trace>
  <inkml:trace contextRef="#ctx0" brushRef="#br0" timeOffset="95767.99">12953 14843 191 0,'0'0'1787'0,"0"0"-1226"0,0 0-373 15,82-121-70-15,-28 97-99 16,10 10-13-16,6 9-6 16,1 5-46-16,12 24-81 15,-18 10-253-15,-19-1-603 0</inkml:trace>
  <inkml:trace contextRef="#ctx0" brushRef="#br0" timeOffset="96293.13">15251 14520 107 0,'0'0'1785'0,"0"0"-1410"16,0 0-228-16,0 0-92 15,0 0-40-15,0 0-15 16,0 0 9-16,-33 106 95 16,6 2 49-16,5 4-86 15,4-13-11-15,5-11-43 16,11-24 0-16,0 2 4 16,2 3-17-16,0-17-7 15,2-11 6-15,13-6-58 16,8-12-30-16,12-11-65 0,-2-7-90 15,-6-5-385-15</inkml:trace>
  <inkml:trace contextRef="#ctx0" brushRef="#br0" timeOffset="96588.75">14885 15132 1815 0,'0'0'516'16,"0"0"-477"-16,0 0-38 15,133-20-2-15,-52 9-8 16,14 1-28-16,1 6-21 16,-3 0-2-16,-11 4 60 15,-14 0 44-15,-22 22 42 0,-24 5-8 16,-15 9 6-16,-7 5 21 16,-13 8-5-16,-14-5-58 15,2-9-14-15,5-9-28 16,7-6 10-16,9-13-18 15,4-5 8-15,0-2-38 16,6 0-53-16,19-22-20 16,15-32-201-16,-3 0-399 15,-2 1-715-15</inkml:trace>
  <inkml:trace contextRef="#ctx0" brushRef="#br0" timeOffset="96856.69">15686 15145 1187 0,'0'0'390'15,"0"0"-97"-15,0 0-46 16,0 0-104-16,-27 113-16 15,27-87-47-15,16-8-25 16,20-4-28-16,10-10-16 0,12-4-11 16,3-4-55-16,1-21-53 15,-4-4-48-15,-12-7-34 16,-7-4-40-16,-18-1-57 16,-9 3 182-16,-12 14 105 15,0 7 357-15,-14 17-168 16,-7 0-23-16,-2 21 13 15,5 11-7-15,5 8-61 16,11 5-23-16,2 1-15 16,2 2-73-16,21-4-18 15,3-3-38-15,8 5-128 16,-7-13-177-16,-12-11-847 0</inkml:trace>
  <inkml:trace contextRef="#ctx0" brushRef="#br0" timeOffset="96962.58">15795 15593 1587 0,'0'0'755'0,"0"0"-755"16,0 0-339-16,0 0 96 15,0 0-565-15</inkml:trace>
  <inkml:trace contextRef="#ctx0" brushRef="#br0" timeOffset="97465.81">17523 14512 1558 0,'0'0'900'16,"0"0"-843"-16,0 0-57 16,-15 128 0-16,-6-19 49 15,1-1 48-15,7-10 10 16,4-13-65-16,7-24-24 0,0 1-9 15,2 3-9 1,0-14-18-16,0-10-94 0,0-10-77 16,-12-8-113-16,-3-14-305 15,-12-9-8-15</inkml:trace>
  <inkml:trace contextRef="#ctx0" brushRef="#br0" timeOffset="97974.96">17026 15194 1659 0,'0'0'564'0,"0"0"-377"15,0 0-91-15,129-61-90 16,-24 40-6-16,29-2-37 16,-5 5 12-16,-15 8-6 15,-23 10 31-15,-35 0 59 16,-12 0 74-16,-9 17-54 16,-27 6-44-16,-8 8 20 15,-29 2 28-15,-16 6-39 0,1-3-20 16,6-10-12-16,9-8-6 15,15-8-6-15,12-6-13 16,2-4-17-16,6 0 24 16,21-14-40-16,9-12-148 15,5-4 3-15,-2-4-31 16,-5 5 57-16,-12 11 165 16,-11 12 63-16,-9 6 85 15,-2 10-124-15,0 21 81 16,0 5 0-16,-4-2-35 15,4-2-16-15,0-5-18 16,6-8-10-16,17-7 28 16,4-8-53-16,4-4 11 15,2 0-12-15,1-21-81 16,-5-13-30-16,0 1-8 16,-5-7-10-16,-1-1 2 0,-4 9 48 15,-5 12 79-15,-5 8 194 16,-3 12-49-16,-1 0-115 15,-2 14-17-15,-1 14-11 16,-2 4 41-16,2 7-43 16,-2-7 0-16,0-4-53 15,0-9-110-15,0-8-131 16,0-7-542-16</inkml:trace>
  <inkml:trace contextRef="#ctx0" brushRef="#br0" timeOffset="98230.19">18174 14614 2163 0,'0'0'664'0,"0"0"-664"16,0 0-34-16,0 0-111 16,22 144-61-16,-37-25-99 15,-27 24-29-15,-10 0-196 16,5-34-82-16,13-39 352 15,15-34 260-15,1-14 680 0,2-4-100 16,5-4-103 0,2-2-221-16,7-6-60 0,2 6-196 15,4-1-27-15,17 3-217 16,7-11-631-16</inkml:trace>
  <inkml:trace contextRef="#ctx0" brushRef="#br0" timeOffset="98705.46">18985 14950 1874 0,'0'0'252'0,"0"0"-228"0,0 0-4 15,0 0 33-15,130 53 41 16,-115-9-3-16,-9 10-10 16,-6 0 87-16,0 3-76 15,-8-3-2-15,-9-4-31 16,-2-9-23-16,3-12-9 16,5-9-26-16,5-8-1 15,6-8 1-15,0-4 7 16,0 0-8-16,0-4 0 15,15-24-7-15,10-12-93 16,6-12-137-16,2-10 47 16,-2-1-136-16,-2 9 172 0,-8 14 154 15,-8 15 265 1,-11 14 70-16,-2 11-123 16,0 0-176-16,-2 23-27 15,-9 12 16-15,2 5 17 0,5 1-5 16,4-2-20-16,0-2-16 15,22-5-1-15,9-6-28 16,14-12-27-16,28-12-75 16,-6-2-147-16,-7 0-390 0</inkml:trace>
  <inkml:trace contextRef="#ctx0" brushRef="#br0" timeOffset="98892.07">19813 15078 1861 0,'0'0'738'0,"0"0"-534"0,0 0-149 16,0 0-13-16,0 0-26 15,0 0-15-15,147 15 24 16,-92-13-25-16,1 4-34 16,-5-2-57-16,-13-4-164 15,-16 2-335-15,-13-2-741 0</inkml:trace>
  <inkml:trace contextRef="#ctx0" brushRef="#br0" timeOffset="99032.17">19688 15221 1699 0,'0'0'562'0,"0"0"-456"0,0 0-20 16,0 0 60-16,0 0-42 15,162 51-104-15,-57-37-73 16,-16-2-184-16,-4-8-574 0</inkml:trace>
  <inkml:trace contextRef="#ctx0" brushRef="#br0" timeOffset="99356.02">20737 14985 1780 0,'0'0'400'0,"0"0"-400"16,0 0 0-16,0 0 58 0,-116 116 105 16,95-67-16-16,7 5 15 15,14-8-79-15,0-2-15 16,20-4-27-16,20-5-15 16,16-14 18-16,10-9-44 15,9-12-18-15,-5-2-15 16,-9-24-37-16,-12-16-26 15,-21-4 13-15,-12-7 83 16,-11-3 19-16,-5 4 41 16,0 5 8-16,-13 6-41 15,-6 15-27-15,-3 14-145 16,5 8-359-16,8 4-475 0</inkml:trace>
  <inkml:trace contextRef="#ctx0" brushRef="#br0" timeOffset="99461.93">21582 15093 2056 0,'0'0'58'15,"0"0"-58"-15</inkml:trace>
  <inkml:trace contextRef="#ctx0" brushRef="#br0" timeOffset="102379.75">15490 15071 781 0,'0'0'366'0,"0"0"-142"0,0 0-89 15,0 0-4-15,0 0-10 16,0 0-67-16,0 0 8 16,0-16-33-16,0 15-13 15,0-2 14-15,2 1 40 16,-2 2 6-16,0 0 30 15,2 0-26-15,-2 0-7 16,0 0-35-16,0 0-11 16,0 0-11-16,0 0-15 15,0 0 1-15,0 0 20 16,0 0-15-16,0 0 13 0,0 0-2 16,0 0-17-1,0 0 1-15,0 5-2 0,0 12 0 16,-7 9 9-16,1 6 27 15,-3 4 10-15,0 3 8 16,2-3-18-16,1 0 7 16,-1-7-37-16,7 3-5 15,0-6-1-15,0-1-51 16,7-5-49-16,13-4-62 16,18-11-175-16,-7-5-265 15,-2 0-360-15</inkml:trace>
  <inkml:trace contextRef="#ctx0" brushRef="#br0" timeOffset="102561.8">15795 14967 1622 0,'0'0'543'16,"0"0"-399"-16,0 0-66 15,0 0-42-15,0 0-35 16,0 0 38-16,-38 102 20 15,25-47-48-15,4 25-11 16,4-17-92-16,3-5-415 0</inkml:trace>
  <inkml:trace contextRef="#ctx0" brushRef="#br0" timeOffset="107789.8">15535 15141 1060 0,'0'0'333'16,"0"0"-171"-16,0 0-17 16,0 0-56-16,0 0 38 15,0 0-1-15,19-29-3 16,-17 24 28-16,1 3-40 15,0-2-32-15,-1-2-26 16,-2 6-47-16,0-2 0 16,0 2 9-16,0 0-3 0,0 0-1 15,0 0-11-15,0 0 0 16,0 0 4-16,0 0-4 16,0 0 0-16,0 0 0 15,0 0 0-15,0 0 11 16,0 0-2-16,0 0-7 15,0 0 26-15,0 0-27 16,0 0 5-16,0 0-6 16,-10 8-18-16,-1 10 18 15,-4 8 12-15,-3 2 12 16,0 8 27-16,1 0-1 16,0-2 10-16,5 3-15 15,3-11-35-15,1 1 8 16,6-8-18-16,2-1 2 15,0-2 11-15,0-6-13 0,5-1 6 16,6 0 2-16,7-1-1 16,0-4-4-16,4-4-3 15,-2 0-20-15,2 0 19 16,-3 0-37-16,0-4-10 16,1-13-37-16,1-6-67 15,3-9-41-15,0-4-143 16,14-26-170-16,-6 7 149 15,-6 8-738-15</inkml:trace>
  <inkml:trace contextRef="#ctx0" brushRef="#br0" timeOffset="107923.43">15867 15013 578 0,'0'0'754'0,"0"0"-245"15,0 0-135-15,0 0-149 16,0 0-105-16,0 0-78 16,0 0-41-16,-18 42 30 15,-3 4-10-15,-2 7-6 16,-2 5-15-16,-6 14-115 15,6-14-252-15,5-17-1138 0</inkml:trace>
  <inkml:trace contextRef="#ctx0" brushRef="#br0" timeOffset="123688.49">13064 11575 808 0,'0'0'189'16,"0"0"-133"-16,0 0 154 16,0 0-95-16,0 0 49 15,0 0-13-15,-33-20-104 16,33 17 51-16,-2 3-98 16,0-2 9-16,2 2 52 15,-3-2-48-15,3 2-13 16,0 0 34-16,0 0-24 15,0 0-20-15,0 0 1 0,0 0-79 16,0 0 75-16,0 0-26 16,0 0 39-16,0 0 7 15,0 0 2-15,0 0 96 16,0 0-45-16,0 0-6 16,0 0 130-16,0 0-105 15,0 0-7-15,0 0-29 16,0 0-23-16,0 0 44 15,0 0-64-15,0 0 0 16,0 0 61-16,0 0-55 16,0 0 25-16,0 0-23 15,0 0 35-15,3 0-19 16,5 0-24-16,10 7 0 0,9 0 3 16,11 3-2-1,7-4-1-15,6-2 0 0,7-4 11 16,4 0-46-16,3 0 35 15,4-7-10-15,2-4-16 16,6 2 34-16,2 6-16 16,2 3 6-16,-4 0-19 15,-7 16-24-15,-12 8 45 16,-12 5-12-16,-10-3-9 16,-9-2 39-16,-7-5-18 15,-3-2 0-15,4-7 15 16,4-2 62-16,6-4-77 15,11-4-22-15,5 0-19 16,5-4-186-16,2-13-24 0,-2-1 39 16,-5 0 161-16,-9 6 51 15,-13 4 71-15,-10 6 51 16,-3 2 31-16,-4 0-42 16,3 12 81-16,5 8-85 15,1 5-78-15,4 3 148 16,6-2-171-16,4-2 10 15,13-2 43-15,10-6-52 16,12-6 33-16,15-4-40 16,8-5-28-16,7 2-24 15,2 0 52-15,-3 4-8 16,-5 3-5-16,-6 6 26 16,-5 2 4-16,-6 0-17 0,1-3 0 15,2-1 18 1,4-3-18-16,5-2-35 15,-1-8-98-15,3-1-109 16,18 0 11-16,-21 0-110 0,-14 0-449 0</inkml:trace>
  <inkml:trace contextRef="#ctx0" brushRef="#br0" timeOffset="124786.8">14746 12011 1844 0,'0'0'469'0,"0"0"-385"15,0 0-42-15,0 0-32 16,0 0 84-16,0 0-60 15,0 0-13-15,2 14 64 16,2 16-50-16,0 7 77 16,1 7-21-16,-3 6-85 15,2-1 72-15,-1 0-78 16,-3-3 0-16,0-4 3 16,0-5-3-16,0-5 0 0,0-6-1 15,0-1-119 1,0 8 24-16,0-10-236 0,-9-5-497 15</inkml:trace>
  <inkml:trace contextRef="#ctx0" brushRef="#br0" timeOffset="125021.35">14500 12476 978 0,'0'0'1214'0,"0"0"-889"16,0 0-325-16,0 0 1 15,0 0 127-15,0 0-31 16,0 0 2-16,59 117-47 16,-26-91-22-16,13-8 58 15,10-6-76-15,11-10-12 0,3-2 25 16,-4-9-25-16,-6-14-13 16,-7-3-48-16,-6-17-227 15,-13 8 17-15,-12 5-795 0</inkml:trace>
  <inkml:trace contextRef="#ctx0" brushRef="#br0" timeOffset="125380.33">15377 12583 1490 0,'0'0'505'15,"0"0"-235"-15,-85 117-30 16,42-56-92-16,-1 6 61 16,4 1-181-16,3-5-12 15,6-5-16-15,10-7-16 16,5-13 0-16,7-11-172 0,-3-22-168 16,4-5-40-16,-1-2-297 15</inkml:trace>
  <inkml:trace contextRef="#ctx0" brushRef="#br0" timeOffset="125992.98">15026 12865 1809 0,'0'0'644'16,"0"0"-486"-16,0 0-125 15,0 0-8-15,0 0 132 16,0 0-115-16,134 119-42 16,-87-91 51-16,2-6-44 15,4-8-11-15,-1-10 4 16,-8-4-154-16,-8-2 144 15,-12-19-151-15,-10-11 19 0,-14-1-43 16,0-1-14-16,-11 5 174 16,-9 9 25-16,1 11 1 15,4 9 165-15,4 0-110 16,6 19 17-16,5 6 83 16,0-2-72-16,16 0 6 15,9-3-90-15,8-6 16 16,3-6-13-16,2-8-3 15,-1 0-43-15,2-7 22 16,-4-10-6-16,-8-4 21 16,-5 6 12-16,-8 5-3 15,-10 3 163-15,-4 7-138 16,0 0-15-16,0 14 19 0,-9 9-17 16,0 1 98-1,-2-3-113-15,4-1 11 0,5-11-5 16,2-7-6-16,0-2-3 15,0 0-11-15,20-11 1 16,11-12-19-16,3-5 23 16,2 0 5-16,-5 1-29 15,-10 12 66-15,-9 7-32 16,-7 5 7-16,-5 3 31 16,0 0-12-16,0 11-27 15,0 1 0-15,-5-2 33 16,5-6-33-16,0-4 0 15,0 0 0-15,13 0 0 16,16-7-57-16,12-7 57 0,5-2-54 16,2 5 41-16,-9 8-27 15,-7 3-7-15,-12 14-42 16,-20 40-186-16,0-1 70 16,-10-7-798-16</inkml:trace>
  <inkml:trace contextRef="#ctx0" brushRef="#br0" timeOffset="126991.71">16883 12434 803 0,'0'0'960'0,"0"0"-712"16,0 0-160-16,0 0-87 15,0 0 179-15,-36 173 54 0,5-47-55 16,2-1 8-16,7-24-129 15,9-31-4-15,8-27-54 16,5 1 30-16,0-4-12 16,0-5-18-16,9-16-24 15,16-15 4-15,8-4 13 16,11-16-8-16,6-23-33 16,1-10-164-16,-9-1 131 15,-13 4-81-15,-16 16 162 16,-13 17 52-16,-6 13-46 15,-30 11 54-15,-8 24 5 16,-3 8-35-16,5 1 143 16,13-3-173-16,11-7 0 0,13-8 0 15,5-9-46-15,21-7 45 16,18-8-87-16,11-2-113 16,7-13 51-16,-1-19-227 15,-2-5 36-15,-15 1 163 16,-7 9 178-16,-16 10 289 15,-12 15-106-15,-4 2-102 16,0 19 109-16,-2 10 13 16,-5 7-50-16,7-1-51 15,0-7-83-15,0-5 53 16,9-7-72-16,11-4 0 16,2-9-26-16,5-3 26 15,2 0-61-15,0-17-22 16,2-8-133-16,-4-4 58 0,0 1-117 15,-7 3 97 1,-5 6 178-16,-5 13 0 16,-8 6 85-16,-2 8-15 0,0 21 9 15,0 5 77-15,0 2-156 16,0 1-19-16,0-8-59 16,0-13-410-16</inkml:trace>
  <inkml:trace contextRef="#ctx0" brushRef="#br0" timeOffset="127126.9">17416 12695 2218 0,'0'0'412'0,"0"0"-412"16,0 0-251-16,13 137-246 15</inkml:trace>
  <inkml:trace contextRef="#ctx0" brushRef="#br0" timeOffset="127220.83">17255 13525 1491 0,'0'0'19'0,"0"0"-19"0</inkml:trace>
  <inkml:trace contextRef="#ctx0" brushRef="#br0" timeOffset="127622.1">18482 12814 2314 0,'0'0'288'16,"0"0"-237"-16,0 0-51 16,-164 51 50-16,95-11-14 15,7 6 130-15,10-1-156 16,15-5 16-16,14-6-26 15,15-6 33-15,8-5-38 16,2-8 5-16,25-6-28 16,6-9-7-16,10 0-5 15,3-19-114-15,4-17 2 0,-6-6-47 16,-3-2 185-16,-12 11-93 16,-10 10 107-16,-7 19 169 15,-8 4-138-15,-4 32 14 16,0 18 154-16,0 13-144 15,-16 2 121-15,-11 3-141 16,-8-6-7-16,-5-7 60 16,-7-7-88-16,-2-12 36 15,2-9-36-15,5-6 24 16,11-11-88-16,10-10 25 16,13-19-200-16,8-10-257 0</inkml:trace>
  <inkml:trace contextRef="#ctx0" brushRef="#br0" timeOffset="127856.4">18920 12441 1542 0,'0'0'299'16,"0"0"-276"-16,0 0 234 15,-71 150-25-15,38-76-11 16,2 8-18-16,4-1-151 16,4-1 21-16,8-4-73 15,3-8-96-15,12 1 2 16,0-22-438-16,14-19-534 0</inkml:trace>
  <inkml:trace contextRef="#ctx0" brushRef="#br0" timeOffset="128202.74">19194 12441 948 0,'0'0'281'0,"0"0"80"15,0 0 4-15,-37 118 11 16,16-55-34-16,4 6-154 15,1 1-33-15,3-6-100 0,1-3-29 16,6-11 52-16,4-10-78 16,0-10 0-16,2-12-27 15,0-13 46-15,0-5-40 16,10 0 15-16,17-17-39 16,12-13 18-16,3-1-116 15,-2 3-81-15,-7 13 169 16,-10 11 55-16,-12 4 16 15,-6 12-16-15,-5 18 8 16,0 9-4-16,-34 19-4 16,3-9-339-16,2-13-1366 0</inkml:trace>
  <inkml:trace contextRef="#ctx0" brushRef="#br0" timeOffset="128849.73">20294 12453 846 0,'0'0'983'0,"0"0"-916"15,0 0-67-15,0 0 78 16,0 0 67-16,0 0 228 16,-9 138-145-16,-7-72-125 15,-2 6 88-15,1 6-189 16,-3-2 17-16,4-1-11 15,5-7 26-15,4-10-67 16,7-12 33-16,0-17-133 0,0-12 79 16,23-17-173-1,23-34 13-15,-4-19-289 0,-1-12-1287 0</inkml:trace>
  <inkml:trace contextRef="#ctx0" brushRef="#br0" timeOffset="129186.12">20472 12747 1711 0,'0'0'658'15,"0"0"-435"-15,0 0-186 16,-113 107 11-16,76-65 78 16,16-2-70-16,9-5-12 15,12 0-44-15,7-5 44 16,27-4-22-16,10-10-22 16,10-7-45-16,4-9 39 15,0-9-55-15,-2-23 12 16,-8-8-111-16,-13-7-112 0,-12 1 141 15,-19 11-38-15,-4 11 169 16,-27 17 58-16,-10 7 11 16,-3 15 143-16,5 14-101 15,10 7-65-15,13 3 118 16,12-3-143-16,3 0 0 16,28-4 45-16,16-4-65 15,13-10-2-15,9-8-10 16,9-10-122-16,1-2 71 15,-4-24-220-15,8-34-76 16,-21 4-280-16,-16 1-650 0</inkml:trace>
  <inkml:trace contextRef="#ctx0" brushRef="#br0" timeOffset="129402.04">21223 12814 859 0,'0'0'1032'0,"0"0"-712"16,0 0-218-16,0 0-59 16,0 0 76-16,0 0 71 15,-33 148-72-15,22-86-51 16,-1 6 84-16,4 8-124 15,-1 5 9-15,-1 1-36 16,4-6 37-16,-1-7-19 16,5-14-18-16,0-13 0 15,2-15-25-15,0-13 25 16,-2-13-6-16,2-1-8 16,-2-11 10-16,0-32-51 15,2-35-104-15,15-66-169 0,14 13-169 16,8 1-659-16</inkml:trace>
  <inkml:trace contextRef="#ctx0" brushRef="#br0" timeOffset="129533.9">21422 12714 2004 0,'13'-11'723'0,"3"8"-555"0,1 0-51 15,-1 3-103-15,-7 3 15 16,-7 23-29-16,-2 11 17 16,-8 14-14-16,-30 9-3 15,-12 7-55-15,-39 18-25 16,14-17-305-16,5-17-765 0</inkml:trace>
  <inkml:trace contextRef="#ctx0" brushRef="#br0" timeOffset="129643.25">20746 13399 2126 0,'0'0'702'16,"0"0"-702"-16,0 0-294 15,0 0 24-15,0 0-634 0</inkml:trace>
  <inkml:trace contextRef="#ctx0" brushRef="#br0" timeOffset="131175.47">22267 12529 504 0,'0'0'1207'16,"0"0"-1025"-16,0 0-149 15,0 0 19-15,0 0 42 16,0 0 82-16,0 0-116 15,0-37-51-15,0 37 67 16,0 0-76-16,0 0 0 16,0 0 20-16,0 0-14 15,0 19 33-15,0 11-39 16,-12 10 0-16,-1 8 159 16,-3 6-152-16,1-2 53 0,1-3-9 15,1 2-39-15,1-3 41 16,4 3-53-16,-5 11-120 15,1-12-41 1,4-14-602-16</inkml:trace>
  <inkml:trace contextRef="#ctx0" brushRef="#br0" timeOffset="131295.81">22050 13184 2078 0,'0'0'312'16,"0"0"-312"-16,0 0-208 15,0 0-71-15,0 0-731 0</inkml:trace>
  <inkml:trace contextRef="#ctx0" brushRef="#br0" timeOffset="131552.64">22822 12342 1122 0,'0'0'691'15,"0"0"-598"-15,0 0-36 16,0 0 47-16,0 0 210 16,-25 102-133-16,5-45-131 15,-2 11 94-15,-5 5-144 16,3 8 0-16,-3 3-31 0,-7 14-210 15,7-19-246-15,5-20-854 16</inkml:trace>
  <inkml:trace contextRef="#ctx0" brushRef="#br0" timeOffset="131664.62">22529 13232 811 0,'0'0'1445'0,"0"0"-1236"15,0 0-209-15,0 0-73 16,0 0-76-16,0 0-217 15,0 0-492-15</inkml:trace>
  <inkml:trace contextRef="#ctx0" brushRef="#br0" timeOffset="131905.34">23339 12340 1980 0,'0'0'348'0,"0"0"-293"15,0 0-27-15,0 0 64 16,0 0-92-16,0 0 0 16,0 0 123-16,-45 163-79 15,7-47-15-15,-10 26-29 0,7-17-239 16,8-31-260-16</inkml:trace>
  <inkml:trace contextRef="#ctx0" brushRef="#br0" timeOffset="132002.22">23040 13375 2356 0,'0'0'536'0,"0"0"-536"16,0 0-124-16,0 0-190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0-19T10:05:57.34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1586 1219 947 0,'0'0'389'0,"0"0"-181"0,0 0-60 16,0 0-5-16,0 0 10 16,0 0-29-16,-2 2-29 15,0-2-44-15,0 0-50 16,0 0 17-16,0 0-18 16,-3 0 0-16,3 2-12 15,2-2 19-15,-2 3-7 16,2-3 19-16,0 0 10 15,0 3 27-15,0-3-10 16,0 0-45-16,0 0 57 0,0 0-36 16,0 0 33-1,0 0 31-15,0 0-69 0,0 0 26 16,-2 0-33-16,2 2 2 16,0 6 11-16,-5 8-23 15,0 13 0-15,-3 17 31 16,-3 29-16-16,-5 34 24 15,3-3-5-15,1-7-16 16,1-17 10-16,5-23-22 16,1 4 9-16,0-5-15 15,5-14 9-15,0-16-18 16,0-10 9-16,0-9-3 16,0-8-9-16,0-1 12 15,0-1 0-15,0-24 2 16,10-13-2-16,3-12-14 0,5-4-38 15,1-3 32-15,4 11 1 16,-3 11 29-16,0 11-20 16,-2 16 10-16,-2 8-6 15,-1 3-8-15,-2 26 5 16,-5 10 9-16,-8 10 35 16,0 5-11-16,-10 2 7 15,-14 0-18-15,-7-2-12 16,-5-7 16-16,0-8-17 15,3-9-75-15,8-23-102 16,10-7-91-16,8-7-239 0</inkml:trace>
  <inkml:trace contextRef="#ctx0" brushRef="#br0" timeOffset="168.09">1834 1578 557 0,'0'0'1658'0,"0"0"-1427"16,0 0-149-16,0 0-11 15,76 158-11-15,-76-57 10 16,-25 25-3-16,-28 22-54 16,-6-13 1-16,11-30-28 15,-1-18-127-15,20-41-366 16,4-12-787-16</inkml:trace>
  <inkml:trace contextRef="#ctx0" brushRef="#br0" timeOffset="1195.76">2460 2191 1448 0,'0'0'745'15,"0"0"-588"-15,0 0 4 16,0 0-34-16,0 0-51 16,0 0-5-16,0 0-9 15,56-58-22-15,-12 17-40 16,6-10-54-16,1-7 42 15,-4 0-57-15,-6-3-10 16,-13 6 17-16,-10 2-1 16,-10 11 45-16,-5 10 0 15,-3 12 18-15,0 10 76 16,0 8-47-16,0 2-10 0,-7 16-19 16,-2 28 0-1,-1 35 12-15,4 39 38 0,4 32 6 16,0 8 26-16,2-25-48 15,-4-39 8-15,-3-38-18 16,-1-8-6-16,-4 3 12 16,-3-2-30-16,-6 4 0 15,-1-14 19-15,-2-8-19 16,-1-9 0-16,5-12 0 16,2-8 0-16,5-2-6 15,4-26-5-15,9-20-55 16,0-17 32-16,29-8-27 15,15-10 23-15,14-5-20 16,7-4-58-16,7-3 48 0,-5 1-20 16,-3 2 55-16,-10 4 21 15,-12 8 24-15,-11 10-7 16,-11 12 5-16,-9 13 18 16,-7 14 50-16,-4 14 32 15,0 15-25-15,-12 2-42 16,-18 39-42-16,-7 17 14 15,-2 20-6-15,8 12 15 16,12 0 18-16,13-6-36 16,6-11-6-16,12-13 0 15,17-14-39-15,9-16 6 16,4-14-53-16,5-16-65 16,11-20-40-16,-12-20-404 0,-11-9-919 15</inkml:trace>
  <inkml:trace contextRef="#ctx0" brushRef="#br0" timeOffset="1532.05">3272 1910 1687 0,'0'0'556'0,"0"0"-521"15,0 0 32-15,0 0 2 16,0 0-18-16,78 143 106 16,-73-89-31-16,-5 1-47 15,0-2-22-15,-8-4-56 16,-5-11 24-16,2-10-25 15,2-12 1-15,7-11-6 16,2-5 5-16,0-3-15 0,0-31-10 16,16-21-181-16,3-13-64 15,-3-2 12-15,0 6 87 16,-9 16 171-16,-5 27 139 16,-2 18-3-16,0 6-86 15,0 32 49-15,0 13 63 16,0 4-64-16,2 2-47 15,22-7-12-15,8-10-39 16,6-9-22-16,4-12-69 16,1-16-16-16,-3-12-73 15,-9-20-185-15,-16-3-445 0</inkml:trace>
  <inkml:trace contextRef="#ctx0" brushRef="#br0" timeOffset="1699.27">3615 1652 1655 0,'0'0'647'0,"0"0"-522"16,0 0-8-16,100 106-59 16,-73-38 5-16,-9 27-2 15,-16 23-19-15,-2-9-10 16,0-11-32-16,-22-16-36 16,-7-6-111-16,2-10-164 15,5-13-315-15</inkml:trace>
  <inkml:trace contextRef="#ctx0" brushRef="#br0" timeOffset="2065.99">4206 2083 1955 0,'0'0'583'0,"0"0"-412"15,0 0 6-15,0 0-86 0,0 0-33 16,0 0 32-16,0 0-83 16,55 0 2-16,-16 0-9 15,3 0 0 1,-5 0-1-16,-5 6-116 0,-30 18-61 16,-2-4-200-16,-9 0-518 0</inkml:trace>
  <inkml:trace contextRef="#ctx0" brushRef="#br0" timeOffset="2180.37">4161 2328 1971 0,'0'0'612'16,"0"0"-512"-16,0 0-75 15,0 0-13-15,154 18-12 0,-63-18-68 16,-14 0-215-16,-15 0-1227 0</inkml:trace>
  <inkml:trace contextRef="#ctx0" brushRef="#br0" timeOffset="3190.34">5316 1229 1468 0,'0'0'528'16,"0"0"-346"-16,0 0 16 0,0 0-95 15,0 0-51-15,0 0 58 16,-125-10-28-16,90 26-40 15,4 8 10-15,4 10-37 16,8 10-9-16,13 12 18 16,6 9-5-16,4 7 23 15,19 4-21-15,6 3-14 16,2 4 29-16,-6 0-30 0,-8-4-4 16,-10 4 13-16,-7-1-9 15,-5 0 29-15,-24-2-35 16,-9-1 9-16,-4-9 3 15,-3-12-12-15,8-14-19 16,6-13-12-16,13-14-38 16,11-9-31-16,7-8-97 15,9 0-7-15,20 0 19 16,5 0-4-16,-1 0 180 16,-4 23 9-16,-9 14 134 15,-15 33 30-15,-5 37-9 16,-32 30-12-16,-4-6-5 15,1-24-63-15,12-33-6 0,15-28-9 16,5 5-29 0,3 0 3-16,3-2-34 0,21-11-34 15,7-14 19-15,9-12-57 16,8-12-74-16,25-16-110 16,-9-21-99-16,-6-4-567 0</inkml:trace>
  <inkml:trace contextRef="#ctx0" brushRef="#br0" timeOffset="7043.99">5978 1393 1435 0,'0'0'616'16,"0"0"-439"-16,0 0-23 15,0 0-58-15,0 0 22 16,0 0 5-16,0 0-42 16,-8 0-23-16,8 0-38 0,-3-10-7 15,3-10 8-15,0-4-21 16,0-5-28-16,13-2 28 16,8 4-55-1,-2 4 22-15,-1 11 9 0,-7 6 14 16,-7 6 10-16,-4 2-37 15,0 26 37-15,-21 12 7 16,-22 14 31-16,-15 6 21 16,-11 3-48-16,-2-5-11 15,4-14 23-15,9-14-16 16,13-14-1-16,12-9 12 16,10-7-17-16,17-9-1 15,6-19-18-15,18-6-48 0,22-4 11 16,9 8 18-16,9 12 25 15,-1 15 6-15,-1 3 6 16,-4 27 9-16,-10 9-9 16,-1 5-1-16,-4 0-24 15,17-1-78-15,-10-12-150 16,-6-16-518-16</inkml:trace>
  <inkml:trace contextRef="#ctx0" brushRef="#br0" timeOffset="7379.41">6246 1356 506 0,'0'0'1568'0,"0"0"-1264"0,0 0-243 15,0 0-30 1,0 0 6-16,0 0 12 0,0 0 55 16,89 114-40-16,-87-68-3 15,-2 0-5-15,0-4-44 16,0-8 9-16,0-10-21 15,-2-8-8-15,2-9-7 16,0-7-50-16,0-3-2 16,2-27 57-16,9-16-135 15,-2-8-46-15,-4-1 93 16,-3 9 98-16,-2 21 178 16,0 13 51-16,0 12-144 15,-2 5-40-15,-3 24-35 16,5 8 41-16,0 10-26 0,18 2-17 15,22 2-8-15,34-1-93 16,-8-13-181-16,-3-20-378 0</inkml:trace>
  <inkml:trace contextRef="#ctx0" brushRef="#br0" timeOffset="7616.33">6959 1511 1505 0,'0'0'873'0,"0"0"-640"16,0 0-191-16,0 0-20 16,0 0 14-1,163 3-35-15,-108-3-1 16,1-5-21-16,-7-5-172 0,-7-13-82 15,-13 0-119-15,-15 0-726 0</inkml:trace>
  <inkml:trace contextRef="#ctx0" brushRef="#br0" timeOffset="7749.22">7191 1273 1802 0,'0'0'667'0,"0"0"-606"15,0 0 39-15,-31 132 12 16,24-70-74-16,0 6 3 15,5 5-41-15,-5 25-43 16,3-15-258-16,0-21-772 0</inkml:trace>
  <inkml:trace contextRef="#ctx0" brushRef="#br0" timeOffset="11413.08">7884 1439 816 0,'0'0'487'0,"0"0"-330"16,0 0-80-1,0 0-13-15,0 0 13 0,0 0 27 16,0 0-12-16,113-68-39 15,-88 60 13-15,-5 3 17 16,-5 5 39-16,-3 0 0 16,-7 3-72-16,-3 21 18 15,-2 12 47-15,0 8 2 0,-9 7 2 16,-9 2-62 0,1-4-28-16,-2-1 17 0,3-8-39 15,3-8 5-15,5-7-6 16,6-11-6-16,2-9 0 15,0-5-10-15,0 0-38 16,12-16 35-16,15-19-59 16,9-18-129-16,4-12-154 15,-4-2 2-15,-7 5 139 16,-12 12 186-16,-10 16 28 16,-7 19 237-16,0 13-4 15,-20 2-31-15,-2 22-63 16,1 12 20-16,9 7-5 15,9 2-79-15,3 0-28 16,21-1-18-16,19-6-23 16,11-6-12-16,6-8-11 15,15-13-129-15,-16-8-104 0,-14-1-383 0</inkml:trace>
  <inkml:trace contextRef="#ctx0" brushRef="#br0" timeOffset="11846.34">8410 1064 1681 0,'0'0'551'0,"0"0"-390"16,0 0-33-16,0 0-9 15,0 0-55-15,0 0-15 16,0 0-40-16,0-39-9 16,0 24-8-16,13 3-11 15,1 0 19-15,1 7 10 16,-1 3-9-16,-5 2-1 15,-3 4 6-15,-6 19-4 0,0 12 39 16,-4 7 6-16,-14-1-17 16,-2 2 20-16,7-9-49 15,6-6 8-15,7-5-9 16,0-8 1-16,16-1-2 16,8-4-47-16,5-2-31 15,3-6-54-15,5-2-47 16,-8 0-287-16,-4-3-513 0</inkml:trace>
  <inkml:trace contextRef="#ctx0" brushRef="#br0" timeOffset="11999.93">8611 1616 1993 0,'0'0'281'16,"0"0"-240"-16,0 0-39 15,0 0-4-15,0 0-109 16,0 0-212-16</inkml:trace>
  <inkml:trace contextRef="#ctx0" brushRef="#br0" timeOffset="13513.31">9215 1238 796 0,'0'0'275'16,"0"0"-123"-16,0 0-103 16,0 0 49-16,0 0 64 15,0 0-21-15,0 0-27 16,0 0 9-16,0 0-27 16,0 0 45-16,0-3-82 15,0-3-32-15,0 0-18 16,0 2-8-16,2 0 21 0,-2 4-10 15,0 0 1 1,0 0 10-16,0 0 17 0,0 0 6 16,0 0-15-16,0 0-25 15,0 0 4-15,0 0-10 16,0 0 0-16,0 0-9 16,0 0 9-16,0 0 0 15,0 0 0-15,0 0 0 16,0 0 12-16,0 0-12 15,0 0 1-15,0 0 27 16,0 0-13-16,0-2 22 16,3-6 20-16,-1 0-11 15,-2 0-13-15,0-1-20 16,0 4 11-16,-5 5 3 16,-13 0-18-16,-7 0-9 0,-1 8-9 15,-1 15 9-15,3 10 40 16,6 9-28-16,7 7 22 15,11 4 7-15,0 3-4 16,2 1-4-16,11-5-18 16,1-4-14-16,-8-5 35 15,-6-2-36-15,0-1 0 16,-13-4 22-16,-13-1-16 16,-6-10-6-16,-2-6 0 15,5-12 0-15,5-7-21 16,10-5 21-16,12-27-32 15,2-15-99-15,27-9-57 0,20 0 76 16,6 6 28-16,7 11 20 16,1 12 52-16,-5 13 16 15,-9 7-4-15,-7 7 91 16,-11 0-12-16,-9 11 5 16,-7 11-37-16,-4 5-21 15,-7 0 28-15,-2 1-28 16,0-4 0-16,0-8-26 15,0-7-5-15,0-8 4 16,0-1-32-16,11-6-22 16,7-18-26-16,6-7-182 0,5-2-22 15,1 3 180 1,-6 10 105-16,-7 13 64 0,-5 7-11 16,-7 15 52-1,-5 16 63-15,0 8-44 16,0 1 7-16,-11-3-38 15,-1-5-40-15,6-11-11 0,1-11-42 16,5-7 0-16,0-3 15 16,0-5-14-16,9-19-1 15,18-13-126-15,8-9-73 16,6 3 147-16,-1 4 8 16,-3 14 44-16,-5 11 25 15,-10 14 15-15,-7 0 1 16,-3 20-6-16,-5 11 2 15,-5 8 19-15,-2 5-56 0,2-4-32 16,18-8-110-16,1-10-375 16,2-17-732-16</inkml:trace>
  <inkml:trace contextRef="#ctx0" brushRef="#br0" timeOffset="13780.22">10285 1002 1416 0,'0'0'271'16,"0"0"-141"0,0 0 49-16,-127 85 44 15,84-1 26-15,10 4-39 0,10 11-79 16,10 5-28-16,13-16-88 15,0 6-2-15,9-7-13 16,16-16-16-16,6-13 4 16,23-13-107-16,-10-18-145 15,-3-18-357-15</inkml:trace>
  <inkml:trace contextRef="#ctx0" brushRef="#br0" timeOffset="14197.07">10751 1209 1060 0,'0'0'540'0,"0"0"-480"15,0 0-20-15,0 0 18 16,0 0-16-16,74-126-7 16,-64 94 50-16,1-1-63 0,-3 3-13 15,-4 4 26 1,-2 8 140-16,0 6 38 0,-2 6-23 15,2 4-78-15,-2 2-44 16,0 0-68-16,0 11-21 16,3 23 2-16,-1 7 19 15,-2 15 0-15,0 9 0 16,0 3-13-16,0 0-75 16,0 7-138-16,-5-19-315 15,-1-16-804-15</inkml:trace>
  <inkml:trace contextRef="#ctx0" brushRef="#br0" timeOffset="14385.39">10408 1470 1998 0,'0'0'389'16,"0"0"-259"-1,0 0-12-15,126 0-59 0,-38-7 18 16,30 0-13-16,0-1-46 15,-11-1-18-15,-14 5-56 16,-8-5-189-16,-11-1-315 16,-12-1-1003-16</inkml:trace>
  <inkml:trace contextRef="#ctx0" brushRef="#br0" timeOffset="14916.13">10702 1755 1237 0,'0'0'401'16,"0"0"-296"-16,0 0-35 16,0 0 95-16,0 0 47 0,0 0-30 15,0 0-93-15,115-61-67 16,-103 81 5-16,-8 14-20 16,-4 9 60-16,0 6 63 15,-10 6-44-15,-13-1-14 16,3-4-21-16,2-8-36 15,4-10 4-15,8-13-19 16,6-10-15-16,0-6 0 16,0-3-19-16,9-12 13 15,11-23-27-15,3-13-153 16,0-8 5-16,-2-4-59 16,-5 7 186-16,-6 15 69 15,-5 16 179-15,-5 17 6 16,0 5-87-16,0 5-50 15,0 25 28-15,-2 7 7 0,2 5-28 16,0 1-20-16,8-2-35 16,17-5-45-16,2-11-89 15,19-16-87-15,-7-9-122 16,-6 0-599-16</inkml:trace>
  <inkml:trace contextRef="#ctx0" brushRef="#br0" timeOffset="15352.34">11091 1659 182 0,'0'0'1084'15,"0"0"-778"-15,0 0-171 16,0 0-72-16,0 0 78 16,0 0-1-16,0 0 0 15,-13 0-43-15,13 0-58 16,0 0 10-16,0 0 4 16,0 0 11-16,0 0-4 15,0 0-60-15,3 0 0 16,1 0-4-16,2 0 5 0,0 0-1 15,-4 0 0-15,-2 0 0 16,0 5 5-16,0 11 5 16,0 6 2-16,-8 9 66 15,-2-1-54-15,3-1 8 16,5-5-15-16,2-3-7 16,2-9 17-16,25-5-20 15,11-7-7-15,13 0-22 16,25-19-157-16,-12-12-131 15,-10-2-578-15</inkml:trace>
  <inkml:trace contextRef="#ctx0" brushRef="#br0" timeOffset="15602.78">11685 1030 2112 0,'0'0'660'15,"0"0"-579"-15,0 0-81 16,0 0 7-16,135 147 17 16,-110-55 3-16,-13 30 0 15,-12 30-12-15,-10 10-15 16,-30-20-79-16,7-45-186 15,2-42-377-15</inkml:trace>
  <inkml:trace contextRef="#ctx0" brushRef="#br0" timeOffset="19265.09">12380 1719 1759 0,'0'0'567'16,"0"0"-437"-16,0 0-81 0,0 0 47 15,0 0-3-15,0 0-16 16,0 0-10-1,0 5-52-15,0-5-3 0,0 0 31 16,0 0 24-16,0 0 24 16,0 0-37-16,0 0-33 15,0 0 34-15,0 0-55 16,0 0-6-16,0 2 0 16,3 8-23-16,1 10 17 15,2 8 6-15,-1 11 6 16,-5 7-3-16,0 2 3 15,0 0 0-15,-7 0-26 16,-6-1-38-16,-3 0-81 0,3-9-314 16,7-16-631-16</inkml:trace>
  <inkml:trace contextRef="#ctx0" brushRef="#br0" timeOffset="19684.7">12735 1506 1560 0,'0'0'374'0,"0"0"-145"16,0 0-21-16,0 0-61 16,0 0-5-16,113 24-59 0,-106 6-20 15,-2 8 19 1,-5 6-57-16,0-1 10 0,-2 1-19 15,-10-10-8-15,1-8 2 16,5-10-10-16,0-7-13 16,4-9 13-16,2 0-48 15,0-1 36-15,0-28-7 16,16-15-214-16,11-11 6 16,2-3-43-16,-2 7 122 15,-5 10 148-15,-8 17 28 16,-10 15 163-16,-4 9-25 15,0 0-98-15,-7 28 33 16,-7 11 33-16,4 10-22 16,8 4-44-16,2-2-52 0,4-5-16 15,23-5-2-15,10-12-86 16,38-12-31-16,-11-12-101 16,-4-5-387-16</inkml:trace>
  <inkml:trace contextRef="#ctx0" brushRef="#br0" timeOffset="19945.48">13446 1562 620 0,'0'0'1133'0,"0"0"-777"15,0 0-136-15,0 0-82 0,0 0 24 16,0 0-71-16,0 0-5 16,100 18-2-16,-51-14-84 15,3 0-18-15,-4-4-10 16,-3 0-99-16,-9 0-55 16,-9 0-313-16,-16 0-399 0</inkml:trace>
  <inkml:trace contextRef="#ctx0" brushRef="#br0" timeOffset="20097.07">13492 1671 1305 0,'0'0'385'16,"0"0"-212"-16,0 0 104 0,0 0-85 16,128 11-112-16,-75-11-15 15,3 0-65-15,20 0-124 16,-14 0-147-1,-8-4-507-15</inkml:trace>
  <inkml:trace contextRef="#ctx0" brushRef="#br0" timeOffset="20385.34">13722 1369 1152 0,'0'0'1040'16,"0"0"-815"-16,0 0-136 16,0 0-25-16,0 0-63 15,0 0 99-15,-42 130 0 16,22-60-57-16,-1 9-19 15,2 2-24-15,1-5-49 16,9 0-61-16,3-20-137 16,6-22-444-16</inkml:trace>
  <inkml:trace contextRef="#ctx0" brushRef="#br0" timeOffset="20705.16">14260 1402 1883 0,'0'0'301'0,"0"0"-241"16,0 0 94-16,-79 146 38 16,77-98-57-16,2 0-23 15,31-2-57-15,27-3-49 16,15-12 39-16,17-13-45 15,3-18 0-15,0-2-31 16,-12-26-18-16,-18-12 11 0,-18-6-47 16,-26 0 12-16,-19-5 73 15,0 5 43-15,-31 3 42 16,-11 4-29-16,-10 10-26 16,-8 6-30-16,-31 11-86 15,13 8-256-15,12 4-818 0</inkml:trace>
  <inkml:trace contextRef="#ctx0" brushRef="#br0" timeOffset="27394.02">5785 3069 939 0,'0'0'524'0,"0"0"-377"0,0 0-1 15,0 0-77-15,0 0-21 16,0 0 44-16,0-62-43 16,0 52-23-16,0 5-3 15,0-3-23-15,0 4 77 16,-4-2 25-16,2 2-24 16,0 1 45-16,-2-1-78 15,2 0-17-15,-3 1 9 16,1-2 2-16,0 2-5 15,-4-1-34-15,0 1 7 16,-5 1 7-16,-6 2-8 16,-5 0-6-16,-3 12 7 15,-4 14-6-15,-3 11 36 0,3 11-25 16,4 8 2 0,10 2 48-16,7 3-35 0,10-6 15 15,0-5-13-15,17-3-18 16,14-6 28-16,11-9-39 15,5-9 0-15,9-9 18 16,4-8-8-16,7-6-19 16,2-10 9-16,-3-20-15 15,-2-10 8-15,-12-8-44 16,-9-6-28-16,-12-5 67 16,-15 0-55-16,-14 0 47 15,-2 7 1-15,-13 4 19 0,-16 11 52 16,-7 9-44-1,1 12-7-15,-4 13 18 0,4 3-19 16,3 13-52-16,3 44-182 16,7-5-313-16,9-2-564 0</inkml:trace>
  <inkml:trace contextRef="#ctx0" brushRef="#br0" timeOffset="27578.25">6366 3546 2177 0,'0'0'218'0,"0"0"-190"16,-53 131-6-16,3-54-15 0,-10 6-14 16,-34 22-49-16,17-22-296 15,5-16-1428-15</inkml:trace>
  <inkml:trace contextRef="#ctx0" brushRef="#br0" timeOffset="42111">12862 3134 696 0,'0'0'404'15,"0"0"-233"-15,0 0-3 16,0 0-5-16,0 0-77 16,0 0 94-16,-2-34-85 15,2 30-44-15,-2 0 68 16,2 2-69-16,0-1 34 15,-3-3 21-15,3 5-85 16,0-3 101-16,-3 2-63 16,3 0-23-16,0-1 55 15,0 1-79-15,0 2 41 0,0 0 0 16,0 0-43-16,0 0 73 16,0 0-81-16,0 0 0 15,16 0-2-15,7 0 7 16,-1 5-8-16,2 17 2 15,-5 8 0-15,-9 10 24 16,-5 8-23-16,-5 4-1 16,-5 3 56-16,-15-5-55 15,1-6 32-15,2-12-33 16,5-9 1-16,5-10-13 16,7-9 12-16,0-4-41 0,0-4 14 15,13-26-61 1,14-18-92-16,6-18-298 0,1-15 191 15,-3 3 102-15,-9 8 185 16,-11 17 37-16,-7 21 277 16,-4 18-33-16,0 14-40 15,-4 0-183-15,-11 16-52 16,-1 14 117-16,3 7-87 16,9 3 6-16,4 4-33 15,10-3 13-15,26 0-44 16,9-5-45-16,28-11-194 15,-11-10-118-15,-10-12-738 0</inkml:trace>
  <inkml:trace contextRef="#ctx0" brushRef="#br0" timeOffset="42314.16">13544 3152 1898 0,'0'0'499'0,"0"0"-420"16,0 0-79-16,0 0 31 16,0 0 24-16,0 0-4 15,0 0-26-15,132 19-25 16,-90-12-37-16,0 11-78 16,-9-4-144-16,-12-4-415 0</inkml:trace>
  <inkml:trace contextRef="#ctx0" brushRef="#br0" timeOffset="42457.96">13533 3316 814 0,'0'0'1348'15,"0"0"-1122"-15,0 0-157 0,0 0-68 16,0 0 44-16,131 10-45 16,-73-8 6-16,29 1-25 15,-16-1-444-15,-8-2-375 0</inkml:trace>
  <inkml:trace contextRef="#ctx0" brushRef="#br0" timeOffset="42877.06">14431 3098 1204 0,'0'0'916'0,"0"0"-770"15,0 0-78-15,0 0-28 16,-136-11-21-16,107 37 104 15,7 7-29-15,13 9-37 0,9 2 53 16,0 4-88-16,18-5 29 16,18-6-16-16,12-6-25 15,8-9 59-15,9-14-69 16,4-8 1-16,-4-3 5 16,-7-20-6-16,-16-12-6 15,-17-4-6-15,-21-7-78 16,-4 0 81-16,-23 1-73 15,-14 7-13-15,-26 10 19 16,10 11-184-16,8 10-430 0</inkml:trace>
  <inkml:trace contextRef="#ctx0" brushRef="#br0" timeOffset="87760.49">1560 5825 1347 0,'0'0'319'15,"0"0"-149"-15,0 0 43 16,0 0 1-16,0 0-70 16,0 0 10-16,-16 0-28 15,16 0-53-15,0 0 6 16,0 0-11-16,0 0-21 15,0 0 25-15,0 0-47 16,0 0 6-16,0 0-6 16,0 0-24-16,0 0 11 15,0 0-12-15,0 0 8 0,0 0 16 16,0 0-23-16,0-2 7 16,5-5-3-16,13-10-4 15,8-7-2-15,12-13-31 16,4-4-31-16,6-6 37 15,-8 1-13-15,-3 1 3 16,-6 0-12-16,-6 1 9 16,-5 4 18-16,-7 0-3 15,-4 4-3-15,-2 6 11 16,-4 4 7-16,-3 6 8 16,0 8 1-16,0 3 0 0,0 6 15 15,0 1-15 1,0 2 0-16,0 0-4 15,0 0 5-15,0 0-2 16,0 0 0-16,0 4-11 0,-5 18 5 16,-4 12-3-16,-2 12 10 15,0 17 9-15,-1 12-8 16,4 7 37-16,-1 6-21 16,2 3 4-16,5-6 22 15,2 0-43-15,0-3 0 16,0-5 23-16,4-7-17 15,3-9-6-15,-2-6 1 16,-5-8-1-16,0-8 14 16,0-6-14-16,-12-6 0 15,-8-3 4-15,-6-4-3 0,-8-6 8 16,1-5-9-16,-6-9 0 16,8 0 5-16,7-20-5 15,8-17 0 1,16-10-1-16,7-13-7 0,31-11 8 15,20-5-16-15,11-1-62 16,33-13-20-16,-15 20-206 16,-18 14-306-16</inkml:trace>
  <inkml:trace contextRef="#ctx0" brushRef="#br0" timeOffset="88610.22">2323 5104 1618 0,'0'0'375'0,"0"0"-102"16,0 0-33-16,0 0-37 16,0 0-36-16,0 0-4 15,0 0-63-15,0-21-76 16,0 21-24-16,-10 21-1 16,-5 16-29-16,-5 18 30 15,-7 13 1-15,0 12-1 16,5 8-51-16,4 25-86 15,7-24-181-15,6-19-745 0</inkml:trace>
  <inkml:trace contextRef="#ctx0" brushRef="#br0" timeOffset="89405.57">2688 5382 932 0,'0'0'710'0,"0"0"-562"16,0 0 14-16,0 0-18 16,0 0 34-16,0 0-18 15,0 0-8-15,-22-22-49 16,22 22-77-16,0 0 7 15,0 0-21-15,0 0-3 16,0 0 6-16,0 0-15 16,0 0 0-16,0 0-12 15,0 0 25-15,0 0-20 16,0 0 7-16,0 0 0 0,0 0 18 16,0 0-18-16,0 0 0 15,0 0 9-15,0 0-8 16,0 0 16-1,0 0-16-15,0 0-1 0,0 0 38 16,0 0-13-16,0 0 5 16,0 0-3-16,0 0-21 15,0 0 19-15,-5 0-25 16,-2 0 2-16,-8 10 29 16,-6 18-31-16,-5 10 19 15,0 14 27-15,-6 8-38 16,6 5 19-16,-1-3-27 15,6-4 0-15,8-4-12 0,8-6 12 16,5-4-43 0,0-3-42-16,39-3-171 0,-6-11-121 15,0-13-566-15</inkml:trace>
  <inkml:trace contextRef="#ctx0" brushRef="#br0" timeOffset="89810.33">2986 5534 1547 0,'0'0'545'0,"0"0"-459"0,0 0 16 15,0 0-12-15,-127 69 43 16,100-30 40-16,6 10-46 16,9-2-24-16,12 2-67 15,0-3-14-15,7-4 16 16,19-8-31-16,10-8-7 16,5-8 0-16,5-10 0 15,3-8-9-15,1 0-36 16,-8-24-38-16,-9-6-17 15,-10-8-76-15,-13-3 6 16,-10 4 18-16,0-1 80 16,-12 7 72-16,-11 8 62 0,0 4 3 15,4 7-25 1,3 7-40-16,7 1-44 0,7 4-163 16,2-6-487-16</inkml:trace>
  <inkml:trace contextRef="#ctx0" brushRef="#br0" timeOffset="89986.32">3381 5322 2205 0,'0'0'278'16,"0"0"-160"-16,0 0-57 16,49 136 7-16,-49-60 53 0,0 12-69 15,-22 2-14 1,-10 3-38-16,-21 23-115 15,9-21-214-15,4-21-575 0</inkml:trace>
  <inkml:trace contextRef="#ctx0" brushRef="#br0" timeOffset="90487.23">4047 5703 2111 0,'0'0'548'0,"0"0"-363"0,0 0-26 16,0 0-77-16,0 0 38 15,0 0-66-15,0 0-20 16,58 0-28-16,-17-6 2 16,3 1-10-16,4 0 2 15,-4 3-39-15,-5 2 2 16,-5 0-85-16,-20 4-68 15,-12 7-350-15,-2 4-561 0</inkml:trace>
  <inkml:trace contextRef="#ctx0" brushRef="#br0" timeOffset="90613.09">4068 5934 2016 0,'0'0'641'0,"0"0"-565"15,0 0-28-15,0 0-47 16,133 0-2-16,-52-11-14 15,-13 0-143-15,-7-4-859 0</inkml:trace>
  <inkml:trace contextRef="#ctx0" brushRef="#br0" timeOffset="95150.95">4955 6055 955 0,'0'0'1207'15,"0"0"-1050"-15,0 0-91 16,0 0-26-16,0 0 21 16,0 0 73-16,0 0-21 15,18-21-23-15,7-4-90 16,4-6 1-16,10-10 11 15,8-5-12-15,6-8-34 16,10-6-12-16,1-10-30 16,6-8-32-16,-7-5 6 15,-5-3 17-15,-12 0 47 16,-11 5 25-16,-10 8 13 0,-9 6 36 16,-9 11 35-16,-3 12 46 15,-4 11-39-15,0 10-38 16,0 11-6-16,0 8-16 15,-13 4-18-15,-10 10-3 16,-10 26-24-16,-14 36 26 16,-11 38 2-16,-2 37 16 15,11-4 18-15,18-29 17 16,17-36 6-16,10-31-18 16,4-1-8-16,0 5 5 0,16-3-37 15,11-11 7 1,10-11-7-16,7-11-3 0,6-10-7 15,4-5-22 1,-4-17-33-16,-3-19-28 0,-5-8-58 16,-8-9-39-16,-12-2-119 15,-9 5 151-15,-5 12 158 16,-8 11 99-16,0 15 159 16,0 12-51-16,0 0-112 15,-8 20-64-15,-7 15 50 16,-3 5 14-16,1 4-26 15,3 4-63-15,5-4-6 16,5 0-18-16,4-7-90 16,0-5-93-16,4-11-122 15,7-11-406-15</inkml:trace>
  <inkml:trace contextRef="#ctx0" brushRef="#br0" timeOffset="95608.04">5929 5586 1435 0,'0'0'486'16,"0"0"-452"-16,0 0 70 15,0 152 96-15,-2-106-10 16,-5-2 21-16,1-7-42 16,1-7-93-16,3-4-31 15,0-6-38-15,2-6-1 16,0-8-6-16,0-4 0 0,0-2-13 15,0 0 12 1,11-19-18-16,14-18-23 0,10-11-225 16,7-2 129-16,1 8 81 15,-5 13 57-15,-9 22 49 16,-9 7-10-16,-11 12 14 16,-5 18 83-16,-4 2-29 15,0 0-17-15,0-8-27 16,0-6-57-16,0-8 0 15,0-8-6-15,0-2-3 16,13-5 2-16,20-18-28 16,19-15-142-16,12-6 4 15,8-2 52-15,-3 3 59 16,-9 15 56-16,-6 17 53 16,-14 11-1-16,-11 6-31 0,-11 27-15 15,-16 13-12-15,-2 9-10 16,-33 19-62-16,-4-14-284 15,2-13-1349-15</inkml:trace>
  <inkml:trace contextRef="#ctx0" brushRef="#br0" timeOffset="96844.58">5079 6503 689 0,'0'0'633'0,"0"0"-409"16,0 0-35-16,0 0 23 15,0 0-1-15,0 0 1 16,0 0-41-16,0-32-67 16,0 22-58-16,0-1-9 15,12 0-31-15,1-1 18 0,3 3-13 16,-1 5 0-16,1 4 3 16,2 0-2-16,0 13 1 15,-3 10 1-15,-1 8 11 16,-8 8 23-16,-6 6-14 15,0 1-19-15,0 2 36 16,-15-2-36-16,-3-6 15 16,0-6-15-16,5-6-5 15,2-10-1-15,4-6-9 16,7-7-9-16,0-5-3 16,0 0-10-16,0-6-5 15,16-25 12-15,8-15-128 16,3-10-153-16,-1-4 65 0,-5 6 30 15,-9 11 201 1,-4 17 28-16,-8 14 145 0,0 11-46 16,0 1-27-16,0 1 0 15,-4 18-12-15,-6 9 15 16,6 2-15-16,4 6-66 16,0-2-14-16,22 0-8 15,9-2-36-15,27-8-96 16,-9-5-197-16,-2-13-555 0</inkml:trace>
  <inkml:trace contextRef="#ctx0" brushRef="#br0" timeOffset="97144.23">5530 6617 1302 0,'0'0'354'16,"0"0"-149"-16,0 0 64 16,0 0 9-16,0 0-11 15,0 0-67-15,0 0-93 16,-2 0-44-16,2 0-8 0,2 0-38 16,0 0-1-1,4 0 19-15,6 0-35 0,9 2 0 16,5-2 1-16,12 2 0 15,6-2 8-15,8 0-9 16,4 0-69-16,21 0-15 16,-12 0-157-16,-12-8-406 0</inkml:trace>
  <inkml:trace contextRef="#ctx0" brushRef="#br0" timeOffset="97417.33">5916 6474 1793 0,'0'0'549'0,"0"0"-466"16,0 0-18-16,0 0 12 0,0 0 22 16,0 0-10-16,0 0-75 15,0 0 14-15,54 37-21 16,-39-14-1-16,-7 6 15 15,-8 5-21-15,0 5 18 16,-23 9 9-16,-16 3-27 16,-5 2-1-16,-1-4-100 15,5 0-117-15,11-15-265 16,12-16-459-16</inkml:trace>
  <inkml:trace contextRef="#ctx0" brushRef="#br0" timeOffset="98171.84">6406 6467 489 0,'0'0'948'0,"0"0"-700"15,0 0-47 1,0 0-40-16,0 0-4 0,0 0-13 15,0 0-20-15,0-25-3 16,0 25-51-16,0 0-8 16,0 0 29-16,0 0-71 15,-2 0 0-15,-7 0-19 16,-3 0-1-16,0 12 21 16,-5 3-19-16,2 4-2 15,-3 1 19-15,3 4 3 16,1 3 8-16,3-1-12 15,1 2 0-15,4-2 11 16,4 0-28-16,2-2 0 16,0 0 12-16,8-2-7 15,13-1 10-15,8-3-14 16,7-4-2-16,7-6 15 16,1-6-15-16,3-2 0 0,-3-2 12 15,-5-16-11-15,-8-4-1 16,-5-9-5-16,-10 0 5 15,-5-8 3-15,-11-3-3 16,0 2 0-16,-5-1 0 16,-14 8-20-16,-6 5 4 15,-6 11-33-15,-18 13-156 16,7 4-293-16,3 0-570 0</inkml:trace>
  <inkml:trace contextRef="#ctx0" brushRef="#br0" timeOffset="99291.92">7494 5392 1881 0,'0'0'315'16,"0"0"-233"-16,0 0-25 16,0 0-18-16,0 0 45 15,0 0 37-15,0 0-60 16,140-70-55-16,-86 36-6 0,-1-5-33 15,-5-1 32-15,-9 1-38 16,-10-2 23 0,-8 4-6-16,-10 2 22 0,-11 7 13 15,0 4 5-15,0 7 58 16,0 8-15-16,0 3-48 16,-3 6-8-16,1 0-5 15,0 8-37-15,-2 28-16 16,-1 18 53-16,-4 32 47 15,2 2-4-15,1 9-9 16,-2 3 23-16,0-20-11 16,-1 4-26-16,-5-10 21 15,1-11-35-15,-3-13 6 16,1-10-12-16,-3-8 1 16,1-11 0-16,-4-7-1 0,3-7-6 15,-1-7 6-15,3 0 1 16,5-16 1-16,4-14-2 15,7-8-27-15,5-10 26 16,26-5-23-16,11-3-7 16,12 0-26-16,4 0-97 15,20-19-95-15,-16 17-266 16,-9 5-526-16</inkml:trace>
  <inkml:trace contextRef="#ctx0" brushRef="#br0" timeOffset="99511.2">8258 4877 1709 0,'0'0'390'0,"0"0"-290"16,0 0-20-16,0 0 37 16,-118 157 44-16,99-80 6 15,7 1-83-15,10 0-45 16,2-3-32-16,8-8-7 15,17-12-1-15,6-6-113 16,14-16-78-16,-7-10-90 16,-7-16-465-16</inkml:trace>
  <inkml:trace contextRef="#ctx0" brushRef="#br0" timeOffset="99916.97">8381 5211 1716 0,'0'0'400'0,"0"0"-306"16,0 0-75-16,0 0-18 16,0 0 65-16,0 0 51 15,0 0 19-15,76 85 21 16,-76-37-69-16,0 3-23 16,-7 0-15-16,-6-5-27 15,2-6-1-15,4-8-22 16,2-12 0-16,3-8-18 15,2-9-3-15,0-3-32 0,2-7-10 16,12-25 11 0,1-14-234-16,1-10-317 15,-5-2-74-15,-4 6 677 16,-7 18 296-16,0 13 267 0,0 16-244 16,0 5-167-16,0 3-73 15,-2 20 30-15,-1 7-15 16,3 1-24-16,0 3-34 15,21-2-32-15,4-6-4 16,8-7-35-16,5-6-13 16,1-12-18-16,4-1-98 15,4-30-116-15,-10-6-319 16,-10-6-1007-16</inkml:trace>
  <inkml:trace contextRef="#ctx0" brushRef="#br0" timeOffset="100095.22">8861 4949 2096 0,'0'0'349'16,"0"0"-314"-16,0 0-24 0,0 0 32 15,77 155 98-15,-67-86-19 16,-8 5-60-16,-2 4-46 16,0 1-16-16,-19-4-15 15,2-8-100-15,-1-7-128 16,5-20-267-16,8-18-334 0</inkml:trace>
  <inkml:trace contextRef="#ctx0" brushRef="#br0" timeOffset="100343.4">9351 5363 2131 0,'0'0'590'0,"0"0"-496"16,0 0-67-16,0 0 6 16,0 0 0-16,151-7-3 15,-88-1-30-15,22-6-124 16,-14 4-454-16,-18-2-1241 0</inkml:trace>
  <inkml:trace contextRef="#ctx0" brushRef="#br0" timeOffset="101267.27">10343 5571 1388 0,'0'0'618'0,"0"0"-388"15,0 0-133 1,0 0 4-16,0 0-27 0,0 0-22 16,0 0-33-16,136-99-19 15,-91 57-27-15,-1-2 20 16,-4-2 5-16,-9-1-16 15,-7 1 5-15,-7 5-12 16,-9 2 24-16,-6 10 1 16,-2 8 45-16,0 8 48 15,0 6-21-15,0 7-44 16,-2 0-28-16,-6 7-10 16,-4 22 2-16,-3 17 16 15,-1 18 4-15,-4 29 16 16,2-3 0-16,3 4 32 15,-1-1-36-15,3-19-4 0,-3 0-6 16,-1-12-6 0,0-10 5-16,-3-11-13 0,1-11 0 15,-2-10 7-15,-1-7-6 16,-2-7-2-16,6-6 1 16,2 0 0-16,11-18-11 15,5-14-1-15,8-8-7 16,27-10 10-16,14-4 6 15,11-4-6-15,8 0 3 16,3 1-106-16,18-20-107 16,-16 12-394-16,-13 7-530 0</inkml:trace>
  <inkml:trace contextRef="#ctx0" brushRef="#br0" timeOffset="101469.06">11068 4957 1674 0,'0'0'486'0,"0"0"-341"16,0 0-6-16,0 0-41 15,0 0-34-15,-77 110 55 16,48-44-46-16,7 9-37 16,7-1-36-16,8-2-3 15,7-5-53-15,5-2-62 16,17-14-108-16,2-24-333 0</inkml:trace>
  <inkml:trace contextRef="#ctx0" brushRef="#br0" timeOffset="101771.03">11286 5145 1938 0,'0'0'382'0,"0"0"-382"15,0 0 0-15,-79 134 44 16,69-89 33-16,10-9 87 16,0-1-20-16,22-9-66 15,12-6-44-15,8-8-11 16,5-12-22-16,1 0 13 16,0-11-14-16,-13-17-7 0,-8-6 0 15,-14-6-44-15,-11-4 0 16,-2 4 29-16,-4 4 22 15,-9 7 52 1,-1 11-45-16,3 11-7 0,9 7-62 16,2 0-304-16,0 0-362 0</inkml:trace>
  <inkml:trace contextRef="#ctx0" brushRef="#br0" timeOffset="101943.7">11957 4884 1809 0,'0'0'724'0,"0"0"-643"16,0 0-81-16,37 115-18 15,-37-43 18-15,-10 10 7 16,-24 8-7-16,-33 33-65 16,4-22-284-16,1-18-445 0</inkml:trace>
  <inkml:trace contextRef="#ctx0" brushRef="#br0" timeOffset="102700.9">8009 6036 937 0,'0'0'715'0,"0"0"-490"16,0 0-106-16,0 0-45 16,0 0-6-16,0 0 54 15,0 0 19-15,129-29-67 0,-73 26-29 16,11-2 17-16,9 5-11 15,10 0 25-15,21 0-27 16,32 0 6 0,32 0 5-16,18 3-38 0,10-1 2 15,4-2 6-15,-5 0-30 16,10 0 0-16,-3-9 14 16,-3-1-14-16,-7 0 12 15,-8 1-11-15,-4-2 4 16,-9 0 31-16,-10-4-18 15,-14 2-5-15,-30 0 5 16,-31 5-18-16,-28 2 8 0,-19 3-8 16,-4 0 0-16,-7 1-9 15,-4 0 9 1,-14 2-24-16,-11 0-33 0,-2 0-137 16,-17 0-134-16,-12 4-136 15,-2-1-660-15</inkml:trace>
  <inkml:trace contextRef="#ctx0" brushRef="#br0" timeOffset="103473.42">8760 6555 1061 0,'0'0'413'0,"0"0"-225"16,0 0-25-16,0 0-9 15,0 0 43-15,0 0 22 16,0 0-49-16,26-102-98 16,1 86-18-16,7 6-14 15,-3 6-13-15,3 4 2 16,-8 12-20-16,-3 22-3 0,-12 14 48 15,-9 10-8 1,-2 8-1-16,-7 2-27 16,-12-6 2-16,-2-9 1 15,4-16-21-15,7-12 0 0,6-13 0 16,4-8 1-16,0-4-2 16,0-4 1-16,11-24-23 15,11-18-17-15,1-12-189 16,-1-11-24-16,-4 5 101 15,-4 9 152-15,-8 18 9 16,-2 16 169-16,-4 14-10 16,0 7-83-16,0 2-66 0,0 20-10 15,0 6 85 1,7 6-36-16,11 3-10 0,7 0-39 16,10-1-9-16,7-7-4 15,10-8-82-15,23-16-105 16,-12-5-79-16,-10 0-590 0</inkml:trace>
  <inkml:trace contextRef="#ctx0" brushRef="#br0" timeOffset="103640.14">9396 6629 2038 0,'0'0'736'15,"0"0"-602"-15,0 0-104 0,0 0-16 16,0 0-13-1,171 0-2-15,-102 0 1 0,7 0-41 16,24-5-206-16,-17-2-420 16,-17-1-1095-16</inkml:trace>
  <inkml:trace contextRef="#ctx0" brushRef="#br0" timeOffset="103966.92">10485 6411 1069 0,'0'0'1085'0,"0"0"-911"16,0 0-174-16,0 0 10 16,0 0 47-16,-120 126 44 0,102-76 98 15,10 2-50-15,8 0-100 16,0-3 5-16,29-7-30 15,15-10-12-15,14-10 21 16,15-14-27-16,8-8 12 16,1-10-18-16,-11-22-33 15,-13-11 15-15,-20-3-15 16,-22-5 26-16,-16-4-38 16,-9 7 43-16,-31 6-12 15,-12 11 2-15,-39 28-84 16,11 3-156-16,6 0-415 0</inkml:trace>
  <inkml:trace contextRef="#ctx0" brushRef="#br0" timeOffset="104856.78">12217 5849 578 0,'0'0'1031'16,"0"0"-716"-16,0 0-101 15,0 0-33-15,0 0-17 0,0 0 33 16,0 0-42 0,-2 0-46-16,7 0-64 0,4 0-44 15,6 0 35-15,12 0-36 16,6 0 6-16,8 5-3 16,1 4 3-16,0-1-12 15,-1 0-18-15,-4-1-75 16,-6 4-116-16,-10-3-406 15,-15-1-429-15</inkml:trace>
  <inkml:trace contextRef="#ctx0" brushRef="#br0" timeOffset="104992.4">12264 6014 2009 0,'0'0'548'15,"0"0"-521"-15,0 0-20 0,0 0-5 16,131 15-2-16,-43-12-1 15,-12-3-97 1,-9 0-392-16</inkml:trace>
  <inkml:trace contextRef="#ctx0" brushRef="#br0" timeOffset="105800.93">13189 6136 1729 0,'0'0'671'16,"0"0"-554"-16,0 0-106 0,0 0-11 16,0 0 0-16,0 0 15 15,0 0 19-15,147-120-34 16,-91 67-1-16,2-5-40 16,2-10 5-16,5-19-3 15,2-24-23-15,-7-26 13 16,-11 9-12-16,-22 25-54 15,-18 35 115-15,-9 31 11 16,0 4 190-16,0 7-45 16,0 8-69-16,-15 16-87 15,-10 2-4-15,-8 34-47 0,-17 41 51 16,-6 46 63-16,3 41 31 16,6 4-11-16,18-27-12 15,18-42-12-15,9-43-57 16,2-10 13-16,0 2-5 15,15-4 1-15,8-3-5 16,6-15-6-16,6-14-5 16,5-10 4-16,3-4-13 15,-1-24-25-15,-2-13-76 16,-4-5-64-16,-10-4-17 16,-7 8 64-16,-9 8 132 15,-4 14 125-15,-6 10 72 16,0 10-73-16,0 0-87 0,-8 18-26 15,-5 11 19 1,-1 5-5-16,3 1-17 16,5 0-8-16,4-8 0 15,2-4-115-15,0-11-67 0,8-12-107 16,11-8-48-16,-4-16-703 0</inkml:trace>
  <inkml:trace contextRef="#ctx0" brushRef="#br0" timeOffset="106227.32">13967 5784 1852 0,'0'0'242'0,"0"0"-167"0,0 0-6 15,0 150-16 1,-8-105 70-16,-1-3 27 0,2-10-20 16,2-7-60-16,3-7-58 15,2-10-12-15,0-6 0 16,0-2-3-16,4 0 3 15,19-24 0-15,12-10-150 16,13-8-33-16,0-3 75 16,-1 9 47-16,-11 11 61 15,-11 14 88-15,-12 11-5 16,-11 2-33-16,-2 24 54 16,0 3 35-16,-7 0-53 15,-4-2-24-15,2-9-45 16,5-9-11-16,4-6 2 15,0-3-8-15,20-7-11 0,22-19-8 16,18-10-133 0,14-6 44-16,2 0 31 0,-2 2 77 15,-16 12 30-15,-14 10 93 16,-17 14-41-16,-14 4-61 16,-11 16-21-16,-2 18 0 15,-17 10-16-15,-12 8-11 16,-17 15-85-16,13-14-220 15,4-12-661-15</inkml:trace>
  <inkml:trace contextRef="#ctx0" brushRef="#br0" timeOffset="107273.8">13303 6500 757 0,'0'0'1056'15,"0"0"-664"-15,0 0-260 16,0 0-57-16,0 0-25 15,0 0-49-15,0 0 53 16,74-29-22-16,-59 51-24 16,-3 12 55-16,-6 10-3 15,-6 9 23-15,0 0 8 16,-11 1-58-16,-5-6 0 16,0-7-24-16,6-12-3 15,3-10-3-15,3-9-3 16,4-8-2-16,0-2-8 0,0 0 1 15,6-17 1-15,12-18-62 16,6-15-228-16,3-8-38 16,0-3-30-16,-7 11 187 15,-7 14 179-15,-8 18 173 16,-5 16 3-16,0 2-120 16,-15 18 87-16,-4 15 111 15,2 2-81-15,3 3-54 16,8 0-50-16,6-1-38 15,0-7-17-15,13-5-14 16,13-3-38-16,8-7-27 16,22-15-150-16,-7 0-272 0,-7-7-534 15</inkml:trace>
  <inkml:trace contextRef="#ctx0" brushRef="#br0" timeOffset="107461.52">13624 6665 1647 0,'0'0'698'0,"0"0"-584"16,0 0-91-16,0 0-17 15,0 0 11-15,0 0 101 16,0 0-61-16,160 26-57 16,-104-23-3-16,5-3-85 15,7 0-104-15,-12-7-334 0,-14-5-421 16</inkml:trace>
  <inkml:trace contextRef="#ctx0" brushRef="#br0" timeOffset="107717.9">13990 6537 1416 0,'0'0'830'15,"0"0"-614"-15,0 0-146 16,0 0-57-16,0 0 0 15,0 0 1-15,0 0 23 16,89 20-28-16,-64-2 9 16,-4 2-18-16,-2 2 0 0,-13 6 3 15,-6 0 9-15,0 7-12 16,-20-1 26-16,-8-1-16 16,-5-1-10-16,8-5-61 15,6-12-125-15,11-6-285 16,8-9-610-16</inkml:trace>
  <inkml:trace contextRef="#ctx0" brushRef="#br0" timeOffset="107993.66">14482 6559 2013 0,'0'0'291'0,"0"0"-246"0,0 0-13 15,-95 130 17-15,86-91 55 16,9-8 36-16,6-4-40 16,32-6 5-16,16-8-62 15,12-9-10-15,5-4-8 16,1-10-19-16,-9-18-6 16,-17-6-4-16,-19-5-29 15,-21 1-2-15,-6-1-95 16,-33 10-65-16,-18 7-75 15,-36 18 9-15,11 4-83 16,9 0-959-16</inkml:trace>
  <inkml:trace contextRef="#ctx0" brushRef="#br0" timeOffset="110169.53">15780 5163 1478 0,'0'0'578'0,"0"0"-340"15,0 0-120-15,0 0-110 0,0 0 8 16,0 0-15-16,0 0 5 15,79-88-5-15,-44 80 0 16,-4 8 27 0,-9 0-27-16,-6 6 11 0,-12 20 22 15,-4 13 16-15,-13 7 49 16,-28 12-28-16,-13 4-16 16,-8 0-5-16,0-7-11 15,7-9 1-15,12-13 9 16,16-11-29-16,14-12-1 15,13-4-17-15,0-6 4 16,20 0-6-16,20 0-11 16,16 0 4-16,11-8-8 15,4-4-62-15,18-10-85 16,-18 5-209-16,-15-4-505 0</inkml:trace>
  <inkml:trace contextRef="#ctx0" brushRef="#br0" timeOffset="110533">16252 5173 1468 0,'0'0'568'0,"0"0"-449"16,0 0-48-16,0 0 32 16,0 0 25-16,41 137 44 15,-57-87-15-15,-7 2-61 16,-1-6-40-16,4-8-41 15,7-9-14-15,6-12 3 0,7-7-4 16,0-10-24-16,0 0-13 16,18-7-18-16,6-22-105 15,6-13-100-15,-4-8-253 16,-4-2-52-16,-8 5 368 16,-8 13 197-16,-4 17 581 15,-2 13-196-15,0 4-150 16,-2 19-157-16,-6 16 59 15,3 7 6-15,5 4-67 16,0 0-40-16,11-2-36 16,25-5-94-16,37-16-92 15,-3-6-81-15,-4-15-645 0</inkml:trace>
  <inkml:trace contextRef="#ctx0" brushRef="#br0" timeOffset="110781.26">16997 5348 884 0,'0'0'1183'15,"0"0"-679"-15,0 0-415 16,0 0-49-16,0 0 31 0,125 1-40 15,-72-1 6 1,5 0-34-16,3-7-3 0,-6-1-127 16,0-10-188-1,-16 2-215-15,-15 0-546 0</inkml:trace>
  <inkml:trace contextRef="#ctx0" brushRef="#br0" timeOffset="110932.75">17275 5173 1631 0,'0'0'749'16,"0"0"-714"-16,0 0-35 16,-37 127-8-16,18-69 8 15,0 5 18-15,1 0-17 16,-5 19-1-16,8-17-236 16,1-16-472-16</inkml:trace>
  <inkml:trace contextRef="#ctx0" brushRef="#br0" timeOffset="112107.14">17953 5216 1756 0,'0'0'551'0,"0"0"-417"16,0 0-4-16,0 0-121 16,0 0 0-16,0 0 11 15,0 0 0-15,118-61 12 16,-93 72-16-16,-9 21 2 15,-8 12 45-15,-8 5 5 16,0 8-1-16,-18 1-16 0,-3-6-25 16,-4-6-4-1,4-12-16-15,9-10 0 0,2-13 3 16,8-8-9-16,2-3 0 16,0 0-11-16,14-19-20 15,10-22-71-15,10-13-270 16,-1-10 38-16,0-2 44 15,-6 8 103-15,-12 17 187 16,-10 19 225-16,-5 20 33 16,-9 2-140-16,-14 26 8 15,0 14 20-15,7 7 18 16,9 3-70-16,7-1-28 16,7-6-28-16,26-3-27 0,10-7-11 15,10-11-21 1,7-12-103-16,18-10-94 0,-13-10-306 15,-14-12-304-15</inkml:trace>
  <inkml:trace contextRef="#ctx0" brushRef="#br0" timeOffset="112504.98">18528 4766 1035 0,'0'0'1120'16,"0"0"-821"-16,0 0-161 16,0 0-44-16,0 0-67 15,0 0 13-15,0 0 35 16,-11-58-36-16,24 46-20 15,5 4-18-15,1 4-1 16,-2 4 30-16,-3 0-30 16,-12 24 0-16,-2 17 12 15,-12 8-11-15,-21 8 39 16,-7-1-16-16,2-8-10 16,9-8 27-16,11-12-41 15,12-9 0-15,6-2-1 0,6-5-6 16,25 2 1-1,12-2-23-15,8-2-31 0,23-8-198 16,-14-2-421 0,-11 0-1123-16</inkml:trace>
  <inkml:trace contextRef="#ctx0" brushRef="#br0" timeOffset="112641.55">18658 5366 1976 0,'0'0'794'0,"0"0"-721"15,0 0-73-15,0 0-74 16,0 0-67-16,0 0-22 16,0 0-121-16,33 40-770 0</inkml:trace>
  <inkml:trace contextRef="#ctx0" brushRef="#br0" timeOffset="113948.88">19306 4882 1117 0,'0'0'505'0,"0"0"-411"16,0 0-52-16,0 0 54 15,0 0 8-15,0 0-3 16,0 0-9-16,0-3-54 0,0 3-14 15,0 0-11 1,0 0-3-16,0 0 29 16,0 0-32-16,0 0 5 15,0 0 3-15,0 0-9 0,0 0 29 16,2 0 17-16,1 0 3 16,-1 0 4-16,-2 0-11 15,0 0 23-15,0 0-17 16,0 0-12-16,0 0 20 15,0-2-35-15,-2 2-15 16,-9 0 0-16,-12 0-11 16,-6 0-1-16,-6 12 1 15,-5 15 7-15,3 10 32 16,8 9-26-16,10 6 10 16,9 6 10-16,6 0-13 0,4-4 17 15,0-1-37-15,0-10 12 16,7-4 9-16,-7-9-22 15,0-2 0-15,0-6 5 16,-11-5-4-16,-9 0 15 16,0-8-16-16,0-4 0 15,4-5 0-15,9-5 0 16,7-26-18-16,7-13-65 16,29-11-129-16,10-1 31 15,8 8 104-15,0 14 77 16,-7 19 4-16,-9 15 14 15,-9 2 28-15,-10 25 3 16,-7 14 20-16,-10 3 37 16,-2 4-37-16,0-6-35 0,0-8-4 15,-2-10-21-15,0-8-2 16,2-11-7-16,0-5-3 16,0 0-9-16,10-9-22 15,17-17-42-15,7-12-170 16,5-2-4-16,2-1 13 15,-5 9 237-15,-9 13 1 16,-10 16 170-16,-8 3-83 16,-6 17-16-16,-3 15 57 15,0 4-20-15,-10 0-13 16,-3-7-22-16,2-8-26 16,4-10-20-16,5-4-28 15,2-7-2-15,0 0-7 0,22-16-44 16,18-12-135-16,16-10-279 15,8-3 182-15,1 4-30 16,-7 11 315-16,-11 11 113 16,-16 15 139-16,-13 0-97 15,-11 23-60-15,-7 12-59 16,0 6-36-16,-4 1-7 16,-1-4-116-16,0-9-215 15,5-17-712-15</inkml:trace>
  <inkml:trace contextRef="#ctx0" brushRef="#br0" timeOffset="115200.36">20577 4749 553 0,'0'0'1195'16,"0"0"-823"-16,0 0-278 15,0 0-47-15,0 0-41 16,0 0 6-16,0 0 21 15,-141 104 104-15,87 0-35 16,8 31 54-16,9-7-67 16,16-26-33-16,15-29-3 0,6-24-51 15,2 7-1 1,20 1-1-16,10-1-15 0,7-12-16 16,30-21-114-16,-11-8-87 15,-4-15-338-15</inkml:trace>
  <inkml:trace contextRef="#ctx0" brushRef="#br0" timeOffset="115628.4">21179 4740 548 0,'0'0'772'16,"0"0"-740"-16,0 0-32 15,0 0 0-15,0 0 71 16,89-134 8-16,-71 94-78 15,-2-1 11-15,-3-1-12 16,-2 7 19-16,-4 7 177 16,-3 8 93-16,-2 8 7 15,-2 7-107-15,0 5-89 16,0 0-58-16,0 8-42 16,0 24-12-16,0 16 12 15,0 19 25-15,-6 11-7 0,-4 6-18 16,2 3 0-16,-1-6-1 15,0-2-79-15,0 1-73 16,2-22-161-16,3-18-565 0</inkml:trace>
  <inkml:trace contextRef="#ctx0" brushRef="#br0" timeOffset="115834.69">20758 5089 2051 0,'0'0'513'16,"0"0"-443"-16,0 0-49 0,0 0 61 16,126 24 39-16,-28-18-42 15,35-6-32-15,-4 0-47 16,-11 0-1-16,-18-8-13 16,-29-4-2-16,24 0-84 15,-10 3-191-15,-24 0-404 0</inkml:trace>
  <inkml:trace contextRef="#ctx0" brushRef="#br0" timeOffset="116366.48">21232 5378 1592 0,'0'0'531'15,"0"0"-465"-15,0 0-32 16,0 0 35-16,0 0 99 16,0 0 16-16,0 0-97 15,51-15-77-15,-44 15 5 16,-5 0-7-16,0 20 2 15,-2 11 32-15,0 8 25 16,-6 14 0-16,-14 7-34 0,-2-2-16 16,1-4-8-16,4-10-2 15,5-13-2-15,6-11-5 16,4-11 0-16,2-4-1 16,0-5-29-16,0 0 7 15,2-8 22-15,16-18-60 16,6-12-174-16,0-13 20 15,3 0-73-15,-6 4 157 16,-6 11 131-16,-8 17 95 16,-7 10 92-16,0 9-97 15,0 0-25-15,-3 16-31 16,-3 12 87-16,1 7 3 16,5 2-47-16,0-1-36 15,16-1-26-15,16-7-14 0,7-7-1 16,9-12-53-16,21-9-119 15,-9 0-211-15,-10-14-663 0</inkml:trace>
  <inkml:trace contextRef="#ctx0" brushRef="#br0" timeOffset="117025.2">21647 5348 962 0,'0'0'309'15,"0"0"-210"-15,0 0-64 16,0 0 58-16,0 0 32 16,0 0-14-16,0 0-57 15,-25 1-15-15,25-1 21 16,0 0 21-16,0 0 17 16,0 0-29-16,0 0-62 15,0 0-5-15,0 0-2 0,0 0-9 16,0 0 0-1,0 0 12-15,0 2-3 0,0-2 21 16,0 0-1-16,0 0 35 16,-2 0-36-16,2 0-9 15,0 0-2-15,0 0-8 16,0 0 0-16,0 0 0 16,0 0 1-16,0 0 20 15,0 0 4-15,0 0 37 16,0 0 8-16,0 0-20 15,0 0 1-15,0 0-51 16,4 0 6-16,8 0-15 0,1 0 1 16,1 0 8-1,-1 7 3-15,-5 9-2 0,-2 5 38 16,-6 5-3-16,0 9 35 16,-21 3 25-16,-1 0-50 15,-3-1 5-15,8-11-8 16,7-4-33-16,10-10 10 15,0-2-20-15,14-4 1 16,24-2-10-16,15-4-22 16,39-13-84-16,-12-10-162 15,-6-7-558-15</inkml:trace>
  <inkml:trace contextRef="#ctx0" brushRef="#br0" timeOffset="117648.07">22342 4722 1913 0,'0'0'663'15,"0"0"-532"-15,0 0-101 0,0 0-30 16,0 0 0-16,0 0 33 16,79 146 9-16,-58-39-3 15,-9-3 31-15,-8-4-37 16,-4-13-11-16,-11-19-14 15,-15 7-7-15,-5 6-2 16,-4-9 1-16,4-12-75 16,2-9-113-16,10-20-339 15,5-14-555-15</inkml:trace>
  <inkml:trace contextRef="#ctx0" brushRef="#br0" timeOffset="119998.22">22962 5298 1152 0,'0'0'764'16,"0"0"-297"-16,0 0-210 15,0 0 10-15,0 0-48 16,0 0-56-16,0 0-42 16,38-5-97-16,0 0-12 15,11 1-21-15,6 2 9 16,11-1-58-16,-2 3-30 0,1 0-70 15,14 0-109-15,-16 0-413 16,-12 0-740-16</inkml:trace>
  <inkml:trace contextRef="#ctx0" brushRef="#br0" timeOffset="120366.64">24032 4973 811 0,'0'0'1402'16,"0"0"-1250"-16,0 0-152 15,0 0 0-15,0 0 43 16,0 0 99-16,-80 124 20 15,80-66-52-15,18-2-53 16,24-3-18-16,16-10-15 16,17-10 21-16,12-15-35 15,9-13-10-15,-5-5-7 16,-10-15-61-16,-19-17 4 16,-22-9-3-16,-24-5-9 15,-16-6-22-15,-8-1 38 16,-28-2 41-16,-9 6 8 15,-22 5-54-15,9 13-228 0,7 11-289 0</inkml:trace>
  <inkml:trace contextRef="#ctx0" brushRef="#br0" timeOffset="121936.38">15768 6302 1554 0,'0'0'393'0,"0"0"-270"16,0 0-75-16,0 0-36 15,0 0-5-15,0 0 30 16,0 0 0-16,118-10-4 15,-77 6 30-15,3-2-41 16,6 2 57-16,6 1-9 0,6-2-58 16,7-1 4-1,4 3-10-15,10-4-2 0,4 2 8 16,0-2-11-16,0 3-2 16,-3 0 1-16,-4-1 0 15,-1 5 11-15,-2 0-11 16,0 0 0-16,-2-3-8 15,3 3 17-15,2-4-10 16,3-1 1-16,-1 2 0 16,-1-3 0-16,-3 1 0 15,-4 2-5-15,-1 1 5 16,-4 0 1-16,-1 2 8 16,0 0-9-16,1 0 1 15,2 0 3-15,1 0-4 16,-1 0-5-16,2-5 5 0,1 2 0 15,1-1 0-15,2-2-6 16,-2-1 6-16,4 4-3 16,-2-3 3-16,6 3 0 15,4 0 0-15,0 1-9 16,2-2 8-16,-2 2 1 16,0-1 0-16,-3-2-11 15,1-2 13-15,-2 4-4 16,0-2-2-16,-4 0 4 15,4-2 14-15,-2 2-14 16,-2 1-7-16,2-3 7 16,-1 4 9-16,0-1-8 0,3 1-1 15,2 0 0 1,0-2-2-16,1 1 2 0,1 1 0 16,2-2-1-16,2-2 2 15,1-1-2-15,-1-3 0 16,3 2 1-16,-1-2 0 15,4 1-6-15,3 1 6 16,2 0 12-16,19 1-12 16,-12 2 0-16,2 1-1 15,1 1 1-15,-14 0-1 16,13 1 1-16,14 3 0 16,16-2 3-16,15 2-3 15,4-2-2-15,-13 2 1 0,-13-1 2 16,-16-4-2-16,2 5 1 15,-1-2 0-15,-16 0 4 16,-19 2 2-16,-12 0-9 16,-4 0 4-16,15-2-1 15,13 2 9-15,16-1-9 16,-2 1 0-16,2-2-8 16,13-3 17-16,-11 3-16 15,-3-1 14-15,0-2-4 16,-15 1 46-16,12 0-29 15,-6 3 0-15,-7-3-5 16,-5 1-14-16,-8-1 12 16,-6 0-13-16,-14-1 0 15,-10 0 8-15,-15 1-8 16,-14-1-34-16,-23 0-72 0,0-1-208 16,-9 0-524-16</inkml:trace>
  <inkml:trace contextRef="#ctx0" brushRef="#br0" timeOffset="122873.73">20662 6545 107 0,'0'0'1622'16,"0"0"-1095"-16,0 0-438 0,0 0-9 16,0 0 22-16,0 0-24 15,0 0-10-15,42-57 81 16,-17 40-86-16,4 0-12 16,6 5-20-16,3 7-17 15,3 5-4-15,-4 0-10 16,-6 8 6-16,-4 18 0 15,-12 11-6-15,-10 10 18 16,-5 7 37-16,-3 8-54 16,-21-2 18-16,-2-2-19 15,1-10 1-15,5-11 21 16,7-13-21-16,5-10-2 16,6-10 0-16,2-4 0 0,0 0 1 15,16-14-33-15,18-20-15 16,10-17-119-16,10-10-77 15,-5-6-38-15,-9 9 201 16,-13 14 81-16,-19 18 181 16,-8 16-16-16,0 10-83 15,-19 4-47-15,-8 24 20 16,4 6 31-16,10 11-31 16,11 1-4-16,2 2-3 15,38-4-48-15,35-8 1 16,41-12 0-16,-2-14-1 15,-4-8-57-15,21-6-118 0,-44-15-151 16,-2-2-653-16</inkml:trace>
  <inkml:trace contextRef="#ctx0" brushRef="#br0" timeOffset="128602.68">4121 8949 1213 0,'0'0'614'16,"0"0"-423"-16,0 0-31 15,0 0-4-15,0 0-55 16,0 0 28-16,-2 0-32 16,2 0-31-16,0 0-24 15,0 0 13-15,0 0 39 0,-2 0-30 16,0 0-29-1,2 0 38-15,0 0-54 0,0 0 10 16,0 0-22-16,0 0 8 16,0 0 12-16,0 0-27 15,9 0 12-15,15 0-6 16,12-2-5-16,10-1 11 16,6 3-12-16,1 0-16 15,-4 0-32-15,-4 0-42 16,-7 15-109-16,-12 5-120 15,-13 0-357-15</inkml:trace>
  <inkml:trace contextRef="#ctx0" brushRef="#br0" timeOffset="128775.02">4105 9224 2147 0,'0'0'528'16,"0"0"-415"-16,0 0-68 15,0 0 21-15,0 0-39 16,127-38-8-16,-88 38-19 16,7 0-103-16,-13 3-235 15,-6 11-594-15</inkml:trace>
  <inkml:trace contextRef="#ctx0" brushRef="#br0" timeOffset="131349.12">5053 9314 1498 0,'0'0'496'15,"0"0"-461"-15,0 0-28 0,0 0 26 16,0 0 68-16,132-79-28 15,-68 30-10-15,9-6-63 16,8-11-26-16,4 0-11 16,0-6-55-16,-12-4 14 15,-9-5 30-15,-14 1 48 16,-17 3 30-16,-16 4 81 16,-7 11 41-16,-10 10 42 15,0 12-75-15,0 15-77 16,0 11-3-16,-12 14-38 15,-5 0-2-15,-8 27-14 16,-12 39 15-16,-11 42 30 16,6 5-18-16,9-4 21 15,13-19 16-15,13-25-36 0,5 0 3 16,2-4-16-16,2-13 0 16,23-16 7-16,6-9-7 15,7-11-26-15,2-12 7 16,0 0-54-16,-2-12-45 15,-5-16 0-15,-6-8-20 16,-7-3-1-16,-6 5 33 16,-8 9 106-16,-6 11 111 15,0 12 23-15,0 2-79 16,-4 12-54-16,-10 17 0 16,1 10 51-16,4 1-43 15,7 2-9-15,2-6-41 16,13-16-191-16,14-11-316 0,2-9-975 0</inkml:trace>
  <inkml:trace contextRef="#ctx0" brushRef="#br0" timeOffset="131784.72">6176 8909 768 0,'0'0'1064'0,"0"0"-950"16,0 0 71-16,-31 142-14 15,16-94-27-15,1-3 24 16,3-12-82-16,5-7-30 16,3-9-37-16,3-7-17 15,0-5-4-15,0-5-13 0,0 0 14 16,13-7-11 0,14-18-9-16,9-12-127 0,9-7-64 15,-3 4-36-15,-5 8 161 16,-5 14 87-16,-12 15 26 15,-9 3 32-15,-6 19 55 16,-5 11 43-16,0 3-14 16,-5 0-15-16,-4-9-27 15,3-8-88-15,1-6-12 16,5-8 9-16,0-2 1 16,7 0-16-16,22-19 6 15,15-10-194-15,12-9 69 0,8-3 25 16,2 4 30-16,-9 11 69 15,-10 12-5 1,-9 14 0-16,-13 3 7 0,-15 29-2 16,-10 14 0-16,-8 26-71 15,-19-7-110-15,-2-14-215 16</inkml:trace>
  <inkml:trace contextRef="#ctx0" brushRef="#br0" timeOffset="132681.07">5293 9756 1696 0,'0'0'399'0,"0"0"-223"15,0 0-42-15,0 0-56 16,0 0-56-16,0 0 46 16,0 0-27-16,94-71-31 15,-72 71 0-15,-1 0-8 16,-8 24 4-16,-6 12 25 16,-7 10 38-16,0 7 16 15,-16 3-42-15,-6-5-13 16,0-5 15-16,4-7-32 15,2-11-2-15,7-10-10 0,5-8-1 16,4-6-1-16,0-4-23 16,0 0-22-16,2-12 21 15,16-17-10-15,9-20-230 16,4-7-201-16,-2-2 137 16,-5 6 234-16,-8 13 95 15,-7 15 297-15,-9 16 76 16,0 8-209-16,-2 3-118 15,-14 21-20-15,-4 8 63 16,6 4 10-16,5 2-34 16,9-1-44-16,0-4-1 15,27-3-20-15,11-6-66 16,26-10-85-16,-5-6-121 16,-8-8-412-16</inkml:trace>
  <inkml:trace contextRef="#ctx0" brushRef="#br0" timeOffset="132863.87">5700 9888 1324 0,'0'0'1049'0,"0"0"-822"16,0 0-154-16,0 0-7 16,0 0-56-16,0 0 13 15,137 0-4-15,-79 0-19 16,3 0-70-16,15 0-116 15,-16 0-58-15,-11 0-394 0</inkml:trace>
  <inkml:trace contextRef="#ctx0" brushRef="#br0" timeOffset="133123.72">6161 9694 838 0,'0'0'1368'16,"0"0"-1022"-16,0 0-239 16,0 0-92-16,0 0-9 15,0 0 3-15,116 13 2 16,-85 9 23-16,-8 6-34 16,-17 8 0-16,-6 6 27 15,-16 6 7-15,-24 3 21 0,-11 0-47 16,-3-4 4-16,6-3-24 15,8-3-94-15,13-11-228 16,15-15-540-16</inkml:trace>
  <inkml:trace contextRef="#ctx0" brushRef="#br0" timeOffset="133596">6792 9675 1360 0,'0'0'848'0,"0"0"-644"16,0 0-137-16,0 0 46 15,-127 51-14-15,98-14 14 0,11 3 2 16,9 4-57-16,9 2-13 15,5 0-27-15,28-9 0 16,18-7 19-16,14-14-31 16,15-12 9-16,4-4-10 15,-3-15-5-15,-12-18-12 16,-20-4-33-16,-27-4-4 16,-22-5-1-16,-11 2-166 15,-37 6-23-15,-47 8-39 16,11 11-26-16,8 10-305 0</inkml:trace>
  <inkml:trace contextRef="#ctx0" brushRef="#br0" timeOffset="139571.26">7496 8382 1187 0,'0'0'322'0,"0"0"-104"16,0 0-13-16,0 0-35 15,0 0-40-15,0 0-55 16,0 0-16-16,0-26-12 0,0 26-46 15,0 0 4 1,0 13-4-16,0 18 0 0,0 15 66 16,0 14 22-16,0 10-20 15,0 6 16-15,0 3-30 16,0-1-1-16,0-1-4 16,0-4-11-16,0 2 8 15,0 1-23-15,0 3-15 16,0-2 24-16,-4 1-32 15,0-6-1-15,1-5 5 16,0-9 4-16,3-10-10 16,0-10 1-16,0-8 0 15,0-7-6-15,0-9 7 16,0-3-1-16,0-7 0 16,0-2-5-16,0-2 5 0,-2 0 0 15,2 0 8-15,0 0-5 16,0 0 5-16,0 0-8 15,0 0 0-15,0 0-3 16,0 0-5-16,2 3 2 16,19 0-7-16,8 3 3 15,14 0 11-15,3 0-2 16,8 1-16-16,-4-4-28 16,6-1-67-16,-11 3-137 15,-16-5-364-15</inkml:trace>
  <inkml:trace contextRef="#ctx0" brushRef="#br0" timeOffset="140092.09">7540 8344 1513 0,'0'0'746'16,"0"0"-394"-16,0 0-101 0,0 0-133 15,0 0-63-15,0 0-3 16,0 0-52-16,137-55 0 16,-79 55 0-1,2 0-42-15,18 25-87 0,-16-2-202 16,-11-2-489-16</inkml:trace>
  <inkml:trace contextRef="#ctx0" brushRef="#br0" timeOffset="141129.84">9224 9133 838 0,'0'0'1170'0,"0"0"-828"16,0 0-132-16,0 0-31 15,0 0-52-15,0 0-42 16,0 0-23-16,85 0-34 16,-39-5-28-16,6 1 0 15,4-1-4-15,-4 0 4 16,2-1-38-16,-9-3-34 15,-7 4-92-15,-9-9-117 16,-9 2-333-16,-11-3-1171 0</inkml:trace>
  <inkml:trace contextRef="#ctx0" brushRef="#br0" timeOffset="141307.24">9513 8889 1497 0,'0'0'829'15,"0"0"-673"-15,0 0-150 16,0 0 12-16,-60 114 27 16,41-60-34-16,-2 4 4 15,6 7-15-15,1 2-47 16,3 8-111-16,5-15-222 16,3-16-821-16</inkml:trace>
  <inkml:trace contextRef="#ctx0" brushRef="#br0" timeOffset="142913.07">10358 8961 1560 0,'0'0'405'15,"0"0"-223"-15,0 0-76 16,0 0-62-16,0 0-27 15,0 0 55-15,116-98-21 16,-78 92-23-16,1 6 34 16,-4 0-2-16,-4 22-20 15,-9 12 2-15,-10 8 20 0,-10 6 38 16,-2 2-55 0,-9 3-5-16,-13-7 10 15,-1-7-35-15,0-6 1 16,8-10 2-16,5-12-10 0,4-5-16 15,6-4 5-15,0-2-24 16,0-8 26-16,18-24-33 16,11-20-216-16,5-14-35 15,3-8 7-15,-5 4-26 16,-8 9 304-16,-8 21 31 16,-13 17 279-16,-3 20-72 15,-5 3-137-15,-17 16-61 16,-3 17 52-16,5 8 8 15,7 5-28-15,13-2-39 16,2 0 17-16,29-4-50 0,13-5-7 16,10-9-69-16,31-12-128 15,-16-6-166-15,-9-8-441 0</inkml:trace>
  <inkml:trace contextRef="#ctx0" brushRef="#br0" timeOffset="143153.14">11228 9060 2316 0,'0'0'0'16,"0"0"-422"-16,0 0 200 15,0 0-1118-15</inkml:trace>
  <inkml:trace contextRef="#ctx0" brushRef="#br0" timeOffset="144346">11892 8622 1709 0,'0'0'501'16,"0"0"-406"-16,0 0-76 0,0 0 6 16,0 0 21-16,0 0 5 15,0 0 15-15,2-4-18 16,11-1-20-16,3-4 9 15,4-3-37-15,-2-2 0 16,-2 0 24-16,-9 0-24 16,-5 4 1-16,-2 2 16 15,-7 4-17-15,-22 4 0 16,-7 0 3-16,-6 27-3 16,2 12 43-16,5 12-15 15,10 9 27-15,13 5-17 16,12-2-2-16,0-5 22 15,10-5-57-15,11-7 11 0,0-11-6 16,-7-4 6-16,-6-7-18 16,-8-3 6-16,0-3 0 15,-16-1 3-15,-8-3 5 16,-2-4-8-16,3-10-2 16,9 0-22-16,10-16 12 15,4-22-82-15,22-11-155 16,20-2 47-16,12 2 66 15,0 15 92-15,-1 14 44 16,-11 14 27-16,-6 6 51 16,-11 12 21-16,-11 16-11 15,-10 6 59-15,-4 6-53 0,0 0-6 16,-12-1-4 0,-3-7-62-16,6-10 1 0,2-6-23 15,5-10 0 1,2-4-4-16,0-2 4 0,2 0-6 15,20-18-2-15,12-13-90 16,11-5-68-16,1-1-1 16,-1 2 29-16,-7 16 115 15,-11 10 23-15,-10 9 37 16,-7 9 1-16,-8 14 31 16,-2 5 45-16,0-2-23 15,-2-3-31-15,-6-7 5 16,6-9-59-16,2-3 3 0,0-4-9 15,10 0-6 1,21-11 5-16,19-15-101 0,11-6-44 16,6-3 58-16,-2 3 18 15,-12 8 70-15,-10 12 29 16,-17 12 40-16,-10 0-17 16,-12 20-52-16,-4 15-9 15,-7 6-25-15,-24 22-1 16,6-13-185-16,4-10-534 0</inkml:trace>
  <inkml:trace contextRef="#ctx0" brushRef="#br0" timeOffset="144947.04">13301 8412 1627 0,'0'0'511'0,"0"0"-351"15,0 0-145 1,0 0-14-16,0 0-1 0,-94 177 117 15,45-42 69-15,7-2-58 16,17-23-49-16,14-38-27 16,11-24-52-16,0 5 2 15,9-4-2-15,16 2-3 16,6-15-17-16,11-12-81 16,32-24-108-16,-10 0-350 15,-6-14-1252-15</inkml:trace>
  <inkml:trace contextRef="#ctx0" brushRef="#br0" timeOffset="145314.7">13822 8635 889 0,'0'0'837'0,"0"0"-784"16,0 0-53-16,103-131-18 15,-74 80-27-15,-2-7 45 16,-7 5 51-16,-4 0-4 16,-6 9 50-16,-5 10 37 15,-5 10 28-15,0 12 56 0,0 8-96 16,0 4-79-16,0 4-43 15,0 24-12-15,0 21 12 16,-7 14 55-16,3 17-4 16,0 7-23-16,-1 3-28 15,3-1-9-15,-1-7-86 16,1-10-29-16,-7-4-140 16,3-19-245-16,-8-17-361 0</inkml:trace>
  <inkml:trace contextRef="#ctx0" brushRef="#br0" timeOffset="145513.22">13517 8899 139 0,'0'0'2111'0,"0"0"-1596"16,0 0-422-16,0 0-56 16,0 0-18-16,156-16-19 15,-60 16 17-15,31-2 4 16,-2 0-21-16,-13 2 0 15,-19-2-1-15,-30-1-60 16,14 3-160-16,-10-2-247 16,-22-3-492-16</inkml:trace>
  <inkml:trace contextRef="#ctx0" brushRef="#br0" timeOffset="146005.17">13896 9131 1452 0,'0'0'295'0,"0"0"-194"16,0 0 12-16,0 0-40 16,0 0 104-16,0 0 31 15,0 0 8-15,-16 145-79 0,-9-95-58 16,4-6-30-16,3-5-41 16,7-12-7-16,7-8 7 15,4-9-8 1,0-8-23-16,0-2 0 0,13 0-16 15,11-17 22-15,5-12-141 16,2-11-132-16,-2-7-34 16,-6 6 123-16,-8 4 201 15,-6 11 126-15,-9 14 220 16,0 12-147-16,0 0-181 16,-2 4-8-16,-7 16 50 15,5 4 7-15,4 6 19 16,2 0-41-16,23-2-24 0,12-4-21 15,7-5-76-15,30-14-90 16,-13-5-162-16,-8 0-414 16</inkml:trace>
  <inkml:trace contextRef="#ctx0" brushRef="#br0" timeOffset="146501.15">14250 9082 963 0,'0'0'366'15,"0"0"-110"-15,0 0-48 16,0 0-13-16,0 0 1 16,0 0-55-16,0 0-83 15,0 0 30-15,0 0-66 16,0 0 42-16,0 0 16 16,0 0-42-16,0 0-9 15,0 0-21-15,0 0-1 16,0 0-8-16,0 0 1 15,10 1 0-15,0 3-9 0,1 5 4 16,1-1 4-16,-8 6-8 16,-4 1 9-16,0 8 63 15,-6 3 1-15,-15 2 2 16,1-3-35-16,3 1-11 16,5-11-8-16,8-5-12 15,4-6-8-15,0-1-2 16,24-3-23-16,12 0 11 15,13 0-92-15,34-32-124 16,-12-5-391-16,-4-3-1001 0</inkml:trace>
  <inkml:trace contextRef="#ctx0" brushRef="#br0" timeOffset="147246.74">14872 8320 1313 0,'0'0'364'0,"0"0"-227"16,0 0-105-16,0 0 78 0,0 0 98 16,50 156-26-16,-37-84-51 15,-7 12 35-15,-6 5-40 16,0 1-23-16,-6-4-53 16,-17-2-29-16,-6-5 4 15,-2-6-25-15,-2-6-1 16,2-9-26-16,-1-9-98 15,10-10-133-15,7-13-337 16,8-16-1209-16</inkml:trace>
  <inkml:trace contextRef="#ctx0" brushRef="#br0" timeOffset="147851.1">15086 8201 1337 0,'0'0'402'15,"0"0"-257"-15,0 0-73 0,0 0 74 16,121-16-16 0,-81 13 26-16,0-2-57 0,-2-1-56 15,-5-2-15-15,-4-2-27 16,-4 0-1-16,-10 0 36 16,-5 1-24-16,-6 7 60 15,-2-1 32-15,-2 3-17 16,0 0-29-16,0 0-58 15,0 0 7-15,0 0-16 16,0 22-35-16,5 16 35 16,-3 21 9-16,2 28 32 15,-4 36 22-15,0 27-43 16,0 8 2-16,0-15 26 16,0-18-27-16,-4-34 15 15,2-12-18-15,2-17-9 0,0-2 15 16,0 12-15-1,0 7 0-15,8 6 11 0,1-13-11 16,-2-9 0-16,-4-15-12 16,-3-11 12-16,0-9 6 15,-3-10-6-15,-23-4 0 16,-15-6-2-16,-12-6-16 16,-12-2-22-16,-4 0-117 15,2-10-88-15,7-3 43 16,-3 0-71-16,19 3-120 15,15 0-1230-15</inkml:trace>
  <inkml:trace contextRef="#ctx0" brushRef="#br0" timeOffset="148401.79">16420 8927 1657 0,'0'0'705'0,"0"0"-480"15,0 0-27 1,0 0-55-16,0 0-48 0,0 0-33 15,129 0-54-15,-69 0-8 16,0 0 0-16,-4 0-58 16,-7 0-80-16,-13 8-185 15,-23 1-470-15</inkml:trace>
  <inkml:trace contextRef="#ctx0" brushRef="#br0" timeOffset="148530.11">16426 9126 2393 0,'0'0'533'15,"0"0"-491"1,0 0-34-16,137-2 7 0,-62-11-15 16,32 3-14-16,-17 1-179 15,-22 2-524-15</inkml:trace>
  <inkml:trace contextRef="#ctx0" brushRef="#br0" timeOffset="152762.77">10673 9607 1194 0,'0'0'815'0,"0"0"-557"15,0 0-138-15,0 0-74 16,0 0-12-16,0 0 9 16,0 0 3-16,80-10-22 15,-35 28 4-15,8 6-6 16,10 5 11-16,10 6-10 15,37 7 5-15,46 6 35 16,60-6-46-16,31-8-5 16,11-20-12-16,-1-14-21 15,-25-2-7-15,-7-21-42 16,-11-10 12-16,-18-1 46 16,-18-4-16-16,-37 6 25 15,-39 5 3-15,-32 8 59 16,-26 5-23-16,-1 0-34 15,-10 3-2-15,-7-1 11 0,-16 7-11 16,-10 3-16-16,-19 2-127 16,-7 0-575-16</inkml:trace>
  <inkml:trace contextRef="#ctx0" brushRef="#br0" timeOffset="153314.72">12416 10043 1618 0,'0'0'484'0,"0"0"-350"16,0 0-79-16,0 0-31 16,0 0 19-16,0 0 69 15,0 0 7-15,116 75 11 16,-85-17-17-16,2 10-65 15,-1 2 15-15,1-7-41 16,-4-5-4-16,2-10-7 16,-4-7-11-16,-2-12 0 15,-6-7-1-15,-1-3-22 0,-5-7-40 16,-13-3-117-16,0 2-137 16,0-9-480-16</inkml:trace>
  <inkml:trace contextRef="#ctx0" brushRef="#br0" timeOffset="153544.17">12414 10664 937 0,'0'0'1293'0,"0"0"-1075"16,0 0-218-16,0 0 6 16,0 0 13-16,0 0 15 15,131 104 79-15,-86-90 2 16,3-6-22-16,11-8-11 0,1 0-30 15,2-14-38 1,-2-15 26-16,-2-3-31 0,-6-3-9 16,-10-3-9-16,-3 2-96 15,0-10-115-15,-8 10-294 16,-6 9-513-16</inkml:trace>
  <inkml:trace contextRef="#ctx0" brushRef="#br0" timeOffset="155241.71">13583 10842 1370 0,'0'0'535'0,"0"0"-212"16,0 0-80-16,0 0-72 15,0 0-50-15,0 0-75 16,0 0-31-16,-124 50 19 16,66 11-17-16,-7 13 24 15,-4 4-27-15,5 2-8 16,8-12 9-16,14-10-15 15,13-15-9-15,11-16-26 16,9-8-120-16,7-9-62 16,2-10-59-16,0 0 38 15,0-17 158-15,13-21-241 0,5-13-78 16,-1-10 109-16,6-2-319 16,-5 8 609-16,-5 11 831 15,-4 15-273-15,-4 18-246 16,2 11-99-16,-1 0-137 15,7 18-57-15,5 16 34 16,9 4 66-16,9 2-36 16,9-2-38-16,10-8 53 15,8-6-38-15,4-10-11 16,1-10-41-16,-3-4-2 16,-5 0-6-16,-4-20-43 0,-10-6-24 15,-7-4-15 1,-10-2-18-16,-14 1 36 15,-8 4-10-15,-7 11 74 16,0 13 36-16,-13 3-36 0,-10 9 0 16,0 19 17-16,2 7 60 15,3 4 8-15,7-6-27 16,4-1-6-16,7-11 5 16,0-4-53-16,0-9-2 15,0-8-2-15,11 0 6 16,14 0 9-16,6-18-15 15,11-7-38-15,3-4 13 16,-3 0-35-16,-2 6 7 16,-11 9 41-16,-9 9-11 0,-9 5 23 15,-11 0-33-15,0 12 33 16,0 4 72-16,-6 2-29 16,-3-6-1-16,3-5-8 15,3-1-24-15,3-6-20 16,0 0 6-16,11 0-35 15,16-8 24-15,13-11-88 16,7 0 8-16,-3 1 53 16,-1 7 8-16,-12 8 34 15,-9 3 0-15,-10 3 0 16,-10 17 43-16,-2 3 21 16,0 1-6-16,-8-5-15 15,-2-3-9-15,-1-5-4 0,4-3-30 16,4-4-40-1,3-4-81-15,0 0-196 0,0 0-637 0</inkml:trace>
  <inkml:trace contextRef="#ctx0" brushRef="#br0" timeOffset="155929.13">14783 10599 1625 0,'0'0'222'0,"0"0"-148"16,0 0 120-16,-73 159 26 0,57-91-41 16,5 6-27-16,7 1-44 15,1-3-68-15,3-6-27 16,0-11 7-16,0-8-19 15,7-13-2-15,10-11 1 16,8-11 0-16,11-11-1 16,11-1-50-16,7-20-62 15,-2-10-47-15,-4-4-61 16,-13 6 63-16,-22 10 158 16,-13 14 157-16,-6 4-91 0,-32 20-52 15,-6 12 88 1,-6 5 36-16,9 4-65 15,6-7-19-15,14-6-43 16,9-7-11-16,10-12 0 16,2-4-40-16,11-5-45 0,21 0 46 15,7-18-86-15,6-10-144 16,0 0 32-16,-10-1 75 16,-10 7 162-16,-12 9 85 15,-9 8 106-15,-4 5-59 16,0 0-78-16,0 5 28 15,0 12 54-15,0 1-50 16,-2 0 13-16,2-1-55 16,0-4-24-16,0-1-5 15,12-4-9-15,3-4-6 0,7-4-8 16,7 0-57-16,5-5-34 16,1-14-118-16,4-4-103 15,-4-2-191-15,-3 5-10 16,-8 8 521-16,-6 9 129 15,-10 3 74-15,0 7 70 16,-4 13-50-16,-4 5-63 16,0-3-62-16,0-1-58 15,0-6-17-15,0-5-23 16,0-10-120-16,-10 0-212 16,4-17-509-16</inkml:trace>
  <inkml:trace contextRef="#ctx0" brushRef="#br0" timeOffset="156145.13">15385 10802 2009 0,'0'0'233'16,"0"0"-233"-16,0 0-129 16,-62 170-63-16,13-83-33 15,-3 5 100-15,-1-3 125 16,2-6 90-16,9-10 119 15,5-15 84-15,11-12-136 16,8-12-67-16,16-13-90 16,2-8-167-16,0-13-1100 0</inkml:trace>
  <inkml:trace contextRef="#ctx0" brushRef="#br0" timeOffset="156905.76">16652 10894 1295 0,'0'0'728'0,"0"0"-541"16,0 0-187-16,0 0 0 16,-170 82 73-16,97-23 55 15,5 3-3-15,10-4-22 16,18-12-85-16,18-12-17 16,11-14 8-16,11-10-8 15,0-10-2-15,25 0-14 16,12-8 15-16,8-16-19 15,4-8-100-15,2-4-27 0,-4 2 22 16,-7 6 59 0,-8 14 49-16,-11 14 0 0,-9 8 16 15,-8 31 73-15,-4 18 50 16,0 11-5-16,-20 3 6 16,-9-3-56-16,-2-8 1 15,-3-12-30-15,3-13-10 16,6-14 34-16,8-10-39 15,9-11 13-15,8 0 7 16,0-17-22-16,17-21-22 16,25-11-60-16,47-46-89 15,-6 11-239-15,0 1-709 0</inkml:trace>
  <inkml:trace contextRef="#ctx0" brushRef="#br0" timeOffset="157076.07">17088 10698 2068 0,'0'0'338'16,"0"0"-254"-16,-87 107 33 16,33-35-25-16,-4 8 5 15,0 4-59-15,6-3-38 16,9-6 0-16,16-12-108 16,25-13-78-16,2-18-284 15,5-19-373-15</inkml:trace>
  <inkml:trace contextRef="#ctx0" brushRef="#br0" timeOffset="157441.09">17317 10534 1796 0,'0'0'308'16,"0"0"-245"-16,0 0 45 15,-69 140 89-15,40-65-17 16,0 10-38-16,6 3-48 16,-2-2-9-16,5-7-64 15,1-9 12-15,6-16-33 16,7-14 1-16,2-14-1 16,1-11-3-16,3-10 1 0,0-5-7 15,3 0 8 1,24-25 1-16,12-14-86 15,10-7-163-15,4 1 50 16,-1 6 74-16,-12 17 112 0,-13 17 13 16,-11 5 46-16,-14 29 3 15,-2 13-11-15,-10 5-2 16,-11 6-35-16,-10 14-1 16,8-17-135-16,5-13-476 0</inkml:trace>
  <inkml:trace contextRef="#ctx0" brushRef="#br0" timeOffset="157937.01">18283 10606 1551 0,'0'0'806'0,"0"0"-632"15,0 0-174-15,0 0 0 16,7 106 32-16,-7-36 52 15,-9 11 41-15,-7 2-59 16,3-2-26-16,2-9-32 16,2-10-8-16,4-16-12 0,5-13-62 15,0-13-64 1,3-13-17-16,39-19-19 0,-4-17-151 16,1-12-872-16</inkml:trace>
  <inkml:trace contextRef="#ctx0" brushRef="#br0" timeOffset="158612.31">18530 10872 1594 0,'0'0'484'16,"0"0"-401"-16,-125 81 62 15,67-35 6-15,10-1-8 16,10-4-78-16,20-7-29 16,16-6 10-16,4-7-38 15,33-2 7-15,21-9-15 16,13-7-3-16,12-3-68 15,6-13-27-15,-2-15 7 16,-10-9-81-16,-10 0-102 16,-20-4 50-16,-24 5 189 0,-19 11 35 15,-2 9 259-15,-31 13-147 16,-9 3-21-16,-4 12 80 16,6 16-67-16,6 5-34 15,15 1-12-15,15-2-32 16,2 0-5-16,13-4-19 15,20-9 7-15,12-7-18 16,11-9-8-16,9-3-50 16,-1-12-23-16,-1-14-97 15,-5-11-84-15,-12 0-17 0,-5-1-85 16,-14 4 192-16,-12 7 181 16,-7 13 514-16,-8 13-221 15,0 1-216-15,-2 26-55 16,-15 20 116-16,-1 12 8 15,-5 14 5-15,4 6-54 16,-2 6-4-16,3 0-20 16,5 1-42-16,5-3 30 15,0-9-52-15,6-11-7 16,2-12 2-16,0-19-4 16,0-10 0-16,0-15-44 15,0-6 44-15,10-17-16 16,0-24-30-16,3-20-132 0,6-34 0 15,7-26-76 1,19-26 35-16,2 15 2 0,-3 32 201 16,-8 37 16-16,-12 32 340 15,3 4-28-15,2 8-69 16,2 2-145-16,-2 17-26 16,-6 0-56-16,-10 27-10 15,-13 15-6-15,-7 16-12 16,-37 12 11-16,-59 38-44 15,9-17-176-15,7-18-491 0</inkml:trace>
  <inkml:trace contextRef="#ctx0" brushRef="#br0" timeOffset="158729.07">18727 11682 2189 0,'0'0'722'0,"0"0"-722"15,0 0-31-15,0 0-284 16,0 0-208-16,0 0-892 0</inkml:trace>
  <inkml:trace contextRef="#ctx0" brushRef="#br0" timeOffset="183956.8">8238 8937 1026 0,'0'0'593'16,"0"0"-313"-16,0 0 40 16,0 0-145-16,0 0 17 15,0-109 4-15,0 80-97 16,0 3 1-16,0 4-19 15,0 4-68-15,0 7 32 16,0 8-37-16,0 1-2 16,0 2-6-16,0 0 6 15,0 0-15-15,0 0 7 16,0 0-68-16,0 0 1 16,0 12-185-16,0 15-32 0,5-1-262 15,-2-9-526-15</inkml:trace>
  <inkml:trace contextRef="#ctx0" brushRef="#br0" timeOffset="185107.03">8118 8981 1425 0,'0'0'309'15,"0"0"-109"-15,0 0-89 16,0 0-20-16,0 0-26 16,0 0-38-16,7-116-15 15,29 74-12-15,6-4-14 16,5 4-15-16,-1 7 7 15,-7 16 17-15,-10 16 5 16,-12 7 0-16,-15 35 25 0,-2 13 41 16,-25 12 28-16,-21 8 36 15,-18 2-48 1,-17 0 6-16,-8-3-14 0,2-10-59 16,5-6 7-16,14-17-22 15,18-13-9-15,13-18-6 16,18-7-6-16,19-7 4 15,0-26-96-15,38-6-61 16,15 4 118-16,7 7 35 16,5 18 21-16,-3 10 77 15,-4 18-15-15,-8 22 35 16,-6 6-5-16,-2 0-32 16,3-4-15-16,7-8-23 0,10-9-21 15,13-13 37-15,31-12-38 16,42-11-70-16,-18-13-133 15,-14-8-395-15</inkml:trace>
  <inkml:trace contextRef="#ctx0" brushRef="#br0" timeOffset="186968.74">18453 8785 1081 0,'0'0'496'0,"0"0"-346"16,0 0-25-16,0 0 111 15,0 0-19-15,0 0-112 16,0 0 41-16,-25-34-27 15,23 18-52-15,0-4-1 0,2-5-38 16,0-2-28-16,4-1 30 16,21-4-30-16,10-2-40 15,10 1-15-15,6 1-32 16,0 8 63-16,-4 6 11 16,-4 9 11-16,-10 9-14 15,-11 11 22-15,-13 24-6 16,-9 14 37-16,-18 13-20 15,-49 18 39-15,-8-5-17 16,-19-1-12-16,-11-10 36 16,14-18-63-16,-7-2 9 15,11-13-8-15,16-9-1 16,17-12 3-16,19-6-3 16,16-4-15-16,19 0 4 0,9-10 8 15,34-11-118-15,13 7 18 16,4 6 68-16,2 8 34 15,-6 10 1-15,-3 21 24 16,-6 6 45-16,2 2-37 16,2-3 55-16,12-7-4 15,30-12-14-15,44-17 21 16,39-3-69-16,17-26-20 16,-5-9-1-16,-19 1-11 15,-29 9-32-15,-10-4-96 16,-38 10-173-16,-26-3-522 0</inkml:trace>
  <inkml:trace contextRef="#ctx0" brushRef="#br0" timeOffset="189757.12">13350 10522 910 0,'0'0'279'15,"0"0"-151"-15,0 0 87 16,0 0-44-16,0 0-36 16,0 0 30-16,0 0-27 15,0-19-45-15,0 19-13 16,0 0-44-16,0 0-20 15,-2 8-16-15,-2 12 33 16,4 2 47-16,0 5-35 16,0-6-7-16,21 0 23 15,10-5-28-15,10-9 6 16,5-7-30-16,4 0-9 16,-4-5-34-16,-9-16-53 15,-14-4 37-15,-13-5 41 0,-10 1-9 16,-7 1-6-16,-25 9-25 15,-5 7-47-15,-28 12-89 16,11 9-114-16,8 11-301 0</inkml:trace>
  <inkml:trace contextRef="#ctx0" brushRef="#br0" timeOffset="209746.04">20891 8402 150 0,'0'0'825'0,"0"0"-529"16,0 0-69-16,67-123-31 16,-47 84 81-16,3-2-138 15,-4 1-2-15,-1 3 35 16,-2 2-65-16,-5 5 76 15,-2 5-128-15,-5 10-31 16,-4 6 66-16,0 9-90 16,-11 15-1-16,-33 47-10 15,-30 54 11-15,-13 51 70 16,2 20-55-16,25-27-3 16,29-47 27-16,22-46-24 15,9-13-15-15,0 7 0 16,18 4-6-16,16 5-39 0,14-7-59 15,28-10-256-15,-11-16-277 16,-9-21-443-16</inkml:trace>
  <inkml:trace contextRef="#ctx0" brushRef="#br0" timeOffset="210760.02">21217 8951 1438 0,'0'0'681'0,"0"0"-545"0,0 0-89 16,0 0 103-16,0 0-132 16,149-86-2-16,-80 36-16 15,2-9-71 1,-1-8 46-16,-6-12-26 0,-6-5 29 15,-9-3 7-15,-13-6-1 16,-12 3 13-16,-12 7 3 16,-8 11 0-16,-4 18 123 15,0 18-58-15,0 22 5 16,0 14-25-16,-14 14-17 16,-7 53-10-16,-13 42 24 15,-4 40-13-15,0 9 146 0,13-24-175 16,10-40 30-1,11-37 3-15,4-13-21 0,0-2 12 16,0-1-24-16,0-6 0 16,0-11-30-16,6-10 30 15,7-8-45-15,10-6 39 16,12-2-10-16,10-26-16 16,8-14-59-16,1-4-107 15,-9 0 159-15,-12 12-50 16,-15 17 89-16,-9 17-9 15,-9 3 24-15,0 26 50 16,0 9-2-16,0 3-27 16,0-3 63-16,0-4-99 0,0-6 0 15,13-6 0-15,14-3 30 16,8-9-61-16,8-8 9 16,4-2-87-16,0-17 109 15,-3-17-105-15,-4-8-14 16,-6-2-32-16,-12 4 48 15,-8 11 103-15,-12 16 112 16,-2 13-84-16,0 4 37 16,-16 24-4-16,1 2 49 15,1 4-46-15,9-4-29 16,5-6 29-16,0-4-64 16,17-3 0-16,12-9-23 15,8-8 23-15,7 0-1 16,6-17-8-16,1-11-37 15,-4-7-7-15,-7 0 53 0,-8 5-54 16,-13 8 53-16,-9 12 2 16,-10 10 20-16,0 0-21 15,-4 18 8-15,-6 8 117 16,3 4-73-16,5-2-33 16,2 1 47-16,6-5-65 15,21-5 19-15,9-9-20 16,9-5 18-16,3-5-5 15,2-5-13-15,-2-15-12 16,-3-6-6-16,-5-6-5 16,-4-1 22-16,-3 1-50 15,-8 3 47-15,-9 7-13 16,-5 13 17-16,-7 9 0 16,-4 0-1-16,0 25 14 15,0 8 44-15,0 6-57 16,0-1 9-16,0 1-14 0,6-5 5 15,2-6-95-15,0-7-3 16,3-10-218-16,-3-8-54 16,-6-3-415-16</inkml:trace>
  <inkml:trace contextRef="#ctx0" brushRef="#br0" timeOffset="210995.03">23358 8645 1213 0,'0'0'634'16,"0"0"-542"-16,0 0 8 16,-13 111 130-16,0-68-104 15,2-3-100-15,4-5 54 16,1 2-80-16,1-4-7 15,-6 11-18-15,2-13-169 16,-2-7-280-16</inkml:trace>
  <inkml:trace contextRef="#ctx0" brushRef="#br0" timeOffset="211280.72">22579 8735 1892 0,'0'0'371'16,"0"0"-288"-16,0 0-83 15,0 0 1-15,0 0 88 16,0 0-89-16,-4 104-28 0,-2-83 19 16,4-7-139-16,0-5-115 15,2-9-325-15</inkml:trace>
  <inkml:trace contextRef="#ctx0" brushRef="#br0" timeOffset="211444.93">22641 8453 1500 0,'0'0'732'0,"0"0"-607"16,0 0-39-16,27 131 53 15,2-87-100-15,15-4-26 16,16-8 56-16,30-8-69 16,39-15-145-16,-15-9-5 0,-14 0-488 15</inkml:trace>
  <inkml:trace contextRef="#ctx0" brushRef="#br0" timeOffset="212586.33">25750 8020 1365 0,'0'0'198'15,"0"0"-50"-15,0 0-148 16,0 0 0-16,-24 209 209 16,-10-36 4-16,-5 19 96 15,1-28-187-15,7-45-57 0,12-52 55 16,4-18-120-16,-1 4 37 15,6-3-37-15,-2-6 29 16,7-15-26-16,3-12-3 16,2-14-15-16,0-3 4 15,21-27 11-15,16-21-59 16,13-18-98-16,6-4-82 16,-4 3 121-16,-9 21 32 15,-16 24 86-15,-14 22 42 16,-11 8-25-16,-2 34 97 15,-2 6 30-15,-11 6-88 16,6-6 74-16,7-6-130 0,7-8 0 16,31-8 33-1,13-11-32-15,16-11-2 0,6-4-43 16,1-16-85-16,-3-24 128 16,-8-15-96-16,-12-5-11 15,-19-1-13-15,-22 10 121 16,-10 17 71-16,-27 22-24 15,-26 12-29-15,-10 22 146 16,1 14-100-16,6 3 15 16,12 2 39-16,19-7-91 15,14-3 20-15,11-5-47 16,9-7-6-16,27-5-62 16,9-7 48-16,3-7-57 15,6-8 2-15,-3-20-54 16,-4-6 123-16,-6-1-109 15,-12 5 95-15,-12 8 20 0,-11 14 51 16,-6 8-22-16,0 0-5 16,-6 18-5-16,-1 3 99 15,5 0-117-15,2-3 22 16,7-1 35-16,19-8-58 16,10-4-2-16,5-5-14 15,1 0-66-15,-2-12 76 16,-2-13-30-16,-4 4 36 15,-11-2-26-15,-2 7 48 16,-11 9-22-16,-4 7 0 16,-4 0 22-16,-2 7-22 15,0 11 21-15,4 1-14 0,1-1 60 16,3-2-56-16,6-6-11 16,5-4 0-16,8-6 3 15,7 0-30 1,6-14-31-16,5-15-89 0,4-5 131 15,2-2-104-15,-2 2 45 16,-2 3 73-16,-7 10 2 16,-9 10 286-16,-6 11-135 15,-6 0-111-15,-5 17 17 16,-9 17-45-16,-5 10-2 16,-3 9-10-16,-28 9-79 15,-40 22 39-15,6-15-237 16,-2-11-534-16</inkml:trace>
  <inkml:trace contextRef="#ctx0" brushRef="#br0" timeOffset="212705.95">26188 9499 2036 0,'0'0'384'0,"0"0"-384"16,0 0-78-16,0 0 77 15,0 0-200-15,144 12-589 0</inkml:trace>
  <inkml:trace contextRef="#ctx0" brushRef="#br0" timeOffset="212914.81">28132 8416 697 0,'0'0'1729'0,"129"81"-1506"15,-65 28-216-15,-35 46 5 16,-33 25 118-16,-83 1-124 16,-46-13 24-16,-23-18-30 15,-12-19-152-15,37-43-187 16,23-30-746-16</inkml:trace>
  <inkml:trace contextRef="#ctx0" brushRef="#br0" timeOffset="-214387.35">1507 13014 922 0,'0'0'256'0,"0"0"21"16,0 0-17-16,0 0-29 15,0 0 79-15,0 0-120 0,0 0-22 16,-58-38-31-16,77 21-94 16,26-6-13-16,20-16-30 15,18-4 6-15,6-10-55 16,2 1 6-16,-7-2-87 16,-8-2 78-16,-13 1-55 15,-16 1 25-15,-16 0 22 16,-11 4 8-16,-14 0 33 15,-6 6 29-15,0 5-10 16,0 10 73-16,0 12-33 16,-4 8 22-16,-3 9-62 15,1 22 13-15,-8 48-13 0,-3 57 1 16,-4 49 59 0,-1 21 56-16,2-13-43 0,0-27 32 15,-3-33-93 1,4-28 11-16,-4-25 25 0,5-22-48 15,-1-14 0-15,-4-1 9 16,-2-5 13-16,-4 0 2 16,3-16-24-16,2-9 0 15,1-4 46-15,7-8-44 16,10-25-2-16,6-17 0 16,10-15 36-16,33-11-69 15,20-4 33-15,8 2-135 16,5 7 70-16,20-7-239 0,-21 17-202 15,-17 12-269-15</inkml:trace>
  <inkml:trace contextRef="#ctx0" brushRef="#br0" timeOffset="-214142.66">2652 11895 1825 0,'0'0'183'0,"0"0"-67"0,0 0-41 16,0 0-56-16,0 0 89 16,-121 159-39-16,82-51-69 15,1 23 0-15,11-2-43 16,14-35-270-16,6-37-412 0</inkml:trace>
  <inkml:trace contextRef="#ctx0" brushRef="#br0" timeOffset="-213832.77">3123 12206 1538 0,'0'0'239'15,"0"0"-176"-15,0 0 155 16,-137 87-5-16,87-22-83 15,-2 13 99-15,10 11-177 16,13 1-51-16,11-2 37 16,13-4-38-16,5-6-16 15,34 7-124-15,6-23-142 16,0-22-244-16</inkml:trace>
  <inkml:trace contextRef="#ctx0" brushRef="#br0" timeOffset="-213525.68">3379 12583 1876 0,'0'0'533'16,"0"0"-533"-16,0 0 26 16,0 0 107-16,-117 131-42 15,109-86 33-15,8 0-115 16,8-6 22-16,27-4 22 0,9-12-44 15,12-6-9 1,0-13 8-16,0-4 21 16,-8-13-22-16,-10-17-7 0,-14-10 0 15,-12-6-19-15,-12 0 19 16,-7-1-36-16,-19 8 36 16,-6 9-7-16,4 8-40 15,1 9-6-15,11 10-171 16,9 1 55-16,7-2-585 0</inkml:trace>
  <inkml:trace contextRef="#ctx0" brushRef="#br0" timeOffset="-213341.17">3954 12214 985 0,'0'0'1099'0,"0"0"-1021"15,0 0 27-15,37 157 84 16,-37-75-80-16,-8 8-17 15,-15 4-90-15,0 2 54 16,2-8-112-16,10-9-23 16,11-13-132-16,9-23-266 15,14-23-510-15</inkml:trace>
  <inkml:trace contextRef="#ctx0" brushRef="#br0" timeOffset="-213125.75">4290 12680 814 0,'0'0'1413'0,"0"0"-1293"15,0 0-80-15,0 0-30 16,152 37 9-16,-111-21-19 15,-18 10-141-15,-7-4-120 16,-16-2-688-16</inkml:trace>
  <inkml:trace contextRef="#ctx0" brushRef="#br0" timeOffset="-213011.56">4244 12946 1664 0,'0'0'496'0,"0"0"-487"16,0 0-9-16,176 32-22 15,-105-22-309-15,-6-6-875 0</inkml:trace>
  <inkml:trace contextRef="#ctx0" brushRef="#br0" timeOffset="-212121.69">5426 12655 1553 0,'0'0'386'0,"0"0"-129"16,0 0 44-16,0 0-194 16,0 0-31-16,0 0 41 15,-79-117-93-15,66 97 55 16,9-1-79-16,4-1 11 16,4 0-11-16,29-1 0 0,14 9-30 15,6 8 18-15,3 6 24 16,-12 16-42-1,-12 26 29-15,-25 15 1 16,-9 14 9-16,-47 10 6 0,-25 5-15 16,-8-3 17-16,-3-13 4 15,18-20 5-15,20-19-26 16,20-14 0-16,20-14 31 16,7-3-31-16,19 0 0 15,25-1-7-15,18-11 23 16,19-2-58-16,6 0 41 15,6 4-128-15,19 6 37 16,-20 1-237-16,-24 3-512 0</inkml:trace>
  <inkml:trace contextRef="#ctx0" brushRef="#br0" timeOffset="-211555.13">6444 12901 1527 0,'0'0'490'0,"0"0"-224"15,0 0-5-15,0 0-261 16,0 0 40-16,0 0-22 16,-119 142-18-16,73-69 0 15,1 2-1-15,7-5-31 16,9-12 0-16,21-12-194 16,6-16-250-16,2-21-95 0</inkml:trace>
  <inkml:trace contextRef="#ctx0" brushRef="#br0" timeOffset="-211092.9">6607 13036 1898 0,'0'0'345'15,"0"0"-309"-15,0 0-36 16,156-77-23-16,-108 43-5 16,2-10-20-16,-3-5 48 15,-9-10-99-15,-7-5 46 16,-9 0-8-16,-11 0 34 15,-9 5-37-15,-2 13 64 16,0 18 85-16,0 19 97 16,-10 9-85-16,-9 28-67 15,-7 42 35-15,1 6 159 16,-2 16-86-16,3 4-47 0,8-11 59 16,-1 3-140-16,7-10-10 15,4-17 0 1,6-18 23-16,0-15-23 15,0-9 0-15,0-14 0 0,20-5-45 16,14-1 45-16,12-30-21 16,14-15-61-16,5-12-184 15,-2 0 111-15,-10 8 8 16,-15 20 147-16,-16 23 28 16,-10 10-4-16,-12 33 16 15,0 12 132-15,0 4-135 16,-6-2 106-16,6-7-143 15,0-6 9-15,8-8-3 0,16-7-6 16,12-11-28 0,8-4-72-16,32-19-132 0,-13-19-110 15,-7-11-863-15</inkml:trace>
  <inkml:trace contextRef="#ctx0" brushRef="#br0" timeOffset="-210661.79">7721 12562 1358 0,'0'0'291'16,"0"0"-125"-16,0-118-155 16,0 64 22-16,0 4 58 15,0 0-37-15,0 7-3 16,0 10 86-16,0 13-55 0,0 17 121 16,0 6-199-16,-7 50 62 15,-5 44-16-15,-7 39 16 16,-5 13 16-16,4-20 52 15,2-36-86-15,7-35 57 16,-1-5-105-16,2 2 28 16,1 3 2-16,-1 0-30 15,4-17 0-15,4-15-15 16,2-12 45-16,0-11-57 16,2-3 27-16,20-14-5 15,14-23-72-15,6-11 33 16,3 0-95-16,-7 7 102 15,-14 14 37-15,-11 17 49 16,-3 10-49-16,-8 5 0 0,2 22 54 16,1 4-52-1,1 4 4-15,4-1 1 0,5-6 17 16,10-4-48-16,10-6 21 16,12-5-106-16,35-13-25 15,-12-4-448-15,-6-19-493 0</inkml:trace>
  <inkml:trace contextRef="#ctx0" brushRef="#br0" timeOffset="-209162.29">9032 12913 874 0,'0'0'260'0,"0"0"-161"0,0 0-98 15,0 0 6-15,0 0 4 16,0 0-10-16,0 0 140 15,-9-16-128-15,9 16-12 16,0 0 70-16,0 0-21 16,0 0 12-16,0-1 5 15,0-4-22-15,0 0 109 16,0-2-112-16,0 0 43 16,0 0 106-16,0 1-92 15,0 2-16-15,0 3-83 16,0 1 30-16,0 0-21 15,0 0-9-15,0 0 0 16,0 0-18-16,0 0 37 0,0 0-28 16,0 0 9-16,0 0 0 15,0 0-27-15,0 0 27 16,0 0-16-16,0 0 6 16,0 0 20-16,0 0-25 15,0 0 15-15,0 0 0 16,0 0 14-16,0 0-2 15,0 0-12-15,0 0 61 16,0 0-60-16,0 0 27 16,0 0-28-16,0 0-11 15,0 0-50-15,0 0 33 16,0 0-38-16,0 0-5 16,0 0-27-16,0 0 67 0,0 0-96 15,0 0-190-15,0 0-438 0</inkml:trace>
  <inkml:trace contextRef="#ctx0" brushRef="#br0" timeOffset="-207929.77">9027 12835 1614 0,'0'0'283'0,"0"0"-100"16,0 0-168-16,0 0 1 0,0 0-15 15,0 0 47-15,-31 111 157 16,20-65-169-16,3-4 0 16,-2-6 29-16,6-12-49 15,-1-8 38-15,5-5-54 16,0-8 0-16,0-3 0 15,0 0 1-15,0-6-1 16,9-23 0-16,16-17-33 16,4-13-4-16,2-3-14 15,0 5-46-15,-8 15 67 16,-10 20 30-16,-6 20-13 16,-5 4 13-16,-2 32 0 0,0 12 128 15,0 9-72 1,0 1-43-16,11-5 144 0,9-4-157 15,12-9 16-15,10-10 9 16,9-12-4-16,7-9-22 16,2-7 1-16,3-13-122 15,-7-20 101-15,-12-13-117 16,-11-12 31-16,-13-3-40 16,-15 2-48-16,-5 14 195 15,-13 16 42-15,-22 22 10 16,-4 7 94-16,-5 23-34 15,3 17 7-15,5 8 34 16,12 5-96-16,13-2 80 16,11-4-137-16,2-4 15 0,29-2 21 15,14-10-36-15,8-11 0 16,9-11-2-16,6-9-80 16,-1-5 73-16,-3-24-133 15,-6-7 19-15,-9-6 47 16,-9 4-109-16,-8 6 92 15,-15 12 93-15,-10 12 61 16,-7 8 41-16,0 5-80 16,-5 21-6-16,-8 1 116 15,0 1-107-15,6-5 14 16,7-8-39-16,0-4 36 16,4-8-48-16,23-3 12 0,9 0-58 15,11-8 34 1,2-16-114-16,0-2 73 15,-4 2 52-15,-6 4 13 16,-5 10 38-16,-7 8-38 0,-7 2 0 16,-5 7 27-16,-5 13-27 15,-6 6 19-15,-4 3-19 16,0 0-4-16,-20 6-36 16,-12-7-129-16,-7-10-376 0</inkml:trace>
  <inkml:trace contextRef="#ctx0" brushRef="#br0" timeOffset="-207750.98">8927 12489 2155 0,'0'0'268'0,"135"-39"-195"0,-47 23-2 15,17 3-61-15,2 8 81 16,-20 5-91-16,6 14-43 15,12 35 3-15,-27-3-284 16,-14-9-425-16</inkml:trace>
  <inkml:trace contextRef="#ctx0" brushRef="#br0" timeOffset="-205895.84">11307 13094 1086 0,'0'0'577'0,"0"0"-308"16,0 0-15-16,0 0 21 16,0 0-195-16,0 0-68 15,104-123 7-15,-46 82 5 16,11-6-48-16,-1-3 18 15,4-2-84-15,-9-3 82 16,-10-3-147-16,-11 3 4 16,-13-1 43-16,-13 3-9 15,-9 9 116-15,-7 10 1 16,0 12 3-16,0 16 167 16,0 6-170-16,-7 24-3 15,-4 29 3-15,-2 19 98 16,1 14 76-16,1 7-101 0,3 0-66 15,0-4 136-15,2-13-141 16,1-12 8-16,1-14 6 16,2-15 7-16,2-12-11 15,0-11-12-15,0-9 0 16,0-3-36-16,2-7 37 16,17-24-2-16,16-13-87 15,5-16-65-15,2-7 81 16,-4 9-144-16,-10 12 157 15,-10 21 59-15,-11 24 0 16,-7 1 1-16,0 32 68 16,0 12 25-16,-7 7 90 15,3 4-118-15,4-3-64 0,0-8 62 16,7-7-63 0,17-10-1-16,10-7 0 0,13-11 36 15,8-9-75-15,13-7 27 16,2-23-114-16,4-12 77 15,-2-12-103-15,-6-4 39 16,-10 2 0-16,-16 5 28 16,-13 13 85-16,-19 14 128 15,-8 16 65-15,-4 8-16 16,-25 4-176-16,-9 24 34 16,-7 9 57-16,1 5-77 15,4 0 137-15,11-4-152 0,9-4 18 16,9-7-17-1,9-10-1-15,2-7-25 16,0-8 4-16,0-2 0 16,11 0-25-16,11-15 46 15,10-11-58-15,-1-13 13 0,2-3-91 16,-6 4 18-16,-10 7 63 16,-5 18 55-16,-10 10 0 15,-2 3 0-15,0 21 0 16,0 11 123-16,0 2-39 15,0-1-2-15,0-4-78 16,9-9 30-16,11-6 20 16,5-8-54-16,8-6 0 15,1 0 15-15,3-14-15 16,-3-15 0-16,-3-4-58 0,-4-4-83 16,-5 3 140-16,-7 6-97 15,-3 10 26 1,-8 10 57-16,-4 8 9 0,0 7 6 15,0 19 88-15,-2 8-23 16,-7-1 105-16,2 2-148 16,3-7 4-16,4-6 18 15,0-8-36-15,0-6 14 16,0-6-22-16,2-2 0 16,14-5-53-16,6-18 53 15,7-7-78-15,2-6-3 16,-2 0-101-16,0 4 159 15,-7 11-43-15,-5 11 59 0,-7 10-32 16,-5 5 78 0,-3 21-8-16,-2 8 106 0,0 0-48 15,0-3 43-15,-5-8-123 16,1-7 15-16,4-6 23 16,0-8-47-16,0-2 0 15,7 0-1-15,17 0 27 16,12-16-55-16,6-7-27 15,7-3-57-15,-2-1 91 16,-5 7-35-16,-6 6 56 16,-7 12-12-16,-7 2 26 15,-4 8 15-15,-2 18-28 16,-8 3 0-16,-5 4 48 16,-3 1-48-16,0-2 0 15,0-4-1-15,-5-5-80 0,-14-9-62 16,1-7-193-16,-1-7-344 15</inkml:trace>
  <inkml:trace contextRef="#ctx0" brushRef="#br0" timeOffset="-205717.76">12224 12471 2068 0,'0'0'232'15,"0"0"-185"-15,0 0-41 16,132 8-6-16,-61 2 0 16,9 0 24-16,39-1-79 0,-19-1-189 15,-11-6-627-15</inkml:trace>
  <inkml:trace contextRef="#ctx0" brushRef="#br0" timeOffset="-204771.86">14159 13171 438 0,'0'0'1223'0,"0"0"-863"16,0 0-199-16,0 0 70 15,0 0-154-15,0 0-31 16,0 0 61-16,114-113-107 16,-50 59 0-16,4-6-10 15,-4-5 25-15,-6 2-24 16,-9-2 9-16,-12 3-5 16,-12 7-59-16,-9 10 64 15,-9 13 0-15,-5 13 9 0,0 11-7 16,-2 8 8-16,0 5-10 15,2 26-4-15,2 16-11 16,1 13 30-16,2 10 1 16,0 3 5-16,-5-8 13 15,-2-7-11-15,0-7-23 16,0-12 0-16,-13-13 13 16,1-6-13-16,4-6 0 15,1-9-1-15,3-3 21 16,4-2-11-16,0-4-9 15,13-22-49-15,18-11-27 16,7-2-184-16,4-1 150 16,-2 13 75-16,-11 16 1 15,-6 11-3-15,-15 10 37 16,-3 22 0-16,-5 4 80 0,0 3-34 16,2-4 5-16,4-5-5 15,11-6-15-15,7-6 43 16,5-6-74-16,5-8 0 15,-1-4 14-15,-4 0-8 16,-6-12-6-16,-8-12 0 16,-11-3 24-16,-4-4-18 15,-2-1-6-15,-21 0-23 16,-8 6 10-16,-2 6-20 16,-1 8 8-16,3 3-15 15,4 7-89-15,3 2 54 16,-4 0-177-16,5 0-90 15,3 0-61-15</inkml:trace>
  <inkml:trace contextRef="#ctx0" brushRef="#br0" timeOffset="-204603.77">14770 12675 1264 0,'0'0'551'0,"0"0"-458"16,0 0-57-16,0 0 13 15,134-14-39-15,-103 14 6 16,-4 0-16-16,8 2-104 16,-6 0 1-16,-2-2-446 0</inkml:trace>
  <inkml:trace contextRef="#ctx0" brushRef="#br0" timeOffset="-204456.49">15342 12282 1750 0,'0'0'196'16,"0"0"-146"-16,-10 127-11 16,-9-53-39-16,4 9-16 15,2 26-57-15,4-23-288 16,9-19-688-16</inkml:trace>
  <inkml:trace contextRef="#ctx0" brushRef="#br0" timeOffset="-203742.66">15693 13104 1984 0,'0'0'322'0,"0"0"-242"15,0 0-80-15,0 0 0 16,172-88-24-16,-97 38 24 16,4-7-1-16,-6-2-61 15,-7-7-107-15,-12-1 136 16,-14 1-3-16,-13 6 36 16,-13 6 22-16,-10 16 49 0,-4 11 80 15,0 17-18-15,0 10-121 16,-6 9 9-16,-11 33-21 15,-5 34 0-15,-4 35 84 16,-1 28-15-16,2 10 43 16,5-9-23-16,1-15-81 15,7-32 108-15,1-16-116 16,1-19 0-16,0-12 14 16,-3 2-7-16,-3-1-7 15,-7-6 0-15,-3-13 18 16,-3-11-19-16,-5-13 1 15,-2-4 0-15,5-11-20 16,12-20 28-16,11-22-10 16,8-30 2-16,52-30-16 15,10 1-53-15,3 8 69 0,1 12-55 16,-2 17 17-16,9-12-120 16,8-10 54-16,-6 2 28 15,-6 4 44-15,-13 7 8 16,-13 16 48-16,-14 16-15 15,-12 18 139-15,-15 20-58 16,-2 14-4-16,-15 16-86 16,-24 32 11-16,-7 20 36 15,1 15-35-15,5 7 14 16,13 0 38-16,12-1-55 0,13-11 21 16,2-10-30-16,6-13 0 15,19-9-65 1,6-14 65-16,5-17-98 15,1-11 35-15,1-4-93 0,-1-53-11 16,-12-5-225-16,-8-7-442 0</inkml:trace>
  <inkml:trace contextRef="#ctx0" brushRef="#br0" timeOffset="-203396.08">16607 12735 1315 0,'0'0'664'16,"0"0"-352"-16,0 0-257 15,0 0 29-15,0 0-78 16,0 0 28-16,85 112 45 15,-61-66-30-15,-6 0 91 0,-7 0-122 16,-9 1 6 0,-2-4 57-16,0-4-81 0,-9-6 0 15,-2-9 11-15,2-9 11 16,5-7-26-16,4-6 4 16,0-2-3-16,0-12-40 15,0-24 43-15,15-16-190 16,1-10 44-16,-1-1-70 15,-1 14 198-15,-5 17 18 16,-7 21 153-16,-2 11-51 16,0 12-60-16,0 20-42 15,0 9 112-15,0-1-81 16,0-1 54-16,15-4-85 16,8-7 0-16,6-6-33 15,4-12 33-15,8-10-104 0,5-16-35 16,-8-16-232-1,-11-12-461-15</inkml:trace>
  <inkml:trace contextRef="#ctx0" brushRef="#br0" timeOffset="-203243.72">17248 12535 2006 0,'0'0'484'16,"0"0"-348"-16,0 0-107 15,63 165 18-15,-61-86-20 16,-2 23 21-16,-29 23-67 15,-13-10 19-15,-29 6-216 16,11-37-250-16,6-41-809 0</inkml:trace>
  <inkml:trace contextRef="#ctx0" brushRef="#br0" timeOffset="-201918.82">18343 12615 1088 0,'0'0'328'16,"0"0"-76"-16,0 0-49 0,0 0-38 15,0 0 59-15,0 0-130 16,0 0-60-16,20-86 29 16,-17 86-63-16,1 23 0 15,0 18 17-15,-4 15 36 16,0 12 86-16,0 11-59 16,-4-1-66-16,-7-2 71 15,-1-9-84-15,6-9-1 16,-1-17 0-16,5-10 22 15,2-14-26-15,0-9 4 16,0-4-29-16,0-4-5 16,0 0 44-16,9-24-17 15,16-20 7-15,6-21-222 16,8-14 136-16,2-9-200 0,-3 5 37 16,-11 16 238-16,-10 24 11 15,-17 28 140-15,0 15-140 16,-22 23 80-16,-14 25-26 15,1 12 69-15,1 5-40 16,12-4 69-16,13-6-102 16,9-9-2-16,6-10-43 15,26-11 38-15,11-11 12 16,12-14-55-16,6 0-24 16,5-26 23-16,-3-20-96 15,-3-12-28-15,-4-23-24 16,-14-4-111-16,-5-6 77 15,-5-2-128-15,-14 22 295 16,-3 4 16-16,-8 20 197 16,-7 21 32-16,0 18-53 0,0 8-162 15,-18 22 87-15,-4 25-21 16,-2 12-31-16,-1 14 97 16,5 9-91-16,-1 3 37 15,4 0-84-15,1-4 29 16,3-8-1-16,4-10-36 15,0-11 0-15,5-14-5 16,1-11 26-16,3-11-42 16,0-11 20-16,0-5-17 15,0 0-13-15,19-17 31 16,10-22-35-16,8-11-74 0,3-6-71 16,-2 2 91-16,-9 11-63 15,-9 19 152-15,-9 15-40 16,-6 9 40-16,0 7 0 15,-5 24 93-15,0 7-16 16,0 4 95-16,0 0-172 16,0-6 26-16,6-5 32 15,14-8-49-15,14-5-9 16,10-6 0-16,10-7-6 16,6-5-69-16,18-21-198 15,-15-13-302-15,-15-1-478 0</inkml:trace>
  <inkml:trace contextRef="#ctx0" brushRef="#br0" timeOffset="-201490.59">19805 12753 1420 0,'0'0'654'16,"0"0"-469"-16,0 0-114 16,0 0-14-16,-129 6-34 15,65 24 3-15,-5 13 49 0,4 1-55 16,9 2 135 0,13-2-139-16,17-8-1 0,13-9 30 15,13-6-44-15,0-7-1 16,24-8 0-16,18-6-19 15,8 0-7-15,6-24-91 16,-1-8-108-16,-6-6 57 16,-11-1-50-16,-9 7 124 15,-11 13 94-15,-12 11 167 16,-6 8 49-16,0 8-216 16,0 24 49-16,0 8 119 15,-2 2-119-15,0 1 0 16,2-2-49-16,0-7 38 15,0-4-90-15,16-6 8 16,3-17-194-16,0-7-119 0,-4 0-457 16</inkml:trace>
  <inkml:trace contextRef="#ctx0" brushRef="#br0" timeOffset="-201300.86">19826 12264 1538 0,'0'0'326'0,"0"0"-199"16,0 0-57-16,0 0-21 15,124 75-39-15,-124-31 163 16,0 7-173-16,-29 7-2 0,-21 16-74 16,2-13-256-16,13-20-498 15</inkml:trace>
  <inkml:trace contextRef="#ctx0" brushRef="#br0" timeOffset="-200754.88">20256 12772 1908 0,'0'0'233'0,"0"0"-194"16,0 0 211-16,116 90-185 15,-67-61 41-15,7-4 1 0,4-4-82 16,7-4 32 0,0-7-57-16,1-8-54 0,1-2 18 15,-5-8-87-15,-7-18-39 16,-10-10-65-16,-7-6-107 16,-11-7-190-16,-11-1 224 15,-7 7 300-15,-9 6 332 16,-2 13 31-16,-2 14 16 15,-21 10-151-15,-12 10-210 16,-5 26 81-16,-4 8-38 16,1 6-42-16,9-1 142 15,12-3-154-15,13-10 5 16,9-7-10-16,0-4 32 16,21-9-35-16,10-10 1 15,6-6-67-15,8 0 50 0,0-26-173 16,-3-13-3-16,-4-3-123 15,-4-4-301-15,-13 8 570 16,-5 13 47-16,-11 11 384 16,-5 14-32-16,0 1-290 15,0 24 103-15,-7 9 26 16,3-1-122-16,4 2 102 16,0-5-141-16,6-5-17 15,15-2 17-15,5-7-30 16,3-4-25-16,4-10-66 15,10-4-163-15,-12-19 10 16,-6-11-553-16</inkml:trace>
  <inkml:trace contextRef="#ctx0" brushRef="#br0" timeOffset="-200588.75">21302 12296 1927 0,'0'0'632'15,"0"0"-285"-15,0 0-188 16,0 0-111-16,0 0-48 16,0 0-23-16,0 0-84 15,-3 43-493-15,-8-11-358 0</inkml:trace>
  <inkml:trace contextRef="#ctx0" brushRef="#br0" timeOffset="-199905.7">22668 12160 1565 0,'0'0'339'0,"0"0"-83"16,0 0-213-16,0 0-28 15,0 0-15-15,0 0 3 16,0 0-3-16,40 148 65 16,-42-17 0-16,-11 11 64 15,-1-23-93-15,5-28 22 0,3-31-58 16,-2-7 50-16,2 5-117 16,-1 2 67-16,1 2-126 15,-2 1 3-15,2-17-199 16,-3-17-347-16</inkml:trace>
  <inkml:trace contextRef="#ctx0" brushRef="#br0" timeOffset="-199321.06">21952 12893 1167 0,'0'0'839'15,"0"0"-520"-15,0 0-310 16,163-82-9-16,-23 55-10 15,47-8 4-15,19 0-56 16,-13 1 40-16,-43 5-67 16,-59 11 79-16,-33 7 20 0,-25 11 15 15,-10 0-22-15,-11 17 43 16,-12 15 26-16,-8 11-5 16,-29 4 12-16,-11 6 56 15,2-8-96-15,4-7 47 16,11-10-77-16,8-9 25 15,12-12-16-15,8-2-18 16,3-5-15-16,0 0 2 16,8-2 14-16,16-16-28 15,5-13-74-15,4 0 46 16,-2-1-1-16,-6 6 51 0,-9 11 5 16,-7 13 2-16,-7 2 11 15,0 17-26-15,-2 14 5 16,2 3 8-16,6 3 39 15,2-7-32-15,8-7-7 16,8-10 60-16,6-7-54 16,4-6 16-16,4-2-22 15,-2-20-107-15,-3-8 97 16,-2-6-177-16,-8-2 5 16,-5 4 100-16,-4 5 82 15,-7 14 32-15,-4 10 112 16,-5 5-143-16,2 12 53 0,-2 18-53 15,0 8 38-15,2 4 5 16,4 3-28-16,1-6 12 16,5-4-28-16,-2-7-65 15,2-8 58-15,-5-13-237 16,-3-7-152-16,-4 0-113 0</inkml:trace>
  <inkml:trace contextRef="#ctx0" brushRef="#br0" timeOffset="-199185.18">23495 12409 1257 0,'0'0'511'0,"0"0"-156"15,0 0 1-15,0 0-322 16,0 0-34-16,0 0-224 16,0 0-268-16,49 109-225 0</inkml:trace>
  <inkml:trace contextRef="#ctx0" brushRef="#br0" timeOffset="-199071.04">23154 13389 1418 0,'0'0'509'15,"0"0"-509"-15,0 0-202 16,0 0-104-16,0 0-851 0</inkml:trace>
  <inkml:trace contextRef="#ctx0" brushRef="#br0" timeOffset="-198052.88">24342 12631 1222 0,'0'0'347'15,"0"0"-17"-15,0 0-116 0,0 0-105 16,0 0 55-16,0 0-116 15,0 0-17-15,112-86-31 16,-83 96 25-16,-1 19 11 16,-6 9-36-16,-8 11 0 15,-12 6 116-15,-2 12-81 16,-16 4 18-16,-17 1-53 16,-7-4 52-16,3-8-43 15,2-11-9-15,12-15 0 16,4-13-23-16,13-10 32 15,4-8-9-15,2-3 0 16,0 0 25-16,10-26-62 16,19-16 37-16,13-17-230 15,10-20-12-15,4-9-109 16,0-1-269-16,-6 9 430 0,-9 15 190 16,-16 16 400-16,-10 20-28 15,-13 19-47-15,-2 10-161 16,-2 0-148-16,-21 23 5 15,-2 10 46-15,-2 13-33 16,6 5 149-16,13 2-159 16,8-2-23-16,0 0 23 15,19-7-9-15,14-8-30 16,10-8-12-16,6-8-133 16,31-13 114-16,-13-7-317 0,-5 0-407 15</inkml:trace>
  <inkml:trace contextRef="#ctx0" brushRef="#br0" timeOffset="-197861.32">25320 12668 2004 0,'0'0'467'0,"0"0"-390"15,0 0 65-15,0 0-90 16,0 0 6-16,143 0-58 15,-80 0-2-15,1 3-65 16,15 9-62-16,-15-2-124 16,-18-3-341-16</inkml:trace>
  <inkml:trace contextRef="#ctx0" brushRef="#br0" timeOffset="-197704.82">25258 12837 1850 0,'0'0'339'15,"0"0"-208"-15,0 0-109 16,0 0 160-16,149 28-98 16,-66-15-84-16,6-3-39 15,36-5-172-15,-25-2-326 16,-17-3-565-16</inkml:trace>
  <inkml:trace contextRef="#ctx0" brushRef="#br0" timeOffset="-197308.88">26402 12386 1707 0,'0'0'342'0,"0"0"-218"16,0 0-123-16,0 0 77 15,0 0-40-15,-143 43 81 16,99 4-6-16,3 12-69 16,12 5 164-16,14-2-167 15,11 0-26-15,4-6 60 16,15-3-69-16,20-9 9 0,15-11-15 16,12-10 36-16,9-14-3 15,7-9-33 1,-2 0-14-16,-6-25-14 0,-18-13-1 15,-11-12 4-15,-18-11-30 16,-13-6-68-16,-10-2 116 16,0 2-35-16,-2 11 42 15,-10 12-6-15,4 19 6 16,-3 10 0-16,-5 15-127 16,1 8-517-16,1 8 12 0</inkml:trace>
  <inkml:trace contextRef="#ctx0" brushRef="#br0" timeOffset="-197012.72">27204 12886 2433 0,'0'0'154'16,"0"0"-154"-16,0 0-513 15,0 0-27-15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222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501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254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083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449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670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322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961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346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737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740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33B16-FD2C-438A-B7D5-584970F01CB8}" type="datetimeFigureOut">
              <a:rPr lang="vi-VN" smtClean="0"/>
              <a:t>05/10/2024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E4B0-460C-4940-852E-4F695D41170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929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NULL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customXml" Target="../ink/ink19.xml"/><Relationship Id="rId4" Type="http://schemas.openxmlformats.org/officeDocument/2006/relationships/image" Target="../media/image2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97" y="335500"/>
            <a:ext cx="8361316" cy="1211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66920" y="1736640"/>
              <a:ext cx="11294640" cy="4283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680" y="1726200"/>
                <a:ext cx="11319480" cy="430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469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70" y="285016"/>
            <a:ext cx="7998549" cy="17407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82760" y="2267280"/>
              <a:ext cx="9079200" cy="4160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320" y="2257200"/>
                <a:ext cx="9099000" cy="41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965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92480" y="340920"/>
              <a:ext cx="6631560" cy="4271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320" y="329040"/>
                <a:ext cx="6654600" cy="429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784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9" y="210356"/>
            <a:ext cx="5987573" cy="16043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538200" y="2106360"/>
              <a:ext cx="11120760" cy="4447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7400" y="2096280"/>
                <a:ext cx="11138400" cy="44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216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2901"/>
            <a:ext cx="10515600" cy="1028699"/>
          </a:xfrm>
        </p:spPr>
        <p:txBody>
          <a:bodyPr>
            <a:normAutofit/>
          </a:bodyPr>
          <a:lstStyle/>
          <a:p>
            <a:pPr algn="ctr"/>
            <a:r>
              <a:rPr lang="vi-VN" b="1">
                <a:solidFill>
                  <a:srgbClr val="FFC000"/>
                </a:solidFill>
              </a:rPr>
              <a:t>CHƯƠNG 3. ĐẠO HÀM</a:t>
            </a:r>
            <a:endParaRPr lang="vi-VN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vi-VN">
                <a:solidFill>
                  <a:schemeClr val="bg1"/>
                </a:solidFill>
              </a:rPr>
              <a:t>GIỚI THIỆU VỀ ĐẠO HÀM</a:t>
            </a:r>
          </a:p>
          <a:p>
            <a:r>
              <a:rPr lang="vi-VN">
                <a:solidFill>
                  <a:schemeClr val="bg1"/>
                </a:solidFill>
              </a:rPr>
              <a:t>TỐC ĐỘ THAY ĐỔI</a:t>
            </a:r>
          </a:p>
          <a:p>
            <a:r>
              <a:rPr lang="vi-VN">
                <a:solidFill>
                  <a:schemeClr val="bg1"/>
                </a:solidFill>
              </a:rPr>
              <a:t>TỐC ĐỘ THAY ĐỔI CÓ LIÊN QUAN VỚI NHAU</a:t>
            </a:r>
          </a:p>
          <a:p>
            <a:r>
              <a:rPr lang="vi-VN">
                <a:solidFill>
                  <a:schemeClr val="bg1"/>
                </a:solidFill>
              </a:rPr>
              <a:t>VI PHÂN</a:t>
            </a:r>
          </a:p>
          <a:p>
            <a:pPr marL="0" indent="0">
              <a:buNone/>
            </a:pPr>
            <a:endParaRPr lang="vi-VN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vi-V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50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5463822" y="1907823"/>
            <a:ext cx="1682044" cy="1682044"/>
          </a:xfrm>
          <a:prstGeom prst="ellipse">
            <a:avLst/>
          </a:prstGeom>
          <a:noFill/>
          <a:ln>
            <a:solidFill>
              <a:srgbClr val="0C4B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/>
          <p:cNvSpPr/>
          <p:nvPr/>
        </p:nvSpPr>
        <p:spPr>
          <a:xfrm>
            <a:off x="565641" y="286646"/>
            <a:ext cx="479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>
                <a:solidFill>
                  <a:srgbClr val="FFC000"/>
                </a:solidFill>
              </a:rPr>
              <a:t>I. GIỚI THIỆU VỀ ĐẠO HÀM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41" y="1979437"/>
            <a:ext cx="9577227" cy="354083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1774" y="881480"/>
            <a:ext cx="22252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1.Định nghĩa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0179720" y="2198160"/>
              <a:ext cx="1289880" cy="278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67480" y="2185920"/>
                <a:ext cx="1314720" cy="30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949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598A10-9C94-0DDF-0E68-E3854F5C8417}"/>
                  </a:ext>
                </a:extLst>
              </p14:cNvPr>
              <p14:cNvContentPartPr/>
              <p14:nvPr/>
            </p14:nvContentPartPr>
            <p14:xfrm>
              <a:off x="729969" y="452871"/>
              <a:ext cx="20520" cy="2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598A10-9C94-0DDF-0E68-E3854F5C84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969" y="444231"/>
                <a:ext cx="38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ACC8B8-827E-D054-554E-7EE637533BC6}"/>
                  </a:ext>
                </a:extLst>
              </p14:cNvPr>
              <p14:cNvContentPartPr/>
              <p14:nvPr/>
            </p14:nvContentPartPr>
            <p14:xfrm>
              <a:off x="602280" y="256680"/>
              <a:ext cx="5537880" cy="1062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ACC8B8-827E-D054-554E-7EE637533B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920" y="247320"/>
                <a:ext cx="55566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F02CE8-F215-FEFF-4644-C9A2EE7383D7}"/>
                  </a:ext>
                </a:extLst>
              </p14:cNvPr>
              <p14:cNvContentPartPr/>
              <p14:nvPr/>
            </p14:nvContentPartPr>
            <p14:xfrm>
              <a:off x="629280" y="1372320"/>
              <a:ext cx="7228080" cy="4302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F02CE8-F215-FEFF-4644-C9A2EE7383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920" y="1362960"/>
                <a:ext cx="7246800" cy="432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852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19" y="290512"/>
            <a:ext cx="4569237" cy="9625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93200" y="1418760"/>
              <a:ext cx="6840360" cy="3250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600" y="1406880"/>
                <a:ext cx="6860160" cy="32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8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593895-CE7D-49F8-AC2A-C28E065CE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23" y="2674651"/>
            <a:ext cx="8000206" cy="3522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B4C448-833D-4C5B-B1C0-F60E496DD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20" y="360567"/>
            <a:ext cx="6802719" cy="137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7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9196" y="373480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2.Bảng đạo hàm và quy tắc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56" y="1116542"/>
            <a:ext cx="8984722" cy="52989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91C610-2FBC-498C-A03D-3F626EF52BE7}"/>
                  </a:ext>
                </a:extLst>
              </p14:cNvPr>
              <p14:cNvContentPartPr/>
              <p14:nvPr/>
            </p14:nvContentPartPr>
            <p14:xfrm>
              <a:off x="7315200" y="2628720"/>
              <a:ext cx="114840" cy="184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91C610-2FBC-498C-A03D-3F626EF52B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5840" y="2619360"/>
                <a:ext cx="133560" cy="2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7742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87" y="918986"/>
            <a:ext cx="9926991" cy="54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10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54" y="397757"/>
            <a:ext cx="7397045" cy="605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97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39" y="427214"/>
            <a:ext cx="8734072" cy="279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90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33" y="295451"/>
            <a:ext cx="10138834" cy="539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18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02" y="287160"/>
            <a:ext cx="5547970" cy="7514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30560" y="542160"/>
              <a:ext cx="11383200" cy="4027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680" y="530280"/>
                <a:ext cx="11406600" cy="404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542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91" y="296156"/>
            <a:ext cx="4598840" cy="6408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02701" y="1150727"/>
              <a:ext cx="10582560" cy="4037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341" y="1141367"/>
                <a:ext cx="10601280" cy="405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88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9522CF-EB60-9CF9-B3BB-02EE6ED8D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28" y="348367"/>
            <a:ext cx="10706100" cy="17811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C2B1A9-2388-9D0B-7466-F69DBC32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4" y="2821340"/>
            <a:ext cx="8305447" cy="22360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C90DC6-12A2-97F9-E7D0-7251E3876F46}"/>
                  </a:ext>
                </a:extLst>
              </p14:cNvPr>
              <p14:cNvContentPartPr/>
              <p14:nvPr/>
            </p14:nvContentPartPr>
            <p14:xfrm>
              <a:off x="578520" y="5335560"/>
              <a:ext cx="10665360" cy="53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C90DC6-12A2-97F9-E7D0-7251E3876F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9160" y="5326200"/>
                <a:ext cx="10684080" cy="5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15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3910" y="642071"/>
            <a:ext cx="3180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>
                <a:solidFill>
                  <a:srgbClr val="FFFF00"/>
                </a:solidFill>
              </a:rPr>
              <a:t>Ký hiệu đạo hàm:</a:t>
            </a:r>
            <a:endParaRPr lang="vi-V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4218480" y="754920"/>
              <a:ext cx="2659680" cy="3889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6960" y="744840"/>
                <a:ext cx="2680200" cy="39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7983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8324" y="269711"/>
            <a:ext cx="7912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>
                <a:solidFill>
                  <a:srgbClr val="FFFF00"/>
                </a:solidFill>
              </a:rPr>
              <a:t>Quy tắc dây chuyền </a:t>
            </a:r>
            <a:r>
              <a:rPr lang="vi-VN" sz="2800" b="1">
                <a:solidFill>
                  <a:srgbClr val="00B0F0"/>
                </a:solidFill>
              </a:rPr>
              <a:t>(Đạo hàm của hàm hợp):</a:t>
            </a:r>
            <a:endParaRPr lang="vi-VN" sz="2800">
              <a:solidFill>
                <a:srgbClr val="00B0F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24" y="930981"/>
            <a:ext cx="10947643" cy="1665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80" y="2813517"/>
            <a:ext cx="4486275" cy="647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656280" y="1874880"/>
              <a:ext cx="9984240" cy="3519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200" y="1864800"/>
                <a:ext cx="10006560" cy="354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69" y="301624"/>
            <a:ext cx="10425468" cy="373979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295" y="1666697"/>
            <a:ext cx="752475" cy="504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498240" y="4107600"/>
              <a:ext cx="11026800" cy="24739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4560" y="4095720"/>
                <a:ext cx="11053440" cy="249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473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02560" y="962280"/>
              <a:ext cx="1154520" cy="3318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0680" y="949320"/>
                <a:ext cx="1176480" cy="33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060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09" y="909285"/>
            <a:ext cx="9575447" cy="54031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6724" y="275356"/>
            <a:ext cx="34435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>
                <a:solidFill>
                  <a:schemeClr val="bg1"/>
                </a:solidFill>
              </a:rPr>
              <a:t>3.Đạo hàm một phía</a:t>
            </a:r>
          </a:p>
        </p:txBody>
      </p:sp>
    </p:spTree>
    <p:extLst>
      <p:ext uri="{BB962C8B-B14F-4D97-AF65-F5344CB8AC3E}">
        <p14:creationId xmlns:p14="http://schemas.microsoft.com/office/powerpoint/2010/main" val="3508922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436" y="422111"/>
            <a:ext cx="820609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b="1">
                <a:solidFill>
                  <a:srgbClr val="FFFF00"/>
                </a:solidFill>
              </a:rPr>
              <a:t>Định lý:</a:t>
            </a:r>
            <a:r>
              <a:rPr lang="vi-VN" sz="2800">
                <a:solidFill>
                  <a:srgbClr val="FFFF00"/>
                </a:solidFill>
              </a:rPr>
              <a:t> </a:t>
            </a:r>
            <a:r>
              <a:rPr lang="vi-VN" sz="2800">
                <a:solidFill>
                  <a:schemeClr val="bg1"/>
                </a:solidFill>
              </a:rPr>
              <a:t>Hàm số f(x) khả vị tại x</a:t>
            </a:r>
            <a:r>
              <a:rPr lang="vi-VN" sz="2800" baseline="-25000">
                <a:solidFill>
                  <a:schemeClr val="bg1"/>
                </a:solidFill>
              </a:rPr>
              <a:t>0</a:t>
            </a:r>
            <a:r>
              <a:rPr lang="vi-VN" sz="2800">
                <a:solidFill>
                  <a:schemeClr val="bg1"/>
                </a:solidFill>
              </a:rPr>
              <a:t> thì liên tục tại đó.</a:t>
            </a:r>
          </a:p>
          <a:p>
            <a:r>
              <a:rPr lang="vi-VN" sz="2800" i="1">
                <a:solidFill>
                  <a:srgbClr val="00B0F0"/>
                </a:solidFill>
              </a:rPr>
              <a:t>Chú ý: </a:t>
            </a:r>
            <a:r>
              <a:rPr lang="vi-VN" sz="2800">
                <a:solidFill>
                  <a:schemeClr val="bg1"/>
                </a:solidFill>
              </a:rPr>
              <a:t>ngược lại không đúng!!!!  </a:t>
            </a:r>
            <a:r>
              <a:rPr lang="vi-VN" sz="2800" baseline="30000">
                <a:solidFill>
                  <a:schemeClr val="bg1"/>
                </a:solidFill>
              </a:rPr>
              <a:t> </a:t>
            </a:r>
            <a:endParaRPr lang="vi-VN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74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6" y="209903"/>
            <a:ext cx="7000875" cy="1809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55760" y="931089"/>
              <a:ext cx="11126880" cy="4500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400" y="921729"/>
                <a:ext cx="11145600" cy="45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53148F-293B-F8C8-FC22-5CD11CD8F2A2}"/>
                  </a:ext>
                </a:extLst>
              </p14:cNvPr>
              <p14:cNvContentPartPr/>
              <p14:nvPr/>
            </p14:nvContentPartPr>
            <p14:xfrm>
              <a:off x="1169640" y="205560"/>
              <a:ext cx="3036600" cy="339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53148F-293B-F8C8-FC22-5CD11CD8F2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0280" y="196200"/>
                <a:ext cx="3055320" cy="35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998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6" y="209903"/>
            <a:ext cx="7000875" cy="1809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30560" y="1028520"/>
              <a:ext cx="11046960" cy="4387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320" y="1017000"/>
                <a:ext cx="11066040" cy="441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8342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77" y="237595"/>
            <a:ext cx="6934200" cy="20478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66200" y="2533320"/>
              <a:ext cx="7936200" cy="3281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600" y="2522520"/>
                <a:ext cx="7960320" cy="330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816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19840" y="332640"/>
              <a:ext cx="9687960" cy="460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760" y="320760"/>
                <a:ext cx="9709920" cy="462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5586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93</Words>
  <Application>Microsoft Office PowerPoint</Application>
  <PresentationFormat>Widescreen</PresentationFormat>
  <Paragraphs>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CHƯƠNG 3. ĐẠO HÀM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NGDIEP</dc:creator>
  <cp:lastModifiedBy>Nguyễn Điệp</cp:lastModifiedBy>
  <cp:revision>21</cp:revision>
  <dcterms:created xsi:type="dcterms:W3CDTF">2021-10-19T08:22:04Z</dcterms:created>
  <dcterms:modified xsi:type="dcterms:W3CDTF">2024-10-05T07:22:32Z</dcterms:modified>
</cp:coreProperties>
</file>