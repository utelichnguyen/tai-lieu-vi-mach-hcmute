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56" r:id="rId4"/>
    <p:sldId id="308" r:id="rId5"/>
    <p:sldId id="257" r:id="rId6"/>
    <p:sldId id="258" r:id="rId7"/>
    <p:sldId id="309" r:id="rId8"/>
    <p:sldId id="312" r:id="rId9"/>
    <p:sldId id="259" r:id="rId10"/>
    <p:sldId id="260" r:id="rId11"/>
    <p:sldId id="314" r:id="rId12"/>
    <p:sldId id="261" r:id="rId13"/>
    <p:sldId id="262" r:id="rId14"/>
    <p:sldId id="263" r:id="rId15"/>
    <p:sldId id="304" r:id="rId16"/>
    <p:sldId id="305" r:id="rId17"/>
    <p:sldId id="264" r:id="rId18"/>
    <p:sldId id="267" r:id="rId19"/>
    <p:sldId id="268" r:id="rId20"/>
    <p:sldId id="269" r:id="rId21"/>
    <p:sldId id="310" r:id="rId22"/>
    <p:sldId id="270" r:id="rId23"/>
    <p:sldId id="306" r:id="rId24"/>
    <p:sldId id="311" r:id="rId25"/>
    <p:sldId id="271" r:id="rId26"/>
    <p:sldId id="307" r:id="rId27"/>
    <p:sldId id="313" r:id="rId2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6:32:32.57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1283 3982 760 0,'0'0'221'16,"0"0"-147"-16,0 0-48 0,0 0 56 15,0 0 25-15,0 0 4 16,18-34-21-16,-18 30 7 16,0 2-24-16,3 1-6 15,-3 1 1-15,0 0 30 16,0 0 6-16,0 0-11 16,0 0-15-16,0 0-34 15,0 0-28-15,0 0-3 16,0 0-5-16,0 0-8 0,0 0 2 15,0 0-2 1,0 0 8-16,0 0-8 0,0 0 0 16,0 0 0-1,0 0 1-15,0 0 4 0,0 0-5 16,0 0 0 0,0 0-21-16,0 0 8 0,0 0 7 15,0 0 5 1,0 0 1-16,0 0 15 0,0 0-6 15,0 0-8-15,0 0 16 0,-7 1-3 16,-5 5-13 0,2 4 0-16,-1-1 0 0,3 3 0 15,4-3 0 1,4 2-1-16,0-2 0 0,0-1-13 16,2-1 0-1,8-5 7-15,3-2 5 0,5 0 1 16,-1 0 6-16,6-9-6 15,-8-5-6-15,-3-1 6 16,-6 0 2-16,-6 1 4 16,0 6 13-16,0 0-7 15,-2 4-12-15,-7 4-8 16,-5 0-22-16,1 3-202 16,2 6-519-16</inkml:trace>
  <inkml:trace contextRef="#ctx0" brushRef="#br0" timeOffset="1930.13">2024 3439 487 0,'0'0'689'16,"0"0"-534"-1,0 0-7-15,0 0 15 0,0 0-32 16,0 0-8-16,-10 0-20 16,10 0-29-16,0 0-27 15,0 0-6 1,0 0-11-16,0 0-14 0,-4 0-3 15,-5 0-2-15,-1 14-10 16,-9 8 20-16,-1 10-3 16,-2 7 25-16,0 12-11 15,-1 2 16-15,6 9 1 16,-1 0-3-16,7 1-23 16,6-4-9-16,5-2-13 15,0-4 5-15,5-4-6 16,19-12-57-16,12-8-45 0,27-21-92 15,-11-8-187 1,-2 0-1347-16</inkml:trace>
  <inkml:trace contextRef="#ctx0" brushRef="#br0" timeOffset="2890.15">2228 3854 1397 0,'0'0'583'0,"0"0"-432"16,0 0-22-16,0 0-48 0,0 0 30 16,0 0 1-1,0 0-48-15,21-12-31 16,8-8-5-16,10-13-15 16,9-2-7-16,1-10-6 0,0 2 0 15,-2-5-12 1,-5 5-10-16,-7 2-2 0,-8 2 4 15,-9 7 10-15,-9 4 8 16,-5 7-4-16,-4 5 5 16,0 7 1-16,0 4 0 15,0 3-1-15,0 2 1 16,0 0-1-16,-6 2-20 16,-10 21 0-16,-1 15 11 15,-6 14-5-15,0 17 15 16,6 8 1-16,1 14 12 15,3 0-3-15,-1 5 7 16,3-4 14-16,1-6-4 0,0-10-15 16,-1-8-5-1,0-8 7-15,-2-9-1 0,0-12-4 16,-3-5-8 0,0-10 5-16,0-5 6 0,1-11 0 15,1-6 1 1,-1-2-4-16,-1-6 2 0,3-17-2 15,4-8-9-15,6-6-12 0,3-4 6 16,10-5 5 0,17 0-5-16,6-1 0 0,7-2-3 15,7 1-9 1,2-1-19-16,0 2-24 0,5 1-93 16,15-9-46-1,-11 14-160-15,-10 7-422 0</inkml:trace>
  <inkml:trace contextRef="#ctx0" brushRef="#br0" timeOffset="3210.35">2957 3653 833 0,'0'0'789'0,"0"0"-627"16,0 0 4-16,0 0-36 15,0 0-34-15,0 0 4 16,0 0-18-16,-122 81 12 15,115-44-31-15,7 2-29 0,0-6-7 16,12-6-14 0,16-9 5-16,13-10-10 0,3-8 6 15,5-8-14 1,-2-24-6-16,-7-8-25 0,-11-9-27 16,-11-2 0-1,-11-3 5-15,-7 1 23 0,0 4 2 16,-7 10 16-16,-8 9 12 0,-4 12 22 15,2 8-9 1,-1 10-13-16,-3 0-32 0,0 20-128 16,5 6-162-1,3-1-645-15</inkml:trace>
  <inkml:trace contextRef="#ctx0" brushRef="#br0" timeOffset="4040.39">3648 3569 1490 0,'0'0'315'16,"0"0"-37"-16,0 0-110 0,0 0-93 16,0 0 1-1,-129-26-11-15,84 36-13 0,1 14-10 16,2 8-30-16,6 2 3 15,12 0 9-15,6-2-14 16,11-3-9-16,7-8 0 16,0-2-1-16,11-9-13 15,16-5-1 1,6-5 5-16,7 0-1 0,1-22-38 16,-3-6-16-16,-9-2 27 15,-5-2 22-15,-9 6 8 16,-7 6 6-16,-4 9 1 15,-4 4 1-15,0 7 0 0,0 0-1 16,0 24-36 0,-9 16 19-16,-2 18 17 0,-2 17 15 15,1 9 3 1,-1 5-4-16,1-3 15 0,2-9-7 16,-3-4 4-1,-1-12-14-15,-4-10 1 16,-2-9-7-16,-5-7-5 0,-4-12 17 15,-2-5 8-15,0-12-6 16,4-6 2-16,8-1-2 16,9-27-1-16,10-13-19 15,0-6-8-15,25-11 7 16,15 3 1-16,9-6-2 16,11 3-21-16,3 0-44 15,-1-1-27-15,0 4-20 16,7-15-96-16,-13 14-39 15,-13 8-277-15</inkml:trace>
  <inkml:trace contextRef="#ctx0" brushRef="#br0" timeOffset="4285.2">3945 3298 925 0,'0'0'675'15,"0"0"-564"-15,0 0-32 16,0 0 10-16,0 0 10 0,40 164 70 16,-40-73-36-1,-2 27-47-15,-18-7-34 16,-2-11-27-16,-3-15-6 16,3-24-13-16,0 6-6 0,-1-5-17 15,7-10-71 1,8-20-194-16,6-18-348 0</inkml:trace>
  <inkml:trace contextRef="#ctx0" brushRef="#br0" timeOffset="4570.06">4313 3347 1461 0,'0'0'224'0,"0"0"-121"0,0 0 31 16,-110 116 21 0,86-56-6-16,8 9-39 0,12 2-30 15,4 4-27 1,2-6-14-16,23-4-21 0,8-9-18 15,5-12-9-15,7-14-55 0,17-24-52 16,-11-6-170 0,-8-6-405-16</inkml:trace>
  <inkml:trace contextRef="#ctx0" brushRef="#br0" timeOffset="4990.19">4433 3605 1260 0,'0'0'302'16,"0"0"-203"-16,0 0-16 16,0 0-1-16,0 0 29 15,0 0 49-15,106 134-21 16,-106-81-16 0,-8 1-11-16,-11 2-45 0,-2-8-13 15,3-8-29-15,5-14-12 16,9-10-11-16,4-10-2 15,0-6 0-15,4 0-7 0,19-25-3 16,6-16-38 0,4-15-81-16,-2-9-54 0,-6 3 30 15,-8 8 24 1,-8 15 129-16,-6 14 58 0,-3 16 106 16,0 9-56-1,0 1-65-15,0 25-15 0,0 12 39 16,0 9 14-16,2 3-21 15,15 1-24-15,8-2-16 16,4-6-20-16,2-11 0 0,0-8-20 16,-2-13-7-1,-4-8-74-15,0-20-18 0,-8-15-149 16,-5-10-424-16</inkml:trace>
  <inkml:trace contextRef="#ctx0" brushRef="#br0" timeOffset="5169.81">4964 3382 1202 0,'0'0'723'16,"0"0"-650"-16,0 0 46 15,31 120 5-15,-26-53-7 16,-3 7 4-16,-2 4-32 16,0 6-54-16,0-1-23 15,-12-4-12-15,-5-8-34 16,-1-6-117-16,5-23-169 0,3-19-519 0</inkml:trace>
  <inkml:trace contextRef="#ctx0" brushRef="#br0" timeOffset="5550.06">5416 3701 818 0,'0'0'1225'0,"0"0"-902"16,0 0-106-16,0 0-47 15,0 0-59 1,0 0-22-16,0 0-6 0,18 0-45 16,7 0-36-16,8-2 5 15,5 2-7-15,-1 0-6 16,0 0-56-16,-11 0-49 15,-14 0-76-15,-10 9-147 0,-2-1-479 0</inkml:trace>
  <inkml:trace contextRef="#ctx0" brushRef="#br0" timeOffset="5670.29">5365 3863 1385 0,'0'0'733'16,"0"0"-544"-1,0 0-35-15,0 0-62 0,0 0-44 16,0 0-11-16,152 17-37 15,-94-13-134-15,-7-4-424 0</inkml:trace>
  <inkml:trace contextRef="#ctx0" brushRef="#br0" timeOffset="7769.99">6053 3987 1428 0,'0'0'330'16,"0"0"-142"-16,0 0-29 0,0 0-30 15,0 0-30 1,0 0 21-16,0 0-18 0,52-49-75 16,-23 20-13-1,4-8-13-15,5-1-1 0,3-4-5 16,1 2-23-16,-5 0-23 15,-3-1 2-15,-7 1 11 16,-5 1-2-16,-8 4 4 0,-5 3 5 16,-5 4 15-1,-2 7 16-15,-2 7 1 0,0 3 0 16,0 7 8 0,0 2 8-16,0 2-3 0,0 0-14 15,-8 0-8 1,-4 8 0-16,-3 15 1 15,-4 15 7-15,0 17 8 0,-3 26 5 16,-1 33 18-16,0 22 23 16,6-11 1-16,3-23 10 15,6-34-17-15,1-25-17 16,1 8 0-16,-4 2-14 16,-1 5 5-16,1-10-13 15,-2-13 4-15,-3-7-12 16,-1-7 5-16,-2-10-4 0,-4-6 4 15,-1-5-6 1,4-6 0-16,3-20-4 0,9-12-41 16,7-8 11-1,9-9-11-15,26-1-8 16,15-6-38-16,12 0 17 16,9-3-34-16,8-1-21 0,18-24-63 15,-16 18-76 1,-16 8-729-16</inkml:trace>
  <inkml:trace contextRef="#ctx0" brushRef="#br0" timeOffset="8214.94">6939 3273 918 0,'0'0'625'0,"0"0"-453"15,0 0-42-15,0 0-23 16,0 0-50 0,0 0 15-16,0 0 10 0,-34 119 13 15,19-46-21-15,-3 8 24 16,0 6-20-16,0-3-20 15,3-5-23-15,1-9-3 0,3-10-12 16,3-7-10 0,0-14 4-16,4-9-8 0,4-7-6 15,-2-11 2 1,2-4-1-16,0-7 6 0,0 2 0 16,0-3 1-1,0 0-1-15,4 0-6 0,14 0-1 16,9 0 11-16,9 0-11 0,1 0 0 15,6 0-1 1,-1 0-47-16,-2-7-64 0,3-17-67 16,-12 1-202-1,-9-8-701-15</inkml:trace>
  <inkml:trace contextRef="#ctx0" brushRef="#br0" timeOffset="8420.32">6912 3240 1886 0,'0'0'545'0,"0"0"-481"16,0 0-40-16,0 0-8 15,113 0-10-15,-61 4-6 16,17 2-7-16,-13-2-186 0,-9-4-438 0</inkml:trace>
  <inkml:trace contextRef="#ctx0" brushRef="#br0" timeOffset="9070.34">7552 3499 882 0,'0'0'774'0,"0"0"-697"15,0 0-30-15,-139 47 79 16,84-18 46-16,2 9-42 16,3 4-29-16,13 4-55 15,12-4-23 1,12-5-9-16,10-7-1 16,3-9-12-16,10-6 5 0,14-10 6 15,12-5-12 1,4-8-9-16,2-21-32 0,3-10-26 15,-3-6-35-15,-7-1-19 0,-4 0 20 16,-8 5 53 0,-9 13 48-16,-8 8 26 0,-4 12 74 15,-2 8-27 1,0 0-45-16,-2 22-27 0,-9 20 36 16,-5 16 30-1,0 26-5-15,3 3-6 0,0 5-2 16,-1 0 17-16,4-15-19 15,-2 3-19-15,-3-12-11 16,1-10-10-16,-1-10-3 16,-6-9-8-16,2-10 11 15,-8-9-3-15,2-8-3 16,1-8-5-16,6-4 7 16,5-5 1-16,8-22-9 15,5-6-15-15,0-8-2 16,25-3 10-16,6-2 1 15,9 0-18-15,9-2-93 0,5-5-7 16,24-32-174 0,-14 15-84-16,-6 1-871 0</inkml:trace>
  <inkml:trace contextRef="#ctx0" brushRef="#br0" timeOffset="9280.32">7902 3425 436 0,'0'0'904'15,"0"0"-699"1,0 0-45-16,-125 88 2 0,89-34 0 16,7 4-17-16,9 5-48 15,13-2-17 1,7 0-25-16,0-8-11 16,19-7-15-16,8-13-26 0,4-8-3 15,4-12-40 1,11-14-55-16,-5-20-158 15,-10-11-259-15</inkml:trace>
  <inkml:trace contextRef="#ctx0" brushRef="#br0" timeOffset="9665.32">7918 3613 1285 0,'0'0'510'0,"0"0"-416"15,0 0 4-15,0 0-50 16,0 0 70-16,89 118 12 0,-83-75-22 15,-6-1-22 1,0 0-25-16,0-2-23 0,0-8-12 16,0-7-17-1,-2-13-8-15,2-5 8 0,0-7-9 16,2 0-31 0,17-18-14-16,2-17-20 0,4-16-137 15,-3-7-157 1,-7 2 63-16,-3 8 28 0,-7 13 268 15,-5 15 239-15,0 17-25 16,0 3-47-16,0 9-73 16,0 17 62-16,0 9-44 15,8 4-18-15,8 0-32 16,2-3-31-16,2-4-13 0,2-9-18 16,-2-3 0-1,-2-11-25-15,-1-6-51 0,-3-12-48 16,-3-15-152-16,-7-8-477 0</inkml:trace>
  <inkml:trace contextRef="#ctx0" brushRef="#br0" timeOffset="9830.06">8448 3468 1842 0,'0'0'336'0,"0"0"-228"15,0 0-50-15,0 0 19 16,49 124-13-16,-47-66-6 15,-2 9-24-15,0 5-34 0,-16 5-5 16,-15 7-143 0,2-20-195-16,7-19-617 0</inkml:trace>
  <inkml:trace contextRef="#ctx0" brushRef="#br0" timeOffset="10619.96">8671 3254 329 0,'0'0'1265'0,"0"0"-1025"16,0 0-115 0,0 0 18-16,0 0-14 0,0 0-20 15,0 0 19 1,18 0-60-16,2 0-26 0,7 0 2 15,4 0-20-15,-2 0-9 16,0 0-6-16,-7 0-9 16,-2 0 12-16,-6-4-10 15,-8 0-1-15,-1 4 1 16,-5 0-1-16,0 0 0 16,0 0-1-16,0 0-1 15,0 0-11-15,0 2-9 0,0 16-3 16,0 8 22-16,-5 10 1 15,-1 10 1 1,-4 10 0-16,2 7 1 0,-3 10 11 16,-5 4 0-16,1 10-2 15,-1 3 5 1,-3-1-6-16,6 1-9 16,3-8 10-16,0-13-8 0,6-8-2 15,4-13 1-15,-2-14 0 16,2-10 1-16,0-10-1 15,-3-10 0-15,-5-4 6 0,-13 0 23 16,-10-2 10 0,-11-14-32-16,-3-2-8 0,1-2-30 15,5 4 3 1,11-2-58-16,10 8-154 0,12 0-260 0</inkml:trace>
  <inkml:trace contextRef="#ctx0" brushRef="#br0" timeOffset="11135.29">9233 3725 882 0,'0'0'1126'16,"0"0"-827"-16,0 0-66 0,0 0-62 15,0 0-40-15,0 0-34 0,0 0-32 16,2-5-49 0,16 5-16-16,9 0 0 15,6 0-15-15,0 0-45 16,-4 7-34-16,-6 12-50 16,-8-3-156-16,-13 0-376 0</inkml:trace>
  <inkml:trace contextRef="#ctx0" brushRef="#br0" timeOffset="11257.39">9166 3993 1661 0,'0'0'396'0,"0"0"-249"0,0 0-52 16,0 0-57 0,129 7-38-16,-80-7-59 0,-7-12-419 0</inkml:trace>
  <inkml:trace contextRef="#ctx0" brushRef="#br0" timeOffset="12669.98">9941 3999 1356 0,'0'0'528'0,"0"0"-318"0,0 0-42 16,0 0-57 0,0 0-19-16,0 0-61 0,128-85-9 15,-75 43-16 1,5-2-6-16,-2-2-35 16,-5-2-4-16,-7-1-11 15,-10 5 12-15,-12 2 6 0,-10 3-2 16,-10 6-5-16,-2 6 26 0,0 8 13 15,-14 6 27 1,-1 10-19-16,-1 3-8 0,-1 11-1 16,-1 26-7-1,-3 17 8-15,2 34 28 0,-4 35 12 16,3 23 3 0,0-10 4-16,6-32 13 15,4-33-11-15,-2-29-9 16,-1 2-18-16,-3 2-10 15,-6 0 1-15,-2-10 2 16,-3-11 5-16,-7-11-7 0,-1-10 8 16,4-4-21-16,4-12 15 15,11-20-15-15,16-16-10 16,2-7-12-16,37-6-2 16,9-6 9-16,14 3-2 15,8-1-36-15,-1 2-45 16,0 5-3-16,11-11-59 15,-15 14-211-15,-16 10-985 0</inkml:trace>
  <inkml:trace contextRef="#ctx0" brushRef="#br0" timeOffset="14280.24">10796 3392 998 0,'0'0'220'15,"0"0"-109"1,0 0 65-16,-79 110 7 0,55-53-48 16,6 5 61-1,4 8-45-15,10-2-59 0,4 1-51 16,0-9-14 0,11-6-9-16,16-9-8 15,6-9-10-15,10-13-17 16,26-17-81-16,-9-6-209 15,-6 0-555-15</inkml:trace>
  <inkml:trace contextRef="#ctx0" brushRef="#br0" timeOffset="14810.18">11076 3629 494 0,'0'0'1301'0,"0"0"-1002"0,0 0-199 16,0 0-48-1,0 0-29-15,0 0-15 0,0 0 54 16,2 88 3-1,7-43-26-15,-2-2 5 16,2-6-13-16,-2-7-17 16,-1-13-7-16,-2-6 5 15,2-5 0-15,-2-6 0 16,2 0 4-16,5-8-4 0,5-22-1 16,4-14-11-1,2-14-87-15,-1-10-24 0,-2-6 23 16,-1 1-15-16,-5 7 51 15,1 11 52-15,-5 12 40 16,-1 12 69-16,-2 9 47 16,0 9-19-16,3 5-31 15,7 1-45-15,13 3-37 16,13-2-14 0,18 2 2-16,13 0-11 0,12 3 1 15,4-2 3-15,1 1-5 16,-5 0-45-16,15 0-84 15,-22-1-99-15,-18 1-451 0</inkml:trace>
  <inkml:trace contextRef="#ctx0" brushRef="#br0" timeOffset="16190.27">11633 3629 922 0,'0'0'253'16,"0"0"-55"-16,0 0-41 16,0 0-27-16,0 0-38 15,0 0-15-15,0 0-10 16,-13-22-34-16,13 19-17 15,0-4 9-15,5-1 1 16,8 0-17-16,3-2-2 0,1-1 4 16,-1 4 16-1,0 0-3-15,-5 2 17 0,-5 3 10 16,-1 0 23 0,-3 2-34-16,0 0-21 0,0 9-17 15,-2 11 10 1,0 6 16-16,-13 9 22 0,-16 4 11 15,-9 1 0-15,1-3-17 16,-4-5-15-16,8-2 1 16,6-11-10-16,7-3-12 15,6-8-2-15,10-2 4 16,4-4-9-16,0 0-1 16,0-2 6-16,9 0-6 15,16 2-3-15,8 1 3 16,12-3 0-16,3 0-57 0,2 0-89 15,8-13-96 1,-16-3-125-16,-9-2-574 0</inkml:trace>
  <inkml:trace contextRef="#ctx0" brushRef="#br0" timeOffset="16589.59">11870 3571 652 0,'0'0'995'0,"0"0"-788"0,0 0-138 16,0 0-34 0,0 0 49-16,0 0 70 0,33 128-22 15,-33-78-45 1,0 1-5-16,0-1-23 0,-9-8-26 16,1-8-6-1,0-10-15-15,4-10-6 0,2-8-5 16,2-4 10-16,0-2 1 15,0-5 10-15,6-21-22 16,13-17-46-16,1-12-100 16,2-4-36-16,-4 2-65 15,-3 14 110-15,-5 12 125 16,-8 19 12 0,-2 12 57-16,0 2-26 0,-5 26 73 15,-4 10 35-15,4 9-34 16,5 2-21-16,0-4-18 15,14-6-28-15,15-2-17 0,7-10-21 16,6-13-16-16,27-14-74 0,-11 0-107 16,-7-12-318-16</inkml:trace>
  <inkml:trace contextRef="#ctx0" brushRef="#br0" timeOffset="16810.4">12494 3356 1388 0,'0'0'293'16,"0"0"-150"0,38 119-26-16,-29-51-5 0,-7 13 34 15,-2 20-51-15,-23 17-34 16,-12-6-29-16,-5-19-32 15,0-20-6-15,1-19-109 16,8-12-207-16,8-10-549 0</inkml:trace>
  <inkml:trace contextRef="#ctx0" brushRef="#br0" timeOffset="17200.34">13035 3730 2013 0,'0'0'616'16,"0"0"-472"-16,0 0-79 15,0 0-36-15,0 0 11 0,0 0-3 16,0 0-21-16,76 16-16 15,-42-6-54-15,-1 0-54 16,-8 4-87-16,-10-2-145 16,-12-2-578-16</inkml:trace>
  <inkml:trace contextRef="#ctx0" brushRef="#br0" timeOffset="17328.9">12978 3987 1633 0,'0'0'375'0,"0"0"-243"15,0 0 14-15,0 0-53 0,144 12-93 16,-81-12-20 0,-5-7-333-16</inkml:trace>
  <inkml:trace contextRef="#ctx0" brushRef="#br0" timeOffset="22990.07">27242 3456 909 0,'0'0'911'0,"0"0"-732"16,0 0-128-16,0 0 40 16,0 0 61-16,0 0-36 15,49-24-69-15,-22 5-32 16,6-5 2-16,3-1-4 15,5-2-7-15,0-5-6 16,1 0-43-16,-1-1-16 0,-5 1-12 16,-7 2 9-1,-10 2-6-15,-7 3 22 0,-8 6 36 16,-4 3 10 0,0 6 35-16,0 4 15 15,0 6-32-15,0 0-18 16,-4 4-31-16,-8 24-9 0,-1 16 29 15,-3 18 11-15,-1 28 26 16,3 0 22-16,-1 6 6 16,1-3-2-16,3-19-4 0,-2 6-13 15,-1-13-2 1,1-13-18-16,2-14-6 0,-2-10-8 16,-3-10 11-1,-4-10-2-15,-7-6 8 0,0-4-4 16,-2-4-1-16,3-22-4 15,8-9 4-15,11-12-13 16,7-9-1-16,16-6-1 16,28-2-16-16,16-1-25 15,14 3-50-15,33-12-46 16,-16 16-126 0,-10 7-240-16</inkml:trace>
  <inkml:trace contextRef="#ctx0" brushRef="#br0" timeOffset="23210.14">28159 2900 1425 0,'0'0'307'16,"0"0"-208"-16,0 0-8 0,-119 51 48 16,79 0-5-1,4 13-27-15,11 8-52 16,10 4-15-16,15-2-15 0,0-7-16 15,21-9-9-15,12-12-25 16,9-12-34-16,0-14-82 16,16-20-92-16,-11-11-140 15,-11-15-1016-15</inkml:trace>
  <inkml:trace contextRef="#ctx0" brushRef="#br0" timeOffset="23589.83">28317 3072 1318 0,'0'0'235'16,"0"0"-96"0,0 0-27-16,0 0-1 0,58 138 53 15,-58-90 2 1,0 3-69-16,-14-4-5 0,-3-3-4 16,0-7-47-1,7-11-14-15,3-10-26 0,5-7 1 16,2-9-2-16,0 0-11 0,15-7-16 15,10-21-10 1,4-15-46-16,2-11-133 16,-6-6-65-16,-8 2-69 15,-5 12-6-15,-8 13 356 0,-4 18 286 16,0 15-85 0,0 0-89-16,-4 27 64 15,-4 14-2-15,6 7-59 16,2 5-53-16,0-3-16 0,21-6-30 15,5-6-14-15,6-12-2 16,3-9-33-16,-2-12-72 16,3-13-113-16,-9-18-138 15,-7-6-1290-15</inkml:trace>
  <inkml:trace contextRef="#ctx0" brushRef="#br0" timeOffset="23750.15">28959 2972 773 0,'0'0'866'0,"0"0"-663"0,10 115-4 16,-10-54-51-1,-13 8-6-15,-14 5-76 0,-4-2-43 16,-4 0-23 0,-10 7-16-16,9-16-215 15,11-23-316-15</inkml:trace>
  <inkml:trace contextRef="#ctx0" brushRef="#br0" timeOffset="24200.24">29368 3341 1620 0,'0'0'561'16,"0"0"-418"-16,0 0 41 16,0 0-41-16,0 0-43 15,0 0-55-15,0 0-28 16,108-10-16-16,-66 5-1 0,1 5 9 0,-4-2-9 15,-3 2-6 1,-5 0-51-16,-8 0-56 16,-9 0-164-16,-10 2-377 0</inkml:trace>
  <inkml:trace contextRef="#ctx0" brushRef="#br0" timeOffset="24350.16">29295 3476 1478 0,'0'0'474'0,"0"0"-372"0,0 0 89 16,0 0 10-16,0 0-112 16,145 5-86-16,-87-5-3 15,24 0-145-15,-14-6-240 16,-8-6-1269-16</inkml:trace>
  <inkml:trace contextRef="#ctx0" brushRef="#br0" timeOffset="24979.89">30639 2970 1883 0,'0'0'368'0,"0"0"-182"0,0 0-51 16,0 0-80-1,0 0-36-15,0 0-18 16,-127-67-1-16,73 71-1 0,2 20 1 15,2 12 0-15,10 6 23 16,11 9 8-16,13 2 14 16,12 5-8-16,4 0-3 15,2-5-5-15,16-7-14 16,0-5-3 0,-5-14-6-16,-6-6-6 15,-7-8-1-15,0-2-11 0,-23-1-26 16,-16-2 32-16,-7-4 6 15,0-4-1-15,6 0 0 16,9-12-8-16,15-14 1 16,16-8-51-16,7-7-99 0,33 1-31 15,15 5 7 1,6 8 92-16,-1 9 55 0,-7 12 26 16,-7 6 9-1,-13 0 63-15,-8 13 33 0,-10 6-9 16,-7 3-20-16,0 5-5 0,-4-4-14 15,-4 4-21 1,2-5-18-16,-2-7-9 16,0-2-8-16,5-8-81 15,13-5-106-15,1-12-99 0,2-12-402 16</inkml:trace>
  <inkml:trace contextRef="#ctx0" brushRef="#br0" timeOffset="25319.98">30771 3084 1275 0,'0'0'701'0,"0"0"-604"16,0 0-39-16,0 0 24 16,15 112 37-16,-15-58-33 15,0 2 5-15,-2-3-17 16,-2-7-23-16,-1-12-17 16,1-10-32-16,4-8 4 15,0-10-5-15,0-6 8 16,0 0 4-16,0-9 10 15,9-20-23-15,15-15-15 16,14-10-66-16,6-1-51 0,6 7-49 16,-3 16 110-1,-7 18 71-15,-3 14 13 0,-8 2 42 16,-2 25 22 0,-6 8 18-16,-4 7-9 0,-1 4-14 15,-3 2-42 1,-3-3-20-16,-2-9-8 0,1-6-2 15,-3-7-39-15,4-20-152 16,-4-3-172-16,1-3-549 0</inkml:trace>
  <inkml:trace contextRef="#ctx0" brushRef="#br0" timeOffset="26299.7">31469 3130 1096 0,'0'0'598'16,"0"0"-439"-1,0 0-2-15,0 0-1 0,0 0-44 16,0 0-48 0,0 0-17-16,6-5-16 15,-6 5-16-15,0 0-7 16,0 0 5-16,0 0 6 0,0 0 12 15,0 0 7-15,0 0-3 16,0 0 1-16,0 0-12 16,0 0-3-16,0 0 6 0,0 0-4 15,0 0 9 1,0 0-1-16,0 0-1 0,0 0-15 16,0 0-9-1,0 0-5-15,0 0 0 0,0 0-1 16,0 0 2-16,0 0 7 15,0 0 7-15,0 0 7 16,0 0-3-16,0 0-10 16,0 0-10-16,0 0-14 15,0 0-3-15,0 0-9 16,0 0 5-16,0 0 15 16,0 0 6-16,0 0 0 15,0 0 6-15,0 0 6 16,0 0 9-16,0 0-2 15,0 0 5-15,0 0-2 16,0 0 5-16,0 0-6 16,0 0-10-16,0 0 2 0,0 0 4 15,0 0-16 1,0 0 0-16,0 0-1 0,0 0-1 16,0 0-5-1,0 0 5-15,0 0 0 0,0 0 0 16,0 0 0-16,0 0-5 0,0 0 6 15,0 0 1 1,0 0 0-16,0 0 5 16,0 0-6-16,0 0 1 15,0 0-1-15,0 0 1 0,0 0-1 16,0 0-1 0,0 0-13-16,0 0 13 15,2 0-17-15,5 0-6 16,7 17-14-16,-1 12 37 0,0 6-10 15,-6 7 10-15,-7 2-8 16,0 1 8 0,0-5-2-16,-4-4 3 0,-6-8 3 15,2-7 4-15,3-10-1 16,3-5-5-16,2-4 0 16,0-2 14-16,0 0-4 15,11-22-7-15,14-16-4 16,10-16-89-16,7-15-19 0,3 1-163 15,-9 6 27 1,-7 14 96-16,-13 20 148 0,-12 14 110 16,-4 12 39-1,0 2-50-15,0 11-56 0,-12 15 5 16,2 13 50 0,1 3-4-16,7 2-21 15,2-2-25-15,11 1-17 16,22-6-19-16,14-2-12 0,16-7-12 15,43-10-127-15,-12-10-203 16,-7-8-809-16</inkml:trace>
  <inkml:trace contextRef="#ctx0" brushRef="#br0" timeOffset="26400">32594 3338 2105 0,'0'0'537'15,"0"0"-537"-15,0 0-98 16,0 0-109-16</inkml:trace>
  <inkml:trace contextRef="#ctx0" brushRef="#br0" timeOffset="28119.78">27071 4724 1480 0,'0'0'703'15,"0"0"-591"-15,0 0-91 16,0 0 33-16,0 0-3 0,0 0 41 15,156-78-40-15,-103 48-22 16,5-4-23-16,-1-2-7 16,-3-3-37-16,-7 3-36 15,-9 0 18-15,-13 6 15 16,-8 6 6-16,-10 4 10 16,-7 6 24-16,0 6 18 15,0 4-17-15,-9 4-1 0,-8 0 0 16,-6 24-9-16,-2 15 9 15,-4 16 0-15,2 16 16 16,6 11-1-16,-2 8 22 16,7 6 12-16,3-2 12 15,0-4-9-15,2-7-25 16,-2-11-12-16,-1-12-14 16,-1-9 10-16,-6-14-4 15,-4-9 1 1,-1-7 0-16,-6-12-7 0,1-9 4 15,4 0-4-15,8-13 10 16,10-20-11-16,9-9 0 16,11-11-1-16,29-5-13 0,16-2 8 15,8 2-31 1,10 3-48-16,26-14-34 0,-15 15-98 16,-16 7-285-16</inkml:trace>
  <inkml:trace contextRef="#ctx0" brushRef="#br0" timeOffset="28359.91">27984 4284 1395 0,'0'0'295'16,"0"0"-127"-16,-111 143 42 0,73-66-35 15,13 3-61-15,17-2-26 16,8-2-10 0,4-7-39-16,25-8-24 0,7-8-15 15,9-13-59 1,15-18-73-16,-10-12-244 0,-7-10-1003 0</inkml:trace>
  <inkml:trace contextRef="#ctx0" brushRef="#br0" timeOffset="28710.03">28109 4792 1475 0,'0'0'748'0,"0"0"-616"0,0 0-80 15,0 0 47 1,0 0-64-16,0 0-31 15,134-110-4-15,-98 66-76 0,-5-1 2 0,-5 0 7 16,-6 1 17 0,-9 3-5-16,-3 12 55 0,-8 7 51 15,0 10 46 1,0 12-17-16,0 0-80 16,0 16-3-16,-12 24 3 15,-3 13 38-15,-1 12 6 16,1 6-27-16,1-4-1 0,7-7-16 15,3-9-16-15,4-11-32 16,0-14-50-16,2-23-97 16,12-3-125-16,-1-6-507 15</inkml:trace>
  <inkml:trace contextRef="#ctx0" brushRef="#br0" timeOffset="28900.05">28618 4363 1639 0,'0'0'321'16,"0"0"-211"0,0 0 80-16,42 146-96 0,-42-80-20 15,-3 9 25 1,-23 5-32-16,-6 2-44 0,-1-5-23 16,4-13-64-1,7-12-107-15,9-18-207 0,8-22-823 0</inkml:trace>
  <inkml:trace contextRef="#ctx0" brushRef="#br0" timeOffset="29189.94">29262 4710 1458 0,'0'0'1077'0,"0"0"-836"16,0 0-166-16,0 0 29 16,0 0-62-16,118-12-3 15,-62 10-24-15,-3 2-8 16,-2 0-7-16,-8 2-68 0,-12 10-35 15,-29 4-108 1,-2-2-307-16,-13-5-304 0</inkml:trace>
  <inkml:trace contextRef="#ctx0" brushRef="#br0" timeOffset="29309.91">29286 4828 725 0,'0'0'1442'15,"0"0"-1189"-15,0 0-192 16,0 0 50-16,152 0-57 0,-58 0-54 15,-15-2-127-15,-11-3-365 0</inkml:trace>
  <inkml:trace contextRef="#ctx0" brushRef="#br0" timeOffset="33176.71">28234 4923 1809 0,'0'0'522'16,"0"0"-443"-16,0 0-12 16,0 0 41-16,0 0-45 15,0 0-21-15,0 0-26 16,-4-24-16-16,4 24-31 0,-5 0-58 15,1 0-156 1,0 0-747-16</inkml:trace>
  <inkml:trace contextRef="#ctx0" brushRef="#br0" timeOffset="34389.95">31801 3442 546 0,'0'0'273'16,"0"0"-172"-16,0 0-67 0,0 0 12 15,0 0 6 1,0 0-9-16,0 0-18 0,0 0-18 16,0 0 5-1,0 0-2-15,0 0-9 16,0 0 0-16,0 0-1 16,0 0 1-16,0 0-1 0,0 0 0 15,0 0 0 1,0 0 0-16,0 0 0 0,0 0 1 15,0 0-1-15,0 0-6 16,0 0-96-16,0 0-46 16,0 0 46-16,0 3 67 15,0 1 19-15,0 0 10 16,0-2 6-16,0-1-1 16,0 2 1-16,0 0-26 15,0-2-205-15</inkml:trace>
  <inkml:trace contextRef="#ctx0" brushRef="#br0" timeOffset="34440.08">31801 3442 84 0</inkml:trace>
  <inkml:trace contextRef="#ctx0" brushRef="#br0" timeOffset="34469.87">31801 3442 84 0,'0'23'208'0,"0"-23"-201"0,0 0-7 0</inkml:trace>
  <inkml:trace contextRef="#ctx0" brushRef="#br0" timeOffset="35542.11">30555 4461 973 0,'0'0'571'16,"0"0"-453"-16,0 0-13 15,0 0-15-15,0 0 23 16,0 0-50-16,0 0-31 0,0 0-4 15,73-68 10 1,-66 63 4-16,-5 0-16 0,0 3 8 16,0 0 12-1,-2 0-13-15,0-1-13 0,0 0-11 16,2-1 3 0,-2 2 4-16,0 2-4 15,0-2 2-15,0 2-3 16,-2-2 13-16,-11 2-6 0,-9 0-17 15,-7 0 0-15,-7 10-1 16,1 12 1-16,1 6 16 16,7 4 27-16,7 7-6 15,11 3 0-15,9-1 5 16,0 4-20-16,23 1 7 16,8-2 2-16,5-4-14 15,-3-6-6-15,-4-6-6 16,-9-7-5-16,-7-8 0 0,-11-3-1 15,-2 1-8 1,-13 1-11-16,-25 1 13 0,-11 2 6 16,-2-4 0-1,5 1-1-15,7-10-9 0,12-2-2 16,16 0 0-16,11 0-6 16,2-16-19-16,30-8-109 15,17-8-55 1,11-4-67-16,34-16-66 0,-17 9-277 15,-9 6-353-15</inkml:trace>
  <inkml:trace contextRef="#ctx0" brushRef="#br0" timeOffset="35679.97">30829 4622 887 0,'0'0'514'0,"0"0"-243"0,0 0-37 15,0 0-62 1,0 0-102-16,0 0-8 0,0 0 12 16,-5 95 1-16,-6-56-44 0,5 0-19 15,6-10-12 1,0-4-30-16,13-19-124 15,13-6-231-15,1 0-1323 0</inkml:trace>
  <inkml:trace contextRef="#ctx0" brushRef="#br0" timeOffset="36000.3">31121 4580 679 0,'0'0'1000'16,"0"0"-844"-1,-34 114 62-15,10-59-13 0,-1-2-31 16,5-5-64 0,4-9-45-16,6-10-31 0,3-6-22 15,5-14-6 1,2-5-5-16,0-4 1 0,0-4 8 16,17-21-10-1,14-16-12-15,10-9-34 0,8-6-64 16,4 2 0-16,-1 10 29 0,-6 14 47 15,-10 12 34 1,-9 14 54-16,-9 4-5 0,-7 8-18 16,-5 18 12-1,-6 8-4-15,0 8-18 0,0 2-21 16,0 7-57 0,-2-12-147-16,2-11-484 0</inkml:trace>
  <inkml:trace contextRef="#ctx0" brushRef="#br0" timeOffset="36320.18">31760 4828 1033 0,'0'0'740'0,"0"0"-627"16,0 0 33-16,92-150 48 16,-63 94-55-16,-5 0-35 15,-1-1-31-15,-4 6-18 0,-3 9 15 16,-5 7-4-16,-3 15-14 15,-4 8-19-15,-4 8-11 16,0 4-16-16,0 0-6 16,0 20-30-16,-14 18 12 15,-5 17 17-15,-8 11 1 16,-2 3-1 0,2 6 1-16,2-5 1 0,3-6-1 15,0-3 0 1,4-11-33-16,0-9-14 0,2-10-90 15,0-11-72-15,-9-17-134 0,2-3-26 16,0 0-406-16</inkml:trace>
  <inkml:trace contextRef="#ctx0" brushRef="#br0" timeOffset="36430.08">31556 4975 1445 0,'0'0'617'0,"0"0"-381"16,0 0-17-1,0 0-49-15,0 0-63 0,160 0-59 16,-82 6-48-1,9 1-4-15,40-2-84 0,-22-3-217 16,-12-2-383-16</inkml:trace>
  <inkml:trace contextRef="#ctx0" brushRef="#br0" timeOffset="36540.11">32657 4993 1947 0,'0'0'566'0,"0"0"-566"16,0 0-77-16,0 0-29 0,0 0-895 15</inkml:trace>
  <inkml:trace contextRef="#ctx0" brushRef="#br0" timeOffset="38939.84">27025 6229 1416 0,'0'0'490'16,"0"0"-364"-16,0 0 37 16,0 0 25-16,0 0-23 0,0 0-80 15,0 0-51 1,75-84-18-16,-38 43-16 16,5-1-1-16,6-4-25 15,-2 0-15-15,-5 1-28 16,-8 3 24-16,-6 6 17 0,-10 6-9 15,-7 9-10-15,-6 2 33 16,-4 12 14 0,0 2 0-16,0 5-1 0,0 0-27 15,-14 17-22-15,-10 22 13 16,-12 35 37-16,-10 42 6 16,-10 39 53-1,0 13-12-15,7-9 1 16,13-37-4-16,9-40-21 0,10-25 11 15,1-9 7-15,-2-3-15 16,2 0-16-16,-1-5-5 16,3-14-5-16,3-10 0 0,-3-14 29 15,-3-2 7 1,1-12-8-16,1-22-8 0,9-14-13 16,6-14-6-1,0-9-1-15,25-7-12 0,16-1-1 16,13 2-39-16,8 3-61 15,5 3-15-15,24-15-82 16,-15 18-131-16,-12 11-849 0</inkml:trace>
  <inkml:trace contextRef="#ctx0" brushRef="#br0" timeOffset="39179.9">27752 5758 707 0,'0'0'904'0,"0"0"-731"15,0 0-13-15,-133 142 22 16,102-76-22-16,10 6-26 16,15 0-44-16,6-4-35 15,4-8-38-15,25-10-17 16,7-8-14-16,9-14-73 0,13-16-63 15,-12-8-192 1,-6-4-398-16</inkml:trace>
  <inkml:trace contextRef="#ctx0" brushRef="#br0" timeOffset="39754.9">28060 5900 1403 0,'0'0'261'0,"0"0"-186"0,0 0 15 16,0 0-4-1,0 0-13-15,0 0 47 0,0 0 41 16,-7 146-68 0,7-86-9-16,0 0-22 0,0-6-19 15,0-8-18 1,0-10-11-16,0-12-7 0,0-9 5 15,0-7-6-15,2-8-6 0,5 0 8 16,7-13 13 0,3-21-21-16,6-14-3 15,-1-15-98-15,3-12-44 16,-4-5-85-16,0-1-56 16,-3 9 156-16,-7 17 130 15,-5 11 224-15,2 18 109 0,-6 13-66 16,4 3-88-16,5 1-72 15,12 4-61-15,12-4-31 16,17 6-15-16,6 1 0 16,9 2 0-16,-3 0-37 15,-4 5-43-15,-8 9-58 16,-10 5-68 0,-11-3-157-16,-15-7-415 0</inkml:trace>
  <inkml:trace contextRef="#ctx0" brushRef="#br0" timeOffset="40144.91">28425 5925 552 0,'0'0'958'15,"0"0"-801"-15,0 0-124 0,0 0 9 16,0 0 32 0,0 0-2-16,0 0 7 15,56 9 4-15,-56 20 1 16,0 10 46-16,-11 7-19 0,-9 2 10 15,-5-2-16-15,4-6-50 16,2-8-15 0,9-8-4-16,5-6-20 0,5-8-16 15,0-4-1-15,7-3-7 16,18-3-5-16,8 0-17 16,5-5-73-16,11-27-86 15,-7 0-124-15,-11 2-337 0</inkml:trace>
  <inkml:trace contextRef="#ctx0" brushRef="#br0" timeOffset="40539.68">28645 6014 1264 0,'0'0'328'15,"0"0"-134"1,0 0-32-16,0 0-12 0,0 0-27 15,0 0-55-15,0 0-2 16,37 64 17-16,-37-22 12 16,-14 2-5-16,-5 0-27 0,-2-2-18 15,4-5-9 1,3-12-23-16,8-4-13 16,2-12 0-16,4-5 0 15,0-4-22-15,4 0-2 16,16-13 0-16,8-20-29 0,7-13-129 15,4-30-132-15,-7 6-175 16,-14 14-359-16,-12 20 341 16,-6 36 507-16,-4 0 804 15,-12 18-429-15,1 10-91 16,-1 9-51-16,7 4-70 16,9 1-52-16,0 0-31 15,13-5-34-15,18-3-46 0,29-13-45 16,-8-9-101-1,-4-12-250-15</inkml:trace>
  <inkml:trace contextRef="#ctx0" brushRef="#br0" timeOffset="40790.01">29137 5697 1370 0,'0'0'494'15,"0"0"-438"-15,0 0 62 0,62 154-4 0,-47-84 2 16,-7 6 1 0,-8 6-56-16,0 3-36 0,-23-3-25 15,-10-6-4 1,-21-2-69-16,10-17-168 0,8-24-506 15</inkml:trace>
  <inkml:trace contextRef="#ctx0" brushRef="#br0" timeOffset="41130.28">29687 6084 986 0,'0'0'1328'16,"0"0"-1028"-16,0 0-176 16,0 0 18-16,0 0-59 15,0 0-57-15,0 0-26 16,134 8-17-16,-96 1-104 16,-18 1-107-16,-8 1-306 15,-12-5-1074-15</inkml:trace>
  <inkml:trace contextRef="#ctx0" brushRef="#br0" timeOffset="41254.98">29614 6268 447 0,'0'0'1687'15,"0"0"-1446"-15,0 0-113 0,165 2-55 16,-85-2-57-16,39-4-16 16,-19-10-183-16,-21 0-850 0</inkml:trace>
  <inkml:trace contextRef="#ctx0" brushRef="#br0" timeOffset="43939.75">28782 5654 844 0,'0'0'266'15,"0"0"-24"-15,0 0-37 16,0 0-38-16,0 0-50 0,0 0-20 15,0 0-1-15,5-55-6 16,-5 47-32-16,0 1-8 16,0-1 4-1,0 3 4-15,0-2-9 0,-3 2-30 16,-1-2-11 0,-2 0-7-16,-5-1-1 0,-1 1-1 15,-3-1-10 1,-5 2-5-16,-3 3 3 0,-2-4 5 15,2 5 7-15,-2 0-1 0,0 0 1 16,3 1 0 0,-3 1 0-16,-1 0-1 0,-1 0-9 15,0 0-6 1,-2 0 11-16,0 0 5 0,2 3 0 16,-2 6-14-1,2-2 14-15,1 3-1 0,-1 3 1 16,3-2 0-16,-3 6 0 15,0-2-5-15,3 4 6 16,-1-2-1-16,5 2 1 16,0-1-6-16,4 0-7 15,1-1 7-15,1 3 0 16,1 1-12-16,0-1 6 16,1 0 2-16,1 0-6 15,3 0 14-15,0 0 1 16,2-2-1-16,-1-2 1 15,1 3 0-15,-1-5-1 16,-2 3 1-16,2 0 0 16,-1-2 1-16,-2 3 0 15,6-2 0-15,0 0 0 16,-1 1 6-16,5-1 7 0,0 2-12 16,0 2 12-1,0 0 2-15,0 0-3 16,0 3-3-16,7 3 1 0,1 1 0 0,4-1 4 15,-1 2-13 1,1-2 12-16,3 0 0 0,1 1 2 16,1-4-3-1,4 3 7-15,-2-3-10 16,1 0-8-16,1 0 5 16,0-3 1-16,2-1 2 15,-1 0-2-15,1-3 14 16,2-2 4-16,1-2 4 0,0 0-4 15,3-4-1-15,5-2-7 16,1-3 1 0,6 0-3-16,1-3-3 0,5 0-4 0,2 0-1 15,0-8-4-15,-2 0 3 16,-2-2-5-16,-6-1 10 16,0 2-10-1,-4-1 1-15,-3-3 4 16,-1 1 3-16,-2 3-3 0,0-3-5 15,-2-1 0-15,-1 0 0 16,-2 0 6-16,-1-2-5 16,-1-2 4-16,-4 2-5 15,0-6-1-15,-3-1 9 16,-1-2-9-16,-1-6 0 16,1-4-15-16,-3-4-5 15,-3-6-2-15,0 0-20 16,-4-2 8-16,0 0 10 15,-4 4 24-15,0 3 0 0,2 1 12 16,-2 2 25 0,0 1 12-16,0 0-8 15,0-2 6-15,-10 2-2 16,-4-1-3-16,-4-2-9 16,-4-1-26-16,-3 3-6 15,-6 2-1-15,-2 2-20 0,-5 6 2 16,-3 6-17-16,1 8-50 15,3 10-36-15,-8 2-65 16,11 19-155-16,10 1-203 0</inkml:trace>
  <inkml:trace contextRef="#ctx0" brushRef="#br0" timeOffset="44109.64">28728 5767 867 0,'0'0'799'16,"0"0"-799"-16,0 0-483 0</inkml:trace>
  <inkml:trace contextRef="#ctx0" brushRef="#br0" timeOffset="45960.23">31613 3725 1117 0,'0'0'518'0,"0"0"-394"16,0 0 2 0,0 0 97-16,0 0-18 0,0 0-42 15,0 0-42 1,-2 0-38-16,0-1-28 0,2-2-13 16,-2 2 9-1,2-2-21-15,-3 3-14 0,3 0-7 16,0 0-7-16,0 0 6 0,0 0-7 15,0 0 0 1,0 0 0-16,0 0 1 0,0 0-1 16,0 0 0-1,0 0 0-15,0 0 0 0,0 0 0 16,0 0 1 0,0 0 5-16,0 0 7 0,0-4 4 15,0-1-3 1,0-4-12-16,0-1-3 0,0 1 0 15,-2 0 0 1,-2 1 0-16,2 4 0 16,-3 2 1-16,3 2 0 0,2 0 1 15,0 0-2-15,0 0-2 16,0 0-16-16,0 0-4 16,0 0-11-16,0 0-10 15,0 0 13-15,2 0 0 16,1 0 29-16,-3 0 1 0,0 0 1 15,2 0-1 1,-2 0 0-16,11-7-38 0,0-2-166 16,0 1-903-16</inkml:trace>
  <inkml:trace contextRef="#ctx0" brushRef="#br0" timeOffset="46549.78">31475 3948 499 0,'0'0'1592'16,"0"0"-1332"-16,0 0-200 16,0 0 27-16,0 0 27 15,0 0-63-15,0 0-36 16,165-24-14-16,-93 21 0 15,7 0 5-15,4-1-6 16,-4-4 0-16,-11 0 0 16,-9-2 10-16,-18 0-9 15,-9 0 0-15,-12 2 8 16,-9-1-3-16,-7 1 8 16,-4 2-1-16,0-7 2 15,-6-1-14-15,-17-3-1 0,-12 4-10 16,-9-1-7-16,-10 4 4 15,-4 3-2-15,0 1-3 16,7 2 17-16,8 0 0 16,12 0 0-16,11 0 1 15,9 2 7-15,9 2 24 16,2 0 7-16,0 0 3 16,4 0-9-16,18 0-17 15,14-4-14-15,13 0-1 16,4-1-4-16,3-1-46 15,2 1-67-15,-15 2-216 0,-14-2-819 0</inkml:trace>
  <inkml:trace contextRef="#ctx0" brushRef="#br0" timeOffset="48279.73">30651 5861 808 0,'0'0'635'0,"0"0"-538"15,0 0-52-15,0 0 57 0,0 0-4 16,0 0 3-16,0 0 36 15,17 0-42-15,-1-12-44 16,1-2-26 0,-3-4-1-16,-3 0-9 15,-7 1 8-15,-4 5-3 16,0-3 8-16,-2 7-9 0,-17 2-7 16,-12 6-12-16,-10 0-1 15,-6 12 1-15,-2 16 21 16,5 8 11-16,7 8 25 15,12 8 14-15,9 5-21 16,7 5-6-16,9 2-16 0,0 2-9 16,0-4-1-1,6-6-9-15,-1-6-1 0,-5-10-6 16,0-7-1 0,0-8 5-16,-15-4-5 15,-8-8 11-15,0-1 0 16,-1-5-11-16,0-7 0 0,6 0 17 15,5-9-8-15,8-14-10 16,5-13-30-16,11-7-11 16,25-5-74-16,13 1 24 15,6 6-5-15,3 5 7 16,-4 9 37-16,-5 6 36 16,-9 11 16-16,-11 3 15 15,-8 7 50-15,-8 0-36 0,-7 17 8 16,-2 9-10-1,-2 6 6-15,-2 2-2 16,0-1-4-16,0-4-4 0,0-9-22 16,0-6-1-16,0-6 8 15,0-4-8-15,0-4-22 16,0 0 3-16,19-8-2 16,8-15-22-16,6-12-107 15,5 1-27 1,-3 1 66-16,-4 12 74 0,-6 11 37 15,-9 10 28-15,-7 0 58 16,-7 26 4-16,-2 11 9 16,0 5 18-16,-7 0-43 0,-9-5 24 15,5-4-28 1,1-13-27-16,2-6-25 0,6-9-17 16,2-2 6-1,0-3 17-15,0 0-2 0,12-22-10 16,15-15-12-16,10-8-56 15,7-5-5-15,4 5-36 16,-6 11 49-16,-11 13 42 16,-11 14 6-16,-9 7 2 15,-6 4 5-15,-5 22-1 0,0 6-4 16,0 6 5 0,-3 0-6-16,-3-4-1 15,1-6-12 1,5-8-117-16,11-8-157 0,10-10-254 0</inkml:trace>
  <inkml:trace contextRef="#ctx0" brushRef="#br0" timeOffset="48500.11">31484 5857 1207 0,'0'0'356'0,"0"0"-116"0,-83 136 41 15,54-63-81 1,8 6-85-16,9 5-18 0,12-4-48 16,0-7-27-1,7-6-22-15,17-11 0 0,5-16-76 16,18-19-53 0,-5-9-181-16,-3-12-561 0</inkml:trace>
  <inkml:trace contextRef="#ctx0" brushRef="#br0" timeOffset="49409.85">31623 6140 993 0,'0'0'657'15,"0"0"-566"-15,0 0-5 16,0 0 78-16,0 0-19 15,0 0-27-15,0 0-30 0,-5-10-25 16,5 10-27 0,0 0 3-16,0 8-23 15,-5 16-16-15,-4 12 35 16,1 4 8-16,-1 4-1 0,2-5-12 16,2-6-8-1,3-8-10-15,0-8-1 0,2-2-3 16,0-10-7-16,0 0 5 15,0-5 0-15,0 0 0 16,0 0 5-16,4 0-1 0,15-18 11 16,5-13-21-1,5-8-34-15,2-12-41 0,3-7-118 16,-1 0-19 0,-4 0-26-16,-7 3 93 15,-4 11 51-15,-7 9 94 16,-6 7 78-16,-3 7 126 15,0 5 43-15,-2 7-40 0,3 2-26 16,1 0-58 0,7 4-46-16,7-1-36 0,13 0-29 15,13-2-11 1,10 2-2-16,6 2-13 0,5 2 3 16,-1 0-23-1,-4 0-11-15,-6 0-46 0,-2 0-94 16,-13 0-93-16,-12 0-116 0</inkml:trace>
  <inkml:trace contextRef="#ctx0" brushRef="#br0" timeOffset="49890">31910 6120 1307 0,'0'0'310'0,"0"0"-171"15,0 0 37-15,0 0-34 16,0 0-75-16,0 0-25 16,0 0-17-1,103-30-2-15,-86 30 10 0,-5 7-11 16,-10 14-15-16,-2 6 20 16,-7 8 22-16,-25 5 18 15,-10 4 57-15,-3-4-48 16,3-2-29-16,7-8-9 15,10-7-9-15,10-9-14 16,10-7-8-16,5 0 3 16,0-3-10-16,9-3-7 15,18 1 7-15,9-2-1 16,10 0-41-16,6-9-59 0,-3-16-131 16,2-15-154-1,-13 5-256-15,-14 2-663 0</inkml:trace>
  <inkml:trace contextRef="#ctx0" brushRef="#br0" timeOffset="50230.03">32140 6216 1272 0,'0'0'385'0,"0"0"-159"0,0 0 7 16,0 0-87-1,0 0-85-15,0 0-45 0,0 0 32 16,2 66 20 0,-2-29 9-16,0 0 2 15,-9-1-25-15,-5-5-26 16,4-7-6-16,0-9-14 0,6-6-7 15,1-4 0-15,3-5 0 16,0 0-1-16,0 0-5 16,14-15-13-1,6-16-48-15,7-8-93 0,-9-7 3 16,-3 5-108-16,-3 9 169 16,-10 12 95-16,-2 14 162 15,0 6-68-15,0 3-38 16,0 18 39-16,0 9 19 0,0 6-31 15,0 2-38 1,17 1-21-16,8-7-15 16,6-6-9-16,2-9-39 15,19-10-86-15,-8-7-128 0,-5 0-391 0</inkml:trace>
  <inkml:trace contextRef="#ctx0" brushRef="#br0" timeOffset="50490.28">32862 5805 603 0,'0'0'1395'16,"0"0"-1268"-16,0 0-77 0,40 127 23 15,-38-62 6-15,-2 10 12 16,-6 9-14-16,-26 2-41 16,-6 5-24-16,-8-8-12 15,-2-4-52-15,-2-9-116 16,11-20-188-16,20-24-1359 16</inkml:trace>
  <inkml:trace contextRef="#ctx0" brushRef="#br0" timeOffset="51240.36">30298 6941 1796 0,'0'0'553'16,"0"0"-553"-16,0 0 25 0,156 5-1 16,-2 9 23-1,62 4 24-15,32 0-10 16,2-6-9-16,-16-6 4 0,-34-6-9 15,-13 0 2 1,-24 0-26-16,-40-3 8 0,-39-6-17 16,-30 3-14-1,-21-2-11-15,-4 2-21 0,-4 2-18 16,-25-2-61 0,0-1-76-16,-7 4-192 0</inkml:trace>
  <inkml:trace contextRef="#ctx0" brushRef="#br0" timeOffset="53460.13">14061 3455 1475 0,'0'0'542'16,"0"0"-344"-16,0 0-59 16,0 0-7-16,0 0-11 15,0 0-26-15,0 0-10 16,18-16-33-16,5-6-37 15,0-4-14-15,4-1 1 16,-2 0-1-16,-7 3-1 16,-7 5 2-16,-9 7-2 15,-2 5 0-15,0 2 1 16,-15 5-1-16,-19 0-6 0,-8 14-11 16,-10 23 4-1,4 14 12-15,7 14 0 0,15 9 2 16,14 2 7-16,12 0-2 15,0-5 7-15,18-7-1 16,7-8-11-16,1-8 13 16,-6-12-8-16,-6-7-6 15,-11-6 1-15,-3 0-1 16,-17-2-11-16,-18 2 11 16,-10-4 0-16,-1-7-9 15,6-8 1-15,9-4 2 16,12-11 5-16,17-25-14 15,2-17-81-15,27-9-118 0,22-5-21 16,11 2-20 0,5 10 64-16,0 15 94 15,-10 17 81-15,-10 10 16 16,-8 13 95-16,-10 0 74 0,-6 24 10 16,-8 9-46-1,-7 7-43-15,-6 3 7 16,0 1-19-16,0-6-30 0,0-6-32 15,0-12-10-15,0-11-6 16,0-6-53-16,0-3-75 0,29-44-52 16,-2-2-146-1,0-12-1374-15</inkml:trace>
  <inkml:trace contextRef="#ctx0" brushRef="#br0" timeOffset="53750.18">14527 3638 1458 0,'0'0'323'0,"0"0"-1"0,0 144-107 15,0-78-69-15,0-5-24 16,-5-12-37-16,-1-15-1 16,3-12-49-16,3-11-24 15,0-11 1-15,0 0 4 16,5-17-1-16,17-24-15 16,12-17-79-16,11-11-41 15,5-7-69-15,6 8 4 16,-2 15 71-16,-2 23 109 0,-8 18 5 15,-9 12 75 1,-10 14-6-16,-7 21 2 0,-11 14-10 16,-7 8-21-1,0 3-22-15,0-4-18 0,-5-7-13 16,5-15-130 0,0-15-248-16,0-14-1348 0</inkml:trace>
  <inkml:trace contextRef="#ctx0" brushRef="#br0" timeOffset="53979.96">15356 3240 995 0,'0'0'550'15,"0"0"-321"-15,-122 123 30 0,77-54-62 16,11 13-10-1,15 3-22-15,14 4-74 0,5-3-48 16,20-6-10-16,15-8-33 16,13-10-10-16,21-18-72 15,-11-16-152-15,-5-17-351 0</inkml:trace>
  <inkml:trace contextRef="#ctx0" brushRef="#br0" timeOffset="54429.71">15599 3624 1476 0,'0'0'378'0,"0"0"-245"15,0 0 35-15,0 0 10 16,13 132-65-16,-5-83 3 16,0-6-37-16,1-5-40 15,3-10-16-15,-6-10-11 0,3-9 3 16,-3-9 5 0,8 0-5-16,3-25-2 0,8-16-13 15,2-14-58 1,4-31-65-16,5-30 2 15,-5 9-110-15,-2 9-59 0,-7 19 181 16,-6 27 109-16,0 7 331 16,-1 0-2-1,-1 17-85-15,-1 10-99 16,5 8-100-16,7 4-27 0,8 3-2 16,13 3-7-16,14 0-8 15,12 5 0-15,10 9-1 16,5-1 0-16,0-1-94 15,25-1-51-15,-23-2-160 16,-16-6-524-16</inkml:trace>
  <inkml:trace contextRef="#ctx0" brushRef="#br0" timeOffset="54949.93">16239 3534 1279 0,'0'0'700'0,"0"0"-459"0,0 0-71 16,0 0 10-16,0 0-49 15,0 0-71-15,0 0-38 16,0-79-22-16,23 69-22 15,0 6 6-15,2 4 8 0,-5 0-2 16,-9 21-1 0,-9 10 4-16,-2 10 7 15,-21 14 16-15,-22 6 13 16,-10 2 20-16,-1-5-24 0,9-9 11 16,12-13 0-1,16-14-18-15,11-11-12 0,6-2-6 16,14-5-6-16,22-4 5 15,11 0 1-15,8-2-43 16,5-20-70-16,14-25-126 16,-18 5-316-16,-10 0-872 0</inkml:trace>
  <inkml:trace contextRef="#ctx0" brushRef="#br0" timeOffset="55319.84">16497 3581 628 0,'0'0'1142'0,"0"0"-930"15,0 0-147-15,0 0 5 16,0 0 64-16,0 0-6 16,68 104-17-16,-64-59 1 15,-4 3-44 1,0-2-19-16,0-7-10 0,-4-7-6 16,-4-11-14-16,4-11-8 15,2-6-6 1,2-4-5-16,0 0-18 0,4-24-6 15,14-16-117-15,5-12-171 16,-2-8-83-16,0 4-249 16,-7 11 347-16,-8 19 297 15,-6 23 528-15,0 3-311 0,-6 29 65 16,-8 17-28 0,5 11-85-16,7 4-22 15,2 0-51-15,17-1-37 16,24-8-20-16,14-10-18 0,15-10-11 15,5-18-10-15,37-14-76 16,-21-10-141-16,-12-16-340 16</inkml:trace>
  <inkml:trace contextRef="#ctx0" brushRef="#br0" timeOffset="55570.23">17474 3192 2013 0,'0'0'269'16,"0"0"-210"-16,0 0-38 16,42 150 31-16,-42-60 79 15,-2 31-18-15,-43 29-48 16,-12 10-38-16,-1-31-15 15,13-37-12-15,20-44-6 0,21-16-147 16,2-9-189 0,2-11-640-16</inkml:trace>
  <inkml:trace contextRef="#ctx0" brushRef="#br0" timeOffset="55904.51">17690 3872 652 0,'0'0'1431'0,"0"0"-1189"15,0 0-190-15,0 0-32 16,0 0-1-16,0 0 0 16,0 0 5-16,-14 37-15 15,24-37-2 1,3 0-5-16,-2 0 14 0,1-17-1 16,-8-3-15-16,-4-1-15 15,0-2-35-15,-14 5-240 16,-1 4-925-16</inkml:trace>
  <inkml:trace contextRef="#ctx0" brushRef="#br0" timeOffset="61819.96">1146 6338 1167 0,'0'0'257'0,"0"0"-147"16,0 0-26-16,0 0-30 16,0 0 18-16,0 0 42 15,-12-28 16-15,12 25 5 16,-2-2-21-16,2 1-8 15,-3 1-29-15,-1 0-11 0,2 3-2 16,2 0-21 0,-2 0 0-16,0 0-16 15,0 0-14-15,2 0-13 16,0 0 1-16,0 0-1 0,0 0 0 16,0 0 0-1,0 0-24-15,0 0-13 0,0 0-6 16,4 0-5-16,7 0 24 0,3 0 16 15,-2 0 8 1,5-4 0-16,-2-6 1 16,-4 2 11-16,-4-1 0 15,-5 4 7-15,-2 1 29 16,0 2-7-16,0 1-15 16,-2 1-2-16,-5 0-18 0,0 0-6 15,5 0-2 1,-2 3-8-16,4 11-47 0,0 4-35 15,0 2 7-15,8-2-42 16,21-7-124-16,-2-8-80 16,-4-3-380-16</inkml:trace>
  <inkml:trace contextRef="#ctx0" brushRef="#br0" timeOffset="62060.04">1288 6226 1335 0,'0'0'243'0,"0"0"-144"0,0 0-12 16,0 0-8-1,0 0 8-15,0 0-2 16,0 0-27-16,-63 30-29 16,61-22-12-16,2-2-11 0,0-1-5 15,2-5 0 1,10 0 1-16,1 0-2 0,-1 0-8 15,-4 0-37-15,-6-7-16 0,-2-3-87 16,0 1-420-16</inkml:trace>
  <inkml:trace contextRef="#ctx0" brushRef="#br0" timeOffset="63679.81">1987 5546 816 0,'0'0'764'0,"0"0"-607"15,0 0-50 1,0 0-34-16,0 0 10 0,0 0 41 15,0 0-22-15,-75-9-37 16,50 26-24-16,-4 15-5 16,-4 14-2-16,2 17 34 15,2 9 11 1,8 3-22-16,6 3-25 0,9-8-18 16,6-7-7-1,0-10-5-15,0-9-1 0,19-10-1 16,10-4-12-16,10-8-81 0,28-8-64 15,-7-6-205 1,-10-5-391-16</inkml:trace>
  <inkml:trace contextRef="#ctx0" brushRef="#br0" timeOffset="64319.88">2581 5757 907 0,'0'0'858'0,"0"0"-763"15,0 0-67-15,-134 4 40 16,69 22 60-16,-2 10 30 0,3 6-53 15,4 6-22 1,13-2-34-16,14-1-20 0,13-11-12 16,15-6-17-16,5-8 0 15,11-7-8-15,20-8 2 16,12-5-3-16,6 0-22 16,4-18-31-16,-1-11-24 15,-6-3-63 1,-6-1-22-16,-9-1 64 0,-8 5 49 15,-9 5 14-15,-8 8 44 0,-6 8 22 16,0 6 63 0,0 2-18-16,0 2-48 0,-8 22-18 15,-9 17 58 1,2 17 45-16,-3 28 8 16,0 27-29-16,5-4-15 15,2-10-7-15,2-15 11 0,-2-22-13 16,0 5-32-16,-3-2 6 0,-1-12-4 15,-3-11-12 1,-5-11 2-16,-4-9 16 16,-4-7-13-16,0-11-21 15,0-4 5-15,4-10 17 16,7-22-23-16,11-16-1 16,9-15-9-16,0-7-2 15,31-6 11-15,12-2 1 0,13-1-1 16,8 3-14-1,7 4 0-15,6 2-18 0,-4 8-68 16,18-10-104 0,-17 16-296-16,-17 10-1105 0</inkml:trace>
  <inkml:trace contextRef="#ctx0" brushRef="#br0" timeOffset="64600.17">2897 5828 411 0,'0'0'1233'0,"0"0"-985"0,0 0-67 16,0 0-28-1,0 0-64-15,-65 109-29 0,70-95-18 16,19-2-4 0,12-8 11-16,3-4-7 0,3 0-8 15,-3-20-14 1,-2-6-19-16,-13-4-1 0,-8 0-4 15,-12-3 3-15,-4 6-9 0,-4 1 9 16,-17 6 0 0,-3 8-40-16,2 10-17 15,-3 6-66-15,7 16-177 16,9 2-225-16</inkml:trace>
  <inkml:trace contextRef="#ctx0" brushRef="#br0" timeOffset="65049.73">3171 6016 1443 0,'0'0'640'0,"0"0"-523"16,0 0-37-16,0 0-24 0,0 0-44 16,97-107-6-16,-64 63-6 15,-2-2-50-15,-6 2-55 0,-6 4 13 16,-7 2 17-1,-7 5 11-15,-5 8 64 0,0 8 25 16,-3 8 111 0,-8 9-87-16,-2 0-34 0,2 26-14 15,-3 15 9 1,3 17 37-16,2 15 36 0,2 11-16 16,1 9-6-1,1 3 6-15,-1-2 3 0,-2-2-23 16,0-9-9-16,-3-11-9 0,-3-12-15 31,-1-13 10-31,-5-10-6 0,-3-11 7 16,-4-12 6-16,3-10-5 15,0-4-7-15,3-9-1 16,6-26-5-16,11-11-13 16,4-15-19-16,6-5 4 0,26 0 1 15,7 0-29-15,11 5-44 16,0 6-74-1,20-15-63-15,-14 13-170 0,-12 7-674 0</inkml:trace>
  <inkml:trace contextRef="#ctx0" brushRef="#br0" timeOffset="65299.92">3655 5479 1631 0,'0'0'290'16,"0"0"-208"-16,0 0 52 0,51 109 24 16,-34-43-31-1,-9 9 3-15,-1 3-25 16,-7 1-45-16,0 1-27 16,0-8-21-16,-15-9-6 0,-8-5 4 15,0-7-10-15,-1-9 0 0,0-10-74 16,1-14-168-1,7-10-248-15,8-8-398 0</inkml:trace>
  <inkml:trace contextRef="#ctx0" brushRef="#br0" timeOffset="65574.75">4052 5649 970 0,'0'0'680'16,"0"0"-556"-1,0 0 11-15,-118 118 48 0,91-62-7 16,11 7-39 0,10 0-9-16,6 4-46 15,4-8-45-15,21-2-15 16,4-11-22-16,4-10-1 0,1-12-44 15,-1-10-58-15,-2-12-24 0,-4-12-138 16,-7-17-226 0,-11-6-1071-16</inkml:trace>
  <inkml:trace contextRef="#ctx0" brushRef="#br0" timeOffset="65950.06">4150 5869 1227 0,'0'0'357'16,"0"0"-184"-16,0 0-57 15,0 0-25-15,0 0 54 16,65 133 41-16,-65-83-44 16,-2 2-7-16,-10-6-54 15,1-5-40-15,5-15-24 16,4-7-10-16,2-11-6 16,0-6-1-16,0-2 0 15,13-8-1-15,9-20-16 16,3-16-51-16,-6-11-88 15,-3-6-102-15,-7-1 1 0,-5 9 74 16,-4 15 183 0,0 20 99-16,0 14 93 0,0 4-98 15,0 25-24 1,0 12 75-16,0 11-9 0,0 8-51 16,10 0-34-1,9 1-32-15,8-8-5 0,6-12-14 16,6-9-29-16,1-12-31 0,0-16-45 15,3-12-60 1,-12-18-316-16,-12-6-1112 0</inkml:trace>
  <inkml:trace contextRef="#ctx0" brushRef="#br0" timeOffset="66129.86">4741 5657 1375 0,'0'0'840'0,"0"0"-754"15,0 0-42-15,89 124 10 16,-66-60 44-16,-13 7 9 16,-8 5-14-16,-2-1-40 15,0-2-31 1,-10-5-13-16,-4-12-9 0,3-13 0 16,4-14-79-16,5-11-132 15,2-14-329-15</inkml:trace>
  <inkml:trace contextRef="#ctx0" brushRef="#br0" timeOffset="66449.97">5233 5955 1543 0,'0'0'1031'0,"0"0"-813"16,0 0-160-16,0 0-22 15,0 0-24-15,0 0 19 0,0 0-29 16,68 11 14-16,-35-3-16 15,-2 1-68 1,-9 3-47-16,-17 7-136 0,-5-5-287 16,0-1-166-16</inkml:trace>
  <inkml:trace contextRef="#ctx0" brushRef="#br0" timeOffset="66563.57">5235 6156 1652 0,'0'0'583'0,"0"0"-467"16,0 0-69-16,0 0-10 15,0 0-37-15,170 18-58 16,-120-18-234-16,-13 0-1033 0</inkml:trace>
  <inkml:trace contextRef="#ctx0" brushRef="#br0" timeOffset="67549.77">6263 5842 561 0,'0'0'1019'0,"0"0"-790"16,0 0-103-16,0 0 4 0,0 0-30 15,-140 19 5 1,93 15-1-16,-1 12-8 0,2 8-15 16,9 4-12-16,12 0-36 15,10-7-6-15,12-10-11 16,3-10-14-16,3-11-1 16,21-10-1-16,5-10 6 15,9 0-1-15,4-22-5 16,-2-14-37-16,-2-8-75 15,-6-8 8-15,-10 2-3 0,-6 4 29 16,-8 11 1 0,-3 11 77-16,-5 16 35 15,0 8-8-15,0 8-27 16,-7 30 0-16,-4 35 68 16,0 32 12-16,0 34 22 15,0-4-47-15,1-27 5 16,0-30-26-16,-4-24-1 0,-6 4-6 15,-4 2-9-15,-5-3 15 16,-1-17-8-16,4-13 3 16,3-16 16-16,6-11-13 15,3-6 3-15,7-31-21 16,7-16-13-16,7-19-30 16,26-13 10-16,14-5-5 0,14-2-21 15,5 5-57 1,3 9-91-16,16-11-30 15,-20 20-145-15,-12 13-282 0</inkml:trace>
  <inkml:trace contextRef="#ctx0" brushRef="#br0" timeOffset="67919.86">6720 5610 1602 0,'0'0'342'16,"0"0"-187"-16,0 0-83 0,0 0-27 16,0 0 42-1,-46 148 24-15,30-75 6 0,3 12-22 16,2 6-44 0,1 3-5-16,4-4-17 0,2-6 6 15,1-13-11-15,1-14-12 0,2-18 0 16,0-10-1-1,0-14-2-15,0-6-3 0,0-7-5 16,0-2 11 0,2 0 7-16,9 0-1 15,10 0-5-15,3 0-2 16,7-7-11-16,5 0-14 16,2-2-38-16,-1 0-27 0,0-2-70 15,3-15-113 1,-9 1-290-16,-9-6-1127 0</inkml:trace>
  <inkml:trace contextRef="#ctx0" brushRef="#br0" timeOffset="68105.59">6756 5506 1958 0,'0'0'528'15,"0"0"-467"-15,0 0-22 0,0 0-4 16,138 19-5 0,-86-7-10-16,-2 1-20 0,4 15-79 15,-13-3-131 1,-12-6-410-16</inkml:trace>
  <inkml:trace contextRef="#ctx0" brushRef="#br0" timeOffset="68579.8">6946 6101 1378 0,'0'0'402'0,"0"0"-338"16,0 0-29-16,0 0 3 15,0 0-13-15,135-46-4 0,-92 11-5 16,-3-4-16-1,-5-5-40-15,-8 2-24 0,-6 1-43 16,-13 3-26 0,-8 6 120-16,0 11 13 0,-2 8 139 15,-14 13-79 1,-3 0-50-16,-2 29 29 0,4 15 54 16,1 14 58-1,5 31-18-15,2 23-31 0,2-3-15 16,5-12-7-16,2-13-11 15,-2-19-34-15,0 1-3 16,-3 0-17-16,1-14 9 16,-6-11-8-16,4-16-7 15,-5-9-8-15,-5-8 29 16,-1-8 3-16,-4 0-11 16,1-9-13-16,5-18 7 0,5-12-16 15,10-7-9 1,3-5-3-16,29-2 4 15,10-1-44-15,11 3-42 0,10 0-38 16,30-18-61-16,-12 11-146 16,-14 3-326-16</inkml:trace>
  <inkml:trace contextRef="#ctx0" brushRef="#br0" timeOffset="68789.86">7621 5743 937 0,'0'0'730'15,"0"0"-588"-15,0 0-15 16,-110 104 24-16,81-44-4 0,8 7-27 16,7 2-7-1,9-1-2-15,5-3-53 0,3-9-31 16,17-10-13 0,3-14-14-16,3-9-3 0,-2-14-17 15,3-9-5 1,-2-4-52-16,-5-46-71 0,-7 2-216 15,-6-4-348-15</inkml:trace>
  <inkml:trace contextRef="#ctx0" brushRef="#br0" timeOffset="69139.8">7627 5963 1377 0,'0'0'552'0,"0"0"-382"0,0 0-63 16,0 0-40-1,0 0-2-15,72 121 7 0,-67-77 38 16,-3-1-20-16,-2 0-40 15,0-5-16 1,0-10-14-16,0-6-11 0,-2-12-9 16,2-6 8-16,0-4 2 15,0 0 8-15,0-14-18 16,10-20-10-16,7-10-126 16,-5-9-7-16,-3 2-24 15,-1 6 84 1,-6 16 83-16,-2 15 143 0,0 11-42 15,0 3-59-15,0 14-41 0,-2 13 87 16,2 4-3 0,0 6-43-16,0-1-15 0,15-2-18 15,9-6-9 1,3-10-30-16,4-8-25 0,1-10-42 16,3-18-109-1,-8-12-164-15,-9-8-613 0</inkml:trace>
  <inkml:trace contextRef="#ctx0" brushRef="#br0" timeOffset="69299.83">8149 5817 1805 0,'0'0'504'0,"0"0"-442"16,0 0-10-16,18 112 42 16,-18-53 13-16,0 6-37 15,-20 4-33-15,-4-3-25 16,-1-8-12-16,5-9-22 0,3-18-94 15,7-15-150-15,6-12-360 0</inkml:trace>
  <inkml:trace contextRef="#ctx0" brushRef="#br0" timeOffset="69799.97">8348 5700 1547 0,'0'0'707'15,"0"0"-618"-15,0 0-89 0,0 0 6 16,0 0 13 0,0 0 11-16,147 0 0 0,-112 0-17 15,-3 0-13 1,-8 0 1-16,-9 0 0 0,-7 0 0 15,-6 0 8-15,-2 0 56 0,0 0-1 16,0 0-15 0,0 0-35-16,0 0-14 0,0 21-15 15,-4 8 13 1,-6 17 2-16,-1 15 11 0,0 11 19 16,2 8 3-1,0 8 9-15,3 3-8 16,2-1-7-16,-2-3 0 0,4-10-12 15,0-8 4 1,0-14-2-16,0-10-9 0,-1-15-7 16,-1-12 5-16,-4-10-5 15,-11-8 27-15,-8 0 4 16,-10 0-11-16,-11-8-21 16,2-6-18-16,-1-2-52 15,7 4-14-15,7-1-1 16,6 4-122-16,9 3-158 15,13 0-347-15</inkml:trace>
  <inkml:trace contextRef="#ctx0" brushRef="#br0" timeOffset="70170.02">8958 6072 1805 0,'0'0'573'0,"0"0"-379"16,0 0-27-16,0 0-74 15,0 0-42 1,0 0 11-16,0 0-12 0,27 0-26 16,0 0-18-1,4 3-6-15,3 4-57 0,-3-2-46 16,-11 4-100-16,-20-1-57 0,0-1-363 15,-14-2-810-15</inkml:trace>
  <inkml:trace contextRef="#ctx0" brushRef="#br0" timeOffset="70279.73">8958 6072 1264 0,'-33'136'878'16,"33"-132"-668"0,18 0-153-16,13 2-39 0,9-2-18 15,25-4-85 1,-9 0-140-16,-12 0-597 0</inkml:trace>
  <inkml:trace contextRef="#ctx0" brushRef="#br0" timeOffset="72830.14">10372 5865 1328 0,'0'0'336'0,"0"0"-149"16,0 0-90-16,0 0-69 0,-120-6 70 15,62 18 47-15,-3 14-44 16,-1 6-36-16,6 5-11 0,11-4-1 16,12 2-19-1,15-7-16-15,12-6-2 16,6-5-8-16,6-5-8 16,21-3-1-16,13-6 0 15,4-3-8-15,4-5-35 16,-4-19-11-16,-1-6-28 15,-10-4 6-15,-4-1-19 0,-4 4-49 16,-8 2 46 0,-5 8 52-16,-6 5 41 0,-4 11 6 15,-2 5 19 1,0 0-19-16,0 26 6 0,-6 19 50 16,-10 30 120-1,-1 38-12-15,-2 25-62 0,1-7-7 16,3-25-19-16,4-34-19 15,-3-23-24-15,1 9-10 16,-7-2-9-16,-5 0-7 0,-2-11 1 16,-4-12 1-1,-4-10 15-15,-3-6-4 0,2-14-11 16,7-3 2 0,11-14 2-16,14-25-5 0,4-15-8 15,22-14-21 1,25-11 9-16,13-4 1 0,10-1 1 15,5-1-41-15,-2 4-98 16,16-19-13-16,-17 22-158 16,-16 10-428-16</inkml:trace>
  <inkml:trace contextRef="#ctx0" brushRef="#br0" timeOffset="73069.77">10693 5532 1487 0,'0'0'357'16,"0"0"-133"0,-117 168 1-16,78-77-56 0,7 4-44 15,19-2-53 1,13-5-37-16,5-7-24 0,28-12-11 15,9-8 0-15,5-11-49 0,22-11-111 16,-13-14-163 0,-6-14-478-16</inkml:trace>
  <inkml:trace contextRef="#ctx0" brushRef="#br0" timeOffset="74960.12">10940 5779 831 0,'0'0'270'15,"0"0"24"-15,0 0-74 0,0 0-50 16,-89 124-15-1,84-83 15-15,5 3-24 16,0 2-51-16,12-2-34 0,7-6-28 16,-2-4 10-16,-2-6-15 15,-6-6-13-15,-7-5-5 16,-2 0-9-16,-4-1 30 16,-23-2 20-16,-6 0-12 15,-6-5-21-15,4-8-5 16,1-1 2-16,8-1-14 15,10-22 11-15,12-7-12 0,4-8-39 16,22-6-84 0,23-2 15-16,11 2-20 0,4 10 32 15,0 8 40 1,-7 12 34-16,-6 11 22 0,-11 3 16 16,-7 7 46-1,-7 18 3-15,-7 8-1 0,-5 3-17 16,-6 2-15-1,-4-3-12-15,0-3-6 0,0-9-13 16,0-8-1-16,0-6-12 16,0-9-101-16,0 0-194 15,0-16-316-15</inkml:trace>
  <inkml:trace contextRef="#ctx0" brushRef="#br0" timeOffset="75305.06">11353 5951 1422 0,'0'0'330'16,"0"0"-77"-16,0 128-47 0,0-77-46 15,0-7-34 1,-7-12-34-16,5-9-32 0,0-8-32 16,2-7-19-1,0-4-2-15,0-4 5 0,0 0 9 16,0-6 5-16,4-22-26 0,19-14-6 15,10-13-117 1,5 0-19-16,6 6-11 0,1 16 98 16,-5 16 55-1,-3 17 11-15,-5 0 54 16,-8 24-22-16,-8 9 14 16,-7 5 0-16,-7 6-1 0,-2 2-29 15,0-4-15 1,0-2-12-16,0-10-58 0,0-14-116 15,0-8-202-15,0-8-406 0</inkml:trace>
  <inkml:trace contextRef="#ctx0" brushRef="#br0" timeOffset="75679.98">11921 5951 1335 0,'0'0'305'15,"0"0"-130"-15,0 0 17 16,2 136 47-16,-2-91-94 16,-11-3-6-16,0-6-48 15,2-8-43-15,3-8-33 0,6-10-14 16,0-6 0 0,0-4 3-16,8-4-4 0,17-20-18 15,6-17-129 1,3-12-14-16,-1-10-204 0,-6-3-22 15,-10 8-188-15,-3 15 575 0,-10 18 392 16,-4 19-57 0,0 6-200-16,-2 16-56 0,-10 20 163 15,4 6-89 1,3 9-28-16,5-1-35 0,0-2-44 16,13-4-29-1,14-8-16-15,7-8-1 0,9-10-15 16,5-12-87-16,12-9-39 15,-10-18-190 1,-13-11-552-16</inkml:trace>
  <inkml:trace contextRef="#ctx0" brushRef="#br0" timeOffset="75869.97">12670 5691 1585 0,'0'0'367'0,"0"0"-158"15,47 140-68-15,-36-66-69 0,-9 9 59 16,-2 1-18 0,0 1-40-16,-15-2-45 15,-1-7-17-15,5-8-11 16,7-13-49-16,6-18-137 16,18-16-150-16,9-18-634 0</inkml:trace>
  <inkml:trace contextRef="#ctx0" brushRef="#br0" timeOffset="76240.02">13307 5951 2004 0,'0'0'659'0,"0"0"-494"16,0 0-87-16,0 0-29 0,0 0 2 15,0 0 18 1,0 0-12-16,47 2-33 0,-15 3-24 16,-1 0-35-1,-2 3-55-15,-9 0-48 0,-20 6-139 16,0-3-232 0,-16-4-413-16</inkml:trace>
  <inkml:trace contextRef="#ctx0" brushRef="#br0" timeOffset="76370.14">13140 6130 1793 0,'0'0'672'0,"0"0"-539"16,0 0-96-16,0 0 2 0,152 18-24 15,-83-16-15 1,27-2-15-16,-20 0-201 16,-16 0-599-16</inkml:trace>
  <inkml:trace contextRef="#ctx0" brushRef="#br0" timeOffset="77869.77">27086 7732 897 0,'0'0'588'15,"0"0"-485"-15,0 0-91 0,0 0 46 16,0 0 50 0,0 0-1-16,93-24 23 0,-45 16 2 15,5 2-17 1,10 1-14-16,8 5-36 16,7 0-26-16,9 0-24 15,22 0-5-15,27 7 1 16,35 7 11-16,14 0-13 0,0-2 4 15,-9-2 5-15,-12-4 14 16,5 3-31-16,7-2 10 16,7-1-1-16,8 2-10 15,10 0-1-15,7 0-1 0,5 1-3 16,8 0 4 0,7-1-4-16,1 1 5 0,-1 4-6 15,-8-1-6 1,-10 0 4-16,-10 3 7 0,-10-3-10 15,-17-1 9-15,-19-1 2 16,-38 0 2-16,-29 1 8 16,-27-3-9-16,-6-1-1 15,2 6-25-15,2-1-42 16,6 3-84 0,-19-2-191-16,-19-9-474 0</inkml:trace>
  <inkml:trace contextRef="#ctx0" brushRef="#br0" timeOffset="79399.95">27922 8833 1322 0,'0'0'226'0,"0"0"-150"0,0 0 49 16,0 0-42-16,-127 0 11 15,51 24 60-15,-15 10-2 16,-3 7-50-16,3 5-31 15,8 0-21-15,18-5-4 0,21-2-17 16,17-12-19 0,19-4-10-16,8-9 0 0,17-5-13 15,23-6 13 1,14-3 0-16,8-11-13 16,5-16-18-16,-4-14-7 15,-6-4-38-15,-5-8 3 16,-13 1-1-16,-10 7 18 0,-8 8 50 15,-13 11 6-15,-2 11 88 16,-6 12-34-16,0 3-54 16,0 20 0-16,0 38 0 15,-12 38 71-15,-11 33-5 16,4-3 23-16,1-22-30 16,5-30-20-16,-1-21-8 15,-1 1-14-15,-6 0-10 16,-1-2-1-16,0-15-6 15,-5-8 1-15,1-14 14 0,-4-3 10 16,1-10-11 0,5-2-1-16,6-14 5 0,13-21 7 15,5-17-25 1,35-14-29-16,22-10-35 16,19-5-81-16,17 1-49 15,43-32-152-15,-22 19-299 0,-16 10-610 0</inkml:trace>
  <inkml:trace contextRef="#ctx0" brushRef="#br0" timeOffset="79950.11">28263 8695 487 0,'0'0'1100'16,"0"0"-735"-16,0 0-84 15,0 0-144-15,0 0-82 0,0 0 2 16,-141 34-5 0,101 24 6-16,7 10-9 0,10 4-7 15,17-4-22 1,6-6 1-16,2-8-12 0,25-9-9 15,4-12-9-15,5-8-25 0,-3-11-14 16,-2-7-69 0,-6-7 17-16,-7-5-1 0,-7-22-92 31,-7-12-105-31,-4-6-22 16,0-1 69-16,0 7 225 0,10 7 26 15,-2 11 261-15,8 13-74 16,-3 8-42-16,0 0 38 0,-1 22-38 15,-3 12 3 1,-5 8-65-16,-4 5 14 0,0-1-19 16,0-4-15-1,-8-10-26-15,1-9-20 0,2-8-16 16,5-9 7 0,0-4 2-16,0-2 3 0,0 0 7 15,9-23-20 1,11-12-20-16,4-17-148 0,1-11 33 15,0 0-111-15,-4 7 64 0,-7 13 182 16,-5 21 39 0,-7 16 135-16,-2 6-92 0,0 16-29 15,0 18 46 1,0 10 4-16,0 5-27 16,12 1-29-16,5-2-27 15,8-7-8-15,8-9-1 0,7-6-11 16,1-13-19-1,-1-9-33-15,-3-4-39 0,-6-12 2 16,4-42-58-16,-11 4-172 16,-6-6-255-16</inkml:trace>
  <inkml:trace contextRef="#ctx0" brushRef="#br0" timeOffset="80130.06">29088 8736 1607 0,'0'0'279'16,"0"0"-130"-1,35 104-26-15,-23-47 47 0,-8 5-55 16,-2 3 8 0,-2 1-49-16,0-4-45 0,0-2-19 15,-11-4-10 1,0-8 0-16,4-8-20 0,7-6-132 16,0-11-147-1,2-18-236-15</inkml:trace>
  <inkml:trace contextRef="#ctx0" brushRef="#br0" timeOffset="80389.87">29594 9034 1910 0,'0'0'676'0,"0"0"-533"16,0 0-88-16,0 0-4 16,0 0-10-16,0 0-22 15,129 4-19-15,-80-1-24 16,-5 6-24 0,-10-2-78-16,-27 9-141 15,-7-4-322-15,-3-1-295 0</inkml:trace>
  <inkml:trace contextRef="#ctx0" brushRef="#br0" timeOffset="80519.92">29580 9180 1084 0,'0'0'536'0,"0"0"-442"15,0 0 56-15,0 0 3 16,116 48-153-16,-31-34-6 16,-12-7-214-16,-3-2-713 0</inkml:trace>
  <inkml:trace contextRef="#ctx0" brushRef="#br0" timeOffset="81679.8">30468 8891 1587 0,'0'0'321'0,"0"0"-164"16,0 0-81-16,0 0 14 15,0 0-53-15,0 0-12 0,0 0 57 16,19 143-1-16,-3-90 23 15,2 0-37 1,2-7-10-16,0-8-30 0,-2-6-11 16,-2-10-15-16,-3-7 5 15,-4-8 0-15,0-2-6 16,-3-5 9-16,3 0-8 16,1-17-1-16,3-15 0 15,3-12-64-15,-3-16-6 16,1-9-40-16,-1-4-13 15,3-5 34-15,3 9 64 0,4 5 25 16,6 8 92 0,6 11 9-16,12 6 21 0,14 7-25 15,14 1-19 1,12 7-37-16,13 4-21 16,20 4-7-16,28 6 2 15,21 2-7-15,-15 4-2 0,-31 4-6 16,-38 0 0-16,-28 0-44 15,28 0-167-15,-17 0-264 16,-4 0-519-16</inkml:trace>
  <inkml:trace contextRef="#ctx0" brushRef="#br0" timeOffset="82460.19">31218 8967 978 0,'0'0'662'16,"0"0"-462"-16,0 0 12 15,0 0 26-15,0 0-88 0,0 0-43 16,0 0-37-16,-29-88-38 15,58 72-24-15,8 6-8 16,1 6-5-16,-3 4 5 0,-2 0 0 16,-8 11 0-1,-10 15 3-15,-10 7-3 0,-5 9 18 16,-16 7 4 0,-19 1 23-16,-5 0 0 0,-1-6-17 15,10-9-16 1,12-10-1-16,9-11-11 0,10-4-6 15,0-4 5-15,8-1-19 16,17 2 20-16,14-7 0 16,3 0-2-16,5-7-23 0,-3-24-29 15,-4-10-71 1,-3-5-74 0,-11-3 26-16,-6 3 50 0,-6 9 123 15,-3 11 58-15,-5 10 90 16,-2 8-11-16,3 6 6 15,0 2-67-15,2 0-55 16,2 17-5-16,1 11 1 0,-4 7 14 16,-3 9 8-1,-5 4 4-15,0 1 2 0,0-5 4 16,-11-7-17 0,1-10-14-16,4-7-9 0,1-9 1 15,5-8-9 1,0-3-1-16,0 0 6 0,0 0 6 15,0 0-6-15,23-24-6 0,10-18-21 16,11-16-76 0,6-9-20-16,-3 1-82 0,-9 12 99 15,-14 16 100 1,-13 21 40-16,-11 14 17 0,0 3-50 16,0 14-1-1,-6 14 45-15,-1 4-2 0,7 3-1 16,0-2-7-1,9 2-6-15,18-3-19 0,8-2-16 16,5-4-13-16,25-8-108 16,-14-7-223-16,-6-11-1308 0</inkml:trace>
  <inkml:trace contextRef="#ctx0" brushRef="#br0" timeOffset="83649.75">27696 10365 111 0,'0'0'1747'0,"0"0"-1476"0,0 0-196 16,0 0-39-16,0 0-17 16,0 0-13-16,-135-14 12 15,73 46 13-15,-3 10 16 16,5 6-3-16,8 3 13 15,15-4-26-15,12 0 11 0,16-10-24 16,9-3-18 0,2-13-5-16,27-7-14 15,11-10 7-15,12-4-9 16,2-13-22-16,0-18-42 16,0-11-24-16,-9-10-109 15,-5-3 35-15,-11 3 67 16,-9 6 73-16,-9 14 43 0,-6 12 116 15,-5 16-12-15,0 4-72 16,0 26-31-16,-16 24 64 16,-2 30 90-16,0 33-20 15,1-7-52-15,3-6-15 16,1-16 12-16,-3-18-34 16,-1 3-25-16,-8 1-3 15,0-14-6-15,-2-14-11 16,0-12 5-16,2-11 8 15,-2-10 2-15,2-9 2 0,2 0 4 16,10-22 5-16,9-17-3 16,4-14-24-16,24-9-18 15,23-6 4-15,13 0 5 16,11 4-1-16,8 3-54 16,0 9-94-1,25-11-23-15,-23 17-141 0,-13 5-640 0</inkml:trace>
  <inkml:trace contextRef="#ctx0" brushRef="#br0" timeOffset="83875.37">28292 10144 1497 0,'0'0'485'16,"0"0"-378"-16,-139 123 30 0,84-55 20 15,8 6-20-15,14-2-45 16,17-5-38-16,16-5-25 16,0-6-17-16,24-4-6 15,12-9-6-15,5-2-40 16,19-11-104-16,-12-11-157 16,-5-12-459-16</inkml:trace>
  <inkml:trace contextRef="#ctx0" brushRef="#br0" timeOffset="84179.8">28361 10689 1896 0,'0'0'363'16,"0"0"-255"-16,0 0 100 0,0 0-101 16,0 0-82-16,0 0-24 15,124-138-1-15,-89 86-45 16,-2-3 9-16,-7-4 7 15,-3 2-13-15,-5 11 30 16,-10 15 12-16,-3 13 97 16,-5 14-42-16,0 4-55 0,0 27-24 15,-13 26 5 1,-8 15 19-16,-1 12 8 0,5 2-7 16,3-3 1-1,7-8 7-15,7-13-9 0,0-7-24 16,0-13-104-1,21-18-52-15,-4-11-151 0,3-9-443 0</inkml:trace>
  <inkml:trace contextRef="#ctx0" brushRef="#br0" timeOffset="84375.15">29010 10355 1568 0,'0'0'244'0,"0"0"-67"15,13 130 41-15,-13-62-56 16,-15 5-56-16,-19 1-41 16,-4 4-32-16,0-5-33 15,3-6-8 1,17-4-100-16,9-19-209 16,9-21-574-16</inkml:trace>
  <inkml:trace contextRef="#ctx0" brushRef="#br0" timeOffset="84710.22">29525 10614 2087 0,'0'0'520'16,"0"0"-389"-16,0 0 57 15,0 0-49-15,0 0-76 16,0 0-55-16,0 0 2 15,125-3-10-15,-75 6-4 16,2 7-52-16,-9-1-59 0,-17 8-95 16,-10-3-149-1,-16-6-379-15</inkml:trace>
  <inkml:trace contextRef="#ctx0" brushRef="#br0" timeOffset="84830.15">29534 10747 1647 0,'0'0'403'0,"0"0"-282"15,0 0 42-15,0 0-9 0,0 0-135 16,135 23-19 0,-77-19-120-16,-6-4-476 0</inkml:trace>
  <inkml:trace contextRef="#ctx0" brushRef="#br0" timeOffset="87264.79">28408 10950 1309 0,'0'0'315'0,"0"0"-234"15,0 0-62-15,0 0 40 16,0 0-20-16,0 0-29 16,0 0-1-16,0 3 0 15,0-3-8-15,0 0 14 16,0 0 1-16,0 0-5 0,0 0 19 15,0 0 18-15,0 0-2 16,0 0-19-16,0 0-14 16,0 0-12-16,0 0-1 15,0 0 1-15,0 0 0 16,0 0 0 0,0 0 9-16,0 0 18 15,0 0 10-15,0 0 2 0,0 0-7 16,0 0-5-16,0 0 15 0,0 0 7 15,0 0-22 1,0 0-12-16,0 0-5 0,0 0-4 16,0 0-1-1,0 0 1-15,0 0-7 0,0 0 14 16,0 0-5 0,0 0-8-16,0 0 15 0,0 0 5 15,0 0-2 1,0 0 5-16,0 0-3 0,0 0-6 15,0 0-15-15,0 0 7 16,0 0-7-16,0 0 0 16,0 0 8-16,0 0-7 15,0 0-1-15,0 0 2 16,0 0 17-16,0 0-5 16,0 0-5-16,0 0-8 15,0 0 1-15,0 0-2 16,0 0-1-16,0 0 0 15,0 0 0-15,0 0 1 16,0 0 1-16,0 0-1 0,0 0 0 16,0 0-9-1,0 0 3-15,0 0-12 0,0 0-13 16,0 0-10 0,-2 0-11-16,-8 0-81 0,4 0-155 15,-1-9-542-15</inkml:trace>
  <inkml:trace contextRef="#ctx0" brushRef="#br0" timeOffset="87490.09">28587 10738 1378 0,'0'0'378'0,"0"0"-378"16,0 0-8-16,0 0-23 16,0 0-264-16</inkml:trace>
  <inkml:trace contextRef="#ctx0" brushRef="#br0" timeOffset="88699.89">30485 10601 1320 0,'0'0'566'16,"0"0"-406"-16,0 0-62 0,0 0 20 15,0 0-33 1,0 0-50-16,0 0-18 0,4-18 6 16,-4 18-9-1,4 13-14-15,2 15 0 0,3 10 32 16,-1 8 31-16,2 0-25 0,1-2-8 15,-3-8-18 1,2-7-2-16,-1-12-2 0,-5-5-7 16,0-7 5-1,1-3 0-15,-3-2 0 16,3 0 7-16,4-5 5 16,8-18 16-16,5-16-34 0,3-15-19 15,6-14-51 1,1-13-15-16,-1-2-20 15,2-6 41-15,0 4 51 0,3 12 13 16,0 9 56-16,2 10 72 16,10 13-42-16,8 7-31 15,14 8-34-15,12 8-3 16,11 6 0-16,32 10 3 16,43 2 5-1,41 2 1-15,12 10 36 0,-16 0-23 16,-28-6-25-16,-55 0-15 15,-28-2-50-15,10-4-107 16,-32 0-165-16,-12 0-597 0</inkml:trace>
  <inkml:trace contextRef="#ctx0" brushRef="#br0" timeOffset="89499.88">31214 10597 1298 0,'0'0'238'0,"0"0"-70"16,0 0 51-16,0 0 41 16,0 0-90-16,0 0-54 15,43-102-17-15,-19 86-47 16,3 6-34-16,0 5-6 15,2 5-3-15,-5 0-9 0,-1 7-1 16,-8 19-12 0,-13 12 5-16,-2 10 7 15,-27 12 1-15,-28 9 18 16,-15-1 7-16,-5-2-7 16,3-10-9-16,10-12 0 15,18-14 1-15,13-9 1 0,18-10-4 16,7-6-7-16,6-3 11 15,6-2 17-15,27 0-6 16,13 0 1-16,17 0-2 0,5-7-12 16,4-4-9-1,-5 0-8-15,-7 0-66 0,-2-4-74 16,-14 3-121 0,-15 0-474-16</inkml:trace>
  <inkml:trace contextRef="#ctx0" brushRef="#br0" timeOffset="89659.92">31698 10790 18 0,'0'0'2094'16,"0"0"-1804"-16,0 0-221 15,0 0-69-15,0 0-6 16,0 0-22-16,0 0-169 15,-13 119-428-15</inkml:trace>
  <inkml:trace contextRef="#ctx0" brushRef="#br0" timeOffset="90749.73">31912 10921 1551 0,'0'0'396'15,"0"0"-248"1,0 0 77-16,0 0 46 0,0 0-158 15,0 0-78-15,136-85-8 16,-85 47-15-16,-4-4-2 16,-3-2-9-16,-5-2 17 0,-10 4 0 15,-7 0-7 1,-6 8 4-16,-6 5 13 16,-5 9 11-16,0 10-5 15,-5 4-17-15,0 6-17 0,2 0-1 16,-2 0-26-1,0 7-18-15,0 22-8 16,-5 16 42-16,-6 15 11 0,-2 12 1 16,-3 4 0-1,-1 0-1-15,-1-3-48 0,-3-9-102 16,-14-5-66 0,6-16-152-16,-3-15-306 0</inkml:trace>
  <inkml:trace contextRef="#ctx0" brushRef="#br0" timeOffset="90890.09">32011 11101 1796 0,'0'0'549'16,"0"0"-415"-16,0 0-32 16,144-62 67-16,-72 48-96 15,3 6-73-15,33 4-52 16,-21 4-163-16,-14-2-380 0</inkml:trace>
  <inkml:trace contextRef="#ctx0" brushRef="#br0" timeOffset="92499.99">27752 11979 1562 0,'0'0'375'0,"0"0"-171"16,0 0-37-16,0 0-99 15,0 0-52-15,-135-15-15 16,56 32-1-16,-10 17 1 15,-2 8 13-15,4 5 26 16,9 3 32-16,16-6-20 16,19-4-22-16,16-6-2 15,18-10-27-15,9-6 9 0,7-6-10 16,29-6-1 0,13-6 0-16,13 0-30 0,8-22-52 15,-1-12-26 1,-5-12-48-16,-8-7-94 0,-7-5 28 15,-13 5-20-15,-7 6 141 16,-14 13 102-16,-10 18 196 16,-5 16-70-16,0 10-110 0,-13 48 19 15,-16 45 69 1,-9 37 89-16,-3 16-66 16,-1-5-28-16,9-38-31 15,6-36-20-15,7-22-23 16,4-15-16-16,-4 0-7 0,2-4-1 15,1-6 1 1,3-14 9-16,7-10 25 0,7-6 37 16,0-16 36-1,12-29-78-15,23-16-31 0,16-20-34 16,17-9 3 0,42-41-117-16,-12 23-341 0,-8 16-529 0</inkml:trace>
  <inkml:trace contextRef="#ctx0" brushRef="#br0" timeOffset="94489.79">28053 12224 747 0,'0'0'708'0,"-46"113"-459"16,26-41-107-16,9 6-47 0,11-6-2 16,0-6-46-1,19-11-39-15,41-9-8 16,-6-13-120-16,-2-17-208 0</inkml:trace>
  <inkml:trace contextRef="#ctx0" brushRef="#br0" timeOffset="95055.17">28277 11872 1275 0,'0'0'232'0,"-87"104"-66"16,37-26-18-16,-1 8 7 16,11 4-5-16,11-4-60 15,16-4-58-15,13-8-32 0,0-9 0 16,46-15-86-1,4-18-134-15,-4-18-380 0</inkml:trace>
  <inkml:trace contextRef="#ctx0" brushRef="#br0" timeOffset="95399.92">28608 11881 1674 0,'0'0'201'0,"0"0"-149"16,0 0 128-16,0 0-43 0,-111 138-41 15,105-75-13-15,6 5-8 16,0 3-13-16,0-4-19 15,11-4-13-15,-5-5-24 16,-4-10-5-16,-2-6 0 16,0-11 6-16,-19-4-1 15,-8-8-5-15,-2-6 0 16,-2-11-1-16,2-2-11 16,8-18-37-1,13-26-50-15,18-53-139 0,22 9-297 16,13 6-179-16</inkml:trace>
  <inkml:trace contextRef="#ctx0" brushRef="#br0" timeOffset="95539.93">28664 12129 985 0,'0'0'560'0,"0"0"-382"16,0 0 38-1,0 0-28-15,60 125-49 16,-60-79-43-16,0-2-38 16,0-3-26-16,0-10-20 0,-2-6-2 15,2-8-10 1,0-7-38-16,0-10-100 0,14-10-158 15,1-16-35-15</inkml:trace>
  <inkml:trace contextRef="#ctx0" brushRef="#br0" timeOffset="96049.69">28934 12224 1573 0,'0'0'220'0,"0"0"-9"15,-13 130-12-15,-5-78-37 0,3-8-19 16,-2-7-27-16,9-13-64 15,3-10-34 1,3-6-11-16,2-6 2 0,0-2 11 16,0 0-7-1,2-20-1-15,18-19-12 0,7-13-77 16,8-9 4 0,6-2-82-16,-1 10 14 0,-5 14 122 15,-8 20 19-15,-9 17 27 16,-2 2 10-16,-8 21 14 15,-3 9 22-15,-2 5-7 0,-3 2 7 16,0-3-17 0,0-6-16-16,-3-8-20 0,1-8-13 15,-1-6-6 1,3-4-1-16,0-2 9 16,0 0-9-16,0 0-5 15,3-15-2-15,15-18-5 0,6-6-146 16,5-4 46-16,0 5 72 15,-2 15 34 1,-2 10 6-16,-6 13 22 0,2 0 5 16,-6 13 0-16,-1 13 31 15,-6 6-35-15,-3 1 9 16,-5 3-22-16,0-4 6 16,0-3-16-16,2-8-29 15,0-7-68-15,0-5-38 16,6-9-116-16,-2-3-63 15,-2-15 49-15</inkml:trace>
  <inkml:trace contextRef="#ctx0" brushRef="#br0">29480 12096 864 0,'0'0'726'15,"0"0"-567"1,0 0-48-16,0 0 20 0</inkml:trace>
  <inkml:trace contextRef="#ctx0" brushRef="#br0" timeOffset="96884.67">29986 11944 1635 0,'0'0'385'15,"0"0"-299"-15,0 0-13 0,5 149 26 16,-8-80 10 0,-19 7-15-16,-7 6-26 0,-4-2-37 15,-3-1-10 1,3-11-21-16,4-8-7 0,18-6-103 16,8-18-154-1,3-16-271-15</inkml:trace>
  <inkml:trace contextRef="#ctx0" brushRef="#br0" timeOffset="97184.99">30258 12332 1382 0,'0'0'900'0,"0"0"-681"0,0 0-96 16,0 0 30-16,0 0-68 15,0 0-67-15,0 0-18 16,127 0-30-16,-85 0-89 15,3 0-133-15,-14 0-339 16,-15 0-830-16</inkml:trace>
  <inkml:trace contextRef="#ctx0" brushRef="#br0" timeOffset="97289.64">30302 12436 1612 0,'0'0'351'0,"0"0"-345"15,0 0 61-15,125 26-67 16,-67-24-177-16</inkml:trace>
  <inkml:trace contextRef="#ctx0" brushRef="#br0" timeOffset="98689.93">29384 12264 1209 0,'0'0'387'0,"0"0"-225"0,0 0 5 0,0 0-22 15,0 0-39 1,0 0-64-16,0 0-12 0,34-24-3 16,-20 24-7-1,1 16 7-15,1 12 3 16,-6 6-13-16,-3 2 10 16,-5 0-5-16,-2-4-5 0,0-8-10 15,0-8-5 1,0-6-1-16,0-3 0 0,0-7 6 15,0 0-1-15,2 0-5 16,3-8 8-16,2-20-9 16,4-13-99-16,2-10 10 15,3-7 31-15,-3 0-99 16,-1 14 138 0,-4 13 19-16,-1 14 168 15,0 14-106-15,2 3-62 16,8 3 0-16,8 20 10 0,6 7 0 0,4 4-10 15,4 3-23 1,17 1-140-16,-10-9-127 0,-6-12-955 0</inkml:trace>
  <inkml:trace contextRef="#ctx0" brushRef="#br0" timeOffset="99705">28653 12615 658 0,'0'0'134'0,"0"0"-84"0,0 0 115 16,0 0 43 0,0 0-5-16,0 0-17 0,0 0-25 15,-20 0-46 1,13-5 0-16,1 0-13 0,-3-4-37 16,2 2-30-1,0-1-8-15,-1-2-3 16,1 1-10-16,2 4-13 0,1-2 5 0,4 4 34 15,-3 1 5 1,3 0-7-16,0 2-5 0,0-2-10 16,0 2 4-1,0 0 9-15,0-3 25 16,0 3-12-16,0 0-9 16,0-1-7-16,0 1-18 0,0-2 1 15,0-3-1 1,3 1 5-16,1-4-10 0,3-2-10 15,-2 5 1-15,-3-1 0 16,-2 1 14-16,0 2-8 16,0 1-1-16,0 2 11 15,0 0-5-15,0 0 0 16,0 0-3-16,0 0-9 16,0 0 0-1,0 0-12-15,0 0 6 0,0 0-23 16,0 0-17-16,0 0-12 0,2-2-61 15,7-3 18 1,5-4-27-16,23-23-117 16,-3 2-239-16,1-5-302 0</inkml:trace>
  <inkml:trace contextRef="#ctx0" brushRef="#br0" timeOffset="100570.42">31837 9302 819 0,'0'0'234'16,"0"0"-158"-16,0 0 57 0,0 0 77 15,0 0-56-15,0 0-55 16,0 0 1-16,0 0-4 16,0 0-14-16,0 0-19 15,0 0-11-15,0 0 10 16,0 0 8 0,0 0-10-16,0 0-11 15,0 0-12-15,0 0-9 0,0 0-13 16,0 0-14-16,0 0 8 0,0 0-9 15,0 0 1 1,0 0 0-16,0 0 1 0,0 0 8 16,0 0 5-1,0 0 19-15,0 0 7 16,0 0 11-16,0 0-5 16,0 0-9-16,0 0-6 15,0 0-3-15,0 0 6 16,0 0 3-16,0-2-13 0,0-5-19 15,0 4-6-15,0 1-7 16,-7 2-55-16,-3 5-131 16,2 4-397-16</inkml:trace>
  <inkml:trace contextRef="#ctx0" brushRef="#br0" timeOffset="101385">30479 12383 598 0,'0'0'348'0,"0"0"-127"15,0 0 30-15,0 0-29 16,0 0-50-16,27-111 34 16,-19 91-4-16,2 3-91 15,-6 8-48-15,0 1-1 16,-4 6 17-16,0 0-38 15,0 2-12-15,0 0-12 16,0 0-5-16,0 0-4 16,0 0-8-16,0 0-1 15,0 0 1-15,0 0 0 0,0 0-1 16,3 0 1 0,-3 0 0-16,0 0 0 0,0 0 1 15,0 0 10 1,2 0-4-16,0-6 11 0,4-2 12 15,4-5-30-15,1-1-6 16,-5 4-6-16,1 2-3 16,-5 4-37-16,-2 3 6 15,3 1 9-15,-3 0-8 16,0 0-14-16,4 0-13 16,1 18-129-16,-1 1-4 15,0 0-355-15</inkml:trace>
  <inkml:trace contextRef="#ctx0" brushRef="#br0" timeOffset="101930.12">30771 12166 1721 0,'0'0'563'15,"0"0"-446"-15,0 0-73 0,0 0 21 16,0 0-23 0,0 0-42-16,0 0-3 0,0 25 0 15,4 12 3 1,9 5 22-16,1 6-7 0,1-2 0 16,1-4 5-1,-3-7-3-15,1-5-17 16,-1-9 8-16,-2-5-7 0,-1-6-1 15,-4-3-1-15,1-6 0 16,-3-1-16-16,6 0 17 16,2-10 0-1,7-19 0-15,2-14-35 0,4-15-38 16,2-10-14-16,2-10-13 16,-2-7 16-16,0-2 41 15,-3 0 43 1,-4 7 8-16,0 12 107 0,-3 11 30 15,-1 14-6-15,3 10-59 0,-2 6-41 16,8 8-17 0,8 3 8-16,16 2-24 0,18 4-6 15,40 0-2 1,52-2 2-16,43-4 6 16,14 0 20-16,-11-1-16 15,-33 0-8-15,-47 5-2 16,-32 4 10-16,-28 2-10 0,-13 6-51 0,12 0-134 15,-8 0-206 1,-10 0-816-16</inkml:trace>
  <inkml:trace contextRef="#ctx0" brushRef="#br0" timeOffset="102410.22">31527 12083 1662 0,'0'0'359'0,"0"0"-192"16,0 0 9-16,0 0 2 16,0 0-77-16,0 0-74 15,0 0-19-15,86-49 0 0,-63 49-8 16,-3 0-6 0,-7 13 0-16,-11 15-6 0,-2 12 4 15,-29 13 8 1,-24 7 20-16,-14 5 6 0,-4-2-2 15,4-9 5-15,11-11-8 16,21-13-1-16,14-12-2 16,13-11-10-16,8 0 7 15,0-6-5-15,24 4-2 16,16-4 5-16,16-1 3 16,11 0-16-16,6-6-30 15,-1-16-59-15,19-28-101 0,-18 6-176 16,-15-2-263-16</inkml:trace>
  <inkml:trace contextRef="#ctx0" brushRef="#br0" timeOffset="102829.9">32042 12029 1562 0,'0'0'297'16,"0"0"-14"-16,0 0-2 16,0 0-111-16,0 0-117 15,0 0-39-15,0 0 4 16,-97 25 5-16,76 10-11 15,5 9 5-15,5 9 11 0,4 3-16 16,4 0 10 0,-1-3-11-16,2-6-10 0,-3-9 1 15,-3-6-1 1,-4-8 1-16,-3-5-1 0,-6-8 0 16,0-4-1-1,-4-6-6-15,3-1-12 0,3-4 2 16,11-21-14-16,8-16-114 0,8-7-23 15,31-6-56 1,7 4 13-16,2 8 141 0,-4 11 69 16,-9 14 183-1,-8 8 43-15,-7 8-36 0,-4 1-95 16,-7 0-62 0,-2 13-26-16,-5 6 2 15,-2 5 2-15,0 2-4 16,0 2-5-16,0-2-2 0,0-4-25 15,0-5-119-15,2-17-114 16,14 0-110-16,1-7-230 16</inkml:trace>
  <inkml:trace contextRef="#ctx0" brushRef="#br0" timeOffset="103149.97">32254 12224 188 0,'0'0'1654'15,"0"0"-1475"-15,0 0-90 16,0 0 73-16,-33 124-29 0,16-82-24 15,1-6-20 1,3-7-17-16,5-9-34 16,0-10-23-16,6-5-9 15,2-5-4-15,0 0 10 0,0 0-5 16,0-11-7 0,18-18 0-16,9-11-168 0,9-7 47 15,-1-2-80 1,-2 8 15-16,-4 15 186 0,-10 11 186 15,-6 13-35-15,-2 2-104 16,-2 8-2-16,-3 16-9 16,-3 7-1-16,-3 4-12 0,0 3-4 15,-3-4-9 1,-1-4-10-16,0-5-6 16,4-9-70-1,0-8-58-15,4-8-127 16,17-8-94-16,0-15-667 0</inkml:trace>
  <inkml:trace contextRef="#ctx0" brushRef="#br0" timeOffset="103459.79">32730 12230 1778 0,'0'0'282'16,"0"0"-215"0,0 0 74-16,-29 109 21 0,10-70-8 15,-4 1-41-15,3-3-41 0,7-9-38 16,1-8-22-1,8-10-11-15,4-5-1 0,0-5-30 16,0 0-30 0,16 0-14-16,3-21-50 0,8-9-41 15,-2-7-156 1,-3-3-51-16,-9 4 13 0,-5 12 359 16,-6 12 522-1,-2 12-233-15,0 0-168 16,0 16-45-16,0 13 5 0,8 6-13 15,10 6-16-15,16 0-10 16,12-3-5 0,14 1-37-16,40-7-49 0,-10-11-169 15,-14-9-684-15</inkml:trace>
  <inkml:trace contextRef="#ctx0" brushRef="#br0" timeOffset="105059.84">14316 6184 1318 0,'0'0'480'16,"0"0"-341"-16,0 0 5 15,0 0 0-15,0 0 4 16,0 0 7-16,0 0-50 16,6 0-35-1,13 0-40-15,10 0-16 0,10 0 4 16,5 0-5 0,3 7-13-16,4 5 8 0,-2 1-8 15,3 0 0-15,-1-4-27 16,0 2-47-16,-3-4-83 15,2-7-104-15,-11 0-268 16,-13 0-736-16</inkml:trace>
  <inkml:trace contextRef="#ctx0" brushRef="#br0" timeOffset="105389.76">15180 5462 962 0,'0'0'997'16,"0"0"-737"-16,0 0-171 15,0 0-66-15,0 0-22 16,0 0 21-16,0 0 61 0,-100 156 26 15,67-77-23-15,1 5-40 16,1-2-12-16,4-4-17 16,5-8-11-16,4-9-6 15,5-13 0-15,4-11 0 16,5-10-12-16,4-5-46 16,0-8-74-16,0-12-60 15,0-2-188-15,11 0-504 0</inkml:trace>
  <inkml:trace contextRef="#ctx0" brushRef="#br0" timeOffset="105800.14">15178 5490 1592 0,'0'0'513'16,"0"0"-411"-16,0 0 3 0,0 0-28 16,0 0-22-1,0 0 9 1,0 0 13-16,143-2-14 0,-50 4-39 15,36 4 13-15,41-6 32 0,15 0-35 16,0 0 9 0,-9-14-4-16,-11-1-9 15,-5-6-11-15,-8-1-17 0,-32 2 13 16,-29 6-9 0,-28 2-6-16,-14 6 0 0,1-3-20 15,-8 4-21-15,-5-2-39 0,-14 7-37 16,-19 0-90-1,-4 0-151-15,0 5-377 0</inkml:trace>
  <inkml:trace contextRef="#ctx0" brushRef="#br0" timeOffset="107785.06">15695 5927 789 0,'0'0'599'16,"0"0"-401"-16,0 0-80 15,0 0 6-15,0 0 36 16,0 0-65-16,0 0 20 16,0-30-29-16,9 12-51 15,5-2-9-15,3-4-25 16,5 2 9-16,3 0-10 15,0 4 14-15,-6 6 9 0,-3 6 9 16,-9 6-13 0,-5 0-19-16,-2 10 0 0,-2 18 0 15,-29 12 16 1,-14 8 11-16,-10 5 23 0,-10-4-20 16,-1-3-18-1,7-11-11-15,6-13 13 16,7-9-4-16,11-11 1 0,8-2-1 15,12 0 17-15,11-17-3 16,4-7-7-16,0-2-12 0,19 1-5 16,8 8-10-1,8 8-6-15,4 9 4 16,5 5-3-16,3 21-19 16,0 6-17-16,0 1-13 15,-1 1-44-15,17-2-89 16,-14-13-149-16,-7-12-399 0</inkml:trace>
  <inkml:trace contextRef="#ctx0" brushRef="#br0" timeOffset="108430.05">16339 5722 1181 0,'0'0'612'0,"0"0"-506"16,0 0-81-1,0 0 7-15,0 0 84 16,0 0 1-16,0 0-34 16,0-1-52-16,0 1-17 15,0 0-7-15,0 0-7 16,0 0 9-16,0 0-3 0,0 0-6 15,0 0 0-15,0 0 0 16,0 0 0-16,0 0 11 16,0 0 22-16,-4 0-11 0,-11 0-16 15,-10 8-6 1,-4 10 0-16,-2 5 7 16,2 8 14-16,6 5 17 15,6 2 28 1,9 4-7-16,8 0-23 0,0 1-14 15,0-7 11-15,10-4-15 16,-1-8-8-16,-5-8-2 16,-2-2-7-16,-2-5-1 15,-4 3 2-15,-19-1 8 16,-8 1 2-16,-2-2-6 16,-1-6 0-16,5-4-5 15,9-2 0-15,9-19-1 0,11-6-7 16,2-6-75-16,29 0-27 15,15 3 21-15,2 8 33 0,6 5 26 16,-5 12 17 0,-7 5-1-16,-6 0 13 0,-7 0 20 15,-9 10 8 1,-7 2 3-16,-1-1-16 0,-8 2-6 16,0-3 0-1,-1-1-8-15,-1 0-1 16,-2-3-30-16,2-6-99 0,6-2-168 15,0-16 22-15,1-9-827 0</inkml:trace>
  <inkml:trace contextRef="#ctx0" brushRef="#br0" timeOffset="108780.07">16600 5787 1538 0,'0'0'280'15,"0"0"-164"-15,0 0 76 16,9 142-21-16,-9-83-25 15,-5-8-7-15,-5-3-46 0,0-7-38 16,6-12-27 0,-1-8-13-16,3-11-14 0,2-4 9 15,0-6 1 1,0 0 8-16,0 0-1 0,0-18 0 16,23-16-18-1,8-12-106-15,11-7-20 0,5 3-35 16,2 12 45-16,-2 15 112 0,-5 14 4 15,-7 9 61 1,-3 6-11-16,-8 20-17 16,-5 4 1-16,-7 5 13 15,-5 0-20-15,-4 0-12 0,-1-5-9 16,-2-5-6 0,0-8-50-16,0-5-62 0,0-12-98 15,-2 0-122 1,-5-3-149-16</inkml:trace>
  <inkml:trace contextRef="#ctx0" brushRef="#br0" timeOffset="109129.68">17193 5835 1267 0,'0'0'530'0,"0"0"-393"16,0 0 8-16,0 0-13 15,36 136 27-15,-36-90-18 16,0 1-25-16,0-1-38 0,-5-4-38 15,-2-10-19 1,1-6-10-16,4-12-11 0,2-9 7 16,0-2-1-1,0-3 2-15,0 0-8 0,13-20-1 16,9-18-56 0,3-16-98-16,2-6-33 0,-3-3-124 15,-6 12 91 1,-4 17 221-16,-10 15 95 0,-4 17 37 15,0 2-93-15,0 14-16 16,0 16 98-16,0 6-18 16,2 4-45-16,9 1-30 0,9-3-12 15,5-6-16 1,11-6-31-16,22-15-125 0,-8-4-210 16,-3-7-1060-16</inkml:trace>
  <inkml:trace contextRef="#ctx0" brushRef="#br0" timeOffset="109359.84">17958 6171 1906 0,'0'0'715'0,"0"0"-715"0,0 0-88 15,0 0-100 1,0 0-68-16,0 0-142 0</inkml:trace>
  <inkml:trace contextRef="#ctx0" brushRef="#br0" timeOffset="111819.9">15918 5817 626 0,'0'0'338'16,"0"0"-116"-16,0 0-61 0,0 0 0 15,0 0-14-15,0 0-33 0,0 0-10 16,-7 0-13 0,7 0 5-16,-2 0 3 0,2 0-21 15,0 0 9 1,-2 0-30-16,2 0-14 0,0 0-18 16,-2 0-1-1,-1-1 35-15,1-2-16 0,2 3-20 16,0-2-17-16,0 2 11 15,-2-2-3-15,2 0 2 16,-2 0-2-16,2-2-7 16,-2-1 1-16,0 0 12 15,-4-2-9-15,2 0-10 16,-5 0 0-16,-1-5 8 16,-4 3-9-16,1 1 1 15,-3 0-1-15,1 4 0 16,-4 1-6-16,4 3-44 15,-3 0-105-15,-2 17-127 0,5-2-89 16,3 0-553-16</inkml:trace>
  <inkml:trace contextRef="#ctx0" brushRef="#br0" timeOffset="126304.97">17977 6188 1106 0,'0'0'284'15,"0"0"-206"-15,0 0-56 0,0 0 83 16,0 0 8-16,0 0-12 0,0 0-16 15,3 0-32 1,-1 0 8 0,-2 0 29-16,2 0-9 0,-2 0 0 15,0 0-19 1,3 0-26-16,-3-4-11 0,0 2 10 16,0-2-11-1,0 2-12-15,0 0-7 0,-7-1-5 16,-2 3-1-16,-2 0-5 15,-1 0 6-15,2 9-1 16,1 7 1-16,2 2 1 0,4 0 0 16,3-1 5-1,0-5-4-15,10-1-1 16,7-5 1-16,6-6 4 16,2 0 1-16,-4-10-5 0,-1-12-2 15,-6-7 0 1,-5 3-7-16,-9-6 1 0,-4 6-20 15,-21 9-75-15,-4 5-276 0</inkml:trace>
  <inkml:trace contextRef="#ctx0" brushRef="#br0" timeOffset="130089.66">26197 3485 1048 0,'0'0'250'0,"0"0"-103"15,0 0 13-15,0 0-51 16,0 0-34-16,0 0-43 16,24-18-21-16,-19 14 10 15,-1 0 8-15,-2 0 37 16,-2 4 56-16,0 0-6 15,0 0-11-15,0 0-49 16,0 0-19-16,0 0-12 0,0 0-11 16,0 0-8-1,-4 0-6-15,-3 7 0 0,1 4 1 16,-2 4-1 0,6 2 1-16,0 3-1 0,2-2 0 15,0-1-10 1,0 3 1-16,0-3 7 0,-4 3 1 15,-3 4 0-15,-5 5 0 16,2 2 0-16,-3 6 1 16,3 0-1-16,4 0 1 15,4-1 0-15,2-6 0 16,0-2-8-16,0-4-13 16,4-4-12-16,0-3 20 15,-4 0 3-15,0 1 10 16,0 5 13-16,-8 0-12 0,-5 3 15 15,3-1-7 1,3-3-7-16,7-1-2 16,0 0 0-16,0-2-21 15,7 2-1-15,5-3 5 16,-1-1 5-16,-7 2 4 16,-2-1 8-16,-2 3 7 0,0 4 18 15,-15 1 6-15,-1 4 9 16,1-2-28-16,1 2 0 15,7-4-12-15,3-2 0 0,4 0 0 16,0 3-40 0,0 11-47-16,0-8-184 0,0-2-325 0</inkml:trace>
  <inkml:trace contextRef="#ctx0" brushRef="#br0" timeOffset="131010.01">26172 5677 770 0,'0'0'653'0,"0"0"-537"16,0 0-85-16,0 0 7 16,0 0 33-16,0 0 59 15,0 0 37-15,41-35-29 16,-41 35-50-16,0 0-48 0,0 0-24 15,0 0-10 1,0 0-4-16,0 0 4 0,0 0-6 16,2 0-9-1,0 0 9-15,-2 0 0 16,0 0 8-16,0 0-6 16,-2 19-1-16,-14 7 14 0,-5 8 4 15,4 2-7-15,1 3-5 16,5-4-6-16,7-3 7 15,4-2 4-15,0-3 8 16,0-6-6-16,13-1-13 16,-1-3 1-16,-6-3-1 0,-2-2 0 15,-4 4 6 1,0 3-7-16,0 4 0 16,-10 2 1-16,-2 1 0 15,8 1 5-15,4-3-6 0,0-4-15 16,0-1-10-16,10-2-24 15,2-1 36-15,-3 0 13 16,-5 2 0-16,-4 4 10 16,0 7 17-16,0 3-17 15,-2 6-8-15,-5 1-2 16,3 3-22-16,0 18-114 16,2-9-178-16,2-7-468 0</inkml:trace>
  <inkml:trace contextRef="#ctx0" brushRef="#br0" timeOffset="132029.68">26009 7961 1114 0,'0'0'291'15,"0"0"-207"-15,0 0-46 0,0 0 74 16,0 0-14-1,0 0 20-15,0 0 14 0,30 0-75 16,-18-7-38 0,5 0-17-16,-7 0 5 0,1 2-6 15,-3-2 0 1,-4 6 5-16,-4-1-5 0,0 2-1 16,0 0-44-1,0 0-41-15,0 14 48 16,0 4 24-16,0 2 12 0,0 0-22 15,2-4-27-15,7-2 8 16,-3-4 20-16,2-2 13 16,-4-4 9-16,-4 0 0 15,0-2 49-15,0 0 25 16,0 2-21-16,0 1 22 16,-2 4-20-16,-3 1-36 15,2 0-10-15,3-1-7 16,0 2-1-16,0-2 0 15,12 3 0-15,-3-7-1 0,-1 1 0 16,-2 0-1 0,-4 0 1-16,-2 5 1 0,0 4 40 15,0 7 38 1,-12 6-11-16,3 2-27 16,1 5-32-16,6-3-9 15,2 0 2-15,0-4-2 0,13-2-24 16,5-3-16-16,-1-2 6 0,-3 2 28 15,-3-4 6 1,-7 5 0-16,-4 5 0 0,0 3 22 16,-6 1 3-1,-11 6-3-15,5-2-20 16,-1 0-1-16,5-2-1 16,6 2-43-16,2 5-128 0,0-8-140 15,0-6-1073-15</inkml:trace>
  <inkml:trace contextRef="#ctx0" brushRef="#br0" timeOffset="132714.79">26217 9932 1557 0,'0'0'479'0,"0"0"-408"15,0 0-52 1,0 0-3-16,0 0 8 0,0 0 7 16,0 0-16-1,0 12-15-15,0 6 1 16,0 0 0-16,0 1 8 16,2 0-9-16,7-6 2 0,2-4-1 15,-4-3 0 1,-3-4 1-16,-2 0 4 0,-2-2 77 15,0 2-2-15,0 6-51 0,-8 4-20 16,-6 6-1 0,3 5 6-16,-1 0-9 0,8 3-5 15,4-2 5 1,0-3-6-16,2-2 1 0,12-5-1 16,-1-1-1-1,-1-3-1-15,-6-3 1 16,-6 2 0-16,0 5 1 0,0 7 0 15,0 4 0-15,0 8 1 16,-6 2-1-16,3 2-31 16,3 4-95-16,0-7-172 15,0-5-447-15</inkml:trace>
  <inkml:trace contextRef="#ctx0" brushRef="#br0" timeOffset="133489.81">26323 11572 1298 0,'0'0'368'0,"0"0"-257"15,0 0-89-15,0 0-2 16,0 0 33-16,0 0 26 15,0 0 10-15,-58 101-34 16,54-78-2-16,2-2-25 0,2-3-12 16,0-5-9-1,6-3-1-15,6-3-6 0,-1-1-1 16,-5-4 0 0,-3 0 1-16,-3 2 0 0,0 4 1 15,0 7 0-15,-5 6 19 16,-6 3 3-16,2 4-10 15,5 1-13-15,1-3 2 0,3 3 7 16,0 0 3 0,3-6-12-16,8 1-6 0,2-4 5 15,-4 3 0 1,-2-4 1-16,-4 6 0 0,-3-1 0 16,0 2 0-1,0 0-1-15,0 0 1 16,0 0-1-16,0-4-11 0,2-1 2 15,4 0-18-15,-2-3 1 16,1 1 5-16,-3 1 14 16,-2 1 7-16,0 3 1 15,0 3-1-15,2-2 1 16,14 4-122-16,-3-5-95 16,5-10-345-16</inkml:trace>
  <inkml:trace contextRef="#ctx0" brushRef="#br0" timeOffset="134820.06">26178 7263 758 0,'0'0'243'16,"0"0"-133"-16,0 0-19 16,0 0-32-16,0 0-5 0,0 0 8 15,0 0 6 1,-2 0-32-16,2 0-36 0,8-7-14 15,0-2-17-15,-1 0 24 16,-5 4 7-16,0-1 12 16,-2 1 33-16,0 4 30 15,0-1 46 1,0 2 0-16,0 0-20 0,0 0 8 16,0 0-23-1,0 0-36-15,-2 0-41 16,-5 12-8-16,-1 7 12 0,0 6 1 15,4 5 2-15,2-2-16 16,2 2 8-16,0-2-7 0,0 1 0 16,0-5 6-1,0-1-5-15,0 2 7 0,0-6-8 16,0 2 8 0,0-5-8-16,0 0-1 0,0-5-1 15,6 0-44 1,4-1-37-16,-4-2-6 0,-3 2 22 15,-3 4-28-15,0 3-21 16,-36 16 7-16,3-5-186 16,2-5-377-16</inkml:trace>
  <inkml:trace contextRef="#ctx0" brushRef="#br0" timeOffset="135789.91">26188 5005 905 0,'0'0'329'0,"0"0"-199"0,0 0-54 15,0 0 1-15,0 0 27 16,0 0-5-16,0 0-18 16,0-5-30-16,2 4-26 15,2-1-13-15,-1 2 24 16,-3 0 26-16,0 0 27 16,0 0-8-16,0 0-16 15,0 0-27-15,0 0-18 16,-9 11-10-16,-5 15 12 0,-1 1 14 15,-1 4-19 1,3 4-6-16,6-7-2 0,4-1-9 16,3-8 11-1,0 0-5-15,6-4-6 16,7-3 0-16,-1 0 2 16,0-4-2-16,-5 3 0 0,-5-1-10 15,0 2-35 1,2 5-13-16,-2 0-142 0,4-7-421 0</inkml:trace>
  <inkml:trace contextRef="#ctx0" brushRef="#br0" timeOffset="138180.07">26359 10986 892 0,'0'0'202'16,"0"0"-150"-16,0 0 9 15,0 0 46-15,0 0-27 16,0 0-13-16,0 0 10 15,16-24 0-15,-12 19 3 0,-4 1 40 16,0-1-12 0,0 1-14-16,0 0 0 15,0 0-28-15,0 0-14 16,0 0 11-16,0 2-20 0,0-2-15 16,0 3-7-1,0-2-12-15,0 2 3 0,0-2-6 16,0 1-5-16,0 0 0 0,-4 1 0 15,2-2 5 1,-2 1 3-16,1-2-8 0,0 3-1 16,1-4 1-1,0 3 0-15,2 2 1 16,-2 0 5-16,2 0 5 16,-2 0-6-16,-5 0-6 0,-4 2 1 15,-7 14 5-15,0 4 3 16,1 5 0-16,1-1-9 15,3-2 6-15,6-5-5 16,5 0-1-16,0-5-1 16,2-2 0-16,0-3 0 15,0 0-1-15,0-2-5 16,0 4 5-16,0-1 1 16,0 4 1-16,0 2 0 15,0 3 1-15,0 4-1 16,0-1 0-16,-3 4 0 0,3 6-51 15,-2-6-116 1,2-4-311-16</inkml:trace>
  <inkml:trace contextRef="#ctx0" brushRef="#br0" timeOffset="139259.84">26236 9290 1395 0,'0'0'278'16,"0"0"-199"-16,0 0 20 0,0 0 56 15,0 0-55 1,0 0-62-16,0 0 2 0,0 0 16 15,0 0-1-15,0 0-21 0,0 0-7 16,0 0-13 0,0 0-6-16,-4 0-1 15,-2 0-5-15,-5 3-2 16,-5 11 0-16,3 1 15 0,-1 3 1 16,3 5-2-1,-1-1 3-15,6-1-3 0,2-1-1 16,-1 0-7-1,5-4-6-15,0 1 0 16,0-2 1-16,0-1-1 16,2-2-1-16,7 3-8 15,-5-3 8-15,2 2-8 16,-6 3-16-16,0 2-23 0,0 13-32 16,-6-4-157-16,-4-3-273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6:37:49.225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1956 4899 557 0,'0'0'895'0,"0"0"-702"16,0 0-38-16,0 0-41 15,0 0-36-15,0 0 30 16,0-41-36-16,0 36-25 16,0-2-26-16,0 6 4 15,0-2 39-15,0 3-20 16,0 0 35-16,0 0 12 16,0 0-47-16,-8 0-1 15,-10 0-37-15,-9 0-6 16,-6 18 0-16,-10 11-3 0,-3 12 3 15,-4 8 4 1,6 9 7-16,4 4 4 16,6 1-5-16,10-4 5 0,8-6-2 15,16-10-12-15,0-6-1 16,18-9 0-16,20-6-2 16,11-12-15-16,9-10-92 15,16-12-109-15,-16-16-333 16,-16-4-788-16</inkml:trace>
  <inkml:trace contextRef="#ctx0" brushRef="#br0" timeOffset="699.28">1758 5136 1502 0,'0'0'196'15,"0"0"-142"-15,0 0-44 16,136-47-10-16,-91 43 61 15,-5 4 39-15,-7 4 20 16,-8 20-34-16,-9 10 25 16,-12 8-19-16,-4 4-48 15,0-2-10-15,-16-3 23 16,-3-7-44-16,3-10 12 16,5-10-23-16,7-8 4 15,4-6 24-15,0 0-21 16,0-26-9-16,12-12-85 15,15-10-18-15,7-3 35 0,6 3-35 16,2 11 57-16,0 11 37 16,-4 13 0-16,-1 9 9 15,-9 4 41-15,-2 0-11 16,-7 17 35-16,-4 2-15 16,-8 5-4-16,-7 3 1 15,0 3-23-15,-7 3 9 16,-17 1 16-16,-3-1-39 15,0-8 1-15,7-4-11 16,7-11-57-16,11-10 4 16,2 0-21-16,13-20 6 15,18-15-243-15,7-1 68 16,-2 3 122-16,-7 6 121 0,-9 14 79 16,-11 6 61-1,-9 7-15-15,0 0 23 0,0 16-1 16,-7 8-37-16,-4 5 2 15,2-3-40-15,7-5-38 16,2-2-13-16,0-7-21 16,11-5 0-16,11-7-6 15,10 0-3-15,1-7-27 16,2-17-50-16,-1-6-11 16,-5-5 22-16,-7 3 28 15,-7 10 20-15,-8 8 27 16,-2 11 26-16,-5 3-2 0,0 3-9 15,0 22 13 1,0 7 34-16,0 3-46 16,0 2-15-16,0-2 24 0,0-6-25 15,0-5-82-15,0-10-183 16,0-12-418-16</inkml:trace>
  <inkml:trace contextRef="#ctx0" brushRef="#br0" timeOffset="986.01">2516 4809 1669 0,'0'0'583'0,"0"0"-387"0,0 0-76 15,0 0-48-15,0 0-29 16,-62-113-42-16,71 79 59 16,20 4-60-16,8 6 0 15,4 14 0-15,-3 10-20 16,-9 8-7-16,-14 28-60 16,-10 18-15-16,-8 38 61 15,-19-12-271-15,0-13-562 0</inkml:trace>
  <inkml:trace contextRef="#ctx0" brushRef="#br0" timeOffset="1173.47">2784 5458 1370 0,'0'0'275'15,"0"0"-144"-15,0 0-54 16,0 0-56-16,0 0-21 16,0 0-140-16,0 0-552 0</inkml:trace>
  <inkml:trace contextRef="#ctx0" brushRef="#br0" timeOffset="1405.9">1622 5745 1512 0,'0'0'655'16,"0"0"-544"-16,0 0-53 16,0 0 37-16,163-4-8 15,-67 1 17-15,0-4-45 16,9 5-25-16,4 2-34 15,-16 0-9-15,37 0-55 16,-28 0-326-16,-21 0-1151 0</inkml:trace>
  <inkml:trace contextRef="#ctx0" brushRef="#br0" timeOffset="2717.23">2286 1947 113 0,'0'0'1427'0,"0"0"-1214"16,0 0-124-16,0 0 37 15,0 0-25-15,0 0 58 16,0 0 9-16,0-44-45 15,0 42-44-15,0 2-21 16,0-3 12-16,0 3 4 16,0 0-29-16,-2 0-18 0,0 0 19 15,0 0-36 1,0 7-10-16,-5 18-26 0,-1 33 19 16,-9 43 7-16,1 32 18 15,1-4-17-15,7-25 40 16,6-34-41-16,2-26 0 15,0-3 6 1,0 2-6-16,0-5 0 0,6-12-39 16,9-12-43-16,5-12 12 15,5-2-74-15,19-51-74 16,-5-4-297-16,-6-13-1214 0</inkml:trace>
  <inkml:trace contextRef="#ctx0" brushRef="#br0" timeOffset="2929.44">2666 1782 1877 0,'0'0'288'15,"0"0"-226"-15,0 0 4 16,-36 153 29-16,16-69 48 16,-1 10-36-16,9 1-39 15,5-1 0-15,5-10-57 16,2-8-5-16,0-15-6 15,0-13 0-15,6-14-31 16,1-10-48-16,-7-12-113 16,-7-12-132-16,-17 0-159 15,-8-19-401-15</inkml:trace>
  <inkml:trace contextRef="#ctx0" brushRef="#br0" timeOffset="3265.58">2097 2256 2009 0,'0'0'296'0,"0"0"-229"16,123-41-48-16,-47 22-1 16,8-1-17-16,7-4 7 15,4-1 8-15,-2 2-14 16,-11 0 12-16,-10 2-14 16,-19 4 0-16,-15 5 16 15,-18 4-15-15,-8 4 40 16,-12 4-1-16,0 0 0 15,0 4 9-15,-3 26-48 16,-13 16 0-16,-1 19 62 16,-5 13-35-16,1 2 8 15,4 0-3-15,1-6-21 0,5-11 12 16,1-10-23-16,4-9-1 16,4-9 0-16,2-9-33 15,0-12-52-15,0-10-83 16,0-16 10-16,0-16 68 15,2-13-431-15</inkml:trace>
  <inkml:trace contextRef="#ctx0" brushRef="#br0" timeOffset="3461.38">3085 1999 1461 0,'0'0'343'0,"0"0"-141"15,0 0-35-15,144 100-38 16,-115-40 104-16,-15 11-92 15,-14 4-31-15,-6 4-26 16,-35-1-21-16,-15-3-17 16,-15-6-7-16,-6-8-27 15,-4-7-12-15,2-12-72 16,-5-16-72-16,19-12-218 16,14-14-999-16</inkml:trace>
  <inkml:trace contextRef="#ctx0" brushRef="#br1" timeOffset="12966.3">2327 1907 317 0,'0'0'1030'0,"0"0"-814"16,0 0-152-16,0 0-16 15,0 0 11-15,0 0 31 16,0-40 115-16,0 32-76 16,0 0-59-16,0-1 42 15,0 2-88-15,0 0 25 16,0 5 41-16,0 0-61 15,0 2 82-15,0 0-109 16,-2 0 10-16,0 0 73 0,2 0-78 16,-3 0 17-16,0 0-24 15,1 16 37-15,-4 18-58 16,-3 36 21-16,-7 39 0 16,3 2 56-16,-1-9-50 15,1-14-6-15,7-28 0 16,-2 2 27-16,2-1-21 15,2-15-6-15,1-15 0 16,3-9-51-16,0-10 31 16,0-5-87-16,3-7-33 15,7-2-3-15,13-50 63 16,-1 2-281-16,-3-8-540 0</inkml:trace>
  <inkml:trace contextRef="#ctx0" brushRef="#br1" timeOffset="13177.63">2363 1874 1305 0,'0'0'285'0,"0"0"-115"15,0 0 13-15,0 0-29 16,0 0-60-16,0 0 8 16,0 0-84-16,-56 67 6 15,40 5 65-15,3 10-52 16,0 7 64-16,1-5-92 15,8-6 16-15,-1-12-7 16,5-11-18-16,0-12-51 16,2-14-56-16,15-12-220 15,0-14-315-15</inkml:trace>
  <inkml:trace contextRef="#ctx0" brushRef="#br1" timeOffset="13531">2745 1909 1177 0,'0'0'521'0,"0"0"-463"16,0 0 9-1,0 0 166-15,0 0-95 0,0 0-36 16,0 0-28-16,0 9-74 16,0 36 40-16,-2 17 6 15,-2 12-24-15,2 7 112 16,2-4-124-16,0-4-4 16,0-11-4-16,0-10 8 15,0-10-20-15,8-10-38 16,0-9-111-16,-2-12 17 15,5-11-195-15,-1-13-61 16,-6-16-801-16</inkml:trace>
  <inkml:trace contextRef="#ctx0" brushRef="#br1" timeOffset="13752.07">2806 1809 1521 0,'0'0'337'16,"0"0"-26"-16,0 0-187 15,0 0-58-15,0 0-31 16,0 0-16-16,0 0 38 16,-16 140 56-16,8-60-104 15,0 9 113-15,4-6-122 16,0-8 7-16,-1-11 4 16,3-12-1-16,0-9-20 15,2-14-14-15,-4-5-141 16,2-10-27-16,-4-10-421 0</inkml:trace>
  <inkml:trace contextRef="#ctx0" brushRef="#br1" timeOffset="14230.79">1948 2386 1324 0,'0'0'927'0,"0"0"-777"16,0 0-70-16,0 0 93 15,0 0-172-15,0 0 8 16,138-62 43-16,-53 31-35 16,9 4 28-16,4 0-45 0,-3 8 0 15,-8 5 7-15,-11 6-6 16,-12 4-2-16,-14 4 1 15,-13 0-43-15,-14 0 15 16,-12 0-66-16,-11 4-41 16,0 4 121-16,-20 3-53 15,-21 3 57-15,-14 4-57 16,-14 1-57-16,-11-5-5 16,-5-3-27-16,-2-2 36 15,6-4 120-15,13 0 0 16,12-5 110-16,18 2 74 15,13-2-30-15,15 0 17 16,10 0-37-16,0 0-103 0,15 0 62 16,23 0-93-1,15 0 0-15,17 0 22 0,7 0-10 16,8-7 3-16,2-7-15 16,25-13-94-16,-21 0-72 15,-15 3-481-15</inkml:trace>
  <inkml:trace contextRef="#ctx0" brushRef="#br1" timeOffset="14597.28">3080 1777 1627 0,'0'0'281'16,"0"0"-135"-16,0 0-145 15,0 0 8-15,0 0 91 16,-13 109 74-16,6-40-27 15,1 10-37-15,-2 5-80 0,4-4 92 16,2-8-121-16,2-8 11 16,0-12-11-16,0-10 8 15,0-10-18-15,0-10-31 16,6-10-140-16,10-12 52 16,-3-10-143-16,1-16-127 0</inkml:trace>
  <inkml:trace contextRef="#ctx0" brushRef="#br1" timeOffset="14851.84">3129 1860 1568 0,'0'0'329'16,"0"0"-254"-16,0 0 56 0,0 0-18 15,125 58-11-15,-90-15 50 16,-3 5-22-16,-6 8-96 15,-3 2 79-15,-10 0-102 16,-8 0 11-16,-5-1 15 16,-14-2-20-16,-21-4 22 15,-12-5-39-15,-8-4 7 16,-3-7-43-16,-3-12 6 16,-13-12-149-16,16-10-128 15,12-1-681-15</inkml:trace>
  <inkml:trace contextRef="#ctx0" brushRef="#br1" timeOffset="15364.23">3107 1849 750 0,'0'0'973'16,"0"0"-758"-16,0 0-48 15,0 0 46-15,0 0-150 16,0 0-6-16,0 0 44 16,0-7-88-16,0 20-1 15,0 13-11-15,0 18-1 16,0 16 99-16,0 15-49 15,0 3-2-15,0-3 13 16,0-3-41-16,-3-11 13 0,1-9-33 16,2-10 1-16,0-15-2 15,0-6 1-15,0-8-48 16,0-10-18-16,0-3-141 16,0-20 33-16,0-14-136 15,0-7-1349-15</inkml:trace>
  <inkml:trace contextRef="#ctx0" brushRef="#br1" timeOffset="15595.25">3154 1849 851 0,'0'0'880'0,"0"0"-738"0,0 0-116 15,0 0 53 1,0 0-59-16,0 0 104 0,0 0 36 15,-25 153-61-15,14-88-18 16,0 3-30-16,2-4-50 16,0-9 23-16,3-13-24 15,1-10-31-15,2-12-33 16,1-10-121-16,-2-14-158 16,0-20-215-16,-1-13-22 0</inkml:trace>
  <inkml:trace contextRef="#ctx0" brushRef="#br1" timeOffset="15805.29">3114 1738 1587 0,'0'0'236'16,"0"0"-151"0,-5 114 67-16,-8-43 16 0,0 5-6 15,-1 2-35-15,5-3-52 16,5-10-29-16,2-9-34 15,2-10-24-15,0-14 0 16,0-11-129-16,0-16-33 16,0-12-156-16,6-21-9 15,-1-9-917-15</inkml:trace>
  <inkml:trace contextRef="#ctx0" brushRef="#br1" timeOffset="16018.2">3196 1756 1392 0,'0'0'251'16,"0"0"-16"-16,0 0-119 16,0 0-2-16,0 0 61 15,127 154-73-15,-109-88 33 16,-4 4-58-16,-6-3-34 16,-5-3-4-16,-3-6-39 15,0-4 0-15,-25-5-1 16,-6-7-11-16,-27-4-137 15,4-14-236-15,6-11-763 0</inkml:trace>
  <inkml:trace contextRef="#ctx0" brushRef="#br1" timeOffset="16443.59">3270 1752 819 0,'0'0'681'16,"0"0"-490"-16,0 0 65 15,0 0-122-15,0 0 49 16,0 0-48-16,98 137-7 15,-78-77-9-15,-3 5-107 16,-3 4-3-16,-9 0 23 16,-5-4-23-16,0 0-18 15,-41 13-99-15,1-17-96 16,-2-15-338-16</inkml:trace>
  <inkml:trace contextRef="#ctx0" brushRef="#br1" timeOffset="16827.45">3208 1860 578 0,'0'0'1018'16,"0"0"-883"-16,0 0-114 15,0 0-20-15,0 0 90 16,91 103-9-16,-85-35 61 16,-6 10-81-16,0 7-34 15,-10-3-28-15,-33 12-63 16,7-20-192-16,-1-20-460 0</inkml:trace>
  <inkml:trace contextRef="#ctx0" brushRef="#br1" timeOffset="17667.27">2342 1837 1079 0,'0'0'525'0,"0"0"-363"16,0 0-88-16,0 0 32 15,0 0 40-15,0 0-49 16,0 0-33-16,-8 76-14 16,-6-26-28-16,1 12 90 15,0 8-51-15,-1 1 13 16,3-7-31-16,1-5-27 16,4-8 14-16,2-9-30 15,1-10 0-15,3-11-25 0,0-8 25 16,0-9-107-16,0-4-3 15,0 0-9-15,0-26 47 16,13-52-226-16,1 3-342 16,-3-2-320-16</inkml:trace>
  <inkml:trace contextRef="#ctx0" brushRef="#br1" timeOffset="17880.38">2305 1835 1152 0,'0'0'712'15,"0"0"-451"-15,0 0-196 16,0 0-3-16,-17 104 74 15,2-38-36-15,-1 9 13 16,3 2-58-16,5-4-54 0,0-11 69 16,4-10-69-16,4-14-1 15,0-14 0-15,0-9-8 16,0-12-41-16,0-3-83 16,4-12 4-16,8-26 106 15,3-31-200-15,3-52-104 16,-3 10-251-16,-3 9-594 0</inkml:trace>
  <inkml:trace contextRef="#ctx0" brushRef="#br1" timeOffset="17996.9">2305 1835 1283 0,'4'-16'364'0,"-4"48"-205"15,0 18 97-15,-9 20-63 16,-3 14-79-16,4 9-25 16,3-2-58-16,5-4 20 15,0-11-51-15,9-6-106 16,12-19-110-16,1-26-176 0</inkml:trace>
  <inkml:trace contextRef="#ctx0" brushRef="#br1" timeOffset="18532.29">2803 1778 500 0,'0'0'1013'0,"0"0"-774"15,0 0 22-15,0 0 26 16,0 0-111-16,0 0-32 0,0 0-41 16,-8-27-89-16,8 44-14 15,0 38-32-15,-2 32 32 16,-1 8 54-16,-1-3-54 16,2-9 0-16,-2-21 1 15,1 1 11-15,0 0-16 16,1-15 4-16,2-14-69 15,0-14-47-15,0-20-119 16,0 0-137-16,0-15-161 0</inkml:trace>
  <inkml:trace contextRef="#ctx0" brushRef="#br1" timeOffset="18684.14">2806 1893 765 0,'0'0'976'15,"0"0"-800"-15,-11 167-82 16,6-86-51-16,5 2-43 16,0 5-62-16,0-23-152 15,5-18-823-15</inkml:trace>
  <inkml:trace contextRef="#ctx0" brushRef="#br1" timeOffset="19497.3">3098 1638 973 0,'0'0'762'0,"0"0"-511"0,0 0-75 15,0 0-22-15,0 0-55 16,0 0-21-16,0 0-41 16,0 50-12-16,0 6-6 15,-2 13 38-15,-5 9-35 16,1 2 14-16,-2 2-36 16,6-5-12-16,2 5-89 15,0-23-208-15,0-16-672 0</inkml:trace>
  <inkml:trace contextRef="#ctx0" brushRef="#br1" timeOffset="20145.27">3694 2227 1038 0,'0'0'683'0,"0"0"-496"16,0 0 37-16,0 0 72 16,0 0-82-16,0 0-20 15,0 0-46-15,-10-1-66 16,8-3-25-16,2 2-57 16,0-1 0-16,0 1 0 15,0 0-9-15,0 1-11 0,0 1-65 16,0 0-70-16,0 0-115 15,0 5-500-15,0 8-859 0</inkml:trace>
  <inkml:trace contextRef="#ctx0" brushRef="#br1" timeOffset="20317.14">3657 2599 1640 0,'0'0'295'16,"0"0"-172"-16,0 0-73 16,0 0-26-16,0 0-24 15,0 0-59-15,0 0-123 16,3 0-454-16</inkml:trace>
  <inkml:trace contextRef="#ctx0" brushRef="#br1" timeOffset="21129.97">3162 1717 1046 0,'0'0'310'15,"0"0"-126"-15,0 0-54 16,0 0 74-16,0 0-34 15,0 0 10-15,0 0-80 16,-19-25-48-16,19 25-4 16,0 0-48-16,0 0 13 15,7 0-13-15,8 14 18 16,7 11-18-16,3 4 30 0,2 5-30 16,0 3 28-16,2-1-28 15,-6 0-25-15,9 2 24 16,-8-8-202-16,-3-10-334 0</inkml:trace>
  <inkml:trace contextRef="#ctx0" brushRef="#br1" timeOffset="21442.44">3289 1685 1275 0,'0'0'562'15,"0"0"-481"-15,0 0-47 16,0 0-34-16,0 0-6 16,0 0-14-16,0 0 20 15,37 160-69-15,-31-100-294 16,-1-9-733-16</inkml:trace>
  <inkml:trace contextRef="#ctx0" brushRef="#br1" timeOffset="22546.92">2654 1907 123 0,'0'0'909'15,"0"0"-670"-15,0 0-16 16,0 0-50-16,0 0-12 0,0 0 18 16,0 0-49-16,0-23-32 15,0 20-73-15,3-1-10 16,-1 1 1-16,0 1-16 16,1 1 0-16,-1 1-2 15,2 0-1-15,0-2-4 16,3 2-2-16,0-2-37 15,2 2 26-15,0-3-48 16,-1 3-19-16,2 0 29 16,-6 0-5-16,0 0 51 15,-4 0 0-15,0 0 12 16,0 0 18-16,0 0-17 16,0 0 36-16,0 0 14 15,0 0-9-15,0 0 8 16,0 0 20-16,0 0-30 0,0 0 69 15,0 0-63-15,0 0-2 16,0 0-20-16,0 0-16 16,0 0 0-16,0 0-8 15,0 0-11-15,0 0-28 16,0 0 18-16,0 3-44 16,3-3-6-16,1 0-29 15,0 0 51-15,4 0 15 16,0 0 34-16,1-3-6 15,0-5 8-15,0 1-2 16,-5 0 9-16,1 3 1 16,-5 4 19-16,0 0 54 0,0 0-25 15,0 0 61-15,0 0-62 16,0 0-20-16,0 0-10 16,0 18-7-16,-7 15 0 15,-4 8 48-15,0 10-47 16,0 5 34-16,-1 4-54 15,4-2-2-15,-1 0-4 16,2 9-126-16,2-16-117 16,1-14-491-16</inkml:trace>
  <inkml:trace contextRef="#ctx0" brushRef="#br1" timeOffset="23169.12">2334 1809 1297 0,'0'0'347'16,"0"0"-151"-16,0 0-5 15,0 0-52-15,0 0-96 16,0 0 20-16,0 0-35 16,2-4-28-16,-2 18 20 15,0 14 31-15,0 14 13 16,0 13 4-16,-7 12-34 15,-2 5 2-15,2 2-36 16,1 0-60-16,-1 9-41 16,3-20-287-16,-4-16-1227 0</inkml:trace>
  <inkml:trace contextRef="#ctx0" brushRef="#br0" timeOffset="33566.46">4377 5324 848 0,'0'0'203'0,"0"0"-22"15,0 0 48-15,0 0-24 16,0 0-38-16,0 0-10 16,5-24 4-16,-5 24-96 15,0-2 2-15,0 2 20 16,0-2-57-16,0 2 27 0,0 0-6 16,0-3-29-16,0 1 51 15,0-1-62-15,0-1-10 16,0-1 18-16,0 1-3 15,0-1-16-15,0 1 0 16,0 2 8-16,0-1 51 16,0 3-53-16,0 0 21 15,0 0 4-15,0 0-23 16,0 0-7-16,0 0-1 16,0 13-17-16,0 13 2 15,0 14 15-15,0 8-2 16,-3 10 1-16,3 0 2 15,0-3 3-15,0-6-4 0,0-7-78 16,0-10 60-16,0-5-125 16,0-10 2-16,14-5-89 15,-1-9-81-15,1-3-253 0</inkml:trace>
  <inkml:trace contextRef="#ctx0" brushRef="#br0" timeOffset="34495.74">4454 5217 1506 0,'0'0'283'0,"0"0"-153"16,0 0-109-1,0 0 33-15,0 0 56 0,0 0-51 16,135 39 29-16,-104-7-52 15,-2 8-36-15,-8 6 67 16,-10 1-67-16,-11 6 13 16,0-2 29-16,-9 0-42 15,-18-3 25-15,-4-4-25 16,-7-8 0-16,-5-5-12 16,-1-8 12-16,-3-4-76 15,-2-7 1-15,2-5-151 16,5-7-69-16,5 0-223 15,8-12 107-15,10-5-387 16,11-3 798-16,8-3 781 0,0-1-497 16,13 1-59-16,16-4-75 15,10 1-82-15,9-2-36 16,5 3 22 0,5 0 4-16,3 4 20 0,-3 7 15 15,-3 3-28-15,-6 5 33 16,-7 6-44-16,-11 0-53 15,-6 0 65-15,-11 12-66 16,-8 4 0-16,-6 7 67 16,0 5-61-16,-14 5 78 15,-7 2-7-15,-2-5-68 16,3-6 43-16,7-7-52 16,6-8-21-16,5-6 2 0,2-3-64 15,2-2-41-15,18-17-19 16,5-11-97-16,1-1 117 15,-3 2 18-15,-8 8 105 16,-5 10 152-16,-8 11-34 16,0 0-2-16,-2 14-31 15,2 11-37-15,5 1 82 16,1 1-66-16,8-8-51 16,4-2 79-16,9-9-91 15,4-8 22-15,6 0-23 16,-2-8 10-16,-1-16-50 15,-5-7 39-15,-4-3-38 16,-7-5-1-16,0-5-4 16,-4-5-12-16,-1-3-80 0,-3 4-1 15,-2 6 135-15,-3 10-30 16,-5 11 32-16,-2 14 75 16,0 7-75-16,0 0 0 15,0 26 11-15,-6 10 18 16,-5 14 128-16,2 8-81 15,2 4-44-15,0 3 81 16,5-6-84-16,2-4 19 16,0-11-47-16,0-6 32 15,0-10-26-15,9-7-7 16,0-7-63-16,-2-5 24 16,-5-6-116-16,-2-3 9 15,0-26 68-15,-11-6-520 0,-7-3-692 16</inkml:trace>
  <inkml:trace contextRef="#ctx0" brushRef="#br0" timeOffset="34629.99">5091 5522 1217 0,'0'0'522'0,"0"0"-242"15,0 0-169-15,0 0-97 16,118-69 70-16,-80 57-66 16,-2 1 1-16,-5 7-19 15,-9-1-92-15,-7 5-49 16,-7 0-175-16,-8 0-499 0</inkml:trace>
  <inkml:trace contextRef="#ctx0" brushRef="#br0" timeOffset="34925.61">4928 4967 834 0,'0'0'803'16,"0"0"-653"-16,0 0-6 16,0 0 28-16,0 0-127 15,0 0 96-15,-118 46-93 0,115-8-47 16,3 8 41-1,0 2-42-15,23-2 0 0,4-2 0 16,4-5-63-16,11 1 33 16,-6-8-236-16,-14-10-632 0</inkml:trace>
  <inkml:trace contextRef="#ctx0" brushRef="#br0" timeOffset="35037.3">4784 5953 849 0,'0'0'702'16,"0"0"-671"-16,0 0-31 0,0 0-389 16</inkml:trace>
  <inkml:trace contextRef="#ctx0" brushRef="#br0" timeOffset="36028.15">6286 5446 1288 0,'0'0'291'0,"0"0"-114"16,0 0-95-16,0 0-82 15,0 0 148-15,0 0-16 16,0 0 16-16,51-66-76 0,-44 72-71 16,-1 20 28-16,3 10-9 15,-4 8-14-15,-1 5 73 16,1-6-79-16,-1-3 0 16,2-10 0-16,2-7 7 15,3-13 1-15,6-8-8 16,8-2 1-16,4-11-45 15,4-21 32-15,-2-11-113 16,-4-14-98-16,-4-3-2 16,-7 2 84-16,-5 8 41 0,-7 16 100 15,-4 14 138 1,0 20 3-16,0 0-91 0,0 36-43 16,-9 18 79-16,0 18 59 15,0 15-20-15,0 4-60 16,1 2 81-16,-4-3-112 15,3-8 8-15,-1-12-19 16,-7-9-23-16,1-15 22 16,-3-12-20-16,-6-10-2 15,3-10 115-15,-3-8-115 16,6-6 29-16,5-13 5 16,7-26-33-16,7-14-2 15,4-9-8-15,28-4-68 16,13 1 65-16,5 4-136 15,22-6-49-15,-11 18-105 0,-13 6-405 16</inkml:trace>
  <inkml:trace contextRef="#ctx0" brushRef="#br0" timeOffset="36403.8">7091 5412 1868 0,'0'0'569'16,"0"0"-401"-16,0 0-78 16,0 0-90-16,0 0 18 15,0 0 44-15,0 0-62 16,140 0-12-16,-95 0-41 0,-8 12-107 15,-12 8-26 1,-14-2-317-16,-11-4-510 0</inkml:trace>
  <inkml:trace contextRef="#ctx0" brushRef="#br0" timeOffset="36532.67">7135 5573 1557 0,'0'0'778'15,"0"0"-691"-15,0 0-75 16,0 0-4-16,0 0-8 15,168 0-30-15,-82-16-109 16,-12 0-392-16,-7-5-1099 0</inkml:trace>
  <inkml:trace contextRef="#ctx0" brushRef="#br0" timeOffset="36961.36">7656 5566 1005 0,'0'0'1245'0,"0"0"-1101"15,0 0-144-15,0 0 0 16,0 0 12-16,0 0-11 16,87-102 26-16,-51 59-27 15,-1 0-10-15,0-3 4 16,-11 0-19-16,-6 2 25 16,-10 5-23-16,-3 9 47 15,-5 12 21-15,0 10 41 16,0 8-77-16,0 0-9 15,-9 28-42-15,-4 18 42 16,-3 17 61-16,-1 25-42 16,1 2 23-16,3 2-2 15,-3 3-16-15,5-22 22 0,-3 1-41 16,1-9 10-16,-1-13 28 16,-3-7-37-16,-4-13-6 15,-1-8 9-15,0-9 6 16,2-8 21-16,4-7-29 15,7-2-5-15,7-25 26 16,2-10-28-16,7-10-21 16,22-7-15-16,14-2-19 15,9-2-23-15,12-2-103 16,29-32-133-16,-15 14-27 16,-10 3-531-16</inkml:trace>
  <inkml:trace contextRef="#ctx0" brushRef="#br0" timeOffset="37154.92">8223 5167 116 0,'0'0'1627'0,"0"0"-1248"16,0 0-202-16,0 0-129 16,0 0-29-16,-118 76 45 15,89-26 11-15,6 8-40 16,10 3 63-16,9 3-97 16,4-6 10-16,0-6-11 15,19-9-11-15,8-13 10 16,4-11-61-16,-2-12-70 15,0-7 59-15,-4-22-176 0,-9-12-56 16,-9-3-406-16</inkml:trace>
  <inkml:trace contextRef="#ctx0" brushRef="#br0" timeOffset="37515.71">8203 5392 804 0,'0'0'984'16,"0"0"-754"-16,0 0-176 15,0 0-26-15,0 0 9 16,0 0 78-16,93 108 54 15,-83-63-116-15,-6 1 39 16,-4-3-34-16,0-2-17 16,0-12 11-16,0-7-52 15,0-10 0-15,0-7 9 16,0-5 9-16,0 0-18 16,4-8 0-16,14-20-23 15,2-18-69-15,3-15-155 0,-3-5-132 16,-5-1-165-1,-4 16 355-15,-6 17 189 0,-5 18 529 16,0 13-232-16,0 3-104 16,0 19-108-16,0 13 29 15,0 7 33-15,0 0-103 16,0 3-9-16,13-2-35 16,7-8 1-16,2-6 2 15,5-9-3-15,0-12-71 16,-5-5-7-16,-7-25-106 15,-5-13-196-15,-6-7-871 0</inkml:trace>
  <inkml:trace contextRef="#ctx0" brushRef="#br0" timeOffset="37651.15">8718 5173 1704 0,'0'0'870'0,"0"0"-712"16,0 0-101-16,0 0-57 15,0 0 0-15,136 109-3 16,-114-49 15-16,-8 30-24 15,-12 26 1-15,-2-18-180 16,0-20-408-16</inkml:trace>
  <inkml:trace contextRef="#ctx0" brushRef="#br0" timeOffset="40444.87">2512 6834 159 0,'0'0'376'0,"0"0"-329"16,0 0-47-16,0 0-51 16,0 0 51-16,0 0 100 15,0 0 12-15,-29-103 12 16,29 85-30-16,0-1 52 16,9-2-24-16,-3 1 8 15,4-2-5-15,-4 2-9 16,1 1-8-16,-3 2 19 0,0 3 61 15,-2 2-19-15,1 2-12 16,-3 3-49-16,0 6-26 16,0 1 4-16,0 0-68 15,0 0-18-15,0 24 0 16,0 18 0-16,-5 20 18 16,-6 17 7-16,1 7-24 15,0-1 52-15,8-6-52 16,2-13-1-16,0-12 0 15,2-13 0-15,14-9 0 16,1-13-10-16,6-2-41 16,0-7 17-16,-3-8-97 15,-9-2-31-15,-7-12-108 0,-4-10-224 16</inkml:trace>
  <inkml:trace contextRef="#ctx0" brushRef="#br0" timeOffset="40844.98">2302 6950 1620 0,'0'0'395'16,"0"0"-260"-16,0 0-67 16,136-55-56-16,-62 38 1 15,8 0-11-15,1 8 5 16,-7 1-9-16,-10 6 2 16,-12 2 0-16,-16 0-16 15,-18 7 16-15,-13 14 0 16,-7 7 19-16,-10 10 48 0,-18 10 7 15,-6 5-22 1,0-2-36-16,3-3 33 0,10-6-42 16,7-11-1-16,9-7-6 15,5-12-7-15,0-7-11 16,13-5-12-16,16 0-28 16,5-19 26-16,0-17-121 15,-1-5-61-15,-4 0 4 16,-9 2 123-16,-6 15 87 15,-8 11 181-15,-4 13-25 16,-2 0-61-16,0 27-79 16,0 13 52-16,0 6 1 0,5 4-38 15,1-3-25 1,8-9-6-16,22-7-102 0,-5-10-101 16,2-13-288-16</inkml:trace>
  <inkml:trace contextRef="#ctx0" brushRef="#br0" timeOffset="41329.36">3501 6940 1164 0,'0'0'333'15,"0"0"-195"-15,0 0 21 16,-129 52 39-16,80-10-10 15,2 10-53-15,12 3-14 0,12-4-50 16,15 0-5-16,8-7-16 16,6-8-36-16,25-8 10 15,11-5-15-15,8-11-3 16,4-12 7-16,4 0-6 16,0-9 2-16,-6-17-9 15,-7-2-6-15,-9-2 5 16,-11 7-23-16,-12 3 24 15,-11 10 17-15,-2 10 0 16,0 0-2-16,-2 3-15 16,-7 15-1-16,3 3-7 15,6 5 5-15,0 1 3 16,4-2 12-16,18-6-12 16,4-5 2-16,3-8-1 15,2-6-1-15,1 0 12 16,-3-13 4-16,-5-10-15 0,-3-5 35 15,-10-4-26-15,-9-1-8 16,-2 1-1-16,0 6 0 16,0 3-1-16,-11 5-23 15,2-3-60-15,5-16-91 16,4 4-331-16,0-7-641 0</inkml:trace>
  <inkml:trace contextRef="#ctx0" brushRef="#br0" timeOffset="41467.21">3983 6585 1340 0,'0'0'1026'16,"0"0"-820"-16,0 0-191 0,0 0 2 15,0 0-23-15,-107 155 15 16,47-39-18-16,11-12-167 16,2-14-643-16</inkml:trace>
  <inkml:trace contextRef="#ctx0" brushRef="#br0" timeOffset="44077.07">6306 7088 1300 0,'0'0'311'16,"0"0"-133"-16,0 0 25 15,0 0-89-15,0 0 16 16,0 0-14-16,15-106-30 15,1 88-30-15,1 4-56 16,0 5 9-16,-5 9-6 16,0 0 6-16,-1 12-9 15,-4 21 6-15,-3 13 22 16,-4 10 36-16,0 6-48 0,0 0-4 16,-2-4-7-1,0-13 2-15,2-11-10 16,0-9 3-16,11-13-13 0,13-7 7 15,7-5-30-15,8-2-11 16,-2-26 2-16,-1-10-57 16,-5-12-47-16,-6-11-86 15,-7-1 36-15,-5 2 53 16,-4 8 85-16,-7 13 61 16,-2 18 69-16,0 15 20 15,0 6-82-15,-9 27 2 16,-2 19 4-16,2 15 78 15,2 14 16-15,3 9 32 16,0 8-5-16,-3 3-61 16,3-4-7-16,-4-1-31 0,0-8-10 15,-3-11 22-15,-1-15-47 16,-1-13 9-16,-5-14 11 16,-3-8 5-16,-8-11 33 15,-6-8-33-15,2-2-23 16,4-15 33-16,9-18-35 15,9-12-30-15,11-9 3 16,0-4 2-16,22 5 25 16,9 4-12-16,9 8-40 15,5 9-6-15,16-2-103 16,-10 11-187-16,-7 3-459 0</inkml:trace>
  <inkml:trace contextRef="#ctx0" brushRef="#br0" timeOffset="44364.95">7189 7149 1722 0,'0'0'575'15,"0"0"-457"-15,0 0-88 16,0 0-6-16,0 0 1 0,0 0 14 16,0 0 53-16,98 14-76 15,-59-2-10-15,2 0-6 16,-3 1-13-16,-5 2-60 16,-4 1-40-16,-22 0-167 15,-7-2-226-15,0-5-864 0</inkml:trace>
  <inkml:trace contextRef="#ctx0" brushRef="#br0" timeOffset="44496.14">7206 7374 1107 0,'0'0'777'15,"0"0"-520"-15,0 0-158 16,0 0-30-16,0 0-53 16,165 0-16-16,-91 0-125 15,-14 0-97-15,-11 0-947 0</inkml:trace>
  <inkml:trace contextRef="#ctx0" brushRef="#br0" timeOffset="46044.23">8287 6921 438 0,'0'0'979'15,"0"0"-752"-15,0 0-27 16,0 0-21-16,0 0-27 16,0 0-16-16,0 0-56 15,-10-29-50-15,8 29 2 16,-2 0-32-16,-2 22-7 15,-5 17 7-15,-7 16 33 16,1 7 48-16,-4 4-42 16,6-3-24-16,1-15 25 15,8-13-32-15,1-12-9 16,5-12 1-16,0-4 0 16,0-7-1-16,0 0 1 0,7 0-3 15,13-12 3-15,9-10 0 16,7-4-20-16,1-4-38 15,3 4 15-15,-1 8 31 16,-6 10-7-16,-4 8 19 16,-7 6-19-16,-6 22 26 15,-5 7-8-15,-9 8 2 16,-2-1 19-16,0 0 35 16,-7-6-33-16,-10-2-5 15,-3-6 14-15,-3-4-18 16,-2-3-7-16,-1-8-6 15,2-3-15-15,-3-7-28 0,-4-10-61 16,4-15-102-16,4-12-348 16</inkml:trace>
  <inkml:trace contextRef="#ctx0" brushRef="#br0" timeOffset="46182.3">8385 6858 1714 0,'0'0'489'0,"0"0"-402"15,123-34-54-15,-65 27-33 16,2 5-6-16,-2 2 5 16,2 19-135-16,-12 5-165 15,-15 1-592-15</inkml:trace>
  <inkml:trace contextRef="#ctx0" brushRef="#br0" timeOffset="46577.75">8885 7064 1145 0,'0'0'293'0,"0"0"-38"16,0 0-73-16,25 102 16 15,-25-51 13-15,0 2-88 16,0 2-1-16,-10-3-30 15,0-4-77-15,-2-8-6 0,5-8 1 16,1-9 1-16,4-11-20 16,2-8 9-16,0-4 0 15,0-4-1-15,4-26-23 16,12-17-210-16,3-13-46 16,4-10-276-16,-3 2-192 15,-7 10 748-15,-4 18 516 16,-7 22 15-16,-2 18-338 15,0 5-150-15,0 27 15 16,-4 11 43-16,4 1 0 16,0 4-59-16,25-1-25 15,49 0-17-15,-6-9-103 0,3-12-270 16</inkml:trace>
  <inkml:trace contextRef="#ctx0" brushRef="#br0" timeOffset="47176.2">9429 7173 1024 0,'0'0'1075'0,"0"0"-828"16,0 0-191-16,0 0-19 15,0 0-35-15,0 0 20 16,144 14 11-16,-83-14-7 15,-1 0-26-15,-2 0-18 16,-9 0-62-16,-7 0-9 16,-11-12-196-16,-12-4-89 0,-11-2-547 15</inkml:trace>
  <inkml:trace contextRef="#ctx0" brushRef="#br0" timeOffset="47350.4">9712 7014 1719 0,'0'0'357'0,"0"0"-286"16,0 0-3-16,-27 127-14 16,21-78 42-16,3 1-33 15,3 1-35-15,0-5-15 16,0-4-13-16,16-8-44 0,22-8-56 16,0-10-184-16,-3-13-241 15</inkml:trace>
  <inkml:trace contextRef="#ctx0" brushRef="#br0" timeOffset="47910.2">10345 6725 864 0,'0'0'832'0,"0"0"-477"15,0 0-140-15,0 0-56 16,0 0-49-16,0 0-31 16,0 0-26-16,0-16-26 0,0 16-15 15,5 0-12-15,1 0-9 16,6 0 8-16,3 0 2 16,5 12-1-16,5 2 0 15,3 3 0-15,3-2 6 16,6 2-6-16,5-5 0 15,5-3 1-15,1-2 0 16,2-7-1-16,-6 0 0 16,-5 0 1-16,-10-7 8 15,-8 0-9-15,-7-3 0 16,-8-3 13-16,-6-1-13 16,0 0-7-16,0-2-8 15,-4 5 8-15,-5 0-2 16,0 7 6-16,0 4-34 15,-1 0 16-15,-4 8-37 0,1 21 21 16,-3 8 25-16,0 16 12 16,0 10 10-16,-2 9 18 15,3 7-13-15,2 3 52 16,-1-1-43-16,3-8-10 16,2-6 2-16,2-9-9 15,3-10-8-15,0-10 1 16,4-11-49-16,-5-9-12 15,-4-8-104-15,-33-10-68 16,0-5 80-16,-10-14-423 0</inkml:trace>
  <inkml:trace contextRef="#ctx0" brushRef="#br0" timeOffset="48026.4">10298 7307 1614 0,'0'0'717'16,"0"0"-467"-16,114-80-68 15,4 31-100-15,38-5-82 16,16 2 0-16,-7 12-5 15,-31 8-92-15,-50 14-153 16,-28 1-606-16</inkml:trace>
  <inkml:trace contextRef="#ctx0" brushRef="#br0" timeOffset="51776.02">2055 8543 1530 0,'0'0'284'0,"0"0"-44"15,0 0-125 1,0 0-23-16,-47-123-24 0,42 93-28 16,3 0 37-16,2 0-64 15,0 0 7-15,19 4-11 16,4 1 1-16,6 7-14 15,5 6 4-15,6 8 0 16,7 4-11-16,2 0 12 16,3 11-1-16,0 3 0 15,0-1 0-15,0-3 0 16,-6-3 0-16,-1-3 0 16,-7-4-17-16,-7 0 13 15,-9 0-30-15,-9 0 1 16,-8-4 33-16,-5-5-18 15,-7 0 17-15,-20-1-44 0,-12 3 44 16,-11 7-19 0,-6 0 19-16,-4 21 2 0,-2 16 3 15,1 14 42-15,9 7 0 16,7 4-22-16,11 2 48 16,16-3-30-16,16-8-17 15,2-5 2-15,25-9-27 16,18-10 36-16,11-10-36 15,14-14 1-15,5-5 2 16,4-12-3-16,-7-22-57 16,-3-6-13-16,-15-2-17 15,-15-2 16-15,-14 6 0 16,-19 11-14-16,-4 8 85 0,-6 15 34 16,-23 4-6-1,-9 18-9-15,-3 18 40 0,6 3 11 16,6-2-57-16,11-4-12 15,11-11 27-15,7-7-28 16,0-8-19-16,20-7-32 16,10 0-8-16,5-17-27 15,0-10-73-15,-1-6 52 16,-3 3 82-16,-4 2 25 16,-5 10 9-16,-6 14 48 15,0 4-32-15,-3 20 4 16,0 23-29-16,8 25-6 15,-4-6-84-15,1-13-518 0</inkml:trace>
  <inkml:trace contextRef="#ctx0" brushRef="#br0" timeOffset="52147.67">3648 8532 386 0,'0'0'1432'0,"0"0"-1184"16,0 0-184-16,0 0-30 16,-116 34 6-16,74 1 65 15,5 0 14-15,10 4-88 16,9-3-7-16,11-8-19 16,7-6-4-16,0-8-2 15,18-8-11-15,11-6-13 16,5-4 24-16,3-24-119 15,10-39-152-15,-11 7-276 16,-7-2-869-16</inkml:trace>
  <inkml:trace contextRef="#ctx0" brushRef="#br0" timeOffset="52341.2">3738 8149 1625 0,'0'0'332'15,"0"0"-313"-15,0 0 51 16,-27 133-7-16,7-66 66 15,0 6-23-15,4 4-29 16,5 0 15-16,5-3-76 16,3-7-15-16,3-11 10 15,0-13-11-15,0-8-37 16,0-12-42-16,0-14-112 16,0-6-129-16,0-3-325 0</inkml:trace>
  <inkml:trace contextRef="#ctx0" brushRef="#br0" timeOffset="52660.08">3437 8566 1564 0,'0'0'193'0,"0"0"-153"16,122-8-33-16,-68 8 55 16,-2 0 24-16,-8 16 41 15,-7 8 12-15,-6 10-64 16,-10 5 45-16,-5-2-63 15,-5 2 19-15,0-7-11 16,0-6-63-16,4-8 5 16,6-8 12-16,8-8-4 0,2-2 8 15,4-7-23-15,-6-19-24 16,-10-6-15-16,-15-7-31 16,-4-2 3-16,-18 3-17 15,-16 4-16-15,-7 10 57 16,-2 6 12-16,5 8-5 15,0 2-90-15,11 5-109 16,7-4-157-16</inkml:trace>
  <inkml:trace contextRef="#ctx0" brushRef="#br0" timeOffset="52786.2">3816 8378 909 0,'0'0'741'15,"0"0"-441"-15,0 0-89 0,121-34-98 16,-82 34-63-1,-1 0-28-15,3 17-22 0,1 24-99 16,-7-7-218-16,-10-5-468 0</inkml:trace>
  <inkml:trace contextRef="#ctx0" brushRef="#br0" timeOffset="52949.49">4263 8666 1955 0,'0'0'208'0,"0"0"-168"16,0 0 19-16,0 0-44 16,0 0-6-16,6 109-9 0,-4-102-24 15,0-7-78 1,-2-5-238-16,0-14-510 0</inkml:trace>
  <inkml:trace contextRef="#ctx0" brushRef="#br0" timeOffset="53116.48">4327 8122 912 0,'0'0'1245'0,"0"0"-1087"16,0 0-115-16,0 0-43 16,0 0 3-16,0 0-12 15,52 111-43-15,-81-53-171 16,-6-7-585-16</inkml:trace>
  <inkml:trace contextRef="#ctx0" brushRef="#br0" timeOffset="54197.24">4982 8531 1532 0,'0'0'372'16,"0"0"-127"-16,0 0-74 15,0 0-138-15,0 0-13 16,0 0-12-16,0 0 24 15,47 65 34-15,-26-16-19 16,6-1-17-16,0-5 37 16,0-6-66-16,-4-9 0 0,-6-10 11 15,-3-9-6 1,-6-4 7-16,-3-3-13 0,-1-2 1 16,3 0 19-16,2-4-19 15,8-18-1-15,10-10-28 16,12-6-21-16,9-1-1 15,8 5-20 1,6 6-19-16,5 10 59 0,-4 6-17 16,-10 7 45-16,-13 5 1 15,-11 0 2-15,-15 0 0 16,-14 17 25-16,0 8-12 16,-9 6 83-16,-17 5-46 15,-8 3 5-15,3-5-9 16,2-8-37-16,9-9 4 15,9-8-14-15,5-6-6 0,6-3-13 16,0 0-32-16,14-1-13 16,11-23-16-16,4-10-104 15,0-4-48-15,-7 3 45 16,-6 12 187-16,-10 13 3 16,-4 10 51-16,-2 10-34 15,0 20 92-15,0 6 9 16,0 0 22-16,7-4-55 15,5-8-53-15,3-7 16 16,5-8-26-16,5-6 5 16,0-3-16-16,3-5-14 15,-1-19-52-15,-3-8-108 16,1-6-159-16,-2-4-8 16,-4 4-352-16,-1 8 286 0,-5 9 393 15,-3 17 511-15,-4 4-153 16,1 16-57-16,-5 19-77 15,0 7-36-15,0 0-111 16,0-1-24-16,0-6-36 16,2-7-17-16,-2-8-21 15,-2-18-183-15,0-2-290 16,0 0-981-16</inkml:trace>
  <inkml:trace contextRef="#ctx0" brushRef="#br0" timeOffset="54324.18">5976 8356 1728 0,'0'0'357'0,"0"0"-158"0,0 0-199 15,0 0-100-15,0 0-78 16,135 34-193-16</inkml:trace>
  <inkml:trace contextRef="#ctx0" brushRef="#br0" timeOffset="54585.75">6910 8330 1603 0,'0'0'493'0,"0"0"-371"0,0 0-81 15,0 0-41-15,0 0 24 16,0 0 91-16,-36 148-35 15,31-81 8-15,3 3-52 16,2 0-4-16,0-4-8 16,0-6-24-16,0-11-1 15,0-6-13-15,0-14-87 16,-17-6-80-16,-3-11-136 16,-7-10-46-16</inkml:trace>
  <inkml:trace contextRef="#ctx0" brushRef="#br0" timeOffset="55110.98">6634 8594 1662 0,'0'0'251'0,"0"0"-171"15,140-12-80-15,-82 12 18 16,0 10 70-16,-9 18 35 16,-2 9 9-16,-10 4-53 15,-8 0 1-15,-6-5-6 16,-12-6-38-16,-4-10-5 15,-5-8-22-15,-2-9 2 16,0 0 18-16,0-3-9 16,0 0 28-16,0-20 7 15,0-10-55-15,0-10-36 16,2-5-46-16,23 5-48 16,4 7-36-16,4 15 25 15,-1 11 66-15,-3 7 73 16,-6 5 2-16,-2 12 30 0,-3 3 32 15,-7 3-12-15,-5-2 26 16,-1 2-38-16,-5 2 1 16,0 1 41-16,0 1-29 15,0-1-6-15,0-2-26 16,0-2-3-16,0-5 8 16,0-2-18-16,20-5-4 15,7-3 33-15,6-7-34 16,3 0-2-16,-1-15-19 15,-8-14-7-15,-11-6-20 16,-16-10-20-16,0 2 20 16,-25-1 40-16,-10 8 6 0,-1 12 0 15,0 8 1-15,3 9-6 16,4 7-3-16,-5 0-176 16,7 0-324-16,8 0-514 0</inkml:trace>
  <inkml:trace contextRef="#ctx0" brushRef="#br0" timeOffset="55218.14">7276 8372 1827 0,'0'0'499'15,"0"0"-390"-15,122-69 14 16,-59 45-52-16,28 8-71 16,-13 6-103-16,-9 4-140 0</inkml:trace>
  <inkml:trace contextRef="#ctx0" brushRef="#br0" timeOffset="56292.37">8549 8482 1538 0,'0'0'367'0,"0"0"-206"0,0 0-74 16,0 0-36-16,0 0-24 16,0 0 11-16,0 0 10 15,-103-82-37-15,56 112-5 16,2 18 49-16,5 17 4 16,9 7 23-16,11 6-21 15,15-1-7-15,5-8 2 16,11-9-55-16,18-10 11 15,12-11 13-15,3-14-25 16,6-9 21-16,3-13-21 16,0-3 0-16,3-17-1 15,-4-17-48-15,-4-8-23 16,-7-4-11-16,-10-2-30 0,-8 5 48 16,-13 11 65-16,-5 13 19 15,-5 11 54-15,0 8-73 16,0 0 0-16,-5 18-9 15,-5 8 9-15,-2 6 19 16,7-2 12-16,3 0-19 16,2-6 12-16,0-4-18 15,0-6-2-15,9-7 8 16,7 0-11-16,3-7 26 16,8 0-19-16,9-7 1 15,9-14 10-15,6-9-19 16,10-3-18-16,-3-6-22 15,-1 3-17-15,-10 7 44 16,-11 4-3-16,-14 11 16 0,-11 8 25 16,-9 2-15-16,-2 4 23 15,0 0-8-15,-15 1-25 16,-14 17 10-16,-7 9-1 16,-4 2-7-16,2 4 33 15,5-1-34-15,8-5 9 16,10-8-10-16,7-5 0 15,8-8 3-15,0-1-3 16,3-5-6-16,19 0 0 16,7-3 6-16,7-17-56 15,2-3-20-15,-2-2 3 16,-5 1 36-16,-6 8 6 16,-6 10 22-16,-7 6 9 0,-1 0 1 15,-5 18 20-15,0 3-20 16,0 2 5-16,-6 0 6 15,0-2-12-15,0-5-24 16,0-7-56-16,-14-6-255 16,-3-3-294-16</inkml:trace>
  <inkml:trace contextRef="#ctx0" brushRef="#br0" timeOffset="56465.89">9072 8314 1640 0,'0'0'534'0,"0"0"-284"16,0 0-182-16,134-57-26 16,-103 57-36-16,-11 0-6 15,-11 31-18-15,-9 18-65 16,-27 50-29-16,-13-9-171 16,-2-10-634-16</inkml:trace>
  <inkml:trace contextRef="#ctx0" brushRef="#br0" timeOffset="57310.78">10162 8453 1523 0,'0'0'315'16,"0"0"-100"-16,0 0-78 0,0 0-33 15,0 0-27-15,0 0-27 16,0 0 17-1,36-20-66-15,-7 47-1 0,2 10 16 16,-2 12-15-16,-4 11 35 16,-10 9-8-16,-9-1-3 15,-6-6 33-15,0-10-50 16,0-10 7-16,-2-14-2 16,-4-11-13-16,4-6 9 15,0-7-9-15,2-4 0 16,0 0 44-16,0-12-23 15,0-22-21-15,20-30-61 16,13-34-61-16,1 1-19 16,-5 13-135-16,-10 22 24 0,-12 36 252 15,-7 9 118-15,0 14 53 16,0 3-104-16,-16 35-61 16,-1 13 88-16,3 8-2 15,10 6-20-15,4-1 11 16,4-3-47-16,23-7-12 15,6-10-23-15,7-6-1 16,5-7-44-16,20-10-127 16,-14-6-303-16,-6-12-698 0</inkml:trace>
  <inkml:trace contextRef="#ctx0" brushRef="#br0" timeOffset="58079.28">11072 8606 1164 0,'0'0'972'16,"0"0"-895"-16,0 0-46 16,0 0-22-16,0 118 89 15,0-67-1-15,0-5-4 16,0-7-13-16,0-6-50 16,2-8-18-16,5-11 32 15,1-5-32-15,2-3-4 0,1-6-1 16,5 0 8-1,-1-3 14-15,5-18-29 0,2-13-33 16,7-12-15-16,4-8-110 16,10-2 44-16,3 5-3 15,8 11-78-15,0 15 54 16,0 12 75-16,-8 13 66 16,-5 0 29-16,-15 14 39 15,-13 17 39-15,-13 9 6 16,0 7 6-16,-22 6 23 15,-9-5-41-15,-3-6-28 16,3-8 8-16,9-10-81 16,7-10 13-16,8-8-13 0,7-4 0 15,0-2-1 1,0 0-10-16,9-18-23 0,15-12-133 16,8-9-89-16,3-5 24 15,-2 5 7-15,-4 11 217 16,-8 14 8-16,-6 11 75 15,-4 3 0-15,0 9 61 16,-4 13-42-16,2 2-12 16,-2 2-71-16,0-2 4 15,-1-1-15-15,-2-12-87 16,-2-5-139-16,-2-6-352 0</inkml:trace>
  <inkml:trace contextRef="#ctx0" brushRef="#br0" timeOffset="58215.02">11558 8336 1876 0,'0'0'394'15,"0"0"-320"-15,147-26-74 16,-42 26 0-16,-16 8-161 16,-11 7-363-16</inkml:trace>
  <inkml:trace contextRef="#ctx0" brushRef="#br0" timeOffset="58695.47">12349 8638 1235 0,'0'0'578'0,"0"0"-485"0,0 0 17 15,-95 135 38-15,83-97-17 16,10-4-33-16,2-5 0 15,2-8-49-15,18-3 9 16,5-6-27-16,2-7-8 16,4-5 20-16,2 0-43 15,1-24-12-15,-3-10-24 16,-2-10-107-16,-7-11-35 16,-2-3-172-16,-6 4-49 15,-4 8 4-15,-5 17 395 16,-5 23 503-16,0 6-374 15,0 37-50-15,-13 19 150 16,-3 18-100-16,3 14-10 0,-1 21 17 16,5-12-60-16,3 4-6 15,-1-5-32-15,0-22-30 16,-4 2 12-16,-2-16-15 16,-3-15-4-16,1-15 15 15,-3-14-9-15,2-11-1 16,5-5 63-16,4-15-8 15,7-25-20-15,0-13-40 16,25-13-1-16,15-2 0 16,14 1-39-16,8 4-74 15,25-1-90-15,-16 16-274 16,-11 12-294-16</inkml:trace>
  <inkml:trace contextRef="#ctx0" brushRef="#br0" timeOffset="59858.44">13344 8526 1614 0,'0'0'482'0,"0"0"-472"0,0 0-10 15,0 0-19-15,0 0 19 16,0 0 7-16,0 0 31 15,0 5 11-15,0-5-31 16,0-7 54-16,0-11-33 16,0-2-38-16,0-1-2 15,-14 6 1-15,-20 9 0 16,-10 6-13-16,-7 20 29 16,-3 27-14-16,8 14 51 15,11 9 0-15,18 0 32 16,17-3-43-16,0-11-5 15,29-10 19-15,15-12-41 16,12-12-3-16,9-15-4 16,7-7-8-16,1-12-19 0,0-25-63 15,-3-18-40-15,3-27 3 16,1-31-166-16,-14 2-29 16,-14 10-204-16,-16 19 124 15,-20 27 394-15,0 4 358 16,-6 7 199-16,-4 22-207 15,0 18-161-15,-14 4-131 16,-12 24-58-16,-5 24 28 16,-10 30 47-16,2 30-3 15,7-1-26-15,10-9 42 16,9-15-61-16,11-25-12 16,2 0-2-16,0-6-2 15,0-14-11-15,6-16 0 0,14-12 0 16,9-10 24-1,7 0-13-15,8-24-11 0,4-10-8 16,-4-4-20-16,-9 0 16 16,-10 10 0-16,-11 8 12 15,-10 13 19-15,-4 7-19 16,0 0-23-16,0 15 2 16,-2 11 21-16,-3 0 3 15,5 2-3-15,0-4 0 16,11-4 0-16,12-6 1 15,1-5 8-15,5-9-9 16,-2 0-2-16,-5 0-4 0,-7-7 5 16,-3-3 1-1,-5 2 0-15,-5 4 25 0,-2 4 3 16,2 0-28-16,4 0-16 16,6 4 3-16,7 10 11 15,11 0 2-15,8-2 9 16,6-6 1-16,4-6 2 15,-4 0-3-15,-11-18-8 16,-10-11 20-16,-17-12-21 16,-6-8 11-16,-11-2-31 15,-20 1 20-15,-8 6-14 16,0 15 13-16,3 18-22 16,7 11-40-16,11 42-123 0,11 7-112 15,7-1-19-15</inkml:trace>
  <inkml:trace contextRef="#ctx0" brushRef="#br0" timeOffset="60324.99">14888 8707 1864 0,'0'0'339'0,"0"0"-170"16,0 0-169-16,0 0 6 16,0 0-6-16,0 0 19 15,5 124 51-15,-5-69 3 0,-10-4-11 16,4-10-26 0,-1-13-36-16,3-12 1 0,4-9 18 15,0-7-19-15,0 0 22 16,11-12 3-16,20-20-25 15,12-14-105-15,10-7-7 16,5 0-33-16,-2 7 31 16,-7 15 5-16,-13 18 67 15,-14 13 42-15,-13 15 79 16,-9 21 23-16,0 9 9 16,0-1-45-16,-7 0 44 15,7-6-64-15,0-10-6 0,0-6-3 16,15-12-19-16,10-8 21 15,4-2-32-15,4-20-6 16,5-22-2-16,-2-14-163 16,2-32-16-16,6-55-96 15,-10 20-200-15,-5 1-1037 0</inkml:trace>
  <inkml:trace contextRef="#ctx0" brushRef="#br0" timeOffset="61241.67">15626 8064 942 0,'0'0'890'0,"0"0"-547"16,0 0-205-16,0 0-138 15,0 0-2-15,0 0 2 16,-76 113 144-16,34-1-53 16,-1 32 5-16,3 13-33 0,11-25-32 15,14-33 26 1,5-39-37-16,8-14-19 0,2 3 29 16,0-3-24-16,0-3-6 15,8-14 0-15,11-15-10 16,10-12 9-16,9-2 1 15,9-25-39-15,7-12-2 16,6-9-104-16,-2-5 45 16,-7 9-5-16,-13 12 105 15,-16 11 9-15,-13 16 41 16,-6 3-48-16,-3 8 22 16,0 18 14-16,0 6 41 15,0 2-36-15,0 1-20 16,10-3 24-16,22-5-20 15,15-7-6-15,15-9 43 0,16-11-56 16,7 0-8 0,4-13-45-16,-2-15-19 0,-10-6-6 15,-14-4-7-15,-16 1 0 16,-22 6 77-16,-19 7 64 16,-6 10 79-16,-27 8-83 15,-15 6-60-15,-9 3 24 16,-3 20-8-16,3 9-7 15,11 0 33-15,11 0-40 16,13-4 2-16,10-6-4 16,6-5-16-16,0-10 15 15,22-4-23-15,13-3 3 0,10-6 9 16,7-20-126-16,-2-8-26 16,-5-5 5-16,-7 3 69 15,-13 7 90-15,-12 10 40 16,-11 12 126-16,-2 7-75 15,0 0-81-15,-11 21 42 16,-2 5 17-16,4 4-19 16,9 0 5-16,0-2-44 15,18-6-2-15,15-7 49 16,13-9-49-16,8-6-1 16,2-6-8-16,0-20-44 15,-4-11-41-15,-8-2-28 16,-11-5 30-16,-6 5 65 15,-9 7 18-15,-9 10 55 16,-7 11 107-16,-2 11-99 0,0 0-63 16,0 23 3-16,0 9-3 15,0 5 45-15,0 7-33 16,4-7-3-16,25-4-8 16,11-10-1-16,9-10 0 15,5-13-24-15,2 0-64 16,-8-27-84-16,-7-15-150 15,-10-7-197-15,-7-10 224 16,-8-1 295-16,-3 4 45 16,-1 11 341-16,-8 16 151 15,1 14-232-15,-5 15-212 16,0 3-93-16,0 33-36 16,-3 18 36-16,-5 18-15 0,6 28-91 15,-1-17-267-15,3-17-742 16</inkml:trace>
  <inkml:trace contextRef="#ctx0" brushRef="#br0" timeOffset="64293.25">2291 9890 1352 0,'0'0'149'0,"0"0"-91"0,0 0-26 16,0 0 35-16,0 0 132 15,0 0-3-15,0 0-78 16,20-55-52-16,-20 55-29 15,0 0 27-15,0 5-64 16,0 20 25-16,0 16 27 16,-2 15 0-16,-16 18-9 15,-4 8 64-15,-3 8-95 16,3-4 33-16,5-8-45 16,5-18 12-16,10-9 5 15,2-15-17-15,0-9-1 16,20-9 0-16,9-9-60 15,9-7-3-15,18-6-85 16,-12-17-175-16,-8-5-383 0</inkml:trace>
  <inkml:trace contextRef="#ctx0" brushRef="#br0" timeOffset="64657.62">2115 10221 1780 0,'0'0'362'0,"0"0"-232"15,0 0-118-15,140-72 7 16,-61 41-3-16,3 3-16 16,2 4 0-16,-5 6-1 15,-17 10 1-15,-18 8 0 16,-21 3-6-16,-21 26 6 16,-2 17 67-16,-27 12 60 15,-9 5-6-15,1-5-63 0,6-10-24 16,6-14-8-16,13-14-26 15,5-8 7 1,5-10-14-16,0-2 7 0,2 0-33 16,19-16-4-16,5-16-88 15,3-10-20-15,2-4-107 16,0 4 73-16,-4 10 146 16,-4 15 1-16,-7 17 32 15,-3 10 10-15,-5 30 6 16,-3 13 14-16,2 7-30 15,10 9-24-15,-1-14-109 16,7-18-1421-16</inkml:trace>
  <inkml:trace contextRef="#ctx0" brushRef="#br0" timeOffset="64908.2">3564 10135 620 0,'0'0'903'16,"0"0"-799"-16,0 0 31 16,-138 63 73-16,93-18 4 15,7 1-69-15,9-2-73 16,14-5 7-16,8-4-64 16,7-12 6-16,0-6-19 15,18-11 0-15,11-6 11 16,4 0-11-16,5-26-39 0,-2-12-20 15,8-42-148-15,-10 6-118 16,-7-1-349-16</inkml:trace>
  <inkml:trace contextRef="#ctx0" brushRef="#br0" timeOffset="65083.16">3682 9774 1866 0,'0'0'486'0,"0"0"-434"15,0 0-52-15,0 0-19 16,0 0 19-16,-40 144 34 15,15-72-10-15,3 7 8 16,0 8-31-16,2 0 8 16,5-7 9-16,1-10-18 15,5-10-10-15,5-14-8 0,4-14-88 16,0-12-168-16,0-14-280 16</inkml:trace>
  <inkml:trace contextRef="#ctx0" brushRef="#br0" timeOffset="65879.23">3341 10036 1437 0,'0'0'183'0,"0"0"-150"16,129-2 14-16,-67 6 32 15,6 14 50-15,-6 8 27 16,-4 9 0-16,-9 2-65 0,-6 3 20 15,-10 1-82 1,-6-3 44-16,-10-4-7 16,-3-6-54-16,-3-8-6 0,-2-6 11 15,-3-9-9-15,4-5-8 16,3 0 0-16,9-21-8 16,5-16-59-16,0-4-72 15,0-3-92-15,-8 7 64 16,-5 14 167-16,-10 14 70 15,-4 9-7-15,0 13-54 16,-2 20 128-16,-10 12-27 16,2 3-43-16,3 2 9 0,5-6-59 15,2-9 4 1,0-4-20-16,13-11-1 0,10-8 0 16,6-8-33-16,6-4-23 15,5-12 40-15,3-20-145 16,-1-14-45-16,-2-8-51 15,-4-2-4-15,-9 8 211 16,-12 11 50-16,-8 18 295 16,-7 15-12-16,0 4-178 15,-7 11-68-15,-11 20 50 16,3 6 18-16,4 2-1 16,3-1-70-16,8-4-33 15,0-8 24-15,0-6-19 16,17-6-12-16,0-4 12 15,3-8-4-15,1-2-2 0,-8-2-9 16,-2-17-24 0,-9-14-25-16,-2-4-52 0,0-9-11 15,-5 0-9-15,-1 7 118 16,6 4 12-16,0 9 59 16,16 8-4-16,15 6-55 15,9 6 0-15,5 6 0 16,-1 0-9-16,-4 12 9 15,-9 10 6-15,-13 8 28 16,-11 3 19-16,-7 3 63 16,-7 1-28-16,-15 1 9 15,2-1-59-15,4-9-9 16,10-8-2-16,6-4-27 0,4-4 0 16,27-6 21-16,16-6-21 15,14 0-8-15,28-20-80 16,-16-8-122-16,-13-6-183 15</inkml:trace>
  <inkml:trace contextRef="#ctx0" brushRef="#br0" timeOffset="66120.16">4712 9860 2020 0,'0'0'285'0,"0"0"-285"16,0 0 52-16,0 0 22 0,-67 134 48 15,36-80-18-15,0 2-84 16,6-4-19-16,6-5 0 16,0-11-1-16,5-8-36 15,-7-13-108-15,0-4-76 16,1-11-250-16</inkml:trace>
  <inkml:trace contextRef="#ctx0" brushRef="#br0" timeOffset="66278.13">4311 9787 1993 0,'0'0'567'0,"0"0"-486"15,0 0-81-15,0 0-1 16,0 0-27-16,-15 154 16 15,-12-21-19-15,0-14-221 16,2-13-342-16</inkml:trace>
  <inkml:trace contextRef="#ctx0" brushRef="#br0" timeOffset="66382.86">4026 10756 1886 0,'0'0'554'15,"0"0"-479"-15,0 0-75 16,0 0-129-16,0 0-250 15,0 0-726-15</inkml:trace>
  <inkml:trace contextRef="#ctx0" brushRef="#br0" timeOffset="66630.95">5193 10467 2282 0,'0'0'459'16,"0"0"-459"-16,0 0-39 0,0 0 20 16,-20 130 19-16,-24-70 23 15,-23 9-23 1,-65 24-44-16,15-13-181 0,1-21-315 0</inkml:trace>
  <inkml:trace contextRef="#ctx0" brushRef="#br0" timeOffset="69224.23">6622 10193 1232 0,'0'0'402'16,"0"0"-104"-16,0 0-25 15,0 0-95-15,0 0-18 16,0 0-65-16,0 0-35 15,-13-44 29-15,13 44-71 16,0 0-6-16,0 0-12 0,11 0 2 16,14 11-8-16,4 15 6 15,2 9 0-15,-2 9-5 16,-7 7 5-16,-9 7 0 16,-8 0 20-16,-5 0-13 15,0 0 23-15,-15-7-30 16,-4-7 11-16,1-10 6 15,3-8-17-15,4-7 0 16,6-11-1-16,3-6-9 16,2-2 10-16,0-4-1 15,0-26-23-15,20-18-93 16,9-20-94-16,9-15-67 16,5-3-248-16,-3 8 280 15,-9 16 246-15,-13 24 100 16,-11 20 201-16,-7 18 7 0,0 0-190 15,-12 27-82-15,-5 14 47 16,-2 11-2-16,6 4 7 16,11 2-43-16,2-4-45 15,9-4 41-15,22-6-41 16,14-7-24-16,30-11-86 16,-6-12-89-16,-6-13-372 0</inkml:trace>
  <inkml:trace contextRef="#ctx0" brushRef="#br0" timeOffset="69499.11">7384 10457 1691 0,'0'0'584'16,"0"0"-437"-16,0 0-28 16,0 0-64-16,0 0 28 15,0 0-37-15,0 0-4 16,96 12-27-16,-57-8-14 16,-4 2-1-16,-4-2 0 15,-6 2-81-15,-16 7-45 16,-9-4-177-16,0-1-308 0</inkml:trace>
  <inkml:trace contextRef="#ctx0" brushRef="#br0" timeOffset="69611.72">7374 10580 1317 0,'0'0'748'0,"0"0"-590"16,0 0-129-16,0 0 34 16,0 0-25-16,168 31-38 15,-93-23-49-15,-7-1-269 0</inkml:trace>
  <inkml:trace contextRef="#ctx0" brushRef="#br0" timeOffset="70956.95">8408 10265 1018 0,'0'0'511'15,"0"0"-302"-15,0 0-54 16,0 0 3-16,0 0 24 15,0 0-92-15,0 0 5 0,2-62-27 16,-2 62-20-16,0 0-20 16,0 2-28-16,0 22-34 15,-11 15 34-15,-3 12 1 16,-1 4 38-16,-1 1-8 16,5-10-16-16,3-15 4 15,2-9-19-15,4-9 1 16,2-9 13-16,0-4-14 15,0 0 0-15,16 0 0 16,11-11-30-16,13-9-1 16,5-2-72-16,-1 0-5 15,-2 6 80-15,-8 10-18 16,-8 6 35-16,-3 2 3 0,-9 23 8 16,-10 10 23-16,-4 7 17 15,0 4 0-15,-9 3 32 16,-11-5-60-16,-2-6 15 15,-1-7-9-15,4-4-17 16,0-8 14-16,1-7-15 16,3-5-21-16,-5-7-16 15,-9-10-90-15,2-18-268 16,1-8-1430-16</inkml:trace>
  <inkml:trace contextRef="#ctx0" brushRef="#br0" timeOffset="71082.14">8410 10208 1774 0,'0'0'320'16,"0"0"-248"-16,143-30 2 15,-78 27-54-15,-5 3-20 0,13 28-23 16,-17 8-239-16,-13-2-347 0</inkml:trace>
  <inkml:trace contextRef="#ctx0" brushRef="#br0" timeOffset="71358.97">8945 10418 1060 0,'0'0'529'15,"0"0"-343"-15,-53 101 52 16,30-49-31-16,6 3-49 15,5-4-64-15,10-2-54 16,2-8-22-16,0-12 19 16,20-9-25-16,7-10-10 15,7-10-2-15,3 0-21 16,3-26-17-16,-4-14-143 16,6-36-113-16,-13 7-29 15,-4 7-374-15</inkml:trace>
  <inkml:trace contextRef="#ctx0" brushRef="#br0" timeOffset="71623.89">9164 10418 920 0,'0'0'751'0,"0"0"-365"16,0 0-283-16,0 0-63 0,0 0-33 16,0 0 76-1,-7 150-8-15,-2-76-2 0,2 8 15 16,-2 6-26-16,1 0 4 16,-2-2-8-16,-3-3-33 15,-1-13-7-15,1-9-9 16,-5-15-8-16,-1-17 10 15,-6-8-10-15,-2-13 32 16,-6-8 30-16,2 0-51 16,4-12 25-16,6-19-19 15,15-7-10-15,6-5-8 16,9-6-2-16,27 1-13 16,15 4 15-16,13 4-81 0,6 3-37 15,26-3-135 1,-19 10-130-16,-11 3-762 0</inkml:trace>
  <inkml:trace contextRef="#ctx0" brushRef="#br0" timeOffset="71848.84">9634 10592 1846 0,'0'0'646'0,"0"0"-502"16,0 0-70 0,0 0-44-16,0 0-22 15,127-21-4-15,-66 21-4 0,3 0-18 16,5 0-12-16,14 0-148 16,-17 0-213-16,-14 0-691 0</inkml:trace>
  <inkml:trace contextRef="#ctx0" brushRef="#br0" timeOffset="72148.22">9917 10430 1936 0,'0'0'466'0,"0"0"-447"16,0 0-19-16,0 0 0 16,0 0 21-16,-51 118 40 15,30-58-16-15,4 4-45 16,3-1 7-16,6-5-17 15,8 0-38-15,0-12-145 16,6-21-433-16</inkml:trace>
  <inkml:trace contextRef="#ctx0" brushRef="#br0" timeOffset="72640.39">10634 10198 1639 0,'0'0'576'16,"0"0"-403"-16,0 0-75 15,0 0 14-15,0 0-38 16,0 0-14-16,0 0-45 15,0-8-15-15,17 23 0 0,5 4 0 16,9 1 15-16,7 1-15 16,4-4 0-16,1-6 6 15,-8-5-6-15,-1-4-1 16,-10-2-18-16,-9 0 9 16,-5 0 9-16,-8-2 1 15,-2-8 0-15,0 2 6 16,0 0 1-16,0 3-8 15,0 5 1-15,0 0-12 16,-12 13 6-16,-5 20-12 16,-5 10 18-16,-3 11-3 15,-2 8 5-15,0 2-3 0,4 5 1 16,-2-3 0 0,2-3 1-16,3-2-1 0,7-11-1 15,6-6-87-15,0-13-86 16,3-13-194-16,-5-14-578 0</inkml:trace>
  <inkml:trace contextRef="#ctx0" brushRef="#br0" timeOffset="72756.28">10590 10689 1530 0,'0'0'910'0,"0"0"-645"16,0 0-180-16,169-93-42 15,-93 75-34-15,12 5-9 16,36 3-103-16,-19 5-230 0,-16-2-887 15</inkml:trace>
  <inkml:trace contextRef="#ctx0" brushRef="#br0" timeOffset="75257.1">4618 12525 438 0,'0'0'1032'15,"0"0"-773"-15,0 0-111 16,0 0 119-16,0 0-31 15,0 0-56-15,0 0-34 16,-4 0-63-16,4 0-23 16,0 0 12-16,6 0-45 15,23 0-26-15,21-3 20 16,12-1-19-16,16 2-4 16,2-1-8-16,1-2-22 15,-6 3-15-15,-6 0-74 16,3 2-84-16,-22 0-104 0,-15 0-389 15</inkml:trace>
  <inkml:trace contextRef="#ctx0" brushRef="#br0" timeOffset="75481.39">4547 12634 1759 0,'0'0'567'0,"0"0"-481"16,0 0-73-16,0 0-1 15,169 0 46-15,-97 3-18 16,3 2-23-16,2 2-17 16,0-1-63-16,19-6-62 0,-20 0-259 15,-18-14-615-15</inkml:trace>
  <inkml:trace contextRef="#ctx0" brushRef="#br0" timeOffset="75670.5">5499 12332 1164 0,'0'0'948'0,"0"0"-844"16,0 0-60-16,76 102 15 15,-63-44 12-15,-11 11 15 16,-2 11-31-16,-13 5-13 15,-18 3-42-15,-6-6-13 0,-2-7-35 16,-3-6-127-16,11-20-210 16,12-20-948-16</inkml:trace>
  <inkml:trace contextRef="#ctx0" brushRef="#br0" timeOffset="78823.23">6869 12555 876 0,'0'0'286'0,"0"0"-43"16,0 0-54-16,0 0-17 16,0 0-50-16,0 0 43 15,0 0-4-15,0-66-45 0,5 44-21 16,0 1 52-16,-1 5-57 15,1 4-34-15,-5 6-48 16,0 4 1-16,0 2-2 16,0 0-7-16,0 19-30 15,0 16 30-15,-14 17-1 16,1 15 1-16,0 1 10 16,3-4 5-16,10-9-15 15,0-14-1-15,0-13 1 16,23-9-6-16,4-12 6 15,6-7 0-15,5 0-9 16,-3-19-24-16,-4-16-13 16,-2-11-42-16,-8-7 6 15,-1-8-1-15,-5 6 19 16,-3 4 64-16,-3 17 2 0,-5 12 33 16,-2 16 28-16,-2 6-63 15,0 14-8-15,0 27 8 16,-11 20 33-16,-3 13 47 15,4 11-4-15,-1 3-30 16,-3 2 9-16,-1-6-22 16,-1-3-27-16,-2-10 20 15,-2-11-16-15,-2-9-13 16,-1-15 6-16,-3-14 4 16,-1-10 28-16,-4-10-14 15,0-2-8-15,4-16 35 0,4-21-36 16,15-11 3-16,8-12-15 15,11-4-8-15,28 2 2 16,17 3-29-16,9 12-22 16,11 8-30-16,2 9-120 15,31 1-30-15,-22 7-292 16,-9 1-1002-16</inkml:trace>
  <inkml:trace contextRef="#ctx0" brushRef="#br0" timeOffset="79048.66">7902 12559 629 0,'0'0'1552'16,"0"0"-1051"-16,0 0-406 16,0 0-34-16,0 0 11 15,0 0-71-15,0 0 15 16,107-11-16-16,-49 18-7 15,2 7-2-15,-7 6-33 16,-6 1-89-16,-24 10-91 16,-12-4-281-16,-11-8-344 0</inkml:trace>
  <inkml:trace contextRef="#ctx0" brushRef="#br0" timeOffset="79173.16">7837 12787 1580 0,'0'0'706'16,"0"0"-596"-16,0 0-79 0,0 0 57 15,0 0-67-15,0 0-21 16,199 20-12-16,-114-16-202 16,-8-4-440-16</inkml:trace>
  <inkml:trace contextRef="#ctx0" brushRef="#br0" timeOffset="83522.3">9386 12187 466 0,'0'0'1029'16,"0"0"-844"-16,0 0-44 0,0 0 31 16,0 0-14-16,0 0-21 15,0 0-73-15,29-61-24 16,-15 61-24-16,3 0-4 16,6 0 16-16,-3 12-28 15,0 12 9-15,-6 10 20 16,-8 10 8-16,-6 9 40 15,0 0-7-15,-11-1-42 16,-9-4 4-16,2-7-11 16,5-13-20-16,1-10 25 15,8-8-26-15,2-6 0 16,2-4 2-16,0 0 4 16,0 0-4-16,4-22-2 15,18-18-70-15,10-16-112 16,3-13-12-16,4-5-182 0,-6 9-106 15,-8 12 276-15,-10 18 206 16,-11 19 379-16,-4 14-105 16,0 2-99-16,-13 21-117 15,-5 15 110-15,5 6-45 16,4 4-44-16,9-1-19 16,0-6-27-16,18 0-32 15,17-6 14-15,10-5-15 16,8-4-111-16,23-17-84 15,-11-7-189-15,-11 0-863 0</inkml:trace>
  <inkml:trace contextRef="#ctx0" brushRef="#br0" timeOffset="83695.31">10013 12262 1976 0,'0'0'589'0,"0"0"-490"15,0 0-35-15,0 0-28 16,0 0-35-16,0 0 33 16,133 20-34-16,-77-12-52 15,23-2-88-15,-17 0-52 16,-9-6-348-16</inkml:trace>
  <inkml:trace contextRef="#ctx0" brushRef="#br0" timeOffset="84098.08">10862 11985 1008 0,'0'0'913'0,"0"0"-613"15,0 0-202-15,0 0-27 16,0 0-34-16,0 0 1 15,0 0 2-15,96 37-39 16,-65-18 34-16,0-1-25 16,-4-4 15-16,-4-4-10 0,-8-4-9 15,-6-3-1 1,-4-2-5-16,-5-1 0 0,0 0 14 16,0 0-13-16,0 0 7 15,0 3 9-15,0 5-17 16,0 7-11-16,-2 16-33 15,-10 13 44-15,-3 14 22 16,-6 8 3-16,1 2-4 16,5 1-12-16,-1-9-1 15,5-6 1-15,5-10-9 16,-2-8-43-16,4-12-18 16,-9-20-133-16,-1-4-201 0,-3 0-288 15</inkml:trace>
  <inkml:trace contextRef="#ctx0" brushRef="#br0" timeOffset="84236.21">10757 12344 872 0,'0'0'1246'0,"0"0"-989"15,134-51-149-15,-60 31-32 16,6 11-24-16,3 3-52 16,-1 6-48-16,7 0-103 15,-19 2-238-15,-24 5-681 0</inkml:trace>
  <inkml:trace contextRef="#ctx0" brushRef="#br0" timeOffset="84989.56">9446 12843 1217 0,'0'0'264'16,"0"0"-186"-16,0 0 61 16,0 0 1-16,166 0-4 15,-99 8-10-15,10 3 57 16,8 1-57-16,9 0-9 15,1-1-56-15,21 4-31 0,21-2 9 16,19-4-39-16,-9-6 10 16,-31-3-5-16,-34 0-5 15,-24 0-8-15,2 0-4 16,3 0-35-16,1 0-5 16,-12 0-35-16,-3 0-98 15,-13 0-127-15,-14 0-380 0</inkml:trace>
  <inkml:trace contextRef="#ctx0" brushRef="#br0" timeOffset="85589.14">10078 13156 1189 0,'0'0'482'0,"0"0"-418"15,0 0-29-15,0 0 9 16,0 0 36-16,0 0 120 16,-52 116-54-16,37-74-22 15,-1-1-38-15,5-7-7 16,2-5-14-16,4-8-53 0,3-7 6 16,0-8-3-16,2-3-14 15,0-3-1-15,0 0 23 16,0 0-14-16,16-5 10 15,11-11-19-15,6-2-12 16,7-1-1-16,0 4-25 16,-2 5 7-16,-2 8 24 15,-3 2-1-15,-4 2 8 16,-4 18 0-16,-4 6 8 16,-2 6 22-16,-5 2-29 0,-8 4 10 15,-6-1 20-15,0-3-20 16,-2-5 18-16,-16-4 3 15,-5-4-32-15,2-5 49 16,-6-3-43-16,2-5 0 16,2-4-3-16,1-2-3 15,2-2-7-15,0 0-59 16,5-17-111-16,3-7-66 16,8-2-686-16</inkml:trace>
  <inkml:trace contextRef="#ctx0" brushRef="#br0" timeOffset="85792.82">10218 13203 1927 0,'0'0'492'15,"0"0"-441"-15,0 0 20 16,134-32-29-16,-72 27-35 15,9 5 13-15,7 0-20 16,43 0-73-16,-23 0-117 16,-9 0-435-16</inkml:trace>
  <inkml:trace contextRef="#ctx0" brushRef="#br0" timeOffset="85962.19">12182 12974 1397 0,'0'0'0'0</inkml:trace>
  <inkml:trace contextRef="#ctx0" brushRef="#br0" timeOffset="88358.22">2311 14915 1068 0,'0'0'410'0,"0"0"-253"16,0 0-42-16,0 0 14 15,0 0 108-15,0 0-46 0,0 0-76 16,-4-23-45-16,4 23-18 16,0 0-21-16,4 0-31 15,16 12 0-15,9 20-1 16,7 11 1-16,-3 12 0 16,1 8 15-16,-5-1 12 15,-5-3 0-15,1-14-18 16,-3-4-9-16,-2-13 26 15,0-3-26-15,-2-13 0 16,-2-7 2-16,-3-1 4 16,3-4 13-16,1 0-12 15,6-21 4-15,6-11-11 16,8-14 0-16,8-3-43 16,13 1-50-16,9-5-9 15,12 11-24-15,4 6 9 0,4 10 32 16,-4 12 66-16,-10 11 19 15,-12 3 9-15,-16 0 18 16,-14 0-4-16,-16 17 14 16,-11 5-16-16,-4 2 7 15,-10 10 50-15,-24 2-18 16,-11 5-11-16,-3-2-21 16,0-2-16-16,9-9-4 15,10-9-8-15,10-4 0 16,15-10 0-16,4-5-75 15,10 0-48-15,25-17-30 0,9-7-89 16,8-6-156 0,-8 2-14-16,-13 7 412 0,-13 11 148 15,-13 9 167 1,-5 1-140-16,0 10-118 0,-5 16 83 16,-3 6 36-16,1 0-67 15,4-1-53-15,3-5-14 16,12-3-35-16,21-14-7 15,11-6-15-15,10-3-72 16,6-8-99-16,0-22-10 16,-4-6-64-16,-9 0-269 15,-13 0-290-15,-12 1 819 16,-13 16 628-16,-9 6 42 16,0 13-409-16,-5 0-168 0,-12 17 1 15,3 11 37-15,3-2-40 16,7 6-13-16,4-6-36 15,0-3-23-15,13 0-10 16,7-9-9-16,0-6-31 16,0-8 7-16,2 0-10 15,-1-7 6-15,-4-14-68 16,1-9-108-16,-1-6 39 16,-1 0-132-16,-3 5-24 15,-3 9 146-15,-6 17 175 16,-4 5 110-16,0 23 187 15,0 30-35-15,0 26-42 16,-10 6-10-16,-2 9-17 0,-3 5-34 16,1-14-57-16,-3 12 11 15,-4-11-34-15,-1-6-35 16,-1-9-1-16,-1-18-22 16,-3-7-5-16,1-14 8 15,-3-11-18-15,-3-11 22 16,-1-10-1-16,2 0-3 15,4-22 8-15,11-19-32 16,12-14 10-16,4-15-22 16,24-6 12-16,21-5-9 15,10 5-4-15,6 4-50 16,1 7-63-16,0-11-72 16,-15 18-102-16,-15 8-275 0</inkml:trace>
  <inkml:trace contextRef="#ctx0" brushRef="#br0" timeOffset="88578.42">3262 14869 1664 0,'0'0'301'0,"0"0"-120"15,0 0-94-15,106-120-53 16,-55 91 18-16,4 9-35 16,3 11-2-16,-4 9-15 15,-5 0-25-15,-7 35-71 16,-10 5-131-16,-14 1-317 0</inkml:trace>
  <inkml:trace contextRef="#ctx0" brushRef="#br0" timeOffset="88710.92">3486 15615 1631 0,'0'0'183'16,"0"0"-183"-16,0 0-30 16,0 0-267-16</inkml:trace>
  <inkml:trace contextRef="#ctx0" brushRef="#br0" timeOffset="89671.33">5209 15587 1818 0,'0'0'470'0,"0"0"-397"15,0 0-57-15,0 0-16 0,138-35 0 16,-67 3 0 0,8-4-22-16,-5-7-60 0,-8-3-71 15,-5-5 43-15,-15-3-5 16,-13 4-15-16,-12 0 130 15,-13 7 6-15,-8 11 79 16,0 8 3-16,0 11-41 16,-4 8-7-16,-5 5-1 15,-3 14-31-15,0 23-5 16,-4 21 98-16,2 23 21 16,4 6-14-16,2 7-19 15,2 2-19-15,4-9 12 16,-5 5-49-16,3-4-12 0,-5-12 8 15,0-9-28 1,-4-9 11-16,-6-12-12 0,-3-8 0 16,-4-17 11-16,-5-1-10 15,-6-15-1-15,2-5 1 16,4-5 14-16,8-18 1 16,12-17-16-16,11-13-17 15,5-5 17-15,28-4-23 16,14 2 23-16,7 2 0 15,6 6-55-15,-2 2-60 16,13-16-76-16,-17 16-280 16,-12-3-783-16</inkml:trace>
  <inkml:trace contextRef="#ctx0" brushRef="#br0" timeOffset="89881.76">5764 14802 1896 0,'0'0'394'0,"0"0"-253"15,0 0-141-15,0 0-6 16,179-12-9-16,-115 24-127 15,-4-2-376-15</inkml:trace>
  <inkml:trace contextRef="#ctx0" brushRef="#br0" timeOffset="90155.09">6342 14762 1169 0,'0'0'241'0,"0"0"-121"15,0 0 20-15,71-148-6 16,-53 100-24-16,-5 6-35 16,-4 8 117-16,-2 12 0 15,-5 13-63-15,-2 9-126 16,0 19-3-16,0 41-13 16,-12 42 13-16,-1 34 1 15,0-1 16-15,4-21-12 0,4-38-5 16,5-26-14-16,0 8-107 15,0-9-354-15,5-9-1120 0</inkml:trace>
  <inkml:trace contextRef="#ctx0" brushRef="#br0" timeOffset="90370.15">6830 14957 1395 0,'0'0'346'0,"0"0"-104"16,-123 144 49-16,78-75-104 0,9 5-35 15,17-2-87-15,12 0-34 16,7-2-8-16,9-6-23 16,22-7-8-16,9-9-44 15,31-16-113-15,-8-18-146 16,-10-14-322-16</inkml:trace>
  <inkml:trace contextRef="#ctx0" brushRef="#br0" timeOffset="90773.2">6905 15263 1958 0,'0'0'358'15,"0"0"-306"-15,0 0-24 0,0 0-19 16,0 0 15-16,0 0 26 15,87 120 20-15,-85-81-1 16,-2 7 4-16,0 2-27 16,-6-12-10-16,-3-4-35 15,3-11 7-15,3-11-3 16,3-6-5-16,0-4-21 16,5 0 12-16,12-23-16 15,6-12-53-15,-1-10-99 16,-5-13-1-16,-3 2-58 15,-5 5 18-15,-5 16 218 16,-2 17 495-16,-2 11-261 0,0 7-150 16,0 17-83-1,0 17 16-15,0 7 37 0,6 6-33 16,2-1-6-16,5-2-3 16,3-7-12-16,2-10-1 15,2-8-50-15,0-11-89 16,7-16 9-16,-5-16-208 15,-4-15-967-15</inkml:trace>
  <inkml:trace contextRef="#ctx0" brushRef="#br0" timeOffset="90933.11">7685 14991 325 0,'0'0'1885'15,"0"0"-1700"-15,0 0-144 16,67 163 27-16,-67-69-16 0,-11 27 35 15,-20-8-26-15,0-11-42 16,2-17-19-16,11-23-28 16,11-3-130-16,5-12-197 15,2-22-1512-15</inkml:trace>
  <inkml:trace contextRef="#ctx0" brushRef="#br0" timeOffset="91218.12">8219 15473 2428 0,'0'0'499'0,"0"0"-466"16,0 0-32-16,0 0 0 16,0 0 5-16,0 0-6 15,139 17-9-15,-96-7-39 16,-7 6-45-16,-21 6-86 16,-10-3-205-16,-5-1-578 0</inkml:trace>
  <inkml:trace contextRef="#ctx0" brushRef="#br0" timeOffset="91338.67">8209 15700 1883 0,'0'0'529'0,"0"0"-414"16,0 0-75-16,0 0-31 15,0 0-9-15,181 49-52 16,-105-40-106-16,-7-9-724 0</inkml:trace>
  <inkml:trace contextRef="#ctx0" brushRef="#br0" timeOffset="92455.08">10009 15165 1283 0,'0'0'225'0,"0"0"-66"15,0 0-42-15,0 0-13 16,0 0 46-16,0 0 11 16,0 0-12-16,116-74-76 15,-95 74-21-15,4 16 18 16,-2 18-45-16,-8 11-3 16,-8 9 41-16,-7 8-14 0,0-4-7 15,-5-3-20-15,-8-12-3 16,0-11 4-16,3-10-23 15,6-10 0-15,4-6-2 16,0-6-11-16,0 0 11 16,0-1-26-16,0-28 1 15,11-13-141-15,9-16-98 16,3-8 4-16,-4 2-234 16,-1 12 404-16,-7 16 92 15,-5 17 509-15,-6 19-234 16,0 2-147-16,-6 28-107 15,-2 15 58-15,3 1 28 16,5 10-61-16,5-3-9 0,21-2-37 16,14-3-4-1,41-12-44-15,-8-9-150 0,-3-19-355 0</inkml:trace>
  <inkml:trace contextRef="#ctx0" brushRef="#br0" timeOffset="92609.22">10827 15245 1751 0,'0'0'744'15,"0"0"-628"-15,0 0-106 16,0 0 1-16,140 17-11 16,-78-12-27-16,39 4-105 15,-14-6-241-15,-7-3-381 0</inkml:trace>
  <inkml:trace contextRef="#ctx0" brushRef="#br0" timeOffset="92974.81">11622 15027 1493 0,'0'0'623'0,"0"0"-551"16,0 0-49-16,0 0-1 15,0 0 81-15,0 0-24 16,140 46-51-16,-95-30-9 16,-1 0 1-16,-1-6-19 0,-5-1-1 15,-7-9 9 1,-8 0-9-16,-8 0 0 0,-8 0-1 16,-4 0 1-16,-3 0 30 15,0 0-18-15,0 0 16 16,0 0-28-16,-10 17-16 15,-3 19 16-15,-3 13 16 16,1 4 18-16,-1 10 15 16,1-5-38-16,3 0-11 15,3-8 3-15,5-6-3 16,2-12-48-16,2-5-66 16,-13-27-112-16,-1 0-153 15,-3-4-661-15</inkml:trace>
  <inkml:trace contextRef="#ctx0" brushRef="#br0" timeOffset="93111.07">11810 15276 1930 0,'0'0'527'15,"0"0"-420"-15,164-36-31 16,-86 26-52-16,-1 6-24 16,-8 4-14-16,-5 4-145 15,-18 11-354-15,-17 2-631 0</inkml:trace>
  <inkml:trace contextRef="#ctx0" brushRef="#br0" timeOffset="93591.08">10053 15744 1795 0,'0'0'552'16,"0"0"-460"-16,0 0-28 15,122 9-40-15,-45-1 23 16,29 8-9-16,41 0 21 15,36 2 46-15,16-4-44 16,-8-2 6-16,-12-1 11 16,-19-4-78-16,0-3 0 15,-8 2-1-15,-26-2-74 0,-31 1-64 16,-1-5-123 0,-34 0-202-16,-9 0-257 0</inkml:trace>
  <inkml:trace contextRef="#ctx0" brushRef="#br0" timeOffset="94171.3">10771 16196 1681 0,'0'0'311'0,"0"0"-242"15,0 0-57-15,0 0 1 16,0 0 21-16,0 0 121 15,0 0-34-15,-43 134-5 16,32-89-40-16,-2-5 0 16,2 0-55-16,2-8-11 0,2-6 3 15,5-12-13-15,2-6-1 16,0-3 1-16,0-5 0 16,0 0-1-16,2 0-15 15,20-15-3-15,9-7-86 16,8 0-8-16,1 3 26 15,-3 7 75-15,-3 7-3 16,-5 5 15-16,-5 0 34 16,-5 14 17-16,-6 12-5 15,-5 6-25-15,-3 5 11 16,-5-2 34-16,0 9-41 16,-2-4 20-16,-14-4-35 15,1-5 1-15,-3-8 5 16,5-2-16-16,1-11-8 15,6-2 8-15,-1-8-42 0,3 0-29 16,-1-12-27 0,-2-15-253-16,3-5-1136 0</inkml:trace>
  <inkml:trace contextRef="#ctx0" brushRef="#br0" timeOffset="94326.31">10838 16249 1129 0,'0'0'1018'16,"0"0"-800"-16,0 0-161 16,158-37 1-16,-60 25-50 15,-2 3-8-15,54-14-11 16,-28 5-155-16,-28 1-648 0</inkml:trace>
  <inkml:trace contextRef="#ctx0" brushRef="#br0" timeOffset="94658.55">12460 15955 510 0,'0'0'1501'0,"0"0"-1501"0</inkml:trace>
  <inkml:trace contextRef="#ctx0" brushRef="#br0" timeOffset="99837.17">23767 5243 1625 0,'0'0'506'16,"0"0"-401"-16,0 0-49 15,0 0 36-15,0 0-24 16,0 0-18-16,0 0-15 16,51-35-25-16,-27 16-10 15,3-3 13-15,4-4-13 16,0-2-10-16,6-4-45 15,-6 0 18-15,0 0 0 16,-7 3-12-16,-6 0-9 16,-5 5 37-16,-5 3 17 0,-6 10 4 15,-2 4 7-15,0 6 20 16,0 1-23-16,0 0-4 16,0 4-20-16,-7 20 20 15,-9 14 10-15,0 14 40 16,1 13-5-16,4 7-1 15,2 7 31-15,2 2-40 16,5-1-5-16,2-6 18 16,0-6-41-16,0-12-1 15,0-8-4-15,0-13-2 16,0-9 16-16,0-8-16 16,-2-7 0-16,-9 1-1 0,-7-5 10 15,-7-3-10-15,-2-3 2 16,2-1 7-16,4 0 13 15,5-12-20-15,9-11 7 16,7-10 13-16,0-8-20 16,27-5-2-16,9-4-10 15,9-1-31-15,24-17-92 16,-9 12-126-16,-14 6-426 0</inkml:trace>
  <inkml:trace contextRef="#ctx0" brushRef="#br0" timeOffset="100168.47">24068 4596 1300 0,'0'0'966'15,"0"0"-696"-15,0 0-191 16,0 0-21-16,0 0-40 0,120-9-15 15,-62 9-3-15,5 0-22 16,14 0-108-16,-17 9-128 16,-10-1-316-16</inkml:trace>
  <inkml:trace contextRef="#ctx0" brushRef="#br0" timeOffset="100420.18">24616 4664 1542 0,'0'0'290'16,"0"0"-234"-16,0 0-55 16,0 0 14-16,0 0-2 0,54-112-13 15,-41 80-9-15,-2 5 9 16,-2 5 0-16,-2 10 97 16,-7 11 94-16,0 1-142 15,0 20-49-15,0 27-27 16,-5 20 27-16,-3 12 7 15,2 11-7-15,6-5-41 16,0 8-145-16,19-25-93 16,5-20-617-16</inkml:trace>
  <inkml:trace contextRef="#ctx0" brushRef="#br0" timeOffset="100649.16">25077 4706 1408 0,'0'0'263'15,"0"0"-96"-15,-89 127 42 16,54-56 11-16,8 10-72 16,12 5-44-16,13 0-49 15,2-1-54-15,12-7-1 16,22-12-33-16,13-11-61 15,26-24-107-15,-8-15-143 16,-12-16-973-16</inkml:trace>
  <inkml:trace contextRef="#ctx0" brushRef="#br0" timeOffset="101091.02">25269 5075 725 0,'0'0'1333'16,"0"0"-1134"-16,0 0-199 16,0 0 20-16,0 0 76 15,0 0-59-15,0 0 1 16,114-24-38-16,-73 2-38 16,-4-4 7-16,-8-4-44 15,-9-1-30-15,-6 3-28 16,-10 3 57-16,-4 7 76 0,0 10 45 15,0 8 38-15,-9 2-76 16,-9 32 6-16,0 17-10 16,-2 33 65-16,0 29-16 15,1 22 26-15,5-8-27 16,3-25 14-16,7-35 18 16,-2-18-55-16,2-3-14 15,-5-2 8-15,1-4-16 16,-2-15-1-16,-1-11 2 15,-5-9 14-15,1-5 41 16,-1 0-38-16,3-24-3 16,9-12 0-16,4-13-21 15,10-12 0-15,28-6-24 0,12-3-24 16,37-26-132 0,-12 20-185-16,-5 6-444 0</inkml:trace>
  <inkml:trace contextRef="#ctx0" brushRef="#br0" timeOffset="101299.86">25908 4800 975 0,'0'0'847'0,"0"0"-724"16,0 0-9-16,0 0 58 16,-119 154-34-16,103-91-31 15,14 1-31-15,2 2-20 16,4-4-44-16,19-7-12 15,8-7 0-15,2-12-46 0,5-10-13 16,-3-14-41-16,6-12-145 16,-12-18-72-16,-12-10-719 0</inkml:trace>
  <inkml:trace contextRef="#ctx0" brushRef="#br0" timeOffset="101653.07">26078 5066 1664 0,'0'0'317'15,"0"0"-219"-15,0 0-8 16,0 0 45-16,0 0-26 16,31 137 21-16,-31-98-49 15,0-6-36-15,-2-3-3 16,-2-10-42-16,2-9 0 16,2-5 13-16,0-6-13 0,0 0 0 15,4-10-5-15,14-18-33 16,4-12-156-16,3-13-37 15,-3-1-147-15,-5 8-237 16,-3 10 615-16,-7 18 415 16,-3 14-59-16,-4 4-154 15,0 13-104-15,2 16 43 16,1 7-24-16,4 4-32 16,2 0-66-16,1-2 0 15,11-5-19-15,1-10-1 16,5-4 1-16,-1-14-59 15,3-5-68-15,-8-12-79 0,-9-12-342 0</inkml:trace>
  <inkml:trace contextRef="#ctx0" brushRef="#br0" timeOffset="101812.29">26672 4911 2008 0,'0'0'223'16,"0"0"-171"-16,8 104-25 15,-8-50 42-15,0 6-32 16,0 0-9-16,0 0-28 16,0-5-10-16,0-15-109 15,7-14-277-15,5-18-1388 0</inkml:trace>
  <inkml:trace contextRef="#ctx0" brushRef="#br0" timeOffset="102029.9">27133 4717 1275 0,'0'0'633'0,"0"0"-543"16,40 133 44-16,-28-56-24 15,-10 11 20-15,-2 18-75 16,-6-7-39-16,-15-3-3 15,-8-3-13-15,-14-6-65 0,7-12-189 16,9-26-259-16</inkml:trace>
  <inkml:trace contextRef="#ctx0" brushRef="#br0" timeOffset="102809.98">27665 5150 750 0,'0'0'1094'0,"0"0"-768"15,0 0-226-15,0 0 41 16,0 0-25-16,0 0-60 15,0 0-10-15,132 27-46 16,-69-17-1-16,1 1-12 16,-4-3-73-16,-4-3-82 0,-16 0-212 15,-19-5-379-15</inkml:trace>
  <inkml:trace contextRef="#ctx0" brushRef="#br0" timeOffset="102930.52">27752 5279 1160 0,'0'0'974'0,"0"0"-842"16,0 0-97-16,116 25-33 16,-4-17-2-16,-12-3-76 15,-4-2-229-15</inkml:trace>
  <inkml:trace contextRef="#ctx0" brushRef="#br0" timeOffset="103853.06">29432 4896 1783 0,'0'0'315'0,"0"0"-213"15,0 0-102-15,0 0-8 16,0 0-9-16,0 0 17 15,0 0-65-15,-14-43-60 16,14 43 18-16,0 0 82 16,0 0 15-16,-3 5 11 15,3 0-2-15,-2-1 1 0,2 0 0 16,-2-1 0-16,2-3 0 16,0 3 0-16,0-3 38 15,0 0-32-15,0 0 59 16,-2 0 71-16,2 0-24 15,0 0-9-15,0 0-36 16,0 0-14-16,0 0 7 16,0 0-45-16,0 0 5 15,0 0-6-15,9 0-8 16,1 5-1-16,6 12-5 16,-3 7 0-16,1 15 0 15,-9 14 9-15,-5 11 8 16,-3 7 24-16,-19 0 3 0,-3-3-8 15,1-9-27 1,4-15 1-16,6-12-7 0,10-14-3 16,4-7-1-16,0-11-24 15,9 0-51-15,15-11 27 16,7-25-101-16,19-46-415 16,-8 3-11-16,-4 4-311 0</inkml:trace>
  <inkml:trace contextRef="#ctx0" brushRef="#br0" timeOffset="103974.98">29638 4995 1580 0,'0'0'710'0,"0"0"-642"16,0 0-43-16,0 0 23 16,-17 106 35-16,15-52-18 15,2 4-51-15,10-1-8 16,32-7-6-16,19-7-57 16,52-23-75-16,-9-11-251 0,-11-9-803 0</inkml:trace>
  <inkml:trace contextRef="#ctx0" brushRef="#br0" timeOffset="104286.11">30601 4461 1335 0,'0'0'883'15,"0"0"-738"-15,0 0-35 0,11-131-27 16,7 97 7-16,1 9-13 16,0 4-38-16,4 9 4 15,-1 7-36-15,3 5-6 16,-2 0-2-16,2 24-8 16,-4 15 1-16,-8 12 8 15,-9 15 1-15,-4 28 0 16,-40 33 6-16,-27 34-6 15,-13 6-2-15,7-14-96 16,23-48-188-16,23-43-449 0</inkml:trace>
  <inkml:trace contextRef="#ctx0" brushRef="#br0" timeOffset="104375.06">30285 5653 1482 0,'0'0'573'0,"0"0"-408"0,0 0-101 15,0 0-64-15,0 0-151 16,0 0-760-16</inkml:trace>
  <inkml:trace contextRef="#ctx0" brushRef="#br0" timeOffset="106105.59">23782 7282 1498 0,'0'0'506'15,"0"0"-397"-15,0 0-97 16,0 0-5-16,0 0 4 16,136-82-10-16,-91 48-2 15,-3-1-61-15,-4-1-56 16,-9 0 11-16,-8 1 53 16,-11 3 27-16,-8 5-6 15,-2 8 33-15,0 7 98 16,0 8-19-16,-4 4-60 15,-4 6-9-15,-4 25 6 0,1 34 2 16,2 35 115-16,2 3-1 16,5-5-5-16,2-8-46 15,-2-20-21-15,2 4 7 16,-3 4-31-16,1-11-17 16,-6-15-18-16,-4-9 10 15,-3-11 1-15,-6-13-11 16,-5-7-1-16,-6-8 34 15,-5-4-11-15,3-6-17 16,5-20 22-16,11-8-27 16,16-8 4-16,2-6-5 15,27-4-12-15,18 1-2 0,13 3 7 16,6 9-86-16,32-10-54 16,-17 14-134-1,-11 0-262-15</inkml:trace>
  <inkml:trace contextRef="#ctx0" brushRef="#br0" timeOffset="106309.54">24633 6759 1360 0,'0'0'556'0,"0"0"-450"15,-119 136 33-15,63-29 17 16,13-3-19-16,18-7-50 0,19-15-35 15,6-27-28-15,18 4-24 16,16 0-2-16,10-14-63 16,34-12-54-16,-11-13-62 15,-5-16-185-15</inkml:trace>
  <inkml:trace contextRef="#ctx0" brushRef="#br0" timeOffset="106836.3">24857 7195 1498 0,'0'0'548'0,"0"0"-420"15,0 0-61-15,0 0 26 16,0 0-41-16,145-56-43 16,-103 25-9-16,-2-3-5 15,-4-2-57-15,-10 0 6 16,-5 1-27-16,-11 4 65 16,-6 9 14-16,-4 10 4 15,0 12 80-15,-12 0-80 16,-9 28 0-16,0 20 3 15,-6 33 27-15,4 2 67 16,3 13-26-16,5 3-16 0,8-16 24 16,1 7-9-1,1-8-28-15,2-10-29 0,-1-12-12 16,0-14 10-16,-5-14-11 16,0-10 6-16,-4-10-12 15,-6-8 12-15,-2-4 4 16,-2-7 2-16,3-16-4 15,9-13 1-15,9-10-9 16,2-4-29-16,9 0 17 16,20 4 12-16,8 7 0 15,4 7-28-15,1 6-100 16,12-1-40-16,-12 10-179 16,-11 1-480-16</inkml:trace>
  <inkml:trace contextRef="#ctx0" brushRef="#br0" timeOffset="107036.09">25183 6705 1976 0,'0'0'481'0,"0"0"-481"15,0 0-8-15,0 0-16 16,166 4 23-16,-101 8-198 16,-7 0-382-16</inkml:trace>
  <inkml:trace contextRef="#ctx0" brushRef="#br0" timeOffset="107525.22">25851 6713 1467 0,'0'0'314'0,"0"0"-263"16,0 0-24-1,0 0 109-15,-147 143 49 0,100-65 3 16,3 12-65-16,8 3-31 16,18-15-43-16,7 2-25 15,11-13-4-15,0-10-20 16,26-11-6-16,8-10-12 15,29-15-113-15,-10-10-94 16,-4-11-149-16</inkml:trace>
  <inkml:trace contextRef="#ctx0" brushRef="#br0" timeOffset="107921.53">25947 7074 510 0,'0'0'1419'0,"0"0"-1245"15,0 0-164-15,0 0 6 16,0 0 57-16,0 0 57 16,60 126-31-16,-60-79-13 15,-9-1 21-15,-9-6-53 16,2-6-12-16,3-10-21 16,5-8-12-16,3-8 3 15,5-3-12-15,0-5 0 16,0 0-7-16,7-7-2 15,12-17-9-15,6-12-124 16,0-10-36-16,0-3-119 16,-8 8 56-16,-8 11 241 15,-4 11 235-15,-5 17-51 0,0 2-130 16,0 15-54-16,0 13 56 16,0 8 33-16,0-2-31 15,0 2-33-15,4-6 5 16,14-4-30-16,4-8-7 15,3-7-26-15,10-11-68 16,-8-1-34-16,-7-17-258 0</inkml:trace>
  <inkml:trace contextRef="#ctx0" brushRef="#br0" timeOffset="108080.33">26573 6829 1868 0,'0'0'384'0,"0"0"-314"15,25 109-52-15,-25-47 40 16,0 10-7-16,-9 2-13 16,-14 1-3-16,-1-3-35 15,0-8 0-15,4-4-95 16,6-19-215-16,9-16-355 0</inkml:trace>
  <inkml:trace contextRef="#ctx0" brushRef="#br0" timeOffset="108323.07">27158 6815 606 0,'0'0'1532'0,"0"0"-1396"15,39 155-79-15,-30-71-17 16,-9 7-19-16,-4-3 12 16,-32-2-7-16,-15-2-21 15,-31 16-5-15,12-20-113 16,12-23-277-16</inkml:trace>
  <inkml:trace contextRef="#ctx0" brushRef="#br0" timeOffset="108747.9">28336 7249 1781 0,'0'0'634'16,"0"0"-397"-16,0 0-45 15,0 0-12-15,0 0-55 16,0 0-77-16,0 0-48 16,145-45-65-16,-85 45-57 15,-6 15-70-15,-29 13-119 16,-17-5-322-16,-8-6-1081 0</inkml:trace>
  <inkml:trace contextRef="#ctx0" brushRef="#br0" timeOffset="108869.17">28238 7415 1190 0,'0'0'1138'16,"0"0"-1009"-16,116 29-108 16,-18-16-20-16,37 1-1 15,27-10-68-15,-23-1-147 16,-29-3-568-16</inkml:trace>
  <inkml:trace contextRef="#ctx0" brushRef="#br0" timeOffset="109586.02">29619 6992 1528 0,'0'0'387'16,"0"0"-157"-16,0 0-116 16,0 0-34-16,0 0-8 15,0 0-15-15,0 0-54 16,0-90 3-16,0 90-5 15,0 0 0-15,0 0-2 16,0 0-7-16,0 0 7 0,0 0-6 16,0 0-64-16,0 0-5 15,0 0 33-15,0 0 14 16,0 0 27-16,0 0-8 16,0 0 10-16,0 0 68 15,0 0-11-15,0 0-4 16,0 0 11-16,0 0-18 15,0-2 18-15,6 0-31 16,7 2-14-16,3 0-10 16,4 0-9-16,-2 18-23 15,-2 19 22-15,-8 12 2 16,-8 11 11-16,0 9 16 16,-16-1 9-16,-7-4 17 0,-2-14-42 15,5-12-10 1,7-12 9-16,5-12-10 0,4-6 2 15,4-7 3-15,0-1-3 16,0-1-3-16,2-21-6 16,18-18-135-16,7-15-14 15,4-10 10-15,1-7-145 16,-6 7 88-16,-5 16 202 16,-10 17 272-16,-9 21 40 15,-2 11-222-15,0 14-84 16,-13 24 0-16,-3 14 64 15,3 6 3-15,8 4-39 16,5-1 2-16,9-9-36 16,25-6-11-16,12-10 11 0,16-8-61 15,37-22-79-15,-12-6-238 16,-9 0-678-16</inkml:trace>
  <inkml:trace contextRef="#ctx0" brushRef="#br0" timeOffset="109902.22">30858 6500 1886 0,'0'0'350'0,"0"0"-198"15,0 0 1-15,63-132-29 16,-30 98-38-16,-2 7 26 16,0 8-75-16,-2 11-11 15,-2 8-11-15,-1 0-15 16,-3 27 0-16,-10 15-4 16,-10 13 4-16,-3 17 3 15,-41 30-3-15,-37 25-1 16,-22 24-57-16,4-8-86 15,27-42-140-15,29-37-423 0</inkml:trace>
  <inkml:trace contextRef="#ctx0" brushRef="#br0" timeOffset="109980.11">30526 7435 489 0,'0'0'1091'0,"0"0"-591"16,0 0-375-16,0 0-83 16,0 0-42-16,0 0-99 15,0 0-598-15</inkml:trace>
  <inkml:trace contextRef="#ctx0" brushRef="#br0" timeOffset="112851.62">22866 5293 788 0,'0'0'329'0,"0"0"-133"0,0 0-135 16,0 0-29-16,0 0 26 15,0 0 6-15,0 0 0 16,0 3-37-16,0-1-16 16,0 2-1-16,0-2-9 15,0 1-1-15,0 2 6 16,0 0-6-16,0 2 0 16,0 3 10-16,0 0-9 15,0 4-2-15,0 3 2 16,-11 6 2-16,-7 0 66 0,-6 6-34 15,2 0-3-15,1 3 18 16,8-1-34-16,9 0-6 16,4 0-10-16,0-3-10 15,17 1-20-15,8-5-53 16,-3-5-45-16,-2 1 59 16,-6-1 40-16,-8 1 29 15,-6-2 44-15,0 2 72 16,0 2 3-16,-13 2-75 15,-1 4-27-15,-1 2-6 16,4 0-10-16,0 1-1 16,2 0 0-16,0 0-19 15,0 3 5-15,-2 0-39 0,-1 2-16 16,-7 14-46-16,1-10-140 16,5-6-856-16</inkml:trace>
  <inkml:trace contextRef="#ctx0" brushRef="#br0" timeOffset="113553.07">22849 7503 1480 0,'0'0'364'0,"0"0"-223"16,0 0-59-16,0 0 2 15,0 0-56-15,0 0-8 16,0 0-5-16,0-1 1 15,0 1-8-15,0 0-8 16,0 0-36-16,0 0 8 16,-8 0-28-16,0 0 25 15,-10 4 17-15,-6 14 14 16,-1 6 36-16,-2 3 1 16,4 6-6-16,4-1 11 15,5-1-31-15,8 1 1 16,4-6-6-16,2-1-4 15,0-5 7-15,4-1-9 0,7-5 0 16,-4 1-1-16,-3 2-1 16,-4 4 1-16,0 7 1 15,0 7 0-15,-11 3 13 16,0 1-13-16,2 0 0 16,5-5 0-16,4-6 1 15,0-5-1-15,0-4 0 16,0-1 20-16,0 0-8 15,0 6-12-15,-2 4 1 16,-10 11-2-16,-5 24-9 16,-2-8-195-16,7-7-272 0</inkml:trace>
  <inkml:trace contextRef="#ctx0" brushRef="#br0" timeOffset="114334.81">22837 10386 1600 0,'0'0'490'16,"0"0"-301"-16,0 0-60 0,0 0-93 15,0 0-31-15,0 0-5 16,0 0 0-16,10-12-26 15,-4 17 21-15,5 2 4 16,1 2 1-16,0 1 0 16,-1-4 0-16,1 1 0 15,-3 2-4-15,-3 1-12 16,-4 6 11-16,-2 7-11 16,0 11 5-16,-11 6 11 15,-9 4 8-15,3 0-8 16,1-2 1-16,5-4 29 15,5-9-29-15,3-6 0 16,3-7 0-16,0-4-1 0,0-3 10 16,0 3-10-16,0 3 0 15,0 5 1-15,-7 8-1 16,-4 7 0-16,0 5 2 16,-3 2 8-16,4-2-10 15,0-3 0-15,4 0 2 16,3-2 8-16,3-1-10 15,-2 3 0-15,0 1 0 16,-2 1-15-16,-5 2-14 16,-3 8-20-16,-1 2-62 15,-3 9-7-15,-8 25-83 16,6-15-134-16,0-10-1075 0</inkml:trace>
  <inkml:trace contextRef="#ctx0" brushRef="#br0" timeOffset="115251.35">22895 9613 586 0,'0'0'319'0,"0"0"-38"16,0 0-26-16,0 0-59 16,0 0-18-16,0 0-43 0,0 0-6 15,2-20-58 1,-2 20-30-16,0 0-19 15,-4 6-22-15,-1 8 0 0,1 2-1 16,2 4-4-16,2 2-1 16,0-2 6-16,0 0 0 15,0 2 9-15,0 1-9 16,0 0-5-16,0 5 4 16,0 5 2-16,0 1-2 15,0 4-14-15,2 12-67 16,7-10-117-16,-3-10-476 0</inkml:trace>
  <inkml:trace contextRef="#ctx0" brushRef="#br0" timeOffset="116286.31">22859 12571 1367 0,'0'0'534'15,"0"0"-402"-15,0 0-98 16,0 0-28-16,0 0-6 15,0 0-24-15,0 0-14 16,0 22 32-16,0-5 1 16,0 2 5-16,0-1-1 15,0 0-2-15,-2 0 3 16,-2 4-7-16,-8 4 7 0,-1 8 1 16,-2 6-1-16,-1 6 0 15,0 3 1-15,3 1 12 16,2-4 6-16,7-4-19 15,4-5 2-15,0-6 17 16,0-4-18-16,0-10 8 16,2-1-9-16,2-2 1 15,-4 0-1-15,0 4 0 16,0 9 0-16,0 2 48 16,-4 8-12-16,-8 1-8 15,6 0-6-15,-1-1-22 16,5-5 8-16,2 1-8 15,0-1-28-15,0-4-37 16,-2 18-76-16,-5-8-116 16,-4-3-260-16</inkml:trace>
  <inkml:trace contextRef="#ctx0" brushRef="#br0" timeOffset="116767.88">22608 14151 910 0,'0'0'323'16,"0"0"-24"-16,0 0-31 15,0 0-45-15,0 0-102 16,0 0-7-16,0 0-86 16,11-2-23-16,-11 2-5 0,0 0-37 15,0 14-5-15,0 10 28 16,0 6 14-16,0 2 2 15,0 3-2-15,6 2 0 16,6-3-1-16,-1-10 2 16,-1-2 4-16,2-5-5 15,-5-8 0-15,-5 0-10 16,-2-1 17-16,0 3-7 16,0 5 36-16,-7 7-13 15,-7 3 8-15,6 6-31 16,1 0 1-16,3 2 11 15,4 2-12-15,0 1-1 16,0-2 1-16,6-3 0 0,3-2-7 16,-1-2 7-1,-4 2 0-15,-4-4 4 0,0 6-3 16,0-3-1-16,0 5 1 16,-2 7 1-16,-4-6 9 15,4 5-11-15,2 4-27 16,0 15-85-16,2-12-211 15,6-4-619-15</inkml:trace>
  <inkml:trace contextRef="#ctx0" brushRef="#br0" timeOffset="117201.81">22619 15677 1512 0,'0'0'225'0,"0"0"-169"15,0 0-55-15,0 0 68 16,0 0-1-16,0 0-4 16,-27 106 19-16,14-73-35 15,-1 6-35-15,3-3 10 16,2-4-17-16,7 0-6 15,2-7-27-15,0-2-17 16,0-9 1-16,2 3-13 16,1-3 36-16,-3 0 20 0,0 2 0 15,-7 8 62-15,-11 2-28 16,2 6-21-16,3-1-10 16,4 1-3-16,2-3 0 15,7 3-1-15,0-4-33 16,0 3-7-16,0-4 15 15,0 4 21-15,0-1 4 16,0 1 1-16,-2 2 0 16,-7-3 2-16,0-1-2 15,3 6-16-15,1-5-159 16,2-4-442-16</inkml:trace>
  <inkml:trace contextRef="#ctx0" brushRef="#br0" timeOffset="117601.46">22543 16954 945 0,'0'0'828'15,"0"0"-707"-15,0 0-100 16,0 0-20-16,0 0 19 15,0 0 8-15,7 112-28 16,-3-82 0-16,3-2 0 16,-1 2 0-16,6-1 1 0,3-3-1 15,5-4-7 1,5 0-25-16,2-5-47 0,-3 3 16 16,-6-3 32-16,-10 5 31 15,-8 0 32-15,0 6 72 16,-6 8 19-16,-17 4 36 15,2 0-57-15,-2 1-34 16,5-2-22-16,7-2-37 16,7 3 4-16,4-1-13 15,0 2 0-15,0-1 0 16,4 0-13-16,7 1-42 16,3 3-25-16,-3-12-153 15,-3-11-241-15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6:41:34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26986 10622 1189 0,'0'0'532'0,"0"0"-370"15,0 0-80-15,0 0 57 16,0 0 77-16,0 0-152 16,0 0-9-16,0 0-9 15,0 0-21-15,0 0 66 16,0 0-82-16,0 0-3 16,0 2 31-16,0 3-37 15,10 8 0-15,11 7 0 0,10 10 0 16,9 8 6-16,5 4-6 15,3 0 0-15,0-2 3 16,1-4-3-16,-3-5-1 16,-3-6-51-16,-1-7-76 15,-6-6 21-15,-1-12-201 16,-8 0-14-16,-9-8-244 0</inkml:trace>
  <inkml:trace contextRef="#ctx0" brushRef="#br0" timeOffset="350.91">27632 10502 1711 0,'0'0'376'0,"0"0"-298"0,0 0-43 15,0 0-27-15,0 0 26 16,-63 116 90-16,41-62-83 16,5 0-8-16,6-2-21 15,8-6-3-15,3-7 13 16,12-8-22-16,17-7-44 15,13-10 29-15,11-10-21 16,5-4-13-16,5-4-19 16,-7-18-78-16,-10-3 78 15,-15 0-21-15,-13 4 89 16,-16 4 61-16,-2 7 54 16,-20 5-11-16,-18 5-71 15,-6 7-32-15,-3 18 52 16,7 4-53-16,9 3 0 15,13-2-26-15,13-2 26 0,5-5-45 16,19-7-17-16,38-16-118 16,-4 0-43-16,-3-12-753 0</inkml:trace>
  <inkml:trace contextRef="#ctx0" brushRef="#br0" timeOffset="496.38">28002 10499 1018 0,'0'0'760'16,"0"0"-617"-16,0 0-142 16,0 0 57-16,0 0-39 15,-28 161-16-15,22-91-6 0,6 24 3 16,12-19-125 0,5-17-249-16</inkml:trace>
  <inkml:trace contextRef="#ctx0" brushRef="#br0" timeOffset="683.09">28308 10828 1935 0,'0'0'597'15,"0"0"-597"-15,0 0-40 16,0 0-7-16,0 0-4 0,0 0-125 15,-36 118-97-15,36-100-503 16</inkml:trace>
  <inkml:trace contextRef="#ctx0" brushRef="#br0" timeOffset="960.58">27393 11171 2099 0,'0'0'263'0,"0"0"-263"16,0 0-76-16,186 0 54 16,-77 0 6-16,3 0-461 0</inkml:trace>
  <inkml:trace contextRef="#ctx0" brushRef="#br0" timeOffset="1532.75">28798 10800 1540 0,'0'0'534'0,"0"0"-417"15,0 0 0-15,0 0-25 16,0 0-56-16,0 0 5 16,0 0-40-16,0 26-1 15,0-1 11-15,9 4 2 16,4-3-1-16,5-4-12 16,2-4 0-16,7-6-3 15,1-10 3-15,5-2-45 0,-2-7-14 16,-5-21-89-16,-2-7-56 15,-8-4-31-15,-5 0 64 16,-6 5 171-16,-5 10 35 16,0 10 143-16,0 14 57 15,0 0-190-15,-7 24-2 16,-6 22 19-16,1 16-1 16,2 12 53-16,-1 10-98 15,-1 3 23-15,-1-1-4 16,-1-8-26-16,-1-5 23 15,-5-15-32-15,-3-12 0 0,-1-10 43 16,0-12-42 0,1-12 45-16,3-8 6 0,9-4-22 15,9-16 133-15,2-24-163 16,20-12 6-16,20-10-57 16,16-5 23-16,4 3-77 15,18-8-45-15,-14 16-107 16,-12 10-265-16</inkml:trace>
  <inkml:trace contextRef="#ctx0" brushRef="#br0" timeOffset="1711.85">29306 10839 1677 0,'0'0'550'15,"0"0"-450"-15,0 0 41 16,0 0-29-16,0 0-99 15,138-7 17-15,-100 5-30 16,-5 2-107-16,-8 0-83 16,-9 0-298-16,-11 0-670 0</inkml:trace>
  <inkml:trace contextRef="#ctx0" brushRef="#br0" timeOffset="1833.01">29311 10940 1692 0,'0'0'222'15,"0"0"-59"-15,0 0-42 16,0 0-103-16,189 8-18 0,-120-8-284 16,-4-12-514-16</inkml:trace>
  <inkml:trace contextRef="#ctx0" brushRef="#br0" timeOffset="2216.59">29920 10701 1580 0,'0'0'601'16,"0"0"-405"-16,0 0-151 15,0 0-35-15,0 0 113 16,0 0-111-16,0 0 61 16,42 145-6-16,-42-99-52 15,0-3 39-15,0-10-54 16,-7-7 0-16,5-9-3 0,0-7 3 15,2-6 0-15,0-4 0 16,0-2 11-16,0-22-36 16,4-17 6-16,7-8-133 15,-2-6 98-15,-2 6-130 16,-5 12 156-16,-2 13 28 16,0 15 110-16,0 9-14 15,0 7-96-15,0 21 0 16,0 7 82-16,11 8-64 15,9 1-3-15,14-4-15 16,5-1-27-16,24-7-12 16,-9-10-142-16,-10-10-370 0</inkml:trace>
  <inkml:trace contextRef="#ctx0" brushRef="#br0" timeOffset="2933.54">30122 10421 1405 0,'0'0'205'0,"0"0"-35"15,0 0-57-15,0 0 77 16,0 0-19-16,0 0-77 15,0 0 17-15,43-72-50 0,-39 68-18 16,-2 4 33-16,-2 0-76 16,0 6-3-16,0 15-6 15,-2 10 18-15,-12 1 71 16,3 2-80-16,3-8 18 16,6-4 3-16,2-4-13 15,4-5-8-15,23-4 3 16,13-1-2-16,24-8-2 15,-8 0-207-15,-9-4-451 0</inkml:trace>
  <inkml:trace contextRef="#ctx0" brushRef="#br0" timeOffset="3649.2">29090 11811 1428 0,'0'0'406'15,"0"0"-215"-15,0 0-62 16,0 0-128-16,0 0 40 16,0 0-41-16,0 119 0 15,-18 31 94-15,-2 30-6 0,-3 10-26 16,2-9 111-1,7-23-118-15,3-10-2 0,5-10-5 16,6-10-46-16,0-12 38 16,0-22-40-16,0-22 0 15,2-20-21-15,4-9 21 16,3 3-45-16,0 0-47 16,0 0-125-16,0-17-64 15,-3-10-361-15,-1-18-474 0</inkml:trace>
  <inkml:trace contextRef="#ctx0" brushRef="#br0" timeOffset="3916.59">28049 12723 1341 0,'0'0'968'0,"0"0"-968"16,0 0 73-16,145-2-55 15,11 24 26-15,81 7 18 16,43-4 7-16,13-4-29 16,-15-7 79-16,-45-4-119 15,-16-1 33-15,-23-2-67 16,-55-3-90-16,-39-4-369 0</inkml:trace>
  <inkml:trace contextRef="#ctx0" brushRef="#br0" timeOffset="5138.04">28562 12191 702 0,'0'0'490'15,"0"0"-401"-15,0 0 2 16,0 0 38-16,0 0-26 16,0 0 21-16,0 0-99 0,0 0 39 15,0 0 14-15,0 0-49 16,0 0 39-16,0 0-68 15,0 0 6-15,0 3 27 16,0 3-26-16,0 2 6 16,2 5 18-16,7-2-19 15,-3 4 60-15,4 4-60 16,-2 1-4-16,-1 2 62 16,2 2-56-16,0 2-13 15,-3 2 27-15,3 0 2 16,-1 2 45-16,-2 1-75 15,3-3 1-15,-3-2 42 16,4 0-37-16,1 0-6 16,-1-2 11-16,6 2-1 15,-1-2 21-15,4 1-31 0,-1-5 0 16,-1 1 5 0,-1-3-5-16,-3-4 0 0,1-2 0 15,-1-2 17-15,-2-1-14 16,3 3-3-16,-1-4 0 15,3-3-6-15,-1 0 7 16,1-1-1-16,-1-3 0 16,-1 1 17-16,-5-2 5 15,-1 2-22-15,2-2 0 16,1 0 18-16,-1 0-12 16,7 0-6-16,3 0 4 15,-1 0 5-15,6-7 12 0,-2-4-21 16,1-3 0-16,0-2-19 15,1-1 19-15,-1-6 0 16,6-5-1-16,3-2 14 16,2-5-29-16,3-2 16 15,3-6 0-15,-1-1-36 16,-3-2 36-16,2 0 0 16,-6-4-2-16,-2 0 14 15,-4-3 36-15,2 4-48 16,-5-2 0-16,1 6 27 15,-3 2-12-15,-1 4 0 16,-8 3 51-16,-3 2-44 16,-2 8 68-16,-4 1-65 0,-4 9-15 15,0 5 34-15,0 6-44 16,0 5-48-16,-14 0-62 16,-5 12-248-16,-6 1-586 15</inkml:trace>
  <inkml:trace contextRef="#ctx0" brushRef="#br0" timeOffset="6615.87">28076 12436 1000 0,'0'0'259'0,"0"0"-56"15,0 0-4-15,0 0 17 16,0 0-72-16,0 0-53 15,0 0 70-15,0-10-96 16,0 10-10-16,0 0 1 16,15 0-43-16,21 0 54 0,19 0-52 15,37 0-13-15,42 6 53 16,45 6-39-16,18-1 0 16,4-4 45-16,-9-2-43 15,-22-1 64-15,-4-4-82 16,-8 0 1-16,-10 0 26 15,-10 0-21-15,-24 0-6 16,-25 0 0-16,-20 0-50 16,-9 0 23-16,7 0-145 15,18 0-39-15,-14 0-75 16,-17-7-549-16</inkml:trace>
  <inkml:trace contextRef="#ctx0" brushRef="#br0" timeOffset="7298.52">28566 12439 1363 0,'0'0'613'0,"0"0"-460"15,0 0 56-15,0 0 36 0,0 0-101 16,0 0-11-16,0 0-121 16,0-5 3-16,0 5 6 15,2 0-21-15,9 0-63 16,18 0-156-16,0 5-391 15,2-1-597-15</inkml:trace>
  <inkml:trace contextRef="#ctx0" brushRef="#br0" timeOffset="7427.17">29785 12444 1219 0,'0'0'0'0,"0"0"-196"0</inkml:trace>
  <inkml:trace contextRef="#ctx0" brushRef="#br0" timeOffset="12416.75">3575 10236 1013 0,'0'0'315'15,"0"0"-262"-15,0 0-53 16,0 0 0-16,0 0 49 16,0 0-1-16,0 0 26 15,9-36 5-15,-9 32-15 16,0 2 50-16,0-2-18 16,0 3-45-16,0 1 49 0,0-3 1 15,0 3 1-15,0 0-31 16,0 0-38-16,0 0 14 15,0 0-47-15,0 0 0 16,0 0-17-16,0 10 17 16,0 6 0-16,0 5 0 15,11 0 1-15,7 0 19 16,4-5-20-16,5-2 0 16,5-8-18-16,1-6 18 15,0 0-6-15,-2-2-34 16,-2-14-44-16,-4-9 34 15,-10 1-60-15,-3-3 15 16,-8 0 82-16,-4 5-38 16,0 6 51-16,0 6 40 15,0 10 22-15,-9 0-16 0,-6 18-46 16,-8 25 0-16,-2 12 75 16,-2 15-35-16,4 7 7 15,0-6-7-15,3-4-25 16,0-11 49-16,0-7-64 15,2-13 0-15,3-10 22 16,-1-10-9-16,3-10-5 16,2-6 29-16,1 0-4 15,6-18 29-15,4-14-62 16,0-10 10-16,25-6-27 16,14-2 0-16,13 1-21 15,6 7-78-15,17-2-115 16,-12 14-47-16,-12 6-595 0</inkml:trace>
  <inkml:trace contextRef="#ctx0" brushRef="#br0" timeOffset="12611.09">4105 10307 1958 0,'0'0'470'0,"0"0"-400"16,0 0 8-16,0 0-57 16,0 0-13-16,0 0-16 0,0 0-90 15,135-30-124-15,-116 40-118 16,-9 4-277-16</inkml:trace>
  <inkml:trace contextRef="#ctx0" brushRef="#br0" timeOffset="12734.98">4081 10405 1114 0,'0'0'1004'0,"0"0"-792"16,0 0-138-16,0 0 45 16,0 0-99-16,120-33-20 15,-42 8-125-15,-13 6-178 16,-7 2-734-16</inkml:trace>
  <inkml:trace contextRef="#ctx0" brushRef="#br0" timeOffset="13168.13">4620 10120 841 0,'0'0'859'15,"0"0"-756"-15,0 0-79 16,0 0 37-16,0 0 119 16,0 143-46-16,-4-97-54 15,-2-6 9-15,-1-6-80 16,2-8 10-16,3-8-13 0,-1-8 0 16,3-3-5-1,0-7-1-15,0 0-44 0,0-5 35 16,8-25-68-16,7-10-292 15,1-10 54-15,-1-1-248 16,-4 7 349-16,-4 14 214 16,-4 17 551-16,-3 13-263 15,0 0-195-15,0 24 37 16,0 10 27-16,0 4-32 16,0 1-29-16,8-2-80 15,17-5-6-15,4-8-20 16,17-15-43-16,-5-2-166 15,-8-7-454-15</inkml:trace>
  <inkml:trace contextRef="#ctx0" brushRef="#br0" timeOffset="13764.5">4928 9892 712 0,'0'0'410'0,"0"0"-242"16,0 0-29-16,0 0 56 15,0 0-87-15,0 0-22 16,0 0-26-16,0 0-39 15,0 0-7-15,0 0-14 16,0 0 0-16,0 0 18 16,0 0-8-16,0 0 17 15,0 0-14-15,0 0 16 16,0 0 61-16,0 0-32 16,0 0-24-16,0 0 20 15,0 0-17-15,0 0-2 16,0 0-4-16,0 0-19 15,0 0 40-15,0 0-51 16,0 0 0-16,0 0 18 0,0 0-19 16,12 0-10-16,-2 0 8 15,1 0 2-15,-3 0-15 16,-4 10 10-16,-4 6 5 16,0 5 26-16,-7 4-1 15,-11 3 14-15,0 0-14 16,5-5-24-16,4-2 12 15,7-5-13-15,2-2-9 16,0-2-7-16,7 0 11 16,6 1 5-16,1-2 0 15,-4 6 0-15,-5 5-10 16,-5 7 10-16,0 12-33 16,-18 19-25-16,-6-11-239 15,-3-10-618-15</inkml:trace>
  <inkml:trace contextRef="#ctx0" brushRef="#br0" timeOffset="20834.92">1744 15480 986 0,'0'0'227'16,"0"0"-103"-16,0 0 72 0,0 0-41 15,0 0-16 1,0 0-6-16,-25-18-11 0,25 14-35 16,0 4-36-16,0-4-43 15,0 4 7-15,0 0-15 16,0 0-12-16,0 0 4 16,0 0-2-16,0 0 10 15,0 0-1-15,0 0 1 16,0 0-1-16,0 0 1 15,0 0 0-15,0 0-5 16,0 0 13-16,0 0-8 16,0 0 0-16,0 0 0 15,0 0 28-15,0 0-28 0,0 0 1 16,0 0 31 0,0 0-30-16,0 0 8 0,0-4-10 15,0-2 1-15,0-2 27 16,2-4-28-16,8-4 0 15,1-2-3-15,5-2 3 16,3-2 0-16,0-1-9 16,6 0-1-16,2-3-9 15,2 2 19-15,2-2-5 16,0 4-7-16,2-5 9 16,3 4 3-16,-1-4 0 15,8 1 1-15,4 0-1 16,2-2 0-16,5 1 0 15,1-2-13-15,3 5 20 16,2-6-14-16,2 4 4 0,-2 2-2 16,1-2-2-16,-1-1 7 15,0 5 0-15,5 0-8 16,0 2 16-16,2-1-10 16,-1-2 2-16,5 1-17 15,1 0 0-15,1-1 17 16,2 2 0-16,-2-3-11 15,2 2 12-15,1 0-1 16,0-5 0-16,0 6 9 16,-3 1-9-16,1 1 0 15,-1 4 0-15,-1-3 0 16,-3-2 1-16,2-5-1 0,3-1 0 16,2-6 0-16,0-4-1 15,3-5 1 1,4-6 0-16,4 1-6 0,0-9 13 15,0 2-7-15,0 0 0 16,-5 1 0-16,-1 0 3 16,-8-2-3-16,-1 1 0 15,-5 0-7-15,-1-3 13 16,-1-2-6-16,-1-2 0 16,1-10-5-16,3-1-18 15,0-11-48-15,13-20-40 16,13-25 65-16,14-21-31 15,2-11 45-15,-10 8-14 0,-11 13-6 16,-10 18 37-16,0 3 15 16,6 6 0-16,2 0 51 15,7-1-44-15,1 0 50 16,-10 13-3-16,-14 22 19 16,-13 19 80-16,-6 11-57 15,4-5-28-15,6-2-3 16,7-6-65-16,-7 7 13 15,-4 6-13-15,-8 2-38 16,-6 5 15-16,-4-7-192 16,-11 8-120-16,-11 6-947 0</inkml:trace>
  <inkml:trace contextRef="#ctx0" brushRef="#br0" timeOffset="24180.01">3136 13251 986 0,'0'0'138'16,"0"0"-122"-16,0 0 52 15,0 0 71-15,0 0 7 16,161 0 25-16,-101-2-97 16,11-5-27-16,12-1 26 15,28-4-10-15,44-3 34 0,51-1-11 16,30-1-39 0,18 7 58-16,3 5-49 0,-8 5-7 15,13 0-12-15,-2 0-19 16,1 3 14-16,-1-3 1 15,-7 0 10-15,-8 0 47 16,-12-3-50-16,-13-8 19 16,-18-1 1-16,-14 2-48 15,-28 0 3-15,-35 2-15 16,-38 1 0-16,-27 4-28 16,-18-1-2-16,-1 0-33 15,-8 3-44-15,-9-4-28 16,-24-7-65-16,-22 2-134 0,-18-2-715 15</inkml:trace>
  <inkml:trace contextRef="#ctx0" brushRef="#br0" timeOffset="26548.91">3314 14004 922 0,'0'0'392'0,"0"0"-185"16,0 0-84-16,0 0 8 15,0 0-2-15,0 0 2 16,0 0-16-16,-2 0-69 16,2 0-12-16,0-2 63 15,2-6-82-15,18-2-3 16,12 1-4-16,7 1-7 16,13-1 7-16,17 4-8 15,31-4 0-15,47-1 15 16,58-6-15-16,41-6 39 15,23-6 16-15,14 0 13 16,-1 2 2-16,7 0-21 16,1 4-29-16,-7 0 51 15,-15 4-60-15,-27 1-8 0,-25 6 23 16,-31 4-15-16,-32 5 17 16,-37 2-28-16,-33 0-25 15,-28 0 25-15,-12 9-130 16,-1 5-92-16,-9 0-252 15,-14-5-340-15</inkml:trace>
  <inkml:trace contextRef="#ctx0" brushRef="#br0" timeOffset="27300.26">5040 13740 1295 0,'0'0'756'0,"0"0"-716"16,0 0-17-16,0 0-39 16,0 0 32-16,0 0-7 15,0 0-9-15,-11-14-23 16,11 14-11-16,0 0 9 15,6-5 25-15,5 5 10 16,1-3-1-16,-4 1-9 16,-3 0 22-16,-5 0-9 15,0 2 33-15,0-3-20 16,-9 2-17-16,-5-2 4 0,3 3-11 16,3 0-4-16,4 0-5 15,4 9-43-15,0 7 10 16,12 1-74-16,11-2-190 15,-4-7-1144-15</inkml:trace>
  <inkml:trace contextRef="#ctx0" brushRef="#br0" timeOffset="33239.99">5359 10236 1194 0,'0'0'192'0,"0"0"-164"16,0 0 21-16,0 0-21 15,0 0 82-15,0 0-13 16,-5-17-87-16,5 15 70 15,0 2-58-15,0 0 6 16,0 0 58-16,0 0-78 0,0 0-8 16,0 0 0-1,0 0-34-15,0 0-16 0,0 7-317 16,0 5-182-16</inkml:trace>
  <inkml:trace contextRef="#ctx0" brushRef="#br0" timeOffset="33378.88">5291 10430 1458 0,'0'0'234'0,"0"0"-216"15,0 0 34-15,0 0-52 16,0 0-30-16,0 0 2 0,0 0-119 16,41 19-349-16</inkml:trace>
  <inkml:trace contextRef="#ctx0" brushRef="#br0" timeOffset="33962.75">5814 10060 876 0,'0'0'351'0,"0"0"-176"16,0 0-138-16,0 0 8 16,0 0 52-16,0 0-27 15,-116 41 63-15,93-4-69 16,5 7-17-16,5 3 81 15,6-1-60-15,5-2-27 16,2-8-41-16,0-6 27 16,9-6-6-16,9-6-21 15,-1-6 0-15,6-4-33 16,-1-8 11-16,-2 0-13 16,0 0-18-16,-5 0-16 15,-3-8 46-15,-5 4 15 0,-5-1 8 16,-2 5 12-16,0 0-5 15,0 0 4 1,0 0-11-16,0 11 14 16,0 3 22-16,6 2-19 0,12-2-17 15,5-2 33-15,3-4-33 16,1-8-1-16,2 0-14 16,-5 0-49-16,-5-8 43 15,-9-6 12-15,-5-4 9 16,-5 0 13-16,0 1-12 15,-13 2 17-15,-5 3-18 16,-2 0-79-16,0-5 33 0,6 3-291 16,3-3-704-16</inkml:trace>
  <inkml:trace contextRef="#ctx0" brushRef="#br0" timeOffset="34124.11">5996 9868 1582 0,'0'0'323'16,"0"0"-257"-16,0 0-66 15,0 0-41-15,0 0 26 16,-18 129-26-16,10-70-204 16,5-11-1277-16</inkml:trace>
  <inkml:trace contextRef="#ctx0" brushRef="#br0" timeOffset="34778.5">6279 9992 1023 0,'0'0'359'16,"0"0"-112"-16,-12 139-114 0,8-76 28 15,2-3-47-15,2-7-41 16,0-11-17-16,0-10-32 15,0-10 10-15,0-7-34 16,0-10 0-16,0-3-24 16,0-2 25-16,2 0-1 15,10-12 0-15,5-16-156 16,6-8 91-16,1-2-96 16,-1 4-52-16,-6 11 200 15,-5 13-17-15,-6 10 30 16,-3 5 6-16,-3 19 51 15,0 8 126-15,0 3-97 16,0-3-38-16,4-3 62 16,7-5-69-16,9-8-1 0,7-6-40 15,6-8 34-15,7-2-75 16,1 0-1-16,-1-21-82 16,-5-4 49-16,-4-5-32 15,-6-2-94-15,-14 3-5 16,-9 7 206-16,-2 15 94 15,-17 7 12-15,-17 6-31 16,-4 22 66-16,-2 4-34 16,2 1 33-16,11-1-6 15,7-9-133-15,9-5 102 16,9-4-103-16,2-6-40 0,4-6 39 16,21-2-111-1,24-7-21-15,-6-18-129 0,-4-1-560 0</inkml:trace>
  <inkml:trace contextRef="#ctx0" brushRef="#br0" timeOffset="34925.89">6778 10385 1031 0,'0'0'348'16,"0"0"-173"-16,0 0-20 16,0 0-106-16,0 0-14 15,0 0-35-15,0 0 31 16,-2 79-67-16,40-99-1 15,-4-3-295-15,-3-3-777 0</inkml:trace>
  <inkml:trace contextRef="#ctx0" brushRef="#br0" timeOffset="35078.47">6977 10403 538 0,'0'0'613'0,"0"0"-374"16,0 0-114-16,0 0-32 15,0 0-74-15,0 0 105 16,0 0-110-16,-4 52-14 15,25-70-79-15,24-20-274 16,-7 4-214-16,-3 4-199 0</inkml:trace>
  <inkml:trace contextRef="#ctx0" brushRef="#br0" timeOffset="35203.47">7206 10357 798 0,'0'0'395'0,"0"0"-149"15,0 0-156-15,0 0 79 0,0 0-127 16,0 0-34-16,0 0 19 15,-9 100-27-15,9-100-16 16,27-10-38-16,0-7-122 16,-2 0-225-16</inkml:trace>
  <inkml:trace contextRef="#ctx0" brushRef="#br0" timeOffset="35300.67">7371 10423 459 0,'0'0'401'0,"0"0"-196"16,0 0-170-16,0 0-35 15,0 0-52-15,0 0-345 0</inkml:trace>
  <inkml:trace contextRef="#ctx0" brushRef="#br0" timeOffset="35474.89">6574 9893 2094 0,'0'0'346'0,"0"0"-274"16,0 0-34-16,0 0-30 16,142-58-8-16,-70 58-86 15,-14 12-37-15,-12 9-444 0</inkml:trace>
  <inkml:trace contextRef="#ctx0" brushRef="#br0" timeOffset="36312.3">5972 10921 995 0,'0'0'205'0,"0"0"-184"0,0 0-7 16,0 0 99-16,0 0 45 15,0 0 97-15,0 0-149 16,0 85-11-16,-2-66-3 16,2-5-55-16,0-6 14 15,0-4-51-15,0-3 27 16,0-1-2-16,0 0-25 16,4-13-46-16,9-13 17 15,5-6-102-15,-1-3 43 16,-1 6 14-16,-3 9 44 15,-3 9 10-15,-4 11 20 16,-3 0 0-16,1 8 48 16,2 15-4-16,4-1 9 0,3-3-50 15,7-2 29-15,5-7 9 16,1-9-41-16,3-1-40 16,-2 0 17-16,-5-14-125 15,-7-3-15-15,-3-3 20 16,-8 6 68-16,-4 3 75 15,0 10 146-15,0 1-90 16,0 17-1-16,-2 21 44 16,-6 16 56-16,2 11 14 15,0 7-113-15,4-1 117 16,-3-1-126-16,3-8-10 16,-2-8 34-16,2-12-69 15,2-8 4-15,0-14-6 16,0-10-52-16,0-10 34 15,6-28-133-15,13-16-70 16,-2-10-429-16</inkml:trace>
  <inkml:trace contextRef="#ctx0" brushRef="#br0" timeOffset="36849.31">6502 10830 1620 0,'0'0'148'16,"0"0"4"-16,0 0-61 15,-27 138 35-15,23-98 16 16,1-4-85-16,3-9-9 16,0-8-48-16,9-6 22 15,7-11-34-15,5-2 12 0,0-2-65 16,4-18 29-16,-3-8-110 16,-1-4 13-16,-6 3 67 15,-4 7 45-15,-4 10 5 16,-5 10 16-16,-2 2 0 15,0 10 25-15,0 12 92 16,0 6-8-16,0-2-60 16,0-3-23-16,0-7 29 15,0-6-55-15,2-4 0 16,1-4-22-16,1-2 32 16,-2 0-10-16,2-4 0 15,1-17-6-15,2-4-26 16,4-5 20-16,2 2-86 0,5 3 78 15,2 10-27-15,2 5 19 16,3 7 2-16,-1 3 26 16,3 0-25-16,-2 0 25 15,-3 6 0-15,-8 6 12 16,-6 2 21-16,-8 4 77 16,0 7 4-16,-2 1-73 15,-13 0 108-15,3 0-124 16,6-6-24-16,6-4 35 15,0-2-25-15,8-4-11 16,15-6 0-16,8-4-48 16,5 0 32-16,13-26-122 15,-9-2-220-15,-7-6-220 0</inkml:trace>
  <inkml:trace contextRef="#ctx0" brushRef="#br0" timeOffset="37005.89">6973 10832 743 0,'0'0'1125'16,"0"0"-940"-16,0 0-123 15,0 0 56-15,0 0-112 16,-83 114-6-16,65-102-4 16,7-6-249-16,-2-6-291 0</inkml:trace>
  <inkml:trace contextRef="#ctx0" brushRef="#br0" timeOffset="37162.01">6605 10657 2022 0,'0'0'257'0,"0"0"-256"16,0 113-1-16,0-35 20 16,0 13-64-16,0 5-108 15,-10 2-109-15,2-14-126 16,1-22-517-16</inkml:trace>
  <inkml:trace contextRef="#ctx0" brushRef="#br0" timeOffset="39145.86">27030 11696 1258 0,'0'0'334'16,"0"0"-219"-16,0 0 84 0,0 0-58 16,-42 113-28-16,42-91-23 15,0-6-68-15,8-6 8 16,13-7-30-16,1-3 26 15,5 0-3-15,-3-13-23 16,-4-11-8-16,-3-6-2 16,-13 0-32-16,-4-3 42 15,0 3-1-15,-7 3-24 16,-13 13 0-16,0 7-61 16,-5 7-116-16,-13 28-8 15,7 9-92-15,2 0-215 0</inkml:trace>
  <inkml:trace contextRef="#ctx0" brushRef="#br0" timeOffset="39278.9">26825 11983 808 0,'0'0'614'0,"0"0"-363"16,0 0-96-16,0 0-10 15,0 0-28-15,0 0 84 16,0 0-154-16,177 32-47 16,-77-56-57-16,-15 2-236 15,-19 0-340-15</inkml:trace>
  <inkml:trace contextRef="#ctx0" brushRef="#br0" timeOffset="39727.97">27665 11580 1104 0,'0'0'521'16,"0"0"-480"-16,0 0 96 16,0 0 125-16,-137 137-141 15,114-89 65-15,12-1-143 16,9-4-17-16,2-7 24 16,9-9-40-16,18-8-8 15,6-12-2-15,7-7-13 16,3 0-29-16,-1-21-5 15,-3-7-76-15,-7-2 63 16,-10 2-28-16,-11 7 88 0,-6 10 31 16,-5 7 7-16,0 4 75 15,0 0-113-15,0 8 0 16,0 12 80-16,0 0-70 16,0 0 12-16,9-2-22 15,11-7 11-15,2-2-17 16,0-5 6-16,-3-4 0 15,-6 0-9-15,-7-7 21 16,-4-10-12-16,-2 2 0 16,0-4-40-16,-4-9 11 15,-7 1-200-15,5 2-118 0</inkml:trace>
  <inkml:trace contextRef="#ctx0" brushRef="#br0" timeOffset="39872.97">28101 11335 1993 0,'0'0'365'0,"0"0"-329"16,0 0 42-16,0 0-66 15,-72 130-1-15,54-61-22 16,18 12-51-16,0-16-206 16,7-19-489-16</inkml:trace>
  <inkml:trace contextRef="#ctx0" brushRef="#br0" timeOffset="40761.94">28491 11416 2004 0,'0'0'172'16,"0"0"-89"-16,0 0-17 15,-43 118 28-15,18-58-41 16,4 2 54-16,0-1-59 15,7-10 20-15,8-8-68 16,1-11 38-16,3-15-13 16,2-5-25-16,0-12 0 15,0 0 3-15,7 0 11 16,17-21-25-16,12-11 11 16,3-4-64-16,-2 4 34 15,-8 7-3-15,-11 11 4 0,-9 10 6 16,-5 4 14-16,-1 0 0 15,3 4 8-15,5 13 1 16,9 2 21-16,7 1-21 16,9-3 0-16,7-5-24 15,-1-7 20-15,0-5-51 16,-7 0-43-16,-10 0-7 16,-9-5 75-16,-12-3 45 15,-4 6-15-15,0 2 110 16,-11 0-75-16,-7 0 8 15,0 4 23-15,3 3-65 16,6 0 100-16,4-3-101 16,5-2 0-16,0-2-22 15,0 0-17-15,3 0-8 16,12 0 18-16,3-4-14 0,2-9 12 16,0 2 24-16,-7-1 7 15,-3 6-5-15,-4 2 16 16,-6 4-8-16,2 0-3 15,0 0 9-15,1 7 23 16,3 5-32-16,4 2 0 16,3-1 11-16,3-4 2 15,3-4-9-15,4-3-4 16,4-2 9-16,2 0-58 16,2-4 36-16,-2-6-45 0,-2-1 58 15,-6 6-24-15,-5 5 24 16,-7 0 0-16,-3 0 6 15,-2 4 30-15,-4 8-28 16,2 0-7-16,-2-2 38 16,0-2-30-16,2-4-5 15,-2-1-4-15,4-3 11 16,0 0 2-16,7 0-13 16,10-6-16-16,8-8 10 15,4-5-40-15,5 1 21 16,-5 0 8-16,-2 5 17 15,-8 8 28-15,-7 5-28 16,-8 0 1-16,-3 1 25 16,-5 16-25-16,0 3 24 15,0 1-25-15,-15 0 16 0,-1-3-35 16,-7-4 19-16,-17-14-88 16,5 0-154-16,-1 0-394 0</inkml:trace>
  <inkml:trace contextRef="#ctx0" brushRef="#br0" timeOffset="40898.55">29039 11504 1005 0,'0'0'756'0,"0"0"-366"15,0 0-307-15,0 0 37 16,144-74-120-16,-88 74-17 16,4 2-23-16,21 30-260 15,-17-4-69-15,-8-2 10 0</inkml:trace>
  <inkml:trace contextRef="#ctx0" brushRef="#br0" timeOffset="41378">29799 11536 1857 0,'0'0'307'16,"0"0"-282"-16,0 0 15 16,0 0 60-16,0 0-11 15,-20 120-23-15,13-82-49 16,1-3 97-16,3-11-114 15,3-6 8-15,0-10 12 16,0-7-19-16,7-1-1 16,8 0 0-16,10-13 15 15,6-11-56-15,3-7 5 16,-1-1-30-16,-2 4 60 0,-6 6-20 16,-5 7 26-16,-5 8 0 15,-5 3 1-15,-2 1-13 16,-3 3 12-16,-1 0 0 15,-2 0-19-15,-2 0 25 16,0 0-6-16,0 0 0 16,0 0 6-16,0 0-11 15,0 0 5-15,0 3-31 16,0 19 31-16,-4 16 1 16,-7 16 36-16,-3 13 35 15,-1 8-49-15,-1 0 100 16,1-2-104-16,-1-10-9 15,3-6 17-15,-1-12-16 0,5-9-11 16,3-10 0 0,4-11-70-16,2-11 34 0,0-4-73 15,0-7 47-15,35-53-44 16,1 2-370-16,4-7 78 0</inkml:trace>
  <inkml:trace contextRef="#ctx0" brushRef="#br0" timeOffset="41894.28">30379 11518 150 0,'0'0'1659'0,"0"0"-1488"16,0 0-101-16,0 0 57 15,0 0 22-15,-70 134-14 16,50-88-64-16,7-5 13 0,6-7-64 16,7-13 4-16,0-6 15 15,0-12-39-15,0-3 0 16,9 0-3-16,13-11 4 15,5-15-2-15,4-9-33 16,0-5-102-16,-4 2 135 16,-6 9-78-16,-8 10 78 15,-7 9 0-15,-6 10 2 16,0 0 20-16,0 10-21 16,0 12 9-16,0 4 61 15,-8 2-70-15,1-4 0 16,3-3 28-16,2-9-20 0,-2-5-8 15,2-5 0 1,2-2 7-16,0 0-28 0,0-5 21 16,10-20-26-16,19-7-6 15,11-6-21-15,11 0-3 16,5 9-19-16,-5 8 65 16,-8 11 10-16,-12 7 40 15,-16 3-6-15,-13 11 36 16,-2 13-31-16,-11 10 80 15,-15 2-26-15,-1 2-40 16,2-3 78-16,10-7-107 16,5-4-23-16,8-8 19 15,2-1-19-15,5-2-2 16,17-5-8-16,9-6-94 16,6-2 71-16,13-16-185 0,-9-14-47 15,-8-7-477-15</inkml:trace>
  <inkml:trace contextRef="#ctx0" brushRef="#br0" timeOffset="42043.75">30811 11442 1350 0,'0'0'732'0,"0"0"-610"16,0 0-35-16,0 0 94 16,0 0-108-16,-137 130-63 15,106-88-10-15,3-4-17 16,-3-11-127-16,4-10-221 15,7-15-555-15</inkml:trace>
  <inkml:trace contextRef="#ctx0" brushRef="#br0" timeOffset="42177.92">30427 11305 2158 0,'0'0'234'0,"0"0"-234"16,-40 143 0-16,9-48-46 15,-2 4-427-15</inkml:trace>
  <inkml:trace contextRef="#ctx0" brushRef="#br0" timeOffset="42261.75">30126 12206 1876 0,'0'0'0'0,"0"0"-568"15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6:43:41.58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2730 1331 1134 0,'0'0'399'16,"0"0"-261"-16,0 0-52 15,0 0 46-15,0 0 55 16,0 0-78-16,0 0 77 0,0 0-137 15,0 0-9 1,0 0 50-16,0 0-55 0,0 0 5 16,0 0-40-16,0 0 26 15,0 0 41-15,0 0-67 16,0 0 0-16,0 0-9 16,0 0 31-16,0 0-26 15,0 0 4-15,0 0 0 16,0 0-30-16,0 0 30 15,2 0-30-15,3 0 14 16,1-4 32-16,4-4-16 16,1-4 0-16,-1-2 1 15,0 5 7-15,-6 0-8 16,-4 3 0-16,0 4 61 16,0 2-31-16,-14 0 28 15,-11 0-58-15,-8 4 9 16,-4 16-41-16,1 8 32 0,7 9-3 15,7 7-16-15,9 2 38 16,11 4-22-16,2 0 3 16,0-2 0-16,20 0-1 15,1-2 1-15,6-1 0 16,-2-1-9-16,-5-2 30 16,-4-1-17-16,-10 2-4 15,-6 1 0-15,0 0-12 16,-24-1 12-16,-10-2 0 15,-4-7-13-15,3-8 29 16,4-9-35-16,4-12 19 16,12-5 0-16,5-18-57 15,10-24-56-15,2-14-24 0,29-9 14 16,12-6-14-16,11 4 51 16,1 7 1-16,-1 13 77 15,-7 10 8-15,-7 16 34 16,-9 12 41-16,-6 9 26 15,-8 4-69-15,-5 26 61 16,-6 12-29-16,-6 9-37 16,0 5 105-16,0-5-132 15,0-2 1-15,-2-11-2 16,0-12-9-16,2-8-16 16,0-18-165-16,13 0-147 15,-1-18-191-15</inkml:trace>
  <inkml:trace contextRef="#ctx0" brushRef="#br0" timeOffset="316.2">3046 1673 126 0,'0'0'1722'15,"0"0"-1518"-15,0 0-149 16,0 116 138-16,0-56-96 16,-4 0-20-16,-5-2 100 15,1-6-127-15,-2-8-12 16,4-12-38-16,4-9 41 15,2-11-36-15,0-11-5 16,0-1 0-16,0-8-15 16,10-26 15-16,11-16-52 0,8-13 12 15,2 0-68 1,0 6 95-16,0 20 7 0,-2 19 6 16,-2 15 39-16,-2 3-29 15,-8 26-8-15,-3 14 14 16,-5 6 9-16,-5 5 23 15,-2-1-48-15,0-1-45 16,1-8-1-16,2-9-156 16,1-12-295-16,1-14-350 0</inkml:trace>
  <inkml:trace contextRef="#ctx0" brushRef="#br0" timeOffset="699.24">3477 1682 1300 0,'0'0'713'0,"0"0"-621"16,0 0-35-16,0 0 25 15,0 0 147 1,20 151-104-16,-20-91-41 0,0 6 24 16,-11 0-78-16,-1-2 2 15,4-12-32-15,1-13 12 16,5-16-12-16,2-11 0 15,0-10-32-15,0-2 22 16,0-14-5-16,13-27 7 0,5-22-185 16,3-11-63-1,-4-4 182-15,-3 14-29 0,-6 19 103 16,-5 23 192-16,-3 22-148 16,0 5-21-16,0 26-23 15,-3 15 18-15,-1 9 131 16,4 5-134-16,0 0-5 15,11-6-10-15,20-5-18 16,12-15-73-16,37-20-94 16,-8-11-47-16,-8-3-457 0</inkml:trace>
  <inkml:trace contextRef="#ctx0" brushRef="#br0" timeOffset="942.03">4148 1867 29 0,'0'0'1880'16,"0"0"-1526"-16,0 0-185 16,0 0-120-16,0 0-47 15,0 0 193-15,0 0-157 16,140 26-9-16,-99-18-17 15,-8-2-12-15,-8 1-1 16,-14 6-154-16,-20 13-152 16,-22 0-14-16,-12-3-416 0</inkml:trace>
  <inkml:trace contextRef="#ctx0" brushRef="#br0" timeOffset="1065.83">4057 2180 1068 0,'0'0'789'0,"0"0"-613"0,0 0-29 16,0 0 20-16,0 0-103 15,164 35-5-15,-103-33-59 16,24-2-166-16,-19 0-110 16,-10-9-1085-16</inkml:trace>
  <inkml:trace contextRef="#ctx0" brushRef="#br0" timeOffset="1582.86">5104 1601 1748 0,'0'0'694'0,"0"0"-550"0,0 0-144 16,0 0 113-16,0 0-113 15,62-112 0-15,-35 64 9 16,0-4-9-16,-2-2 0 16,-4 4 0-16,-4 3 12 15,-7 6-3-15,-2 11-8 16,-6 8-1-16,-2 12 95 16,0 6-65-16,0 4-22 15,0 2-8-15,0 24-26 16,-2 18-2-16,-4 17 28 15,2 10 0-15,0 8-29 0,2-4 29 16,2-4-43-16,-2-4-83 16,-7 0-85-16,1-17-70 15,-4-12-439-15</inkml:trace>
  <inkml:trace contextRef="#ctx0" brushRef="#br0" timeOffset="1738.83">4904 1944 2029 0,'0'0'549'16,"0"0"-461"-16,0 0-63 16,0 0-12-16,121 12 107 15,-62-12-84-15,13 0-30 16,5 0-6-16,33 0-50 16,-21 0-142-16,-18 0-344 0</inkml:trace>
  <inkml:trace contextRef="#ctx0" brushRef="#br0" timeOffset="2165.85">5122 2257 1508 0,'0'0'295'0,"0"0"-150"15,0 0 4-15,0 0-47 16,0 0 46-16,0 0-34 16,0 0-44-16,-9 0-9 15,23 0-61-15,1 0 0 16,5 0-8-16,1 0 28 15,-4 9-25-15,-5 13 5 16,-12 12 0-16,0 7 69 16,-10 10-60-16,-14 2 20 15,-3-7 26-15,7-7-54 16,7-10 63-16,8-11-64 16,5-7 0-16,9-4 14 0,27-7-13 15,13 0-1 1,18-7 0-16,35-32-64 0,-15 2-92 15,-16-1-470-15</inkml:trace>
  <inkml:trace contextRef="#ctx0" brushRef="#br0" timeOffset="3849.34">2315 3684 1667 0,'0'0'389'0,"0"0"-187"0,0 0-36 16,0 0-56-16,0 0 45 16,0 0-14-16,0 0-112 15,-2-7 45-15,23 6-74 16,10-2 0-16,11 3-12 15,7 0 35-15,3 0-20 16,0 0-3-16,-2 8-55 16,-3 2 33-16,-7-2-110 15,-7 1-70-15,-6 0-46 16,-12-2-259-16,-7-1-397 0</inkml:trace>
  <inkml:trace contextRef="#ctx0" brushRef="#br0" timeOffset="4049.28">2331 3860 1796 0,'0'0'515'0,"0"0"-484"16,0 0 21-16,0 0-45 16,0 0 35-16,116 0 117 15,-55 0-131-15,1 0-21 16,5 0-7-16,-1-4-59 15,-1-2 5-15,9-6-118 0,-16 2-195 16,-14-2-187-16</inkml:trace>
  <inkml:trace contextRef="#ctx0" brushRef="#br0" timeOffset="4269.67">3040 3543 1388 0,'0'0'287'0,"0"0"-210"16,0 0 74-16,0 0-85 16,0 0 67-16,105 142 40 15,-105-89-89-15,-5 2 41 16,-19 3-125-16,-12 0 13 16,-4-7 5-16,-4-7-18 15,-3-11-42-15,-22-24-63 0,11-9-263 16,6 0-382-16</inkml:trace>
  <inkml:trace contextRef="#ctx0" brushRef="#br0" timeOffset="4431.26">2126 3465 2015 0,'0'0'260'0,"0"0"-208"15,-73 140-48-15,50-65 29 16,15 4 17-16,8 4-50 0,13 1 6 15,29-4-15 1,52 14 9-16,-8-21-164 16,-1-23-225-16</inkml:trace>
  <inkml:trace contextRef="#ctx0" brushRef="#br0" timeOffset="5599.1">3987 3282 707 0,'0'0'1049'0,"0"0"-839"15,0 0-71-15,0 0-15 0,0 0-95 16,0 0 48-16,0 0-3 16,-2-4-73-16,2 4 72 15,0 0-73-15,0 0 0 16,0 0-9-16,0 0 30 15,0 0-21-15,0 0 0 16,0 0 0-16,0 0-17 16,0 0 17-16,0 0 0 15,0 0-18-15,0 0 39 16,-4 0-18-16,-1 0-3 16,-8 0 0-16,-5 18-1 15,-7 9 1-15,-1 10 0 16,-1 10 25-16,5 8-25 0,4 3 85 15,7 3-65-15,4 1-9 16,7-4 97-16,0-3-107 16,0-6 19-16,9-4 4 15,0-6-17-15,-5-4 25 16,-4-4-32-16,0-2 0 16,-11 1 3-16,-11-2-3 15,-7-6 0-15,4-5-6 16,4-14 10-16,9-3-28 15,12-27 7-15,0-26-189 16,33-13-49-16,19-6-33 16,8 6 197-16,4 13 91 0,-3 18 15 15,-8 16 118-15,-9 15-67 16,-7 4-17-16,-13 17 103 16,-6 16-90-16,-7 10 44 15,-4 5 22-15,-7 2-91 16,0-2 51-16,0-9-88 15,0-6 6-15,0-13 3 16,0-8-9-16,0-10 0 16,0-2-10-16,0-9-19 15,15-26 7-15,8-13-196 16,6-8-118-16,0 1 156 16,0 13 36-16,-5 19 144 15,-6 19 101-15,-5 4-69 16,-4 34 111-16,-6 12 7 15,-3 10-67-15,0 4 101 0,0-5-120 16,-5-9 0-16,-2-13-55 16,0-8 34-16,3-13-20 15,2-9-23-15,2-3 0 16,0-1 10-16,0-31-10 16,20-17-124-16,9-14-23 15,9-6-66-15,6 5 136 16,3 15 2-16,-5 24 75 15,-3 19 56-15,-10 6-49 16,-10 31 40-16,-5 15-13 16,-7 12-7-16,-7 3-46 15,0-1 19-15,0-9-227 16,-9-18-120-16,-3-16-1250 0</inkml:trace>
  <inkml:trace contextRef="#ctx0" brushRef="#br0" timeOffset="5932.22">4873 3703 1698 0,'0'0'381'15,"0"0"-333"-15,0 0 52 16,2 151-38-16,-9-87 19 16,-6-2 47-16,-1-10-83 15,5-8 77-15,3-11-122 16,3-13 0-16,3-12-15 0,0-8-58 15,11-3 34-15,14-31 20 16,4-16-173-16,4-18-53 16,-6-10-295-16,-9 5-146 15,-7 12 686-15,-9 22 403 16,-2 25 227-16,0 14-411 16,-4 18-218-16,-7 27 168 15,2 6-101-15,4 10-13 16,5 2 14-16,7-8-63 15,26-3-6-15,14-11-32 16,45-23-124-16,-9-10-83 16,-8-8-652-16</inkml:trace>
  <inkml:trace contextRef="#ctx0" brushRef="#br0" timeOffset="6143.79">5584 3774 1549 0,'0'0'867'16,"0"0"-647"-16,0 0-219 16,0 0 7-16,0 0 46 15,0 0-17-15,0 0 51 16,82 22-88-16,-31-2 23 16,3 4-61-16,-7-1-20 15,-12 0-140-15,-30 3-90 16,-5-6-282-16,-11-4-652 0</inkml:trace>
  <inkml:trace contextRef="#ctx0" brushRef="#br0" timeOffset="6249.12">5635 4060 1876 0,'0'0'641'0,"0"0"-456"16,0 0-185-16,0 0 21 0,0 0-75 16,150 40 53-16,-84-30-200 15,-10-3-389-15</inkml:trace>
  <inkml:trace contextRef="#ctx0" brushRef="#br0" timeOffset="7434.62">6718 3546 851 0,'0'0'880'0,"0"0"-791"15,0 0-54-15,0 0 12 16,0 0 43-16,0 0 189 16,0 0-187-16,47-44-91 15,-20 23 20-15,-2-1-9 16,-8 0-2-16,-5 2-10 16,-10 1 15-16,-2 8 123 15,-21 1-78-15,-18 7-60 16,-17 3 0-16,-7 18 14 15,1 20-14-15,8 17 0 16,19 11 1-16,14 10 78 16,19 6-78-16,2 5 36 0,21-1 48 15,12-6-76 1,3-10 50-16,-7-11-59 16,-9-11 0-16,-9-14 19 0,-11-8-19 15,0-7 0-15,-21-6-13 16,-12-6 29-16,-5-7-13 15,3 0-3-15,8-21-76 16,15-28 66-16,12-13-211 16,18-12-39-16,24 4-59 15,12 14 227-15,2 20 92 16,0 22 13-16,-10 14 25 16,-1 7 137-16,-9 22-73 0,-7 9 57 15,-2 6 22-15,-10 2-118 16,-1 0 47-16,-5-6-110 15,-2-9 25-15,-4-9-7 16,-1-13-18-16,-2-4 0 16,3-5-1-16,3 0 22 15,10-27-42-15,11-13-2 16,9-14-261-16,5 1 227 16,1 7-51-16,-6 19 108 15,-9 22-6-15,-9 5 15 16,-7 32 59-16,-8 11-20 15,-5 9 27-15,0 0 61 16,0-10-118-16,-9-9 9 0,2-16-15 16,5-6 19-1,2-11-3-15,0 0-28 0,27-16 0 16,17-22-15-16,21-12-32 16,11-7 3-16,5 5 0 15,-10 10 39-15,-9 18-17 16,-13 16 22-16,-13 8-34 15,-19 28 23-15,-17 42-126 16,-2-6-95-16,-15-8-346 0</inkml:trace>
  <inkml:trace contextRef="#ctx0" brushRef="#br0" timeOffset="8088.61">8352 3288 1491 0,'0'0'768'15,"0"0"-640"-15,0 0-75 16,0 0-53-16,0 0 0 16,0 0 28-16,0 122-4 15,-4-56 43-15,-1 7 4 16,1-5-59-16,2-8 35 15,2-12-47-15,0-14 0 16,0-13-56-16,0-13 49 16,0-8-108-16,4 0 50 15,16-46-64-15,0-7-100 16,3-9-855-16</inkml:trace>
  <inkml:trace contextRef="#ctx0" brushRef="#br0" timeOffset="8261.64">8543 3234 1113 0,'0'0'662'0,"0"0"-508"16,0 0-109-16,0 121 62 16,-6-59 34-16,-1 6-62 15,3-2 36-15,0-2-115 16,2-3 20-16,2-12-31 16,0-8 11-16,-2-14-83 15,-8-15-125-15,3-12-131 16,-6 0-325-16</inkml:trace>
  <inkml:trace contextRef="#ctx0" brushRef="#br0" timeOffset="8441.6">8174 3230 1958 0,'0'0'271'15,"0"0"-225"-15,147-4 51 16,-73 4-97-16,3 0 0 15,6 0 43-15,-3 8-43 16,-2 10-36-16,-5 10-138 16,-19-3-221-16,-18-2-860 0</inkml:trace>
  <inkml:trace contextRef="#ctx0" brushRef="#br0" timeOffset="8822.61">8003 3972 2036 0,'0'0'524'0,"0"0"-431"16,0 0-77-16,0 0 79 15,0 0-94-15,0 0 44 16,187-2 41-16,-92-1-85 15,12 3 8-15,2 0-9 16,-19 0-69-16,1 0 62 16,5 13-180-16,-24-1-99 15,-22-5-465-15</inkml:trace>
  <inkml:trace contextRef="#ctx0" brushRef="#br0" timeOffset="9232.44">8332 4189 1602 0,'0'0'536'16,"0"0"-373"-16,0 0-162 16,0 0 16-16,0 0 49 0,-113 124 19 15,101-78 72-15,8 2-115 16,4 1-15-16,6-3 34 16,23-9-61-16,12-6 0 15,5-14 6-15,8-11 16 16,-3-6-44-16,-4-7 11 15,-14-17-29-15,-17-9-9 16,-16 0 13-16,-2 0-16 16,-36 5 43-16,-13 10 18 15,-12 13-29-15,-32 9 20 16,14 17-203-16,12 3-288 0</inkml:trace>
  <inkml:trace contextRef="#ctx0" brushRef="#br0" timeOffset="12032.13">2234 6336 958 0,'0'0'612'16,"0"0"-349"-16,0 0-69 15,0 0-33-15,0 0 8 16,0 0-42-16,-6 0 19 15,6 0-52-15,0 0-79 16,0 0 127-16,0-2-120 16,0 2-16-16,0-1 28 0,16-4-22 15,9 3 12-15,11-2-24 16,5 3 1-16,7 1-25 16,0 0 24-16,2 0-70 15,-3 0 20-15,-3 3-121 16,1 1-48-16,-14-2-288 15,-9-2-408-15</inkml:trace>
  <inkml:trace contextRef="#ctx0" brushRef="#br0" timeOffset="12293.95">2244 6396 1588 0,'0'0'690'0,"0"0"-481"15,0 0-121-15,0 0-82 16,0 0 86-16,0 0-83 16,0 0 46-16,141 4-23 15,-72-1-13-15,4-3-38 16,1 0-14-16,-5 0-186 15,6 0 57-15,-17-11-313 16,-17 0-185-16</inkml:trace>
  <inkml:trace contextRef="#ctx0" brushRef="#br0" timeOffset="12519.83">2917 6171 1380 0,'0'0'329'15,"0"0"-274"-15,0 0 7 16,0 0 6-16,0 0 10 16,94 120 88-16,-94-70-35 15,-2 1-98-15,-25 6 59 16,-9-7-81-16,-8-4-11 16,-5-8 0-16,-5-6-26 15,-2-11 24-15,-23-18-211 16,12-3-137-16,11-3-568 0</inkml:trace>
  <inkml:trace contextRef="#ctx0" brushRef="#br0" timeOffset="12675.21">1993 6087 1940 0,'0'0'179'0,"0"0"-58"15,-108 151-108-15,75-73-12 16,15 5 93-16,18 1-60 15,11-1-2-15,77 22-32 16,-5-19-154-16,5-23-146 0</inkml:trace>
  <inkml:trace contextRef="#ctx0" brushRef="#br0" timeOffset="13948.31">3798 6072 1403 0,'0'0'288'0,"0"0"-238"0,0 0-43 16,0 0 85-16,0 0-68 15,0 0 64-15,0 0 18 16,0-5-104-16,0 32 45 16,0 12-24-16,0 16 8 15,0 11 102-15,0 10-97 16,-2 7 2-16,-3 1 26 16,-1 2-62-16,2 1 136 15,4-1-108-15,-4-2-29 16,4 3 64-16,0 0-64 15,0-1-1-15,0-1 0 16,0-5 36-16,0-6-29 0,0-4-7 16,0-5 0-16,0-10-22 15,0-5 29-15,0-9-7 16,0-9 0-16,0-7 18 16,0-11-22-16,0-2 4 15,0-9-8-15,0-1-26 16,0 0 40-16,0-2-6 15,0 0 0-15,0 0 14 16,0 0-7-16,0 0-7 16,0 0 0-16,0 0-9 15,0 0 21-15,0 0-12 16,0 0 0-16,4 0 25 16,13 0-26-16,12 0 1 0,9 0 0 15,11-2 0 1,5-3 6-16,4 5-6 0,2-5 0 15,-5 1-46-15,-1-1 40 16,1-14-219-16,-13 3-339 16,-13-2-936-16</inkml:trace>
  <inkml:trace contextRef="#ctx0" brushRef="#br0" timeOffset="14419.03">3725 5966 1827 0,'0'0'553'16,"0"0"-519"-16,0 0-4 16,0 0 29-16,0 0-31 15,147-7 32-15,-82 7-60 16,8 7-8-16,5 8-33 15,31 1-77-15,-20-2-239 16,-11-5-367-16</inkml:trace>
  <inkml:trace contextRef="#ctx0" brushRef="#br0" timeOffset="14884.31">4919 5823 882 0,'0'0'1165'16,"0"0"-909"-16,0 0-180 15,0 0 2-15,0 0-63 16,0 0-15-16,0 0 0 16,123-27 26-16,-101 68-15 15,-7 13 1-15,-7 6-12 0,-8 6 106 16,0-1-76-16,-5-7 13 15,-13-7-18-15,2-10 8 16,1-12 6-16,7-8-39 16,2-11 0-16,4-7-24 15,2-3 25-15,0-4-1 16,4-26 0-16,15-17-206 16,3-17 61-16,3-11-363 15,1-1-239-15,-4 11-69 16,-3 14 816-16,-11 22 440 15,-8 17 252-15,0 12-519 16,0 3 106-16,-15 27-66 16,3 8-108-16,6 8 39 15,6 2-75-15,0 2 1 0,15-3-70 16,16-6 46-16,12-12-98 16,11-7 27-16,33-18-95 15,-10-4-148-15,-8 0-250 0</inkml:trace>
  <inkml:trace contextRef="#ctx0" brushRef="#br0" timeOffset="15093.99">5816 5946 1295 0,'0'0'758'16,"0"0"-528"-16,0 0-73 0,0 0-71 15,0 0 45-15,0 0-86 16,113 17-33-16,-60-6-3 16,1 3-9-16,-2 0-63 15,-19 4-141-15,-16-2-184 16,-14-4-173-16</inkml:trace>
  <inkml:trace contextRef="#ctx0" brushRef="#br0" timeOffset="15197.37">5916 6120 1250 0,'0'0'941'0,"0"0"-761"16,0 0-122-16,0 0-58 16,195 22-101-16,-112-14-202 15,-2-6-1008-15</inkml:trace>
  <inkml:trace contextRef="#ctx0" brushRef="#br0" timeOffset="15859.54">7347 5653 1602 0,'0'0'395'16,"0"0"-91"-16,0 0-188 15,0 0-95-15,0 0 57 16,0 0-78-16,0 0 0 15,0 32-1-15,-2 4 2 16,-5 4 48-16,3 2-49 0,-1-3-3 16,2-10-43-16,3-7 34 15,0-12-85-15,0-10-68 16,21-8-66-16,-1-18 21 16,-3-6-1441-16</inkml:trace>
  <inkml:trace contextRef="#ctx0" brushRef="#br0" timeOffset="16018.25">7347 5653 1347 0,'145'-21'541'16,"-145"52"-418"-16,0 10 9 15,-7 10-36-15,-4 1-57 16,4-2-11-16,3-7 18 0,2-2-46 16,2-7-51-1,0-10-6-15,-2-12-157 16,-1-7-71-16,-6-5-584 0</inkml:trace>
  <inkml:trace contextRef="#ctx0" brushRef="#br0" timeOffset="16182.04">7293 5583 1679 0,'0'0'301'0,"0"0"-102"15,116-23-72-15,-62 22-70 16,2 1-57-16,-6 0 24 15,0 7-15-15,-10 15-9 16,-14 22-152-16,-9-1-78 0,-15-6-313 16</inkml:trace>
  <inkml:trace contextRef="#ctx0" brushRef="#br0" timeOffset="16371.55">7066 6097 1877 0,'0'0'480'0,"0"0"-449"16,0 0 86-16,133 23-115 15,-64-18 35-15,10-2 11 16,4-3-48-16,-2 0-12 16,16 0-70-16,-22 0-295 0,-19 0-449 15</inkml:trace>
  <inkml:trace contextRef="#ctx0" brushRef="#br0" timeOffset="16776.04">7413 6229 1674 0,'0'0'384'16,"0"0"-235"-16,0 0-140 16,-126 21 52-16,81 16-21 15,5 6 1-15,13 9 116 16,14 3-93-16,13-2-12 15,0-6 18-15,27-6-70 16,8-12 76-16,9-11-76 16,1-12 1-16,-3-6 20 15,-6 0-21-15,-11-14 0 16,-16-11-1-16,-9-4-14 0,-2-5 4 16,-27 0-55-1,-7 6-89-15,-4 10 97 16,-12 18-138-16,10 0-183 0,11 0-659 15</inkml:trace>
  <inkml:trace contextRef="#ctx0" brushRef="#br0" timeOffset="17317.14">8125 6099 1618 0,'0'0'522'16,"0"0"-343"-16,0 0-116 15,0 0-23-15,0 0-35 16,115 0 17-16,-68 2 45 15,7 5-67-15,2-2-31 16,-3 2 13-16,7-7-116 16,-15 0-201-16,-14 0-266 0</inkml:trace>
  <inkml:trace contextRef="#ctx0" brushRef="#br0" timeOffset="17511.21">8412 5955 1810 0,'0'0'252'0,"0"0"-174"16,0 0-4-16,-33 131-45 15,22-79 137-15,-1 6-145 16,8-2 2-16,2 1-8 16,2-8-15-16,0-8-40 15,25-15-152-15,-1-10-104 16,3-16 10-16</inkml:trace>
  <inkml:trace contextRef="#ctx0" brushRef="#br0" timeOffset="17772.86">8958 5893 1726 0,'0'0'381'16,"0"0"-381"-16,0 0 0 15,0 0 43-15,0 0 67 16,-6 128 55-16,2-83-52 16,-1 2-76-16,3-1 46 15,-1-2-83-15,3-7 0 0,0-11 0 16,0-8-1-16,0-10-1 16,0-5-126-16,0-3 8 15,0-4 92-15,25-45-42 16,-1 3-731-16,1-2-633 0</inkml:trace>
  <inkml:trace contextRef="#ctx0" brushRef="#br0" timeOffset="17946.97">9121 5963 1038 0,'0'0'658'0,"0"0"-477"16,0 0-153-16,0 0 88 16,0 0-27-16,-131 89-37 15,108-57 106-15,10 0-134 16,9-3 28-16,4 4 13 0,6-5-65 15,25-5 76 1,11-2-76-16,12-7-27 0,31-14 14 16,-12 0-245-16,-11-8-300 15</inkml:trace>
  <inkml:trace contextRef="#ctx0" brushRef="#br0" timeOffset="18730.28">9563 5999 1343 0,'0'0'316'15,"0"0"-178"-15,0 0-63 16,0 0 99-16,0 0-59 0,0 0-6 16,0 0 27-16,0-38-136 15,12 23-10-15,9 1-9 16,1 2 19-16,-1 5-27 15,-2 7 27-15,-5 0 0 16,-7 24 9-16,-7 13 3 16,-7 10 47-16,-34 7-19 15,-11 3-20-15,-9-3 82 16,-2-11-102-16,10-11 6 16,8-13 6-16,14-12-4 15,12-7 14-15,11-3-22 16,8-17-109-16,8-4 103 15,21 0-141-15,6 6 17 16,3 11 124-16,-1 7 3 0,1 3 3 16,-1 19 42-16,2 2-42 15,1 0 151-15,1-4-111 16,3-8-31-16,6-8 68 16,0-4-59-16,4-2 5 15,0-21-23-15,-6-8-122 16,-5-3 121-16,-10-5-126 15,-6 1 41-15,-10 9 84 16,-5 4 4-16,-7 12 41 16,-5 7 68-16,0 6-105 15,0 0 43-15,0 19-36 16,0 12-13-16,-7 4 107 0,5 8-65 16,2-2 17-1,0-9-59-15,0-2 21 16,11-11 17-16,-3-7-38 15,0-10-29-15,0-2 28 0,3 0-54 16,5-22-10-16,-1-10-126 16,1-12-157-16,2-8 226 15,0-2-109-15,-3 4 39 16,-1 12 192-16,-5 13 287 16,-7 15 203-16,0 10-436 15,-2 0-26-15,0 23 49 16,0 7-35-16,0 10 47 15,-7 2-3-15,7 0-86 16,0-4 40-16,0-6-40 0,0-12-66 16,0-9 59-16,0-8-139 15,-4-6 69-15,-14-20-36 16,-2-5-722-16</inkml:trace>
  <inkml:trace contextRef="#ctx0" brushRef="#br0" timeOffset="18839.18">10042 5777 1800 0,'0'0'664'16,"0"0"-581"-16,189-42-58 16,-55 29-50-16,31 3-30 15,11-3-118-15,-42 3-166 16,-34-2-1183-16</inkml:trace>
  <inkml:trace contextRef="#ctx0" brushRef="#br0" timeOffset="19947.62">4805 7543 1264 0,'0'0'489'16,"0"0"-275"-16,0 0-113 15,0 0-78-15,0 0 154 0,0 0-82 16,0 0-3-16,116-91-6 15,-91 91-84-15,0 26 39 16,-8 13 8-16,-7 16-41 16,-10 9 147-16,0 6-140 15,-21-2 1-15,-6-6 43 16,5-12-59-16,2-11 35 16,6-15-35-16,6-11 6 15,6-6-42-15,2-7 36 16,0 0-10-16,8-19-11 15,17-23-10-15,6-17-111 16,7-16-86-16,1-9-140 16,-6 8 151-16,-12 14 171 15,-9 20 46-15,-12 22 347 16,0 18-172-16,-18 2-63 0,-9 22-98 16,0 14-4-16,6 8 160 15,11 6-140-15,10 4 2 16,2 1 19-16,29-6-51 15,12-7 0-15,6-10 0 16,7-9-121-16,24-19 19 16,-13-4-267-16,-13 0-475 0</inkml:trace>
  <inkml:trace contextRef="#ctx0" brushRef="#br0" timeOffset="20116.64">5455 7625 1881 0,'0'0'388'16,"0"0"-141"-16,0 0-230 16,0 0 6-16,133 20 21 15,-88-11-43-15,-1 5 21 16,-4 4-22-16,-20 10-174 16,-11-6-133-16,-9-2-533 0</inkml:trace>
  <inkml:trace contextRef="#ctx0" brushRef="#br0" timeOffset="20246.66">5320 7911 1677 0,'0'0'801'15,"0"0"-708"-15,0 0-58 0,154 0-35 16,-51-14-189-16,-18-1 8 16,-10 1-685-16</inkml:trace>
  <inkml:trace contextRef="#ctx0" brushRef="#br0" timeOffset="21848.21">6825 7308 1099 0,'0'0'281'0,"0"0"-165"0,0 0-33 16,0 0 57-1,0 0-49-15,0 0-42 0,0 0 82 16,-27 45 27-16,17-17-40 16,-2 2-27-16,1-6-83 15,5-6 59-15,0-6-67 16,6-7 0-16,0-4 48 15,0-1-42-15,0 0 38 16,19-1-32-16,5-14-4 16,7-3-16-16,5 2-50 15,-3 6 28-15,-4 8-8 16,-4 2 38-16,-7 14-2 16,-7 18-17-16,-9 6 38 15,-2 8 35-15,-2-2-54 16,-16-2 0-16,-6-3 29 15,-3-5-18-15,-2-6 0 0,-2-8-11 16,2-5 16-16,-2-10-62 16,0-5-1-16,-1-22-161 15,8-12-33-15,6-8-514 0</inkml:trace>
  <inkml:trace contextRef="#ctx0" brushRef="#br0" timeOffset="22165.23">6811 7273 1228 0,'0'0'633'0,"0"0"-469"16,0 0-153-16,143-8 117 16,-89 8-95-16,4 5-15 0,-2 6 64 15,-1-1-76-15,-8 1 5 16,-5-6-11-16,-5 1 19 16,-14-4-13-16,-4-2-6 15,-9 0 0-15,-5 0 62 16,-5 0-32-16,0 0 7 15,0 8-37-15,0 9 19 16,0 10-11-16,0 12-8 16,0 7 0-16,0 4 89 15,0 0-79-15,-5-3 18 16,3-1-28-16,0-9 24 16,0-7-15-16,0-7-9 15,2-9-64-15,0-11 0 0,0-3-34 16,0-3 76-16,16-50-20 15,1-1-505-15,4-6-142 0</inkml:trace>
  <inkml:trace contextRef="#ctx0" brushRef="#br0" timeOffset="22336.18">7527 7307 696 0,'0'0'1052'0,"0"0"-659"16,0 0-383-16,0 0-10 15,0 0 129-15,-18 108-67 16,10-65 10-16,1 5-60 15,1-2 16-15,3-4 7 16,0-5-35-16,3-12-46 16,-2-7-3-16,0-10-130 15,-13-8-42-15,1-5-35 16,-1-18-320-16</inkml:trace>
  <inkml:trace contextRef="#ctx0" brushRef="#br0" timeOffset="22484.23">7316 7187 1478 0,'0'0'334'0,"0"0"-133"16,118-28-84-16,-64 22-54 15,-2 6-63-15,0 0-26 16,6 4 2-16,-14 10-205 16,-7-3-332-16</inkml:trace>
  <inkml:trace contextRef="#ctx0" brushRef="#br0" timeOffset="22951.66">6504 7849 1545 0,'0'0'562'16,"0"0"-395"-16,0 0-136 16,0 0 0-16,0 0 35 15,174 16 2-15,-51 1-34 16,30 4 116-16,10-3-149 0,-25-3 33 15,-35-6-12 1,-38-5 10-16,-10 0-32 0,7-3 0 16,25 3-166-16,-12 0-49 15,-20-4-602-15</inkml:trace>
  <inkml:trace contextRef="#ctx0" brushRef="#br0" timeOffset="23413.22">7099 8078 1207 0,'0'0'891'16,"0"0"-756"-16,0 0-28 16,0 0-107-16,0 0 0 15,-147 21 38-15,110 16 22 16,8 10 23-16,6 10 6 15,14 4-88-15,9-1 136 16,5-5-137-16,22-7 0 0,10-10 40 16,8-14-38-16,4-10 7 15,-2-11-9-15,-9-3 19 16,-11-12-40-16,-17-15 21 16,-10-7-71-16,-13 0 44 15,-24 0-89-15,-13 8 7 16,-6 10-17-16,-17 16-163 15,15 0-7-15,13 4-1187 0</inkml:trace>
  <inkml:trace contextRef="#ctx0" brushRef="#br0" timeOffset="24056.35">8013 8017 684 0,'0'0'1314'0,"0"0"-1023"16,0 0-142-16,0 0-143 15,0 0 17-15,161 0 28 16,-99 0-51-16,0-6-11 15,-2-2 1-15,-6-2-119 16,2-11-16-16,-16 3-237 0,-13 0-372 16</inkml:trace>
  <inkml:trace contextRef="#ctx0" brushRef="#br0" timeOffset="24237.54">8392 7774 1570 0,'0'0'257'0,"0"0"-155"16,0 0-46-16,-31 123-8 16,22-71 130-16,0-1-111 15,5 4-27-15,4-3-40 16,0-3-12-16,11-8-108 16,11-12-146-16,1-15-412 0</inkml:trace>
  <inkml:trace contextRef="#ctx0" brushRef="#br0" timeOffset="24613.28">8919 7662 1483 0,'0'0'403'0,"0"0"-159"0,0 0-190 15,0 0 36 1,0 0 44-16,-12 106-52 0,1-60 103 15,0 5-131-15,2 2-53 16,0-2 59-16,3-7-54 16,3-4-6-16,3-6 0 15,0-8-39-15,0-3 30 16,0-12-170-16,20-11-64 16,0 0 69-16,5-23-168 0</inkml:trace>
  <inkml:trace contextRef="#ctx0" brushRef="#br0" timeOffset="24815.99">9130 7718 1803 0,'0'0'292'15,"0"0"-152"-15,0 0-131 16,-116 31 5-16,76 4 115 16,11 8-59-16,9 4 49 15,16 6-51-15,4-1-50 16,13-2 76-16,25-8-94 15,11-9-1-15,15-8-35 16,8-11 27-16,30-14-128 16,-19-2-142-16,-12-15-404 0</inkml:trace>
  <inkml:trace contextRef="#ctx0" brushRef="#br0" timeOffset="25580.12">9616 7770 664 0,'0'0'864'0,"0"0"-798"16,0 0-33-16,0 0 59 15,0 0-4-15,0 0 54 16,0 0 72-16,-31-16-183 16,38 2-31-16,11 0-64 15,3 3 59-15,2 6 5 16,-5 5 14-16,-7 0 1 15,-11 22 51-15,0 14-27 16,-25 10 84-16,-23 10-33 0,-20 2-67 16,-5-3 109-16,0-7-132 15,10-14 0-15,14-12 6 16,18-14-5-16,15-8 19 16,16 0-20-16,0-10-90 15,20-14 46-15,16 0-93 16,7 4 76-16,1 9 61 15,-2 11 6-15,-1 0 43 16,-2 9-27-16,1 11-21 16,5 0 133-16,4-6-128 15,4-5 22-15,5-6 17 0,5-3-24 16,-1-6-37-16,-4-18 16 16,-6-7-143-16,-12-4 116 15,-11-3-102-15,-11 2-17 16,-9 7 75-16,-7 7 71 15,-2 11 165-15,0 6-49 16,0 5-100-16,0 2 42 16,-5 20-42-16,-1 9-2 15,4 5 90-15,2 0-72 16,0-1 47-16,0-6-79 16,4-7 1-16,5-8 17 15,1-7-18-15,2-7-12 16,1 0 4-16,5-14-68 15,0-19-95-15,4-5-213 16,-1-6-191-16,-4 3 335 0,-1 10 240 16,-5 10 205-16,-7 11 343 15,-4 10-354-15,0 0-51 16,0 12-122-16,0 16 58 16,0 7 148-16,-4 5-193 15,2 2 11-15,2-2 4 16,0-5-38-16,0-9 14 15,0-6-25-15,2-8-103 16,-2-7 85-16,0-5-141 16,-22-17 52-16,-12-17-261 15,-8-5-1592-15</inkml:trace>
  <inkml:trace contextRef="#ctx0" brushRef="#br0" timeOffset="25688.1">10011 7587 2029 0,'0'0'520'0,"0"0"-337"0,140-63-183 15,-64 42 6-15,7 10-32 16,28 2-124-16,-20 5-179 16,-17 0-860-16</inkml:trace>
  <inkml:trace contextRef="#ctx0" brushRef="#br0" timeOffset="34081.15">5031 9472 925 0,'0'0'855'16,"0"0"-694"-16,0 0 56 15,0 0-115-15,0 0-62 16,0 0 127-16,0-58-133 0,0 50 23 16,0 1 3-1,2-4-58-15,13 4 22 0,8-2-24 16,6 4 0-16,4 3-50 15,3 2 50-15,-1 0 0 16,4 12-18-16,-2 3 36 16,-1 6-33-16,-1-3 15 15,-1-1-45-15,-3-3 7 16,0-5-68-16,-2-4-52 16,-2-5-31-16,-7 0-33 15,-5 0-1-15,-3 0-87 16,-3 0 17-16,-3 0 151 15,2-2 142-15,0 2 13 16,3 0 110-16,5 0-22 16,6 0 45-16,23 0-81 0,-5 0-65 15,1 0-85-15</inkml:trace>
  <inkml:trace contextRef="#ctx0" brushRef="#br0" timeOffset="34321.18">6323 9314 1257 0,'0'0'562'16,"0"0"-445"-16,0 0-82 16,0 0-25-16,0 0 50 0,0 0-36 15,-127 76 2-15,90-38 63 16,3 3-79-1,3-4-10-15,7-6 0 16,5-4-52-16,11-10-27 0,8-13-94 16,0-4-151-16,0 0-82 0</inkml:trace>
  <inkml:trace contextRef="#ctx0" brushRef="#br0" timeOffset="34448.44">6346 9465 1303 0,'0'0'279'15,"0"0"-129"-15,0 0-67 16,131 20-11-16,-84-11-72 16,18 3-91-16,-11-7-65 0,-6-5-766 15</inkml:trace>
  <inkml:trace contextRef="#ctx0" brushRef="#br0" timeOffset="34644.98">7046 9457 719 0,'0'0'1269'0,"0"0"-1065"16,0 0-87-16,0 0-70 15,0 0 6-15,143-11-4 16,-68 11-31-16,14 0 25 16,25 0-43-16,31 0-34 15,26 0 15-15,-1 0-104 16,-43 0-231-16,-40-3-326 0</inkml:trace>
  <inkml:trace contextRef="#ctx0" brushRef="#br0" timeOffset="36811.17">2683 10333 1239 0,'0'0'320'0,"0"0"-260"0,0 0-22 16,0 0 90-1,0 0-30-15,0 0 107 0,0 0-121 16,54-31-83-16,-27 8 32 15,2-5-27-15,-3-2 7 16,-3 2-13-16,-8 3 10 16,-8 4 60-16,-7 5 1 15,0 3-28-15,-27 5 13 16,-11 8-45-16,-6 0-11 16,-5 12 0-16,2 22 9 15,9 10 31-15,16 12-40 16,12 4 53-16,10 7 40 15,12-6-61-15,17 0 27 16,5-9-55-16,-5-8 20 16,-8-5 27-16,-9-7-51 15,-12-3 0-15,-14 2 3 0,-28-2-2 16,-16 0 28-16,-9-7-29 16,1-10 7-16,8-12-23 15,13 0 16-15,20-22-39 16,20-13 8-16,8-14-144 15,40-1-9-15,19 0 49 16,13 7-45-16,6 16 165 16,-3 13-23-16,-5 11 38 15,-12 3 96-15,-10 8-34 16,-13 13 65-16,-11 4-63 16,-10 4-48-16,-5-1 154 0,-8-1-147 15,-2-2-8-15,0-5 3 16,-2-6-18-16,3-7-40 15,1-7-109 1,14-13-106-16,-3-15 101 0,6-11-811 0</inkml:trace>
  <inkml:trace contextRef="#ctx0" brushRef="#br0" timeOffset="37128.06">3212 10455 1390 0,'0'0'594'15,"0"0"-506"-15,0 0 152 16,2 137-108-16,-2-81 41 15,0-1-89-15,-2-9-61 16,-2-7 90-16,1-13-113 16,3-12 0-16,0-6 6 0,0-8 12 15,0 0 11-15,5-8-29 16,12-24-38-16,14-17 37 16,8-14-141-16,5-3 7 15,5 5 49-15,-5 15 86 16,-4 18 7-16,-5 18-7 15,-10 10 15-15,-2 6 68 16,-7 20-68-16,-7 8 33 16,-7 7 19-16,-2 3-66 15,0 0 38-15,-4-2-39 16,-5-8-82-16,2-8 22 16,2-18-193-16,3-6-96 15,2-2-171-15</inkml:trace>
  <inkml:trace contextRef="#ctx0" brushRef="#br0" timeOffset="37445.08">3742 10444 1796 0,'0'0'499'15,"0"0"-484"-15,0 0-3 16,0 0 136-16,16 104-24 16,-16-62 8-16,-10 4-12 15,-3-5-113-15,5 0 68 16,1-12-75-16,4-8 0 15,3-9-43-15,0-10 43 16,0-2-12-16,18-10 1 16,5-20-87-16,2-14-20 15,-6-11-58-15,-3-3-160 0,-7 4 127 16,-9 13 209-16,0 18 14 16,0 17 279-16,0 6-241 15,0 15 33-15,0 19-34 16,0 6-33-16,20 6 108 15,18-2-119-15,20 0-7 16,15-7-41-16,48-14-154 16,-18-11-140-16,-10-10-1083 0</inkml:trace>
  <inkml:trace contextRef="#ctx0" brushRef="#br0" timeOffset="37652.93">4732 10582 763 0,'0'0'1559'0,"0"0"-1314"15,0 0-115-15,0 0-58 16,0 0-23-16,0 0-33 16,0 0 10-16,131 24-1 15,-83-6-25-15,-6 0-115 16,-16 12-19-16,-10-6-185 15,-16-5-242-15</inkml:trace>
  <inkml:trace contextRef="#ctx0" brushRef="#br0" timeOffset="37778.21">4723 10782 1846 0,'0'0'625'0,"0"0"-444"0,0 0-157 16,0 0 91-16,118 11-115 15,-24 3-122-15,-12-3-127 16,-8-3-593-16</inkml:trace>
  <inkml:trace contextRef="#ctx0" brushRef="#br0" timeOffset="38345.15">6279 10281 2054 0,'0'0'371'16,"0"0"-371"-16,0 0 0 15,0 0 12-15,0 0-12 16,129-103 0-16,-95 56-1 16,-3-6-91-16,-7 1-127 15,-5 2 24-15,-11 6 98 16,-6 7 97-16,-2 16 59 16,0 12 220-16,0 9-115 15,-12 11-157-15,-5 25 55 16,-1 16-27-16,3 12-34 0,6 9 144 15,2 8-144 1,3 0 1-16,4-5-2 16,0-6-11-16,0-10-32 0,-15-4-147 15,-1-17-281-15,-4-16-359 0</inkml:trace>
  <inkml:trace contextRef="#ctx0" brushRef="#br0" timeOffset="38494.34">5895 10599 1982 0,'0'0'565'16,"0"0"-415"-16,0 0-124 16,119 0 93-16,-26 0-119 15,39 0 24-15,29 0 10 16,-12 0-34-16,-29 0-26 16,-9 0-42-16,-48 2-216 0,-8 1-324 15</inkml:trace>
  <inkml:trace contextRef="#ctx0" brushRef="#br0" timeOffset="38961.6">6304 10955 789 0,'0'0'833'0,"0"0"-680"16,0 0 37-16,0 0 79 16,0 0-137-16,0 0 37 15,0 0-75-15,-25-38-9 16,25 25-57-16,4 1 7 16,9 2-22-16,4 5-13 15,1 2-6-15,-3 3-37 16,1 4 43-16,-5 18 0 15,-9 13-14-15,-2 6 31 16,-7 8 62-16,-15 2-79 16,1-2 7-16,9-9 10 15,12-8-17-15,2-6 0 16,42-9-1-16,21-2 19 0,17-9-35 16,3-4 17-1,-11-2-6-15,-21 0-13 0,-24 0 19 16,-27 9 0-16,-4 6 0 15,-42 9 1-15,-21 11 51 16,-9 2-52-16,3-1-3 16,11-1-37-16,18-9 5 15,19-9-149-15,17-10-397 0</inkml:trace>
  <inkml:trace contextRef="#ctx0" brushRef="#br0" timeOffset="39109.71">7498 10610 2442 0,'0'0'0'0,"0"0"-346"16,0 0 5-16</inkml:trace>
  <inkml:trace contextRef="#ctx0" brushRef="#br0" timeOffset="43327.08">1756 13191 1051 0,'0'0'365'0,"0"0"-159"16,0 0 60-16,0 0-73 15,0 0-60-15,0 0 6 16,-2-75-97-16,2 65-2 15,0 2-26-15,0 0 7 16,0 5 60-16,0 0-59 16,0 1-9-16,-2 2 65 15,2 0-59-15,-2 0 26 16,0 0-39-16,2 0 18 16,0 0 32-16,0 0-56 15,0 0 0-15,0 0-19 16,10 0 20-16,17 0-1 0,13 2 0 15,14 8 9 1,10 2-28-16,5 0 19 16,3 3-97-16,12-3-93 0,-18-3-298 15,-18-4-349-15</inkml:trace>
  <inkml:trace contextRef="#ctx0" brushRef="#br0" timeOffset="43592.13">1752 13210 2046 0,'0'0'360'0,"0"0"-171"16,0 0-140-16,0 0-47 15,0 0 144-15,142-10-125 16,-62 1-14-16,8 0-7 16,1 3-49-16,-4 2-24 15,8 4-155-15,-20 0-338 16,-15 0-226-16</inkml:trace>
  <inkml:trace contextRef="#ctx0" brushRef="#br0" timeOffset="43824.18">2610 12954 1564 0,'0'0'199'16,"0"0"-105"-16,0 0-36 15,0 0 61-15,0 0-18 16,33 147-11-16,-62-92 55 15,-11 1-143-15,-9-3 4 16,-7-4-6-16,-4-5-21 16,-22-13-100-16,12-16-244 15,10-15-750-15</inkml:trace>
  <inkml:trace contextRef="#ctx0" brushRef="#br0" timeOffset="44015.16">1547 12779 1930 0,'0'0'337'16,"0"0"-299"-16,-96 139-37 15,63-63 97-15,14 8-89 16,17 2 22-16,2 3-27 16,33-3-4-16,19-7-8 15,46-1-206-15,-11-20-172 16,-4-20-1101-16</inkml:trace>
  <inkml:trace contextRef="#ctx0" brushRef="#br0" timeOffset="45110.96">3559 12823 992 0,'0'0'367'0,"0"0"-156"16,0 0-26-16,0 0 45 0,0 0-51 15,0 0 0 1,0 0-133-16,-11-22-26 0,11 22 15 15,0 0-35-15,0 4-18 16,0 19 10-16,0 13 16 16,0 12 38-16,-2 11-46 15,0 13 0-15,0 3 103 16,-2 7-102-16,0 5 0 16,0-3 30-16,0 2-22 15,0-4 34-15,-1-2-43 16,1 2 1-16,-4-1 20 15,0 1-21-15,-1-5 0 16,1 3-5-16,-4-10 27 16,5-2-20-16,-1-10-2 15,1-8 0-15,2-6-12 16,1-5 12-16,-1-6 0 16,3-1-7-16,-2-6 27 0,2-1-20 15,0-6 0-15,-1-2 0 16,3-7-40-16,0-2 40 15,0-4-41-15,0-4 40 16,0 2-5-16,0-2-6 16,0 0 12-16,0 0 0 15,0 0-15-15,0 0 15 16,0 0 0-16,0 0 10 16,0 0 9-16,0 0 21 15,0 0-26-15,5 0-7 16,14-2 59-16,10-6-66 15,14-4 0-15,11 2-1 16,8-4 20-16,3 5 29 16,1 0-48-16,-1 5 0 15,-7 4-20-15,-9 0 20 0,6 0-126 16,-14 0-152-16,-12 0-661 0</inkml:trace>
  <inkml:trace contextRef="#ctx0" brushRef="#br0" timeOffset="45626.5">3524 12761 1984 0,'0'0'344'16,"0"0"-133"-16,0 0-44 16,0 0-134-16,0 0-15 15,0 0 1-15,127-6 8 16,-63 21 12-16,10 4-39 0,2 3-70 16,33 6-68-1,-20-5-364-15,-9-11-558 0</inkml:trace>
  <inkml:trace contextRef="#ctx0" brushRef="#br0" timeOffset="46128.81">4917 12661 1570 0,'0'0'334'16,"0"0"-221"-1,0 0-35-15,0 0 87 0,0 0-128 16,120 4 6-16,-99 31 43 16,-8 6-39-16,-9 9 103 15,-4 5-88-15,0 0-54 16,-9 0 83-16,-7-7-91 15,1-9 0-15,5-12 3 16,0-10 21-16,8-10-12 16,2-5-12-16,0-2 0 15,0-2 12-15,0-26-12 16,18-18-121-16,4-15-63 16,4-8-92-16,1-3-42 15,-4 12 163-15,-10 14 155 0,-8 17 306 16,-5 19 22-16,0 10-149 15,-10 7-132-15,-7 25-39 16,-1 5 51-16,9 3-35 16,9 3-15-16,0-3 61 15,18-4-70-15,15-3 0 16,12-3 0-16,9-7-68 16,23-15-62-16,-12-6-374 15,-7-2-645-15</inkml:trace>
  <inkml:trace contextRef="#ctx0" brushRef="#br0" timeOffset="46324.21">5669 12739 1960 0,'0'0'557'0,"0"0"-433"15,0 0 54-15,0 0-178 16,0 0 0-16,0 0 27 15,0 0-6-15,147 45-24 16,-105-33 3-16,-9 1-128 16,-22 6-26-16,-8-4-438 15,-3-3-235-15</inkml:trace>
  <inkml:trace contextRef="#ctx0" brushRef="#br0" timeOffset="46443.25">5567 12962 1358 0,'0'0'648'0,"0"0"-463"15,0 0 86-15,126 14-198 16,-61-6-64-16,37-2-18 16,-13-2-255-16,-14-4-822 0</inkml:trace>
  <inkml:trace contextRef="#ctx0" brushRef="#br0" timeOffset="48476.46">6959 12671 811 0,'0'0'411'0,"0"0"-203"16,0 0-70-16,0 0 18 16,0 0-91-16,0 0 50 15,0 0 61-15,31-49-54 16,-27 42 85-16,-4 1-112 15,0 2-28-15,0 4 27 16,-11 0-80-16,-20 0 0 16,-18 14-14-16,-14 14 6 0,-5 10 23 15,-1 6-29 1,6 4 1-16,12-6 46 0,15-3-37 16,16-9-4-16,16-6-6 15,4-9 13-15,16-5-32 16,21-8 19-16,19-2-46 15,9-9 4-15,4-24-138 16,-3-10-1-16,-3-7-97 16,-7-7-54-16,-14 1-7 15,-8 6 264-15,-15 12 75 16,-7 14 341-16,-8 11 45 0,-4 11-131 16,0 2-249-16,0 11 48 15,0 17 40-15,-2 8-59 16,0 5 49-16,2 0 37 15,0-1-87-15,4-4 29 16,9-3-63-16,5-8 12 16,0-2-51-16,0-11 39 15,-2-6-89-15,1-6 48 16,4-8-39-16,3-21-21 16,5-9-173-16,0-4-47 15,-3 4 60-15,-5 11 245 16,-10 13 16-16,-6 14 169 15,-5 5-125-15,0 28 220 16,0 6-31-16,-12 5-145 16,-3-1 100-16,1-7-140 15,3-9-23-15,5-10-5 16,4-7 1-16,-1-6 5 0,3-4-26 16,0 0 1-16,7-22 85 15,18-17-86-15,12-11-64 16,7-6 33-16,8-2 9 15,0 5-2-15,-4 12 24 16,-3 12 0-16,-7 18-43 16,-5 11 43-16,-2 0-170 15,9 28-95-15,-6 2-79 16,-2-7-518-16</inkml:trace>
  <inkml:trace contextRef="#ctx0" brushRef="#br0" timeOffset="48676.43">7971 12617 1280 0,'0'0'410'0,"0"0"-271"16,0 0 1-16,-114 12 64 15,69 16-62-15,6 6 9 16,12 6-90-16,14 1-50 16,13-2 81-16,0 0-91 15,27-6-1-15,17-3 0 16,14-9-84-16,11-14-12 15,38-9-241-15,-18-19-340 16,-11-9-131-16</inkml:trace>
  <inkml:trace contextRef="#ctx0" brushRef="#br0" timeOffset="49080.35">8455 12535 1273 0,'0'0'628'15,"0"0"-336"-15,0 0-224 16,0 0 24-16,0 0-92 15,-141-9 0-15,104 42 108 16,6 4-83-16,12 8 45 16,13 3 27-16,6 2-72 15,4 0 96-15,21-4-121 16,2-2 7-16,-4-7 28 16,-4-7-26-16,-11-5-9 15,-8-8 0-15,0-3 13 16,-13-2-13-16,-16-6 0 0,-2-6-18 15,2 0-16-15,11-14-17 16,16-21-93-16,2-9-105 16,33-5-374-16,16-1 331 15,3 9 292-15,-4 12 154 16,-2 10 164-16,-11 15-62 16,-6 4-82-16,-6 8-49 15,-8 19-102-15,-7 2 161 16,-4 7-132-16,-4 1-45 15,0-5 59-15,0-4-65 16,0-9 3-16,0-4-4 16,0-10-159-16,0-5 78 15,6-17-119-15,5-12-106 0</inkml:trace>
  <inkml:trace contextRef="#ctx0" brushRef="#br0" timeOffset="49376.34">8805 12700 1780 0,'0'0'224'0,"0"0"10"16,-5 111-27-16,-9-63-88 16,-3-3 85-16,1-5-173 15,3-8-30-15,4-8 29 16,4-12-18-16,3-7-12 16,2-5 0-16,0 0 20 15,23-21-70-15,14-16 4 0,15-9-206 16,10-2 91-1,3 2-95-15,-5 11 256 0,-11 10 71 16,-9 17 85-16,-11 8 118 16,-6 0-198-16,-3 24-50 15,-5 8 19-15,-2 7-34 16,1 1 8-16,1 1-19 16,6 6-143-16,-1-12 19 15,-3-12-443-15</inkml:trace>
  <inkml:trace contextRef="#ctx0" brushRef="#br0" timeOffset="49809.56">9801 12485 1661 0,'0'0'820'0,"0"0"-820"15,0 0-13-15,0 0 13 16,0 0-4-16,76-109-11 0,-58 67-68 15,-5-4-214-15,-2 0 165 16,-4 0 81-16,-5 8 51 16,0 9 149-16,0 10 22 15,-2 9 88-15,0 10-162 16,0 0-66-16,0 14-52 16,0 22 60-16,0 14-39 15,-4 16 73-15,-5 8-72 16,-2 7 34-16,0 1-35 15,0-2-86-15,-7 5 26 16,3-18-313-16,-1-23-557 0</inkml:trace>
  <inkml:trace contextRef="#ctx0" brushRef="#br0" timeOffset="49958.34">9496 12901 2172 0,'0'0'381'0,"0"0"-308"15,0 0 73-15,145 0-146 16,-76 0 6-16,8 0-6 16,8 0-42-16,25-13-129 15,-23-1-499-15,-20-1-1092 0</inkml:trace>
  <inkml:trace contextRef="#ctx0" brushRef="#br0" timeOffset="50528.12">9770 13090 59 0,'0'0'1475'0,"0"0"-1299"15,0 0-52-15,0 0-64 16,0 0 26-16,0 0 52 15,0 0-20-15,-16 0-25 16,14 0 20-16,0-1-31 16,2-1 105-16,0 2-170 15,0-3-7-15,0 3 51 16,-3 0-50-16,3 0 10 16,0 0-21-16,0 0 24 0,0 0-26 15,0 0 2-15,0 0-1 16,0 0-20-16,0 0 30 15,0 0-9-15,0 0 0 16,0 0 13-16,0 0 2 16,0 0-15-16,0 0 0 15,0-2-15-15,7 2 15 16,3 0-9-16,-2 0 8 16,-1 0-15-16,-3 0-36 15,-4 16 52-15,0 8-5 16,0 8 5-16,-15 5 0 15,-3-2 28-15,5 2-28 0,8-5 18 16,5-4-24 0,26 0 6-16,24-2 0 0,12 1 0 15,5-4 13-15,-9 0-13 16,-15 0 0-16,-22 0 1 16,-21 3-48-16,-13-1 47 15,-38 8 0-15,-20 1-14 16,-45 7-11-16,16-7-144 15,17-11-409-15</inkml:trace>
  <inkml:trace contextRef="#ctx0" brushRef="#br0" timeOffset="51147.3">10599 12874 1041 0,'0'0'698'0,"0"0"-321"16,0 0-126-16,0 0-92 16,0 0 16-16,0 0-163 15,0 0-4-15,103-5 60 16,-52 5-66-16,2 0-2 16,-1 0 0-16,-1 0-43 15,-2 0-20-15,-2-18-191 16,-13-1-261-16,-13-4-284 0</inkml:trace>
  <inkml:trace contextRef="#ctx0" brushRef="#br0" timeOffset="51310.18">10962 12665 895 0,'0'0'888'0,"0"0"-725"16,0 0 48-16,-29 112 32 15,16-57-184-15,2 3-58 16,0 2 55-16,4-2-56 15,7-6-1-15,0-8-63 16,11-22-226-16,12-12-9 16,4-10-1126-16</inkml:trace>
  <inkml:trace contextRef="#ctx0" brushRef="#br0" timeOffset="51572.87">11464 12521 1644 0,'0'0'348'0,"0"0"-322"15,0 0-13-15,0 0 142 16,-18 116 16-16,5-66-85 16,-1 1 119-16,3-2-142 15,0-1-62-15,2-2 59 16,0-7-50-16,3-5-1 15,4-8-9-15,2-9-70 16,0-8 69-16,0-9-200 16,26-16 19-16,5-18 49 15,3-10-748-15</inkml:trace>
  <inkml:trace contextRef="#ctx0" brushRef="#br0" timeOffset="51748.65">11654 12621 1431 0,'0'0'337'0,"0"0"-206"15,0 0 33-15,-127 125 112 16,100-78-160-16,11 3-24 16,16 0 23-16,0-2-80 15,22-5-2-15,18-7-33 16,14-8 17-16,15-10-70 16,36-18-25-16,-16-4-203 15,-11-18-432-15</inkml:trace>
  <inkml:trace contextRef="#ctx0" brushRef="#br0" timeOffset="52797.89">12077 12719 1534 0,'0'0'693'0,"0"0"-588"16,0 0-47-16,0 0 26 15,0 0-50-15,0 0 42 16,0 0-76-16,38-62 2 15,-27 52 74-15,-4 5-42 16,-5 5 0-16,-2 0-34 16,0 13 6-16,-6 9-27 0,-12 4 21 15,-5-3 0 1,-2-2 24-16,4-7-24 0,2-8 0 16,4-6 22-16,1 0-3 15,8 0 1-15,0-2-20 16,6-12-25-16,0-6-23 15,0-2-13-15,12 0-39 16,7 3 58-16,-2 0-2 16,-3 7 24-16,-3 2 20 15,-5 5 0-15,-2 4 11 16,0 1-11-16,-4 0 0 16,0 0-1-16,0 0 7 15,0 0-33-15,0 0 26 16,-4 0 1-16,0 0-4 15,2 0 4-15,0 0 0 0,2 0-5 16,0 0 30 0,2 0-41-16,12-12 16 0,-1 4-19 15,-1 0 19-15,-8 4 29 16,-2 4 6-16,-2 0-35 16,0 21 26-16,-18 14 26 15,-13 5 14-15,-13 8-65 16,-10 0 93-16,-4-4-93 15,4-7-1-15,10-13 0 16,15-9 27-16,13-8-19 16,11-7-8-16,5 0 0 15,14-3-53-15,18-9-54 16,7 2 48-16,3 6 50 0,-1 4 18 16,-1 0 31-16,-7 9-40 15,3 7 1-15,-3-2 56 16,6-2-50-16,1-6 8 15,2-6-15-15,3 0 12 16,-1-13-48-16,-3-13-40 16,-4-7-89-16,-8-6 102 15,-4 1-50-15,-8 2 73 16,-5 6 40-16,-3 9 36 16,-7 10 226-16,-2 7-217 15,0 4-29-15,0 0-4 16,0 15 12-16,0 6 44 0,0 9 11 15,0 3-65 1,0 1 71-16,2-1-85 16,2-1 0-16,1-6-3 15,1-3 3-15,-1-11-21 0,2-6-28 16,-3-6-74-16,5 0 104 16,5-20-6-16,3-14-352 15,3-12 12-15,1-11-156 16,0-1 19-16,-3 3 502 15,-5 9 17-15,-3 19 811 16,-6 13-254-16,-4 14-407 16,0 0-116-16,0 24-18 15,-2 14 19-15,-12 10 56 16,3 7-108-16,1 1 112 16,0-3-112-16,1-2 0 0,5-10 10 15,2-6-10-15,2-12-12 16,-2-8-57-16,0-11-151 15,-14-14 84-15,1-19-187 16,-8-9-1584-16</inkml:trace>
  <inkml:trace contextRef="#ctx0" brushRef="#br0" timeOffset="52917.24">12526 12390 2111 0,'0'0'476'0,"0"0"-385"16,173-39-91-16,-84 32-8 15,43 2-20-15,-23 0-219 0,-16-3-538 16</inkml:trace>
  <inkml:trace contextRef="#ctx0" brushRef="#br0" timeOffset="54409.25">4765 14454 529 0,'0'0'1085'16,"0"0"-844"-16,0 0 17 16,0 0-118-16,0 0-35 15,0 0-105-15,0 0 12 0,74-50 40 16,-56 50-52-1,-2 14 0-15,-3 18 35 0,-9 13 20 16,-4 12 63-16,0 1-41 16,-11 0-75-16,-7-8 105 15,-2-7-101-15,5-11-6 16,4-13 12-16,3-6 6 16,8-9-16-16,0-4-2 15,0 0-59-15,12-14 37 16,15-21-90-16,19-49-241 15,-6 4-30-15,-3 2-408 0</inkml:trace>
  <inkml:trace contextRef="#ctx0" brushRef="#br0" timeOffset="54554.93">5000 14382 1637 0,'0'0'528'0,"0"0"-389"16,0 0-41-16,0 0-43 0,-89 130 97 16,79-76-66-16,10 0-62 15,0 0 94-15,27-2-111 16,18-6-2-16,13-6-5 15,9-9-65-15,37-19-9 16,-17-10-215-16,-11-2-369 0</inkml:trace>
  <inkml:trace contextRef="#ctx0" brushRef="#br0" timeOffset="54733.61">5481 14516 1609 0,'0'0'843'0,"0"0"-562"0,0 0-246 16,0 0-10 0,0 0 18-16,0 0-42 0,125 59-1 15,-87-36 0-15,-3 1-146 16,-16 6-13-16,-11-6-337 16,-8-6-240-16</inkml:trace>
  <inkml:trace contextRef="#ctx0" brushRef="#br0" timeOffset="54846.27">5423 14797 1945 0,'0'0'499'16,"0"0"-474"-16,0 0 12 15,0 0-37-15,183 1-168 16,-110-1-210-16,-4 0-1483 0</inkml:trace>
  <inkml:trace contextRef="#ctx0" brushRef="#br0" timeOffset="55124.16">6304 14512 1908 0,'0'0'551'15,"0"0"-541"-15,0 0-10 16,0 0 0-16,0 0 40 15,0 0 24-15,-18 128 3 16,9-74 27-16,3 1-93 0,2-6 25 16,4-1-26-1,0-7 35-15,0-10-57 0,0-8 22 16,10-11-124-16,1-12-14 16,7-17-68-16,-3-20 30 15,1-7-515-15</inkml:trace>
  <inkml:trace contextRef="#ctx0" brushRef="#br0" timeOffset="55288.2">6435 14543 1587 0,'0'0'827'0,"0"0"-725"15,0 0-48-15,0 0-33 16,0 0-20-16,-6 136 71 16,-6-81-53-16,3 4 14 0,3-1-33 15,1-5 1-15,3-7-46 16,2-17-62-16,-4-20-166 15,-1-9-226-15,-2 0-683 0</inkml:trace>
  <inkml:trace contextRef="#ctx0" brushRef="#br0" timeOffset="55454.36">6001 14382 2318 0,'0'0'335'0,"0"0"-260"15,120-8-41-15,-55 8-23 0,6 0-22 16,9 14 2 0,2 2-153-16,34 10 7 0,-22-6-172 15,-14-6-289-15</inkml:trace>
  <inkml:trace contextRef="#ctx0" brushRef="#br0" timeOffset="55619.73">6817 14811 1637 0,'0'0'656'0,"0"0"-605"15,0 0 119-15,0 0-19 16,127 26-129-16,-65-20-7 16,27-3-15-16,-14-3-298 0,-16 0-455 15</inkml:trace>
  <inkml:trace contextRef="#ctx0" brushRef="#br0" timeOffset="56362.14">8118 14534 1614 0,'0'0'259'0,"0"0"-215"16,-142 67 106-16,72-14 15 15,1 5-93-15,7-4 111 16,15-1-139-16,18-11-35 15,18-12 45-15,11-8-53 16,9-8 19-16,29-11-20 16,16-3 6-16,8-14-22 15,2-23-197-15,14-47-158 16,-16 7 2-16,-12 4-212 0</inkml:trace>
  <inkml:trace contextRef="#ctx0" brushRef="#br0" timeOffset="56514.46">8118 14534 1568 0,'69'-51'358'0,"-69"62"-299"0,0 19-11 15,0 12 112-15,-7 12 21 16,3 6-68-16,4 0-58 16,0-3 99-16,0-8-145 15,7-8-9-15,8-12 45 16,3-6-43-16,0-12-4 16,2-8-38-16,3-3-109 15,10-38 49-15,-4-7-415 16,-4 0-180-16</inkml:trace>
  <inkml:trace contextRef="#ctx0" brushRef="#br0" timeOffset="56725.38">8423 14762 576 0,'0'0'707'16,"0"0"-205"-16,0 0-341 15,-15 139 18-15,2-95-5 16,3-16-77-16,4-10 9 16,2-6-94-16,4-12 3 0,0 0 145 15,0-8-87-15,6-18-2 16,17-14-71-16,10-8-62 15,9-8 51-15,7 1-34 16,7 3-120-16,-2 13 116 16,-1 10-59-16,-6 15-8 15,7 14-96-15,-17 0-90 16,-5 14-282-16</inkml:trace>
  <inkml:trace contextRef="#ctx0" brushRef="#br0" timeOffset="56899.33">8929 14614 1288 0,'0'0'400'0,"0"0"-135"15,0 0-59-15,-98 125-28 16,82-76-82-16,12 2-77 16,4-3 80-16,10-6-99 15,25-4-21-15,43-20-33 16,-6-9-264-16,-1-9-475 0</inkml:trace>
  <inkml:trace contextRef="#ctx0" brushRef="#br0" timeOffset="57578.2">9521 14488 2043 0,'0'0'239'16,"0"0"-146"-16,0 0-93 15,0 0 0-15,-133 67 95 16,104-22-40-16,12 5 28 16,5 0 3-16,10 4-57 15,2 3 96-15,0-7-125 16,8 0 15-16,0-4 33 16,-1-9-48-16,-5-6 0 15,-2-13 0-15,-2-6 26 16,-19-6-11-16,-6-1-15 15,2-5 0-15,0-11-32 0,9-15 32 16,16-15-58-16,0-8-122 16,29-3-137-16,14 2 63 15,5 13 180-15,2 17 74 16,-4 16 184-16,-5 4-64 16,-8 17 2-16,-6 15-18 15,-8 4-85-15,-5 7 151 16,-5-2-110-16,-7-1-27 15,0-10 52-15,-2-5-84 16,0-10 14-16,0-4-15 16,0-11 18-16,5 0-34 15,2 0 16-15,4-5-42 16,11-19 42-16,14-10-265 16,10-2 15-16,8-4-38 15,4 10 89-15,-7 14 199 0,-9 14 102 16,-10 2 76-16,-14 18 19 15,-10 12-70-15,-5 5 1 16,-3-2-22-16,0-3-104 16,-7-8 124-16,1-12-126 15,1-1 0-15,5-9 22 16,0 0-21-16,0-5 19 16,15-19-20-16,19-5-169 15,13-8 72-15,7 3 12 16,-4 8 16-16,-5 10 68 0,-11 12 1 15,-12 4 3 1,-7 8-3-16,-6 16-37 0,1 6 23 16,-6-4-280-1,3-10-80-15</inkml:trace>
  <inkml:trace contextRef="#ctx0" brushRef="#br0" timeOffset="57803.71">10690 14247 2150 0,'0'0'628'0,"0"0"-557"16,0 0-50-16,0 0-21 16,0 0-10-16,0 0-16 0,0 130 26 15,0-70 0-15,0 11-7 16,0 1 31-16,0 4-48 15,0-2 1-15,0 7-221 16,0-23-11-16,0-16-575 0</inkml:trace>
  <inkml:trace contextRef="#ctx0" brushRef="#br0" timeOffset="57954.15">10414 14927 2302 0,'0'0'578'15,"0"0"-547"-15,0 0-2 16,141-23-10-16,-85 14-19 0,4 5-27 16,20-8-124-16,-14 2-416 15,-14-4-952-15</inkml:trace>
  <inkml:trace contextRef="#ctx0" brushRef="#br0" timeOffset="58658.47">10551 15194 363 0,'0'0'1177'0,"0"0"-1020"0,0 0-80 16,0 0-69-16,0 0-2 15,0 0 97-15,0 0-6 16,-8 0 72-16,6 0-23 16,2 0-66-16,-4 0 35 15,-1 0-115-15,1-4 23 16,0 0-17-16,-1 4-6 16,2-4 0-16,3 4 0 15,0 0 18-15,0 0 24 16,0 0-42-16,0 0 0 15,0 0-7-15,0 0 7 16,0 0 0-16,0 0-12 16,0 0 24-16,0 0-17 0,0 0 5 15,0 0 0 1,0 0-10-16,0 0 16 0,0 0-6 16,0 0 0-16,0 0 28 15,0 0 26-15,0 0-54 16,0 0 0-16,0 0 24 15,0 0-15-15,0 0-5 16,0 0 9-16,0 0 7 16,0 0 90-16,8-5-110 15,2 3 17-15,3 2-29 16,6 0 12-16,-3 0 0 16,-3 7-1-16,-7 11 2 15,-6 8-22-15,0 10 21 0,-13 4 0 16,-16 0 61-16,-4 1-54 15,6-2 12-15,11-7-19 16,14-6 18-16,2-2-21 16,29-2 3-16,16-1 0 15,5-3 2-15,-2 0-1 16,-8-5-1-16,-18 6 0 16,-18-1-3-16,-4 3-46 15,-33 12 49-15,-23 7-38 16,-35 14 11-16,8-6-186 15,14-18-285-15</inkml:trace>
  <inkml:trace contextRef="#ctx0" brushRef="#br0" timeOffset="59186.8">11301 14821 1347 0,'0'0'745'0,"0"0"-509"16,0 0-144-16,0 0 164 16,0 0-171-16,0 0-31 0,0 0 1 15,78 0-44-15,-31 0 29 16,4 0-40-16,-1-2-40 15,-4-2 11-15,-7 0-125 16,-6-14-82-16,-11 0-94 16,-13-5-413-16</inkml:trace>
  <inkml:trace contextRef="#ctx0" brushRef="#br0" timeOffset="59329.41">11602 14610 1079 0,'0'0'719'0,"0"0"-509"16,0 0-87-16,0 0 11 15,-48 162 29-15,29-88-139 16,3-2 1-16,3 1-25 0,7-9-13 16,6-10-41-1,0-18-212-15,6-18-237 0</inkml:trace>
  <inkml:trace contextRef="#ctx0" brushRef="#br0" timeOffset="59578.54">12001 14575 1590 0,'0'0'297'16,"0"0"-231"-16,0 0 179 0,-17 145-54 16,5-93-70-16,1 1 65 15,2-9-123-15,3-2-63 16,-1-3 44-16,4-13-44 15,3-5-10-15,0-10-20 16,0-6-123-16,7-5 59 16,24-22-87-16,0-14-308 15,1-8-919-15</inkml:trace>
  <inkml:trace contextRef="#ctx0" brushRef="#br0" timeOffset="59758.75">12184 14668 1657 0,'0'0'501'0,"0"0"-483"15,0 0 8-15,0 0 116 0,-123 116-85 16,99-70 139-16,10 1-126 16,8-6-51-16,6 0 66 15,0-6-75-15,27-4 13 16,15-9-23-16,18-8 30 16,16-9-74-16,37-10-118 15,-16-16-367-15,-13-11-577 0</inkml:trace>
  <inkml:trace contextRef="#ctx0" brushRef="#br0" timeOffset="60542.06">12561 14798 856 0,'0'0'354'15,"0"0"-231"-15,0 0-1 0,0 0 13 16,0 0 15-16,0 0 14 15,0 0 22-15,-16-10-44 16,16-8-116-16,10-3-20 16,5 2-6-16,3 3-38 15,1 10-14-15,-3 2 39 16,-3 4 13-16,-5 4 59 16,-8 20-59-16,-3 10 73 15,-29 11 60-15,-16 5-67 16,-14 5 30-16,-10 0-93 15,3-6 31-15,9-15-2 16,18-13-32-16,15-9 0 0,18-12-3 16,9 0 21-16,9 0-36 15,26-18-92-15,7 3-64 16,8 1 152-16,-3 7-4 16,-3 7 26-16,-4 0 83 15,-1 7-29-15,-6 4 5 16,0 4-39-16,3-10-5 15,3-3 54-15,4-2-69 16,6-7-16-16,0-19-49 16,1-11-136-16,-6-4-75 15,-4-6-41-15,-9 2-37 16,-6 9 196-16,-12 13 158 16,-6 5 282-16,-5 15 40 0,-2 3-201 15,0 8 33-15,-6 19 72 16,-8 6-115-16,3 10 123 15,0 1-177-15,6-4-7 16,3 0 6-16,2-8-43 16,0-6 36-16,7-8-49 15,6-12 0-15,5-4 2 16,0-2-2-16,4-12-21 16,1-19-33-16,0-15-129 15,12-37-54-15,-7 3-360 16,-6 13-590-16,-3 17 1187 15,-19 47 84-15,0 3 992 16,0 0-748-16,0 15-284 16,0 16 49-16,-7 11 23 15,-5 8-33-15,2 2 75 0,1 0-121 16,4-4-3-16,5-9 17 16,0-4-42-16,0-9 1 15,0-8-10-15,0-4-152 16,-3-14-11-16,-5-14-442 15,-7-12-550-15</inkml:trace>
  <inkml:trace contextRef="#ctx0" brushRef="#br0" timeOffset="60651.02">13095 14552 1892 0,'0'0'501'0,"143"-40"-315"15,-51 18-145-15,13 8-29 0,31-4-24 16,-39 10-296-16,-7-3-779 0</inkml:trace>
  <inkml:trace contextRef="#ctx0" brushRef="#br0" timeOffset="66291.52">8747 12235 916 0,'0'0'253'0,"0"0"-49"16,0 0-108-16,0 0-22 15,0 0 44-15,0 0-64 16,0 0 52-16,0-34-8 16,0 27-11-16,0-1 127 15,0-1-131-15,-9 2-59 16,-3 0 24-16,1-1-47 15,-4 0 16-15,-3 2-17 16,-2 1 0-16,-2-2-12 16,-3 4 12-16,-4-1 0 0,-2-1-12 15,-4 2 25-15,-4 1-8 16,-3-2-5-16,0 1 0 16,-3 3-10-16,-1-1 10 15,-2 1 0-15,2 0-15 16,1 0 34-16,-1 0-26 15,1 0 7-15,1 0 0 16,1 0-9-16,3 0 9 16,0 0 0-16,-1 0-18 15,4 0 42-15,-1 0-23 16,-3 0-1-16,1 0 0 16,3 0-14-16,-4 0 14 0,3 0 0 15,3 0-9-15,-1 0 31 16,5 0-22-16,0 0 0 15,0-3 0-15,0 3-6 16,-3-1 6-16,1 1 0 16,-4 0-16-16,0 0 38 15,-1 0-21-15,-2 0-1 16,-1 0 0-16,4 0-14 16,-1 5 14-16,0 4 0 15,2-1-8-15,5 1 26 16,0 1-14-16,4 0-4 15,-2 1 0-15,1 3-14 16,-4-3 14-16,-2 6 0 16,1 0-14-16,0 0 29 0,1 3-15 15,1-2 0-15,4-1 0 16,0 2-13-16,6-1 13 16,-2 0 0-16,3-2-11 15,1 3 35-15,0-4-28 16,1 3 4-16,3 2 0 15,1 1-23-15,1 1 23 16,2 2 0-16,2-2-10 16,2 1 26-16,1-2-22 15,1 1 6-15,1-3 0 16,2 2-10-16,-1-1 10 16,3 2 0-16,0 2-24 15,0 2 54-15,0 2-29 16,14 5-1-16,1 1 0 0,3 2 0 15,2 0 0-15,2-1 0 16,3 4 0-16,4-1 21 16,2 0-16-16,4 2-5 15,8-2 0-15,2 3-8 16,8-6 9-16,5 1-1 16,9 0 0-16,7-4 19 15,4-1-8-15,6-3-11 16,6-4 0-16,1-1-3 15,5-4 3-15,2 1 0 16,-1-1-1-16,2-5 21 16,-3 3-20-16,-2-2 0 0,-5-6 0 15,-4 3-11-15,-6-4 19 16,0 2-8-16,-4-2 0 16,-3 1 14-16,-1-2-15 15,0 0 1-15,-3-5 0 16,-2-2 0-16,-3 0 7 15,-3 0 5-15,-2 0-3 16,-2-11 27-16,-3-3 16 16,3-2-52-16,-1-1 0 15,-1-4-9-15,0 1 15 16,-4-2-6-16,0 0 0 16,-6 0 12-16,-1 2 56 15,-5-3-63-15,-3 6 4 0,-4-1 43 16,0 2-51-16,-4-3 7 15,0 4-8-15,0-1 21 16,-4-1-14-16,-2 2-7 16,-3-2 0-16,-2 2-10 15,-3-1 25-15,-2-3-6 16,-1-3-9-16,-4 0 16 16,-6-5 2-16,0-4-18 15,0-7 0-15,-9-4-21 16,-11-4 39-16,-4-7-18 15,-1-1 0-15,-4-4 6 16,0-2-4-16,-7-2-2 16,-1 1 0-16,-11-2 5 0,-2-2-4 15,-8 6 51 1,-2 4-52-16,-1 6 24 0,1 8 0 16,4 7-24-16,0 10-3 15,5 4-21-15,0 7 2 16,0 10 11-16,-30 9-112 15,12 18-200-15,3 0-153 0</inkml:trace>
  <inkml:trace contextRef="#ctx0" brushRef="#br0" timeOffset="71756.8">18207 1476 1562 0,'0'0'253'16,"0"0"-41"-16,0 0-26 15,0 0-59-15,0 0 11 16,0 0-95-16,3-78 91 16,5 68-110-16,-3 3-24 15,-3 3 102-15,-2 4-69 16,0 0-1-16,0 0-32 16,0 18 7-16,0 13-23 15,0 8 16-15,-2 10 0 16,2-3-8-16,0-2 22 15,9-9-14-15,13-3 0 0,7-11-8 16,2-8-41-16,0-10 18 16,0-3-50-16,-2-16 69 15,0-17-73-15,-4-13 18 16,0-5-11-16,-3-5-4 16,-4 1 48-16,-5 9 50 15,-6 10-16-15,-3 16 126 16,-4 10-54-16,0 10-47 15,0 0-25-15,0 20-7 16,-2 24 7-16,-14 33 1 16,-1 39 40-16,-4 32 49 15,4 9-58-15,3-24 33 0,8-40-65 16,-3-36 13 0,2-11 6-16,-2-3-19 0,-4 0 0 15,-7-5-15-15,-5-12 41 16,-4-14-26-16,-7-8 0 15,-3-4 0-15,3-12-14 16,7-18 14-16,11-14 0 16,16-12-7-16,2-10 29 15,33-3-32-15,16 1 10 16,14 2 0-16,10 8-55 16,8 5 41-16,27-7-147 15,-19 14-18-15,-12 9-381 0</inkml:trace>
  <inkml:trace contextRef="#ctx0" brushRef="#br0" timeOffset="71928.95">19001 1407 1852 0,'0'0'519'0,"0"0"-482"16,0 0 31-16,0 0 29 15,116-14-50-15,-76 14 13 16,-5 0-60-16,-1 5-134 15,-10 6 67-15,-24 7-202 16,0-1-225-16,-17-3-423 0</inkml:trace>
  <inkml:trace contextRef="#ctx0" brushRef="#br0" timeOffset="72040.39">18987 1535 1440 0,'0'0'482'0,"0"0"-394"0,0 0-8 15,0 0 109 1,149 34-189-16,-41-34-38 0,-15 3-148 15,-6-3-347-15</inkml:trace>
  <inkml:trace contextRef="#ctx0" brushRef="#br0" timeOffset="72842.09">19867 1354 1795 0,'0'0'375'0,"0"0"-304"16,0 0-71-16,-162 51 161 15,106-12-90-15,8 5 26 16,12 2-15-16,14-6-82 16,12-1 70-16,10-8-70 0,0-7 1 15,21-7 8-15,10-6-9 16,6-11-14-16,8 0-27 16,2-18-162-16,-2-18-47 15,-3-10-92-15,-9-11-341 16,-4 2-261-16,-8 5 944 15,-9 11 889-15,-4 17-64 16,-8 14-517-16,0 8-137 16,0 11-171-16,0 18 0 15,-10 12 151-15,2 7-72 16,1 0 5-16,5 0-40 16,2-6-18-16,0-8 25 15,0-8-51-15,11-8 0 0,3-8-35 16,5-8 22-16,6-2-1 15,10-16-14-15,3-19-212 16,25-35 37-16,-6 4-348 16,-7 11-247-16,-12 14 752 15,-31 40 46-15,-5 1 670 16,0 8-463-16,-2 18-16 16,0 11 136-16,0 6-167 15,-4-1-70-15,-8-2 56 16,1-10-118-16,5-9-12 15,1-6-16-15,3-9 23 16,-1-6 18-16,1 0-40 16,2-8-1-16,0-19 61 0,10-14-61 15,16-8 0-15,14-4-8 16,7 1 8-16,4 10-53 16,1 11 53-16,-1 13-112 15,-6 14 3-15,-3 4-90 16,-5 0-25-16,0 12 4 15,-6 2-74-15,0-2-6 16,-2-8-68-16,-2-1 264 16,-5-3 104-16,-4 0 240 15,-7-3 86-15,-9-3-33 16,-2 1-61-16,0 0 77 16,-9 5-205-16,-16 0-85 15,-1 0 69-15,-6 19-27 0,5 6 16 16,6 5-7-1,11 7-70-15,10 0 100 0,0 0-100 16,25-2-29-16,20-6 29 16,10-7-73-16,13-8-39 15,30-14-117-15,-18-14-277 16,-13-12-399-16</inkml:trace>
  <inkml:trace contextRef="#ctx0" brushRef="#br0" timeOffset="73239.98">21387 1275 1974 0,'0'0'373'0,"0"0"-308"16,0 0-35-16,-117 9-4 15,79 17 11-15,4 8 130 16,11 10-107-16,9 6-15 16,9 1 44-16,5 3-64 15,0-1 32-15,0-3-57 16,9-6 17-16,-2-8-11 15,-4-10-6-15,-3-8-9 16,0-8-2-16,-16-6 19 16,-5-4-10-16,2 0 2 15,7-24-36-15,12-12-4 16,8-15-176-16,33-9-367 16,13 4-184-16,4 8 585 15,-5 16 182-15,-10 17 644 16,-12 15-341-16,-8 0-54 0,-8 19-145 15,-9 11 8-15,-4 9 17 16,-2 1-87-16,0-3 19 16,0-5-61-16,-2-6 15 15,0-6-26-15,2-11 11 16,0-4-92-16,14-14-38 16,10-16-60-16,3-8-322 0</inkml:trace>
  <inkml:trace contextRef="#ctx0" brushRef="#br0" timeOffset="73540.06">21718 1446 1721 0,'0'0'610'16,"0"0"-567"-16,0 0-3 15,-13 109 185-15,-2-63-130 0,-1-1-8 16,3-6-5 0,1-4-81-16,5-9 30 0,3-9-31 15,4-10 0-15,0-7-60 16,2 0 51-16,27-12-60 15,15-17-77-15,14-12-186 16,9-1-164-16,1 2 31 16,-10 12 465-16,-14 12 516 15,-13 11-129-15,-8 5-150 16,-8 5-78-16,-6 14-111 16,-4 10 31-16,-5 5-79 15,0 2 9-15,0 1 9 0,0-8-18 16,0-5-63-16,4-19-116 15,5-5-193 1,2-2-220-16</inkml:trace>
  <inkml:trace contextRef="#ctx0" brushRef="#br0" timeOffset="73744.27">22450 1416 1068 0,'0'0'1101'15,"0"0"-870"-15,0 0-205 16,0 0 41-16,-21 112 104 15,-5-64-65-15,-4 3 52 16,6-5-158-16,7-9 21 16,5-9-18-16,10-10-3 0,2-10-40 15,11-8-6 1,18 0-54-16,9-28-24 0,10-42-392 16,-7 5-204-16,-7-1-665 15</inkml:trace>
  <inkml:trace contextRef="#ctx0" brushRef="#br0" timeOffset="73848">22450 1416 1687 0,'111'10'723'0,"-109"-6"-663"16,2 17-36-16,4 12 139 16,4 6-120-16,11 10-16 15,8 1-27-15,36 6-76 16,-7-12-105-16,-2-18-488 0</inkml:trace>
  <inkml:trace contextRef="#ctx0" brushRef="#br0" timeOffset="73990.56">23127 1462 1846 0,'0'0'865'0,"0"0"-865"16,0 0-113-16,0 0-144 16,-58 136-17-16,31-86-671 0</inkml:trace>
  <inkml:trace contextRef="#ctx0" brushRef="#br0" timeOffset="74072.17">22942 1959 1879 0,'0'0'125'0,"0"0"-125"15,0 0-841-15</inkml:trace>
  <inkml:trace contextRef="#ctx0" brushRef="#br0" timeOffset="75508">24253 1016 1452 0,'0'0'475'0,"0"0"-204"16,0 0-49-16,0 0-146 16,0 0-9-16,0 0-67 15,0 0-12-15,-23 141 12 16,-6-11 54-16,-2-3 62 16,2-21-46-16,7-32-69 15,4-22 123-15,2 0-124 16,1 2 0-16,-1-4 25 15,7-17-14-15,5-16-7 16,2-9-4-16,2-5 0 0,0-3 11 16,0-11-11-1,15-22 0-15,19-18-20 0,8-7-81 16,8-2 78-16,-4 11-59 16,-6 10 52-16,-16 19-1 15,-7 10 31-15,-13 10 0 16,-4 0 22-16,0 2-13 15,0 19 23-15,0 4-16 16,0 5-4-16,0-1 66 16,6 3-78-16,25-5 0 15,17-6 13-15,12-7 11 16,13-13-48-16,8-1 22 16,-2-20-84-16,-2-14 66 15,-13-10-78-15,-12-2-17 0,-19 2 68 16,-20 9 47-16,-13 12 86 15,-7 12-67-15,-26 11 17 16,-10 0-32-16,-1 15 25 16,4 7-10-16,9-1 54 15,11-4-56-15,11-5 42 16,9-4-59-16,0-4 1 16,9 1-25-16,20 0 24 15,6-5-24-15,10 0 1 16,-1-5-80-16,-2-16 46 15,-5-4-41-15,-10 1 53 16,-14 9 44-16,-7 4 2 16,-6 11 24-16,0 0 0 0,-4 12-7 15,-9 12 56-15,1 3-7 16,6-1-59-16,4-4 106 16,2-5-105-1,0-3 6-15,8-3-10 0,17-3 19 16,8-2-47-16,10-4 23 15,6-2-113-15,0 0 65 16,-5-6-96-16,-6-4 77 16,-9 6 58-16,-13 4 9 15,-10 0 7-15,-6 8-7 16,0 9 0-16,-6 6 122 16,-5-3-100-16,-1-3 33 15,6-7 11-15,4-5-65 0,2-5 83 16,0 0-84-1,4 0 2-15,19 0-29 0,14-15 14 16,13-4-136-16,2-3 49 16,0 3 18-16,-12 8 64 15,-13 5 18-15,-11 6 0 16,-12 0 49-16,-4 8-40 16,0 10 18-16,0-1 28 15,-9-6-45-15,5-1 102 16,1-4-101-16,3-4 2 15,3-2 44-15,25 0-57 16,19 0-18-16,20 0-5 16,12-6-99-16,-2 0 104 15,-9 6-52-15,-16 0 47 16,-13 0-9-16,-20 12 32 0,-12 10-1 16,-7 5-18-16,-31 2-119 15,-11-5 61-15,0-9-405 0</inkml:trace>
  <inkml:trace contextRef="#ctx0" brushRef="#br0" timeOffset="75666.07">25077 1143 2076 0,'0'0'585'0,"0"0"-585"16,190-7-21-16,-60 30-10 0,28 21-121 15,-25-4-156-15,-23-6-520 16</inkml:trace>
  <inkml:trace contextRef="#ctx0" brushRef="#br0" timeOffset="76190.02">26297 1462 1879 0,'0'0'248'16,"0"0"-248"-16,0 0 0 15,0 102 125-15,0-62 6 0,0-2-20 16,-5-6-7-16,1-10-103 16,4-10 98-1,0-3-99-15,0-7 0 0,0-2 41 16,0 0-31-16,6-7-4 15,15-15-6-15,6-9-143 16,4-8 115-16,0 3 25 16,-4 4 3-16,-10 10 28 15,-3 8 3-15,-3 7 24 16,3 7-55-16,3 0 33 16,8 0-18-16,4 0-15 15,2 0 0-15,0 0 11 16,-4 0-4-16,-8 0-14 15,-2 0 2-15,-9 0-26 16,0 0-23-16,-6 0 42 0,-2 2-87 16,0 21 54-16,0 17 45 15,-18 32 33-15,-12 38 59 16,1 1-50-16,0-7 81 16,3-10-73-16,6-24-16 15,-2 3 41-15,1 1-75 16,6-16 37-16,5-16-37 15,4-12-70-15,4-14 68 16,2-12-168-16,6-24-38 16,17-20 69-16,6-13-1030 0</inkml:trace>
  <inkml:trace contextRef="#ctx0" brushRef="#br0" timeOffset="76757.2">27035 1448 2121 0,'0'0'327'15,"0"0"-269"-15,0 0-51 16,0 0-7-16,0 0 128 16,0 0-55-16,-43 133 20 15,37-94-93-15,1-3 25 16,5-10 10-16,0-6-35 16,0-8-5-16,11-9-2 15,10-3 2-15,5-11-13 16,8-17-121-16,-1-8-128 15,0 2 234-15,-8 6-105 0,-10 10 113 16,-7 11 18 0,-6 7 14-16,-2 2 51 0,0 21 66 15,0 3-46-15,0 4 117 16,0 2-154-16,2-4 9 16,7 0-13-16,4-6-25 15,1-4-6-15,-6-7-6 16,-1-6-24-16,-4-5 0 15,-1 0 24-15,2-16-28 16,3-10-22-16,8-4 50 16,5 0-14-16,11 2 14 15,3 8 0-15,3 8-21 16,0 7 22-16,-4 5-1 16,-6 0 29-16,-5 0-20 15,-6 0 11-15,-10 7-20 0,-6 5 0 16,0 6 27-16,-8 10-26 15,-17 6 37-15,-2 5-17 16,2 1-2-16,6-3 7 16,9-5-26-16,10-6 0 15,0-5-12-15,29-7 12 16,14-8 0-16,8-6-11 16,5 0-25-16,4-34 21 15,-13-3-160-15,-16 0-393 0</inkml:trace>
  <inkml:trace contextRef="#ctx0" brushRef="#br0" timeOffset="76949.88">27403 1239 1859 0,'0'0'691'16,"0"0"-620"-16,0 0-69 15,0 0-2-15,0 0 1 16,0 0-7-16,-21 138 6 16,-8-69-103-16,5-13-116 15,4-16-528-15</inkml:trace>
  <inkml:trace contextRef="#ctx0" brushRef="#br0" timeOffset="77094.1">27162 1435 2210 0,'0'0'321'16,"0"0"-208"-16,-52 113-113 15,15-17-6-15,1-7-150 16,9-17-997-16</inkml:trace>
  <inkml:trace contextRef="#ctx0" brushRef="#br0" timeOffset="77220.11">26959 2317 1190 0,'0'0'0'0</inkml:trace>
  <inkml:trace contextRef="#ctx0" brushRef="#br0" timeOffset="78360.7">28854 1171 1356 0,'0'0'322'16,"0"0"-217"-16,0 0 37 16,0 0 19-16,0 0 68 15,0 0-92-15,0 0-71 0,0-65 118 16,-9 49-163-16,-14 2-19 15,-10 2 5-15,-14 12 7 16,-13 2-16-16,-14 37 2 16,-17 36 0-16,11 9 51 15,8 13-35-15,17 4 14 16,30-21 31-16,12 5-60 16,13-12 53-16,7-9-54 15,24-14 12-15,11-12-34 16,8-11 22-16,2-17-45 15,4-10 23-15,0-10-53 16,0-24-19-16,-4-13-76 16,-8-3-75-16,-11 4 45 15,-13 12 200-15,-9 10 22 16,-9 14 183-16,-2 10-147 0,0 0-12 16,0 4-45-16,0 14-1 15,0 4 139-15,0 0-98 16,0-3 9-16,0-5-2 15,14-4-48-15,10-2 54 16,8-7-54-16,4-1 0 16,1-4-47-16,3-20 34 15,5-10-85-15,4-6 4 16,2-2-23-16,3 3 90 16,-2 8-26-16,-10 13 53 15,-11 12 60-15,-14 6-36 16,-7 6 10-16,-10 16 36 0,0 8-8 15,-19 6 80-15,-10 4-73 16,-4-3-53-16,4-3 74 16,6-9-90-16,8-6 0 15,7-9-2-15,6-5-23 16,2-5-7-16,0 0-141 16,19-3-13-16,33-38 68 15,6-1-505-15,-7 4-417 16,-9 8 766-16,-31 26 274 15,-9 4 1142-15,0 0-776 16,3 7-193-16,-2 10 32 16,-1 7-119-16,-2 6-25 15,0 3-41-15,0 0-3 0,0-3-34 16,-8-8-95-16,2-10-273 16,-3-12-285-16</inkml:trace>
  <inkml:trace contextRef="#ctx0" brushRef="#br0" timeOffset="78528.6">29399 962 2147 0,'0'0'471'0,"0"0"-438"16,0 0 4-16,0 0-37 15,119 93-46-15,-103-27-41 16,19 30-146-16,-1-14-79 15,3-20-876-15</inkml:trace>
  <inkml:trace contextRef="#ctx0" brushRef="#br0" timeOffset="78975.5">30481 1121 1932 0,'0'0'526'16,"0"0"-344"-16,0 0-182 15,0 0 9-15,0 0-2 16,0 0 19-16,-136 105 38 16,118-42 21-16,5 7-73 0,1 2 98 15,2 1-105 1,-4-5 8-16,-4-4 32 0,-6-4-34 16,-5-10-11-16,-5-9 0 15,-1-14 25-15,4-10-59 16,2-13 34-16,6-4-44 15,14-9 28-15,9-23-23 16,11-11-72-16,34-16-88 16,16-6-288-16,7 7 155 15,-3 10 95-15,-13 19 237 16,-15 18 250-16,-16 11-18 16,-11 4-58-16,-7 20-19 15,-3 6-58-15,0 5 104 16,0-3-133-16,-9-2-53 15,2-4 37-15,2-8-46 0,3-4-6 16,2-6 0 0,0-4-132-16,0-4 97 0,25-24-119 15,4-12-119-15,6-12-658 0</inkml:trace>
  <inkml:trace contextRef="#ctx0" brushRef="#br0" timeOffset="79305.89">30761 1323 1470 0,'0'0'742'0,"0"0"-590"15,0 0-130-15,0 0 51 16,-2 147 56-16,-19-87-39 16,-4 0 80-16,-2 0-123 15,2-5-45-15,7-12 32 16,5-11-28-16,7-11-12 0,4-9 3 16,2-11-53-16,0-1 20 15,13-5 6-15,16-27-100 16,16-11-93-16,10-6-73 15,10-2-269-15,-2 9 275 16,-11 14 290-16,-11 14 481 16,-12 14-194-16,-12 5-88 15,-5 21-28-15,-8 13-50 16,-4 7-6-16,0 2-15 16,-4 2-78-16,-10-1 80 15,1-10-102-15,4-7 0 16,2-9-28-16,5-9 16 15,2-10-54-15,0-11-83 16,6-16-61-16,13-9-130 0</inkml:trace>
  <inkml:trace contextRef="#ctx0" brushRef="#br0" timeOffset="79639.13">31455 1451 598 0,'0'0'1573'0,"0"0"-1405"16,0 0-114-16,-25 123 54 15,-4-70 74-15,-2 5-91 16,0-3 77-16,5-4-150 16,6-11-10-16,8-12 17 15,10-13-13-15,2-8-3 16,0-7-9-16,18 0 0 16,17-4-61-16,15-22 43 0,6-12-164 15,-1-12-42 1,-6-8-115-16,-9-1-51 0,-11 14 387 15,-11 13 3-15,-7 15 610 16,-9 13-483-16,0 4-83 16,3 4 7-16,2 20 29 15,8 13 56-15,8 9-109 16,12 3-6-16,12 1 31 16,4-3-52-16,7-7-45 15,4-11-62-15,-10-10-270 16,-19-16-1022-16</inkml:trace>
  <inkml:trace contextRef="#ctx0" brushRef="#br0" timeOffset="80223.42">29532 2247 1664 0,'0'0'855'15,"0"0"-637"-15,0 0-203 0,195 7 4 16,-2 5 93-16,47 2-102 15,27-2 5-15,-1-4-13 16,-23-8 31-16,-13 0-15 16,-21 2-18-16,-28 1 0 15,-33-3-45-15,-47 0-73 16,-34 0-631-16</inkml:trace>
  <inkml:trace contextRef="#ctx0" brushRef="#br0" timeOffset="85890.04">20963 2092 856 0,'0'0'758'0,"0"0"-703"15,0 0-21-15,0 0 33 16,0 0 50-16,0 0 43 15,15-35-12-15,-15 43-127 16,0 24-8-16,0 19 73 16,-9 18-31-16,-2 16 130 15,0 2-117-15,2 0-67 0,-3-7 53 16,6-14-48-16,4-8-3 16,2-12-3-16,0-9-92 15,0-4 34 1,2-14-243-16,4-11-345 0</inkml:trace>
  <inkml:trace contextRef="#ctx0" brushRef="#br0" timeOffset="86139.04">20878 2456 1642 0,'0'0'206'16,"0"0"-102"-16,38 103 75 0,-28-48-20 15,0 8 0-15,-1-2-10 16,1-3-112-16,7-5 109 16,5-11-140-16,9-10 7 15,13-14 49-15,12-18-55 16,13-2 32-16,12-32-39 16,1-17 24-16,0-14-81 15,12-37-33-15,-22 12-207 16,-19 11-430-16</inkml:trace>
  <inkml:trace contextRef="#ctx0" brushRef="#br0" timeOffset="87138.33">18691 3979 1629 0,'0'0'562'0,"0"0"-442"16,0 0 37-16,0 0-150 16,0 0 10-16,0 0-6 15,0 0 18-15,0-3-28 16,0 69 48-16,0 10-17 15,0 3 90-15,0-5-121 16,0-14 6-16,0-12-4 16,11-14 21-16,9-12-13 0,7-11-11 15,7-11 0-15,1-7-52 16,3-27 46-16,-5-16-46 16,-4-14-34-16,-4-14 29 15,-7-3 39-15,-5 6 4 16,-4 17 14-16,-7 23 124 15,-2 26-82-15,0 10-42 16,-13 56-6-16,-14 35 6 16,-4 34 65-16,2 17-38 15,6-21-21-15,10-28 81 16,9-34-86-16,0-12-1 16,-2 4 0-16,-2 0 30 15,-7-4-25-15,-6-9-5 0,-8-15 0 16,-11-12-24-16,-7-10 24 15,-1-2 0-15,5-20-1 16,12-20 30-16,15-8 9 16,16-8-38-16,0-2 0 15,36 1-6-15,12 7 6 16,16 7-18-16,5 4-31 16,4 6-137-16,25-1 44 15,-22 8-235-15,-9 3-420 0</inkml:trace>
  <inkml:trace contextRef="#ctx0" brushRef="#br0" timeOffset="87302.04">19348 4171 2070 0,'0'0'390'16,"0"0"-199"-16,0 0-191 15,0 0 1-15,0 0-5 16,118 0 4-16,-72 0 0 15,-7 6-80-15,-14 14-261 16,-12-4-60-16,-13-3-744 0</inkml:trace>
  <inkml:trace contextRef="#ctx0" brushRef="#br0" timeOffset="87422.28">19369 4299 1403 0,'0'0'920'0,"0"0"-791"0,0 0-129 15,0 0 53 1,0 0-39-16,153 12-14 15,-55-6-24-15,-11-2-290 0,-6-2-263 16</inkml:trace>
  <inkml:trace contextRef="#ctx0" brushRef="#br0" timeOffset="88255.02">20695 3938 1560 0,'0'0'498'15,"0"0"-251"-15,0 0-28 16,0 0-103-16,0 0 69 15,0 0-164-15,0 0-12 16,-51-42 0-16,26 42 12 16,-2 6-22-16,0 18 1 15,6 8 0-15,-2 10-2 16,5 8 2-16,7 5 0 0,7-1 12 16,4-2-3-16,0-6 6 15,0-4-15-15,2-8 0 16,4-8-6-16,-3-4 6 15,-3-3 0-15,-3-2-3 16,-23 0 18-16,-14 0 0 16,-4-1-15-16,1-5 0 15,5-8-42-15,9-3 42 16,15-1-28-16,14-21 26 16,0-15-116-16,39-5 18 15,17-2-31-15,8 2 100 16,7 10-16-16,-4 9 47 15,-7 10 0-15,-13 6 4 16,-13 7 36-16,-10 0 69 16,-9 11-84-16,-5 7-16 0,-8 5 86 15,-2 0-95-15,0 1 0 16,0-2-6-16,0-6 5 16,0-4-41-16,0-12-166 15,0-4-177-15,4-17 60 0</inkml:trace>
  <inkml:trace contextRef="#ctx0" brushRef="#br0" timeOffset="88588.37">20987 4110 1430 0,'0'0'619'0,"0"0"-552"16,0 0 119-16,-9 157-78 16,-6-99 82-16,1-6-69 0,3-6-84 15,-1-8 81-15,8-11-118 16,0-9 0-1,4-8 1-15,0-6 23 0,0-4-26 16,0-3 2-16,14-21-46 16,12-16 36-16,14-13-221 15,11-5 77-15,5 0 12 16,-2 15-22-16,-7 17 164 16,-7 16 25-16,-11 10 43 15,-7 6 89-15,-7 21-108 16,-4 2 46-16,-3 5 23 15,-6 2-75-15,-2 1 40 16,0-2-83-16,0-3 0 0,0-3-40 16,0-10-97-16,0-6-175 15,11-11-417-15</inkml:trace>
  <inkml:trace contextRef="#ctx0" brushRef="#br0" timeOffset="89383.13">21484 3896 1470 0,'0'0'628'0,"0"0"-394"16,0 0-65-16,0 0 120 0,0 0-160 15,0 0-41-15,0 0-4 16,85 0-84-16,-34 0-20 16,9 0-78-16,21 2-161 15,-15 2-68-15,-10-4-613 0</inkml:trace>
  <inkml:trace contextRef="#ctx0" brushRef="#br0" timeOffset="89607.57">22008 3778 1568 0,'0'0'0'0,"0"0"-232"16,38-112-117-16,-22 61 349 15,-6 5 220-15,-1 11 27 0,-4 8-3 16,-2 13 227-16,-3 12-231 15,0 2-51-15,0 23-189 16,-19 40 6-16,-12 44-38 16,-7 34 32-16,3 1-22 15,8-31 15-15,9-14-157 16,9-47-128-16,5-11-329 0</inkml:trace>
  <inkml:trace contextRef="#ctx0" brushRef="#br0" timeOffset="90005.75">22089 4173 1798 0,'0'0'273'16,"0"0"-207"-16,0 0-54 15,0 0-12-15,0 0 96 16,0 0-15-16,0 0 52 15,91 138-82-15,-91-94-27 16,0-1 148-16,0-9-149 16,0-7-2-16,-4-8-3 15,-2-8-1-15,6-7 0 16,0-4-17-16,0 0 0 16,12-8-60-16,15-21 5 0,8-18-265 15,3-7-13 1,-5-5-298-16,-4 1 37 15,-10 17 594-15,-11 15 650 0,-8 15 33 16,0 11-514-16,0 3-126 16,-13 21 54-16,4 10-9 15,4 6 43-15,5 4-92 16,9 2-26-16,32-2-2 16,12-5-11-16,38-12-119 15,-10-10-143-15,-15-14-805 0</inkml:trace>
  <inkml:trace contextRef="#ctx0" brushRef="#br0" timeOffset="90938.25">18395 3372 1495 0,'0'0'360'0,"0"0"-190"16,0 0-107-16,-3-108 71 16,-5 88-82-16,0 6-43 15,2 6 70-15,4 6-78 16,-3 2-1-16,3 6 0 16,-6 43-29-16,-2 50 29 15,-3 64 3-15,-1 35 8 16,1 11 38-16,-3-8-29 15,-1-29 23-15,-4-6 18 16,2-4-53-16,3-7 102 0,3-13-110 16,6-27 6-16,0-29-8 15,3-26 8-15,2-11-6 16,-1-3 0-16,3-4 8 16,0-7-44-16,0-15 36 15,0-11-21-15,0-7 8 16,0-2 26-16,18-2 1 15,18-16-14-15,13-5-23 16,19 0-13-16,38-1 7 16,47 10-5-16,70 12 22 15,45 2 24-15,22 2-1 16,9 10-2-16,-16-6 17 0,13-2 18 16,8-3-44-16,9-1 0 15,6 0 32 1,-4 0-16-16,-14 0-22 15,-18-5 6-15,-32-15-95 0,-29-6 87 16,-71 4-269-16,-47-1-254 0</inkml:trace>
  <inkml:trace contextRef="#ctx0" brushRef="#br0" timeOffset="91875.32">18303 3150 901 0,'0'0'1048'16,"0"0"-769"-16,0 0-193 16,0 0-12-16,118-26-48 0,9 10-18 15,58 2 149-15,31 1-131 16,14 6 23-16,-5 5 22 16,-11-3-62-16,7 4 70 15,8-1-79-15,6 0 17 16,-1 2-4-16,-5 0-13 15,-8 0 0-15,-12 4-9 16,-10 4 30-16,-7 5-28 16,-12 1 7-16,-4 5-20 15,-13 0-23-15,-14 1 21 16,-33-8-32-16,-29-1 15 0,-24-5-9 16,-12-2 26-1,2 0 16-15,1-2 6 0,-5-2-25 16,-15 0 25-1,-15 0 0-15,-9 0-5 16,-8 0 28-16,-2 0 41 0,0 0-28 16,0 0-35-16,0 0 74 15,0 0-75-15,0 0 0 16,0 0-12-16,0 0 37 16,0 0-64-16,0 4 38 15,0 6-38-15,0 12 3 16,0 14 27-16,0 17 9 15,0 15 0-15,-2 29 21 16,-19 33 12-16,-12 41-26 16,-9 14-5-16,-10-5 75 0,1-13-69 15,9-29-2-15,6-4-6 16,14-7 24-16,11-23-63 16,11-5-71-16,0-34-140 15,6-24-264-15</inkml:trace>
  <inkml:trace contextRef="#ctx0" brushRef="#br0" timeOffset="97571.13">19014 6641 1107 0,'0'0'580'0,"0"0"-415"16,0 0-8-16,0 0-22 0,0 0-64 15,0 0 116-15,0 0-159 16,0-10-22-16,0 6 69 16,0 2-34-16,0 1 30 15,0 1-61-15,0-3 16 16,0 1 68-16,0-4-94 15,0 0 0-15,0-2 12 16,2-1 6-16,-2 4-6 16,0 1-12-16,0 1 0 15,0 3 1-15,0 0-1 16,0 0 0-16,-11 0-20 16,-14 0 48-16,-8 19-45 15,-4 13 17-15,-1 12 0 0,9 11-16 16,11 5 16-16,13 1 0 15,5-1-6-15,9-4 25 16,20-7-5-16,6-9-14 16,4-6 0-16,-3-7 3 15,-10-3-3-15,-8-4 0 16,-14 2-15-16,-4 1 31 16,-19 4-25-16,-17 0 9 15,-5-3 0-15,8-7-12 16,6-11 12-16,12-6-26 15,15-16 24-15,0-30-196 16,31-20-134-16,18-15-255 16,11-4-101-16,5 4 627 15,0 16 61-15,-9 22 298 16,-12 24 40-16,-11 19-150 0,-8 11-19 16,-12 31-60-16,-9 14 51 15,-4 10 82-15,0 4-166 16,-2-3-5-16,-9-9 15 15,5-12-75-15,1-16 28 16,3-14-39-16,2-11 0 16,0-5-20-16,9-3 20 15,18-28-22-15,10-16-72 16,9-14-136-16,2-5-92 16,-1 6 22-16,-7 14 300 15,-9 24 60-15,-10 20 38 16,-13 4-46-16,-8 31 26 15,0 11 51-15,-6 5 78 16,-12-5-107-16,2-9-58 16,2-10 68-16,8-11-110 0,4-7 0 15,2-7 12-15,4 0 4 16,23-26-32-16,17-15-9 16,14-7-120-16,10-2 134 15,-1 8-13-15,-12 17 24 16,-8 13 3-16,-14 12 13 15,-13 15-29-15,-11 21 13 16,-7 9-147-16,-2 13 28 16,0-12-217-16,0-14-1075 0</inkml:trace>
  <inkml:trace contextRef="#ctx0" brushRef="#br0" timeOffset="97852.53">20608 6467 1258 0,'0'0'490'16,"0"0"-376"-16,0 0-25 15,-25 128 115-15,13-74 10 16,0 2-157-16,5-4 133 0,3-4-175 15,2-6 1 1,2-7 13-16,0-8-28 0,0-8-2 16,0-9-14-16,6-8-130 15,5-2 135-15,16-45-64 16,-2-8-262-16,2-10-430 0</inkml:trace>
  <inkml:trace contextRef="#ctx0" brushRef="#br0" timeOffset="98026.06">20824 6414 1408 0,'0'0'520'0,"0"0"-442"16,0 0 29-16,-2 127-31 15,-9-71 112-15,0 2-140 16,0-4-38-16,2-6 44 16,2-5-53-16,2-7-2 0,3-11-10 15,-2-6-165-15,-5-19-7 16,2 0-157-16,-6-6-186 0</inkml:trace>
  <inkml:trace contextRef="#ctx0" brushRef="#br0" timeOffset="98182.1">20434 6425 1674 0,'0'0'740'0,"0"0"-523"15,0 0-216-15,154-11 90 16,-80 11-91-16,8 0 0 15,5 0 3-15,-2 11-3 16,10 14-79-16,-18 1-213 16,-25-3-474-16</inkml:trace>
  <inkml:trace contextRef="#ctx0" brushRef="#br0" timeOffset="98400.15">20386 7240 1842 0,'0'0'653'15,"0"0"-498"-15,0 0-81 16,0 0-65-16,0 0 20 0,148-19-29 16,-74 2-34-1,4 0 10-15,2-2-132 0,9 1-74 16,-22 7-101-1,-22 0-699-15</inkml:trace>
  <inkml:trace contextRef="#ctx0" brushRef="#br0" timeOffset="99270.93">20744 7316 851 0,'0'0'1005'0,"0"0"-788"0,0 0-204 16,0 0 60-16,0 0-49 15,0 0 99-15,0 0 9 16,-13 0-89-16,13 0 3 15,0 0-46-15,0 0 0 16,0 0 21-16,0 0-20 16,0 0-1-16,0 0 20 15,0 0-5-15,0 0 6 16,0 0-21-16,0 0 0 16,0 0-15-16,0 0 15 0,0 0 0 15,0 0-9-15,0 0 26 16,0 0-28-16,0 0 11 15,0 0 0-15,0 0-12 16,0 0 12-16,0 0 0 16,0 0-7-16,0 0 31 15,0 0-18-15,0 0-6 16,0 0 0-16,0 0-12 16,0 0 13-16,0 0-1 15,0 0 0-15,0 0 16 16,-5 0-28-16,1 0 12 15,-1 3 0-15,-2-1-15 16,5-2 15-16,0 0 0 16,2 0-1-16,0 0 19 15,0 0-9-15,0 0-9 0,0 0 0 16,0 0 56-16,0 0-55 16,0 0 38-16,0 0-3 15,0 0-15-15,0 0 19 16,0 0-40-16,0 0 0 15,0 0-28-15,2 0 28 16,10 0 0-16,1 4-9 16,5 4 18-16,-1 1-20 15,-1 9 11-15,-3 1 0 16,-8 8-15-16,-5 2 30 16,0 6-15-16,-7-3 3 15,-8-1 40-15,1-7-22 16,8-3-21-16,6-7-30 15,0-2 10-15,27-2 2 16,12 0 18-16,11-1-1 0,0 3 24 16,-7 0-28-16,-9 2 5 15,-17 5-3-15,-12 5-27 16,-5 8 44-16,-22 6-14 16,-18 6 0-16,-10 2 31 15,-1-4-82-15,-5-4 7 16,14-11-193-16,13-15-251 0</inkml:trace>
  <inkml:trace contextRef="#ctx0" brushRef="#br0" timeOffset="99646">21761 6965 2314 0,'0'0'363'16,"0"0"-169"-16,0 0-145 16,0 0 72-16,0 0 38 15,0 0-90-15,0 0-23 16,133-19-46-16,-86 14-117 16,-7 5 111-16,-13 0-194 15,-18 7-105-15,-27 23-219 16,-22-2 48-16,-7 3-587 0</inkml:trace>
  <inkml:trace contextRef="#ctx0" brushRef="#br0" timeOffset="99736.97">21792 7145 1054 0,'0'0'620'0,"0"0"-363"0,0 0 83 15,0 0-63 1,149 36-226-16,-49-35-51 0,-13-1-20 16,-8 0-522-16</inkml:trace>
  <inkml:trace contextRef="#ctx0" brushRef="#br0" timeOffset="100403.61">23617 6471 1768 0,'0'0'536'0,"0"0"-349"16,0 0-92-16,0 0-72 0,0 0-9 16,0 0 21-16,65 110-5 15,-38-55 75-15,2 3-105 16,-2-7 0-16,0-3 0 16,-1-9-4-16,-4-11-21 15,-2-8-48-15,-4-10-124 16,6-10 6-16,-4-18-181 15,0-10-372-15</inkml:trace>
  <inkml:trace contextRef="#ctx0" brushRef="#br0" timeOffset="100608.23">24132 6363 1876 0,'0'0'604'0,"0"0"-604"15,0 0 6-15,0 0 14 16,-62 137 16-16,37-80 55 15,5 1-42-15,3-3-10 16,6-8-5-16,1-3-34 16,8-9-30-16,2-9 20 15,0-11-99-15,0-6-19 16,0-9-41-16,0-17-88 16,0-12 133-16</inkml:trace>
  <inkml:trace contextRef="#ctx0" brushRef="#br0" timeOffset="100764.05">24128 6275 1475 0,'0'0'580'0,"0"0"-433"15,129-14-6-15,-58 11-72 16,8-1-51-16,1 0 65 16,0 0-83-16,-4 2-37 15,7 2-38-15,-24 0-309 16,-14 0-586-16</inkml:trace>
  <inkml:trace contextRef="#ctx0" brushRef="#br0" timeOffset="101353.09">24545 6523 1219 0,'0'0'479'0,"0"0"-390"16,0 0 23-16,0 0 114 16,0 0-68-16,0 0-28 15,0 0-94-15,-25-8-2 16,23 4 20-16,2 0-54 16,0 2 0-16,0 2-3 15,0 0 16-15,0 0-13 16,0 0 0-16,0 0 0 15,0 0-1-15,-2 0 1 16,2 0 0-16,-2 0-17 16,2 0 38-16,0 0-18 0,0 0-3 15,0 0 0-15,0-2-10 16,0-1 10-16,0 0 0 16,0-4-20-16,0 2 49 15,0-1-32-15,9 1 3 16,10 2-29-16,4 3-29 15,1 0 55-15,-1 0 2 16,-2 5-15-16,-2 14 32 16,-11 3 3-16,-8 6-19 15,0 5 0-15,-11 4 119 16,-13 1-91-16,-3 0 8 16,8-1-2-16,7-6-20 15,12-1 5-15,0-4-19 0,12-1 0 16,11-4-7-1,4 0 7-15,-2-5 0 0,-9-2-12 16,-10-2-6-16,-6 4 17 16,-4 2-59-16,-25 8 22 15,-12 4 5-15,-25 10-86 16,8-8-205-16,9-8-342 0</inkml:trace>
  <inkml:trace contextRef="#ctx0" brushRef="#br0" timeOffset="101574.89">23711 7245 2096 0,'0'0'525'16,"0"0"-376"-16,0 0-108 15,0 0-40-15,125 0 102 16,-27 0-102-16,38 0 0 15,29 0-1-15,-10 0 24 16,-29 0-54-16,-42 0 16 16,-8 0-230-16,-13 0-96 15,-10-2-662-15</inkml:trace>
  <inkml:trace contextRef="#ctx0" brushRef="#br0" timeOffset="101987.09">24280 7467 1147 0,'0'0'547'15,"0"0"-452"-15,0 0 38 16,0 0 18-16,0 0-23 16,0 0 82-16,0 0-150 15,39-2-42-15,-12 2-18 0,7 0 25 16,-1 0 2-16,0 10-27 16,-6 10 0-16,-6 9 23 15,-17 4-15-15,-4 6 20 16,-13 3 48-16,-16 0-74 15,0-4 93-15,4-7-95 16,13-10 12-16,12-7-3 16,19-5 3-16,55-9-2 15,53-5-10-15,53-31 6 16,16-13-22-16,-40 6-203 16,-44 5-409-16</inkml:trace>
  <inkml:trace contextRef="#ctx0" brushRef="#br0" timeOffset="103869.95">19250 9013 1437 0,'0'0'488'15,"0"0"-328"-15,0 0 80 0,0 0-103 16,0 0-24-16,0 0 60 16,0 0-143-16,0-95-14 15,-37 95-16-15,-15 7 16 16,-10 23-38-16,-3 14 22 15,7 13 0-15,16 6 33 16,13 7-32-16,23 2 31 16,6-5-30-16,13-1 44 15,22-5-6-15,3-10-40 16,-2-8 0-16,-10-9-13 0,-8-7 13 16,-15-6-9-1,-3 1-18-15,-29-2 6 0,-16-2-18 16,-6-6 39-16,4-10-21 15,11-2-3-15,19-23 24 16,17-20-68-16,13-11-123 16,34-4-166-16,13 2 332 15,9 10 21-15,2 13 4 16,-6 15 134-16,-12 14-45 16,-8 4 1-16,-11 8 26 15,-12 20-99-15,-9 6 133 16,-4 5-121-16,-7 2-19 15,-2-2 48-15,0-5-49 16,0-10-7-16,0-10-2 16,2-6-5-16,6-8-49 0,7 0 38 15,12-8-100-15,15-20 9 16,11-11-268-16,10-5-299 16,1 5 391-16,-6 6 283 15,-11 17 310-15,-13 15-40 16,-12 1-105-16,-9 22 7 15,-11 14-48-15,-2 4 25 16,0 2-46-16,-8-3-63 16,-4-10 131-16,1-9-159 15,7-8-10-15,0-6 19 16,4-6-9-16,0 0 10 16,8-6-22-16,23-22-39 15,15-10-102-15,14-8-78 0,6 0 111 16,3 7-15-16,-6 13 123 15,-10 14 85-15,-13 12 37 16,-11 0-99-16,-8 19 89 16,-15 9-111-16,-6 6-1 15,0 1 23-15,0 0-7 16,-6-5-32-16,1-6-41 16,3-9-314-16,2-12-31 0</inkml:trace>
  <inkml:trace contextRef="#ctx0" brushRef="#br0" timeOffset="104269.92">20205 9064 2004 0,'0'0'579'16,"0"0"-519"-16,0 0 37 16,0 0-96-16,120 9-1 15,-53-4 0-15,33-5-135 16,-17 0-168-16,-12 0-424 0</inkml:trace>
  <inkml:trace contextRef="#ctx0" brushRef="#br0" timeOffset="104466.9">20829 8708 945 0,'0'0'686'16,"0"0"-289"-16,0 0-158 15,0 0-82-15,0 0-145 16,0 0 75-16,0 159-27 16,-3-89-41-16,-7 4-38 15,0 16 1-15,1-17-240 16,7-21-352-16</inkml:trace>
  <inkml:trace contextRef="#ctx0" brushRef="#br0" timeOffset="105171.71">21464 8930 1729 0,'0'0'325'16,"0"0"-325"-16,0 0-12 15,0 0 12-15,0 0 88 0,0 0 13 16,2 150 97 0,2-97-147-16,1 0-23 0,0-11 54 15,-1-9-75-15,3-12 20 16,-5-10-27-16,2-6 19 16,1-5 38-16,-1 0-57 15,6-14 0-15,2-21 0 16,5-14-78-16,2-20 11 15,4-11-53-15,1-7-10 16,1-3 62-16,4 9 28 16,2 14 40-16,-2 17 222 15,5 19-7-15,5 10-34 16,9 12-154-16,12 7 4 0,11 2 6 16,9 2-37-16,0 15 0 15,-4 5-15-15,-9 0-47 16,-13 5-41-16,-17 1-118 15,-14-6-340-15,-14-8-139 16</inkml:trace>
  <inkml:trace contextRef="#ctx0" brushRef="#br0" timeOffset="105719.96">22081 8895 1370 0,'0'0'396'16,"0"0"-291"-16,0 0 12 15,0 0 36-15,0 0-110 16,0 0 51-16,0 0-94 16,0 0 0-16,0 0 12 15,0 0 3-15,0 0 23 16,0 0-38-16,0 0 18 15,0 0 67-15,0 0-85 16,0 0 0-16,0 0-9 16,0 0 13-16,0 0-26 15,0 0 13-15,0 0 9 16,0 0-34-16,0 0 34 16,0 0 0-16,0 0 1 0,0 0 11 15,2 0 24-15,17 0-36 16,1 0 0-16,1 0 18 15,2 6-17-15,-5 6-1 16,-7 5 23-16,-7 6-9 16,-4 7 47-16,-8 4-35 15,-21 5-3-15,-7-3 135 16,1-2-157-16,8-8 19 16,9-4-20-16,13-5 29 15,5 2-52-15,21-1 23 16,16 3 0-16,11 0-8 15,0 2 8-15,-5-4 0 16,-12 1-10-16,-16-1-17 16,-15 2 18-16,0 7-128 15,-64 11 12-15,1-6-87 0,-1-8-565 0</inkml:trace>
  <inkml:trace contextRef="#ctx0" brushRef="#br0" timeOffset="105885.64">21217 9549 2096 0,'0'0'612'16,"0"0"-591"-16,0 0-9 15,145 20 140-15,-20-8-127 16,46 2-7-16,14-2-18 0,-11-2-39 16,-40-3 38-16,-34-2-233 15,-33-3-371-15,-27-2-916 16</inkml:trace>
  <inkml:trace contextRef="#ctx0" brushRef="#br0" timeOffset="106175.87">21765 9844 2002 0,'0'0'375'0,"0"0"-340"16,0 0 88-16,145 21-122 16,-118-3 4-16,-18 6 94 0,-9 13-66 15,-25 7 39-15,-27 6 37 16,-12 2-103-16,-3-4 152 16,11-10-149-16,19-11 8 15,20-9-17-15,17-6 0 16,41-2-57-16,75-6 56 15,76-4-65-15,42-32-25 16,-34-7-422-16,-39-2-1238 0</inkml:trace>
  <inkml:trace contextRef="#ctx0" brushRef="#br0" timeOffset="106458.84">23461 9529 1245 0,'0'0'1333'16,"0"0"-1036"-16,0 0-280 15,0 0 129-15,0 0-146 16,0 0 0-16,0 0-27 16,88 32 27-16,-53-10-126 15,-8-4-163-15,-16-4-530 0</inkml:trace>
  <inkml:trace contextRef="#ctx0" brushRef="#br0" timeOffset="106569.77">23241 9779 2160 0,'0'0'205'0,"0"0"-173"16,231 8-32-16,-125-8-247 16,-11-12-647-16</inkml:trace>
  <inkml:trace contextRef="#ctx0" brushRef="#br0" timeOffset="108093.07">24841 9085 1640 0,'0'0'402'0,"0"0"-129"16,0 0 6-16,0 0-104 16,0 0-22-16,0 0-144 0,0 0 29 15,0-21-46-15,0 21 8 16,2 16-15-16,3 12-6 15,2 8 42-15,-1 4-21 16,5 2 0-16,1-2-58 16,5-8 39-16,1-6-132 15,9-14-50-15,-2-8-135 16,-10-4-416-16</inkml:trace>
  <inkml:trace contextRef="#ctx0" brushRef="#br0" timeOffset="108272.83">25080 8995 1458 0,'0'0'844'0,"0"0"-736"16,0 0-24-16,0 0-84 15,0 0 0-15,0 0 81 0,0 120-46 16,0-69 23-16,0-2-58 16,0 0 0-16,0-6-44 15,0-8-24-15,-3-9-129 16,-5-12-167-16,-6-11-457 0</inkml:trace>
  <inkml:trace contextRef="#ctx0" brushRef="#br0" timeOffset="108440.66">24919 8961 1340 0,'0'0'754'0,"0"0"-430"0,0 0-238 15,165-38-13 1,-103 38-39-16,-2 0-13 0,-4 9-42 15,-11 16-1 1,-18 10-158-16,-27 26-32 0,0-6-185 16,-24-7-412-16</inkml:trace>
  <inkml:trace contextRef="#ctx0" brushRef="#br0" timeOffset="108592.97">24641 9551 920 0,'0'0'1062'15,"0"0"-908"-15,0 0-152 0,0 0 231 16,0 0-40 0,127 34-56-16,-54-29-114 0,14 0-23 15,42-5-9-15,-19 0-211 16,-15 0-417-16</inkml:trace>
  <inkml:trace contextRef="#ctx0" brushRef="#br0" timeOffset="109419.26">25031 9798 753 0,'0'0'709'16,"0"0"-584"-16,0 0-67 16,0 0 46-16,0 0 111 15,0 0-145-15,0 0 5 16,-16 0 80-16,16 0-66 16,0 0 8-16,0 0-49 15,0 0-23-15,0 0 24 16,0 0-49-16,0 0-3 15,0 0-23-15,0 0 27 16,0 0-1-16,0 0 0 16,0 0 7-16,0 0-13 15,0 0 6-15,0 0 0 16,0 0-13-16,0 0 25 0,0 0-12 16,0 0 0-16,0 0 22 15,0 0-13-15,0 0-9 16,0 0 0-16,0 0-17 15,0 0 23-15,-4 0-6 16,-3 0 0-16,0 0 1 16,2 2-8-16,3-2 7 15,2 0 0-15,0 0-9 16,0 0 24-16,0 0 9 16,0 0 17-16,0 0-39 15,-2 0 134-15,0 0-129 16,2 0-7-16,-2-4 39 0,2 1-33 15,0 3 18 1,0-2-24-16,0 2 10 0,0-2-8 16,8 2-2-16,4-2-12 15,1 2-8-15,1 0 31 16,-5 0-25-16,-3 2 5 16,-4 16 9-16,-2 8-38 15,0 6 38-15,-17 7 0 16,-8-2 46-16,1 0-46 15,5-7 30-15,9-2-30 16,8-4 0-16,2 0-3 16,2 0 3-16,20 0 0 15,5 3 6-15,0 0 8 0,-3-1 1 16,-8 1-15 0,-8 1 0-16,-8 2-24 0,0-1 24 15,-10 5 0-15,-13-8-11 16,0-3-75-16,4-23-80 15,5 0-346-15,10-12-975 16</inkml:trace>
  <inkml:trace contextRef="#ctx0" brushRef="#br0" timeOffset="109573">25993 9494 2555 0,'0'0'380'16,"0"0"-380"-16,0 0-280 0,0 0 80 16,0 0-53-16,0 0-623 0</inkml:trace>
  <inkml:trace contextRef="#ctx0" brushRef="#br0" timeOffset="132408.76">18314 11064 510 0,'0'0'308'16,"0"0"-227"-16,0 0-81 15,0 0-10-15,0 0-317 0</inkml:trace>
  <inkml:trace contextRef="#ctx0" brushRef="#br0" timeOffset="133816.59">18436 11006 1107 0,'0'0'344'0,"0"0"-197"16,0 0-73-16,0 0 91 15,0 0-110-15,0 0-37 16,0 0 48-16,0 0-53 16,0 0 31-16,0 0 3 15,6 0-29-15,0 0 32 16,5-3-50-16,3 1 0 16,3 0-15-16,6-3 16 15,4 4-1-15,4-2 0 16,6-1 21-16,3 1-18 0,5-4-3 15,0 2 0-15,0 1-16 16,-3-1 25-16,1 1-9 16,-4 3 0-16,-1 1 8 15,-3-2-5-15,1 2-3 16,3 0-1-16,-2-2-20 16,3 2 33-16,1 0-12 15,1 0 0-15,-2 0 7 16,3 0-4-16,-1 0-3 15,3 0 0-15,1 0-16 16,3-3 29-16,4-1-13 16,3 2 0-16,2-2 1 15,0 0 1-15,-2 0-2 16,0 0 0-16,-2 1-13 16,-2 0 32-16,2 2-21 0,0 1 2 15,0 0 0-15,0 0 5 16,5 0-5-16,-1 0 0 15,0 0-19-15,0 0 39 16,2 0-17-16,2 0-3 16,1 0 0-16,1 0-8 15,4 0 8-15,-2 0 0 16,5 0-13-16,4 0 28 16,0 0-11-16,0 0-4 15,4 0 0-15,-1 0-7 16,0 0 7-16,2 0 0 0,-2-3-12 15,2 3 30 1,-1-1-14-16,0 1-4 0,0 0 0 16,-2 0-1-16,-3 0 1 15,-5 0 0 1,0 1-11-16,-4 3 25 0,-2 0-10 16,1-2-4-16,1 2 0 15,-1-1-13-15,5-2 13 16,5 2 0-16,2-2 6 15,2-1 3-15,2 3 5 16,-2-3-14-16,3 0 0 16,-6 1 28-16,3-1-28 0,-2 2 0 15,2 0-6 1,4 3 23-16,7-1-25 0,5-1 8 16,24 1 0-16,25 3 17 15,25-2-17-15,3 0 0 16,-10-1 4-16,-19-4 13 15,-17 0 33-15,-3 0-50 16,-1 0 9-16,-1-6 69 16,-4-2-67-16,-14-1-11 15,-17 2 19-15,-15 0-10 16,-3-1 53-16,8 3-42 16,10-5-19-16,6 2 99 15,-6 0-99-15,-12 1 16 16,-6 4-17-16,-9 1 28 15,-6 2-26-15,-5 0-2 0,-1 0-166 16,-10 0-158-16,-12 0-1561 16</inkml:trace>
  <inkml:trace contextRef="#ctx0" brushRef="#br0" timeOffset="135832.87">19242 11506 1046 0,'0'0'353'0,"0"0"-168"16,0 0-173-1,0 0 21-15,0 0 128 0,0 0-107 16,0 0-6-16,60-14 27 16,-38 0-69-16,-2-4 124 15,-2 2-92-15,-7 4-27 16,-7-1 113-16,-4 6-30 16,0 0 1-16,-17 3-68 15,-14 3 24-15,-10 1-56 16,-3 4 5-16,-1 18-10 15,5 10-11-15,11 10 34 16,12 8-13-16,11 10 0 16,6 6 20-16,12 5 26 0,13-2-46 15,4-2 0 1,-5-7 48-16,-8-4-47 0,-14-4 7 16,-2-2-8-16,-23-4 22 15,-14-4 30-15,-7-7-52 16,1-12 0-16,9-10 9 15,10-13-7-15,13-10-4 16,11-32-26-16,17-19-183 16,30-13 114-16,18-8-27 15,11 0 41-15,2 10 77 16,-4 11 6-16,-10 22 41 16,-10 14 63-16,-14 20-79 15,-11 5 107-15,-10 15-108 16,-5 17 32-16,-10 8 35 0,-4 0-64 15,0 1 22-15,0-5-49 16,0-8 27-16,0-8-13 16,0-8-14-16,0-7-39 15,0-5-19-15,21 0-51 16,12-21 87-16,11-16-125 16,8-9-359-16,4-1 28 15,-6 9 361-15,-5 18 117 16,-9 20 233-16,-11 6-89 15,-10 28 40-15,-10 12 17 16,-5 2-57-16,0 1 58 16,-2-8-127-16,-12-7 31 15,3-12-8-15,2-10-80 16,4-5 19-16,5-7-37 16,0 0 0-16,7-12 29 0,25-23-29 15,16-13-173-15,10-5 58 16,9-2 7-16,-5 13 55 15,-6 18 22-15,-11 18 31 16,-13 6 5-16,-13 30-5 16,-13 16-14-16,-6 30 8 15,-10-9-229-15,-8-13-527 0</inkml:trace>
  <inkml:trace contextRef="#ctx0" brushRef="#br0" timeOffset="137801.53">21020 11522 13 0,'0'0'519'16,"0"0"-334"-16,0 0-135 16,0 0-11-16,0 0-39 15,0 0-8-15,0 0-23 16,0 0 24-16,-2 0 7 16,2 0 65-16,-2 0-23 15,2 0 29-15,-2 0-50 16,-1 0-21-16,-1 0-31 15,0 0-164-15,-3 0 59 16,0 0 126-16,0 0-139 0</inkml:trace>
  <inkml:trace contextRef="#ctx0" brushRef="#br0" timeOffset="139227.2">20918 11586 476 0,'0'0'91'0,"0"0"-80"15,0 0 14-15,0 0 92 16,0 0-45-16,0 0 42 16,0 0-13-16,-11-14 15 15,11 11-34-15,0 3-51 16,0 0-30-16,0-1 12 0,0 1-13 16,-2-2-6-1,0 0 5-15,2 2 1 0,-2-2 23 16,-2 0 12-16,4 2 8 15,0-2 47-15,0-1-48 16,0 0 21-16,0 1-18 16,0 0-10-16,0 0 25 15,0-1-40-15,0 0-13 16,0 1 50-16,0-2-55 16,-2 0 28-16,0 3-30 15,2-2 1-15,-2 3-2 16,2-3-1-16,0 3 2 15,-2-1-19-15,0 1 21 0,-1-2-4 16,-1 0 2 0,0 1-14-16,-4 1-4 0,0 0-209 15,-3 0-38-15,-1 0 48 16,4 3-20-16,1 0-348 0</inkml:trace>
  <inkml:trace contextRef="#ctx0" brushRef="#br0" timeOffset="139301.25">20918 11586 552 0</inkml:trace>
  <inkml:trace contextRef="#ctx0" brushRef="#br0" timeOffset="139313.24">20918 11586 552 0,'-100'-57'92'0,"100"57"-92"0,2 0-342 0</inkml:trace>
  <inkml:trace contextRef="#ctx0" brushRef="#br0" timeOffset="139683.94">20918 11472 939 0,'0'0'545'0,"0"0"-398"16,0 0 26-16,0 0 54 15,0 0-61-15,0 0-52 16,0 0-16-16,0 0-65 15,0-36 2-15,0 36-35 16,0 14-4-16,-9 16 4 0,-5 12 6 16,-1 4 30-16,1 1-3 15,3-2-23-15,3-7 29 16,1-3-39-16,2-7 12 16,3-4-1-16,2-2-11 15,0-4-4-15,0 0-5 16,0-4-70-16,4-6-41 15,10-4-80-15,15-13-25 16,-2-20-41-16,-5-9-1206 0</inkml:trace>
  <inkml:trace contextRef="#ctx0" brushRef="#br0" timeOffset="139905.03">21085 11442 1227 0,'0'0'607'0,"0"0"-430"0,0 0-145 15,0 0-25-15,0 0 51 16,0 0 52-16,-31 104-13 16,15-54-6-16,3 1-70 15,2-5 19-15,4-4-40 16,3-4 8-16,2-6-10 16,2-4 2-16,0-4-61 15,0-9-29-15,0-4-106 16,0-11-2-16,-5-8-87 15,-4-16-67-15</inkml:trace>
  <inkml:trace contextRef="#ctx0" brushRef="#br0" timeOffset="140085.9">20811 11407 1373 0,'0'0'477'0,"0"0"-197"16,0 0-21-16,0 0-113 15,0 0-66-15,0 0-23 16,142-107-57-16,-90 103 6 15,-1 4-8-15,-2 0 2 16,-4 4-36-16,-7 11-90 16,-14 7-89-16,-15 13-85 15,-9-6-202-15,0-4-433 0</inkml:trace>
  <inkml:trace contextRef="#ctx0" brushRef="#br0" timeOffset="140287.41">20590 11988 1307 0,'0'0'251'16,"0"0"-106"-16,0 0-29 15,0 0 54-15,0 0 149 16,0 0-175-16,147 53-47 16,-84-53-25-16,5 0-30 15,2-2 10-15,1-8-52 16,0 3-35-16,10 4-22 15,-19 3-242-15,-15-2-314 0</inkml:trace>
  <inkml:trace contextRef="#ctx0" brushRef="#br0" timeOffset="140681.31">20845 12305 1553 0,'0'0'686'0,"0"0"-471"16,0 0-96-16,0 0-7 15,0 0-79-15,0 0-32 16,0 0 18-16,58-77-13 15,-35 77-12-15,2 0 4 0,-7 10 2 16,-7 14 3-16,-11 7-3 16,0 8 0-16,-15 5 38 15,-10-2-37-15,-2-3 17 16,9-9-10-16,7-9-1 16,9-7 8-16,2 1-15 15,23-4 0-15,21 0-15 16,18-6 15-16,19-5-21 15,10 0-101-15,36-19-98 16,-19-5-98-16,-20-5-574 0</inkml:trace>
  <inkml:trace contextRef="#ctx0" brushRef="#br0" timeOffset="140892.84">22014 11927 2227 0,'0'0'460'15,"0"0"-399"-15,0 0-50 16,0 0-10-16,135-36 49 16,-93 36-50-16,2 0-33 15,-6 13-70-15,-11 13-156 16,-9-1-116-16,-18-7-762 0</inkml:trace>
  <inkml:trace contextRef="#ctx0" brushRef="#br0" timeOffset="141049.87">21981 12123 2074 0,'0'0'591'0,"0"0"-591"16,0 0 15-16,0 0 62 15,154 0-76-15,-74-4-1 16,10 0-63-16,41-3-174 15,-24-1-94-15,-13-5-577 0</inkml:trace>
  <inkml:trace contextRef="#ctx0" brushRef="#br0" timeOffset="141365.57">23082 12022 1724 0,'0'0'681'0,"0"0"-520"16,0 0-122-16,0 0 108 15,0 0-128-15,0 0-19 16,62-107 0-16,-41 71-41 16,-1-6 4-16,0-4-27 15,0-2-27-15,-2-2 55 16,-1 1-75-16,0 9 111 16,-7 11 9-16,-1 9 50 15,-4 8 90-15,-5 9-61 16,0 3-70-16,0 0-14 15,0 20-4-15,0 16 0 0,-9 16 0 16,-4 10 2-16,-3 11 52 16,3-1-54-16,-1 0 0 15,3-3 7-15,5-10-7 16,-1-4-22-16,7 5-93 16,0-14-140-16,0-15-335 0</inkml:trace>
  <inkml:trace contextRef="#ctx0" brushRef="#br0" timeOffset="141547.03">22901 12380 2094 0,'0'0'591'16,"0"0"-479"-16,0 0-30 15,0 0-73-15,150-4 9 0,-28-6-11 16,35-2-7-16,12-2-35 15,-11 2-65-15,-44 2-105 16,-41 0-268-16</inkml:trace>
  <inkml:trace contextRef="#ctx0" brushRef="#br0" timeOffset="141644.91">24436 12186 1667 0,'0'0'0'0,"0"0"-104"0</inkml:trace>
  <inkml:trace contextRef="#ctx0" brushRef="#br0" timeOffset="150496.75">24375 12011 1280 0,'0'0'346'16,"0"0"-187"-16,0 0-77 0,0 0 105 16,0 0 2-16,0 0-61 15,-6 0-25-15,6 0-41 16,0 0 1-16,6 0 53 15,7 0-88-15,8-1-6 16,6-4-22-16,8 5 0 16,5 0 5-16,3 0-5 15,3 0-20-15,1 6-5 16,3 6-102-16,0-1-63 16,13-4-110-16,-12-2-232 15,-13-5-596-15</inkml:trace>
  <inkml:trace contextRef="#ctx0" brushRef="#br0" timeOffset="150721.59">24355 12122 324 0,'0'0'1618'15,"0"0"-1293"-15,0 0-254 16,0 0 15-16,0 0 50 15,0 0-52-15,0 0-60 16,154-18-23-16,-89 10 24 16,6-1-25-16,-2 4-25 15,0 1-61-15,11-13-210 16,-15 3-99-16,-18-4-556 0</inkml:trace>
  <inkml:trace contextRef="#ctx0" brushRef="#br0" timeOffset="150878.93">25216 11767 1303 0,'0'0'662'16,"0"0"-619"-16,0 0 2 15,33 130 39-15,-33-70 37 16,0 6-69-16,-16 3-42 16,-11 1-10-16,-15 15-18 15,7-20-208-15,4-17-492 0</inkml:trace>
  <inkml:trace contextRef="#ctx0" brushRef="#br0" timeOffset="152679.67">26070 11615 173 0,'0'0'1395'0,"0"0"-1113"15,0 0-124-15,0 0-26 0,0 0 26 16,0 0-93-16,0 0-38 16,8-57 0-16,-8 54 11 15,0 3 4-15,0 0-23 16,0 0-5-16,0 0 4 16,0 0-18-16,-8 0-15 15,-11 0 14-15,-5 5-20 16,-10 11 19-16,-1 4-2 15,-1 6 4-15,3 6 4 16,8 4-4-16,5 11 0 16,7 3 15-16,7 6 9 15,6-1 34-15,0 0-11 16,2-7-33-16,13-8 33 0,1-8-30 16,-1-5 1-16,-1-5-6 15,-5-3-12-15,-9 2 15 16,0 3-15-16,-9 2 0 15,-20 2-8-15,-4-4 8 16,-1-2-6-16,10-10 6 16,7-5-15-16,15-7 14 15,2 0-15-15,21-26-31 16,23-15-174-16,12-8-73 16,8 1 216-16,1 3 42 15,-5 6 36-15,-9 11 81 16,-13 10 74-16,-9 10-70 0,-8 8-2 15,-9 0-76-15,0 10 23 16,-7 14 31-16,-3 7-10 16,-2 1-1-16,0-3-17 15,0-3-32-15,-2-5 41 16,-1-8-42-16,3-4-1 16,0-6 0-16,0 0-42 15,0-3-34-15,7 0-19 16,20-17 21-16,8-10 9 15,5-7-247-15,3 1 57 16,-5 9 192-16,-11 12 64 16,-9 12 61-16,-10 4-17 15,-5 22 75-15,-3 10 94 0,0 4-79 16,-5 1-41 0,-9-5-18-16,4-9-23 0,1-6 0 15,5-9-31 1,0-7-20-16,4-5 38 0,0 0-39 15,8-7-13-15,17-19-16 16,14-14-233-16,8-8-88 16,6 2-167-16,-1 8 9 15,-8 13 508-15,-8 19 271 16,-7 6 43-16,-11 11-99 16,-5 14-44-16,-8 8 27 15,-5 1-62-15,0 2-59 16,0-4-12-16,0-5-55 15,0-4-5-15,0-5-5 16,0-16-119-16,0-2-171 0,0 0-388 0</inkml:trace>
  <inkml:trace contextRef="#ctx0" brushRef="#br0" timeOffset="152844.78">26575 11478 2257 0,'0'0'365'0,"0"0"-351"16,0 0-13-16,0 0 10 0,147 0-11 15,-68 7-7 1,-13 5-249-16,-10-5-305 0</inkml:trace>
  <inkml:trace contextRef="#ctx0" brushRef="#br0" timeOffset="153063.04">27144 11472 1483 0,'0'0'300'16,"0"0"-211"-16,0 0-72 15,47-129 90-15,-34 83-12 16,1 2-70-16,-3 8 0 16,-5 8 111-16,1 14 33 15,-2 14-13-15,-5 2-156 16,0 38-32-16,0 32 12 15,-5 39 20-15,-15 27-6 0,4 3-23 16,5-40-184-16,9-34-384 16</inkml:trace>
  <inkml:trace contextRef="#ctx0" brushRef="#br0" timeOffset="153886.87">27262 12312 1557 0,'0'0'684'15,"0"0"-516"-15,0 0-50 16,0 0 32-16,0 0-60 16,0 0-64-16,0 0 10 15,91-30-36-15,-43 4-12 16,-2-2-59-16,1-6-43 16,-5-5-22-16,-4-2-31 15,-5-5 27-15,-8-3 78 16,-9 6 62-16,-7 8 0 15,-5 12 208-15,-4 12-7 16,0 5-90-16,0 6-78 0,0 0-31 16,0 8 2-16,0 16 15 15,-9 10-19-15,1 9 9 16,-4 4 5-16,5 4-4 16,3 1-10-16,0 0-18 15,-1 8-111-15,0-12-201 16,1-17-446-16</inkml:trace>
  <inkml:trace contextRef="#ctx0" brushRef="#br0" timeOffset="154251.93">27233 11930 1840 0,'0'0'221'0,"0"0"-206"16,0 0 104-16,-100 150 20 16,80-92-75-16,13 2-11 0,7-2-36 15,2-2 5-15,29-5 11 16,11-10-33-16,16-6-52 16,46-17-82-16,-15-11-200 15,-5-7-493-15</inkml:trace>
  <inkml:trace contextRef="#ctx0" brushRef="#br0" timeOffset="154469.24">28176 11891 2134 0,'0'0'318'0,"0"0"-312"0,0 0-6 16,54 105 106-16,-46-58-50 15,-6 7-12-15,-2 4-15 16,0 1-28-16,-8-3 2 16,-7-4-3-16,-1-3-74 15,13-10-96-15,3-13-209 16,0-14-679-16</inkml:trace>
  <inkml:trace contextRef="#ctx0" brushRef="#br0" timeOffset="154670.94">28869 12119 1646 0,'0'0'1012'16,"0"0"-797"-16,0 0-163 15,0 0-15-15,0 0-26 16,127-2-11-16,-82 2-111 15,-7 2-44-15,-13 12-410 16,-19-4-752-16</inkml:trace>
  <inkml:trace contextRef="#ctx0" brushRef="#br0" timeOffset="154783.91">28722 12316 1855 0,'0'0'474'0,"0"0"-419"16,0 0-40-16,218 2-15 15,-115-4-185-15,-5-9-753 0</inkml:trace>
  <inkml:trace contextRef="#ctx0" brushRef="#br0" timeOffset="155091.37">30238 11530 2322 0,'0'0'326'0,"0"0"-252"0,0 0-30 16,0 0 48-16,0 0-92 16,0 0-21-16,0 0 21 15,-25 120 1-15,8-60 17 16,1 3-17-16,5-5 11 15,2-8 2-15,6-6-14 16,3-10-21-16,0-10 10 16,0-6-75-16,0-9-69 15,10-11-88-15,5-18 5 16,1-13-17-16</inkml:trace>
  <inkml:trace contextRef="#ctx0" brushRef="#br0" timeOffset="155271.87">30425 11596 1876 0,'0'0'493'0,"0"0"-461"16,0 0-13-16,0 0-7 16,0 0 53-16,-2 129-19 15,-7-74-22-15,1 4 6 16,-2-5-30-16,1-6 0 16,5-6-2-16,2-10-48 15,2-8-46-15,0-17-135 16,0-7-150-16,0 0-1020 0</inkml:trace>
  <inkml:trace contextRef="#ctx0" brushRef="#br0" timeOffset="155436.87">30236 11518 2221 0,'0'0'338'0,"0"0"-196"15,122-28-18-15,-61 23-88 16,1 5-20-16,0 0-16 15,-2 12-33-15,-8 14-1 16,-10 29-196-16,-13-5-137 16,-17-7-405-16</inkml:trace>
  <inkml:trace contextRef="#ctx0" brushRef="#br0" timeOffset="155608.7">29997 12228 1737 0,'0'0'773'0,"0"0"-688"16,0 0 45-16,0 0-17 16,0 0-58-16,156 14-14 15,-69-9-41-15,13-5-33 16,34 0-102-16,-27 0-217 16,-18 0-792-16</inkml:trace>
  <inkml:trace contextRef="#ctx0" brushRef="#br0" timeOffset="155979.93">30211 12444 1947 0,'0'0'391'15,"0"0"-236"-15,0 0 8 0,0 0-35 16,0 0-108-16,0 0-4 16,0 0-17-16,89-1 1 15,-60 1 0-15,-4 14 1 16,-10 8 5-16,-12 5-3 16,-3 10-3-16,-24 4 0 15,-12 2 23-15,-3-2-22 16,10-12 10-16,10-7 13 15,11-6-22-15,8-4 9 16,14-1-11-16,31-2 1 16,39-3 63-16,49-6-64 0,42-8-17 15,19-31-89-15,-42-2-401 16,-34-3-1544-16</inkml:trace>
  <inkml:trace contextRef="#ctx0" brushRef="#br0" timeOffset="156097.93">32011 12288 1818 0,'0'0'907'0,"0"0"-828"15,0 0-79-15,0 0-1 16,0 0-64-16,0 0-690 0</inkml:trace>
  <inkml:trace contextRef="#ctx0" brushRef="#br0" timeOffset="160775.4">19709 13541 350 0,'0'0'772'0,"0"0"-772"0,0 0-330 16,0 0 47-16,0 0-123 15</inkml:trace>
  <inkml:trace contextRef="#ctx0" brushRef="#br0" timeOffset="161979.69">19709 13541 732 0,'-10'-4'306'0,"10"4"-172"15,0 0-18-15,0 0 28 16,0 0 14-16,0 0-158 15,0 0 2-15,0 0 17 16,0 0-19-16,0 0 41 16,0 0 14-16,0 0-40 0,0 0 106 15,0 0-81-15,0 0 14 16,0 0 9-16,0 0-33 16,0 0 51-16,0 0-34 15,0 0-45-15,0 0 110 16,0 0-97-16,0 0 9 15,0 0 30-15,0 0-34 16,0 0 52-16,0 0-63 16,0 0 9-16,0 0 73 15,0 0-85-15,-7 0 19 16,-5 0 24-16,-11 0-48 16,-18 12-2-16,-15 10-45 15,-11 11 46-15,-6 10-18 0,-3 4 42 16,7 1-24-16,11-6 31 15,12-8-19-15,11-8 16 16,16-6-28-16,7-10 0 16,8-6 0-16,4-2 0 15,0-2-12-15,0 0-12 16,6 0 24-16,13 0-18 16,1 0 18-16,-1 0 0 15,0-4 5-15,-9-1-5 16,0 2 0-16,-8 1-2 15,0 2 22-15,-2 0-28 16,0 0 8-16,0 0 0 0,0 0-16 16,0 0 16-16,0 0-14 15,0 0 13-15,0 0-55 16,0 0 40-16,0 0-32 16,0 0 42-16,0 0-31 15,0 0 37-15,0 0 0 16,0 0-1-16,0 0 18 15,0 0-17-15,0 0 0 16,0 0 0-16,0 0-14 16,0 0 14-16,0 0 0 15,0 0 0-15,0 0 14 16,0 0-22-16,0 0 8 16,0 0-12-16,3-2-17 15,5-2-5-15,15-5-18 16,10-8-10-16,14-7-67 15,8-4 66-15,3-4-76 16,-2-2 19-16,-6 4 111 0,-11 2 6 16,-12 8 3-16,-12 6 64 15,-7 4-8-15,-8 5 161 16,0 1-143-16,-18 4-36 16,-14 0-26-16,-10 0 0 15,-5 4-12-15,1 16 0 16,-1 9 33-16,5 2 2 15,8 8-29-15,12 5 21 16,10 4 53-16,12 4-52 16,0 2 49-16,23-4-17 15,6-4-48-15,2-4 82 0,-2-5-94 16,-9-9 0 0,-9-3 0-16,-11 1 6 0,-2 3-6 15,-32 1 0-15,-15 1 10 16,-7-4-5-16,-1-8-5 15,6-14-38-15,13-5 37 16,17-5-71-16,21-27-11 16,13-11-206-16,45-7-281 15,23 0 230-15,13 5-250 16,6 10 360-16,1 4 230 16,-12 14 516-16,-12 6-110 15,-14 11-105-15,-18 0-141 0,-16 6 36 16,-14 16-124-1,-13 5 23-15,-2 3 7 0,-2 2-53 16,-13-4 25-16,-3-4-74 16,5-4 27-16,3-6-63 15,6-7-7-15,4-10-205 16,0-19-103-16,0-11-596 0</inkml:trace>
  <inkml:trace contextRef="#ctx0" brushRef="#br0" timeOffset="162428.64">20110 13922 1573 0,'0'0'207'0,"0"0"42"0,-10 149-102 15,-3-93 20 1,-1-6-41-16,5-15-65 0,1-8 18 16,5-8-79-16,1-12 2 15,2-2 2-15,0-5-4 16,0-3 0-16,17-23-7 15,15-15-32-15,11-10-49 16,7-2-91-16,2 7 21 16,-3 17 158-16,-7 19 0 15,-11 10 37-15,-6 11 56 16,-10 22-24-16,-7 5 75 16,-8 2-65-16,0-2-49 15,0-2 100-15,0-8-129 16,-10-5 7-16,6-11-8 15,2-3 6-15,2-9-15 16,0 0-62-16,10-14-62 0,38-39 16 16,5 2-692-16,-4 9 55 15,-4 3 634-15,-32 39 120 16,-7 0 733-16,4 0-481 16,-1 16-88-16,-1 3 69 15,0 8-143-15,-2 2-19 16,-4 0-36-16,0-3-23 15,1-3-24-15,-3-9-131 16,0-7-216-16,0-7-888 0</inkml:trace>
  <inkml:trace contextRef="#ctx0" brushRef="#br0" timeOffset="162590.81">20267 13571 1532 0,'0'0'923'16,"0"0"-740"-16,0 0-183 16,136-25 0-16,-76 22 0 15,25 3-67-15,-16 0-67 16,-7 0-530-16</inkml:trace>
  <inkml:trace contextRef="#ctx0" brushRef="#br0" timeOffset="163295.18">21011 13726 1487 0,'0'0'776'0,"0"0"-610"16,0 0-85-16,27-111 3 15,0 55-58-15,2-7 10 16,-2-8-36-16,0 1 0 16,-6 8 20-16,-2 9-11 15,-9 18 53-15,0 14 52 16,-8 13-82-16,-2 8-24 0,0 18-8 16,0 39-19-16,-14 11-22 15,-1 17 41-15,-3 8-9 16,7-8-6-1,-3 29-152-15,3-26-54 0,7-21-409 0</inkml:trace>
  <inkml:trace contextRef="#ctx0" brushRef="#br0" timeOffset="163678.7">21212 13926 1141 0,'0'0'1201'0,"0"0"-995"15,0 0-142-15,0 0-64 0,0 0 0 16,0 0 43 0,0 0-35-16,85 108 27 0,-80-62 28 15,-5 5-63-15,0-3 79 16,0-4-79-16,-8-9 0 16,2-6-2-16,1-12 2 15,3-10 0-15,2-2-7 16,0-5 4-16,0 0-30 15,5-25 33-15,11-17-109 16,3-16-111-16,1-11-246 16,-1 2-9-16,-6 14 475 15,-7 15 65-15,-2 20 546 16,-4 16-451-16,0 2-160 16,0 23 39-16,0 14-5 15,0 9 34-15,4 7-17 0,13-2-34 16,18-2 9-16,17-9-26 15,52-8-119-15,-9-18-102 16,-7-12-672-16</inkml:trace>
  <inkml:trace contextRef="#ctx0" brushRef="#br0" timeOffset="163861.43">22429 13958 2342 0,'0'0'528'16,"0"0"-521"-16,0 0 24 16,0 0-11-16,0 0 23 0,0 0-38 15,129 39-5-15,-75-23-111 16,6 1 23-16,-18 0-290 16,-15-9-639-16</inkml:trace>
  <inkml:trace contextRef="#ctx0" brushRef="#br0" timeOffset="163981.53">22367 14183 758 0,'0'0'1718'16,"0"0"-1552"-16,0 0-112 15,0 0-27-15,0 0-11 16,160 2-16-16,-79-2-204 16,-6 0-429-16</inkml:trace>
  <inkml:trace contextRef="#ctx0" brushRef="#br0" timeOffset="166446.57">23678 14147 1390 0,'0'0'301'0,"0"0"-139"15,0 0-124-15,0 0 213 16,0 0-186-16,0 0-42 15,111-104-46-15,-73 58 12 16,-5-1-12-16,-4-3-10 16,-6-2 33-16,-6 0 0 15,-5 2 25-15,-3 5 55 16,-5 14 74-16,-4 8 12 0,2 12-60 16,-2 8-1-16,0 3-105 15,0 21-17-15,0 23 16 16,-4 24 2-16,-5 10 1 15,-3 17-2-15,2 3-63 16,-7 24-9-16,5-23-250 16,-1-29-590-16</inkml:trace>
  <inkml:trace contextRef="#ctx0" brushRef="#br0" timeOffset="167644.97">19293 15753 563 0,'0'0'1046'0,"0"0"-767"15,0 0-36-15,0 0 10 16,0 0 65-16,0 0-208 15,0 0-66-15,-7 0 36 16,16 0-78-16,11 0 10 16,13 0-12-16,12 0 9 15,11 5 22-15,9 4-31 16,4-6-9-16,5 2-12 16,1 1-25-16,1-4-62 15,12-2-139-15,-13 0-328 16,-19 0-399-16</inkml:trace>
  <inkml:trace contextRef="#ctx0" brushRef="#br0" timeOffset="167885.61">19259 15941 1633 0,'0'0'640'0,"0"0"-530"16,0 0 26-16,0 0 15 16,0 0-128-16,0 0 74 15,0 0-97-15,152 4 0 16,-99 1 2-16,5-1 13 16,7 1-30-16,2-1-81 0,24-4-216 15,-15 0-55-15,-16-13-1101 16</inkml:trace>
  <inkml:trace contextRef="#ctx0" brushRef="#br0" timeOffset="168070.95">20249 15669 1438 0,'0'0'861'16,"0"0"-796"-16,0 0-52 15,133 72 96-15,-100-30-83 16,-14 8 25-16,-15 12 13 15,-4 6-63-15,-13 7 34 16,-24 3-35-16,-15 6-81 16,-24 6-2-16,11-15-266 15,7-25-511-15</inkml:trace>
  <inkml:trace contextRef="#ctx0" brushRef="#br0" timeOffset="168794.78">21800 15677 1577 0,'0'0'535'0,"0"0"-395"16,0 0-104-16,0 0 5 16,0 0-41-16,0 0 0 15,0 0 0-15,7 50 6 16,-5-2 139-16,-2 10-62 15,0 4-29-15,0 2 22 16,-13 3-66-16,2-13 11 16,0-1-21-16,4-18 23 15,3-9-5-15,2-9-18 16,2-10 0-16,0-2-11 16,0-5 20-16,0-5-9 15,10-27 0-15,11-21-158 0,6-10-28 16,-6-13-93-16,0 9 120 15,-10 14 159-15,-6 18 199 16,-5 21 43-16,0 14-139 16,-5 4-91-16,-13 22 43 15,2 10-30-15,3 10 30 16,9 3 29-16,4 1-69 16,9 1 28-16,24-5-43 15,14-7 7-15,13-7-47 16,11-10 30-16,48-22-180 15,-19 0-200-15,-11-22-733 0</inkml:trace>
  <inkml:trace contextRef="#ctx0" brushRef="#br0" timeOffset="168994.99">22543 15901 2119 0,'0'0'568'0,"0"0"-441"16,0 0-114-16,0 0-5 16,0 0 80-16,0 0-76 15,119 5-12-15,-62-5 7 16,8 3-7-16,-2-3-7 16,-9 4-105-16,-15 3-228 15,-22-4-328-15</inkml:trace>
  <inkml:trace contextRef="#ctx0" brushRef="#br0" timeOffset="169117.01">22534 16075 2263 0,'0'0'346'0,"0"0"-309"15,0 0 13-15,0 0-12 16,153 12 32-16,-27-12-70 16,-15 0-173-16,-11 0-406 0</inkml:trace>
  <inkml:trace contextRef="#ctx0" brushRef="#br0" timeOffset="174738.92">19964 13750 1099 0,'0'0'242'0,"0"0"-167"16,0 0 138-16,0 0-97 15,0 0-2-15,0 0 17 16,0-52-32-16,0 45 52 15,2 3-80-15,-2 1-36 16,0 1 78-16,2 0-113 16,-2 2 0-16,0 0 33 15,0 0-32-15,0 0 46 16,0 0-47-16,0 0 8 16,0 0 11-16,-2 0-19 0,-2 6-11 15,-3 6-2-15,2 4 26 16,3-2-10-16,2-2-3 15,0-2 0-15,4-4-46 16,17-3 43-16,-1-3 0 16,0 0-7-16,-2 0 20 15,-7-13 7-15,-5-3-17 16,-6 2-22-16,0 2-2 16,0 4-154-16,-4 6-420 0</inkml:trace>
  <inkml:trace contextRef="#ctx0" brushRef="#br0" timeOffset="179576.49">11369 1770 1536 0,'0'0'365'15,"0"0"-296"-15,0 0-8 16,0 0 112-16,115-124-102 0,-72 86 1 16,1-1-72-16,3-4 40 15,-1 5-31-15,0-1-9 16,-11 6-3-16,-6 0-10 15,-6 6 19-15,-10 2-6 16,-7 7 0-16,-2 6 1 16,-4 4 72-16,0 6-34 15,0 0-20-15,0 2 2 16,0 0-21-16,-4 12-6 16,-11 24-11-16,-6 34 17 15,-3 37 40-15,4 33-13 16,6-7 25-16,6-27-7 0,6-34-30 15,-3-28 1 1,-2 2-16-16,-2 3 0 0,1-3 9 16,-6-8-9-16,-1-11 0 15,-4-4-4-15,0-9 22 16,-1-7-2-16,1-5-16 16,6-2 0-16,5-5 8 15,8-21-8-15,0-10-36 16,13-10 35-16,20-5 0 15,12 0-20-15,6 0 21 16,5 3-127-16,12-13 96 16,-14 13-324-16,-13 6-406 0</inkml:trace>
  <inkml:trace contextRef="#ctx0" brushRef="#br0" timeOffset="179799.53">11878 1066 1833 0,'0'0'682'16,"0"0"-422"-16,0 0-222 15,0 0-23-15,0 0-15 16,0 0 23-16,125-34-65 15,-78 34 40-15,14 0-209 16,-12 9-123-16,-14 2-551 0</inkml:trace>
  <inkml:trace contextRef="#ctx0" brushRef="#br0" timeOffset="180576.96">12283 1313 1303 0,'0'0'828'0,"0"0"-828"15,0 0-95-15,0 0 95 16,0 0 0-16,0 0 109 16,0 0-109-16,39-29 0 15,-32 8-84-15,1-4-79 16,0 0 58-16,-2 1 9 16,1 2-33-16,-3 6 129 15,0 4 32-15,-1 4 37 0,-3 1 93 16,0 4-76-16,3 1-42 15,-3 2-14-15,0 0-24 16,0 0-6-16,0 0 0 16,0 0 1-16,0 0-16 15,0 0 15-15,0 0-30 16,0 0 28-16,0 0 4 16,0 0-10-16,0 0 8 15,0 0 0-15,0 0-9 16,0 0 9-16,0 0 0 15,0 0-1-15,0 0 10 0,0 0 11 16,0 0-20 0,0 0 0-16,0 0 3 0,0 0 9 15,-3 0-12-15,0 0 64 16,1 0 5-16,2 0 66 16,0 0-42-16,0 0-55 15,0 0 45-15,0 0-83 16,0 0 0-16,0 0-7 15,0 0 19-15,0 0-9 16,0 0-3-16,0 0 0 16,0 0 65-16,0 0-54 15,0 0 44-15,0 0 7 16,0 0-42-16,0 0 48 16,0 0-68-16,0 0 9 15,0 0 13-15,10 0-22 0,1-10-34 16,2-7-34-16,1-1-22 15,-4 0 78-15,0 3-55 16,-4 1 56-16,-1 3-18 16,-1 3 52-16,-4 5-23 15,2-1 63-15,-2 4-61 16,0 0 92-16,0 0-94 16,0 0 0-16,0 17-20 15,0 13 41-15,-8 12-18 16,-1 7-3-16,-5 3 27 15,3-2-28-15,-1 0 1 16,4-6-114-16,4-2-58 16,1-12-296-16,3-10-780 0</inkml:trace>
  <inkml:trace contextRef="#ctx0" brushRef="#br0" timeOffset="180941.01">12860 1063 1766 0,'0'0'633'16,"0"0"-595"-16,0 0-5 15,0 0 13-15,-141 80-45 16,101-24 83-16,7 12 35 16,6 9-73-16,7 2 51 15,9 0-97-15,9-3 18 16,2-6-13-16,0-8-5 15,15-4-14-15,7-7-8 16,7-10-131-16,13-17-73 16,-6-12-320-16,-5-12-1162 0</inkml:trace>
  <inkml:trace contextRef="#ctx0" brushRef="#br0" timeOffset="181393.83">12887 1574 2031 0,'0'0'471'0,"0"0"-471"15,0 0-73-15,0 0 58 16,0 0 6-16,0 0-23 16,113-98 7-16,-82 66-254 15,-4-3-67-15,-5 2 192 16,-7 1-12-16,-7 3 108 0,-6 5 58 15,-2 8 119 1,0 10 175-16,0 6-171 0,0 0-113 16,-7 24 73-16,-6 18 3 15,-2 23 64-15,-4 27 8 16,-1 34-85-16,3 20 107 16,-2-12-111-16,9-27-44 15,0-37 43-15,1-24-57 16,1 2 5-16,-4-2-16 15,1-4 18-15,0-15 6 16,0-13-24-16,4-7 0 16,-1-7 27-16,5-7-26 15,3-25 33-15,0-12-34 16,11-16-31-16,20-7-9 0,7 1-5 16,5 4-101-16,11-9 12 15,-12 17-211-15,-7 10-289 0</inkml:trace>
  <inkml:trace contextRef="#ctx0" brushRef="#br0" timeOffset="182329.81">13552 1113 1607 0,'0'0'664'0,"0"0"-611"16,0 0-20-16,0 0 3 16,0 0-29-16,-119 98 64 15,74-38 85-15,3 8-83 16,8 5 24-16,8-8-79 15,12-3 8-15,9-7-1 16,5-5-25-16,7-6-19 16,20-3-5-16,35-12-155 15,-8-10-81-15,0-16-384 0</inkml:trace>
  <inkml:trace contextRef="#ctx0" brushRef="#br0" timeOffset="182674.84">13760 1416 1669 0,'0'0'572'16,"0"0"-555"-16,0 0 109 15,-118 49-69-15,84-17-1 16,7 3 111-16,12-1-103 16,7-4-21-16,5-6-38 0,3-5 30 15,0-4-17 1,16-10-18-16,8-5-3 0,7 0-33 15,5-9-20-15,-1-19-90 16,1-4-22-16,-7-1-119 16,-7 6 148-16,-5 8 102 15,-11 14 37-15,-4 5 154 16,-2 15-17-16,0 19 42 16,-8 12-8-16,-6 5-117 15,3 2 58-15,4-10-112 16,5-7 0-16,2-10-20 15,0-10-83-15,11-16-50 16,6-5-81-16,-3-24-356 0</inkml:trace>
  <inkml:trace contextRef="#ctx0" brushRef="#br0" timeOffset="182864.98">14088 1239 1654 0,'0'0'743'0,"0"0"-688"15,0 0 24-15,20 161-35 16,-20-94-24-16,0 5 108 16,-18-1-116-16,1-1 0 15,-2-6-5-15,1-7-7 16,7-13-48-16,11-18-169 16,0-13-287-16,0-13-520 0</inkml:trace>
  <inkml:trace contextRef="#ctx0" brushRef="#br0" timeOffset="183164.98">14613 1177 1137 0,'0'0'955'15,"0"0"-872"-15,0 0 10 16,37 108-25-16,-37-39 7 0,-2 25 102 16,-39 32-110-16,1-8-19 15,0-9-48-15,9-21 4 16,13-28-16-16,9 5-142 15,2-8-97-15,7-24-424 0</inkml:trace>
  <inkml:trace contextRef="#ctx0" brushRef="#br0" timeOffset="183402.8">14968 1594 1910 0,'0'0'775'15,"0"0"-706"-15,0 0-62 16,0 0-5-16,0 0 11 16,0 0 0-16,0 0-13 15,135-6 20-15,-102 14-66 16,-7 9-92-16,-12 0-123 15,-12-5-329-15</inkml:trace>
  <inkml:trace contextRef="#ctx0" brushRef="#br0" timeOffset="183542.92">14953 1796 2096 0,'0'0'528'0,"0"0"-528"0,0 0 32 15,0 0-20-15,144 10-12 16,-50-11-54-16,-14-15-98 15,-9-5-540-15</inkml:trace>
  <inkml:trace contextRef="#ctx0" brushRef="#br0" timeOffset="183859.55">15871 1417 1847 0,'0'0'394'0,"0"0"-285"0,0 0-45 15,-138 77 101-15,93-33-33 16,8 2-56-16,8 4 70 16,13-4-145-16,9-2 7 15,7-8-8-15,2-7 25 16,25-9-53-16,11-13 28 16,9-7-91-16,4-11-29 15,0-26-232-15,-7-9-228 16,-3-5 192-16,-10 2-132 15,-8 11 520-15,-10 16 686 16,-7 12-47-16,-3 10-273 16,-3 0-247-16,0 24-82 15,0 20-19-15,-3 16 10 16,3 37-56-16,0-14-140 0,0-16-695 16</inkml:trace>
  <inkml:trace contextRef="#ctx0" brushRef="#br0" timeOffset="186192.86">11542 3205 140 0,'0'0'1461'0,"0"0"-910"16,0 0-411-16,0 0-30 16,0 0 5-16,0 0-22 15,0 0 90-15,20-14-146 16,24-11-25-16,12-7 12 15,7-6-24-15,-5-3-12 16,-7 2-12-16,-9 0-46 16,-11 8 40-16,-8 2-20 15,-12 12 0-15,-6 8 19 0,-5 9 31 16,0 7-40-16,-3 29-12 16,-14 37 52-16,-6 50 19 15,3 45 7-15,0 13-18 16,8-10 109-16,4-25-68 15,1-46 2-15,3-26-40 16,0-21 22-16,-4-14-6 16,2-2-27-16,-5-4 0 15,-3-2-1-15,-1-14 16 16,-3-6-15-16,-2-11 0 16,4 0 13-16,6-24 9 15,7-22-22-15,3-23-49 16,24-11 39-16,21-6-33 0,11 5 42 15,6 6-33-15,7 12-120 16,16-7 37-16,-16 16-428 16,-13 8-494-16</inkml:trace>
  <inkml:trace contextRef="#ctx0" brushRef="#br0" timeOffset="186745.77">12432 2777 1859 0,'0'0'392'15,"0"0"-331"-15,0 0 16 16,0 0-68-16,-149 146 25 15,108-65 108-15,7 9-42 16,17 4-27-16,17-12-44 16,0 3 5-16,13-10 9 15,20-10-43-15,7-14-36 16,7-10 36-16,5-13-146 0,23-28-84 16,-10 0-291-1,-11-20-716-15</inkml:trace>
  <inkml:trace contextRef="#ctx0" brushRef="#br0" timeOffset="187192.47">12599 3238 1407 0,'0'0'906'0,"0"0"-806"15,0 0-22-15,0 0-65 16,0 0 21-16,0 0 42 15,0 0-67-15,100-36-9 0,-60 5-43 16,-2-4-78 0,-7-7 101-16,-6-2-108 0,-10 3-51 15,-3 7 97-15,-10 12 82 16,-2 13 44-16,0 9 5 16,-4 21-20-16,-12 46 21 15,-3 43 23-15,0 40 39 16,-1 14 34-16,4-23-79 15,3-37 24-15,4-41-39 16,0-13-52-16,-2 2 68 16,2 0-68-16,-2-3 0 15,-1-17 21-15,4-15-20 16,-1-10 34-16,-1-7-35 16,2-9 10-16,1-23 40 0,3-16-50 15,4-14-14-15,4-5 14 16,21-7-9-16,8 9-17 15,5 6-5-15,2 11-114 16,14-4 19-16,-12 12-233 16,-8 3-372-16</inkml:trace>
  <inkml:trace contextRef="#ctx0" brushRef="#br0" timeOffset="187358.47">12998 2849 1785 0,'0'0'801'0,"0"0"-604"16,0 0-166-1,0 0 13-15,0 0-44 0,0 0 0 16,155-4-87-16,-97 16-104 16,-4-1-553-16</inkml:trace>
  <inkml:trace contextRef="#ctx0" brushRef="#br0" timeOffset="187675.93">13361 3113 1886 0,'0'0'229'16,"0"0"-229"-16,0 0-1 16,0 0-156-16,0 0 126 0,0 0 21 15,33-138-27 1,-15 98-59-16,3 0-89 0,-2-1 51 15,2 2 109-15,-6 3 25 16,-1 9 89-16,-6 8 145 16,-3 11 4-1,-3 8 28-15,-2 0-260 0,0 13 19 16,0 18-21-16,0 15 73 16,-11 10 11-16,0 8-76 15,-1 8 11-15,2 1 9 16,1-1-32-16,2-7-32 15,4 2-52-15,3-18-263 16,0-19-649-16</inkml:trace>
  <inkml:trace contextRef="#ctx0" brushRef="#br0" timeOffset="187983.37">13974 2781 2065 0,'0'0'159'0,"0"0"-128"16,0 0-31-16,-138 140 92 15,95-62 87-15,10 10-55 16,8-1-85-16,16 2 49 16,9-7-88-16,0-6 0 15,12-9 0-15,14-14-104 16,26-19-29-16,-7-14-409 16,-3-20-1248-16</inkml:trace>
  <inkml:trace contextRef="#ctx0" brushRef="#br0" timeOffset="188243.81">14312 3113 1510 0,'0'0'835'0,"0"0"-716"16,0 0-70-16,0 0-34 15,-131 19-15-15,87 17 101 16,1 8-53-16,12 2 93 15,12 1-132-15,7-5 2 16,12-7 23-16,0-4-28 16,9-9-4-16,13-8-2 15,9-10-7-15,5-4-43 16,4-11-71-16,11-44-164 16,-8 2-246-16,-10 1-318 0</inkml:trace>
  <inkml:trace contextRef="#ctx0" brushRef="#br0" timeOffset="188350.57">14312 3113 1174 0,'35'121'559'0,"-35"-89"-243"0,-12 11-56 16,-1 7-177 0,1 0-6-16,6-4-77 0,6-10 30 15,0-7-65-15,12-24-6 16,9-5-212-16,0 0-109 0</inkml:trace>
  <inkml:trace contextRef="#ctx0" brushRef="#br0" timeOffset="188522.89">14761 2981 2136 0,'0'0'179'0,"0"111"-60"16,0-35-50-16,-20 8-68 16,-4-2 43-16,-3-6-44 15,2-7-47-15,2-7 25 16,6-18-444-16,9-20-599 0</inkml:trace>
  <inkml:trace contextRef="#ctx0" brushRef="#br0" timeOffset="188788.15">15232 2851 2271 0,'0'0'185'16,"21"114"-133"-16,-18-5-56 16,-3 31 4-16,-34 13 0 15,-14-15 19-15,2-30-19 16,15-33-6-16,2-11-111 15,12-24-265-15,5-12-254 0</inkml:trace>
  <inkml:trace contextRef="#ctx0" brushRef="#br0" timeOffset="189048.97">15439 3359 546 0,'0'0'1925'0,"0"0"-1566"15,0 0-359-15,0 0-28 16,0 0 20-16,0 0-4 15,113 10-37-15,-88 13-125 0,-7-1-414 16,-12-4-799-16</inkml:trace>
  <inkml:trace contextRef="#ctx0" brushRef="#br0" timeOffset="189176.8">15392 3609 1543 0,'0'0'792'15,"0"0"-625"-15,0 0-140 16,0 0-19-16,0 0 68 15,156 20-76-15,-69-20-84 16,-14-11-166-16,-5-3-740 0</inkml:trace>
  <inkml:trace contextRef="#ctx0" brushRef="#br0" timeOffset="189416.33">16187 3273 836 0,'0'0'1186'16,"0"0"-1035"-16,0 0-151 15,-153 132 120-15,104-81-28 16,8 2 28-16,15-9-10 16,10-8-71-16,10-10 28 15,6-6-67-15,2-10 0 16,25-7-44-16,8-3 32 15,28-44-133-15,-9-5-235 0,-8-4-736 16</inkml:trace>
  <inkml:trace contextRef="#ctx0" brushRef="#br0" timeOffset="189546.2">16210 3407 1528 0,'0'0'613'0,"0"0"-403"16,-2 104-1-16,2-56-82 15,2-3-91-15,23-6 85 16,14-5-121-16,11-3 9 15,32-12-9-15,-13-4-221 16,-6-15-251-16</inkml:trace>
  <inkml:trace contextRef="#ctx0" brushRef="#br0" timeOffset="193374.94">23867 15741 1048 0,'0'0'967'0,"0"0"-739"15,0 0-153-15,0 0 18 16,0 0 11-16,0 0-78 16,0 0 94-16,0-50-120 15,2 39 2-15,5 0 10 16,2-4-5-16,0 2-7 16,-3-3 0-16,4 2 9 15,-4-1 0-15,-4 3-9 16,1 3 0-16,-3 4 7 15,0 5-5-15,-11 0 14 16,-18 0-16-16,-14 14 11 16,-6 17-28-16,2 13 17 0,5 6 0 15,15-1 68 1,17 9-57-16,10-5 41 0,0-7-52 16,17-2 24-16,7-8 10 15,-1-2-34-15,-4-9 0 16,-5-1 3-16,-11 0-3 15,-3 7-1-15,-14-4-24 16,-20 4 19-16,-3-8-46 16,3-2 52-16,10-7-58 15,15-14 58-15,9-5-30 16,11-21-21-16,32-18-183 16,12-2 71-16,10-2 144 15,2 6 6-15,-9 16 13 16,-12 4 63-16,-10 13 12 15,-12 9 14-15,-8 0-83 0,-9 22 4 16,-7 13 112-16,0 7-59 16,-7 6-17-16,-9-8-21 15,5-4-13 1,3-10-24-16,8-12-7 0,6-14-188 16,19-7 14-16,3-19-413 0</inkml:trace>
  <inkml:trace contextRef="#ctx0" brushRef="#br0" timeOffset="193674.91">24388 15909 1763 0,'0'0'221'0,"0"0"-4"16,-33 135-36-16,11-85-67 0,2-6 87 16,4-10-149-1,7-15-28-15,5-6-9 0,4-9 0 16,0-4 7-16,6-8-22 15,19-20-7-15,13-16-22 16,9-9-36-16,7-5-56 16,-1 4 8-16,-4 14 79 15,-7 12 34-15,-11 14 22 16,-8 14-7-16,-7 0 89 16,-5 20-98-16,-9 16 46 15,-2 13 9-15,0 3-50 16,-2 4 1-16,-5-5-12 0,7-5-186 15,11-19-144 1,14-15-456-16</inkml:trace>
  <inkml:trace contextRef="#ctx0" brushRef="#br0" timeOffset="193924.91">25111 16075 2070 0,'0'0'494'0,"0"0"-382"16,0 0-112-16,0 0 0 15,45-107 22-15,-30 59-22 16,5-7-13-16,3-6-60 16,-4-2 17-16,2 8 33 15,-6 10 23-15,-6 15 0 0,-2 15 146 16,-5 12-61 0,-2 3-39-16,0 27-46 0,0 22 7 15,0 35 25-15,-15 32-32 16,-3 27-41-16,-1-13 22 15,9-14-212-15,5-45-322 16,3-35-1137-16</inkml:trace>
  <inkml:trace contextRef="#ctx0" brushRef="#br0" timeOffset="194492.51">21707 16842 1585 0,'0'0'507'15,"0"0"-408"-15,0 0 13 16,0 0-18-16,0 0-29 16,0 0 55-16,0 0-114 15,216-52-6-15,-24 38 49 16,42 1-19-16,27 8 85 15,11-4-91-15,2 4-14 0,23 1 105 16,8-5-100 0,-7 9-1-16,-10-5-2 0,-30 5 9 15,-26-3-42-15,-26 3-3 16,-32 0-67-16,-36 0 9 16,-49 0-233-16,-33 0-600 0</inkml:trace>
  <inkml:trace contextRef="#ctx0" brushRef="#br0" timeOffset="195041.19">21626 15125 1101 0,'0'0'721'0,"0"0"-661"16,0 0-59-16,0 0 62 15,0 0-13-15,0 0-8 16,0 0-20-16,-81 180 10 16,69 9 156-16,-1 22-80 15,2-1-48-15,-1-27 37 16,8-46-61-16,2-33 0 16,2-24-36-16,0-26 10 0,0-7-56 15,8-1 38 1,6-5-128-16,4-15-128 0,-2-18-136 15,-8-8-1026-15</inkml:trace>
  <inkml:trace contextRef="#ctx0" brushRef="#br0" timeOffset="195524.79">21906 15141 1352 0,'137'-22'334'15,"40"-2"-75"-15,43 0-49 0,10 4 2 16,-1 12-99-16,10 8-64 16,2 0 82-16,-5 11-131 15,-7 1 0-15,-3-3 0 16,-12-5-9-16,-9-4-20 15,-15 0-58-15,-24-10-59 16,-38-2 103-16,-34 2-125 16,-34 0 56-16,-18 4 67 15,1 0 34-15,-8 1 11 16,-4-2 15-16,-13 5-5 16,-11 2 93-16,-3 0-103 15,-4 0 0-15,3 0 0 16,-3 6 9-16,0 20 16 0,0 14-5 15,0 18-3 1,0 31 122-16,0 32-102 0,0 44 37 16,0 14 40-16,0-9-88 15,0-13 79-15,10-29-76 16,17-12-28-16,0-21 35 16,-2-20-36-16,-4-16-111 15,11 3-88-15,-6-7-353 16,1-16-676-16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6:50:34.31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3017 1552 990 0,'0'0'299'15,"0"0"-151"-15,0 0-26 16,0 0-1-16,0 0-19 16,0 0 11-16,4-9-25 15,-4 9-28-15,0-1 10 16,0-2-24-16,-4 3-17 15,-9 0-2-15,-5 0-18 16,-6 0 4-16,-2 9-12 16,-8 7-1-16,-4 6 29 15,-2 5-17-15,-2 12 35 16,-1 3 2-16,1 8-19 16,2 7 1-16,6 5 3 0,10 5 9 15,6 0 29-15,11-1-28 16,7-6-23-16,0-6 0 15,18-9-6-15,11-10-2 16,9-8-13-16,9-13-2 16,8-10-14-16,6-4 16 15,3-18-42-15,-1-14-31 16,-5-7-2-16,-11-1 43 16,-10 2 4-16,-12 9-3 15,-10 4 30-15,-10 11 2 16,-5 7 32-16,0 4 33 15,0 3-35-15,-11 3-15 16,-5 18-16-16,-2 7 0 0,5 6 43 16,6 0-32-16,5-3-1 15,2-5-10-15,4-6-1 16,17-8 0-16,6-10-23 16,4-2-13-16,4-4 13 15,-4-22-63-15,-4-9-59 16,-10-4-15-16,-11-4 64 15,-6 3 63-15,-16 5 20 16,-15 8 14-16,-7 10 88 16,-2 10 34-16,1 7 26 15,6 0-54-15,11 0-36 16,9 7 4-16,8 0-41 0,5-2-21 16,13 0 34-1,21-3-32-15,15-2 17 16,9-4-19-16,4-20-39 15,1-10-26-15,-10-8-1 0,-6-3 14 16,-11-1 30-16,-12 2 1 16,-12 8 21-16,-10 9 28 15,-2 6 30-15,0 11 7 16,-4 10-28-16,-8 0-20 16,1 20-11-16,2 20 13 15,4 13-5-15,5 10 5 16,0 10 20-16,5-3-2 15,6-2-25-15,0-8-6 16,-1-6 12-16,-6-12-17 16,-4-5 7-16,0-9-8 0,0-7-13 15,-12-4-47-15,-7-17-95 16,-2 0-138-16,8-10-280 0</inkml:trace>
  <inkml:trace contextRef="#ctx0" brushRef="#br0" timeOffset="335.36">3635 1965 1577 0,'0'0'256'0,"0"0"-81"15,0 0-40-15,0 0 30 16,47 139 4-16,-47-79-20 16,-2 2-70-16,-11 0-12 0,-3-8-43 15,3-10-11-15,4-12 10 16,4-12-23-16,5-12 0 15,0-8-1-15,0-2-29 16,16-30 1-16,9-17-137 16,4-16-54-16,-3-11-105 15,-4-3-77-15,-4 13 142 16,-9 23 260-16,-7 20 230 16,-2 23-30-16,0 6-116 15,-6 32 116-15,-1 11-7 16,3 6-73-16,4 1-32 15,0-1-32-15,21-8-56 16,10-4-51-16,23-15-81 0,-9-12-227 16,-1-11-678-16</inkml:trace>
  <inkml:trace contextRef="#ctx0" brushRef="#br0" timeOffset="555.57">4209 2143 2015 0,'0'0'587'15,"0"0"-495"-15,0 0-75 16,0 0-16-16,0 0-1 16,0 0 20-16,0 0-20 15,146 51 0-15,-103-35-31 16,-3-2-64-16,-24 0-116 15,-10-5-398-15,-6 0-1092 0</inkml:trace>
  <inkml:trace contextRef="#ctx0" brushRef="#br0" timeOffset="684.13">4217 2344 1513 0,'0'0'692'0,"0"0"-570"16,0 0-93-16,0 0 27 15,0 0-56-15,141 26-10 16,-61-24-171-16,-12-2-346 15,-2 0-528-15</inkml:trace>
  <inkml:trace contextRef="#ctx0" brushRef="#br0" timeOffset="1266.41">5671 1819 1520 0,'0'0'649'0,"0"0"-556"16,0 0-92-16,0 0 23 16,0 0 28-16,0 0-24 15,0 0 1-15,100-141-29 16,-73 87 0-16,-7 2-1 0,-5-2-1 16,-3 6 2-16,-8 5 0 15,-4 14 0-15,0 11 119 16,0 7-5-16,0 11-55 15,0 0-56-15,-7 24-2 16,-4 17-1-16,-2 13 1 16,3 13 9-16,4 5 10 15,4 3-20-15,2 0-60 16,0-10-72-16,-2 7-54 16,-3-17-150-16,-3-15-335 0</inkml:trace>
  <inkml:trace contextRef="#ctx0" brushRef="#br0" timeOffset="1424.3">5470 2173 1824 0,'0'0'392'15,"0"0"-228"-15,0 0-60 16,0 0 28-16,0 0-7 16,167 40-64-16,-98-31-46 15,6-5-15-15,2-3 0 16,25-1-97-16,-19 0-108 15,-17 0-548-15</inkml:trace>
  <inkml:trace contextRef="#ctx0" brushRef="#br0" timeOffset="1800.16">5785 2481 804 0,'0'0'776'16,"0"0"-619"-16,0 0-44 15,0 0 73-15,0 0 23 16,0 0-55-16,0 0-29 16,-12-35-51-16,28 29-32 15,1 1-32-15,-1 5 22 16,-5 0-18-16,-5 0-3 15,-6 13 14-15,0 15-16 16,-8 10 3-16,-21 7 39 0,-4 2-21 16,-1-2 4-1,9-9-17-15,17-8 0 0,8-8 10 16,15-8-26-16,49-9 28 16,42-3-14-16,35-12-15 15,-2-17-56-15,2-5-154 16,-45 5-247-16,-38 10-570 0</inkml:trace>
  <inkml:trace contextRef="#ctx0" brushRef="#br0" timeOffset="3950.13">3027 3479 1041 0,'0'0'674'16,"0"0"-590"-16,0 0 51 16,0 0 100-16,0 0-86 15,0 0-21-15,0 0-21 16,-72-37-52-16,32 42-28 16,-7 24-26-16,-10 34 8 15,-9 33 23-15,14 4 2 0,11-5 21 16,17-11-7-16,19-22-26 15,5 0 16-15,0-4-38 16,14-15 0-16,21-19 0 16,17-16 0-16,10-8-9 15,9-12-42-15,0-25-46 16,-5-11-34-16,-11-6-17 16,-13 1-36-16,-12 7 100 15,-13 17 76-15,-12 12 8 16,-5 16 119-16,-3 1-47 15,-16 21-17-15,-8 12-19 16,-2 9 66-16,6-2 4 16,8-2-70-16,9-8 8 15,6-8-26-15,2-5-10 16,19-12-7-16,10-5-1 0,6 0-15 16,1-16-30-16,-7-14-41 15,-4-8 15-15,-14-7 33 16,-9 5-8-16,-4 1 39 15,0 9 7-15,-11 9 12 16,-3 12 46-16,5 3 16 16,5 4-20-16,4 2-21 15,0-3-24-15,15-2 5 16,20-5-14-16,13-11 0 16,10-8-17-16,4-11-73 15,-4-7 44-15,-8-3 15 16,-17 1 20-16,-15 8 4 15,-11 4 8-15,-7 16-1 16,0 13 112-16,-18 8-73 16,-1 20-29-16,4 26 14 0,5 16 3 15,6 13 46-15,4 3-40 16,0 2 3-16,12-5-6 16,3-9-11-16,-3-8 3 15,-8-8-22-15,-4-6 11 16,-2-6-28-16,-29-4 2 15,-41 0-77-15,5-8-162 16,-1-13-504-16</inkml:trace>
  <inkml:trace contextRef="#ctx0" brushRef="#br0" timeOffset="4433.28">1779 3875 1622 0,'0'0'684'15,"0"0"-469"-15,0 0 8 16,0 0-94-16,0 0-35 16,0 0 1-16,0 0-51 15,2-15-31-15,31 15-12 16,9 0-1-16,12 3 10 16,0 2-10-16,-4 2-31 0,0-2 8 15,-10-1-53-15,-9-2-20 16,-11 1-120-16,-20 3-129 15,-16-1-390-15,-15-1-339 0</inkml:trace>
  <inkml:trace contextRef="#ctx0" brushRef="#br0" timeOffset="4583.06">1773 3999 844 0,'0'0'1156'0,"0"0"-881"16,0 0-187-16,0 0-40 15,0 0 7-15,114 14 6 16,-53-14-54-16,1 0-7 15,0-7-65-15,-8-9-126 16,-5-16-64-16,-15 2-12 16,-13 0-403-16</inkml:trace>
  <inkml:trace contextRef="#ctx0" brushRef="#br0" timeOffset="4737.08">2240 3738 910 0,'0'0'930'0,"0"0"-679"15,0 0-147-15,0 0 56 16,17 125-43-16,-15-60-1 15,-2 6-49-15,0-2-41 16,-13-5-12-16,-11-7-14 16,-10-13-10-16,-5-13-90 15,-26-20-93-15,7-11-167 16,4 0-838-16</inkml:trace>
  <inkml:trace contextRef="#ctx0" brushRef="#br0" timeOffset="4887.88">1322 3731 2293 0,'0'0'250'0,"-72"135"-197"16,39-41-50-16,6 5 9 15,22 6 19-15,5-28-17 16,40 12-14-16,70 29-49 16,-10-41-244-16,7-12-665 0</inkml:trace>
  <inkml:trace contextRef="#ctx0" brushRef="#br0" timeOffset="5550.06">3575 3850 1438 0,'0'0'630'15,"0"0"-530"-15,0 0-78 16,0 0 12-16,0 0-3 15,127 32 55-15,-106 21 25 16,-11 14-8-16,-8 9-29 0,-2-1 7 16,0-5-47-1,-8-14-10-15,-6-14-23 0,5-14 0 16,5-12 15-16,4-13-16 16,0-3 0-16,0-13 3 15,20-29-3-15,8-38-231 16,1-7-115-16,-2-11-235 15,-2 5 74-15,-11 30 507 16,-3 11 394-16,-9 32-31 16,-2 20-134-16,0 14-148 15,-9 32 48-15,-2 12-11 16,6 6 1-16,5 2-48 16,0-5-36-16,21-10-35 15,14-8-24-15,12-13-67 16,39-22-151-16,-7-8-245 15,-10-2-1056-15</inkml:trace>
  <inkml:trace contextRef="#ctx0" brushRef="#br0" timeOffset="5705.03">4277 3988 1435 0,'0'0'1169'0,"0"0"-1144"16,0 0-6-16,0 0-16 15,134 83-3-15,-78-66-6 16,16 4 6-16,-15-9-197 16,-17-2-453-16</inkml:trace>
  <inkml:trace contextRef="#ctx0" brushRef="#br0" timeOffset="5833.02">4226 4296 2244 0,'0'0'373'0,"0"0"-364"15,0 0-9-15,223 9-203 16,-116-9-376-16,-7-9-1128 0</inkml:trace>
  <inkml:trace contextRef="#ctx0" brushRef="#br0" timeOffset="6849.95">5862 3488 1382 0,'0'0'824'0,"0"0"-673"15,0 0-53-15,0 0-79 16,0 0-4-16,-125 5-14 15,54 55 40-15,-14 40 62 16,11 3-39-16,14-5 0 16,25-11 2-16,24-26-57 0,7 1 21 15,4-2-29-15,6-16 5 16,29-15 13-16,15-17-18 16,14-12-1-16,7 0 0 15,1-29-18-15,-7-6-9 16,-15-1-39-16,-15 5 31 15,-18 10 34-15,-13 10 0 16,-4 11 1-16,-4 2 0 16,-19 26 6-16,-2 6-3 15,2 2 22-15,5 0-10 16,9-5 11-16,9-6-25 0,0-6-1 16,11-9 0-1,16-6 0-15,6-4-1 0,3-4-2 16,-5-22-23-1,-4-8 25-15,-11-9-39 0,-14-3 4 16,-2 4 35-16,-6 7 1 16,-15 10 26-16,1 11-11 15,5 11-5-15,6 0 32 16,6 3-42-16,3 0 0 16,14 0-12-16,17 6 12 15,15-6-3-15,12 0 3 16,8-10-78-16,-4-20 44 15,-11-6-15-15,-16-4 0 16,-17 2 47-16,-13 2 2 0,-5 9 9 16,0 12 58-16,-7 12-34 15,-3 3 12-15,2 29-44 16,2 21 4-16,6 13 45 16,0 10-36-16,0 0 13 15,2-6-12-15,0-9-8 16,-2-9 16-16,0-8-17 15,-19-8-3-15,-11-5-3 16,-3-8-29-16,-12-17-75 16,10-3-230-16,10-5-813 0</inkml:trace>
  <inkml:trace contextRef="#ctx0" brushRef="#br0" timeOffset="7167.04">6859 3573 1669 0,'0'0'687'0,"0"0"-575"15,0 0-103-15,0 0-8 16,0 0 77-16,-32 135 25 16,24-84-15-16,3 2-33 15,5-7-41-15,0-6 3 0,0-10-17 16,0-10-12-16,3-8-8 16,3-12-41-16,7 0-22 15,3-26 4-15,18-57-177 16,-5 3-414-16,0-3-855 0</inkml:trace>
  <inkml:trace contextRef="#ctx0" brushRef="#br0" timeOffset="7325.07">7046 3497 1098 0,'0'0'778'15,"0"0"-567"-15,0 0 10 16,-5 116-104-16,-5-58 23 0,0 2-69 16,1-3-18-1,5-7-4-15,0-6-48 16,4-10-2-16,0-9-32 15,0-11-110-15,-5-13-13 0,-21-16-68 16,-3-20 31-16,-7-8-1152 0</inkml:trace>
  <inkml:trace contextRef="#ctx0" brushRef="#br0" timeOffset="7485.08">6691 3400 1883 0,'0'0'609'0,"0"0"-504"16,0 0-7-16,168-40-60 15,-100 35-5-15,1 2-26 16,1 3 0-16,-3 0-7 16,-5 11-25-16,-8 10-100 0,-8 22-162 15,-15-5-263-15,-12-4-473 16</inkml:trace>
  <inkml:trace contextRef="#ctx0" brushRef="#br0" timeOffset="7687.75">6585 4296 1886 0,'0'0'587'0,"0"0"-458"16,0 0-35-16,0 0-52 15,0 0 22-15,166-26-30 0,-92 11-25 16,9 1-9-1,28-1-46-15,-20 4-181 0,-19 3-327 0</inkml:trace>
  <inkml:trace contextRef="#ctx0" brushRef="#br0" timeOffset="8616.06">6921 4425 1182 0,'0'0'300'0,"0"0"-163"15,0 0-15-15,0 0-12 16,0 0 17-16,0 0 20 0,0 0-38 16,-2 0-48-16,2 0-17 15,0 0 19-15,0 0-13 16,0 0-10-16,0 0-3 16,0 0-37-16,0 0 0 15,0 0 0-15,0 0 1 16,0 0-7-16,0 0 4 15,0 0 2-15,0 0 9 16,0 0-9-16,0 0 0 16,0 0 11-16,0 0 9 15,0 0 34-15,-2 0-29 0,0 0 5 16,-1 0 33 0,1-2-41-16,2 0 3 0,-2 2 17 15,2 0-30 1,0 0 5-16,0 0-17 0,-3 0 0 15,3 0 1-15,0 0-1 16,0 0-1-16,0 0 0 16,0 0 1-16,0 0 0 15,0 0 0-15,0 0 0 16,0 0 5-16,0 0-5 16,0 0-6-16,0 0 6 15,0 0 12-15,0 0 4 16,0 0-16-16,3-1 1 15,8-2-7-15,2 3-7 16,7 0 11-16,-2 0-5 0,-2 0 1 16,-3 10 6-16,-6 6-1 15,-7 8 1-15,0 2 9 16,-12 6 7-16,-9 0 6 16,0-2-8-16,6-4-8 15,10-1-12-15,5-4-2 16,12-2-23-16,21 1 24 15,11 2 7-15,1 0 0 16,-5-1-1-16,-11 0 2 16,-20 4-3-16,-9 2-13 15,-20 8-21-15,-58 17 20 16,5-6-145-16,1-15-435 0</inkml:trace>
  <inkml:trace contextRef="#ctx0" brushRef="#br0" timeOffset="9546.84">1600 6442 2006 0,'0'0'358'0,"0"0"-266"15,0 0-71-15,0 0 16 16,0 0 9-16,116 0 36 16,-55 0-30-16,1 0-52 15,-5 0-18-15,-5-1-74 16,-21 1-52-16,-13 0-185 15,-18 0-437-15</inkml:trace>
  <inkml:trace contextRef="#ctx0" brushRef="#br0" timeOffset="9868.34">1605 6613 1640 0,'0'0'616'0,"0"0"-523"16,0 0-44-16,0 0 49 15,0 0-36-15,147 34-24 16,-85-34-38-16,3-4-32 15,-5-15-67-15,-8-6-38 16,-13-3-114-16,-12-4-56 16,-14-4-87-16,-3-2 127 15,-8 0-471-15,-2 2 738 16,2 5 498-16,2 9 79 16,3 12-258-16,2 8-39 15,4 2-98-15,5 8-83 16,2 21-10-16,0 8 12 15,-4 12-5-15,-10 2-56 16,-6 2-12-16,0-2 0 0,-15-6-28 16,-16-7-13-16,-7-8-24 15,-22-19-99-15,6-8-221 16,5-3-543-16</inkml:trace>
  <inkml:trace contextRef="#ctx0" brushRef="#br0" timeOffset="10027.29">1279 6203 1991 0,'0'0'506'0,"0"0"-443"0,-85 150-49 15,68-73 28-15,17 4-23 16,4-3 3-16,42-4-22 16,24-6-21-16,63-8-99 15,-14-17-215-15,-5-19-886 0</inkml:trace>
  <inkml:trace contextRef="#ctx0" brushRef="#br0" timeOffset="10666.31">3323 6298 821 0,'0'0'866'16,"0"0"-580"-16,0 0-91 15,0 0-98-15,0 0-52 16,0 0 8-16,0 0 18 15,132 111 0-15,-117-44 22 16,-8 8-11-16,-7-1-29 16,0-2-4-16,-11-12-19 15,-4-12-22-15,1-16 28 16,7-11-35-16,3-14 0 16,4-7 10-16,0-4-4 15,0-32-7-15,20-35-212 16,16-52-101-16,1 3-153 15,-8 16-565-15,-8 39 1031 16,-19 56 88-16,-2 9 604 0,0 3-458 16,-2 21-92-16,-8 15 58 15,4 9-29-15,6 8-55 16,0 2-28-16,11-2-59 16,23-8-29-16,10-8-61 15,10-16-56-15,33-22-119 16,-14-2-110-16,-11-10-1046 0</inkml:trace>
  <inkml:trace contextRef="#ctx0" brushRef="#br0" timeOffset="10855.04">4030 6457 2256 0,'0'0'316'15,"0"0"-303"-15,0 0 11 16,0 0-6-16,116 42 15 15,-63-36 16-15,7 2-28 16,5-4-21-16,-5 2 0 16,-11 0-127-16,-20 2-103 15,-18-4-330-15,-11 0-458 0</inkml:trace>
  <inkml:trace contextRef="#ctx0" brushRef="#br0" timeOffset="10995.91">3970 6667 98 0,'0'0'2015'0,"0"0"-1707"16,0 0-222-16,0 0-43 0,0 0 34 16,145 35 8-16,-70-32-85 15,8-3 0-15,33 0-153 16,-20-10-223-16,-19-1-519 0</inkml:trace>
  <inkml:trace contextRef="#ctx0" brushRef="#br0" timeOffset="11432.05">5082 6441 2345 0,'0'0'358'0,"0"0"-256"0,0 0-84 15,116 8-17-15,-65-3 19 16,9 2 3-16,9-6 15 16,3 2-27-16,1-3-11 15,-4 0-28-15,-4-8-83 16,-14-10-92-16,-20-17-36 15,-12 3-257-15,-17 1-1120 0</inkml:trace>
  <inkml:trace contextRef="#ctx0" brushRef="#br0" timeOffset="11605.12">5501 6111 1955 0,'0'0'337'0,"0"0"-278"0,0 0 15 16,-20 133 17-1,13-68 7-15,-2 5-40 0,1 8-16 16,-2-1-42-16,-3 0-36 16,-5-6-128-16,-20-6-169 15,5-19-201-15,-5-15-753 0</inkml:trace>
  <inkml:trace contextRef="#ctx0" brushRef="#br0" timeOffset="11738.82">4998 6825 2336 0,'0'0'587'16,"0"0"-502"-16,0 0-62 16,180 11-23-16,-65-5-47 0,30-2 25 15,21-4-84-15,-33 0-149 16,-31 0-480-16</inkml:trace>
  <inkml:trace contextRef="#ctx0" brushRef="#br0" timeOffset="12304.19">6547 6072 2034 0,'0'0'362'0,"0"0"-260"16,0 0-81-16,0 0-21 16,0 0-2-16,0 0 2 15,0 0 58-15,0 142-6 16,0-88-13-16,0-3-33 16,0-12-12-16,0-11-4 15,0-14-87-15,6-10-34 16,3-4 8-16,5-32 27 15,-1-7-173-15,1-10-548 0</inkml:trace>
  <inkml:trace contextRef="#ctx0" brushRef="#br0" timeOffset="12465.08">6547 6072 590 0,'131'-106'1288'16,"-131"107"-1014"-16,0 25-213 16,0 13 61-16,0 13-61 15,0 6-16-15,0 3-2 16,0-3-24-16,0-3-19 15,0-8-10-15,0-10-87 16,0-12-166-16,-6-13-125 16,-8-12-446-16</inkml:trace>
  <inkml:trace contextRef="#ctx0" brushRef="#br0" timeOffset="12625.05">6348 5993 2004 0,'0'0'384'15,"0"0"-280"-15,127-18-51 16,-59 13-23-16,5 5 3 16,0 0 5-16,-3 0-23 15,-10 15-15-15,-16 16-111 16,-30 31-72-16,-14-7-292 16,0 0-386-16</inkml:trace>
  <inkml:trace contextRef="#ctx0" brushRef="#br0" timeOffset="12786">6281 6604 2072 0,'0'0'387'16,"0"0"-322"-16,0 0-17 15,0 0 28-15,123 25-14 16,-45-23-15-16,11-2-40 16,5 0-7-16,0 0-94 15,4-10-55-15,-28 4-106 16,-18 0-397-16</inkml:trace>
  <inkml:trace contextRef="#ctx0" brushRef="#br0" timeOffset="13450.11">6638 6798 1425 0,'0'0'404'0,"0"0"-265"16,0 0-78-16,0 0-61 15,0 0 97-15,0 0 83 16,0 0-61-16,0 0-58 16,0 0-44-16,0 0 0 15,0 0 41-15,0 0-8 16,0 0-3-16,0 0-15 15,0 0-17-15,0 0 3 16,0 0-17-16,0 0 0 16,0 0 5-16,0 0 7 0,0 0-10 15,0 0-2-15,0 0-1 16,0 0 19-16,0 0-19 16,0 0 0-16,0 0 4 15,0 0-2-15,0 0-2 16,0 0 0-16,0 0 0 15,0 0-2-15,0 0 2 16,0 0 0-16,0 0-6 16,0 2 8-16,0 1-4 15,0 6-24-15,15 7-30 0,6 5 56 16,1 8-1 0,-2 2 1-16,-2 6 4 0,-12 3 4 15,-6-1 37-15,0 6-16 16,-26 2 15-16,-10-3 4 15,-4-2-47-15,5-9-1 16,6-6 0-16,10-11-15 16,13-8-31-16,6-4-48 15,0-4-34-15,2 0 43 16,9 0 21-16,1 0 45 16,-8 0 19-16,-4 4 0 15,0 3 31-15,-2 4-30 16,-14 7 6-16,-5 0-7 15,2 0-20-15,-12 1-138 16,6-6-152-16,5-6-586 0</inkml:trace>
  <inkml:trace contextRef="#ctx0" brushRef="#br0" timeOffset="14248.63">6629 6875 1033 0,'0'0'604'0,"0"0"-374"16,0 0 35-16,0 0-49 16,0 0-3-16,0 0-86 15,0 0-66-15,20-47-21 16,0 34-38-16,2 5-4 0,3 3-1 16,-1 5 3-1,-5 0-8-15,-6 3 6 0,-7 17-4 16,-6 11 12-16,0 8 15 15,-17 6 22-15,-19 5-22 16,-4-2 2-16,0-4 5 16,2-8-28-16,11-12 8 15,11-7-8-15,12-10-6 16,4-5-6-16,2 1-64 16,25-3-3-16,10 2 71 15,9 3 4-15,-4 4 3 16,-3 1 2-16,-6 4 13 15,-18 4 2-15,-13 3-15 16,-2 6 9-16,-34 4 24 16,-15 6-18-16,-11 1-14 0,-7-1-2 15,-22-2-103-15,16-11-164 16,10-10-708-16</inkml:trace>
  <inkml:trace contextRef="#ctx0" brushRef="#br0" timeOffset="14742.77">7632 6563 664 0,'0'0'1370'16,"0"0"-1052"-16,0 0-198 15,0 0-71-15,0 0-27 16,118 12 3-16,-62-12-25 16,2 0-22-16,-2 0-25 15,-5-14-99-15,-7-18-101 16,-12 6-251-16,-16-3-901 0</inkml:trace>
  <inkml:trace contextRef="#ctx0" brushRef="#br0" timeOffset="14901.87">7926 6367 449 0,'0'0'1511'16,"0"0"-1202"-16,0 0-232 0,0 0 0 16,-51 153 26-16,38-84-38 15,2 1-25-15,3-4-20 16,8-5-20-16,0-10-75 16,3-13-39-16,33-23-113 15,-3-13-45-15,1-2-494 0</inkml:trace>
  <inkml:trace contextRef="#ctx0" brushRef="#br0" timeOffset="15136.04">8397 6261 2032 0,'0'0'192'0,"0"0"-137"16,-7 128-4-16,-6-70 44 15,2-5 60-15,1-4-27 16,4-6-54-16,4-2-20 16,2-7-54-16,0-6-5 15,0-8-57-15,2-11-68 16,12-9 6-16,19-21 22 16,-2-15-225-16,-2-7-647 0</inkml:trace>
  <inkml:trace contextRef="#ctx0" brushRef="#br0" timeOffset="15305.06">8564 6345 1774 0,'0'0'352'0,"0"0"-262"15,0 0-34-15,-100 134 21 16,79-86-15-16,15-2 38 16,6-2 11-16,6-4-64 15,28-6-28-15,17-8-19 16,12-12-25-16,35-14-97 15,-18-11-187-15,-9-14-306 0</inkml:trace>
  <inkml:trace contextRef="#ctx0" brushRef="#br0" timeOffset="16031.23">8972 6411 1787 0,'0'0'306'16,"0"0"-281"-16,0 0-18 15,0 0-7-15,0 0 152 16,0 0-13-16,0 0-48 16,-22-55-82-16,30 44-8 15,11 4 11-15,-2 7-11 16,1 0-1-16,-3 12 1 16,-7 22 13-16,-8 12 45 15,-16 12-2-15,-26 5-13 16,-19 1 7-16,-8-6-51 15,-5-11 0-15,10-13 9 16,12-17-7-16,17-10-4 16,14-7-13-16,19-4-13 0,2-16-72 15,29-5-40-15,16 5 29 16,11 6 83-16,5 8 28 16,1 6 16-16,2 0 14 15,3 0 25-15,-2 6-11 16,-1-6 1-16,-2 0 19 15,-1-4-32-15,-5-17-11 16,-5-6-21-16,-7-5-37 16,-10-4-45-16,-10 2 29 15,-8 4 13-15,-9 7 40 0,-7 14 31 16,0 6 1-16,0 3-23 16,-2 12-1-16,-10 20-8 15,-1 5 102-15,4 5-20 16,2 4-31-16,7-4 6 15,0-5-35-15,0-7-1 16,12-9-21-16,3-8 1 16,3-12-10-16,5-1 9 15,-2-14-11-15,4-19-63 16,0-12-98-16,-1-11-24 16,1-4-105-16,-3 2-1 15,-4 9 41-15,-5 16 261 16,-6 13 481-16,-5 15-143 0,-2 5-215 15,0 11-85 1,0 16-27-16,0 12 32 0,-4 7 34 16,-3 2-50-16,2 1-9 15,3-3-9-15,2-11-9 16,0-9-67-16,0-10-74 16,-6-16-153-16,-1-3-39 15,-5-20-685-15</inkml:trace>
  <inkml:trace contextRef="#ctx0" brushRef="#br0" timeOffset="16155.18">9446 6272 2354 0,'0'0'491'0,"0"0"-406"16,0 0-85-16,152-36-57 16,-80 29-30-16,1 4 8 0,25 3-52 15,-20 0-189-15,-13 0-366 16</inkml:trace>
  <inkml:trace contextRef="#ctx0" brushRef="#br0" timeOffset="17264.47">3966 8101 1109 0,'0'0'251'15,"126"32"-158"-15,-1-6 55 0,51 4-64 16,29 0 8-16,18-4 2 16,12-8 19-16,4 1 26 15,25-5-62-15,26-3-61 16,24 0-16-16,23-6-21 15,13 4 14-15,4-1 7 16,3 6 3-16,-9 4 40 16,-11 5 48-16,-19 2-15 15,-19 1-45-15,-25 2-31 16,-25-3-4-16,-33-2-115 16,-64-9-154-16,-49-5-576 0</inkml:trace>
  <inkml:trace contextRef="#ctx0" brushRef="#br0" timeOffset="19114.5">3432 9092 1328 0,'0'0'489'16,"0"0"-297"-16,0 0-3 16,0 0-56-16,0 0-69 15,0 0-27-15,0 0-6 16,-149-7-30-16,87 53 13 15,-5 19 45-15,7 15 10 16,8 9-7-16,17-4-14 16,14-8-21-16,17-14 7 15,4-14-22-15,20-17-6 16,20-12 11-16,16-17-16 16,11-3-2-16,9-12-25 0,-3-23-23 15,-6-7-19 1,-9-2-32-16,-15 3 27 0,-16 11 55 15,-14 12 18-15,-9 11 14 16,-4 7-13-16,-2 2 0 16,-17 20 0-16,0 9 0 15,-1 8 31-15,7-3 16 16,6-4-23-16,7-8 11 16,0-7-26-16,11-3-2 15,14-11 11-15,-2-3-18 16,4 0 0-16,-2-10 14 15,-5-12-15-15,-9-2 4 16,-9-4-4-16,-2 2-4 16,-2 2 4-16,-13 5 0 15,-3 10 0-15,1 3-11 0,5 6 16 16,8 0-5-16,4 0 0 16,0 0 25-16,6 0-16 15,23-6 0-15,14-4-9 16,8-8 0-16,4-10-15 15,-3-6 14-15,-10-6-26 16,-13-2 26-16,-11-4-5 16,-11 9-9-16,-7 7 15 15,0 12 56-15,0 13-30 16,-7 5-26-16,-2 23-8 0,0 23 8 16,7 14 24-1,2 10-16-15,0 4 6 0,6-6 1 16,6-5-4-16,-5-14-4 15,-7-11-6-15,0-6 0 16,-9-6 2-16,-20-4-3 16,-10-3-50-16,-7-16-111 15,8-3-228-15,14 0-584 0</inkml:trace>
  <inkml:trace contextRef="#ctx0" brushRef="#br0" timeOffset="19580.84">4057 9506 1837 0,'0'0'376'15,"0"0"-191"-15,0 0-105 16,0 0-40-16,0 0 30 15,0 0-14-15,0 0 14 16,120-74-58-16,-109 109 15 16,-7 11 21-16,-4 5-9 15,0 7 7-15,-13-7-18 16,-5-5-27-16,7-9 32 16,2-16-33-16,5-7-9 15,4-7-2-15,0-7-17 0,0 0-6 16,13-19-5-16,9-22-31 15,3-17-191-15,-1-15-255 16,-3-3-301-16,-8 12 495 16,-9 20 322-16,-4 23 815 15,0 21-592-15,-9 12-161 16,-1 24 111-16,0 7-30 16,10 3-19-16,0 0-26 15,25-2-41-15,20-8-47 16,13-10-10-16,13-10-50 15,10-14-16-15,25-8-221 16,-19-17-92-16,-16-6-1153 0</inkml:trace>
  <inkml:trace contextRef="#ctx0" brushRef="#br0" timeOffset="19726.26">4882 9406 2181 0,'0'0'314'0,"0"0"-216"15,0 0-55-15,0 0-24 16,133 37-10-16,-82-23-8 16,-4 1-2-16,-13 10-119 15,-15-5-176-15,-14-5-375 0</inkml:trace>
  <inkml:trace contextRef="#ctx0" brushRef="#br0" timeOffset="19847.97">4923 9617 2097 0,'0'0'614'0,"0"0"-511"16,0 0-103-16,181-28-6 0,-69 14-133 16,-21 3-85-16,-13-1-378 0</inkml:trace>
  <inkml:trace contextRef="#ctx0" brushRef="#br0" timeOffset="20297.89">6605 9276 1930 0,'0'0'390'0,"0"0"-390"16,0 0-58-16,0 0 41 15,0 0 17-15,106-119 39 0,-74 70-39 16,-1-8-58-16,-7-1-98 15,-5 2 73-15,-11 5 53 16,-1 10 30-16,-7 11 52 16,0 12 220-16,0 14-102 15,0 4-137-15,-7 26-33 16,-7 24 0-16,4 32 19 16,-1 32-18-16,1-2-2 15,6-11-25-15,-3-16-73 16,-11-9-152-16,3-14-133 15,-5-8-1134-15</inkml:trace>
  <inkml:trace contextRef="#ctx0" brushRef="#br0" timeOffset="20450.59">6395 9636 2268 0,'0'0'565'16,"0"0"-467"-16,0 0-50 15,0 0-28-15,154 0-2 16,-72 0-18-16,9 0-18 15,4 0-45-15,18 0-172 16,-26 0-72-16,-18 0-428 0</inkml:trace>
  <inkml:trace contextRef="#ctx0" brushRef="#br0" timeOffset="21034.02">6689 9844 1060 0,'0'0'828'0,"0"0"-791"16,0 0-37-16,0 0 0 15,0 0 17-15,0 0 115 16,0 0 52-16,-7 0-74 15,7 0-91-15,0 0 30 16,0 0 9-16,0 0-25 16,0 0 22-16,-2 0-31 15,2 0-23-15,0 0 18 16,0 0-18-16,0 0-1 0,0 0 0 16,0 0 0-1,0 0 1-15,0 0 0 0,0 0 8 16,0 0 52-16,0 0-17 15,-2 0-3-15,0 0-8 16,0 0-3-16,2 0 24 16,0 0-38-16,0 0-15 15,2 0 22-15,9 0-23 16,3 0 0-16,1 5 0 16,-4 10 0-16,-6 7-1 15,-5 6-3-15,0 8 4 16,-7 2 49-16,-7 0-41 15,6-7 1-15,8-2-8 16,6-5-1-16,32-6 19 0,16-2-5 16,8-1 0-16,-2-6 1 15,-8 1-14-15,-19 2-1 16,-24 5-27-16,-9 9-60 16,-27 9 39-16,-26 11 19 15,-34 12-113-15,11-12-156 16,11-13-621-16</inkml:trace>
  <inkml:trace contextRef="#ctx0" brushRef="#br0" timeOffset="24675.42">1665 12068 1528 0,'0'0'548'0,"0"0"-422"15,0 0-12-15,0 0-18 16,0 0-47-16,0 0-27 0,127-7 5 16,-58 7-26-16,7 0-2 15,3 8-23-15,2 3-57 16,13-2-96-16,-18-2-311 15,-18-6-1043-15</inkml:trace>
  <inkml:trace contextRef="#ctx0" brushRef="#br0" timeOffset="24903.01">1727 12254 2263 0,'0'0'459'0,"0"0"-419"16,0 0-21-16,123-19 10 15,-50 6-23-15,12-1 1 16,8 4-7-16,-1 1-24 16,-7 2-102-16,2-2-83 15,-23 2-287-15,-22-1-308 0</inkml:trace>
  <inkml:trace contextRef="#ctx0" brushRef="#br0" timeOffset="25104.01">2641 11893 1420 0,'0'0'320'0,"0"0"-208"0,0 0 10 15,27 120 82-15,-27-67-40 16,-25 4-54-16,-15 2-12 15,-9-3-47-15,-5-1-20 16,-1-8-31-16,-1-7-5 16,-4-11-100-16,-27-28-119 15,13-1-258-15,7-8-935 0</inkml:trace>
  <inkml:trace contextRef="#ctx0" brushRef="#br0" timeOffset="25269.38">1435 11853 1674 0,'0'0'512'0,"0"0"-457"0,-105 150-4 16,76-71 3-16,25 2 5 15,6 3-15-15,42-1-21 16,23-1-23-16,34-2-8 16,44-13-149-16,-18-23-215 15,-11-18-1376-15</inkml:trace>
  <inkml:trace contextRef="#ctx0" brushRef="#br0" timeOffset="26380.15">3499 11976 791 0,'0'0'588'16,"0"0"-369"-16,0 0 9 15,0 0 68-15,0 0-79 16,0 0-76-16,0 0-31 15,18-78-61-15,-3 65 0 16,8 5-19-16,-1 8-2 16,3 2-19-16,2 34-9 15,-3 16 0-15,-4 16 34 16,-9 12 8-16,-9 5 4 16,-2-3-27-16,0-8 2 0,-11-12 8 15,1-12-29-15,0-12 0 16,3-14 1-16,5-7-1 15,2-12 0-15,0-5-20 16,0 0 10-16,0-14 9 16,16-39-20-16,13-46-192 15,0-7-33-15,-1 6-29 16,-7 16-225-16,-9 36 500 16,-8 15 82-16,-2 7 263 15,-2 22-97-15,0 4-150 16,-16 32-68-16,-3 15 37 15,2 11 46-15,7 6-37 16,10 0-22-16,0-4 1 16,23-6-45-16,18-8-3 15,11-10-7-15,10-11-64 0,38-21-60 16,-15-4-117-16,-12-8-383 0</inkml:trace>
  <inkml:trace contextRef="#ctx0" brushRef="#br0" timeOffset="26553">4329 12082 1340 0,'0'0'1009'15,"0"0"-862"-15,0 0-69 16,0 0 43-16,138 28-82 16,-80-16 16-16,4-1-42 0,-2 2-13 15,-2 1-1 1,-10-2-84-16,-19 3-85 0,-17-1-334 15,-12-6-317-15</inkml:trace>
  <inkml:trace contextRef="#ctx0" brushRef="#br0" timeOffset="26725.44">4182 12334 1949 0,'0'0'467'16,"0"0"-350"-16,0 0 32 15,0 0-58-15,147 12-16 16,-78-7-74-16,4-5-1 16,5 0-37-16,22 0-150 0,-19 0-283 15,-14-11-694-15</inkml:trace>
  <inkml:trace contextRef="#ctx0" brushRef="#br0" timeOffset="27013.89">5359 12155 228 0,'0'0'2171'15,"0"0"-1793"-15,0 0-310 0,0 0-36 16,0 0-23-16,138 0 2 16,-80 0-2-16,2 0-9 15,0 0-26-15,-4 0-55 16,6-1-91-16,-18-6-166 16,-10-2-486-16</inkml:trace>
  <inkml:trace contextRef="#ctx0" brushRef="#br0" timeOffset="27221.92">5779 11735 1542 0,'0'0'625'16,"0"0"-545"-16,0 0-31 15,-40 118 3-15,30-60 29 16,0 10-26-16,4 1-9 15,1 6-26-15,1-2-20 16,2-2-1-16,-2-4-20 16,-4 5-127-16,2-18-161 15,-1-15-348-15</inkml:trace>
  <inkml:trace contextRef="#ctx0" brushRef="#br0" timeOffset="27409.72">5098 12629 829 0,'0'0'1518'0,"0"0"-1191"15,0 0-233-15,0 0-1 16,122 18-20-16,-47-11-46 16,17-4-27-16,11 1-14 15,42-4-75-15,-27 0-128 16,-18 0-356-16</inkml:trace>
  <inkml:trace contextRef="#ctx0" brushRef="#br0" timeOffset="28565.06">6869 12029 1493 0,'0'0'350'0,"0"0"-34"16,0 0-33-16,0 0-96 15,0 0-140-15,0 0-44 0,-164-4 4 16,95 52 6 0,-1 10 20-16,6 5 2 0,12-1-9 15,17-8 22-15,15-13-37 16,16-7 4-16,4-13-9 16,6-9-5-16,28-9 15 15,8-3-16-15,11-15-19 16,3-20-17-16,2-18-92 15,-7-9 1-15,-6-7-20 16,-12 8 39-16,-10 10 98 16,-12 19 10-16,-9 16 137 15,-2 14 3-15,0 2-115 16,-11 26-24-16,-7 16 38 16,-2 12 39-16,4 7 1 15,6 1-27-15,7-6-22 0,3-6 7 16,5-12-26-16,16-9-5 15,8-14-6-15,10-11-1 16,7-4 0-16,6-18-44 16,6-24-92-16,-2-14-72 15,-3-8-127-15,-6 3-63 16,-12 10 69-16,-12 19 330 16,-15 20 369-16,-8 12-227 15,0 17-72-15,-8 22 200 16,-10 7-133-16,-2 2-18 15,2-6-37-15,3-9-26 16,5-10-23-16,8-11-32 16,0-6 9-16,2-6 21 0,0 0 8 15,0-12 40-15,18-17-41 16,9-17-37-16,9-5-2 16,8-5-13-16,7 4 0 15,3 10 14-15,1 11-34 16,1 15-75-16,-2 14-91 15,8 6-95-15,-15 17-206 16,-7 0-828-16</inkml:trace>
  <inkml:trace contextRef="#ctx0" brushRef="#br0" timeOffset="28767.98">7873 12085 1189 0,'0'0'826'0,"0"0"-595"0,0 0-80 15,-161 7-1-15,112 18-51 16,11 5-17-16,11 9-6 16,19 1-41-16,8 1-2 15,8 2-5-15,31-2-21 16,14-7-7-16,19-10-66 16,46-23-104-16,-14-1-166 15,-10-6-926-15</inkml:trace>
  <inkml:trace contextRef="#ctx0" brushRef="#br0" timeOffset="29463.06">8570 11965 1483 0,'0'0'682'0,"0"0"-574"15,0 0-81-15,0 0-11 16,-137 28 54-16,83 8 59 15,2 13-10-15,8 6-24 16,9 6-26-16,12-1-38 16,12-6 14-16,11-4-21 15,0-8-23-15,22-10 19 16,13-9-20-16,13-14-1 16,10-9-12-16,6-4-33 15,5-24-41-15,-1-9-64 16,-11-2-3-16,-14 8 83 0,-19 8 71 15,-15 11 23-15,-9 12 40 16,0 0-51 0,-13 10 10-16,-3 12 42 0,3 4 15 15,6 0-2-15,7-2-35 16,0-4-15-16,2-4-26 16,16-6-1-16,7-8 17 15,2-2-13-15,-1 0 8 16,-6-20-10-16,-6-8-2 15,-10-4-21-15,-4-2-3 16,0 7 0-16,-16 2 24 16,1 11 12-16,5 6 3 0,4 6 28 15,6 0-41-15,0 2 10 16,6 0-11-16,23-4 0 16,16-4-1-16,14-6-3 15,9-8-49-15,3-8 21 16,-3-8-43-16,-15-4-25 15,-15-7 27-15,-16-1-79 16,-15 4-80-16,-7 10 228 16,0 12 3-16,-9 18 178 15,-2 6-97-15,-2 24-25 16,3 22-1-16,4 14 50 16,4 7-10-16,2 1-10 15,0-2-27-15,0-9-10 16,-4-5-32-16,-8-11 8 15,-6-7-23-15,-2-8 5 0,-2-6-6 16,-2-18-70-16,3-2-155 16,13-5-411-16</inkml:trace>
  <inkml:trace contextRef="#ctx0" brushRef="#br0" timeOffset="29779.5">9818 11849 833 0,'0'0'1205'15,"0"0"-977"-15,0 0-179 16,37-112-12-16,-18 65-16 0,2-1-21 16,-3-2-12-16,-5 6-21 15,-4 6 8-15,-5 10 25 16,-4 10 129-16,0 10 53 15,0 8-94-15,0 0-88 16,0 24-29-16,-13 19 21 16,-3 18 8-16,-1 15 31 15,-4 12-20-15,4 4-11 16,-1 1 0-16,-3-7-40 16,2-8-72-16,-24 1-112 15,7-23-280-15,-1-16-534 0</inkml:trace>
  <inkml:trace contextRef="#ctx0" brushRef="#br0" timeOffset="29902.28">9404 12325 1894 0,'0'0'653'0,"0"0"-504"0,0 0-79 16,167 0-37-16,-84-3-23 16,6 3-10-16,25-2-81 15,-25 0-210-15,-20 0-822 0</inkml:trace>
  <inkml:trace contextRef="#ctx0" brushRef="#br0" timeOffset="30563.08">9534 12610 1166 0,'0'0'407'16,"0"0"-173"-16,0 0 36 15,0 0-85-15,0 0-89 16,0 0 8-16,0 0-68 15,0 0-16-15,0 0-5 16,0 0-13-16,0 0 4 0,0 0-6 16,0 0 0-16,0 0 9 15,0 0 1-15,0 0 18 16,0 0 12-16,0 0-23 16,0 0-10-16,0 0-7 15,0 0 1-15,0 0-7 16,0 0 13-16,0 0-8 15,0 0 1-15,0 0 0 16,0 0 6-16,0 0-6 16,0 0 0-16,0 0 16 15,0 3-16-15,8 3 0 16,6 2-8-16,5 6 8 16,2 8 8-16,1 8 7 0,-4 3 10 15,-4 8 41-15,-8-1-29 16,-6-1 26-16,0-4-11 15,0-4-19-15,0-6-1 16,0 2-31-16,16-3 14 16,8 0 19-16,7 0-26 15,-2 2 2-15,-8-1-10 16,-17 2-17-16,-4 6 1 16,-56 13 0-16,-46 15 16 15,-8-1-9-15,8-5 6 16,13-9-39-16,31-11-82 15,11-9-209-15,16-13-1051 0</inkml:trace>
  <inkml:trace contextRef="#ctx0" brushRef="#br0" timeOffset="31146.18">10630 12298 2191 0,'0'0'574'15,"0"0"-574"-15,0 0-11 16,0 0 11-16,114 12 11 16,-58-8 14-16,4-4-12 0,0 0-13 15,-7-2-19-15,-6-17-37 16,-13-8-41-16,-12-4-105 16,-15-6-116-16,-7-1 4 15,0 1-51-15,-21 7 321 16,2 8 44-16,1 15 347 15,3 7-45-15,-1 2-116 16,-5 28-50-16,0 17-10 16,-4 19-13-16,0 11-38 15,5 5-34-15,5 0-36 16,4-6-5-16,6-13-82 16,5-13-40-16,7-18-53 0,15-14-157 15,2-16-465-15</inkml:trace>
  <inkml:trace contextRef="#ctx0" brushRef="#br0" timeOffset="31379.2">11388 12015 1864 0,'0'0'342'15,"0"0"-326"-15,0 0 115 16,-33 132-48-16,8-75 71 15,2 3-2-15,4-2-89 16,1-2-21-16,9-5-33 0,3-9 3 16,6-9-24-1,0-11-39-15,6-11-49 0,21-10-1 16,27-18-50-16,-4-19-158 16,-2-8-474-16</inkml:trace>
  <inkml:trace contextRef="#ctx0" brushRef="#br0" timeOffset="31563.33">11593 12069 1388 0,'0'0'706'0,"0"0"-640"16,0 0 8-16,-124 69 42 15,86-25-5-15,11 4 30 16,9 4-40-16,14 0-36 16,4-1-16-16,13-6-37 15,25-4 7-15,20-11-19 16,15-10-18-16,17-15-67 0,43-13-101 15,-21-20-281 1,-17-5-481-16</inkml:trace>
  <inkml:trace contextRef="#ctx0" brushRef="#br0" timeOffset="32416.83">12169 12222 1117 0,'0'0'889'0,"0"0"-810"15,0 0-78-15,0 0-1 16,0 0 32-16,0 0 77 15,0 0-10-15,-32-22-99 16,52 13-108-16,2 5 108 16,-1 3 29-16,-6 1 6 15,-3 0-26-15,-4 5-2 0,-8 10 20 16,0 1-3-16,0-3 32 16,-4 2 8-16,-10-5-24 15,5-3 9-15,3-4-6 16,2-3 20-16,4 0-2 15,0-6-55-15,0-14-6 16,8-3-72-16,10-2 10 16,2 1-5-16,-2 7 16 15,-3 9 29-15,-5 8 21 16,-8 0-14-16,-2 19 15 16,-12 15 65-16,-25 13-2 15,-19 6 13-15,-13 3-39 16,-6-3-15-16,0-7 10 15,15-12-32-15,14-12 1 0,19-12 10 16,13-10-10-16,14 0 30 16,0-15-31-16,18-11-31 15,16-6-45-15,6 5-35 16,-2 6 39-16,0 13 43 16,-7 8 4-16,0 5 16 15,-2 16 9-15,5 5 21 16,3 1 21-16,6-8-26 15,8-5 3-15,9-10 21 16,7-4-40-16,2-14-31 16,0-20-67-16,-6-5-145 15,-12-8 0-15,-9 1 32 16,-13 4 33-16,-11 8 178 0,-9 10 16 16,-7 12 266-16,-2 10-33 15,0 2-147-15,-2 21-33 16,-14 11 78-16,1 15-9 15,-1 3-6-15,3 2-75 16,6-4-18-16,5-6-26 16,2-10-12-16,0-9 1 15,0-11-2-15,2-10-33 16,7-2-4-16,7-11-2 16,4-20-76-16,2-13-196 15,7-13 3-15,2-3-8 16,0 4-175-16,-2 7 25 15,-4 17 466-15,-10 19 905 16,-5 13-624-16,-10 6-175 16,0 26 60-16,0 13 24 15,-14 6-50-15,-6 7-15 0,0-1-48 16,0-6-49-16,7-4-10 16,1-11-18-16,6-12-13 15,-1-11-48-15,-15-13-130 16,-1-5-99-16,-3-19-228 0</inkml:trace>
  <inkml:trace contextRef="#ctx0" brushRef="#br0" timeOffset="32543.58">12835 11973 2123 0,'0'0'393'0,"158"-43"-284"0,-60 20-82 15,12 1-27-15,12 2-88 16,-15 1-154-16,-25 2-766 0</inkml:trace>
  <inkml:trace contextRef="#ctx0" brushRef="#br0" timeOffset="34533.35">9141 11393 1523 0,'0'0'333'0,"0"0"-257"0,0 0-20 15,0 0-7-15,0 0 41 16,0 0 1-16,-131-61-39 16,102 52-34-16,0 4 12 15,0-2 8-15,-2 3-2 16,-3 1-27-16,-3-1-1 15,-4 1 7-15,-8 2-15 16,-4 1 0-16,-5-3 0 16,-7 3 0-16,-4 0 0 15,-3 0 2-15,-1 0-2 16,-1 0 1-16,-1 0-1 16,6 0 0-16,3 0-1 15,12 0 0-15,2 0 0 0,5 0-1 16,3 3 2-1,-2 1-1-15,2 0 1 0,-3 2 0 16,3-1 3-16,-5 5-3 16,-2 4 0-16,-5 2-1 15,-4 5-9-15,-2 1 4 16,-3 3-16-16,-7 3-10 16,1 3 31-16,-5-2-28 15,3 3 8-15,4-6 14 16,6 1-1-16,8-1 8 15,7-1 0-15,8 0-30 16,3-1 30-16,3 2-21 16,3 0 14-16,2 1 5 15,5-1 2-15,-1-1 1 0,2 2-1 16,4-1 1-16,-2-1 0 16,3-4-1-16,1 1-1 15,1 0-33-15,3-2 12 16,-3 4 21-16,1-2-6 15,-3 4 1-15,0-2 6 16,0 1 0-16,0-4 0 16,5-1 5-16,0 2-5 15,1-1-1-15,6-1-5 16,4 1 6-16,-1 4-17 16,3 1 14-16,0 0-9 15,0 4 12-15,0 4-5 16,0 0 5-16,7 0 0 0,1 1 1 15,2-3 12-15,1-2 23 16,2-2 4 0,3 2-6-16,6 0-9 15,3 0-10-15,6 2-13 0,3 0-1 16,1 0 14-16,3 0-9 16,5 0-6-16,1 0 0 15,10 0 2-15,6-2 17 16,6 3-10-16,10-3-9 15,9-4 23-15,22 1-21 16,22-6-2-16,23-3 0 16,6-6 0-16,-11-5 4 15,-29-7-4-15,-33 0 0 0,-16 0 27 16,-4 0-2-16,11 0-1 16,4 0-23-16,9-3 0 15,-11-6 6-15,-7 0-7 16,-6-7 0-16,-7-5 10 15,-2 0-2-15,-5-5-7 16,-2-5 16-16,0-2 20 16,1-6 16-16,-2-1-29 15,6-6-10-15,2-4-1 16,4-6-13-16,4-6-31 16,1-6-20-16,-3-2 35 15,-6-1 16-15,-4 1 0 0,-10 3 0 16,-11 0 58-1,-9 5 9-15,-11 4 29 0,-9-3-1 16,-2 3 11-16,-2-2-6 16,-18-2-74-16,-9 0-19 15,-7 2 5-15,-6 2-12 16,-9 5-12-16,-14 4-50 16,-8 10-43-16,-12 6-30 15,-33 8-170-15,20 9-163 16,11 6-250-16</inkml:trace>
  <inkml:trace contextRef="#ctx0" brushRef="#br0" timeOffset="36532.08">8858 11590 1580 0,'0'0'604'16,"0"0"-468"-16,0 0-69 15,0 0-4-15,0 0 10 16,0 0 48-16,0 0-48 15,140-64-39-15,-8 10 11 16,53-17-17-16,25-9-7 16,-5 5-21-16,-16 2-4 15,-22 7 3-15,1 2-45 16,-6 6 1-16,-27 12 6 16,-38 11-84-16,-28 13 1 15,-4-4-142-15,-12 4-89 16,-11 0-455-16</inkml:trace>
  <inkml:trace contextRef="#ctx0" brushRef="#br0" timeOffset="36749.21">10909 10537 1713 0,'0'0'317'16,"0"0"-216"-16,0 0 0 15,0 0 11-15,87 140-2 16,-87-85 9-16,-9 9-54 16,-29 4-20-16,-11 3-5 15,-7 0-40-15,0-1-30 0,-4 1-133 16,18-17-352-16,13-22-1049 16</inkml:trace>
  <inkml:trace contextRef="#ctx0" brushRef="#br0" timeOffset="37879.88">12289 9950 1624 0,'0'0'617'15,"0"0"-397"-15,0 0-13 0,0 0-89 16,0 0-28-1,-25-106-84-15,-6 104-6 0,-16 2-1 16,-16 23-16-16,-20 44 17 16,-18 44 0-16,-2 35 11 15,21-9 24-15,33-26-14 16,29-41 12-16,20-31-7 16,0-2-26-16,25-1 0 15,12 0 0-15,21-15 0 16,13-13-17-16,12-8 14 15,4-15-28-15,-2-16-33 16,-12-8-16-16,-15 0 10 16,-18 3-46-16,-18 7 104 15,-13 15 12-15,-9 9 84 16,0 5-68-16,-15 3-16 0,-8 17 0 16,3 5 10-16,5 2 8 15,9 0-16-15,6-1 35 16,0-6-36-16,17-4-1 15,5-6 0-15,1-6 0 16,-6-4-7-16,-1 0 6 16,-11-14-7-16,-5-11 1 15,0-5-26-15,-9 0-10 16,-9 2 36-16,-1 6 7 16,9 10 48-16,5 4-26 15,5 6-13-15,7-2-7 16,30 1-2-16,17-6-23 0,18-5-56 15,6-4-75 1,-2-6 8-16,-9-8-66 0,-14-7 30 16,-15-4 114-16,-15-3 62 15,-17 5 6-15,-6 9 146 16,0 13 108-16,-14 12-112 16,-3 7-102-16,1 24-23 15,5 26 38-15,9 15 34 16,2 11-4-16,0 1-40 15,6-8-15-15,3-7 2 16,-2-13-30-16,-7-11 11 16,0-8 4-16,-18-8-8 15,-11-4 7-15,-9-6-16 16,1-7-17-16,-6-10-33 16,14-18-146-16,12-12-427 0</inkml:trace>
  <inkml:trace contextRef="#ctx0" brushRef="#br0" timeOffset="38127.85">12846 9796 2179 0,'0'0'624'0,"0"0"-537"16,0 0-48-1,116-19-39-15,-54 14 0 0,7-2-24 16,10 3-150-16,-17 3-364 16,-18-3-663-16</inkml:trace>
  <inkml:trace contextRef="#ctx0" brushRef="#br0" timeOffset="38345.14">13288 9685 755 0,'0'0'378'0,"0"0"-207"16,0 0 8-16,58-133 13 0,-45 96 84 16,-7 8 73-16,-1 12-43 15,-5 10-93-15,0 7-159 16,0 19-54-16,-5 41-66 15,-14 35 49-15,-4 38 16 16,1 10 1-16,4-23-26 16,9-21-189-1,7-45-250-15,2-22-478 0</inkml:trace>
  <inkml:trace contextRef="#ctx0" brushRef="#br0" timeOffset="38712.68">13446 10353 1802 0,'0'0'514'0,"0"0"-446"16,0 0-68-16,0 0 29 16,0 0-6-16,0 0 61 15,0 0 19-15,91 150-5 16,-99-88-7-16,-15-3-34 16,-2-6 0-16,5-9-54 15,7-13 9-15,4-11-11 0,7-8-1 16,2-10-49-16,0-2-42 15,22-4 18-15,9-24-20 16,21-49-297-16,-7 8-483 16,-10 0-475-16</inkml:trace>
  <inkml:trace contextRef="#ctx0" brushRef="#br0" timeOffset="38834.11">13658 10437 1547 0,'0'0'807'0,"0"0"-595"16,0 0-190-16,0 0 2 15,0 0 43-15,0 0-7 16,8 141-5-16,15-95-35 0,12-2-20 15,13-6-45 1,14-9-16-16,31-17-97 16,-15-7-223-16,-10-5-670 0</inkml:trace>
  <inkml:trace contextRef="#ctx0" brushRef="#br0" timeOffset="39595.85">13919 9050 1393 0,'0'0'295'15,"0"0"-141"-15,-116-72 51 16,51 43-49-16,-7 1-60 16,-11 4-15-16,-23 1-53 15,-27 9-9-15,-33 9-19 16,-14 5 0-16,1 5 18 15,12 18-17-15,20 9 1 16,11 8 13-16,25 2-15 0,19 2 20 16,20-2-10-1,10 8 11-15,-18 31 10 0,-9 31-4 16,-4 29 6-16,14 5 26 16,28-7-45-16,25-15 14 15,18-6-4-15,8 6-2 16,12 2 24-16,24-3-28 15,1-23-7-15,1-19 9 16,-5-21-19-16,4-2 8 16,5 8-9-16,14 7 0 15,15 8 5-15,24 1-5 16,37-3-13-16,47-7 4 16,25-14-20-16,18-20-15 15,0-22-61-15,-4-14-23 16,6-2 18-16,3-16-69 0,-4-19 36 15,-10-11 83-15,-12-9 60 16,-16-9 63-16,-22-10 30 16,-35-1-5-16,-15-21 24 15,-24-16-22-15,-27-19 54 16,-12-38-20-16,-40-6-45 16,-10-18-16-16,-48-10-24 15,-35 7-15-15,-33 12 3 16,-35 17-27-16,-37 33-18 15,-30 33 0-15,-37 38-38 16,-34 40-17-16,-30 23-88 16,-6 28-66-16,78 4-163 15,59-3-1140-15</inkml:trace>
  <inkml:trace contextRef="#ctx0" brushRef="#br0" timeOffset="42627.86">19962 1639 983 0,'0'0'557'0,"0"0"-460"15,0 0-19-15,-116-12 49 16,71 12 15-16,-6 21 55 15,-7 19-76-15,-16 28-35 0,-11 36 35 16,3 29-46 0,14-7 2-16,27-23-11 15,26-33-41-15,15-28 12 16,0 0-26-16,19-2-5 0,22-6 0 16,17-17-6-16,13-17-10 15,14-3-35-15,2-31-82 16,-3-12-15-16,-8-10-5 15,-16-6-13-15,-16 6 55 16,-15 10 43-16,-17 13 62 16,-12 20 161-16,0 10-23 15,-25 3-81-15,-4 18-33 16,-4 16 6-16,2 9 53 16,6 3-21-16,11-4-26 15,12-4-9-15,2-11-26 16,10-6-1-16,19-11-6 15,8-10-16-15,8 0 16 0,0-20-64 16,-6-18 0-16,-5-13 5 16,-14-7-29-16,-15-3 57 15,-5 1 36-15,-5 5 1 16,-20 15 130-16,1 10-38 16,2 14 21-16,8 6-13 15,10 8-66-15,4 2-8 16,4 0-26-16,27 0 7 15,19 6 6-15,10-2-13 16,11-4-6-16,0 0-21 16,-3-24 9-16,-12-5 18 15,-17-4-14-15,-14-4 14 16,-12 2 5-16,-11 5-4 0,-2 7 8 16,0 11 32-16,0 12-32 15,-6 16-9-15,-10 44-23 16,-4 41 23-16,2-1 11 15,5-2 2-15,3-15 14 16,2-27-27-16,-1 2 9 16,-7-4 5-16,1-11-14 15,-8-8-1-15,-1-12-7 16,-7-16-84-16,6-7-132 16,8 0-474-16</inkml:trace>
  <inkml:trace contextRef="#ctx0" brushRef="#br0" timeOffset="42995.05">20731 1855 1252 0,'0'0'1004'0,"0"0"-906"16,0 0-64-16,13 118 34 16,-13-57 93-16,-5 4-20 15,-12 3-41-15,-3-5-42 16,1-8-14-16,7-10-29 15,3-17 1-15,5-10-16 16,4-12-1-16,0-6 1 16,0 0-22-16,17-28-17 15,8-19-51-15,4-16-142 0,-3-14 46 16,-1-1-110 0,-8 8 132-16,-6 22 164 0,-6 21 168 15,-5 24 51-15,0 3-140 16,0 35-70-16,0 12 90 15,0 13-7-15,11 7-35 16,8-2-15-16,10-4-42 16,10-11-39-16,13-13-18 15,30-16-60-15,-12-11-182 16,-6-10-303-16</inkml:trace>
  <inkml:trace contextRef="#ctx0" brushRef="#br0" timeOffset="44944.23">20916 1659 1477 0,'0'0'359'16,"0"0"-78"-16,0 0-64 15,0 0-80-15,0 0 17 16,0 0-51-16,0 0-34 16,4-58-27-16,-4 55-11 15,0 3-4-15,0 0 24 16,0 0-27-16,0 0-12 16,0 0 13-16,0 0-19 0,0 0-6 15,0 0-6-15,0 0 6 16,0 0-12-16,0 0 13 15,0 0-1-15,0 0 0 16,0 0 6-16,0 0-8 16,0 0 2-16,0 0 0 15,0 0 9-15,0 0 2 16,0 0-8-16,0 0 0 16,0-2 4-16,0 2-2 15,0 0 9-15,0 0-6 0,0 0 20 16,0 0-27-1,0 0 10-15,0 0-11 0,0 0-9 16,0 2 8-16,0 18-35 16,0 16 9-16,-7 16 21 15,-1 10 6-15,-4 8 0 16,1-1-6-16,3-7 6 16,0-6 7-16,2-10-7 15,4-8-6-15,2-8-24 16,0-5-74-16,0-12-64 15,24-13-59-15,1-8-98 16,0-20-146-16</inkml:trace>
  <inkml:trace contextRef="#ctx0" brushRef="#br0" timeOffset="45156.44">21188 1543 1996 0,'0'0'368'16,"0"0"-286"-16,0 0-73 15,0 0-2-15,0 0 93 16,-48 159-11-16,31-86-10 16,1 3-13-16,3 0-54 15,2-6-1-15,4-7-11 16,5-12-10-16,0-9-41 16,2-10-89-16,0-9-59 15,-5-23-169-15,-1 0-255 16,-4-24-520-16</inkml:trace>
  <inkml:trace contextRef="#ctx0" brushRef="#br0" timeOffset="45327.74">20876 1590 2020 0,'0'0'488'0,"0"0"-357"16,0 0-47-16,0 0 14 15,144-26-41-15,-79 26-27 16,6 0-30-16,5 0-12 15,-2 8-36-15,-5 6-88 16,7 8-54-16,-21-3-185 16,-12-2-534-16</inkml:trace>
  <inkml:trace contextRef="#ctx0" brushRef="#br0" timeOffset="45660.81">20610 2470 1001 0,'0'0'1190'15,"0"0"-970"-15,0 0-107 16,0 0 32-16,0 0 56 0,0 0-66 15,40-107-49 1,-9 95-59-16,17-1-21 0,14 5-7 16,29 4 1-16,3 4 0 15,8 0 0-15,1 0 1 16,-16 0-2-16,5 0-21 16,-15 4-54-16,6 4-47 15,-23-2-173-15,-18-4-492 0</inkml:trace>
  <inkml:trace contextRef="#ctx0" brushRef="#br0" timeOffset="46277.46">21152 1521 1979 0,'0'0'365'0,"0"0"-265"15,0 0-57-15,-134-10-42 0,19 56 6 16,-46 45 39-16,-22 27 15 15,4 9 12-15,37-25-26 16,43-37-3-16,31-24 12 16,12-11-33-16,3-2 5 15,4-2-20-15,9-3-7 16,22-14-1-16,18-6-94 16,4-3-109-16,79-39 44 15,-3-9-86-15,6-10-371 0</inkml:trace>
  <inkml:trace contextRef="#ctx0" brushRef="#br0" timeOffset="46482.78">20926 1416 1347 0,'0'0'976'15,"0"0"-774"1,0 0-202-16,0 0-15 0,-166 139 15 16,39-20 111-16,2 1-20 15,13-9-15-15,23-19-28 16,35-34-16-16,8 0-13 15,5-4-19-15,22-15-6 16,17-11-36-16,2-10-64 16,37-11-6-16,39-7 5 15,48-65-136-15,-10-3-304 16,-4-12-337-16</inkml:trace>
  <inkml:trace contextRef="#ctx0" brushRef="#br0" timeOffset="46627.99">21094 1606 950 0,'0'0'1246'0,"0"0"-1004"15,0 0-223-15,-143 178-3 16,35-44 30-16,0-1 17 16,17-25 5-16,28-33-17 15,21-24-3-15,-3 8-48 16,-3 21-8-16,5-11-177 16,14-23-536-16</inkml:trace>
  <inkml:trace contextRef="#ctx0" brushRef="#br0" timeOffset="48211.18">21007 3451 1413 0,'0'0'891'15,"0"0"-700"-15,0 0-142 16,0 0-21-16,0 0-5 16,0 0 33-16,0 0-2 15,2-4-54-15,0 4-7 0,-2 0-8 16,0 0 15-1,3 0 1-15,-3 0-1 0,0 0 0 16,0 0-1-16,0 0 7 16,0 0-6-16,0 0 0 15,0 0 0-15,0 0-1 16,0 0 0-16,0 0 0 16,0 0 0-16,0 0 2 15,0 0-2-15,0 0 1 16,0 0 0-16,0 0 6 15,0 0-6-15,0 0 0 16,0 0 19-16,0 0-11 16,0 0 20-16,0 0-17 15,0 0-5-15,0 0-3 16,0 0-3-16,0 0-11 0,0 0 2 16,0 0 4-16,0 0 4 15,0 0-13-15,0 0-9 16,0 0 10-16,0 0-6 15,4 0 13-15,3-5 6 16,0 2 10-16,-3-4 4 16,-2 5 5-16,-2-3 17 15,0 1 7-15,-4 1-25 16,-19 3 0-16,-19 0-18 16,-18 17-10-16,-20 24 10 15,-29 40-9-15,-17 33 9 16,18 0 24-16,21-10-14 15,31-14 25-15,31-32-4 0,8 1-13 16,7-1 22 0,10-13-34-16,23-15 3 0,26-12 2 15,18-15-11-15,18-3-18 16,6-24-26-16,3-20-20 16,-5-16 12-16,-14-5-38 15,-15 1 19-15,-17 13 71 16,-21 18 9-16,-15 12 56 15,-7 15 31-15,0 6-63 16,-4 0-18-16,-14 18-15 16,-3 10 0-16,4 6 35 15,3 0-18-15,10-2-8 16,4-5 0-16,0-6-9 16,18-6 0-16,9-7-2 15,-1-8 2-15,3 0-6 0,-4-8 6 16,-7-19-9-16,-7-5 2 15,-9-1-14-15,-2 1 20 16,-2 7 0-16,-14 7 1 16,5 8 18-16,2 5-18 15,9 2 10-15,0 3-7 16,9-2-3-16,26-4-28 16,19-6 6-16,13-8-35 15,9-8-12-15,-3-8 26 16,-11-9-9-16,-12-3 32 0,-17-4 10 15,-12 4-8 1,-13 8 18-16,-6 14 64 0,-2 12 61 16,0 14-83-16,0 5-40 15,-6 28-1-15,-5 24-1 16,-1 15 27-16,4 12 1 16,-1 2-9-16,-3-6 10 15,-3-10-7-15,-3-13 2 16,-5-13-13-16,-2-12-10 15,-5-8-1-15,4-10-9 16,3-9-55-16,9-8-85 16,8-22-189-16,6-8-1173 0</inkml:trace>
  <inkml:trace contextRef="#ctx0" brushRef="#br0" timeOffset="48902">22126 3291 1592 0,'0'0'633'16,"0"0"-481"-16,0 0-45 16,0 0 42-16,0 0-42 15,0 0-43-15,0 0-27 16,2-3-37-16,-2 25-18 15,-6 17 18-15,-8 15 1 16,-1 6 31-16,-1 4-26 16,5-4-5-16,2-12 14 0,7-10-15 15,2-10-1-15,0-9-19 16,0-8-65-16,0-8-64 16,9-3-10-16,10-43-12 15,0-5-204-15,1-8-746 0</inkml:trace>
  <inkml:trace contextRef="#ctx0" brushRef="#br0" timeOffset="49060.01">22269 3275 1000 0,'0'0'964'0,"0"0"-710"15,0 0-192-15,0 0-13 16,0 0 59-16,0 128-28 16,0-72-13-16,-7 5-41 15,0-6 14-15,1-1-40 0,1-7-28 16,3-11-54-16,-2-14-158 15,1-13-140-15,-4-9-474 0</inkml:trace>
  <inkml:trace contextRef="#ctx0" brushRef="#br0" timeOffset="49233.49">21999 3212 1614 0,'0'0'685'16,"0"0"-579"-16,116-27 16 15,-55 22 20-15,7-1-54 16,6 3-54-16,2 3-25 16,1 0-9-16,-5 5-96 15,-3 19-130-15,-19-2-284 0,-17-2-600 0</inkml:trace>
  <inkml:trace contextRef="#ctx0" brushRef="#br0" timeOffset="49498.47">21736 3992 2068 0,'0'0'660'0,"0"0"-537"0,0 0-107 15,0 0-8-15,172-22 48 16,-45 7-41-16,0 1 9 16,-9 3-24-16,-16 7-18 15,-28 4-40-15,22 0-152 16,-11 0-144-16,-27 2-664 0</inkml:trace>
  <inkml:trace contextRef="#ctx0" brushRef="#br0" timeOffset="49827.09">22332 4129 1694 0,'0'0'590'0,"0"0"-433"0,0 0-61 15,0 0-71-15,0 0-2 16,-141 68 44-16,91-22 27 15,8 7-11-15,13 2-30 16,14-1-1-16,12-3-18 16,3-8-13-16,20-8-7 15,18-12-14-15,7-8-8 16,2-13-2-16,-5-2-19 16,-8-14-2-16,-14-14-6 15,-13-7-37-15,-7-1 13 16,-12 0-6-16,-14 9-6 0,-8 6 31 15,3 11-41 1,11 10-123-16,8 0-261 0,12 0-378 0</inkml:trace>
  <inkml:trace contextRef="#ctx0" brushRef="#br0" timeOffset="50149.98">23144 3648 392 0,'0'0'1828'0,"0"0"-1442"16,0 0-242-16,0 0 20 16,0 0-68-16,0 0-42 15,0 0-32-15,87 37-22 16,-44-16-21-16,-3 3-68 16,-9 0-70-16,-26 2-113 15,-5-4-364-15,-7-8-1003 0</inkml:trace>
  <inkml:trace contextRef="#ctx0" brushRef="#br0" timeOffset="50261.78">23067 3962 1313 0,'0'0'1081'0,"0"0"-839"0,0 0-205 15,0 0-31-15,0 0 57 16,116 63-44-16,-27-43-19 16,-13-6-168-16,-8-7-613 0</inkml:trace>
  <inkml:trace contextRef="#ctx0" brushRef="#br0" timeOffset="51026.93">24608 3597 1774 0,'0'0'518'0,"0"0"-456"16,0 0-41-16,0 0 92 16,0 0 96-16,0 0-74 15,0 0-64-15,33-66-71 16,-6 23-23-16,2-8 22 16,2-5-18-16,-2-4-8 15,-1 2 18-15,-3 1-8 16,-5 10 17-16,-9 12 24 15,-4 15 33-15,-4 10 24 16,-3 8-50-16,0 2-31 0,0 9-15 16,-10 46-54-1,-17 41 59-15,-8 39 10 0,-1 12-10 16,5-24-42-16,10-34-72 16,9-37-59-16,-9-2-80 15,2-10-240-15,-2-10-1029 0</inkml:trace>
  <inkml:trace contextRef="#ctx0" brushRef="#br0" timeOffset="51164.97">24382 3895 1967 0,'0'0'694'0,"0"0"-558"16,0 0-109-16,178-13-21 16,-55 13-5-16,28 0 15 15,-8 10-16-15,-7 4-76 0,-45-6-202 16,-39-6-634-16</inkml:trace>
  <inkml:trace contextRef="#ctx0" brushRef="#br0" timeOffset="51660.16">24660 4355 1262 0,'0'0'580'16,"0"0"-471"-16,0 0-76 16,0 0 115-16,0 0 39 15,0 0-64-15,0 0-71 16,8-22-51-16,18 6-1 16,3 2 1-16,5 4 23 15,1 6-5-15,-3 4 20 0,-3 0 23 16,-10 14-18-16,-15 14-10 15,-4 9 18-15,-31 15-13 16,-22 3 21-16,-9 6-28 16,2-10 12-16,15-10 4 15,20-13-33-15,23-13-14 16,14-2 10-16,63-6-10 16,66-7-2-16,57-15-11 15,21-23-119-15,-46 0-199 16,-50 2-832-16</inkml:trace>
  <inkml:trace contextRef="#ctx0" brushRef="#br0" timeOffset="54226.61">21172 5765 1422 0,'0'0'299'0,"0"0"-189"16,0 0-37-16,0 0 28 15,0 0 20-15,0 0-29 16,0 0-53-16,5-16-26 16,-5 16-13-16,0 0 0 15,0 0-1-15,-2 0-11 16,2 0 2-16,0 0-21 15,0 0-9-15,0 0 34 16,0 0-6-16,0 0 11 16,0 0-1-16,0 0 2 15,0 0 0-15,0 0 6 0,0 0-5 16,0 0 35-16,0 0-11 16,0 0-5-16,0 0 2 15,0 0-16-15,0 0 20 16,0 0 13-16,0 0-14 15,0 0 33-15,0 0-29 16,0 0 3-16,-6 0-16 16,-7 0-15-16,-9 0 12 15,-11 1-13-15,-14 16 0 16,-11 7-1-16,-12 8 7 16,-3 8-3-16,0 6 28 15,3 3 2-15,12-5 20 16,14-3-8-16,17-5-20 0,14-5 17 15,13-8-31-15,0 0 4 16,32-8 5-16,12-4-14 16,16-11 9-16,7 0-15 15,2-14-32-15,-2-16-21 16,-5-7-65-16,-8 0 24 16,-8-6-10-16,-8 1-66 15,-9 2-14-15,-6 6 117 16,-10 8 67-16,-4 10 17 15,-7 7 64-15,-2 9 7 16,0 0-58-16,0 0-1 16,0 0-4-16,0 0-25 0,0 0 0 15,0 9 6-15,0 2-6 16,0-6 2-16,-2 2-1 16,2-4-1-16,0-3 34 15,0 0 6-15,0 0-6 16,0 0-3-16,0 0-25 15,0 0 33-15,0 0-11 16,0 0-10-16,0 0 7 16,0 0-25-16,0 0 0 15,0 0 30-15,0 0-18 16,-4 2 4-16,-6 4-16 16,-1 9 0-16,-9 7 2 15,-1 5-2-15,-2 7 0 16,0 3 16-16,5-3-9 15,10-6 30-15,3-4-4 0,5-9 6 16,0 0-3-16,13-7-35 16,14-5 8-16,6-3 4 15,10 0-4-15,1-17-9 16,-3-12-20-16,-3-2-2 16,-11-3-19-16,-10 0-61 15,-10 3 53-15,-4 7 34 16,-3 9 15-16,0 6 0 15,0 3 0-15,-5 6 0 16,0 0-1-16,3 0-61 16,0 0-132-16,2 0-105 15,0 0-177-15,4 0-454 0</inkml:trace>
  <inkml:trace contextRef="#ctx0" brushRef="#br0" timeOffset="55043.44">21487 5747 732 0,'0'0'850'16,"0"0"-568"-16,0 0 1 15,0 0-90-15,0 0-108 16,0 0-24-16,0 0-9 16,-154-83-35-16,89 83 3 15,-11 4 1-15,-7 23 19 16,-1 9 18-16,2 10-12 0,3 10 12 15,15 4 2-15,10 5-34 16,18 1 9-16,17-4 1 16,14-6-13-16,5-4 4 15,29-8-12-15,20-7-15 16,16-10 31-16,11-13-31 16,13-14 0-16,7 0-13 15,4-24-23-15,0-12 27 16,-7-8-36-16,-10-4-30 15,-18 0 38-15,-18 4-45 16,-16 6 22-16,-18 13 60 16,-13 9 31-16,0 11 22 15,-15 5-53-15,-16 0 14 16,-5 19-3-16,0 12-11 16,5 5 21-16,7 6 3 0,10-2-6 15,10-2 10-15,4-3-21 16,0-8 1-16,22-8 7 15,9-3-15-15,9-12 0 16,7-4-2-16,6-4 2 16,-1-21 0-16,-5-9-24 15,-11-4-18-15,-17-2 5 16,-14-1-14-16,-5 6 12 16,-14 7 5-16,-17 6 12 15,-2 8 22-15,4 6 1 16,8 6 24-16,11 2 11 15,10 0-23-15,0 0-13 16,8 0-13-16,23 7 13 0,14-1 16 16,9-6-16-16,6 0-20 15,5-6 20-15,-5-13-20 16,-9-3 13-16,-10-1 5 16,-15 3-4-16,-10 6 6 15,-12 6 53-15,-4 3 2 16,0 5-30-16,0 0-25 15,0 17-6-15,0 15 6 16,-4 12 0-16,4 4 27 16,0 3-7-16,0-7-7 15,0-6 12-15,-7-9-23 16,-9-6 23-16,-6-3-2 0,-7-2 7 16,-4-2-30-16,-1-4-5 15,3-4-62-15,9-8-47 16,8 0-152-16,12-16-451 0</inkml:trace>
  <inkml:trace contextRef="#ctx0" brushRef="#br0" timeOffset="55599.88">22139 5566 2080 0,'0'0'548'15,"0"0"-432"-15,0 0 26 16,0 0-16-16,0 0-71 15,0 0-19-15,0 0-36 16,123-4-11-16,-61 6-64 16,4 3-82-16,5-5-122 0,-18 0-347 15,-15 0-759-15</inkml:trace>
  <inkml:trace contextRef="#ctx0" brushRef="#br0" timeOffset="55800.09">22581 5494 1758 0,'0'0'0'0,"0"0"-211"16,0 0-101-16,67-145 273 16,-51 101 39-16,-8 10 326 15,-3 10-27-15,-5 12 59 16,0 12-205-16,0 5-139 16,-11 34-14-16,-12 36 0 0,1 7 3 15,2 12-3-15,4 7 0 16,14 6-19-16,2-10-186 15,0-27-127-15</inkml:trace>
  <inkml:trace contextRef="#ctx0" brushRef="#br0" timeOffset="56393.02">23150 5753 1309 0,'0'0'843'16,"0"0"-642"-16,0 0-145 16,0 0-7-16,0 0 44 15,84-126-15-15,-55 80-30 16,-2-5-37-16,-1 3-4 0,-3-2-6 15,-1 4 7-15,-4 6 5 16,-4 8-11-16,-6 9 55 16,-3 11 68-16,-5 7-59 15,0 5-39-15,0 0-18 16,0 0-9-16,0 0 0 16,0 0-9-16,0 14-10 15,0 14 11-15,0 12 8 16,-11 13 0-16,-3 10 0 15,-1 6 1-15,1-2 29 16,-1 0-30-16,1-4 6 16,5-2 6-16,1-3-11 0,1-3-1 15,2-6-11-15,5-4-28 16,0-8-52 0,0-10-109-16,7-10-115 15,4-12-351-15</inkml:trace>
  <inkml:trace contextRef="#ctx0" brushRef="#br0" timeOffset="56670.8">22984 6032 1590 0,'0'0'843'16,"0"0"-594"-16,0 0-114 15,0 0-32-15,0 0-2 16,0 0-54-16,131 9 15 16,-48-4-50-16,13-1-12 15,7-4-39-15,-3 0-28 16,18 2-55-16,-26-2-146 15,-24 0-363-15</inkml:trace>
  <inkml:trace contextRef="#ctx0" brushRef="#br0" timeOffset="56994.95">23263 6302 1979 0,'0'0'515'16,"0"0"-459"-16,0 0-10 16,0 0 51-16,0 0-40 15,0 0-19-15,0 0-21 16,111-22-8-16,-98 22-9 16,-7 2 6-16,-6 20-6 15,-12 8 15-15,-21 10 28 16,-7 2 30-16,2-1-34 15,9-5-6-15,13-9-19 0,16-6-5 16,2-7-7 0,34-3-2-16,17-4 0 0,16-7-33 15,39-7-79-15,-17-16-169 16,-12-7-376-16</inkml:trace>
  <inkml:trace contextRef="#ctx0" brushRef="#br0" timeOffset="57376.87">23056 5571 1676 0,'0'0'498'16,"0"0"-436"-16,0 0-50 15,-136 75 59-15,80 3 18 16,-2 31 30-16,14-1 21 0,12-10-57 15,18-13-25 1,14-21-28-16,0 0-3 0,21 5-11 16,14-16-16-16,21-13-7 15,13-12-44-15,47-23-125 16,-16-5-328 0,-8-10-595-16</inkml:trace>
  <inkml:trace contextRef="#ctx0" brushRef="#br0" timeOffset="57582.93">23979 5803 2123 0,'0'0'255'0,"0"0"-166"0,73 141-37 15,-49-69-23 1,-12 2-3-16,-12 0 18 0,0-2 0 15,-27-1-42-15,-13-4-2 16,-36 9-93-16,12-18-298 16,6-17-917-16</inkml:trace>
  <inkml:trace contextRef="#ctx0" brushRef="#br0" timeOffset="58084.92">25339 5920 1111 0,'0'0'1159'16,"0"0"-819"-16,0 0-176 16,0 0 22-16,0 0-30 15,0 0-59-15,0 0-37 16,71-8-60-16,-16 5-12 15,6 3-67-15,-8 0-81 16,-11 0-17-16,-33 12-133 16,-9 2-369-16,-6 0-152 0</inkml:trace>
  <inkml:trace contextRef="#ctx0" brushRef="#br0" timeOffset="58194.9">25296 6067 1905 0,'0'0'468'0,"0"0"-440"16,0 0-3-16,120 25-3 15,10-25-22-15,-13 0-151 16,-5-5-212-16</inkml:trace>
  <inkml:trace contextRef="#ctx0" brushRef="#br0" timeOffset="58451.95">26589 5383 1964 0,'0'0'473'0,"0"0"-473"15,0 0-18-15,-29 117 18 16,9-58 89-16,4 2 15 16,5-1-28-16,2-5-16 15,5-9-50-15,2-10 1 16,2-6-11-16,0-10-30 15,0-10-46-15,2-8-71 16,16-14-6-16,-3-18-58 16,1-6-731-16</inkml:trace>
  <inkml:trace contextRef="#ctx0" brushRef="#br0" timeOffset="58624.03">26736 5378 1726 0,'0'0'389'16,"0"0"-286"-16,0 0 34 15,0 116-53-15,0-56-14 16,-12 6-18-16,-3 1-34 16,-1-7-5-16,3-4-13 15,-1-12-42-15,4-10-62 16,-5-15-216-16,3-12-211 16,1-7-916-16</inkml:trace>
  <inkml:trace contextRef="#ctx0" brushRef="#br0" timeOffset="58789.87">26508 5293 1928 0,'0'0'363'16,"0"0"-220"-16,141-4-41 16,-68 4-85-16,4 0-17 15,0 0 0-15,12 18-75 16,-21 4-268-16,-22 3-648 0</inkml:trace>
  <inkml:trace contextRef="#ctx0" brushRef="#br0" timeOffset="58991.81">26109 6182 1969 0,'0'0'811'16,"0"0"-681"-16,0 0-130 16,150-6 2-16,-63-8-7 15,9-3 5-15,37-4-37 16,-25 3-138-16,-19 4-418 0</inkml:trace>
  <inkml:trace contextRef="#ctx0" brushRef="#br0" timeOffset="59376.01">26515 6322 1386 0,'0'0'380'0,"0"0"-253"16,0 0-68-16,-167 36 63 16,103 5 46-16,3 10-34 15,12 7-33-15,14 3 11 16,16-1-24-16,17-4-26 0,2-6-19 16,29-7-11-16,12-11-7 15,7-13-24-15,4-11 5 16,-5-8-5-16,-7 0-1 15,-13-22 7-15,-16-5-7 16,-11-5 0-16,-7 0-1 16,-26 2-1-16,-12 6 2 15,-4 9-29-15,2 9-63 16,14 2-81-16,12 2-312 16,21-2-620-16</inkml:trace>
  <inkml:trace contextRef="#ctx0" brushRef="#br0" timeOffset="59498.46">27208 6413 1480 0,'0'0'1146'16,"0"0"-1146"-16,0 0-1201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6:49:01.45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3216 15305 913 0,'0'0'323'0,"0"0"-125"0,0 0-68 15,0 0-1-15,0 0-40 16,0 0-14-16,7-1-9 15,-7-1-34-15,0-2 31 16,0 4-22-16,0-4 40 16,0 1 6-16,0 2-38 15,0 1 2-15,0 0 0 16,0 0-30-16,0 0 1 16,0 0-12-16,0 0-9 15,0 0 42-15,0-2-37 16,-7 2 6-16,-1 0 1 15,-6-2-13-15,-4 2-1 0,-4 0-15 16,-3 0 16 0,-2 4-1-16,-2 8-4 15,-2 2 4-15,2-2-10 0,2 6 17 16,6-1-15-16,0 3 9 16,8-3 0-16,4 1 0 15,4 5-2-15,5-6 2 16,0 5 5-16,0 2 16 15,16-4 5-15,6 1-8 16,5-4-7-16,4 0 27 16,2-3-30-16,4-6-7 15,3-4 2-15,4-2-3 16,7-2-1-16,1 0-92 16,15 0-126-16,-16-6-130 15,-9 1-468-15</inkml:trace>
  <inkml:trace contextRef="#ctx0" brushRef="#br0" timeOffset="1887.97">3677 15290 202 0,'0'0'845'16,"0"0"-625"-16,0 0-91 15,0 0-23-15,0 0-3 0,0 0 20 16,0 0-34 0,34-46-3-16,-30 35 23 0,1 6-4 15,-2-2-7-15,-1 4-33 16,0-3-40-16,-2 3 16 16,0 2 1-16,0 1-11 15,0 0 22-15,0 0-32 16,0 0-5-16,-14 0 2 15,-1 0-18-15,-10 0-9 16,-2 10-6-16,-4 2 15 16,2 3-4-16,2 6 4 15,8-1 0-15,5 2 5 16,7 2-4-16,7 4-1 16,0-5 8-16,11 9 10 15,16-11 19-15,2 5-28 0,0-8 3 16,-2 1 3-16,-4-6-14 15,-8-1 8-15,-4-2-9 16,-4-1 0-16,-5 0 9 16,-2 0-9-16,0 5-2 15,-9-1 2-15,-9 10 15 16,-4-1-13-16,-3-4-2 16,5 0-58-16,7-10 13 15,4 2-100-15,7-6-163 16,2-4-340-16</inkml:trace>
  <inkml:trace contextRef="#ctx0" brushRef="#br0" timeOffset="2288.85">4126 15357 1315 0,'0'0'184'15,"0"0"-127"-15,0 0 67 16,0 0-28-16,-121 3 12 16,84 20 18-16,1 0-29 15,4 7-20-15,6 0 27 16,10 3-47-16,7-3 6 16,9 2-36-16,0 0 16 15,11-6-10-15,16-4-11 16,11-2-17-16,11-4-5 15,24-13-98-15,-10-3-150 16,-10 0-483-16</inkml:trace>
  <inkml:trace contextRef="#ctx0" brushRef="#br0" timeOffset="3150.09">4500 15288 1219 0,'0'0'399'0,"0"0"-249"15,0 0-20-15,0 0 17 16,0 0-81-16,0 0-37 15,0 0-10-15,-44 14-10 16,23 9 59-16,-1 12 25 0,2 5-7 16,4 6-19-1,6 2-18-15,7-4 26 0,3-2-35 16,0-3-25-16,18-4 33 16,13-9-48-16,7 3-9 15,4-11-43-15,21-10-89 16,-12-6-144-16,-13-2-366 0</inkml:trace>
  <inkml:trace contextRef="#ctx0" brushRef="#br0" timeOffset="3583.08">4616 15538 975 0,'0'0'738'16,"0"0"-639"-16,0 0-48 0,0 0 128 15,0 0-13-15,0 0-65 16,0 0-36-16,49-18-31 16,-40 32 27-16,-5 4 40 15,3 9-31-15,-5-3-25 16,3 6 8-16,-3-2-45 16,1-3 4-16,-1-6-12 15,2-3 0-15,0-2 6 16,1-11-6-16,1 3-56 15,4-6 3-15,1 0-57 16,5-17 55-16,3-10-154 16,-1-12-302-16,-3 3-65 15,-5 7 361-15,-6 8 215 16,-4 12 299-16,0 9-57 16,0 0-103-16,0 14-34 0,0 13 67 15,0 4-3-15,0 4-56 16,9-3-18-16,7-2-25 15,3-7-45-15,8-4-18 16,0-6-7-16,4-6-44 16,9-7-126-16,-9-4-206 15,-6-14-854-15</inkml:trace>
  <inkml:trace contextRef="#ctx0" brushRef="#br0" timeOffset="3803.41">5169 15350 1005 0,'0'0'743'0,"0"0"-650"0,0 0 36 16,0 0 87-16,0 0-44 16,26 123-75-16,-21-84 21 15,-1 6-76-15,-4-1-22 16,0 2 5-16,0 2-24 15,-2-5-2-15,-22 9-92 16,4-13-117-16,2-11-285 0</inkml:trace>
  <inkml:trace contextRef="#ctx0" brushRef="#br0" timeOffset="4310.85">5671 15490 1228 0,'0'0'604'0,"0"0"-305"16,0 0-67-16,0 0-9 15,0 0-65-15,0 0-78 16,0 0-20-16,-2 0-15 16,6 0-44-16,9 0 16 15,5 4-16-15,7 1 5 0,4-4 17 16,2 6-23-16,0-2-21 15,-2-1-14-15,-7 2-81 16,-15 10-121-16,-7-2-281 16,0-4-232-16</inkml:trace>
  <inkml:trace contextRef="#ctx0" brushRef="#br0" timeOffset="4449.58">5615 15744 1386 0,'0'0'735'16,"0"0"-627"-16,0 0-83 15,0 0 96-15,0 0-41 16,0 0-57-16,183 5-23 0,-119-5-125 16,-4-12-375-16</inkml:trace>
  <inkml:trace contextRef="#ctx0" brushRef="#br0" timeOffset="7119.83">7073 15360 978 0,'0'0'308'0,"0"0"-150"16,0 0-70-16,0 0-10 15,0 0-57-15,0 0-21 16,114-98-6-16,-88 66-90 0,0-7-57 16,-3-1 7-16,-3-4-16 15,-5-2 136-15,-3-4 26 16,-5 6 366-16,-3 0-12 16,-4 9-57-16,0 12-69 15,0 9-97-15,0 9-54 16,0 5-20-16,0 0-57 15,0 0-5-15,0 23-7 16,-4 17 6-16,-5 13 6 16,-1 10 24-16,4-1 7 15,-3 2 11-15,5-2-42 16,2-3 6-16,0-6-15 16,2 14-58-16,0-18-153 0,0-14-352 15</inkml:trace>
  <inkml:trace contextRef="#ctx0" brushRef="#br0" timeOffset="7599.13">6549 15619 1290 0,'0'0'279'16,"0"0"-155"-16,0 0 28 15,0 0 79-15,0 0-79 16,0 0-66-16,0 0-26 16,82 26 52-16,-26-12-34 15,16-4 18-15,32-2-35 16,29-8 0-16,26 0 27 0,2 0-33 15,-30-4-25-15,-32 0-30 16,-33-2-21-16,-8 6 14 16,7 0-75-16,2 0-42 15,9 0-128-15,-21 0-131 16,-22 6-445-16</inkml:trace>
  <inkml:trace contextRef="#ctx0" brushRef="#br0" timeOffset="8418.66">6809 16058 1234 0,'0'0'392'0,"0"0"-208"15,0 0-10-15,0 0-7 16,0 0-67-16,0 0-2 16,0 0-70-16,-46-46-7 15,30 46-20-15,-1 0 36 16,1 14 3-16,5 4-25 15,4 4-5-15,5-1 38 16,2 5-31-16,0 6 27 16,7-3 0-16,10 5 2 15,1-2 2-15,2-2-46 16,-4-2 5-16,0 3 27 0,-8-7-32 16,-1 1 2-16,-7 6-2 15,0-4 11-15,-7 4 20 16,-13-3-27-16,-7-3 0 15,-4 2 12-15,-2-13-18 16,1 0 9-16,5-10-2 16,4-4-7-16,2 0 0 15,7-8-3-15,8-16-13 16,6-6 14-16,4-6-59 16,27-4-30-16,10 3 1 15,10 2 4-15,0 5 61 16,1 7 10-16,-8 9 15 0,-8 5 34 15,-7 9-12-15,-7 0 28 16,-6 0-24-16,-1 14 9 16,-4-1 32-16,3 10-40 15,-5-1 5-15,-1 1 13 16,-2 4-33-16,-2-6 5 16,-2 2-17-16,0-5-1 15,3-4 1-15,-3 3-79 16,2-12-101-16,6-10-77 15,-4-14-309-15,3-11-775 0</inkml:trace>
  <inkml:trace contextRef="#ctx0" brushRef="#br0" timeOffset="8583.26">7162 16211 649 0,'0'0'1599'15,"0"0"-1355"-15,0 0-184 16,0 0-22-16,0 0-23 15,0 0 6-15,0 0 47 16,0 96-56-16,0-57-12 16,0 7-4-16,13 3-138 15,5-17-224-15,-3-10-528 0</inkml:trace>
  <inkml:trace contextRef="#ctx0" brushRef="#br0" timeOffset="8999.54">7427 16375 1659 0,'0'0'652'0,"0"0"-652"15,0 0 19-15,0 0 36 0,0 0 44 16,0 0 28-16,0 0-51 16,-4 112 1-16,1-91-40 15,3-9 11-15,-2 3-19 16,2-7-16-16,0 3 6 15,0-8-19-15,0-3 0 16,0 0 14-16,0 0-8 16,0 0-6-16,0 0 0 15,0 0 1-15,0-17 11 16,0-10-12-16,9-13-78 0,6-6 17 16,4 6 10-1,0 4 30-15,2 14 6 16,-1 4 15-16,-3 9 0 0,4 9 1 15,-3 0 16-15,1 0 45 16,2 9-48-16,-4 5 5 16,1 7-7-16,-2 3-1 15,-3 7 7-15,-2-1-18 16,-1 1-15-16,-6-2-30 16,0 0-107-16,-4-6-114 15,2-9-370-15</inkml:trace>
  <inkml:trace contextRef="#ctx0" brushRef="#br0" timeOffset="9382.34">7839 16252 1874 0,'0'0'315'0,"0"0"-248"15,0 0-24-15,0 0 68 16,0 0-22-16,0 0 24 15,29 104-4-15,-27-72-57 16,-2 7 23-16,0-7-25 16,0 0-18-16,0-6-17 15,0-12-15-15,0-5-10 16,0-6 9-16,0-3-8 16,5 0-15-16,2 0-3 15,6-26-4-15,5-14-22 0,2-10-186 16,2-7-265-16,-6 12 137 15,-7 8 367-15,-5 25 137 16,-4 12 53-16,0 0-155 16,0 31 89-16,0 8 30 15,0 2-63-15,0 1-16 16,11-2-29-16,18-1-33 16,39 0-13-16,-8-7-61 15,-3-18-282-15</inkml:trace>
  <inkml:trace contextRef="#ctx0" brushRef="#br0" timeOffset="10328.25">7204 16270 963 0,'0'0'793'0,"0"0"-615"16,0 0-38-16,0 0 84 16,0 0-97-16,0 0-14 0,0 0-37 15,-2 0-42-15,-1 0-17 16,1 6-16-16,-4 13 7 16,-1 11 43-16,-2 1-3 15,2 0 8-15,1 1-39 16,4-6-5-16,2-4 1 15,0-4-12-15,0-4-1 16,0 0-17-16,2-7-69 16,16-7-56-16,-1 0-99 15,-1-12-290-15</inkml:trace>
  <inkml:trace contextRef="#ctx0" brushRef="#br0" timeOffset="10582.13">7197 16016 1099 0,'0'0'701'0,"0"0"-583"16,0 0 30-16,0 0 19 16,0 0-77-16,0 0-6 15,0 0-42-15,-4 40-23 16,13-34 5-16,0-2-24 15,-2-4 13-15,-7 0-13 16,0 0 0-16,0 0-13 16,-14 0-39-16,-6-4-319 15,0-2-456-15</inkml:trace>
  <inkml:trace contextRef="#ctx0" brushRef="#br0" timeOffset="11709.29">8722 15488 1482 0,'0'0'813'0,"0"0"-543"16,0 0-149-16,0 0-30 15,0 0-60-15,0 0-29 16,0 0-4-16,0 11-98 16,0 2-147-16,0 18-32 15,0 1 20-15,0-6-587 0</inkml:trace>
  <inkml:trace contextRef="#ctx0" brushRef="#br0" timeOffset="11834.5">8718 15865 1302 0,'0'0'397'0,"0"0"-128"15,0 0-149-15,-23 121-54 16,17-78-66-16,1-2-31 16,3-15-194-16,0-10-1215 0</inkml:trace>
  <inkml:trace contextRef="#ctx0" brushRef="#br0" timeOffset="15400.26">9937 15279 523 0,'0'0'253'0,"0"0"-148"16,0 0-28-16,0 0 79 16,0 0 79-16,0 0-52 15,0 0-47-15,9-3 9 16,-9-1-51-16,2-2 31 16,1-2-73-16,-1 2 42 15,0-1 33-15,-2 2-56 16,0 5-2-16,0-4 14 15,0 4-77-15,0 0 7 16,-9 0-13-16,-7 0-10 16,-8 0 9-16,-5 8-32 15,-1 10 33-15,5 4 8 0,2 10-8 16,9 3 24 0,10 6-3-16,4 3 18 0,0-4 7 15,20 0-9-15,5-4-12 16,0-5 13-16,-4-3-31 15,-3-12 8-15,-5-1-15 16,-3-3 1-16,-6-7 3 16,-4-1-4-16,0 2 0 15,-7 2 0-15,-17 2 2 16,-9 3 9-16,-4-1-11 16,0-1 1-16,8-3-2 15,6-2-65-15,14-5-97 0,7 2-102 16,2-3-386-16</inkml:trace>
  <inkml:trace contextRef="#ctx0" brushRef="#br0" timeOffset="17615.38">10273 15561 975 0,'0'0'401'0,"0"0"-218"16,0 0-11-16,0 0 6 16,0 0 1-16,0 0-17 15,0 0-45-15,-2 0-70 16,2 0 10-16,0 0 13 16,0 0-2-16,0 0-13 15,0 0-41-15,0 0-8 16,0 0 35-16,0 0-33 15,0 0-9-15,8 0 1 16,2-4 0-16,3-1 0 0,6-2 0 16,1-4-23-1,1-1-5-15,2 2-39 0,2-3-19 16,-3 1-27-16,-2 1-49 16,-4-3 27-16,-5 6 1 15,-7-2 73-15,-2 2 46 16,-2-2 15-16,0 2 7 15,0-4-1-15,-4 1 10 16,-5 4 31-16,-2 2-25 16,-5 5 6-16,1 0-12 15,-5 0-15-15,-3 0 33 16,-4 5-11-16,0 13 7 16,4 5 47-16,-2 2 8 15,5 1-27-15,5 2 4 16,5 2-29-16,8-7-2 0,2 0 0 15,0-2 15 1,14-1 26-16,7 0-38 0,6-2 2 16,4-4-16-16,0 0-20 15,3-5-1-15,0 0-47 16,-1-6-93-16,14-3-67 16,-10 0-296-16,-4-12-989 0</inkml:trace>
  <inkml:trace contextRef="#ctx0" brushRef="#br0" timeOffset="18331.21">10935 15378 215 0,'0'0'880'0,"0"0"-705"16,0 0-50-1,0 0 34-15,0 0-92 0,0 0 3 16,0 0 37-16,-39-18-43 16,30 18 5-16,-1 0-10 15,4 0-24-15,4 0 9 16,0 0-37 0,2 0 2-16,0 0 0 0,0 0-9 15,0 0 1-15,0 0-1 16,0 0 0-16,0 0 17 15,0 0-16-15,0 0 9 16,0 0-10-16,0 0 0 16,0 0 15-16,0 0-15 15,0 0 1-15,0 0 27 16,0 0-15-16,0 0 20 0,0 0-14 16,0 0 0-16,0 0-9 15,0 0-3-15,0 0-6 16,0 0 35-16,0 0-36 15,-3 0 7-15,-5 0-7 16,-6 0 0-16,-5 9 12 16,-4 8-11-16,-2 5 11 15,1 2 52-15,1 6-38 16,4-5 13-16,5 4-9 16,3-7 14-16,7 1 23 15,4-1-37-15,0-2-6 16,10-3 34-16,17 4-33 15,4-3 1-15,7 0-15 16,5-4-11-16,-1-2-24 0,1-3-97 16,8-2-127-16,-9-3-219 15,-8-4-656-15</inkml:trace>
  <inkml:trace contextRef="#ctx0" brushRef="#br0" timeOffset="19116.57">11379 15302 770 0,'0'0'751'0,"0"0"-623"16,0 0-20-16,0 0 6 15,0 0-34-15,0 0 56 16,0 0-74-16,-39-14-15 16,23 17 9-16,-3 17 21 15,0 3-2-15,-1 9-23 16,2 6-22-16,2 2 70 15,1 3-20-15,3-1-22 16,6-5-8-16,4 0-25 16,2-3 3-16,0-2-28 15,15-6-1-15,12 0-5 0,4-3-84 16,16-9-94-16,-9-14-150 16,-5 0-396-16</inkml:trace>
  <inkml:trace contextRef="#ctx0" brushRef="#br0" timeOffset="19547.5">11350 15538 1640 0,'0'0'483'16,"0"0"-348"-16,0 0-27 0,0 0-76 16,0 0-7-1,0 0-13-15,0 0-11 0,94 41 56 16,-78-15-1-1,-3 6 2-15,-7-4-21 0,-1 2 4 16,-3-4-6-16,-2-3-32 16,0-9 11-16,0-2-11 15,0-7-3-15,2-1-1 16,1-4-60-16,2 0-4 16,1-12 39-16,5-20-48 15,1-8-471-15,-2-8-74 16,-3 8-217-16,-3 12 836 15,-4 10 871-15,0 14-470 16,0 4-142-16,0 8-150 16,0 14 80-16,0 6-10 0,0-1-63 15,0 0-22 1,8-1-31-16,9-4-20 0,3-4-8 16,3-4-35-1,1-5 0-15,2-4-12 0,-1-5-3 16,-2 0-44-16,4-36-87 15,-8-5-83-15,-3-4-378 0</inkml:trace>
  <inkml:trace contextRef="#ctx0" brushRef="#br0" timeOffset="19709.46">11930 15262 1624 0,'0'0'302'15,"0"0"-176"-15,0 0 42 0,0 0-1 16,85 138-30-1,-68-90-36-15,-1 4-24 0,-5 5-59 16,-5-3-16-16,-2 4-2 16,-4-6-2-16,0 6-121 15,0-12-139-15,0-20-326 0</inkml:trace>
  <inkml:trace contextRef="#ctx0" brushRef="#br0" timeOffset="20063.43">12641 15512 1967 0,'0'0'575'0,"0"0"-419"16,0 0-41-16,0 0-15 16,0 0-12-16,0 0-47 15,0 0-10-15,20 0-31 16,0 4 0-16,5 0-3 0,6 2 3 15,-2 2-62-15,-5 3-34 16,-6 5-129-16,-9-2-289 16,-9-6-383-16</inkml:trace>
  <inkml:trace contextRef="#ctx0" brushRef="#br0" timeOffset="20198.46">12609 15727 1513 0,'0'0'949'0,"0"0"-771"16,0 0-102-16,0 0 0 15,0 0-37-15,0 0-14 16,133 8-25-16,-56-8-47 16,-9 0-273-16,-16 0-768 0</inkml:trace>
  <inkml:trace contextRef="#ctx0" brushRef="#br0" timeOffset="20980.71">13838 15378 1612 0,'0'0'557'0,"0"0"-436"16,0 0-50-16,0 0 33 15,0 0-71-15,0 0-33 0,107-112-1 16,-76 74 1 0,0-4-42-16,-4-7 26 0,-2-1-14 15,-3-6-28-15,-9 0 46 16,-1 8 12-16,-8 9 89 16,-2 16 21-16,-2 9 8 15,0 9-53-15,0 5-65 16,0 0-6-16,-4 23-9 15,-8 17-13-15,2 13 28 16,-1 10 11-16,1 7-10 16,6 0 8-16,4-2-9 15,0-3-10-15,0-3-58 16,0 0-96-16,0-11-329 16,0-22-441-16</inkml:trace>
  <inkml:trace contextRef="#ctx0" brushRef="#br0" timeOffset="21204.15">13408 15619 1646 0,'0'0'728'0,"0"0"-529"16,0 0-132-16,0 0 12 15,0 0-20-15,0 0-34 16,221 6 39-16,-70-6-50 15,14-6-13-15,-8-17 5 16,-40 7-6-16,-34 11 0 0,-23-4-35 16,11 5-123-16,-13 3-386 15,-7-8-1324-15</inkml:trace>
  <inkml:trace contextRef="#ctx0" brushRef="#br0" timeOffset="22114.99">13772 16133 1702 0,'0'0'309'0,"0"0"-156"16,0 0 89-16,0 0-117 15,0 0-53-15,0 0 20 16,-21-107-58-16,-6 107-34 16,-8 3-9-16,-12 22 5 15,-4 15 4-15,-3 8 0 16,7 1 25-16,9 9 14 15,9-12-8-15,12-2 10 16,10-5-23-16,7-8-17 0,0-9 30 16,24-4-30-1,12-8-1-15,9-10 0 0,6 0-15 16,4-26-35-16,1-6-53 16,-8-4-41-16,-11 0 80 15,-12 14 18-15,-10 3 46 16,-13 15 48-16,-2 4 26 15,0 0-26-15,0 4-48 16,-13 19 0-16,5 5 52 16,-2-2-25-16,8 6 9 15,2-6-18-15,0-4-6 16,7 0-9-16,10-8-3 16,6-8-18-16,0-6 15 15,-2 0-12-15,-3-6-4 16,-5-13-17-16,-8-7-40 0,-5-1 16 15,-5 5 2-15,-18 4 12 16,-4 5 46-16,-2 8 11 16,4 5 48-16,9 0 10 15,5 0-46-15,11 0-12 16,0 10-11-16,4-2 0 16,23 1-6-16,7-4 6 15,5-5-14-15,9 0-60 16,-1-18-8-16,-1-8 45 15,-6-11-108-15,-9-3-11 16,-8-4 76-16,-11 5 42 16,-10 2 38-16,-2 8 90 0,0 12 140 15,0 8-70-15,-8 9-68 16,0 0-60 0,-1 9-3-16,-1 19-28 0,4 8 29 15,2 8 1-15,4 4 7 16,0 7 5-16,0-6-12 15,0 4 5-15,0-12 0 16,0 0-34-16,0-7 12 16,0-5-14-16,0-8-17 15,0-7-36-15,0-5-141 16,0-18-152-16,0-14-374 16,0-16-431-16</inkml:trace>
  <inkml:trace contextRef="#ctx0" brushRef="#br0" timeOffset="22480.91">14264 16191 1564 0,'0'0'581'0,"0"0"-525"15,0 0-35-15,0 0 105 16,0 0-17-16,0 0 36 16,48 129-29-16,-44-84-46 15,-4 1-12-15,0 2 5 16,0-8-47-16,2-8 2 15,2-6-4-15,-2-12-14 16,0-6 3-16,0-4-3 16,3-4-7-16,1 0 1 15,8-17-3-15,7-24-36 16,4-11-125-16,4-12-48 0,-2 3-303 16,-8 15 351-16,-9 20 170 15,-7 12 242-15,-3 14-167 16,0 8-51-16,0 17 190 15,-5 9-60-15,3 2-11 16,2 0-58-16,2-1-40 16,21-2 6-16,10-3-38 15,11-4 1-15,10-11-14 16,35-15-90-16,-12 0-147 16,-11-23-476-16</inkml:trace>
  <inkml:trace contextRef="#ctx0" brushRef="#br0" timeOffset="22653.3">15539 15552 2492 0,'0'0'78'0,"0"0"-78"16,0 0-330-16,0 0 94 15,0 0-427-15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6:54:26.96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28919 4632 863 0,'0'0'238'0,"0"0"-112"16,0 0 58-16,0 0 1 16,0 0 13-16,0 0-88 15,0 0-65-15,0-4 141 16,0 1-118-16,0 3 37 15,0-1 5-15,0 1-31 16,0-2 50-16,0 0-83 16,0 2-44-16,0 0 83 0,0 0-85 15,0-2 0 1,0 2 4-16,0 0 17 0,0-5-15 16,8 2-6-16,5-7 0 15,8-4-46-15,1-5 46 16,-2 4 0-16,-4 1-17 15,-6 5 34-15,-7 5-5 16,-3 4-12-16,-5 0 0 16,-24 0 3-16,-13 3-3 15,-11 17 0-15,-1 7-12 16,5 11 30-16,14 5-17 16,12 9-1-16,15 3 0 15,8 1 5-15,0-3-5 16,11-4 0-16,9-8-1 15,-1-4 25-15,0-11-35 0,-9-5 11 16,-5-8 0 0,-5-1-38-16,0-2 38 15,-9-2-5-15,-11 0-11 0,2-8 32 16,4 0-43-16,12-8 27 16,2-24-141-16,19-8 55 15,20-4-123-15,11 1 141 16,0 9 57-16,-2 12 11 15,-9 8 12-15,-7 10 1 16,-12 4 5-16,-7 0 68 16,-3 21-67-16,-6 2 24 15,-4 7-40-15,0 2 37 16,0 1-12-16,0-8-28 0,0-2-68 16,11-17-18-1,7-6-211-15,-1 0-216 0</inkml:trace>
  <inkml:trace contextRef="#ctx0" brushRef="#br0" timeOffset="299.82">29311 4850 1365 0,'0'0'316'16,"0"0"-178"-16,-10 104-2 16,-2-61 67-16,0-9-86 15,5-6-26-15,3-8-62 16,2-7 0-16,2-8 10 15,0-3-39-15,0-2 0 0,6-7-8 16,19-18 8 0,11-13-81-16,4-6 10 0,2-2-111 15,-2 10 175-15,-7 12-17 16,-6 13 24-16,-4 11 77 16,-7 6-51-16,-5 20 35 15,-5 6 7-15,-4 5-68 16,-2-3 69-16,0 0-69 15,0-4-5-15,0-2-5 16,0-8-144-16,0-8-184 16,0-10-846-16</inkml:trace>
  <inkml:trace contextRef="#ctx0" brushRef="#br0" timeOffset="750.6">29814 4856 1558 0,'0'0'383'16,"0"0"-148"-16,0 0-153 15,0 0-59-15,0 0 126 16,0 0-147-16,116-30 5 15,-95 57 41-15,-10 9-38 16,-7 5 94-16,-4 2-62 0,0-1-42 16,-11-2 116-1,-3-10-116-15,3-6 1 0,5-9-2 16,2-8 23-16,4-2-13 16,0-5-9-16,0-3 0 15,8-26-55-15,13-16-51 16,2-9-83-16,2-4 56 15,-2 10-64-15,-10 12 191 16,-4 19 6-16,-5 16 30 16,-4 1 51-16,3 15-66 15,1 16 62-15,2 3 1 16,1 2-70-16,7 0 35 16,8-4-43-16,7-2-49 15,28-6 28-15,-3-8-151 16,-4-11-410-16</inkml:trace>
  <inkml:trace contextRef="#ctx0" brushRef="#br0" timeOffset="1057.45">30639 4942 2006 0,'0'0'625'0,"0"0"-384"15,0 0-241-15,0 0-2 16,0 0-23-16,0 0-32 16,0 0-190-16,29 0-521 0</inkml:trace>
  <inkml:trace contextRef="#ctx0" brushRef="#br0" timeOffset="1161.58">30643 5177 1691 0,'0'0'133'0,"0"0"-133"0,0 0-135 16,0 0-577-16</inkml:trace>
  <inkml:trace contextRef="#ctx0" brushRef="#br0" timeOffset="1749.6">28836 5370 1640 0,'0'0'552'0,"0"0"-509"16,0 0 47-16,0 0 23 15,0 0-49-15,0 0 52 16,187 25-49-16,-46-11-55 16,42-2 112-16,12-1-81 15,-10-7 5-15,-21-2-15 0,-33-2-17 16,-22 3-32-16,-27-2-69 16,3-1-196-16,-29 0-182 15,-7 0-1435-15</inkml:trace>
  <inkml:trace contextRef="#ctx0" brushRef="#br0" timeOffset="3716.13">28948 5971 709 0,'0'0'362'0,"0"0"-132"0,0 0 40 16,0 0-128-16,-25 147 67 15,19-99-76-15,0-2-51 16,2-6 2-16,2-5-63 16,2-12 40-16,0-5-61 15,0-10 25-15,0-3 5 16,0-5-16-16,0 0-8 15,0 0 60-15,0-20-3 0,0-14-63 16,12-15-29 0,7-5-34-16,8-5 41 0,2 8-30 15,-2 11 52-15,-3 13 0 16,-6 13 11-16,-2 13 18 16,-3 1-29-16,1 10 12 15,-1 16 80-15,3 8-86 16,-1 5 16-16,1 5 56 15,1-5-68-15,1-6 27 16,3-6-37-16,-2-10 0 16,2-8 39-16,3-7-28 15,5-2-8-15,2-11 26 16,5-18-18-16,-3-9 7 16,-4-11-18-16,-4 1 0 15,-8 8-33-15,-5 11 45 0,-5 10-12 16,-7 12 21-16,0 7 0 15,0 0-42-15,0 14-15 16,-3 13 22-16,-3 9-42 16,6 5-16-16,0-4-94 15,31-3-146-15,9-13-163 16,4-11-233-16</inkml:trace>
  <inkml:trace contextRef="#ctx0" brushRef="#br0" timeOffset="4166.72">29904 5971 1502 0,'0'0'514'16,"0"0"-430"-16,0 0 36 0,-119 10-6 15,75 16-31 1,1 10 79-16,8 7-96 0,12 3-48 16,12 0 74-16,11 0-91 15,0-2 14-15,16-5-15 16,13-5 23-16,5-8-45 15,6-9 22-15,-3-5-78 16,-1-9 40-16,-9-3-123 16,-9-7 19-16,-14-17-95 15,-4-6-298-15,0-4 283 16,-16 2 147-16,1 6 105 16,6 9 377-16,7 2-111 15,2 7-19-15,2 0-43 16,20 1-185-16,5-2 44 15,2 1-63-15,-2 5 0 0,-5-2-2 16,-7 5 2-16,-3 0 0 16,-5 0-1-16,-5 14 8 15,-2 12 80 1,0 8-35-16,0 8-12 0,0 2 27 16,0 0-60-16,0-3-7 15,0-7 0-15,2-8-47 16,9-11 33-16,3-8-124 15,4-7 6-15,8-34 45 16,-4-9-256-16,1-6-361 0</inkml:trace>
  <inkml:trace contextRef="#ctx0" brushRef="#br0" timeOffset="4330.84">30198 6145 907 0,'0'0'849'0,"0"0"-697"0,0 0-73 15,0 0 37-15,-12 109 79 16,4-67-130-16,-1 3-29 15,5-5 24-15,2-7-60 16,2-5 6-16,0-8-6 16,0-8-94-16,0-12 29 15,-8-7-152-15,2-21 37 16,-3-8-943-16</inkml:trace>
  <inkml:trace contextRef="#ctx0" brushRef="#br0" timeOffset="4452.7">30147 6057 1965 0,'0'0'361'0,"0"0"-234"16,0 0-119-16,122-9 29 16,-73 9-74-16,22 4 31 15,-12 8-284-15,-8-1-659 0</inkml:trace>
  <inkml:trace contextRef="#ctx0" brushRef="#br0" timeOffset="4686.36">30597 6296 2121 0,'0'0'234'16,"0"0"-181"-16,0 0-53 15,0 0-2-15,0 0-49 16,0 0-78-16,0 0-95 16,-20 113-345-16,15-95-80 0,1-3 649 15,-3 0 132-15,1-3 393 16,-1-5-220-16,2 0-54 15,3-4 3-15,2 1-195 16,0 3-46-16,0-4-26 16,11 0-264-16,5-3-906 0</inkml:trace>
  <inkml:trace contextRef="#ctx0" brushRef="#br0" timeOffset="5390.6">31060 6004 1455 0,'0'0'572'0,"0"0"-405"16,0 0-70-16,0 0-73 0,0 0 50 15,0 0-74-15,0 0 0 16,-6 92 74-16,-1-38-41 16,1 4 56-16,-4 0-52 15,4 0-24-15,-5-5 79 16,1-5-92-16,4-8 0 15,0-8 0-15,3-9 21 16,1-9-21-16,2-5 0 16,0-6 0-16,0-3 18 15,0 0-18-15,0 0 0 16,0 0 32-16,0 0-22 16,11 0-20-16,9-7-2 0,3-5-113 15,3-2 70-15,3-23-210 16,-9 3-234-1,-4-1-737-15</inkml:trace>
  <inkml:trace contextRef="#ctx0" brushRef="#br0" timeOffset="5556.96">31018 5988 1906 0,'0'0'388'15,"0"0"-177"-15,0 0-108 16,0 0-30-16,0 0-3 15,0 0-55-15,0 0-15 16,150 23-17-16,-102-2-205 0,-9-1-136 16,-10-6-1068-16</inkml:trace>
  <inkml:trace contextRef="#ctx0" brushRef="#br0" timeOffset="5765.96">31247 6272 1551 0,'0'0'985'0,"0"0"-769"15,0 0-116-15,0 0-76 16,0 0 76-16,0 0-100 16,0 0 17-16,77 0-61 0,-42 0-44 15,12 10-92 1,-7 0-201-16,-9-6-614 0</inkml:trace>
  <inkml:trace contextRef="#ctx0" brushRef="#br0" timeOffset="6066.68">31633 6291 1874 0,'0'0'550'0,"0"0"-550"16,0 0 6-16,0 0 106 15,0 0-20-15,0 0-70 16,0 0-44-16,42-95-47 16,-28 63 10-16,-1 1 16 15,-3 6-61-15,-4 3 83 0,1 8 42 16,-5 6-15-16,-2 4 98 16,0 4-94-16,0 0-10 15,0 19-1-15,0 13 1 16,0 13 90-16,-7 5-61 15,-3 0-28-15,0 1 29 16,4-5-29-16,1-4-2 16,5 0-60-16,0-12-154 15,9-14-332-15</inkml:trace>
  <inkml:trace contextRef="#ctx0" brushRef="#br0" timeOffset="6306.85">31957 6216 2297 0,'0'0'383'0,"0"0"-383"15,0 0-25-15,0 0-7 16,0 0 13-16,0 106-21 16,2-56-80-16,0 6-176 15,-2 1 20-15,0 1 137 16,0-9 75-16,-16-5 64 15,-5-9 118-15,-2-7 14 16,3-6 13-16,2-10-145 16,4-5-78-16,10-7-469 0</inkml:trace>
  <inkml:trace contextRef="#ctx0" brushRef="#br0" timeOffset="6666.6">32161 6500 2034 0,'0'0'353'15,"0"0"-230"-15,0 0 35 16,0 0-68-16,0 0-16 16,0 0-74-16,77-109 0 15,-53 68-48-15,3 1 23 16,-3-4-95-16,3 0 24 15,-3-2-25-15,-1 3 22 0,-6 7-43 16,-3 11 142-16,-5 6 229 16,-7 14-74-16,-2 5-100 15,0 2-55 1,0 26 7-16,0 14-7 0,-13 12 0 16,-3 4 14-16,1 1 4 15,-1-5-18-15,5-7 0 16,2-4-1-16,5-7-96 15,4-14-31-15,0-10-227 16,11-12-582-16</inkml:trace>
  <inkml:trace contextRef="#ctx0" brushRef="#br0" timeOffset="7032.66">32516 6017 2126 0,'0'0'314'15,"0"0"-314"-15,0 0 0 16,0 0 32-16,0 0-32 16,120 0 0-16,-84 0 0 15,-3 0 8-15,-6 0-47 16,-9 0 39-16,-7 0-1 16,-4 3-1-16,-7-3 4 15,0 0 32-15,0 0-6 16,0 0-7-16,0 5 16 0,0 8-37 15,0 13-19 1,0 11 8-16,0 19 22 0,-7 11-2 16,1 9 2-16,1 1 15 15,1-1 53-15,2-9-70 16,0-6-8-16,0-11 57 16,-2-11-57-16,0-12 11 15,-2-7-12-15,-15-8 15 16,-5-1-25-16,-37-9 10 15,6-2-167-15,1 0-490 0</inkml:trace>
  <inkml:trace contextRef="#ctx0" brushRef="#br0" timeOffset="15534.97">28911 7564 489 0,'0'0'835'16,"0"0"-715"-16,0 0-106 16,0 0 139-16,0 0-45 0,0 0-50 15,50-57 61 1,-50 57-88-16,0-1 27 0,0 1-7 15,0 0-42-15,0 0-13 16,0 0 4-16,0 0-37 16,0 0 12-16,0 0 6 15,0 0 7-15,0 0 11 16,0 0 2-16,0 0-4 16,0 0 3-16,0 0 0 15,0 0 105-15,0 0-46 16,0 0 16-16,0 0 15 15,0 0-60-15,0 0 100 16,0-3-127-16,0 2 6 16,0-2 94-16,0 3-87 0,-9 0-6 15,-18 0-10-15,-8 21 24 16,-6 7-25-16,1 10 1 16,7 8 0-16,8 5 22 15,14 2-15-15,11 1 11 16,0-5-9-16,7-7 31 15,13-9 7-15,2-4-47 16,0-7 0-16,-4-8 15 16,-7-3-8-16,-4-4-7 15,-7-1 0-15,0 2-10 16,-5 1-28-16,-12 3 38 16,-1 1-10-16,5-5-14 15,8-8 0-15,5 0 17 0,9-24-32 16,25-12-301-16,8-8 209 15,7-1 62-15,-3 9 69 16,-3 10 10-16,-12 8 50 16,-6 10 30-16,-10 8-22 15,-4 0-54-15,-1 6 86 16,-4 14-100-16,-2 6 6 16,-1 5 43-16,-3-5-43 15,2-2 9-15,0-6-15 16,0-8-108-16,3-10 14 15,10-8-182-15,2-21 104 16,-2-4-1133-16</inkml:trace>
  <inkml:trace contextRef="#ctx0" brushRef="#br0" timeOffset="15834.78">29311 7761 1172 0,'0'0'534'16,"0"0"-433"-16,0 0 41 0,0 106 70 15,-5-59-59-15,-8 0-105 16,4-8 108-16,0-8-154 15,2-11 10-15,5-10 6 16,2-6-4-16,0-4 7 16,0 0-21-16,6-7 0 15,17-19-52-15,8-12 17 16,5-3-63-16,4-4 16 16,-2 9 26-16,-5 13 41 15,-3 10 15-15,-8 13 0 16,-5 0 77-16,-3 14-56 0,-5 10 28 15,-5 5 13-15,-4-4-53 16,0 4 25-16,0-5-34 16,0-5 0-16,0-2-46 15,0-7-37-15,-4-5-204 16,-5-5-203-16</inkml:trace>
  <inkml:trace contextRef="#ctx0" brushRef="#br0" timeOffset="16005.42">29444 7386 2181 0,'0'0'369'0,"0"0"-353"16,0 0 24-16,0 0-22 16,0 0-18-16,119 5-46 15,-46 11-21-15,-11 0-399 16,-10-4-356-16</inkml:trace>
  <inkml:trace contextRef="#ctx0" brushRef="#br0" timeOffset="16202.88">29870 7532 578 0,'0'0'1174'16,"0"0"-1117"-16,0 0-57 16,67-126-28-16,-49 74 28 15,-7 6 70-15,-2 5 9 16,-4 10 32-16,-5 16 38 15,0 15-75-15,0 3-45 16,-2 38-29-16,-19 34-13 0,-12 34-2 16,2 2 15-16,-3 25-90 15,14-37-96-15,14-40-384 0</inkml:trace>
  <inkml:trace contextRef="#ctx0" brushRef="#br0" timeOffset="16614.91">30024 7798 1927 0,'0'0'319'0,"0"0"-170"15,0 0-73-15,0 0 28 0,0 0-100 16,0 0 39-16,0 0-34 15,20 41-9-15,-9-15 0 16,-7 4 14-16,-1 0-14 16,-3-5 28-16,0-3-28 15,0-4 24-15,0-8 0 16,0-3-24-16,0-6 0 16,0-1-3-16,0 0 12 15,0-22-18-15,16-11-112 0,1-7-142 16,1-1 225-1,-5 11 38-15,-5 12 71 0,-6 10 106 16,-2 8-154-16,0 0-23 16,0 14-3-16,0 12 3 15,0 8 0-15,0 3 0 16,15 1-19-16,34-3-36 16,-2-8-176-16,0-15-137 0</inkml:trace>
  <inkml:trace contextRef="#ctx0" brushRef="#br0" timeOffset="16921.78">30664 7714 2326 0,'0'0'630'16,"0"0"-582"-16,0 0-48 15,0 0-10-15,0 0-107 16,0 0-86-16,0 0-383 16,2 88-354-16</inkml:trace>
  <inkml:trace contextRef="#ctx0" brushRef="#br0" timeOffset="17021.68">30624 8083 2038 0,'0'0'547'15,"0"0"-537"-15,0 0-10 16,0 0-104-16,0 0-15 15,0 0-416-15</inkml:trace>
  <inkml:trace contextRef="#ctx0" brushRef="#br0" timeOffset="18482.71">31016 7561 1388 0,'0'0'395'15,"0"0"-234"-15,0 0 7 16,0 0-44-16,0 0-34 15,0 0 51-15,0 0-141 0,0-20-1 16,-2 25-21-16,2 19 29 16,-2 17-7-16,-6 16 13 15,0 13-4-15,-3 6 119 16,-3 2-67-16,3-3-32 16,1-10 35-16,2-7-55 15,4-9 37-15,4-9-46 16,0-8 19-16,0-5 23 15,0-5-42-15,2-7 0 16,10-2-7-16,1-5 19 16,3-4-3-16,5-3-9 15,4-1-14-15,0 0-34 0,-1-12-20 16,-4-32-110-16,-4 2-90 16,-7-5-586-16</inkml:trace>
  <inkml:trace contextRef="#ctx0" brushRef="#br0" timeOffset="18620.96">30983 7608 2089 0,'0'0'304'15,"0"0"-115"-15,0 0-174 16,0 0 4-16,0 0-4 16,118-14-15-16,-53 26-24 15,-13 13-190-15,-11-2-364 0</inkml:trace>
  <inkml:trace contextRef="#ctx0" brushRef="#br0" timeOffset="18797.73">31197 7985 899 0,'0'0'1443'0,"0"0"-1296"16,0 0-97-16,0 0 5 15,0 0-34-15,0 0 79 16,0 0-100-16,138-2-33 15,-101-4-85-15,13-6-88 16,-13 0-94-16,-8-5-408 0</inkml:trace>
  <inkml:trace contextRef="#ctx0" brushRef="#br0" timeOffset="19168.71">31602 7633 1390 0,'0'0'535'15,"0"0"-503"-15,0 0 3 16,0 0 46-16,0 0 51 16,0 0 49-16,0 119-123 15,0-85-15-15,0-1-42 16,0-6 32-16,0-5-18 16,0-4-15-16,2-7-63 15,5-8 57-15,5-3-84 16,1-8 69-16,7-24-60 15,-1-9-239-15,4-12-33 0,-1 2-415 16,-3 7 768-16,-6 15 3 16,-7 11 566-16,-4 14-253 15,-2 4-98-15,0 2-174 16,0 21 110-16,0 10-49 16,0 9-52-16,-6 4 37 15,-1-2-84-15,3-1-4 16,2-6-2-16,0-6-49 15,-4-7 35-15,-9-16-231 16,1-7-84-16,-3-1-77 0</inkml:trace>
  <inkml:trace contextRef="#ctx0" brushRef="#br0" timeOffset="19310.38">31694 7525 1483 0,'0'0'503'0,"0"0"-348"16,0 0-23-16,116-46 13 15,-81 45-145-15,1 1-17 16,-12 5 15-16,-13 45-208 16,-3-4-69-16,-8 3-121 0</inkml:trace>
  <inkml:trace contextRef="#ctx0" brushRef="#br0" timeOffset="19459.49">31620 8122 1461 0,'0'0'759'0,"0"0"-700"0,0 0-19 16,0 0 46 0,0 0 5-16,0 0-88 0,0 0 23 15,136 25-52-15,-80-23-164 16,-9-2-618-16</inkml:trace>
  <inkml:trace contextRef="#ctx0" brushRef="#br0" timeOffset="19747.44">31546 8337 1069 0,'0'0'913'0,"0"0"-815"16,0 0-92-16,0 0 78 16,0 0-39-16,0 0 11 0,0 0-56 15,92 21 0 1,-78-7 3-16,-12 2 4 0,-2 10-7 15,-10 4 87-15,-14 4-20 16,-2-1 33-16,3-1-54 16,10-9-34-16,11-7 44 15,2-4-56-15,15-2 0 16,23-8-9-16,13-2-32 16,32-14-83-16,-14-14-249 15,-9-5-359-15</inkml:trace>
  <inkml:trace contextRef="#ctx0" brushRef="#br0" timeOffset="19909.64">32044 8011 1458 0,'0'0'1021'0,"0"0"-868"15,0 0-56-15,0 0-97 16,0 0-34-16,0 0-82 15,0 0 3-15,0 67-205 16,2-48-1405-16</inkml:trace>
  <inkml:trace contextRef="#ctx0" brushRef="#br0" timeOffset="20014.03">31974 8426 1846 0,'0'0'288'0,"0"0"-288"16,0 0-17-16,0 0-118 0,0 0-349 0</inkml:trace>
  <inkml:trace contextRef="#ctx0" brushRef="#br0" timeOffset="20287.2">32456 7710 1637 0,'0'0'349'0,"0"0"-349"16,0 0 0-16,0 0 151 15,-20 109 27-15,11-65-141 0,0 0 90 16,5-4-127-16,4-4 9 16,0-8 4-16,0-4-13 15,0-8-34-15,0-9-44 16,0-7-150-16,0 0 148 15,0-41-6-15,0-5-673 16,4-7-187-16</inkml:trace>
  <inkml:trace contextRef="#ctx0" brushRef="#br0" timeOffset="20464.77">32456 7710 1023 0,'118'-131'1084'0,"-114"131"-908"15,1 8-129-15,-3 15-30 16,1 7-8-16,-3 12 117 0,0 8-126 15,0 4 1-15,0 4 13 16,-3 1-1-16,-6-5-26 16,1-5-8-16,-8-12-151 15,0-11-72-15,0-14-390 0</inkml:trace>
  <inkml:trace contextRef="#ctx0" brushRef="#br0" timeOffset="20593.76">32429 7694 1840 0,'0'0'392'0,"0"0"-190"16,0 0-76-16,0 0-111 0,132-40-30 15,-103 40-6 1,-14 37-215-16,-8 7-231 0,-7-4-352 0</inkml:trace>
  <inkml:trace contextRef="#ctx0" brushRef="#br0" timeOffset="20737.12">32291 8263 1337 0,'0'0'799'0,"0"0"-632"15,0 0-158-15,0 0 15 16,0 0 23-16,0 0-47 16,140 11 0-16,-80-11-257 15,-8 0-577-15</inkml:trace>
  <inkml:trace contextRef="#ctx0" brushRef="#br0" timeOffset="21047.56">32325 8390 1667 0,'0'0'516'0,"0"0"-472"15,0 0 125-15,0 0-106 16,0 0-37-16,0 0-26 15,0 0-69-15,79-8 35 16,-65 4-12-16,-7 2 46 16,-7 2 30-16,0 0-30 15,0 6 0-15,-15 16 34 0,-6 6 15 16,-1 4 34-16,9-2-65 16,-1-2-17-16,12-5 92 15,2-6-93-15,0 1 7 16,20-6-7-16,9-3-24 15,9-7 4-15,22-9-107 16,-4-15-95-16,-7-9-367 0</inkml:trace>
  <inkml:trace contextRef="#ctx0" brushRef="#br0" timeOffset="21497.6">32748 7557 1252 0,'0'0'869'0,"0"0"-742"15,0 0-112-15,0 0 71 16,0 0-58-16,0 0-27 16,0 0 33-16,123-14-21 15,-96 14-13-15,-6 0 0 16,-5 0 15-16,-9 0-39 15,-3 0 24-15,-4 0-6 16,0 0-7-16,0 0 22 16,0 0-9-16,0 3 0 15,0 8-13-15,0 14-4 16,0 15 17-16,-11 16 0 16,-11 32 30-16,-9 31-17 15,-7 23 30-15,2-10 29 16,10-26-66-16,7-34 89 0,6-19-95 15,5 3 0-15,-2 4 33 16,4 3-27-16,-3-14 3 16,5-8-9-16,-4-14 13 15,2-6-3-15,-3-6-10 16,-7-4-37-16,-8-1 25 16,-21-4-116-16,5-2-137 15,3-4-481-15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7:16:48.62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19520 8690 530 0,'0'0'785'0,"0"0"-467"16,0 0-270-16,0 0 56 16,0 0 57-16,0 0-58 15,0 0 15-15,0 0-79 16,0 0-38-16,0 0 106 15,0 0-99-15,0 0 27 16,0 0 24-16,0 0-43 0,0 0 75 16,0 0-57-16,0 0-25 15,0 0 116-15,0 0-116 16,0 0 15-16,0 0 30 16,0 0-52-16,0 0 55 15,0 0-57-15,2 0 0 16,3 0 14-16,-3 0-13 15,5 0-1-15,2 0 0 16,8 0 30-16,8 0 23 16,6 0-53-16,2 0 1 15,1 0 11-15,0 0-12 16,-3 0 0-16,0-1-1 0,-2-3 23 16,-3 1-16-16,-1 2-6 15,2-4 0 1,-2 4-13-16,-1-3 13 0,-4 1 0 15,-2 1-1-15,-2 0 26 16,-3 1-26-16,0 1 1 16,-1-2 0-16,-2 2-18 15,2-2 18-15,-1 2 0 16,2-2-1-16,-1-1 23 16,-1 3-29-16,-3-2 7 15,0 2 0-15,-2 0-17 16,-4 0 17-16,-2 0 0 15,0 0-1-15,0 0 19 16,0 0-27-16,0 0 9 16,0 0 0-16,0 0-15 0,0 0 15 15,0 0 0-15,0 0 0 16,0 0 18-16,0 0-23 16,0 0 5-16,0 0 0 15,0 0-28-15,0 0 28 16,-2 0 0-16,-2 0-1 15,-12 0-138-15,1-2-56 16,-4-3-909-16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9.31408" units="1/cm"/>
          <inkml:channelProperty channel="Y" name="resolution" value="49.23077" units="1/cm"/>
          <inkml:channelProperty channel="T" name="resolution" value="1" units="1/dev"/>
        </inkml:channelProperties>
      </inkml:inkSource>
      <inkml:timestamp xml:id="ts0" timeString="2021-10-01T07:16:31.96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30138 1786 0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6:53:01.86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25476 1535 1092 0,'0'0'199'0,"0"0"-157"15,0 0-29-15,0 0-12 16,0 0 32-16,0 0 98 16,0-87-98-16,0 73 11 15,0 1 18-15,0-1-60 16,0 5-2-16,0-4-70 15,0 5-206-15,0 0-917 0</inkml:trace>
  <inkml:trace contextRef="#ctx0" brushRef="#br0" timeOffset="824.71">25601 1293 1365 0,'0'0'387'16,"0"0"-151"-16,0 0-91 15,0 0-57-15,0 0 132 16,0 0-121-16,0 0-27 16,-19-34 5-16,19 27-53 15,0 2 50-15,0 1-74 16,0 0 11-16,0 3 11 0,0-4-22 15,0 3 0 1,0-3-7-16,4 5 17 0,-2-3-35 16,-2 3 14-16,0 0-51 15,0 10 47-15,0 14-19 16,0 10 34-16,-14 8-11 16,-7 2 26-16,-11 0-7 15,-1-3-8-15,0-6 0 16,4-4 8-16,2-11-8 15,11-6 0-15,5-7-1 16,9-4 14-16,2-3-13 16,0 0 0-16,8-6-22 15,21-17-14-15,11-2-115 0,10-4 81 16,1 7 70 0,-4 8-2-16,-10 10-11 0,-8 4 13 15,-6 0 0-15,-9 16 13 16,-8 8-12-16,-6 7-1 15,0 4 29-15,-4 2-28 16,-21 5 76-16,-4-2-77 16,-2-2 13-16,0-2-6 15,6-2-7-15,9-6-80 16,16-10-65-16,0-6-229 16,5-12-280-16</inkml:trace>
  <inkml:trace contextRef="#ctx0" brushRef="#br0" timeOffset="1088.33">26089 1239 567 0,'0'0'1030'15,"0"0"-839"-15,0 0-176 16,0 0 68-16,-48 105 121 15,27-56-82-15,6 6 29 16,3 1-96-16,6-5-48 16,6 2 57-16,0-7-62 15,0 0-2-15,16-3 0 16,1-8-29-16,4-4 13 0,-4-7-111 16,-12-19-158-16,-5-5-34 15,0 0-640-15</inkml:trace>
  <inkml:trace contextRef="#ctx0" brushRef="#br0" timeOffset="1225.24">25773 1578 1984 0,'0'0'547'15,"0"0"-435"-15,0 0-93 16,0 0 81-16,116-48-100 16,-43 34 2-16,10 4-32 15,37 8-67-15,-20 2-129 0,-19-2-379 16</inkml:trace>
  <inkml:trace contextRef="#ctx0" brushRef="#br0" timeOffset="2825.41">26658 924 1472 0,'0'0'308'0,"0"0"-172"16,0 0 34-16,0 0 68 16,0 0-145-16,0 0-12 15,0 0-10-15,-58-47-50 0,53 42 43 16,3 3-30-16,2 0-21 15,0 2 29-15,0 0-42 16,0-2-24-16,13 2 23 16,3 0-27-16,3 0 16 15,-4 0 8-15,-1 2-26 16,-12 18-10-16,-2 13 26 16,-14 6 14-16,-22 7 23 15,-3 3-16-15,-4-7 32 16,9-10-39-16,12-13 18 15,11-4 4-15,9-10-22 16,2 0 0-16,0 2-12 16,13 0 37-16,16 3-34 15,11 4 9-15,7 1-83 0,2-2 29 16,9 5-230-16,-12-4-267 16,-9-4-507-16</inkml:trace>
  <inkml:trace contextRef="#ctx0" brushRef="#br0" timeOffset="3056.11">26765 1576 1542 0,'0'0'680'0,"0"0"-465"0,0 0-183 15,0 0 93 1,0 0 5-16,0 0-93 0,0 0-34 16,90 0-3-16,-40 0-113 15,24 5 32-15,-11 2-229 16,-13-1-325-16</inkml:trace>
  <inkml:trace contextRef="#ctx0" brushRef="#br0" timeOffset="4524.26">28000 1402 1007 0,'0'0'143'15,"0"0"-55"-15,0 0 96 16,0 0 36-16,0 0 6 16,0 0-126-16,0 0 8 15,-29-46-23-15,29 32-57 16,0-1 71-16,9 1-97 0,6 2 11 15,3 4-5 1,2 4-8-16,-2 4 0 0,-4 0-1 16,-7 14 4-16,-7 18-11 15,-12 10 8-15,-28 12 0 16,-16 7 82-16,-2-5-76 16,5-6-1-16,10-16-2 15,16-12 23-15,15-10-4 16,7-4-22-16,5-4 0 15,0 3-17-15,15 4 17 16,19-1 0-16,13 1 0 16,11-8-35-16,9-3 34 15,4-3-107-15,-2-24-80 16,-4-9 18-16,-9-8-45 16,-14-6-28-16,-7-1 109 0,-10 2 134 15,-10 3 13-15,-3 5 99 16,-6 12 26-16,-1 8 97 15,-5 8 1-15,2 10-37 16,-2 3-125-16,0 0-54 16,0 12-23-16,0 18 11 15,-11 16-8-15,-5 10 90 16,-1 4-57-16,1 3 4 16,3-3-37-16,1-4 33 15,5-3-24-15,3-5-9 16,4-11-74-16,0-6 30 15,0-11-172-15,-11-20-78 16,0 0-203-16,-2-20-82 0</inkml:trace>
  <inkml:trace contextRef="#ctx0" brushRef="#br0" timeOffset="4632.57">28182 1588 1620 0,'0'0'607'0,"0"0"-403"15,0 0-190-15,130-33-1 16,-67 33-1-16,3 0-12 15,30 2-70-15,-17 15-270 16,-15-5-836-16</inkml:trace>
  <inkml:trace contextRef="#ctx0" brushRef="#br0" timeOffset="4850.82">28880 1557 1974 0,'0'0'290'16,"0"0"-265"-16,0 0 42 15,0 0-1-15,147 0 13 16,-91 0-79-16,2 3-19 16,0-1 19-16,-2 0-116 15,0-2-151-15,-14 0-35 16,-13-4-482-16</inkml:trace>
  <inkml:trace contextRef="#ctx0" brushRef="#br0" timeOffset="5016.39">29311 1400 816 0,'0'0'1028'0,"0"0"-864"16,0 0-163-16,0 0 143 16,-83 118-64-16,59-62-40 15,5 2 14-15,9 2-54 16,10-6-1-16,0-6-46 15,24-7-146-15,43-16 21 16,-5-11-220-16,-1-11-348 0</inkml:trace>
  <inkml:trace contextRef="#ctx0" brushRef="#br0" timeOffset="5227">29625 1714 1015 0,'0'0'552'16,"0"0"-382"-16,67-122-56 15,-36 65 68-15,-4 3-101 0,-5 4 18 16,-2 7 13-1,-6 4-65-15,-8 15 148 0,-2 9-73 16,-4 8-47-16,0 7-44 16,0 0-31-16,0 22-31 15,-12 18 30-15,-2 14 1 16,-1 8 3-16,3 7-3 16,5-3-59-16,7-2 1 15,7 11-101-15,15-17-100 16,7-19-301-16</inkml:trace>
  <inkml:trace contextRef="#ctx0" brushRef="#br0" timeOffset="5449.79">30200 1644 2126 0,'0'0'583'15,"0"0"-549"-15,0 0-33 16,0 0 84-16,0 0-59 16,0 0-8-16,150-8-18 15,-97 8-75-15,-2 0 65 16,-8 0-203-16,-12 10-28 16,-11 0-235-16,-16-4-321 0</inkml:trace>
  <inkml:trace contextRef="#ctx0" brushRef="#br0" timeOffset="5591.73">30318 1698 1428 0,'0'0'749'0,"0"0"-608"16,0 0-122-16,0 0-4 15,0 0 57-15,0 0-72 16,167 57-44-16,-68-46-94 16,-15-2-213-16,-8-9-664 0</inkml:trace>
  <inkml:trace contextRef="#ctx0" brushRef="#br0" timeOffset="6291.39">31364 1506 1265 0,'0'0'241'16,"0"0"-133"-16,0 0-2 16,0 0 15-16,0 0 127 15,0 0-166-15,0 0-29 16,0-10 55-16,0 10-42 16,0 0 2-16,0 0-68 15,0 0 24-15,0 0-15 16,0 0-9-16,0 0 0 0,0 0-12 15,0 0 28 1,0 0-13-16,0 0-3 0,0 0 0 16,0 0 62-16,0 0-53 15,0 0 14-15,0 0 29 16,0 0-36-16,0 0 32 16,0 0-48-16,0 0 19 15,0 0 4-15,0 0-23 16,0 0 0-16,0 0 9 15,0 0-2-15,0 0 29 16,0 0-36-16,0 0 21 16,0 0 6-16,0 0-27 15,0 0 0-15,0 0 4 16,0 0 10-16,0 0 12 0,0 0-26 16,0 0 2-16,0 0-4 15,0 0 2-15,-5 0-14 16,-10 3 8-16,-3 14 9 15,-5 6-4-15,1 10 1 16,7 3 0-16,4 4 15 16,9 4-15-16,2-2 0 15,4 4 24-15,25-3-15 16,13-6 19-16,10-4-28 16,8-13 1-16,4-8 8 15,-1-12-9-15,-7-2-3 16,-12-26-7-16,-11-11 7 15,-10-7-17-15,-15-4-4 16,-8 0-29-16,-2 4 33 16,-25 9-71-16,-35 11-68 0,9 13-132 15,2 9-327-15</inkml:trace>
  <inkml:trace contextRef="#ctx0" brushRef="#br0" timeOffset="8307.16">26128 2885 1448 0,'0'0'284'0,"0"0"-284"15,0 0 23-15,0 0-34 16,0 0 22-16,0 0-6 16,0 0 87-16,-23 103-26 15,7-49 93-15,-1 10-78 16,-6 4-33-16,3 6 80 16,-2 4-76-16,2 5 8 15,0-1 6-15,4-4-60 16,6-8 66-16,0-11-72 15,6-14 0-15,2-8 33 16,2-12-27-16,0-6-5 16,0-9-1-16,0-2 20 15,0-7-7-15,0 2-13 0,0-3 0 16,0 0 20-16,6 0-6 16,14 0-14-16,9 0 9 15,13 0 17-15,10 0 5 16,6 0-31-16,7 0 0 15,6-6-12-15,3 3 12 16,1-3-6-16,-1 3-3 16,-7-3-158-16,-3-9 72 15,-16 1-191-15,-19-4-299 0</inkml:trace>
  <inkml:trace contextRef="#ctx0" brushRef="#br0" timeOffset="8536.23">26145 2845 1505 0,'0'0'887'0,"0"0"-824"15,0 0-63-15,143-28-14 16,-79 28 8-16,7 0 12 16,46 4-55-16,-16 8-104 15,-12-3-643-15</inkml:trace>
  <inkml:trace contextRef="#ctx0" brushRef="#br0" timeOffset="8831.2">27590 2689 1685 0,'0'0'395'16,"0"0"-333"-16,0 0 12 15,0 0-74-15,0 0 0 16,0 0 50-16,0 0-44 15,-52 86 102-15,23-26-13 16,2 3-87-16,10-2 85 16,8-4-93-16,9-11 0 0,0-4 21 15,3-10-21-15,14-4-18 16,3-8-42-16,9-16-124 16,-7-4-33-16,-6 0-439 0</inkml:trace>
  <inkml:trace contextRef="#ctx0" brushRef="#br0" timeOffset="8972.24">27278 2881 1714 0,'0'0'715'16,"0"0"-715"-16,0 0-31 0,131 0-12 16,-71 0 36-16,32 10-41 15,-17-1-98-15,-7 0-250 0</inkml:trace>
  <inkml:trace contextRef="#ctx0" brushRef="#br0" timeOffset="9332.56">28082 2941 2165 0,'0'0'615'0,"0"0"-597"16,0 0-6-16,0 0 32 16,0 0-43-16,0 0 19 15,163 0-20-15,-107 7-87 16,-7 3 62-16,-11 2-209 16,-22 3-95-16,-14-3-207 0,-2-2-468 0</inkml:trace>
  <inkml:trace contextRef="#ctx0" brushRef="#br0" timeOffset="9445.29">28225 3066 821 0,'0'0'1253'16,"0"0"-908"-16,0 0-281 16,0 0-33-16,0 0 15 15,0 0-29-15,150 32-34 16,-65-17-20-16,-17-1-265 16,-7-5-691-16</inkml:trace>
  <inkml:trace contextRef="#ctx0" brushRef="#br0" timeOffset="10022.24">27478 3541 1452 0,'0'0'386'16,"0"0"-295"-16,0 0-18 0,0 0-54 15,0 0-19-15,0 0 156 16,-15 147-68-16,11-92 13 16,4-2-40-16,0-6-52 15,0-4 74-15,0-8-83 16,10-6 0-16,6-5-6 15,4-5-27-15,0-4-31 16,-9-15-144-16,-4 0-301 16,-7-20-902-16</inkml:trace>
  <inkml:trace contextRef="#ctx0" brushRef="#br0" timeOffset="10150.63">27266 3771 2119 0,'0'0'471'16,"0"0"-471"-1,0 0-17-15,121-5 2 0,-52 5-69 16,54 0-116-16,-19 0-75 16,-6 0-809-16</inkml:trace>
  <inkml:trace contextRef="#ctx0" brushRef="#br0" timeOffset="10368.75">28312 3778 1999 0,'0'0'372'0,"0"0"-335"16,0 0 24-16,0 0-61 15,0 0 0-15,136 36-12 16,-89-8-34-16,-11-2-236 15,-14-8-536-15</inkml:trace>
  <inkml:trace contextRef="#ctx0" brushRef="#br0" timeOffset="10506.72">28277 3979 2082 0,'0'0'540'0,"0"0"-540"15,0 0-98-15,0 0 96 16,115 5-17-16,-32-5-17 0,-12 0-305 15,-9 0-728-15</inkml:trace>
  <inkml:trace contextRef="#ctx0" brushRef="#br0" timeOffset="15872.84">29594 1574 963 0,'0'0'255'0,"0"0"-255"16,0 0-7-16,0 0-46 15,0 0 53-15,0 0 0 16,0 0 8-16,0 0-8 15,0 0 0-15,0 0 126 0,0 0-32 16,0 0-65-16,-7 0-29 16,-9 0-65-16,-1 4-6 15,-1-1-25-15,5 2 44 16,-1-5 52-16,3 0 17 16,-3 0 77-16,3 0 31 15,1 0-15-15,-2 0 103 16,3 0-69-16,3 0-12 15,4 0 31-15,0 0-104 16,2 0-10-16,0 0-3 16,0 0-36-16,0 0 48 15,0 0-58-15,8 0 0 16,1 0-15-16,5 0 16 0,-6 0-1 16,-1-2 0-1,-5 2 17-15,-2 0-23 0,-2 0 6 16,-25 0 0-16,-13 0-14 15,-16 0 15-15,-4 0-1 16,0 2 0-16,10 2 16 16,13-2 14-16,14-2-30 15,10 0 12-15,9 0 5 16,4 0-15-16,0 2-2 16,4 0 0-16,21 0-5 15,10 1-18-15,13-3 23 16,4 0-45-16,0 0 30 15,-10 0-47-15,-15 0 59 16,-13 0-6-16,-14 0 18 16,0-3 14-16,-25 1-15 0,-17-4 0 15,-16 0-14-15,-10 2 15 16,-3 0-9-16,5 2 3 16,8 2 20-16,16-2 38 15,13 2-39-15,15-3-16 16,12 3 37-16,2 0-35 15,8 0 1-15,29 0-9 16,13 0 15-16,17 0-23 16,7 0 8-16,-3 0-4 15,-9 0-17-15,-14 0 22 16,-17 0-1-16,-14 0 0 16,-12-3 12-16,-5 1-12 0,-16-5 0 15,-23 2-9-15,-19-5-10 16,-11 2 20-16,-5 2-1 15,5 1 0-15,9 2 10 16,17 1 2-16,17 0-12 16,14 0 0-16,12 2-3 15,0 0 17-15,14 0-14 16,21 0 0-16,14 0 1 16,14 0-7-16,0 0 6 15,-5 0-4-15,-12-5-16 16,-15 2 28-16,-15 1-8 15,-9 2 0-15,-7 0 9 16,0 0 14-16,-25 0-23 16,-19 0 0-16,-20 0 4 15,-7 0 5-15,0 7-9 0,9 2 0 16,15-1 9-16,18-4-9 16,14 2 0-16,15-2-49 15,0 4 48-15,29-1-42 16,23 5 37-16,18-1 5 15,14-3 2-15,3-4 13 16,-2-4-14-16,-16 0-3 16,-20 0-11-16,-17 0 28 15,-22-2-1-15,-10-2 63 16,0-1-27-16,-25 0 78 16,-23-2-127-16,-16 0-4 0,-13 0-11 15,-2 4 22 1,5 3-13-16,13 0 6 0,17 0-4 15,20 0-28-15,15 0 32 16,9 0-117-16,2 0 98 16,32 3-50-16,17 4 69 15,14-3 0-15,6-1 12 16,0-3-20-16,-9 0 8 16,-17 0 0-16,-16 0-15 15,-14-3 26-15,-15-1-11 16,0-3 67-16,-21 0-47 15,-27-3 10-15,-16 0-30 16,-11 3 0-16,-8 4-13 16,4 3 13-16,17 0 0 15,20 0-2-15,17 0 14 0,19 0-31 16,6 0 19-16,15 2-69 16,32 4 68-16,20-2-9 15,18 0 10-15,10-4 0 16,-3 0 14-16,-17-2-21 15,-19-9 7-15,-25 6-6 16,-19-2 6-16,-12 4 40 16,-18-4 40-16,-26 2-80 15,-19-1 24-15,-11 3-45 16,-3 3 21-16,5 0 0 16,16 4-14-16,18 6 14 15,19-3-2-15,16-2-26 0,3 0-60 16,18-1 79-16,22-1-25 15,16 0 19-15,8-3 0 16,-4 0 4-16,-10 0 10 16,-19-3 0-16,-18-2 2 15,-13-2 94-15,-7 0-42 16,-28 0-28-16,-15 2-25 16,-8 2-4-16,1 3 3 15,6 0-12-15,13 3-46 16,16 7 38-16,17-3-65 15,5 2-92-15,13-1 84 16,21 0 23-16,6-3 44 16,0-1-5-16,-4-4 30 15,-12 0-6-15,-9 0 16 16,-9 0 0-16,-6 0 64 0,0 0-18 16,-10 0-25-16,-17 3-29 15,-10 6-19-15,-5 5-9 16,1-3 18-16,7-1-21 15,13-2 15-15,13-5 17 16,8 0-2-16,6-1-4 16,27-2 5-16,13 0 28 15,15 0-28-15,5 0-6 16,4-5-15-16,-3 0 23 16,-7-3-4-16,-12 4-5 15,-11 0 7-15,-16 2-12 16,-9 0 13-16,-12 0-1 15,0 2 89-15,-18 0-69 0,-22 0 14 16,-16 0-34-16,-10 6 18 16,-11 4-9-16,2 1-9 15,5-2 0-15,13-1-3 16,16-2 13-16,20-3 23 16,15-3-33-16,6 0 23 15,29 0 5-15,43 0-28 16,35-14-3-16,5-3-16 15,-10 1 16-15,-19 2 3 16,-30 3 0-16,-6 2 6 16,-12 1 22-16,-23 2-18 15,-12 4 82-15,-31 2 6 0,-48 0-87 16,-39 0-11-16,-34 13 0 16,13 6 0-16,35-3 9 15,42-6-9-15,41-6 0 16,7-2-14-16,7 0 15 15,7-2-2-15,21 0-30 16,31 0 10-16,22-2-7 16,16-12 28-16,-1 0-6 15,-9-2-6-15,-22 4 24 16,-27 2-12-16,-17 3 56 16,-14 4 16-16,-14-4 41 15,-24 5-113-15,-13 2-119 16,-31 7 53-16,12 12-169 15,14 1-461-15</inkml:trace>
  <inkml:trace contextRef="#ctx0" brushRef="#br0" timeOffset="16749.44">29380 2989 1592 0,'0'0'498'0,"0"0"-429"15,0 0 54-15,0 0 44 16,0 0-86-16,0 0 5 15,0 0-86-15,67-101-13 16,-38 62-1-16,-2-1-11 16,-3 2 19-16,-7 2 6 0,-3 7 0 15,-5 10 54-15,-5 7-34 16,-4 8-9-16,0 4-11 16,0 0-2-16,0 26-27 15,-13 17 8-15,-3 20 21 16,1 11-52-16,1 33-9 15,8-19-181-15,6-22-343 0</inkml:trace>
  <inkml:trace contextRef="#ctx0" brushRef="#br0" timeOffset="18964.3">29237 3904 803 0,'0'0'1463'0,"0"0"-1111"16,0 0-258-16,0 0 44 16,0 0-137-16,0 0 22 15,0 0-12-15,56-15 0 16,-5 10-22-16,12-1-63 0,8 2-155 16,38-7 88-16,-19 2-424 15,-11-3-334-15</inkml:trace>
  <inkml:trace contextRef="#ctx0" brushRef="#br0" timeOffset="19243.08">30157 3671 1515 0,'0'0'214'16,"0"0"-214"-16,0 0-58 15,0 0 9-15,72-130 48 16,-57 94-11-16,-1-1 6 15,-3 4 6-15,-4 3 16 0,-2 7 209 16,-3 5 13 0,0 10-9-16,-2 2-85 0,0 6-129 15,0 0-6-15,0 5-9 16,0 19 0-16,0 14-24 16,0 8 24-16,-7 12 0 15,-2 4-9-15,0 3-6 16,-7 14-59-16,3-14-227 15,3-19-404-15</inkml:trace>
  <inkml:trace contextRef="#ctx0" brushRef="#br0" timeOffset="19395.03">29951 3962 2129 0,'0'0'502'15,"0"0"-502"-15,0 0 29 0,0 0-17 16,0 0-2-1,169 2 26-15,-97 6-72 0,21 10-102 16,-18-2-174-16,-16-4-420 0</inkml:trace>
  <inkml:trace contextRef="#ctx0" brushRef="#br0" timeOffset="20025.5">30229 4154 1075 0,'0'0'618'0,"0"0"-484"16,0 0-113-16,0 0-5 16,0 0 180-16,0 0-90 15,0 0-10-15,-2 0-65 16,2 0-21-16,-2 0 99 15,2 0-108-15,0 0-1 16,-2 0 3-16,2 0 13 16,0 0-29-16,-2 0 13 15,2 0 0-15,0 0-24 16,0 0 24-16,-4 0 0 16,2 0 2-16,2 0 11 15,-2 0 17-15,0 0-30 16,2 0 0-16,0 0-6 0,0 0 6 15,0 0 0-15,0 0-12 16,0 0 25-16,0 0-13 16,4 0 0-16,4 0 0 15,3 0-7-15,-1 0 7 16,4 10 0-16,-5 8-11 16,-5 7 31-16,-4 3 6 15,0 4-26-15,-15 0 1 16,-10 0 110-16,1-2-99 15,1-5 0-15,6-11 15 16,5-1-26-16,10-5-2 16,2-4-73-16,16 3-49 15,20-2 84-15,8 4 30 0,3-2 9 16,-5 1-9-16,-11 1 26 16,-15 2-11-16,-12 4-6 15,-4 5 0-15,-17 3 31 16,-21 8-30-16,-9 0-1 15,0 0 0-15,3-4-33 16,5-4-25-16,13-9-237 16,10-5-383-16</inkml:trace>
  <inkml:trace contextRef="#ctx0" brushRef="#br0" timeOffset="20272.8">31143 4006 1156 0,'0'0'1404'15,"0"0"-1404"-15,0 0-126 16,0 0-232-16,0 0 175 16,0 0-189-16</inkml:trace>
  <inkml:trace contextRef="#ctx0" brushRef="#br0" timeOffset="24888.36">1499 3851 677 0,'0'0'758'16,"0"0"-628"-16,0 0-46 16,0 0 47-16,0 0-17 0,0 0 77 15,-15-14 72 1,13 8-192-16,0 5 24 0,2 1 21 15,0 0-51-15,0 0 50 16,0 0-92-16,0 0-14 16,0 0 74-16,0 0-83 15,0 0 0-15,0 0 5 16,4 0 13-16,17 0-24 16,12 0 6-16,15 4 0 15,13 2-18-15,5 0 18 16,2-2-43-16,1 0 5 15,-3 0-81-15,13 4-55 16,-17 0-160-16,-18-2-390 0</inkml:trace>
  <inkml:trace contextRef="#ctx0" brushRef="#br0" timeOffset="25189.18">1553 4028 1739 0,'0'0'502'16,"0"0"-353"-16,0 0-85 0,0 0 52 15,0 0-71 1,0 0-44-16,0 0 80 0,149-18-81 16,-86 14-14-16,4 4 13 15,2 0-113-15,21 0 4 16,-19 0-166-16,-11 0-334 0</inkml:trace>
  <inkml:trace contextRef="#ctx0" brushRef="#br0" timeOffset="25526.39">2315 3673 1521 0,'0'0'289'15,"0"0"-156"-15,0 0 18 16,0 0-130-16,0 0 23 16,0 0-4-16,0 0-25 15,67-2 31-15,-35 24-46 16,-4 6 0-16,-1 7 67 16,-9 2-61-16,-9 7-3 15,-9-1 41-15,-7 7-36 16,-28 4 52-16,-14 3-60 15,-12-3 1-15,-8-4-40 0,-1-6-17 16,-24-8-167-16,20-14-94 16,11-14-906-16</inkml:trace>
  <inkml:trace contextRef="#ctx0" brushRef="#br0" timeOffset="25858.57">1752 3531 886 0,'0'0'866'15,"0"0"-669"-15,0 0-83 16,-163-58-67-16,104 58-26 16,-1 10 76-16,5 27-27 15,10 14-60-15,12 16 67 16,18 26-77-16,15-2 0 16,0 5 7-16,31-1 11 15,9-20-36-15,35 22-38 16,-5-23-142-16,-10-22-164 0</inkml:trace>
  <inkml:trace contextRef="#ctx0" brushRef="#br0" timeOffset="26721.51">3305 3485 1448 0,'0'0'265'16,"0"0"-130"-16,0 0-105 16,0 0 19-16,0 0-49 0,0 0 0 15,0 0 51-15,0 61-37 16,0-10 63-16,0 15 42 15,0 13-54-15,-6 9 51 16,-1 6-72-16,-2 2-32 16,-2 1 110-16,1-5-122 15,2-2 25-15,1 0 29 16,3-4-53-16,0 1 56 16,4-4-57-16,-2-2 0 15,2-5 43-15,0-1-43 16,0-7 0-16,0-8-9 0,0-4 32 15,0-8-28-15,0-7 5 16,0-2 0-16,-6-4-7 16,2-10 7-1,2-3 0-15,0-5-8 0,2-5 25 16,0-5-31-16,0-2 14 16,0-3-15-16,0 0-26 15,0-2 41-15,0 0 0 16,0 0-12-16,0 0 27 15,0 0-14-15,0 1-1 0,14 4 0 16,11-2 6 0,14 4 3-16,7-2-9 0,10 0 19 15,7-1-8-15,-1-1-8 16,0 2-3-16,1-3-53 16,11-2 52-16,-18 0-246 15,-12 0-349-15</inkml:trace>
  <inkml:trace contextRef="#ctx0" brushRef="#br0" timeOffset="27269.03">3299 3462 2016 0,'0'0'373'16,"0"0"-181"-16,0 0-92 15,0 0-91-15,0 0 53 16,113-35-62-16,-64 26 1 0,5 8-17 15,2 1 16-15,15 6-140 16,-13 8-65-16,-6-2-347 0</inkml:trace>
  <inkml:trace contextRef="#ctx0" brushRef="#br0" timeOffset="28441.23">4768 3208 1104 0,'0'0'387'0,"0"0"-215"0,0 0-22 15,0 0-71-15,0 0 32 16,0 0-7-16,0 0-23 16,0-46 85-16,0 46-138 15,0 0-11-15,0 0 5 16,0 0-9-16,0 0-1 16,0 0-12-16,0 0 0 15,0 0-40-15,0 0 40 16,0 0-18-16,0 0 11 15,0 0 14-15,0 0-1 0,0 0-6 16,0-3 0 0,0 3-1-16,2-5 1 0,2 3 0 15,-2 0 28-15,-2 0-6 16,0 0 76-16,0 2-62 16,-6-2-15-16,-11 2 17 15,-10 0-38-15,-10 0 0 16,-1 15-15-16,-1 11 32 15,3 13-16-15,11 7-1 16,9 7 0-16,12 1 12 16,4 4-12-16,2-5 0 15,16-2 17-15,1-7-8 16,-2-6 4-16,-3-9-13 0,-5-2 0 16,-7-1 7-1,-2-2-7-15,-5 5 0 0,-17-1-16 16,-7-2 35-16,-2-5-23 15,-1-4 4-15,6-9 0 16,1-6-27-16,5-2 27 16,7-4 0-16,2-16-13 15,4-7-5-15,7-2 9 16,0-2-42-16,13 1-47 16,18 6 86-16,9 4-93 15,7 6 50-15,5 5 54 16,-1 9 1-16,0 0-1 15,-4 0 1-15,-7 3 0 16,-6 7 52-16,-8 3-52 16,-3-4 0-16,-8 2-1 0,-3-1-19 15,-1-3 14-15,2-7-225 16,-2 0-241-16,0 0-819 0</inkml:trace>
  <inkml:trace contextRef="#ctx0" brushRef="#br0" timeOffset="28756.44">5037 3435 1445 0,'0'0'268'16,"0"0"-225"-16,0 0 107 16,0 0-106-16,0 0 67 0,0 0 41 15,0 0-83-15,3 16-26 16,-1-4-43-16,0 10 0 15,0 6 77-15,-2 10-62 16,0 3 31-16,0 8 33 16,0-2-51-16,0-4 58 15,0-4-86-15,0-9 17 16,0-8-1-16,0-7-16 16,0-9 0-16,0-1-6 15,0-5 19-15,0 0 11 16,0 0-24-16,0-5-70 15,0-45 69-15,0 0-510 16,0-4-320-16</inkml:trace>
  <inkml:trace contextRef="#ctx0" brushRef="#br0" timeOffset="29656.58">5270 3439 838 0,'0'0'407'0,"0"0"-407"16,0 0-21-16,0 0 21 16,0 0 91-16,0 0 151 15,0 0-96-15,-8 0-136 16,6 8 106-16,0 0-114 15,0 2 22-15,0-2 8 0,-1-2-32 16,1-2 20 0,2-4-20-16,0 2 0 0,0-2 35 15,0 0-5-15,0 0 56 16,0 0-5-16,0 0-47 16,0 0 39-16,0-6-73 15,0-2 0-15,0 4 13 16,0 0-7-16,0 4 34 15,0 0 0-15,0 0-34 16,0 0 36-16,0 0-42 16,0 0 0-16,0 5-23 15,-2 18 23-15,0 6 0 16,0 6 44-16,0 5-35 16,-4 3 75-16,4-4-41 15,-2-4-42-15,2-5 79 0,0-8-80 16,-1-6 0-1,3-7 14-15,0-2-1 0,0-3-4 16,0-4-9-16,0 0 0 16,0 0 72-16,0 0-72 15,0 0 47-15,0-15 34 16,5-14-50-16,11-14-31 16,3-11-28-16,6-1-69 15,2 4 81-15,0 9-34 16,2 14 25-16,0 10 1 15,-2 9-20-15,-6 9 18 16,-1 0 26-16,-3 20 0 16,-9 13 33-16,-6 9-33 15,-2 6 14-15,0 1 48 16,0-4-54-16,-2-4 41 0,-2-9-49 16,4-10 6-16,0-5 11 15,0-2-17-15,0-5 0 16,6-2-8-16,7 0 32 15,8-6-55-15,-1-2 20 16,-1 0-119-16,0-6 61 16,-8-8-289-16,-9-4-266 0</inkml:trace>
  <inkml:trace contextRef="#ctx0" brushRef="#br0" timeOffset="30062.58">5031 3226 882 0,'0'0'849'0,"0"0"-748"0,0 0-12 16,0 0-80-16,0 0-5 15,0 0 55-15,0 0-2 16,9 3 37-16,-1-3-64 15,2 0-24-15,-4-7 73 16,-1-7-65-16,-5-3-11 16,0 0-3-16,0 5-20 15,0 9 14-15,0 3-181 16,0 12-486-16,8 2 130 0</inkml:trace>
  <inkml:trace contextRef="#ctx0" brushRef="#br0" timeOffset="30422.53">5380 3062 1825 0,'0'0'503'0,"0"0"-260"0,0 0-89 16,0 0-108-16,0 0 50 15,0 0-96-15,0 0-1 16,110-34-12-16,-66 29-120 16,-1 5-25-16,6 0-142 15,-11 0-280-15,-12 0-174 0</inkml:trace>
  <inkml:trace contextRef="#ctx0" brushRef="#br0" timeOffset="30594.74">5729 2944 1438 0,'0'0'393'15,"0"0"-256"-15,0 0-80 0,0 0 7 16,21-119 26-16,-15 101 145 16,-6 10-94-16,0 8-132 15,0 0-9 1,0 22-62-16,0 22 25 0,0 17 31 16,0 15-12-16,-8 40-44 15,4-17-217-15,2-22-244 0</inkml:trace>
  <inkml:trace contextRef="#ctx0" brushRef="#br0" timeOffset="31154.19">5949 3505 1770 0,'0'0'486'15,"0"0"-390"-15,0 0-90 16,0 0 33-16,0 0-31 16,0 0 1-16,0 0 107 0,75 133-93 15,-67-82 23-15,-4 3 7 16,-4-4-47-16,0-6 45 16,0-13-51-16,0-11 0 15,0-8 1-15,0-6-1 16,0-3 0-16,0-3 0 15,0-9 17-15,9-25-35 16,9-22-205-16,1-15-339 16,2-5 74-16,-8 10 245 15,-4 18 243-15,-6 20 410 16,-3 21-154-16,0 7-120 16,-3 17-109-16,-6 18 141 0,2 6 56 15,7 9-160-15,0 5-15 16,27-1-18-1,18-3-9-15,18-5-44 0,50-13-35 16,-15-13-172-16,-6-15-253 0</inkml:trace>
  <inkml:trace contextRef="#ctx0" brushRef="#br0" timeOffset="31392.33">6869 3581 1940 0,'0'0'328'16,"0"0"-282"-16,0 0 53 0,0 0-98 15,0 0 69-15,0 0 28 16,133 18-98-16,-85-10 0 15,-3-2-68-15,-16-1-172 16,-14 1-88-16,-15-3-884 0</inkml:trace>
  <inkml:trace contextRef="#ctx0" brushRef="#br0" timeOffset="31520.9">6865 3730 1440 0,'0'0'979'0,"0"0"-811"0,0 0-104 15,0 0-29 1,0 0-15-16,0 0 0 0,139 13-20 15,-41-13-119-15,-11 0-201 16,-12 0-1624-16</inkml:trace>
  <inkml:trace contextRef="#ctx0" brushRef="#br0" timeOffset="32820.68">7878 3703 1802 0,'0'0'547'0,"0"0"-435"16,0 0-95-16,0 0 102 16,0 0-48-16,0 0-48 15,0 0 30-15,73-74-53 16,-42 40 0-16,-2-2-1 15,2-3-39-15,-4-2 40 16,-2-1-71-16,-8 3 14 0,-1 4 19 16,-7 5 24-16,-5 10 14 15,-2 5 0-15,1 9 24 16,-3 5-22-16,0 1-2 16,0 0-3-16,0 5-46 15,0 20 49-15,0 13 0 16,-7 12-9-16,1 8 18 15,-1 9 20-15,0-4-29 16,0 2 1-16,1-6 8 16,1-5-9-16,-1-4-2 15,1-5 1-15,-2-6-97 16,-18-6-77-16,4-8-158 16,-4-13-294-16</inkml:trace>
  <inkml:trace contextRef="#ctx0" brushRef="#br0" timeOffset="32952.5">7725 3976 1692 0,'0'0'732'0,"0"0"-641"16,0 0-20-16,155 0 2 15,-51-9-64-15,-4-2 36 16,6 3-45-16,25 1-61 16,-42 4-20-16,-11-1-500 0</inkml:trace>
  <inkml:trace contextRef="#ctx0" brushRef="#br0" timeOffset="34854.64">4527 4836 1250 0,'0'0'357'0,"0"0"-107"15,0 0-42-15,0 0 13 16,0 0-100-16,0 0-51 16,0 0 80-16,-2-8-138 15,2 8 5-15,0 0-17 16,0 0 21-16,0-2-21 16,0 0 0-16,0 1 0 15,4-6-47-15,6 0 47 16,0 0 0-16,-3 1-13 15,-3 1 28-15,-4 2-31 16,0 2 16-16,0-2 0 16,-17 3 4-16,-12 0-4 15,-12 3 0-15,-7 15-15 0,-6 11 30 16,2 9 4-16,8 6-19 16,9 2 0-16,12 5 32 15,12-1-16-15,11 0-16 16,0 3 19-16,20 1 2 15,11-4 49-15,4-3-70 16,2-6 0-16,-8-7 12 16,-8-5-11-16,-4-9-1 15,-15-3 0-15,-2 1 24 16,-7 2-36-16,-17 0 12 16,-10 1 0-16,3-8-14 15,2-6 14-15,4-7 0 16,9-5-1-16,10-22-68 15,6-10 33-15,12-7-107 0,25-5-53 16,15 5 140-16,5 9-58 16,3 7 48-16,-2 11 57 15,-6 12 9-15,-8 5 75 16,-10 0 20-16,-8 4-37 16,-6 14 53-16,-6 1-89 15,-5 6 23-15,-5 1-1 16,-4-1-30-16,0-2 27 15,0-5-41-15,0-6 0 16,0-6-26-16,0-4 26 16,0-2-32-16,5 0 10 0,11-20-60 15,5-16-78-15,8-8-478 16,5-2-57 0,0 5 544-16,-3 13 151 15,-7 16 577-15,-2 12-321 0,-3 8-117 16,-4 23 118-16,-4 6-98 15,-2 10-27-15,-7 1 40 16,0 0-105-16,-2-5 3 16,0-8-49-16,0-8 19 15,0-11-25-15,0-9-15 16,0-5 0-16,0-2 6 16,3 0-6-16,7-25-1 15,15-16-123-15,6-11-161 16,12-6-4-16,6 5-34 15,0 14 323-15,-3 19 22 0,2 16 74 16,-6 4 54-16,-4 15 46 16,-7 16-110-16,-7 3 29 15,-8 2-89-15,-5 4-12 16,-4 2 16-16,-7-3-30 16,0-5-12-16,0-10-109 15,-7-10-237-15,-4-14-404 0</inkml:trace>
  <inkml:trace contextRef="#ctx0" brushRef="#br0" timeOffset="35093.18">5053 4792 2004 0,'0'0'643'0,"0"0"-640"15,0 0 36-15,0 0-45 16,113 0 6-16,-61 0-7 16,6-4-38-16,20-6-206 15,-14 2-107-15,-10-4-932 0</inkml:trace>
  <inkml:trace contextRef="#ctx0" brushRef="#br0" timeOffset="35320.64">5630 4625 1528 0,'0'0'50'16,"0"0"-50"-16,0 0-252 15,0 0-272-15,32-109 524 16,-23 86 77-16,-5 5 179 15,-2 6 39-15,-2 10-66 16,0 2-123-16,0 6 35 16,-4 26-67-16,-10 12 39 15,1 17 7-15,-3 13-120 16,5 28-1-16,5-15-218 16,1-22-1163-16</inkml:trace>
  <inkml:trace contextRef="#ctx0" brushRef="#br0" timeOffset="36270.53">5889 5167 91 0,'0'0'1294'0,"0"0"-1028"0,0 0-202 16,0 0 103-16,0 0-79 15,0 0 23-15,0 0 36 16,112-22-107-16,-106 54 15 16,-4 12 16-16,-2 10-70 15,-4 8 153-15,-16-1-108 16,-1-3-37-16,4-10 61 16,3-11-62-16,8-14-8 15,1-9 0-15,5-8 28 16,0-6-40-16,0 0 12 15,16-10-82-15,10-22 45 16,17-48-220-16,-7 4-279 0,-5 0-600 16</inkml:trace>
  <inkml:trace contextRef="#ctx0" brushRef="#br0" timeOffset="36409.67">6105 5184 1096 0,'0'0'706'16,"0"0"-583"-16,0 0 113 0,0 0-56 15,-42 148-120-15,38-97 103 16,4 4-163-16,13-3 15 15,24-1-14-15,19-9-1 16,15-8-62-16,41-20-90 16,-16-9-371-16,-11-5-454 0</inkml:trace>
  <inkml:trace contextRef="#ctx0" brushRef="#br0" timeOffset="36698.75">6865 5278 2034 0,'0'0'497'0,"0"0"-378"16,0 0-26-16,0 0-87 16,0 0 77-16,0 0-83 15,0 0 0-15,137 0-36 0,-100 4-31 16,-14 12-129-16,-12 0-288 16,-11-2-364-16</inkml:trace>
  <inkml:trace contextRef="#ctx0" brushRef="#br0" timeOffset="36836.82">6763 5499 1422 0,'0'0'930'0,"0"0"-616"16,0 0-290-16,0 0-8 15,131 9 3-15,-64-6-19 16,7-3-19-16,24 0-96 16,-18 0-170-16,-11 0-315 0</inkml:trace>
  <inkml:trace contextRef="#ctx0" brushRef="#br0" timeOffset="42353.54">7831 5388 451 0,'0'0'40'0,"0"0"9"15,0 0 16-15,0 0 74 16,0 0 44-16,0 0-24 16,-7-16 48-16,3 12 18 15,-2-1-119-15,2 0 109 16,0-2-75-16,0 2-15 16,-1-4 58-16,1 1-70 15,0-1 53-15,-2 1-7 16,2 0-115-16,2 2 139 15,2 4-142-15,0-1-7 0,0 3 29 16,0 0-48-16,0 0-1 16,0 0-14-16,0 0 0 15,4 0-70-15,19 0 64 16,12 3-46-16,12 6 35 16,9 2-135-16,5-2-45 15,18-5-112-15,-14 1-285 16,-9-5-457-16</inkml:trace>
  <inkml:trace contextRef="#ctx0" brushRef="#br0" timeOffset="42803.21">8682 5107 22 0,'0'0'1495'16,"0"0"-1241"-16,0 0-200 16,0 0-3-16,0 0-51 15,56-119 16-15,-43 85 44 16,3-2-33-16,-3-1-26 15,-1-2 89-15,-4 2 6 16,3-2 3-16,-3 3 10 16,0 6-89-16,-4 4 125 0,1 8-144 15,-1 7-1-15,-4 4 32 16,2 5-24-16,-2 2 4 16,0 0-12-16,2 0-15 15,1 9-37-15,2 14 52 16,-3 14-5-16,0 8-17 15,-2 10 44-15,0 5-11 16,0 5-11-16,-2-2-22 16,-10 1-9-16,1 0-84 15,-7 6-149-15,5-16-20 16,3-15-900-16</inkml:trace>
  <inkml:trace contextRef="#ctx0" brushRef="#br0" timeOffset="43012.58">8499 5421 1659 0,'0'0'612'16,"0"0"-471"-16,0 0-108 16,0 0-32-16,127-5 143 15,-64-2-123-15,8 2-9 16,3 3-12-16,-3 2-18 15,-7 0-58-15,6 0-105 16,-16 4-342-16,-17-1-415 0</inkml:trace>
  <inkml:trace contextRef="#ctx0" brushRef="#br0" timeOffset="43653.4">8776 5709 705 0,'0'0'733'0,"0"0"-493"0,0 0-173 15,0 0-38-15,0 0 147 16,0 0-53-16,0 0-18 16,-9 0-19-16,7 0-85 15,0 0 29-15,-1 0-30 16,0-2 13-16,3-1 42 16,-2 2-55-16,2-2 0 15,0 2 0-15,0-1 21 16,0-3-6-16,0 2-15 15,0-1 0-15,0-1-20 16,0 0 20-16,0-2-13 16,2 0-6-16,8 0 38 0,-1 2-19 15,1 1 0-15,6 1 0 16,3 3-12-16,-2 0 12 16,-1 0 0-16,-3 11 16 15,-7 7-15-15,-6 8 55 16,0 3-48-16,-8 8-1 15,-19 3 140-15,-2-1-126 16,0-6 4-16,6-8-1 16,10-2-12-16,13-7-24 15,0-2-16-15,36-4-24 16,15 1-5-16,12-4 57 16,1 2-38-16,-8-4 30 15,-18 4 16-15,-16 4-13 16,-22 6 5-16,-2 7 0 15,-38 6-3-15,-18 7 3 0,-14 6-38 16,-36 6-37-16,16-12-238 16,16-11-444-16</inkml:trace>
  <inkml:trace contextRef="#ctx0" brushRef="#br0" timeOffset="50358.12">26716 5703 629 0,'0'0'321'16,"0"0"-321"-16,0 0-104 16,0 0 73-16,0 0-6 15,0 0 37-15,-50 12-9 16,37-10-43-16,-2 0-665 0</inkml:trace>
  <inkml:trace contextRef="#ctx0" brushRef="#br0" timeOffset="50969.14">26506 5779 453 0,'0'0'1173'16,"0"0"-1020"-16,0 0-124 0,0 0-11 16,0 0-4-16,0 0 52 15,0 0-66-15,143-75 0 16,-101 48 22-16,-6-1-22 16,-12 3 0-16,-12 7 23 15,-12 3 21-15,-5 0 98 16,-35 10-142-16,-16 5 0 15,-13 0 7-15,-6 28-6 16,1 15 50-16,14 12 48 16,22 6-65-16,20 12 67 15,18 1-69-15,14 4-31 16,25 1 120-16,9-8-105 16,0-4 9-16,-1-9-25 0,-11-12 32 15,-9-8-16 1,-14-10-16-16,-13-2 0 0,0-6-15 15,-22-1 15-15,-9-5 0 16,-3-6-1-16,5-8 15 16,9 0-25-16,14-20 11 15,6-22-108-15,19-12 24 16,28-12-107-16,14 3 107 16,5 8 43-16,-1 11 7 15,-9 18 23-15,-12 14 22 16,-11 12-5-16,-8 4 89 15,-11 25-52-15,-8 8 5 16,-6 4 24-16,0 2-70 16,0 0 76-16,0-6-78 15,0-8 0-15,0-7-9 0,7-8 9 16,9-9-71-16,19-16-17 16,-1-16-62-16,-1-14-179 0</inkml:trace>
  <inkml:trace contextRef="#ctx0" brushRef="#br0" timeOffset="51255.94">27175 6057 1273 0,'0'0'394'16,"0"0"-195"-16,-23 123 0 15,4-61 22-15,1 0-135 16,3-10-16-16,3-12 11 16,5-9-72-16,7-9 55 15,0-10-64-15,0-6-1 16,0-6-31-16,7 0 64 15,15-26-47-15,14-15 15 16,11-9-143-16,5-5 142 0,-2 4-88 16,-2 15 89-16,-9 16 14 15,-3 18-13-15,-9 2 22 16,-3 20-20-16,-8 10 37 16,-5 6 7-16,-4 2-47 15,-5 2 0-15,0-4 9 16,0-1-9-16,0-6-55 15,8-12-123-15,-1-8-313 16,-1-9-573-16</inkml:trace>
  <inkml:trace contextRef="#ctx0" brushRef="#br0" timeOffset="51548.96">27333 5726 2147 0,'0'0'380'0,"0"0"-264"0,0 0-116 16,0 0-25-16,0 0-6 16,178-22-17-16,-74 13-124 15,-17 1-320-15,-14-2-556 0</inkml:trace>
  <inkml:trace contextRef="#ctx0" brushRef="#br0" timeOffset="51790.42">27920 5632 1305 0,'0'0'161'15,"0"0"-156"-15,0 0 18 16,11-119 73-16,-7 85 16 16,-2 8 18-16,0 9 119 15,-2 13-116-15,0 4-76 0,0 24-57 16,0 26 0-16,-6 20 15 15,-9 15-15-15,-1 9 0 16,5-2-18-16,1-5 12 16,10 4-132-16,3-24-65 15,10-21-321-15</inkml:trace>
  <inkml:trace contextRef="#ctx0" brushRef="#br0" timeOffset="52187.88">28082 5993 1350 0,'0'0'619'16,"0"0"-619"-16,0 0 0 15,0 0 83-15,-2 152 60 16,-9-101-31-16,-3 2 13 16,2-2-54-16,-2-5-13 15,5-8-58-15,2-6 31 16,5-9-10-16,2-9-21 15,0-10-21-15,0-4 8 16,18-10 26-16,13-26-28 16,7-19-25-16,2-14-144 15,-2-6 44-15,-9 8 23 16,-11 12 117-16,-11 18 193 16,-7 22-44-16,0 15-86 0,-5 0-63 15,-15 26 0 1,-1 11 39-16,6 10-23 0,7 5-8 15,8 2 26-15,13-1-33 16,24-6-2-16,17-6-56 16,11-13-102-16,38-19 16 15,-14-9-222-15,-7 0-757 0</inkml:trace>
  <inkml:trace contextRef="#ctx0" brushRef="#br0" timeOffset="52518.21">29489 5741 7 0,'0'0'1690'0,"0"0"-1335"16,0 0-252-16,0 0-56 15,-118-68-36-15,51 68 60 16,-13 26 29-16,-7 22-60 16,-4 12 151-16,6 12-130 15,14 4-27-15,17 1 39 16,18-3-49-16,16-6 37 0,14-8-61 16,6-6 9-1,0-8-1-15,22-6-8 0,7-5 0 16,11-7-15-16,4-8-12 15,3-8-20-15,9-12-140 16,-14-16-121-16,-15-10-424 0</inkml:trace>
  <inkml:trace contextRef="#ctx0" brushRef="#br0" timeOffset="52660.17">28684 6178 2152 0,'0'0'533'0,"0"0"-482"15,0 0-27-15,114-7-24 16,-43 7 0-16,16 0-56 16,45-3-49-16,-19 1-152 0,-15-2-592 15</inkml:trace>
  <inkml:trace contextRef="#ctx0" brushRef="#br0" timeOffset="54319.4">29970 5564 1366 0,'0'0'315'16,"0"0"-226"-16,0 0-32 15,0 0 90-15,0 0-51 16,0 0-2-16,0 0-66 15,0-18 0-15,0 32-33 0,-2 17 5 16,-7 10 0-16,-1 14 94 16,-4 5-79-16,1 4 31 15,-3 6-5-15,1 2-29 16,1 4 79-16,1 5-81 16,1 0-9-16,3-2 83 15,3-3-83-15,2-4 29 16,4-5-30-16,0-11 22 15,0-8-8-15,0-8-14 16,0-7 0-16,0-8-12 16,0-3 12-16,0-6 0 15,0-1-2-15,0-8 23 16,0 0-30-16,0-5 9 0,0-2 0 16,0 1-12-1,0-1 24-15,0 0-12 0,0 0 0 16,2 0 25-16,4 0-25 15,5 4 0-15,7 1 0 16,11-1-3-16,7 1 9 16,1-1-6-16,4-1 0 15,1-3-89-15,-4 0 76 16,9-7-145-16,-9-12-123 16,-11-9-339-16</inkml:trace>
  <inkml:trace contextRef="#ctx0" brushRef="#br0" timeOffset="54658.28">30020 5525 1773 0,'0'0'321'0,"0"0"-220"16,0 0-101-16,0 0 0 15,0 0 40-15,140 0-38 16,-87 16-2-16,17 3-67 16,-13-1-274-16,-10-4-555 0</inkml:trace>
  <inkml:trace contextRef="#ctx0" brushRef="#br0" timeOffset="54868.05">30231 6104 1664 0,'0'0'515'0,"0"0"-398"16,0 0-93-16,0 0 32 16,0 0-56-16,0 0 34 15,127 0-74-15,-85-7-2 16,14-4-210-16,-9-1-82 15,-7-2-515-15</inkml:trace>
  <inkml:trace contextRef="#ctx0" brushRef="#br0" timeOffset="55134.68">30836 5721 1478 0,'0'0'220'0,"0"0"-191"16,0 0-23-16,0 0 171 16,-27 110-35-16,18-62-12 15,2 2-15-15,7 2-90 16,0-5 6-16,0-5-31 16,0-8 2-16,0-10-39 15,2-10 0-15,5-8-67 16,0-6-3-16,4-26 29 15,-2-10-98-15,2-9-535 0</inkml:trace>
  <inkml:trace contextRef="#ctx0" brushRef="#br0" timeOffset="55310.1">30940 5717 1667 0,'0'0'336'16,"0"0"-202"-16,0 0-133 15,0 0 55-15,0 142 46 16,-2-94-56-16,2 3 12 15,0-5-58-15,0-7 13 16,0-4-21-16,0-9 8 16,2-8-66-16,-2-8-16 15,0-10-142-15,0-12 109 16,-4-18-30-16,-9-10-1261 0</inkml:trace>
  <inkml:trace contextRef="#ctx0" brushRef="#br0" timeOffset="55457.21">30784 5650 1502 0,'0'0'370'0,"0"0"10"16,0 0-283-16,0 0-26 16,137-62 10-16,-83 58-63 15,4 4 0-15,1 4-18 16,-6 21-125-16,-3 26 65 16,-13-3-252-16,-16-5-254 0</inkml:trace>
  <inkml:trace contextRef="#ctx0" brushRef="#br0" timeOffset="55611.1">30670 6349 1592 0,'0'0'325'0,"0"0"-303"16,0 0 129-16,0 0 0 15,147 16-119-15,-49-16-32 16,-15 0-118-16,-11-12-392 15</inkml:trace>
  <inkml:trace contextRef="#ctx0" brushRef="#br0" timeOffset="55924.78">30620 6497 1413 0,'0'0'419'15,"0"0"-419"-15,0 0 0 16,0 0 27-16,0 0 17 16,149 16 75-16,-107-9-55 15,-9 10-38-15,-12 3 89 16,-17 10-115-16,-4 8 29 16,-31 10 71-16,-19 4-14 15,-2 1 49-15,0-9-99 16,11-8-35-16,20-12 67 15,11-8-68-15,10-7 0 16,12-2 0-16,30-3 16 16,18-4-24-16,16 0 8 15,43-23-194-15,-22-9-24 16,-10-3-517-16</inkml:trace>
  <inkml:trace contextRef="#ctx0" brushRef="#br0" timeOffset="56157.99">31484 6106 519 0,'0'0'1869'0,"0"0"-1680"15,0 0-189-15,0 0-89 16,0 0-51-16,0 0 88 0,0 0-165 16,-23 104-163-16,19-65-1103 15</inkml:trace>
  <inkml:trace contextRef="#ctx0" brushRef="#br0" timeOffset="56271.62">31384 6520 963 0,'0'0'580'15,"0"0"-306"-15,0 0 15 16,-83 109-199-16,61-73-58 15,2-4-32-15,4-4-1 16,5-11-74-16,3-7-204 16,8-10-764-16</inkml:trace>
  <inkml:trace contextRef="#ctx0" brushRef="#br0" timeOffset="56601.21">31972 5747 1605 0,'0'0'392'0,"0"0"-136"16,0 0-197-16,0 0-46 15,0 0 1-15,0 0 24 16,0 0-33-16,-33 95 72 15,12-34-68-15,4 2 92 0,1-5-101 16,7-7 1-16,3-8 2 16,6-13-2-16,0-10-2 15,0-8-4-15,0-8-59 16,0-4 43-16,4-8 14 16,14-26-79-16,22-46-260 15,-6 3-165-15,1 5-410 16</inkml:trace>
  <inkml:trace contextRef="#ctx0" brushRef="#br0" timeOffset="56745.25">31972 5747 983 0,'105'40'698'16,"-105"-40"-435"-16,0 9-177 16,-2 14-66-16,-14 12 109 15,-1 11-7-15,-4 1-61 16,3 3 71-16,3-1-132 0,1-1 15 16,6-9-23-16,3-1 8 15,3-13-46-15,-2-7-74 16,-1-18-173-16,-2-6-23 15,3-20-373-15</inkml:trace>
  <inkml:trace contextRef="#ctx0" brushRef="#br0" timeOffset="56891.21">31903 5654 1607 0,'0'0'729'15,"0"0"-615"-15,0 0-114 16,143-15 35-16,-94 15-31 15,0 6-4-15,3 34-108 16,-13-4-141-16,-14 0-407 0</inkml:trace>
  <inkml:trace contextRef="#ctx0" brushRef="#br0" timeOffset="57054.04">31580 6503 1785 0,'0'0'481'16,"0"0"-473"-16,0 0-8 16,0 0 0-16,138 26 10 15,-36-26-34-15,-12-2-200 0,-14-14-718 16</inkml:trace>
  <inkml:trace contextRef="#ctx0" brushRef="#br0" timeOffset="57373.53">31675 6663 965 0,'0'0'761'16,"0"0"-644"-16,0 0-114 15,0 0 9-15,0 0 101 16,0 0-87-16,128 10 63 15,-104 1-18-15,-10 4-64 0,-12 10 26 16,-2 8-4-16,-23 12 8 16,-14 0 132-16,-3 3-132 15,5-3 12-15,8-9 48 16,13-8-66-16,14-7 10 16,0-4-41-16,27-5 20 15,22-4 28-15,16-8-48 16,12 0-34-16,35-40-81 15,-19-6-173-15,-14-9-456 0</inkml:trace>
  <inkml:trace contextRef="#ctx0" brushRef="#br0" timeOffset="58005.28">32387 5456 1181 0,'0'0'761'16,"0"0"-473"-16,0 0-288 16,0 0 1-16,0 0 50 15,0 0-26-15,143-18 34 16,-108 18-59-16,-3 0 0 16,-3 0 14-16,-12 0-14 15,-5 0 0-15,-6 0 0 16,-4 0 15-16,-2 0 59 15,0-2-65-15,0 2 4 16,0 0 8-16,0 0-21 16,0 24-49-16,0 16 47 15,-6 20 4-15,-10 14 13 16,-11 30-15-16,-6 17 1 0,-5 27 105 16,0 7-66-16,5-10-13 15,8-17 34 1,7-20-60-16,3-15 37 15,3-18-38-15,6-15 1 0,-1 1 5 16,3 7-6-16,0 6 0 16,1 9-9-16,3-13 25 15,0-12-16-15,-2-14 0 16,-5-15 0-16,-2-6-10 16,-6-11 10-16,-10-3 0 15,-10-4-11-15,-10-5 28 16,-2 0-35-16,0 0 10 15,10-32-111-15,10-3-39 16,13-6-747-16</inkml:trace>
  <inkml:trace contextRef="#ctx0" brushRef="#br0" timeOffset="58147.27">32842 6932 1555 0,'0'0'550'0,"0"0"-550"16,0 0-1119-16</inkml:trace>
  <inkml:trace contextRef="#ctx0" brushRef="#br0" timeOffset="151292.04">29463 9208 849 0,'0'0'636'15,"0"0"-493"-15,0 0-127 16,0 0 54-16,15 0 26 0,-9 0-87 16,2 0 49-16,-2 0-58 15,1 0 0-15,-5 0-14 16,0 0 14-16,0 0 0 15,-2 4-1-15,2-1-3 16,3 4-18-16,2 1 22 16,10 11-60-16,-1-4 7 15,-3-1-274-15</inkml:trace>
  <inkml:trace contextRef="#ctx0" brushRef="#br0" timeOffset="151572.2">29532 9249 1041 0,'0'0'884'16,"0"0"-692"-16,0 0-127 15,0 0-35-15,0 0 143 16,0 0-167-16,0 0 7 16,120-14-1-16,-66 14-12 15,1-3-25-15,12 3-91 16,-12 0-213-16,-14 0-176 0</inkml:trace>
  <inkml:trace contextRef="#ctx0" brushRef="#br0" timeOffset="151711.51">29937 9296 1642 0,'0'0'357'0,"0"0"-316"16,0 0-41-16,0 0-9 16,127-96-164-16,-71 52-110 15,-5 2-315-15</inkml:trace>
  <inkml:trace contextRef="#ctx0" brushRef="#br0" timeOffset="151856.17">30273 8944 973 0,'0'0'485'16,"0"0"-263"-16,0 0 45 16,0 0-98-16,0 0-75 15,0 0-94-15,0 0 15 16,-35 62-14-16,14-8-1 0,6 4-23 16,7 4 21-16,8 7-164 15,0-11-70-15,8-23-652 0</inkml:trace>
  <inkml:trace contextRef="#ctx0" brushRef="#br0" timeOffset="152004.81">30365 9312 1798 0,'0'0'169'15,"0"0"-146"-15,0 0-11 0,-60 143-3 16,47-95 1-16,10 13-10 15,3-15-147-15,0-17-233 0</inkml:trace>
  <inkml:trace contextRef="#ctx0" brushRef="#br0" timeOffset="154111.76">30568 9039 1249 0,'0'0'348'15,"0"0"-243"-15,0 0-50 16,0 0-36-16,0 0 59 16,0 0-78-16,0 0 0 15,-4 2 25-15,12 21-11 16,8 5 63-16,4 6 3 15,2 4-40-15,-1-4 63 16,-4-2-84-16,-3-6-7 16,-5-4 59-16,-3-4-64 15,-4-4 27-15,-2-2-34 16,0 0 31-16,0 2-25 16,-8 1-6-16,-15 0-50 15,-4-1 37-15,-8-6-120 0,-16-8-92 16,6-15-131-16,7-12-800 15</inkml:trace>
  <inkml:trace contextRef="#ctx0" brushRef="#br0" timeOffset="154218.94">30526 9071 753 0,'0'0'776'16,"0"0"-562"-16,0 0-194 16,123-28-18-16,-55 28-1 15,-7 0-1-15,-12 7-263 0</inkml:trace>
  <inkml:trace contextRef="#ctx0" brushRef="#br0" timeOffset="157462.07">31847 9214 1523 0,'0'0'526'0,"0"0"-393"16,0 0-1-16,0 0-18 16,0 0-101-16,0 0 75 15,0 0-88-15,58-40-37 16,-26 16 28-16,3-2-80 16,6-1 31-16,-4-1-1 15,-3 5-60-15,-5 1 103 16,-12 5 6-16,-3 5 10 15,-10 7 89-15,1 0-30 16,-5 5-9-16,0 0-50 0,0 10-48 16,-20 19 34-16,-2 15 14 15,-5 10 0-15,0 6-4 16,4 0 17-16,8-4-26 16,15 2-52-16,0-12-207 15,0-17-128-15</inkml:trace>
  <inkml:trace contextRef="#ctx0" brushRef="#br0" timeOffset="157643.94">32231 9296 1475 0,'0'0'293'16,"0"0"-222"-16,0 0-71 0,0 0 122 15,-51 103-119-15,42-77 9 16,2-3-10-16,7-2-2 15,0-5-29-15,18-11-50 16,9-5-181-16,-3 0-238 0</inkml:trace>
  <inkml:trace contextRef="#ctx0" brushRef="#br0" timeOffset="157838.79">32431 9186 1405 0,'0'0'544'0,"0"0"-544"15,0 0 0-15,0 0 41 0,0 0-13 16,0 133 96-16,0-94-105 16,0-5-19-16,0-3 33 15,0-10-33 1,0-5 0-16,0-7-81 0,-2-9-133 16,-7-14 59-16,-1-13-356 0</inkml:trace>
  <inkml:trace contextRef="#ctx0" brushRef="#br0" timeOffset="157934.5">32556 9013 1467 0,'0'0'377'16,"0"0"-148"-16,116-23-103 15,-67 23-109-15,-5 16-17 16,-12 10-200-16,-16-1-438 0</inkml:trace>
  <inkml:trace contextRef="#ctx0" brushRef="#br0" timeOffset="158507.06">29418 8828 671 0,'0'0'154'16,"0"0"135"-16,-32 133 53 15,12-51-137-15,3 11 41 16,10 3-130-16,7-21-21 16,2 4 27-16,22-10-82 15,7-13 19-15,6-8-59 16,-2-10-19-16,3-11-8 15,16-15-139-15,-12-12-107 16,-9 0-349-16</inkml:trace>
  <inkml:trace contextRef="#ctx0" brushRef="#br0" timeOffset="158751.25">29357 8668 914 0,'0'0'797'0,"0"0"-704"16,0 0-52-16,0 0 129 16,0 0-20-16,137-44-16 0,-87 40-125 15,6 4 19 1,5 0-20-16,-1 4-8 0,18 21-125 15,-13-3-199-15,-9-7-930 0</inkml:trace>
  <inkml:trace contextRef="#ctx0" brushRef="#br0" timeOffset="159521.94">32594 8770 1793 0,'0'0'266'0,"0"0"-208"15,0 0-49-15,0 0 63 16,0 0-71-16,152 5 45 16,-101 5-46-16,2-2 0 15,3-2 0-15,0-3-46 16,-2-3 31-16,-8 0-63 0,-8 0-30 16,-11 0 97-16,-9-5-5 15,-9 1 16-15,-5 0 86 16,-4 4-34-16,0 0 14 15,0 4-66-15,0 24-41 16,-9 37 41-16,-18 41 28 16,-15 35 34-16,-5 16 21 15,5-24-45-15,9-36 57 16,12-36-95-16,-1-13 2 16,-3 5 44-16,-3-4-36 15,-3 4-10-15,-3-14 0 16,-2-6 22-16,-6-6-56 15,-3-6-13-15,-22-11-217 0,9-6-124 16,8-4-1281-16</inkml:trace>
  <inkml:trace contextRef="#ctx0" brushRef="#br0" timeOffset="161938.15">31284 8288 517 0,'0'0'943'0,"0"0"-889"16,0 0 7-16,0 0-51 15,0 0 22-15,0 0-19 16,0 0 12-16,9-2 4 15,-9 2 51-15,0 0-32 16,2 0-21-16,-2 0 109 16,0 0-95-16,2 0 10 15,-2 0 5-15,0 0-43 16,0 0 52-16,0 0-65 0,0 0 8 16,0 0-8-16,0 0 0 15,4 20 0-15,0 11 19 16,4 10-10-16,-2 5 72 15,3 4-81-15,0 0 22 16,-2-4-4-16,2-1-17 16,-1-6-1-16,-1-4 0 15,0-3-60-15,-7-2-8 16,0-6-215-16,0-12-393 0</inkml:trace>
  <inkml:trace contextRef="#ctx0" brushRef="#br0" timeOffset="162221.96">31108 8540 907 0,'0'0'757'0,"0"0"-580"16,0 0-176-16,0 0 76 15,0 0 69-15,0 0-60 16,0 0 42-16,102 95-72 15,-71-55-56-15,2 2 64 16,-2 2-56-16,-1-4-8 16,-1-4 0-16,-5-6 20 15,-3-8-34-15,-4-5 14 0,-3-8-81 16,1-5 68-16,1-4-88 16,3 0-10-16,8-33-81 15,-2 2-170-15,-5-8-249 0</inkml:trace>
  <inkml:trace contextRef="#ctx0" brushRef="#br0" timeOffset="162610.16">31094 8043 1644 0,'0'0'223'0,"0"0"-44"16,45-107-17-16,-14 57-94 16,0 0 68-16,-2 4-136 15,-4 10 10-15,-8 11 2 0,-3 14-12 16,-7 8-35 0,-3 3-32-16,-4 29-85 0,0 39 140 15,-16 47-29-15,-15 36-30 16,5-21-23-16,5-24-420 0</inkml:trace>
  <inkml:trace contextRef="#ctx0" brushRef="#br0" timeOffset="166259.97">29625 11436 1450 0,'0'0'778'15,"0"0"-557"-15,0 0-214 16,0 0 16-16,0 0 124 16,0 0-98-16,0 0 0 15,36-20-49-15,-3 14 14 0,10 1-71 16,5 4 15-16,4 1-112 15,25-3-5-15,-13 0-175 16,-9-5-288-16</inkml:trace>
  <inkml:trace contextRef="#ctx0" brushRef="#br0" timeOffset="166524.93">30242 11168 1572 0,'0'0'198'15,"0"0"-169"-15,0 0 18 16,0 0 63-16,-58 139-17 16,58-107-48-16,0-2 87 15,18-7-126-15,16-10 2 0,11-6-8 16,3-7-55-16,0-5-63 16,-6-21-22-16,-16-8-14 15,-11-8 142-15,-11-3-26 16,-4-1 38-16,0 5 11 15,-14 10-1-15,-1 11-20 16,-6 20-8-16,5 0-369 16,5 11-173-16</inkml:trace>
  <inkml:trace contextRef="#ctx0" brushRef="#br0" timeOffset="166696.44">30664 11446 1746 0,'0'0'516'0,"0"0"-515"0,0 0 80 16,-56 136-81-16,36-83 9 15,6 1-9-15,8-4-2 16,6-4-75-16,0-15-223 16,13-16-529-16</inkml:trace>
  <inkml:trace contextRef="#ctx0" brushRef="#br0" timeOffset="169603.34">30938 11136 1237 0,'0'0'300'16,"0"0"-115"-16,0 0-11 15,0 0 108-15,0 0-119 16,0 0-105-16,0 0 118 16,-7-51-137-16,7 44-5 0,0 0-4 15,0 0-12-15,0 2-3 16,0 1-15-16,0-3 0 16,0 2-11-16,5-3 11 15,1 2-11-15,4 0-3 16,1 4 25-16,-1 2-32 15,4 0 21-15,1 6-3 16,4 18-36-16,-2 10 39 16,-5 10 0-16,-10 7-9 15,-2 0 22-15,-9 3-4 16,-18-4-9-16,-2-6 0 16,2-9-1-16,7-13 1 15,7-8 0-15,9-10-2 16,4-2 2-16,0-2-13 15,0 0-87-15,8 0 51 0,13 0 12 16,0 0 37-16,6 0 0 16,-2 8-13-16,-5 4 26 15,-2 4 5-15,-5 3-18 16,-6 6 0-16,-7 1-48 16,0 6 48-16,-9 9-143 15,-11-9-87-15,2-10-370 0</inkml:trace>
  <inkml:trace contextRef="#ctx0" brushRef="#br0" timeOffset="170337.97">30907 10744 1861 0,'0'0'383'16,"0"0"-310"-16,0 0 56 16,0 0 12-16,0 0-119 15,0 0 53-15,76-106-75 16,-38 64 10-16,6-6-6 15,7-7-4-15,3-6 0 16,0-4-1-16,1-5 17 16,1-5-5-16,-5 0-11 15,-1 0 0-15,-6 2 3 16,-7 8-2-16,-6 7-1 16,-6 5 0-16,-4 9 20 0,-6 7 23 15,-6 9-43-15,-4 3 7 16,-3 9 46-16,-2 6-52 15,0 4 22-15,0 5-23 16,0 1 29-16,0 0-27 16,0 0-2-16,0 0 0 15,0 0-31-15,0 0 31 16,0 0 0-16,0 0-1 16,-7 0 29-16,-13 0-46 15,-16 0 18-15,-13 3 0 16,-18 20-21-16,-13 14 21 15,-12 11 0-15,-3 8-1 16,5 2 17-16,13-7-23 0,19-9 7 16,19-12-23-16,16-10-4 15,15-10-53-15,8-6-57 16,5-4-3 0,31 0-90-16,46-46 140 0,-6 2-308 15,-3-9-582-15</inkml:trace>
  <inkml:trace contextRef="#ctx0" brushRef="#br0" timeOffset="170473.78">31678 9610 1472 0,'0'0'343'0,"0"0"-165"15,0 0-104-15,113 89 26 16,-88-35-38-16,-4 11-44 16,-6 7 18-16,-6 2-36 0,0 10-130 15,-5-19-101 1,3-22-555-16</inkml:trace>
  <inkml:trace contextRef="#ctx0" brushRef="#br0" timeOffset="170639.83">31926 9953 765 0,'0'0'923'0,"0"0"-923"0</inkml:trace>
  <inkml:trace contextRef="#ctx0" brushRef="#br0" timeOffset="175935.94">10053 4368 325 0,'0'0'1037'0,"0"0"-789"15,0 0-166-15,0 0 26 16,0 0-16-16,0 0 28 15,0 0 126-15,-2 0-184 16,2 0 5-16,0 0 10 16,0 0-25-16,0 0 68 15,0 0-85-15,0 0-25 16,0 0 102-16,0 0-112 16,0 0 7-16,0 0 34 15,0 0-40-15,0 0 69 0,0 0-70 16,8 0 2-16,13 0 11 15,10 0-13-15,14 0 0 16,6 0-1-16,4 0-1 16,6 0-5-16,-1 0-74 15,16 0-139-15,-16 0 22 16,-13 0-480-16</inkml:trace>
  <inkml:trace contextRef="#ctx0" brushRef="#br0" timeOffset="176239.92">10102 4499 1874 0,'0'0'548'16,"0"0"-438"-16,0 0-58 15,0 0 82-15,0 0-125 16,0 0 6-16,0 0-15 16,150-16 30-16,-102 16-61 15,2 0 13-15,-4 0-121 16,19 0-20-16,-16 0-225 15,-6 0-320-15</inkml:trace>
  <inkml:trace contextRef="#ctx0" brushRef="#br0" timeOffset="176536">10744 4241 1527 0,'0'0'345'16,"0"0"-242"-16,0 0 64 15,0 0-137-15,0 0 39 0,0 0 24 16,123 12-93-16,-105 14 90 16,-5 2-90-16,-9 7 1 15,-4 2 72-15,-11 4-72 16,-24 5 18-16,-12 2-19 15,-11 0 28-15,-7-4-75 16,-4-5 11-16,-18-16-149 16,16-9-51-16,11-14-320 0</inkml:trace>
  <inkml:trace contextRef="#ctx0" brushRef="#br0" timeOffset="176727">10057 4071 2078 0,'0'0'272'0,"0"0"-149"16,-131 7-123-16,75 25 19 15,8 15-7-15,13 11 18 16,20 11 25-16,15 8-55 16,11 5-61-16,32-1 0 15,41 8-169-15,-8-22-99 16,-5-21-606-16</inkml:trace>
  <inkml:trace contextRef="#ctx0" brushRef="#br0" timeOffset="178652.94">11678 3633 1026 0,'0'0'367'15,"0"0"-199"-15,0 0-34 16,0 0 56-16,0 0-5 15,0 0-54-15,0 0 36 16,0-41-115-16,-2 38 0 16,2 1 21-16,0 2-62 15,0 0 59-15,0 0-70 16,0 0 0-16,0 0-17 16,-2 0 17-16,2 0-21 15,-5 5 12-15,0 20 4 16,-1 13-20-16,-1 15 25 15,1 13 0-15,-1 23 18 16,2 1 3-16,-1 3-6 16,1 2 10-16,3-13-4 15,0 11 53-15,2-4-74 0,0-1 11 16,0-1 19-16,0-1-14 16,0 0-13-16,0-2-3 15,4-4 24-15,1-3-27 16,-1-9 3-16,-2-5 0 15,-2-12-24-15,2-5 24 16,-2-8 0-16,0-8 0 16,0-3 23-16,0-6-26 15,0-4 3-15,0-3 0 16,0-2-20-16,0-2 21 16,0 2-1-16,0 0 0 15,0 0 23-15,0 0-28 16,0 0 5-16,0-4 0 15,0 1-19-15,0-4 20 0,0 2-1 16,0 2 0-16,0 3 19 16,0 2-22-16,0 0 3 15,0 3 0-15,0-3-19 16,0-2 31-16,0-5-12 16,0-1 0-16,0-4 1 15,0 0-23-15,0-2 22 16,0 0 0-16,0 0 0 15,0 0 15-15,0 0-15 16,0 0 0-16,0 0 24 16,0 0 19-16,0 0-43 0,0 0 0 15,0 0 27 1,0 0-15-16,8 0-5 0,9 0-7 16,16 0 21-1,19-2-10-15,10-6-11 0,5 3-8 16,2-4-16-16,-7 5-11 15,-6 1-40-15,0-8-119 16,-18 3-385-16,-11-5-810 0</inkml:trace>
  <inkml:trace contextRef="#ctx0" brushRef="#br0" timeOffset="179258.67">11671 3560 1661 0,'0'0'669'15,"0"0"-444"-15,0 0-83 16,0 0 67-16,0 0-188 16,0 0 4-16,0 0-17 15,134-51 17-15,-80 42-50 16,-1 6 1-16,0 3-123 15,10 0 1-15,-12 8-460 16,-13-2-354-16</inkml:trace>
  <inkml:trace contextRef="#ctx0" brushRef="#br0" timeOffset="182019.26">12922 3389 937 0,'0'0'700'0,"0"0"-499"0,0 0-53 16,0 0-63-16,0 0 130 15,0 0-139-15,0 0-32 16,40-40 28-16,-24 29-72 16,-1 6 0-16,-2 0 0 15,1 5 16-15,-1 0 11 16,-1 13-27-16,-1 15 0 15,-7 13 40-15,-2 14 0 16,-2 7 24-16,0 3-38 16,-13 0 5-16,-3-6 23 15,1-11-54-15,6-14 0 16,0-12-8-16,7-11 21 16,2-5-13-16,0-5 0 15,0-1 20-15,0 0-29 16,11-18 9-16,15-22-61 0,9-20-127 15,2-15-153-15,1-3-30 16,-9 8 152-16,-9 15 219 16,-13 22 140-16,-7 16 88 15,0 16-65-15,-12 1-43 16,-7 16-14-16,-6 16-14 16,4 8-14-16,8 8-61 15,9 5 122-15,4-2-139 16,11-1 1-16,20-1 10 15,12-9-11-15,10-5-38 16,32-18-107-16,-14-8-191 0,-8-9-290 16</inkml:trace>
  <inkml:trace contextRef="#ctx0" brushRef="#br0" timeOffset="182275.97">13782 3520 1824 0,'0'0'621'16,"0"0"-463"-16,0 0-110 0,0 0-47 16,0 0 125-1,0 0-123-15,0 0 30 0,127 21-3 16,-73-13-17-16,-2-2-26 15,-6-1-34-15,-5 2-129 16,-24 3 11-16,-11-2-355 16,-6-4-419-16</inkml:trace>
  <inkml:trace contextRef="#ctx0" brushRef="#br0" timeOffset="182402.1">13849 3662 1947 0,'0'0'565'0,"0"0"-436"16,0 0-99-16,0 0 37 15,0 0-67-15,149 14 0 16,-49-10-53-16,-12 1-110 16,-14-5-475-16</inkml:trace>
  <inkml:trace contextRef="#ctx0" brushRef="#br0" timeOffset="192133.78">15205 3350 980 0,'0'0'394'0,"0"0"-284"16,0 0-72 0,0 0-29-16,0 0 20 0,0 0 38 15,60-59-31-15,-56 48 95 16,1 1-85-16,-3 0 67 16,-2 4 104-16,0 2-77 15,0 2 10-15,0 2-33 16,0 0-82-16,-13 0 111 15,-12 0-146-15,-13 0 0 16,-9 18-15-16,-1 7 34 16,0 5-10-16,11-2-9 15,12 2 0-15,14-2-3 16,11 0 3-16,2 2 0 16,25 2 23-16,13 0-14 15,6-4 26-15,4-4-35 0,-3-4 0 16,-7-3-13-1,-11 3 13-15,-16 1-21 0,-13 9 21 16,-11 8-40-16,-31 9 19 16,-16 4 21-16,-4-2 0 15,1-9-18-15,12-10 18 16,18-14 0-16,15-12-12 16,16-4 24-16,5-20-33 15,33-24-108-15,18-14-410 16,15-9 491-16,5 0-167 15,1 4 84-15,-8 10 109 16,-13 16 22-16,-15 11 111 0,-17 11 55 16,-13 12 13-16,-6 3 17 15,-5 2-184-15,0 19 35 16,0 5 48-16,0 9-61 16,-2-3 42-16,-5 0-76 15,0-6 2-15,4-2-11 16,3-3 9-16,0-9-116 15,3-5-178-15,6-7-230 0</inkml:trace>
  <inkml:trace contextRef="#ctx0" brushRef="#br0" timeOffset="192450.61">15646 3413 530 0,'0'0'1428'0,"0"0"-1157"0,0 0-271 16,0 0 91-16,11 130 23 15,-11-81-30-15,2 0 71 16,-2-2-140-16,0-8 6 16,3-9 6-16,-1-7-27 15,0-10 0-15,0-8-1 16,5-5-19-16,6-9 20 16,10-23 0-16,10-19-148 15,9-12 50-15,8 1-20 16,-4 10 118-16,-1 16 4 15,-9 19 51-15,-3 16 43 16,-8 1-98-16,-6 18 12 16,-5 10 85-16,-8 8-68 15,-3 6 3-15,-3 4-32 0,0 5 3 16,-3 10-11-16,-7-11-252 16,2-15-382-16</inkml:trace>
  <inkml:trace contextRef="#ctx0" brushRef="#br0" timeOffset="192867.89">16328 3629 2111 0,'0'0'496'0,"0"0"-496"16,0 0-50-16,0 0 25 15,42-127 50-15,-26 72-22 0,1-5-3 16,0-4-13-1,-2 1-14-15,-1 8-10 0,-4 9 37 16,-3 12 144-16,0 19-61 16,-5 11-26-16,3 4-57 15,-1 18 31-15,0 24-31 16,3 14 0-16,-5 14 0 16,-2 7 45-16,0 1-38 15,0-4-5-15,0-3-2 16,-9-6-85-16,-6-5 67 15,-3-7-198-15,-9-11-116 16,0-11-63-16,-2-11-153 16,8-8 548-16,5-7 204 15,9-3 137-15,7-2 220 0,0 0-326 16,17 0-61-16,29 0-22 16,36-8-101-16,5 0 2 15,16 0-53-15,34-4-119 16,-38 3-127-16,-10-6-877 15</inkml:trace>
  <inkml:trace contextRef="#ctx0" brushRef="#br0" timeOffset="195969.18">26413 13154 705 0,'0'0'989'16,"0"0"-689"-16,0 0-255 15,0 0 64-15,0 0 63 16,0 0-101-16,0 0 28 16,16-44-99-16,-1 23 0 15,1-4-9-15,-3 4 17 16,1 7-8-16,-8 2 0 16,-6 7 19-16,0 5 9 15,-6 0-16-15,-21 0-2 0,-10 8 7 16,-5 15-17-1,3 9 0-15,8 11-2 0,12 10 23 16,17 5 19-16,2 8-40 16,21-1 8-16,12 0 26 15,2-2-23-15,-1-8-11 16,-10-5 0-16,-9-5 20 16,-11-10-23-16,-4-3 3 15,0-7 0-15,-14-9-7 16,-1-8 8-16,1-8-1 15,5-2 0-15,5-24-33 16,4-13 33-16,8-7-120 16,24-2 56-16,7 2 53 15,2 10-5-15,-3 10 16 16,-9 12 0-16,-10 14 31 0,-7 0 16 16,-6 18-47-16,-3 13 0 15,-3 3 76-15,0-3-62 16,0-1 12-16,0-9-26 15,0-7 21-15,0-9-73 16,11-5 31-16,15 0-55 16,15-26 68-16,7-11-152 15,8-8-62-15,-2 3 67 16,-4 8 88-16,-13 16 67 16,-10 15 38-16,-10 3-12 15,-9 29 107-15,-8 12 13 16,0 3-11-16,0 1-52 0,-12-3-71 15,-1-6 125 1,1-7-137-16,4-12 0 0,6-4 11 16,-1-9-11-16,3-4-1 15,0 0-42-15,0 0-22 16,7-15 29-16,11-29-146 16,-1 3-441-16,-5 3-480 0</inkml:trace>
  <inkml:trace contextRef="#ctx0" brushRef="#br0" timeOffset="196272.07">26955 12668 1989 0,'0'0'674'16,"0"0"-486"-16,0 0-178 15,0 0 51-15,0 0-53 16,0 0 17-16,0 0 17 15,160-46-42-15,-80 43-100 16,25 3-67-16,-23 0-113 0,-19-2-352 0</inkml:trace>
  <inkml:trace contextRef="#ctx0" brushRef="#br0" timeOffset="196471.39">27496 12562 1523 0,'0'0'774'16,"0"0"-495"-16,0 0-240 15,0 0-21-15,0 0 6 16,0 0-9-16,58-112-30 16,-47 96 15-16,-7 6-6 15,-1 7-17-15,-3 3 23 16,0 5-22-16,0 29-40 0,-9 36 30 16,-7 39 16-16,3 17 16 15,2-17-200-15,9-35-181 0</inkml:trace>
  <inkml:trace contextRef="#ctx0" brushRef="#br0" timeOffset="198066.92">28267 12974 1200 0,'0'0'575'15,"0"0"-376"-15,0 0-108 16,0 0-4-16,0 0-82 16,0 0 9-16,0 0 55 15,-85 72-68-15,23 34 84 16,-9 35 40-16,11-7-31 15,20-27 23-15,20-34-66 0,13-25-50 16,7 5 69-16,0 5-70 16,17 1-1-16,20-16-24 15,36-15-130-15,-9-15-103 16,-5-13-377-16</inkml:trace>
  <inkml:trace contextRef="#ctx0" brushRef="#br0" timeOffset="198999.84">28589 13138 851 0,'0'0'215'0,"0"0"45"16,0 0 8-16,0 0-55 15,0 0-26-15,0 0-83 16,0 0 52-16,10-28-141 15,-10 28-1-15,0 0 6 16,0 0-19-16,0 0-1 0,0 0 0 16,0 0 13-16,0 0-10 15,0 0-3-15,0 0 0 16,0 0-9-16,0 0 9 16,0 0 0-16,0 0-1 15,0 0 17-15,0 0 10 16,0 0-26-16,0 0 1 15,-8 0 33-15,-10 8-28 16,-9 16-6-16,-2 10 28 16,3 12-28-16,5 8 131 15,11 7-99-15,10 1-26 0,0-2 78 16,0-4-71 0,15-7 18-16,1-8-29 0,-1-6 41 15,-4-5-34-15,-6-4-9 16,-5-1 0-16,0 0-4 15,-25 1 4-15,-6-2-5 16,-2-6 4-16,6-7-41 16,6-11-4-16,15 0 32 15,6-25-97-15,23-17-42 16,23-8-66-16,14-4 133 16,2 4 57-16,-1 7 29 15,-10 13 42-15,-13 14 56 16,-13 9 14-16,-13 7-7 15,-4 12-68-15,-8 15 56 16,0 9 17-16,-14 7-95 0,-3-1 119 16,-4-9-134-16,7-2 0 15,6-13 0-15,6-6 0 16,2-12-19-16,0 0-30 16,22-12-100-16,12-24 76 15,8-10-272-15,0-7-42 16,-2 4 10-16,-6 8 377 15,-10 13 43-15,-9 14 219 16,-5 14-92-16,-6 0 42 16,-4 25-57-16,0 13-50 15,0 5 23-15,0 1-72 16,0-5-1-16,-6-7-55 0,4-10 25 16,0-10-14-1,2-6-11-15,0-6-64 16,0 0 22-16,19-16-72 0,6-11-95 15,-1-2-462-15</inkml:trace>
  <inkml:trace contextRef="#ctx0" brushRef="#br0" timeOffset="199154.9">29141 13619 1111 0,'0'0'218'16,"0"0"-55"-16,0 0-96 15,0 0 61-15,0 0 3 16,25 109-43-16,-25-83 35 15,0-1-86-15,0 1-20 16,0-6-34-16,0-3 8 16,0-8-212-16,4-9-671 0</inkml:trace>
  <inkml:trace contextRef="#ctx0" brushRef="#br0" timeOffset="199566.84">29505 13694 2051 0,'0'0'300'0,"0"0"-182"15,0 0-110-15,0 0 14 16,0 0-44-16,80-130-1 16,-49 79-95-16,3-5-18 15,-7 3-7-15,-8 6 135 16,-5 13 8-16,-8 18 105 15,-6 14 19-15,0 2-124 16,-4 32 0-16,-14 15 108 16,-2 12-53-16,0 3 0 15,4-1-55-15,10-10-21 16,6-6 1-16,6-16-168 0,14-16-401 0</inkml:trace>
  <inkml:trace contextRef="#ctx0" brushRef="#br0" timeOffset="199758.91">30122 13008 2189 0,'0'0'299'0,"0"0"-297"16,0 0 60-16,51 158-2 15,-48-66 63-15,-3-4-106 0,0 7 4 16,-21-2-8-16,0-22-13 15,-22 13-95-15,7-21-120 16,3-24-620-16</inkml:trace>
  <inkml:trace contextRef="#ctx0" brushRef="#br0" timeOffset="200887.69">30767 13505 2326 0,'0'0'316'16,"0"0"-231"-16,0 0-18 16,0 0-46-16,0 0 31 15,0 0-52-15,151-9 0 16,-96 10-9-16,-1 10 9 15,-5 1-32-15,-11 5-50 0,-11 0-196 16,-18-5-349-16</inkml:trace>
  <inkml:trace contextRef="#ctx0" brushRef="#br0" timeOffset="201016.05">30715 13718 975 0,'0'0'1482'0,"0"0"-1208"16,0 0-268-16,154 0-6 15,-65 0 6-15,47 0-6 16,-20 0-118-16,-31 0-369 0</inkml:trace>
  <inkml:trace contextRef="#ctx0" brushRef="#br0" timeOffset="201823.95">29810 13326 1043 0,'0'0'829'16,"0"0"-695"-16,0 0 64 0,0 0-63 15,0 0-12 1,0 0-86-16,0 0-12 0,-18-109-4 15,21 72-21-15,10-1 0 16,7-3 25-16,4-2-25 16,10 2 23-16,6 2-23 15,12 0 18-15,12 4-48 16,14-2 30-16,29 2 0 16,29 0 21-16,27 10-15 15,4 11 49-15,-27 14-31 16,-37 0 14-16,-37 5-23 15,-8 13-15-15,5 6 0 16,3 6-22-16,2 7 22 16,-12 3 0-16,-10-1-1 0,-10 0 16 15,-7-3-8-15,-9-4-7 16,-5 0 0-16,-3-1 24 16,-3 0-10-16,-3-1-13 15,1 2-1-15,2-2 31 16,0 2-13-16,2-3-18 15,0-3 0-15,0-4-22 16,-2-6 22-16,0-4-11 16,-4-6-2-16,-1-2-73 15,-2-4 85-15,-2 0-126 16,0 0-36-16,0 1-10 16,0 2-161-16,-4-3-315 0</inkml:trace>
  <inkml:trace contextRef="#ctx0" brushRef="#br0" timeOffset="202133.21">31255 13184 1605 0,'0'0'504'0,"0"0"-467"16,0 0 19-16,0 0 111 16,0 0-124-16,0 0 125 0,0 0-102 15,84 60-14-15,-53-33 61 16,3 2-69-16,6 2 5 16,4 1-27-16,4-3 4 15,0 2-26-15,1-4 0 16,1-6-117-16,10-16-71 15,-14-5-288-15,-5 0-456 0</inkml:trace>
  <inkml:trace contextRef="#ctx0" brushRef="#br0" timeOffset="202291.11">31945 13029 1896 0,'0'0'873'0,"0"0"-873"0,0 0-117 15,0 0 117-15,0 0 11 16,-42 151 5-16,20-68-32 16,2 29-4-16,6-20-303 15,8-22-238-15</inkml:trace>
  <inkml:trace contextRef="#ctx0" brushRef="#br0" timeOffset="202565.95">31881 13766 952 0,'0'0'1479'0,"0"0"-1223"16,0 0-256-16,0 0 0 15,0 0-7-15,127-96-8 0,-82 53-75 16,-1-6-46-16,1-6-151 16,-5 3 201-16,-11 4 80 15,-9 14 6-15,-9 14 306 16,-9 14-147-16,-2 6-63 15,0 12-96-15,0 22 1 16,-6 14 58-16,-1 3-59 16,1 7-2-16,6-9-14 15,0 4-126-15,10-20-150 16,9-8-584-16</inkml:trace>
  <inkml:trace contextRef="#ctx0" brushRef="#br0" timeOffset="202643.86">32572 13677 2133 0,'0'0'100'0,"0"0"-100"0,0 0-934 16</inkml:trace>
  <inkml:trace contextRef="#ctx0" brushRef="#br0" timeOffset="208101.39">12746 5159 876 0,'0'0'539'0,"0"0"-349"0,0 0 17 16,0 0-66-16,0 0-5 15,0 0 78-15,0 0-189 16,-2-18 23-16,2 15 16 16,0-4-56-16,0 3 62 15,0 1-70-15,0-2 18 16,0-1 57-16,0 2-68 15,6-1 9-15,1 2 13 16,7 3-22-16,1 0 32 16,5 0-39-16,5 10 0 15,2 15 9-15,-4 12-8 16,0 11-1-16,-5 10 47 16,-9 7-46-16,-7 0 74 0,-2-2-75 15,0-3 9 1,-6-8 38-16,-8-9-47 0,5-11 0 15,0-11 0-15,5-9 25 16,2-7-23-16,2-3-2 16,0-2 0-16,0-4-23 15,0-27 23-15,26-33-67 16,3-8-150-16,9-18-18 16,0-2-71-16,-9 20 120 15,-4 7 186-15,-12 23 53 16,-9 20 164-16,-4 16 3 15,0 6-85-15,-15 14-133 16,-5 22 96-16,-1 10-19 0,8 7-49 16,7 1 92-16,6-1-122 15,6-4 15-15,23-3-15 16,11-8 28-16,7-9-70 16,9-8 15-16,26-16-173 15,-12-5-64-15,-10 0-466 0</inkml:trace>
  <inkml:trace contextRef="#ctx0" brushRef="#br0" timeOffset="208328.22">13555 5296 697 0,'0'0'1619'0,"0"0"-1155"16,0 0-378-16,0 0-67 15,0 0 41-15,0 0-60 16,0 0 0-16,51-5 7 16,-15 5-7-16,-2 2-31 15,-3 7-23-15,-12 1-168 16,-12 2 42-16,-14 13-300 16,-22-2-98-16,-4 0-647 0</inkml:trace>
  <inkml:trace contextRef="#ctx0" brushRef="#br0" timeOffset="208431.66">13591 5456 871 0,'0'0'671'15,"0"0"-287"-15,0 0-120 0,0 0-50 16,0 0 9 0,131 32-193-16,-66-21-30 0,24-4-4 15,-18 1-319-15,-15-6-578 16</inkml:trace>
  <inkml:trace contextRef="#ctx0" brushRef="#br0" timeOffset="210199.08">14661 5020 818 0,'0'0'403'0,"0"0"-137"0,0 0-73 16,0 0-60-16,0 0 40 15,0 0-21-15,0 0-82 16,-2 0 109-16,2 0-135 16,0 0-5-16,0 0 26 15,0 0-41-15,0 0 61 16,0 0-85-16,0 0 18 16,0 0 9-16,0 0-20 15,0-3-7-15,0-6 0 16,2 1 22-16,-2 3-14 15,0 1-8-15,0 1 0 16,0 0 10-16,-11-1-10 16,-7 2 0-16,-5 2-10 0,-2 0 26 15,0 0-38-15,2 18 22 16,3 10 0-16,4 10-3 16,7 8 4-16,9 11-1 15,0 5 33-15,2 6-26 16,16 2 47-16,5-2-54 15,-4-3 1-15,-3-12 22 16,-7-5-23-16,-3-9 0 16,-6-7-1-16,0-6 27 15,-4-6-7-15,-11-4-19 16,-3-4 0-16,1-7 10 16,-2-5-10-16,6 0 0 15,2-12-2-15,11-22-24 16,0-13 26-16,18-10-100 15,17 3 8-15,7 8 84 0,3 13-62 16,-3 14 58-16,-3 15 3 16,-11 4 18-16,-5 9 48 15,-7 17-38-15,-8 6-17 16,-3 3 102-16,-5 2-102 16,0-3 27-16,0-9-20 15,0-8 27-15,-3-8-28 16,3-4-8-16,0-5 0 15,0 0-35-15,5-10 35 16,15-21-15-16,7-9-104 16,6-6-39-16,-1 4 143 15,-3 10-7-15,-5 13 22 16,-2 16 37-16,-4 3-20 0,-3 12-2 16,-3 20 47-1,-6 6-44-15,-1 6 116 0,-5-2-134 16,0-3 12-16,0-11 12 15,0-9-12-15,0-8-12 16,0-9 0-16,6-2-15 16,12-2-33-16,9-22 17 15,9-14-142-15,1-11-8 16,4-5-174-16,-7 6 166 16,-8 13 176-16,-4 14 13 15,-8 19 214-15,-3 2-138 16,-7 28-16-16,-2 13 123 0,-2 8-67 15,0 4 12 1,0-2-30-16,0-6-86 0,0-7 57 16,0-6-69-16,5-10-47 15,11-6 29-15,10-10-126 16,24-6 34-16,-6-14-279 16,-2-10-1074-16</inkml:trace>
  <inkml:trace contextRef="#ctx0" brushRef="#br0" timeOffset="210437.64">15802 4821 2046 0,'0'0'221'0,"0"0"-110"0,-58 104-110 15,32-36 52-15,-1 24 123 16,6 26-65-16,8-5-20 15,7-15-70-15,6-16 18 16,0-26-21-16,15 2-18 16,7-4-51-16,5-14 51 15,7-13-100-15,19-20-73 16,-6-7-94-16,-4 0-595 0</inkml:trace>
  <inkml:trace contextRef="#ctx0" brushRef="#br0" timeOffset="210620.67">15886 5349 2092 0,'0'0'536'0,"0"0"-344"16,0 0-192-16,0 0 0 15,0 0-27-15,0 0 18 16,179-20-47-16,-113 13-179 15,-5-8-432-15</inkml:trace>
  <inkml:trace contextRef="#ctx0" brushRef="#br0" timeOffset="210897.94">16469 5020 1609 0,'0'0'271'0,"0"0"-153"16,0 0-69-16,35-139-18 15,-24 99 136-15,-2 6-99 16,-2 7-39-16,0 11 17 16,-5 10-30-16,0 4 71 15,-2 2-76-15,0 7 24 16,2 18 5-16,-2 20-18 16,0 11 35-16,0 12-2 15,0 4-45-15,0 3 2 16,0-2-12-16,-2-5-70 15,-6-9 61-15,-11-3-202 16,6-14-147-16,-3-18-339 0</inkml:trace>
  <inkml:trace contextRef="#ctx0" brushRef="#br0" timeOffset="211029.31">16281 5426 1175 0,'0'0'1254'15,"0"0"-929"-15,0 0-290 16,0 0-9-16,0 0 57 15,128-5-81-15,-71-4-2 16,11 3 0-16,23 4-81 16,-16 2-162-16,-12 0-491 0</inkml:trace>
  <inkml:trace contextRef="#ctx0" brushRef="#br0" timeOffset="211833.83">16513 5712 622 0,'0'0'899'15,"0"0"-708"-15,0 0-135 16,0 0 20-16,0 0 7 16,0 0 108-16,0 0-70 15,0 0-101-15,0 0 41 16,0 0-51-16,0 0-10 15,0 0 43-15,0 0-37 16,0 0 43-16,0 0-49 16,0 0 12-16,0 0 21 15,0 0-26-15,0 0-7 16,0 0 0-16,0 0 28 16,0 0-34-16,0 0 6 0,0 0 0 15,0 0-10 1,0 0 11-16,0 0-1 0,0 0 0 15,0 0 13-15,0 0-4 16,0 0-9-16,0 0 0 16,0 0 3-16,-2 0-3 15,0 0 0-15,0 0 31 16,-1 0-31-16,3 0 85 16,0 0-67-16,0 0-12 15,0 0 41-15,0 0-45 16,11 0-2-16,2 0 0 15,3 7 7-15,5 3-14 16,-6 2 7-16,-1 5 0 16,-8 4 36-16,-4 3-35 15,-2 4 41-15,0 0-12 0,-6-1-8 16,-4-4 25 0,8-5-47-16,2-4-32 0,2-2 19 15,23-4-17-15,6 1 30 16,5-4-12-16,-7-1 34 15,-7 0-26-15,-11 5 4 16,-8 3 0-16,-3 5 1 16,0 8 8-16,-14 7-9 15,-1-2 0-15,-1 0-18 16,5-9 2-16,11-9-205 16,0-12-312-16,0 0-282 0</inkml:trace>
  <inkml:trace contextRef="#ctx0" brushRef="#br0" timeOffset="212131.69">17190 4634 1803 0,'0'0'487'16,"0"0"-410"-16,0 0-49 16,0 0-28-16,50 141 83 0,-32-27-17 15,-3 31 123-15,-6 12-119 16,-9-4-49-16,0-15 42 16,-7-32-46-16,-8-21 6 15,-1-23-23-15,3-10-36 16,-5 3 14-16,-5 3-217 15,8-11-373-15,4-20-788 0</inkml:trace>
  <inkml:trace contextRef="#ctx0" brushRef="#br0" timeOffset="212479.59">17681 5450 1835 0,'0'0'729'0,"0"0"-571"16,0 0-10-16,0 0-42 16,0 0-61-16,0 0 151 15,0 0-196-15,38-4 10 16,-4 0-25-16,3 3-31 0,3 1 14 16,-3 0-68-16,-16 0-164 15,-21 7 15-15,-2 7-462 16,-25 0-199-16</inkml:trace>
  <inkml:trace contextRef="#ctx0" brushRef="#br0" timeOffset="212585.57">17643 5603 1151 0,'0'0'1063'0,"0"1"-800"15,0 3-150-15,2 1-49 16,21 4-58-16,8 5 22 16,33 0-28-16,-5-1-165 15,-6-10-389-15</inkml:trace>
  <inkml:trace contextRef="#ctx0" brushRef="#br0" timeOffset="213966.05">18382 5538 1086 0,'0'0'499'0,"0"0"-243"16,0 0-53-16,0 0-17 0,0 0 20 15,0 0-32 1,0 0-21-16,0 0-54 0,0 0-89 16,0 0 111-16,0 0-92 15,0 0-14-15,0 0 59 16,0 0-60-16,4 0 11 15,9 0-25-15,9 0 20 16,7 0-1-16,9-1-19 16,4-6 0-16,5 2-12 15,1 0 12-15,0 1 0 16,-1 1-44-16,-3 1-113 16,1 2 88-16,8 0-236 0,-12-3-339 15,-5-1-1044-15</inkml:trace>
  <inkml:trace contextRef="#ctx0" brushRef="#br0" timeOffset="-213815.8">19495 5053 1124 0,'0'0'500'0,"0"0"-243"16,0 0-71-16,0 0 19 15,0 0-29-15,0 0-39 16,0 0 33-16,0-19-158 16,0 19 20-16,0 0-21 15,-2 0-11-15,2 0-2 16,0 0-8-16,0 0 20 16,0 0-16-16,0 0 6 15,0 0 0-15,0 0-12 0,0 0 12 16,0 0-13-16,0 0 1 15,0 0-13-15,5-3 1 16,-1 1-13-16,1-2-2 16,0 2 0-16,-3-1 39 15,-2 3 0-15,0 0 0 16,-7 0 25-16,-15 0 2 16,-7 0-27-16,-7 14 0 15,-1 15-13-15,0 7 32 16,8 8-8-16,10 7 26 0,9 0-21 15,10 2 56-15,0 0-72 16,7 0 10-16,17-1 34 16,3-6-32-1,-2-3-12-15,-3-10 0 0,-9-5 29 16,-8-3-34-16,-5-3 5 16,-3-2 0-16,-22-2-17 15,-12-2 23-15,-3-2-6 16,3-9 0-16,5-5 22 15,12 0-44-15,14-17 22 16,6-19-97-16,15-13-36 16,25-2-41-16,9 3 127 15,7 15 45-15,-3 13 4 0,-3 15 26 16,-8 5-19 0,-9 7-3-16,-8 18 102 0,-8 6-44 15,-5 3 24-15,-8 2-50 16,-4-2-15-16,0-7 54 15,0-11-77-15,0-6 0 16,0-6-9-16,0-4 9 16,2 0 0-16,13-6 0 15,10-20-94-15,14-13-33 16,7-5-88-16,1 2 6 16,-5 10 106-16,-8 14 103 15,-14 13 3-15,-7 5 71 16,-9 21-24-16,-4 11 141 15,0 9-89-15,-4-1-15 16,-9-4 42-16,1-10-99 0,4-9-11 16,3-9-19-16,5-4 32 15,0-4-16-15,0 0-16 16,27-17-57-16,15-16-35 16,16-6-131-16,7-3 23 15,-3 6 2-15,-8 12 198 16,-11 11 125-16,-12 13 7 15,-9 0-76-15,-6 14 12 16,-8 13-67-16,-1 3 21 16,-5 3-22-16,5-1-22 15,22-7 4-15,-3-11-267 16,5-11-485-16</inkml:trace>
  <inkml:trace contextRef="#ctx0" brushRef="#br0" timeOffset="-213532.72">20762 5179 1523 0,'0'0'687'15,"0"0"-687"-15,38-122-49 16,-18 65 32-16,-3 2-4 16,1 1 21-16,1 8 0 15,-6 10 25-15,-5 11 11 16,-2 11 11-16,-4 10 74 15,-2 4-8-15,0 9-112 16,0 23 11-16,-2 16 21 0,-8 13-26 16,-1 14 108-1,3 5-115-15,-2 4 0 16,1-1-15-16,1-4 15 0,0-1-31 16,2-6-106-16,-1-14-339 15,1-21-402-15</inkml:trace>
  <inkml:trace contextRef="#ctx0" brushRef="#br0" timeOffset="-213390.75">20581 5703 687 0,'0'0'1773'0,"0"0"-1448"16,0 0-313-16,0 0 16 0,141 0-28 16,-70-11-19-1,8-3-15-15,23-3-147 0,-17-2-371 16,-19 6-1029-16</inkml:trace>
  <inkml:trace contextRef="#ctx0" brushRef="#br0" timeOffset="-212599.16">20773 5912 1160 0,'0'0'319'15,"0"0"-316"-15,0 0 16 16,0 0 103-16,0 0 55 16,0 0-6-16,0 0-21 15,0-3-100-15,0 1 40 16,-2 2-49-16,2 0-20 16,-3 0 95-16,3 0-116 0,0-2 0 15,0 2 4 1,0-2 14-16,-2-1-14 0,2 3-4 15,0-3 0-15,0 3-4 16,0-2 4-16,0 0 0 16,0 2-6-16,0 0 24 15,0 0 3-15,0 0-21 16,0 0 0-16,0 0-6 16,0 0 6-16,0 0 0 15,0 0 16-15,0 0-15 16,-2 0 43-16,2 0-44 15,-2 0 0-15,2 0-4 16,-2 0 4-16,0 0 0 0,2 0-6 16,0 0 18-1,0 0-4-15,0 0-8 16,0 0 0-16,0 0-38 0,0 0 35 16,8 0-40-16,8 0 10 15,4 0 29-15,0 4-11 16,-2 6 15-16,-3 0 0 15,-2 7 32-15,-5 4-31 16,-6 5 32-16,-2 9 47 16,0 4-52-16,0 3 50 15,0-1-78-15,17-1 0 16,14-8-12-16,10-4 12 16,1-5 0-16,-8-9-12 15,-14-1 25-15,-20 1-10 16,-4 6-3-16,-41 11 0 0,-20 8 42 15,-10 6-42-15,-10 4-118 16,18-10-143-16,24-15-825 16</inkml:trace>
  <inkml:trace contextRef="#ctx0" brushRef="#br0" timeOffset="-208197.66">1713 7371 1440 0,'0'0'350'15,"0"0"-321"-15,0 0-1 0,0 0 1 16,0 0-3 0,0 0 109-16,0 0 33 0,110 62-57 15,-61-17 44-15,6 2-115 16,3 2-22-16,-2-3 89 15,-4-4-101-15,-6-4 27 16,-3-6-12-16,-8-6 7 16,-1-3 4-16,-10-6-32 15,-1-5 0-15,-10-3-6 16,-4-4 6-16,-4-2 0 16,-5-3 0-16,2 0 27 15,0 0 39-15,5 0-50 16,8-13-16-16,14-13 43 15,14-13-43-15,11-4-19 16,10-6-5-16,3 6-22 0,2 4 16 16,-3 12 30-16,-6 7-3 15,-8 8-27-15,-14 7 30 16,-12 5 0-16,-7 0-9 16,-11 5 14-16,-8 11-22 15,0 9 17-15,-13 10 0 16,-20 6 21-16,-8 8-19 15,-3-3 7-15,3-6-9 16,10-6 26-16,12-9-27 16,7-12 1-16,10-4-37 15,2-9 25-15,6 0-37 16,23-3 11-16,10-19 37 16,7-9-138-16,-1-8 87 15,-5 0-44-15,-13 7 87 16,-12 9 9-16,-7 11 107 0,-8 12 4 15,0 0-111-15,-3 8 58 16,-10 14-59-16,2 6 1 16,4 2 0-16,4-2 74 15,3-4-68-15,10-4 2 16,19-8-8-16,11-8 15 16,7-4-24-16,6-2 9 15,-2-24-93-15,-4-4 41 16,-11-8-46-16,-9 1-4 15,-10 6 53-15,-10 7 49 16,-4 12 16-16,-3 12-16 0,0 0 28 16,-6 24-22-1,-4 10 27-15,1 4 35 16,5 0-14-16,4-3-42 16,0-6 77-16,13-7-89 0,11-6 0 15,5-6-8-15,7-10 8 16,-1 0-14-16,-1-3-31 15,-3-22-98-15,-6-5 82 16,-9-4-194-16,-6 2-21 16,-3 4 81-16,-3 13 195 15,-4 12 83-15,0 6-23 16,0 34-40-16,0 21 242 0,-4 30-113 16,-5 32-16-1,-3 17 26-15,4-6-68 0,1-29 14 16,-1-30-40-16,0-21-45 15,2 5 40-15,-1-3-60 16,-1-2 0-16,-2-15 8 16,-1-12 2-16,1-12 2 15,-7-10-12-15,-2-2 1 16,-1-9 45-16,1-22-46 16,6-13 0-16,9-13-18 15,4-11 35-15,11-3-17 16,20-4 0-16,11 3 0 15,5 4-58-15,1 5 17 16,-9 7-124-16,-10 6 25 16,-29-20-174-16,0 14-192 0,-24 5-554 15</inkml:trace>
  <inkml:trace contextRef="#ctx0" brushRef="#br0" timeOffset="-208059.92">2922 7307 2162 0,'0'0'339'0,"0"0"-193"16,0 0-19-16,45-107-126 16,-12 82-1-16,7 11-3 15,5 14-164-15,1 58-44 16,-10 16-368-16,-16 14-435 0</inkml:trace>
  <inkml:trace contextRef="#ctx0" brushRef="#br0" timeOffset="-207970.94">3040 8223 1061 0,'0'0'519'0,"0"0"-300"16,0 0-210-16,0 0-9 16,0 0-567-16</inkml:trace>
  <inkml:trace contextRef="#ctx0" brushRef="#br0" timeOffset="-206746.41">4877 7452 1803 0,'0'0'342'0,"0"0"-138"15,0 0-185-15,0 0 27 16,0 0-46-16,0 0 0 0,0 115 59 16,-2 4 42-16,-3 31 4 15,3-9-34-15,-1-31-45 16,3-40 35-16,0-28-61 15,0 1 0-15,0-3-17 16,0-7 17-16,0-8 0 16,0-14 0-16,0-6-20 15,0-3-13-15,0-2 33 16,0-14 0-16,0-44-31 16,0-51-121-16,10-53-83 15,9-21-51-15,6 28-254 16,2 42 463-16,-4 56 77 15,-2 24 70-15,4 4 139 16,2 11-49-16,4 12 8 0,-4 6-81 16,-7 32-67-16,-7 18 187 15,-11 14-121 1,-2 11-37-16,-17 5 63 0,-17 2-90 16,-4-4 1-16,3-11-23 15,6-17-70-15,8-14 62 16,13-18-201-16,10-22-145 15,20-20 44-15,7-16-516 0</inkml:trace>
  <inkml:trace contextRef="#ctx0" brushRef="#br0" timeOffset="-206550.88">5785 7313 1122 0,'0'0'1130'16,"0"0"-1067"-16,-90 132-34 15,28-52-17-15,-10 9 56 16,3 3 33-16,15-20-64 16,8 0 69-16,15-9-106 15,15-14-34-15,16-11 10 16,33-21-147-16,15-11-55 16,7-6-258-16</inkml:trace>
  <inkml:trace contextRef="#ctx0" brushRef="#br0" timeOffset="-206340.87">6121 7415 1646 0,'0'0'327'16,"-49"155"-198"-16,15-57-26 16,5-5-29-16,7-12 135 15,13-23-155-15,3 0-14 16,1 4 37-16,5-13-77 15,0-11 0-15,0-9-20 16,9-12-160-16,0-17 50 16,-3-8-216-16,-6-20 97 0</inkml:trace>
  <inkml:trace contextRef="#ctx0" brushRef="#br0" timeOffset="-206220.94">5824 7650 2322 0,'0'0'523'0,"0"0"-458"0,0 0-65 15,0 0-106-15,158-5-87 16,-19 5 57-16,-16 0-383 16,-10 0-1023-16</inkml:trace>
  <inkml:trace contextRef="#ctx0" brushRef="#br0" timeOffset="-205616.97">7204 7345 909 0,'0'0'205'0,"0"0"-190"16,0 0-15-16,0 0 381 0,-144 113-96 16,105-50 27-1,4 10-80-15,10 4-112 0,12 1 13 16,13-8-65-16,0-11-66 15,27-9 90-15,10-11-91 16,15-13-1-16,8-13 17 16,9-13 8-16,2-7-34 15,-1-27 9-15,-10-8-2 16,-14 0-62-16,-17 1 64 16,-13 15 0-16,-11 12 26 15,-5 14-14-15,0 0-18 16,-5 16 6-16,-6 14 0 15,4 6 13-15,5 3-7 16,2-6-6-16,4-2 13 16,15-9 13-16,4-9-13 0,2-6-13 15,0-7 0-15,-3 0 47 16,-9-7-38-16,-3-16 17 16,-10-7-2-16,0-5 2 15,0-2-52-15,-21-5 13 16,1-3-98-16,7-31 93 15,3 10-257-15,10-3-489 0</inkml:trace>
  <inkml:trace contextRef="#ctx0" brushRef="#br0" timeOffset="-205484.6">7652 7020 2329 0,'0'0'330'15,"0"0"-248"-15,0 0-82 0,0 0 0 16,-42 170-31-1,22-67 31-15,7 29-79 0,3-21-165 16,10-22-734-16</inkml:trace>
  <inkml:trace contextRef="#ctx0" brushRef="#br0" timeOffset="-204616.26">8992 7497 1872 0,'0'0'372'16,"0"0"-317"-16,0 0-3 16,0 0-49-16,0 0 17 15,0 0-9-15,0 0 165 16,-111-88-125-16,111 70-30 0,0 2-21 15,11 6 9-15,4 10-52 16,-1 0 43-16,-8 26-30 16,-6 22 5-16,0 16 47 15,-33 12-22-15,-14 5 16 16,-6-5 20-16,-3-14 0 16,9-16-36-16,11-16 0 15,14-16 55-15,11-7-49 16,11-7 24-16,0 0-12 15,18 0 17-15,20-3-36 16,18-7 1-16,10 2-39 16,10 2 27-16,6-4-40 15,1 1-11-15,0-12 22 0,-8-3-99 16,-6-8 125 0,-13-5-31-16,-13-4-9 0,-12 1 48 15,-16 4-48-15,-6 10 55 16,-9 12 43-16,0 10 12 15,0 4 35-15,-20 23-90 16,-2 20 0-16,-3 11 110 16,0 6-50-16,6 5 1 15,5-6-61-15,5-6 48 16,5-15-35-16,2-14-13 16,2-10-57-16,0-13 57 15,0-1-21-15,6-9 21 16,17-28 0-16,12-12-223 15,7-11 106-15,8 2-102 16,-1 7 219-16,2 19 27 0,-2 18 162 16,3 14-71-16,1 5-27 15,0 20-91-15,1 8 139 16,0 1-139-16,-6-1 1 16,-1-5 4-16,-7-3-5 15,-2-9-29-15,-5-13-33 16,-6-3-80-16,-9-28 89 15,-7-12-259-15,-7-6-473 0</inkml:trace>
  <inkml:trace contextRef="#ctx0" brushRef="#br0" timeOffset="-204461.94">10146 7303 1420 0,'0'0'1138'16,"0"0"-1072"-1,0 0-66-15,0 0-19 0,-19 162 19 16,3-79-11-16,3 5 11 15,11-2-68-15,2-8-32 16,11-15-148-16,38-19 17 16,-5-20-165-16,0-19-810 0</inkml:trace>
  <inkml:trace contextRef="#ctx0" brushRef="#br0" timeOffset="-204230.85">10401 7778 1913 0,'0'0'570'0,"0"0"-559"15,0 0 14-15,-41 104 77 0,39-65-66 16,2-6 43-16,14-4-16 16,24-9-50-16,11-8 116 15,8-10-129-15,3-2 0 16,-6-10-1-16,-11-20-4 16,-17-8-11-16,-14-11 7 15,-12-1-106-15,-2 3 33 16,-25 8-88-16,-9 14 88 15,-22 25-76-15,11 7-220 16,3 15-323-16</inkml:trace>
  <inkml:trace contextRef="#ctx0" brushRef="#br0" timeOffset="-203778.32">11564 7689 1635 0,'0'0'762'16,"0"0"-560"-16,0 0-66 15,0 0-11-15,0 0-123 16,0 0-2-16,0 0-69 16,-2 0-167-16,2 39-38 15,0-1-241-15,0 0-614 0</inkml:trace>
  <inkml:trace contextRef="#ctx0" brushRef="#br0" timeOffset="-203685.89">11444 8141 702 0,'0'0'972'16,"0"0"-472"-16,0 0-372 15,0 0-127-15,0 0-1 16,0 0-177-16,0 0-214 0</inkml:trace>
  <inkml:trace contextRef="#ctx0" brushRef="#br0" timeOffset="-202449.84">12507 7810 1046 0,'0'0'369'0,"0"0"-85"0,0 0-185 15,0 0-87-15,0 0 54 16,0 0-65-16,0 0-1 16,19-56 7-16,-15 54 12 15,0-1 69-15,-4 3-28 16,0 0 6-16,0 0 104 15,0 0-106-15,0 0-8 16,0 0-56-16,0 0 41 16,0 0-49-16,0 0 8 15,0 0-8-15,0 0-24 16,0 0 32-16,0 0 0 16,0 0 0-16,0 0 16 15,0 0-21-15,0 0 5 0,0 0 0 16,0 0 45-1,0 0-36-15,0 0 34 0,0 0-3 16,0 0-16-16,0 0 58 16,0 0-82-16,0 0 0 15,0 0 45-15,0 0-36 16,0 0-8-16,0 0-1 16,0 0 26-16,0 0-19 15,0 0-7-15,0 0-7 16,0 0-28-16,0 0 32 15,0 0 2-15,0 0-12 16,0 0 26-16,0 0-19 16,0 0 6-16,0 0 0 0,0 0 4 15,0 0 2-15,0 0 9 16,0 0-15 0,0-3 35-16,4-1-13 0,7-2-22 15,3 2 0-15,3 0-28 16,8 4 28-16,2 0-5 15,4 14 4-15,0 14 2 16,-6 10-11-16,-7 8 10 16,-13 8 0-16,-5 5 45 15,-3-1-44-15,-17-5 28 16,0-7-29-16,5-14 33 16,1-13-22-16,7-9-11 0,3-6 0 15,4-2-20 1,0-2 20-16,0-4 0 0,11-22-8 15,11-22-211-15,5-16-39 16,4-16-109-16,-4-3-109 16,-4 11 382-16,-10 19 94 15,-7 21 396-15,-6 18 1 16,0 14-296-16,0 5 29 16,0 21-122-16,-2 10 47 15,2 9 99-15,0 5-82 16,16 1-10-16,19 0-62 15,15-7 39-15,14-9-52 16,12-10 13-16,4-13-72 0,0-10-47 16,5-9-107-1,-21-17-141-15,-19-7-507 0</inkml:trace>
  <inkml:trace contextRef="#ctx0" brushRef="#br0" timeOffset="-202303.87">13348 7814 1189 0,'0'0'1072'15,"0"0"-704"-15,0 0-314 16,0 0-39-16,0 0 4 16,156 2 1-16,-102 10-20 15,-2 4 0-15,-7 3-172 16,-27 8-4-16,-13-3-398 16,-5-6-491-16</inkml:trace>
  <inkml:trace contextRef="#ctx0" brushRef="#br0" timeOffset="-202196.94">13334 8055 1790 0,'0'0'586'0,"0"0"-460"0,0 0-115 16,0 0-11-16,205 32-11 15,-109-29-456-15,-5-3-710 0</inkml:trace>
  <inkml:trace contextRef="#ctx0" brushRef="#br0" timeOffset="-201183.46">14489 7565 1886 0,'0'0'470'16,"0"0"-332"-16,0 0-138 15,0 0-6-15,0 0-27 16,0 0 9-16,0 0 24 15,14-70 14-15,-33 67 3 16,-12 3-34-16,-9 3 8 16,-5 30 9-16,5 14 80 15,7 16-73-15,8 11 80 16,13 4 11-16,9 0-67 16,3-10 60-16,0-10-91 15,5-9 23-15,3-14 7 0,-3-14-30 16,-3-7 0-16,-2-8-12 15,0-3 40-15,-5-3-33 16,-10 0 5-16,-1-9 0 16,8-19-17-16,8-18 17 15,8-12-166-15,30 0-4 16,11 7 63-16,7 19 107 16,-2 22 0-16,-8 10 0 15,-8 19 55-15,-11 14-46 16,-9 10 46-16,-9 3 58 0,-7-2-73 15,-2-1 67-15,0-2-107 16,-2-9 15-16,-5-10-7 16,5-7-8-16,0-10 0 15,2-5-11-15,0 0 37 16,4-5-5-16,19-24-21 16,12-9-214-16,7-6 82 15,1 4-21-15,-3 12 153 16,-9 16 18-16,-13 12 16 15,-7 4 40-15,-9 23-74 16,-2 6 12-16,0 1 143 16,-13-2-112-16,-3-8-3 15,3-6-29-15,4-8 23 16,7-6-25-16,2-4-9 16,2 0 0-16,31-10-55 0,19-19 31 15,12-8-158-15,8-3 59 16,-1 1-53-16,-13 10 176 15,-12 11 67-15,-14 14-14 16,-14 4 8-16,-14 17-61 16,-4 22-59-16,-4 6-5 15,-17 14-119-15,4-13-160 16,8-15-1344-16</inkml:trace>
  <inkml:trace contextRef="#ctx0" brushRef="#br0" timeOffset="-200994.31">15537 7700 411 0,'0'0'1081'0,"0"0"-395"0,0 0-383 16,15-117-120-16,-15 116-49 16,0 1-134-16,0 32-80 15,0 34 74-15,-2 38 6 16,-11 33-55-16,1-5 55 15,3-36-321-15,3-40-579 0</inkml:trace>
  <inkml:trace contextRef="#ctx0" brushRef="#br0" timeOffset="-199366.95">16380 7923 548 0,'0'0'986'0,"0"0"-718"16,0 0-248-16,0 0 9 0,0 0 34 15,0 0 39 1,0 0 64-16,17 102 5 0,1-62-107 16,2-4 13-16,0-4-77 15,0-6 9-15,-2-8 19 16,-4-6-28-16,-6-6 0 16,-3-6 0-16,-1 0 17 15,3-8-28-15,4-20 11 16,4-12-188-16,8-6 180 15,4-2-151-15,6 8 94 16,2 13 65-16,-1 14 23 16,-3 13 69-16,-6 0-70 0,-5 17-15 15,-7 14 116 1,-8 3-80-16,-5 3 20 16,0-2 29-16,-11-1-68 0,-7-4 57 15,2-8-81-15,5-6 0 16,4-9-21-16,5-1 21 15,2-6-20-15,0 0 11 16,18-17-53-16,13-9-42 16,5-6-223-16,-3 3 237 15,-6 6 90-15,-11 14 152 16,-9 6-30-16,-5 3-101 16,0 0 15-16,-2 18-60 15,0 0 24-15,0 2-24 16,0-4-11-16,-4-7-126 15,-7-6-108-15,-3-3-308 0</inkml:trace>
  <inkml:trace contextRef="#ctx0" brushRef="#br0" timeOffset="-199245.78">16658 7678 1879 0,'0'0'504'15,"0"0"-404"-15,0 0-100 16,171-53-45-16,-50 53-150 15,-16 13-38-15,-9 1-453 0</inkml:trace>
  <inkml:trace contextRef="#ctx0" brushRef="#br0" timeOffset="-198200.69">17975 7827 537 0,'0'0'1105'15,"0"0"-777"-15,0 0-163 16,0 0 87-16,0 0-183 15,0 0-21-15,0 0 41 16,38-83-78-16,-18 83-1 16,1 28-10-16,-4 14 22 15,-7 12 1-15,-8 9-10 16,-2 0 2-16,-5-2 55 16,-11-12-69-16,3-10 5 0,4-11-6 15,4-12 21 1,3-8-26-16,2-6 5 0,0-2-5 15,0-2-15-15,21-25 20 16,6-19-65-16,2-19-95 16,0-7-62-16,-10 1 61 15,-5 15 161-15,-8 22 25 16,-6 24 197-16,0 10-208 16,0 18-5-16,-2 20-12 15,0 10 26-15,2 5 119 16,2-1-112-16,23 0-24 15,13-5 13-15,10-10-19 0,8-7-83 16,0-12-42 0,2-18-212-16,-14 0 122 0,-17-16-535 0</inkml:trace>
  <inkml:trace contextRef="#ctx0" brushRef="#br0" timeOffset="-198059.94">18506 7897 1661 0,'0'0'663'0,"0"0"-477"15,0 0-150-15,150-32 7 16,-90 27-43-16,2 3 16 16,-7 2-58-16,-8 0 42 15,-17 10-212-15,-30 17-133 16,-17-1-228-16,-20-4-330 0</inkml:trace>
  <inkml:trace contextRef="#ctx0" brushRef="#br0" timeOffset="-197941.56">18537 8053 633 0,'0'0'1132'0,"0"0"-636"15,0 0-356-15,0 0-51 16,0 0-82-16,0 0 125 16,134 12-132-16,-72-8-73 15,27-2-75-15,-15-2-331 16,-11 0-274-16</inkml:trace>
  <inkml:trace contextRef="#ctx0" brushRef="#br0" timeOffset="-197265.85">19456 8081 1704 0,'0'0'610'16,"0"0"-436"-16,0 0 35 16,0 0-53-16,0 0 45 15,0 0-160-15,0 0-8 16,95 0-8-16,-45 0-25 16,6 0-58-16,1 0 0 15,1 0-108-15,18 0-79 16,-16-3-390-16,-8-4-510 0</inkml:trace>
  <inkml:trace contextRef="#ctx0" brushRef="#br0" timeOffset="-195867.88">20691 7648 1332 0,'0'0'210'0,"0"0"-191"0,0 0 64 16,0 0 3-16,0 0 25 15,0 0 125-15,0 0-130 16,-10-23-8-16,6 23-5 15,2-1-92-15,-5-1 92 16,3 0-93-16,0 2 0 16,-4 0-13-16,2 0 13 15,2 0 0-15,-1 0-1 16,3 0 20-16,2 0-17 16,0 0-2-16,0 0 0 15,0 0-27-15,0 0 27 16,0 0 0-16,0 0-7 15,0 0 23-15,0-2-16 16,0 2 0-16,0 0 0 16,0-3 18-16,0 2-8 0,-4-2 12 15,-8-2-22-15,-5-2 57 16,-6 5-65-16,-6 2 8 16,-2 0-1-16,0 11-23 15,4 14 39-15,6 12-15 16,13 11 57-16,8 6-48 15,0 4 125-15,14 0-133 16,5-1 20-16,2-12 0 16,-8-6-15-16,-6-10-6 15,-7-2 0-15,-7-5 16 16,-25-2-5-16,-7-4-11 16,-3-3-6-16,-1-10-30 15,11-3 36-15,10-6-33 0,18-23-28 16,4-12-193-16,26-1-86 15,20 1-35-15,4 13 375 16,2 14 16-16,-5 14 73 16,-7 3 64-16,-9 26-36 15,-8 10-63-15,-15 7 168 16,-6 3-141-16,-2-5-37 16,0-5 63-16,-2-11-95 15,-2-10 8-15,2-8-20 16,2-6 20-16,0-4 21 15,0 0-41-15,15-11-10 16,16-17-13-16,10-11-140 0,7-3 25 16,-1 2 52-16,-5 11 86 15,-6 8 3-15,-11 15 66 16,-7 6-47 0,-7 4 42-16,-5 19-63 0,-4 9 35 15,-2-6-26-15,0 1 23 16,0-8 20-16,0-7-53 15,0-9 0-15,0-1-19 16,0-2 29-16,2 0-12 16,19-16 2-16,12-10-183 15,10-7-77-15,3 4 46 16,0 3 144-16,-9 10 70 16,-4 12 126-16,-8 4 26 0,-5 6-106 15,-6 17-13 1,-6 9-16-16,-6 1-17 0,5 3-104 15,-2-8-47-15,2-9-398 0</inkml:trace>
  <inkml:trace contextRef="#ctx0" brushRef="#br0" timeOffset="-195612.19">21721 7291 1587 0,'0'0'507'0,"0"0"-204"15,0 0-214-15,0 0-88 0,0 0-1 16,0 0 6-16,0 0-6 16,15 130 0-16,-15-54 34 15,0 9-1-15,0 4-33 16,-9 1-22-16,-2-5 2 15,-5 12-128-15,3-25-150 16,0-22-377-16</inkml:trace>
  <inkml:trace contextRef="#ctx0" brushRef="#br0" timeOffset="-195477.45">21460 8115 1635 0,'0'0'980'0,"0"0"-852"0,0 0-122 16,0 0 6-16,114 4 4 15,-60-1-32-15,29-3-81 16,-13 0-215-16,-13 0-348 0</inkml:trace>
  <inkml:trace contextRef="#ctx0" brushRef="#br0" timeOffset="-194899.23">21551 8468 1061 0,'0'0'608'16,"0"0"-420"-16,0 0-188 15,0 0 0-15,0 0 25 16,0 0 12-16,0 0 115 15,-18 0-53-15,18 0-93 16,0 0 88-16,0 0-88 16,0 0 50-16,0 0 8 15,0 0-64-15,0 0 30 16,0 0-30-16,0 0 0 16,0 0 0-16,0 0 0 15,0 0 0-15,0 0-14 16,0 0 32-16,0-4-30 15,0-7 12-15,12-3-1 0,3-1-45 16,3 5 65-16,-1 3-19 16,-1 6 33-16,-5 1-27 15,-1 0 28-15,-8 18-34 16,-2 11 0-16,0 4 106 16,-18 5-66-16,-1 2 0 15,4-1-10-15,11-4-9 16,4-2 9-16,22-1-30 15,23 0 1-15,13 0 44 16,0-2-45-16,-5-2 0 0,-13-2-7 16,-19-3 27-1,-21 0-46-15,-8 1 26 0,-38 2 0 16,-12 0 17-16,-7-2-17 16,5-4-82-16,13-15-72 15,16-5-218-15,20 0-431 0</inkml:trace>
  <inkml:trace contextRef="#ctx0" brushRef="#br0" timeOffset="-194747.07">22467 8179 1905 0,'0'0'1100'16,"0"0"-1100"-16,0 0-509 0,0 0 385 15,-69 114-458-15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7:06:41.67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27218 14369 367 0,'0'0'708'15,"0"0"-539"-15,0 0 24 16,0 0-44-16,0 0-29 16,0-14 76-16,0 10-101 15,0 3-6-15,0-2 4 16,0 3-60-16,0 0 103 16,0 0-102-16,0 0-34 15,0 0 76-15,0 0-70 16,0 0 6-16,0 0-12 15,0 0 32-15,0 0-24 0,0 0-8 16,0 0 0-16,0 0-8 16,0 0 9-16,0 0-1 15,0 0 0-15,17-2 27 16,16 2-24-16,42-2-3 16,47 1 0-16,57-4 52 15,35-4-52-15,17-3 0 16,14-13 0-16,5-1 29 15,20 0-33-15,6-1 4 16,-1-2 0-16,-13 5 4 16,-7-1-4-16,-4 4 0 15,-5 1-13-15,-14 3 41 16,-18 7-5-16,-34 5-23 16,-42 5 0-16,-42 0 9 15,-34 0-9-15,-13 0 0 0,1 0 0 16,-2 0 17-16,-3 0-55 15,-11 0 17-15,-10 0-93 16,-8 1 49-16,-16 3-217 16,0-1-67-16,0-3-400 0</inkml:trace>
  <inkml:trace contextRef="#ctx0" brushRef="#br0" timeOffset="1949.92">29164 15240 918 0,'0'0'778'15,"0"0"-651"-15,0 0-26 0,0 0-81 16,0 0-2 0,0 0 100-16,0 0-103 15,111-85 15-15,-91 93 17 0,-4 23-34 16,-5 15 122-16,-9 8-38 15,-2 12-85-15,0 0 125 16,-11-4-112-16,-7-3-13 16,3-10 28-16,1-12-29 15,5-11 7-15,5-8-18 16,2-9 1-16,2-8-19 16,0-1 18-16,0 0-49 15,17-10 49-15,8-20-51 16,4-12 4-16,0-11-30 0,-7 0-11 15,-9-2 56 1,-6 15 64-16,-5 14 5 0,-2 10 130 16,0 14-102-16,0 2-55 15,0 0-10-15,0 23 0 16,0 16-8-16,0 1 8 16,4 6 0-16,23 3-1 15,16-10-3-15,13-6-32 16,6-8-70-16,28-20-181 15,-19-5-36-15,-11 0-692 0</inkml:trace>
  <inkml:trace contextRef="#ctx0" brushRef="#br0" timeOffset="2093.01">29866 15400 1833 0,'0'0'577'0,"0"0"-499"0,0 0-78 16,0 0 16-16,0 0 11 15,116 0-27-15,-74 8-100 16,0 13-81-16,-11-2-105 16,-13-3-331-16</inkml:trace>
  <inkml:trace contextRef="#ctx0" brushRef="#br0" timeOffset="2213.36">29995 15512 1315 0,'0'0'847'15,"0"0"-643"-15,0 0-173 16,0 0-16-16,118 0 22 15,-47 0-37-15,41 0-172 16,-19 0-77-16,-10 0-555 0</inkml:trace>
  <inkml:trace contextRef="#ctx0" brushRef="#br0" timeOffset="2491.44">30767 14904 1958 0,'0'0'323'0,"0"0"-275"15,0 0 13-15,0 0-61 16,0 0 0-16,0 0 37 16,-6 153 18-16,-2-85 42 15,-3 1-61-15,1-1-8 0,6-5 18 16,2 0-46-16,2-3-3 15,0-6-19-15,0-4-48 16,0-14-37-16,0-9-85 16,0-9-143-16,-15-18 57 15,-10-18-40-15,-6-9-735 0</inkml:trace>
  <inkml:trace contextRef="#ctx0" brushRef="#br0" timeOffset="3013.01">30532 15441 1385 0,'0'0'513'0,"0"0"-172"16,0 0-207-16,0 0-97 15,152-99 33-15,-81 82-64 16,5 4 13-16,-5 5-19 16,-10 6 15-16,-12 2 45 0,-16 0-60 15,-13 10-18-15,-15 12 18 16,-5 6 12-16,-7 2 41 16,-15 2 17-16,-3-2-61 15,5-8 62-15,7-11-71 16,5-4-6-16,8-2-17 15,0-5-7-15,0 0-17 16,19-19 39-16,3-3-142 16,0-7 86-16,-2 4-3 15,-6 9 67-15,-10 11 67 16,-4 5-36-16,0 0-1 16,0 3-17-16,0 17-5 15,-4 4 118-15,-1 4-126 16,5-6 2-16,0-2 8 15,0-4-8-15,12-6-4 0,5-6-4 16,5-4-31-16,5 0 0 16,7-18-5-16,-1-7-50 15,0 0 47-15,-8 4 14 16,-9 9 31-16,-7 7 74 16,-5 5-63-16,0 0 47 15,3 17-51-15,0 6 1 16,0 1 50-16,-3 0-58 15,3-6 17-15,-5-1-17 16,2-7 22-16,1-2-73 16,-3-3 29-16,1-5-79 15,-1 0 79-15,9-5-58 0,-3-12-40 16,2-1-591-16</inkml:trace>
  <inkml:trace contextRef="#ctx0" brushRef="#br0" timeOffset="3319.36">31496 15446 1502 0,'0'0'401'0,"0"0"-246"0,0 0-71 16,0 0 56-16,0 0-109 15,0 0-19-15,0 0-12 16,98-58 30-16,-83 74-8 16,-4 6-22-16,-2 2 0 15,-2 6-5-15,-3-2 5 16,-2 4-9-16,14-2-70 15,-3-7-200-15,7-11-280 0</inkml:trace>
  <inkml:trace contextRef="#ctx0" brushRef="#br0" timeOffset="3663.81">32090 15194 1264 0,'0'0'637'16,"0"0"-544"-16,0 0 68 15,31-115-27-15,-12 79-54 16,-4 4-80-16,-1 6 29 0,-6 3 45 15,-3 14-53 1,-3 6 13-16,-2 3 7 0,0 0-41 16,0 12-38-16,0 23 24 15,0 11 14-15,-4 12-1 16,-3 4 1-16,1 3 0 16,-2 5-37-16,-3 10-30 15,3-14-207-15,-2-16-229 0</inkml:trace>
  <inkml:trace contextRef="#ctx0" brushRef="#br0" timeOffset="3805.26">31945 15520 2248 0,'0'0'543'16,"0"0"-521"-16,0 0-2 16,0 0 107-16,135-26-127 15,-73 26-14-15,2 0-23 0,10 0-188 16,-14 10-45-16,-17 2-559 0</inkml:trace>
  <inkml:trace contextRef="#ctx0" brushRef="#br0" timeOffset="4113.03">32026 15695 1805 0,'0'0'295'16,"0"0"-158"-16,0 0-121 15,0 0-3-15,0 0-4 0,0 0 13 16,0 0-22-16,60 10 18 16,-31-6 1-16,-2 4 36 15,-8-2-55-15,-9 9 8 16,-10 10 33-16,-4 9-40 16,-33 8 91-16,-7 6 16 15,0 1-97-15,7-14 74 16,16-3-85-16,13-9 13 15,8-1 2-15,21-8-15 16,28-1-7-16,18-4-4 16,47-9-175-16,-16-9-99 15,-9-12-1119-15</inkml:trace>
  <inkml:trace contextRef="#ctx0" brushRef="#br0" timeOffset="6348.32">32298 14659 998 0,'0'0'246'15,"0"0"-106"-15,0 0-26 16,0 0 25-16,-118-26 0 15,82 26-76-15,1-9 50 16,-6 3-66-16,1 2-36 16,-2-3 95-16,-3 1-105 15,-1 5-1-15,-8 1 0 16,-6 0 17-16,-9 0-27 0,-5 0 10 16,-8 7 0-1,-3 0-3-15,0 1 3 0,2 3 0 16,10-11-9-16,7 5 24 15,12-3-5-15,7 0-10 16,9 1 0-16,2-3-7 16,3 0 7-16,-2 5 0 15,-4-5-7-15,-3 2 18 16,-5 0-15-16,-4 2 4 16,-5-3 0-16,0 4-7 15,0-1 7-15,1 0 0 16,0-4-12-16,1 0 27 15,0 0-20-15,3 0 5 16,0 0 0-16,4 0 2 16,5 0-2-16,-1 0 0 0,3 0-15 15,0 4 31-15,-1 2-13 16,2 3-3-16,-3 0 0 16,-1 3-29-16,-1-4 29 15,-2 2 0-15,2-3-9 16,-1 0 25-16,-1 1-18 15,-1-2 2-15,3 2 0 16,1-4-7-16,5 2 7 16,0 6 0-16,3-3-9 15,-4 5 15-15,-1 4-15 16,-4-1-10-16,-1 2 19 16,-1 3-13-16,-1-5 13 15,2 2 0-15,5-1-13 16,4 0 29-16,5-1-19 15,4 4 3-15,0 2 0 0,0 0-16 16,2 5 16-16,-5 2 0 16,1 2-6-16,0 0 15 15,0 3 1-15,5-7-10 16,1 2 0-16,4-2-4 16,3 2 4-16,3-2 0 15,3 6-2-15,1 6 11 16,5 0 3-16,0 9-12 15,0 1 0-15,4 0 1 16,0 4-1-16,0-3 0 16,0 4-6-16,6-6 17 0,9 0 5 15,8 1-16 1,8-2 0-16,12 1 5 16,10 1-5-16,9-2 0 15,12 2-1-15,3-2 14 0,8-6-22 16,0-2 9-16,0-1 0 15,2-12-7-15,-5 0 7 16,3-1-11-16,0-4 3 16,-2 2 14-16,1-2-21 15,-2 4 15-15,-1-4 0 16,-6 0-12-16,-6 2 12 16,1-2 0-16,-6 0-6 0,3 0 18 15,2-3-12 1,5-2 0-16,4-3-16 0,2 3-19 15,7-7 32-15,2-3 0 16,5-2-12-16,2-3 29 16,-1-2-23-16,-3 0 9 15,-1 0 0-15,-4 0-8 16,0 0 8-16,-4 0 0 16,-6 0 2-16,2 8 4 15,-4-4 20-15,2 1-26 16,-4 3 0-16,-1-3 8 15,-4-5-8-15,-3 0 0 16,-3 0 17-16,-1 0-17 16,-1-5 44-16,2-8-44 15,3 1 7-15,3-2 24 0,2-1-31 16,-1-1-11 0,-9 3 10-16,-4-1-9 0,-7-1 10 15,-4 1 0-15,-3-1 0 16,1 1-3-16,-8-5 3 15,3 1 0-15,-5-3-9 16,-4-6 21-16,0-1-9 16,-4-2-3-16,-3-6 0 15,0-5-28-15,1 2 28 16,-1 2-1-16,1-3-7 16,-2 4 16-16,0 1-10 15,-1-4 2-15,-5 0 0 16,1 4-15-16,-3-3 15 15,1 1 0-15,-1-3-11 16,-2 4 25-16,1-4-2 0,-2 1-12 16,-1-2 16-16,-2 1 17 15,-2 0-27-15,-5 0-1 16,2 4 46-16,-2-4-50 16,2 4 71-16,0 4-50 15,0 1-6-15,3 6 72 16,-5 2-87-16,0 0-1 15,0 4 37-15,0-1-31 16,-7 1 28-16,-4-4-34 16,0-3 10-16,-9 0-8 15,-2-3-2-15,-5 2 0 16,-4-4-6-16,-9 1 4 16,-7 2 1-16,-9-3-22 15,-7 0 23-15,-10-1-18 0,-12 0 18 16,-8 3-1-16,-7-4-18 15,-8 8 8-15,0 4-51 16,-35 3-86-16,24 8-120 16,22 0-457-16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7:07:22.86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32333 8921 1043 0,'0'0'0'0</inkml:trace>
  <inkml:trace contextRef="#ctx0" brushRef="#br0" timeOffset="66485.28">21346 1173 1081 0,'0'0'580'16,"0"0"-420"-16,0 0 83 0,0 0-132 15,0 0 14-15,0 0 4 16,-13 0-47-16,13 0 28 15,0 0-110-15,0 0 21 16,0 0 25-16,0 0-45 16,4 0-1-16,7-5 0 15,9-4 22-15,7-5-45 16,6-7 0-16,5-2-94 16,-2-5 87-16,-5 1-83 15,-6 1 17-15,-5 2 34 16,-9 4-20-16,-5 4 81 15,-4 4-11-15,-2 4 12 0,0 6 89 16,0 2-89 0,0 0 0-16,0 0 0 0,-4 0 14 15,-7 14-30-15,0 8 16 16,-2 10 0-16,2 13 40 16,-1 5-25-16,1 12 13 15,5 4 49-15,1 6-50 16,3-2 66-16,0-2-93 15,-1-8 0-15,-1-4 36 16,-1-10-36-16,-3-8 0 16,-1-4-2-16,-5-11 26 15,1-2-2-15,-3-9-22 16,-1-5 15-16,-4-5 24 0,3-2-38 16,3-2-1-16,3-22 0 15,8-6-40-15,4-10 38 16,7-6-75-16,19-4-45 15,15 0 86-15,3 0-110 16,8 4-64-16,2 2 53 16,-4 3 19-16,2 7 115 15,-7 5-18-15,-14 10 41 16,-9 7 51-16,-13 8 12 16,-9 4 6-16,0 4-15 15,0 18 56-15,-14 6 103 16,4 4-99-16,0-2-71 15,8-4 52-15,2-4-94 0,2-5 19 16,25-6-16-16,6-3 24 16,8-8-56-16,3 0 15 15,-5-5-103-15,-13-18 89 16,-8-7-109-16,-16-2-55 16,-2 3 36-16,-7 2 6 15,-17 11 114-15,1 8-64 16,6 6-196-16</inkml:trace>
  <inkml:trace contextRef="#ctx0" brushRef="#br0" timeOffset="67167.1">22563 1085 1523 0,'0'0'235'0,"0"0"-123"15,0 0-104-15,0 0 17 16,-136 14 94-16,93 6-29 16,-1 4 80-16,7 1-105 15,5 1-29-15,10-5 56 16,8-3-86-16,10-2 6 15,4-6-12-15,0 0-8 16,22-6-25-16,9-4 5 16,7 0-70-16,3-12 19 15,-1-14-146-15,-7-6 34 16,-4-7-10-16,-7 6 61 16,-9 3 59-16,-3 7 81 0,-8 11 50 15,-2 10 145-15,0 2-160 16,0 14-22-16,0 21 84 15,-7 11-36-15,-2 10 110 16,0 8-56-16,0 2-32 16,0 1 43-16,1-3-79 15,-1-6 6-15,-1-6-45 16,2-6 30-16,-5-10-21 16,-1-6-17-16,-3-9 0 15,0-11-8-15,2-10 17 16,-1 0-9-16,8-15 0 15,3-14-13-15,5-10-27 16,3-3 23-16,18-2-83 0,31-20 30 16,-5 14-230-16,-3 4-324 15</inkml:trace>
  <inkml:trace contextRef="#ctx0" brushRef="#br0" timeOffset="67421.65">22864 944 1320 0,'0'0'327'16,"0"0"-155"-16,0 0-85 16,-109 115 52-16,87-68 60 0,11 6-85 15,8-1-24-15,3 0-62 16,5-5-1-16,17-6-12 15,4-4-15-15,6-11-67 16,-3-6 2-16,-3-15-116 16,-1-6-63-16,-10-23-17 15,-5-7-555-15</inkml:trace>
  <inkml:trace contextRef="#ctx0" brushRef="#br0" timeOffset="67763.84">22911 1164 335 0,'0'0'1105'16,"0"0"-834"-16,0 0-80 15,0 0-62-15,0 0-47 0,0 0 36 16,0 0-25 0,27 111 23-16,-27-69-12 0,-8-1-71 15,-2-6 98 1,1-5-131-16,5-7 6 0,2-9-3 16,2-7-3-16,0-4-11 15,0-3-14-15,12-7-45 16,11-18 54-16,-1-13-142 15,-2-11-228-15,-6 1 82 16,-5 6 105-16,-7 14 199 16,-2 12 268-16,0 14-69 15,0 2-14-15,0 8-118 16,0 16 48-16,0 6 23 16,0 3-96-16,11-1-17 15,2-5-25-15,5-5-41 0,0-6 33 16,-5-7-123-1,-9-9-136-15,-4-18 23 0,0-11-564 16</inkml:trace>
  <inkml:trace contextRef="#ctx0" brushRef="#br0" timeOffset="67939.81">23219 958 1633 0,'0'0'536'15,"0"0"-511"-15,0 0 151 16,0 0-135-16,62 148 13 15,-60-87 81-15,-2 7-78 16,0 2-24-16,-9-2-33 0,0-6 19 16,4-8-65-1,5-11-12-15,21-27-170 0,14-9-155 16,7-7-1000-16</inkml:trace>
  <inkml:trace contextRef="#ctx0" brushRef="#br0" timeOffset="68141.89">23707 1284 827 0,'0'0'1522'16,"0"0"-1258"-16,0 0-186 16,0 0-78-16,0 0 23 15,0 0-8-15,0 0-15 16,126 17-19-16,-74-8 19 0,-8-4-124 15,-15-1-30-15,-13-4-164 16,-16 0-520-16</inkml:trace>
  <inkml:trace contextRef="#ctx0" brushRef="#br0" timeOffset="68263.2">23756 1347 1825 0,'0'0'370'0,"0"0"-190"15,0 0-180-15,0 0 0 16,0 0-12-16,146 26 5 15,-80-18-198-15,-6-4-426 0</inkml:trace>
  <inkml:trace contextRef="#ctx0" brushRef="#br0" timeOffset="68713.37">24527 1335 1737 0,'0'0'720'0,"0"0"-598"0,0 0-88 16,0 0 44-1,0 0-40-15,0 0-12 0,0 0-26 16,62-68-124-16,-41 34 94 16,-4-5-86-16,-3 2 63 15,-3 1 53-15,-5 5 0 16,-2 12 42-16,-4 8 105 15,0 7-107-15,0 4 30 16,0 4-70-16,0 19 0 16,0 11-18-16,0 8 36 0,-2 4-9 15,2 4-9 1,0-4-86-16,8 4 19 0,7-12-202 16,1-13-338-16</inkml:trace>
  <inkml:trace contextRef="#ctx0" brushRef="#br0" timeOffset="69659.61">25726 1215 1622 0,'0'0'504'15,"0"0"-350"-15,0 0-11 16,0 0-5-16,0 0 38 16,0 0-143-16,0 0-15 15,27 0 6-15,13 0-24 16,11 0 0-16,3 0-2 15,2 0-48-15,-7 0 33 16,-9 2-112-16,-13 2-71 0,-12 1-57 16,-13-2-493-16</inkml:trace>
  <inkml:trace contextRef="#ctx0" brushRef="#br0" timeOffset="69796.97">25764 1315 1030 0,'0'0'831'0,"0"0"-623"16,0 0-126-16,0 0-67 15,0 0 124-15,0 0-86 16,0 0-53-16,158 54 0 16,-79-62-180-16,-17-14-155 15,-11-4-390-15</inkml:trace>
  <inkml:trace contextRef="#ctx0" brushRef="#br0" timeOffset="69969.75">26297 1074 1733 0,'0'0'398'15,"0"0"-318"-15,0 0-38 16,0 0 99-16,11 123-79 16,-27-68 34-16,-11 0-43 15,-4-1-26-15,-2-6 3 16,2-9-30-16,-3-11-57 16,-10-23-14-16,6-5-226 15,4-1-472-15</inkml:trace>
  <inkml:trace contextRef="#ctx0" brushRef="#br0" timeOffset="70120.66">25550 988 2163 0,'0'0'384'0,"0"0"-384"16,-111 107 22-16,67-39 4 16,7 12-25-16,18 7 18 15,19 2-19-15,31 22-122 16,23-25-79-16,10-26-740 0</inkml:trace>
  <inkml:trace contextRef="#ctx0" brushRef="#br0" timeOffset="70779.92">27004 1400 1515 0,'0'0'262'0,"0"0"-208"15,0 0-54-15,120-53-14 16,-69 21-14-16,-2-6-48 16,-7-4 19-16,-8-4-52 15,-12 0 68-15,-13 4 41 16,-9 4 127-16,0 9 41 16,-22 13 50-16,-5 13-177 0,1 3 46 15,-3 26-87 1,2 21 23-16,4 32 75 0,8 33-30 15,3 25 25-15,4-7-26 16,3-24-49-16,-1-32 101 16,-1-20-119-16,-7 4 1 15,-1 0 11-15,-5-3 3 16,2-18-12-16,0-16 15 16,2-16 0-16,3-5 86 15,7-17-104-15,6-25-15 16,0-17 15-16,31-11-70 15,13-5 36-15,14-3-127 16,34-21-84-16,-17 21-68 16,-7 9-610-16</inkml:trace>
  <inkml:trace contextRef="#ctx0" brushRef="#br0" timeOffset="70972.95">27667 981 1605 0,'0'0'609'15,"0"0"-522"-15,0 0-72 16,-122 95 143-16,84-32-82 16,9 7 12-16,10 6-15 15,13-2-64-15,6-2 20 16,12-7-29-16,19-11-83 16,9-12 57-16,31-18-163 15,-11-10-199-15,-2-14-460 0</inkml:trace>
  <inkml:trace contextRef="#ctx0" brushRef="#br0" timeOffset="71582.98">28279 1171 1597 0,'0'0'582'16,"0"0"-382"-16,0 0-157 15,0 0 22-15,-155-14-54 16,82 42-11-16,0 13 65 16,5 2-28-16,13 5 50 15,19-6-80-15,17-6 14 16,14-4 10-16,5-6-31 16,9-3 0-16,24-7-7 15,9-11-11-15,8-5 1 16,3-5-117-16,-4-25-74 15,-6-11 37-15,-8-4-140 0,-10-1 3 16,-10 5 197-16,-8 13 111 16,-7 16 318-16,0 12-140 15,0 6-167-15,-11 30 140 16,-2 15-58-16,1 10 12 16,1 10-12-16,0 5-52 15,0-2 44-15,-2-4-33 16,-3-6-51-16,-2-9 106 15,2-13-106-15,-1-11 7 16,1-12 31-16,3-11-38 16,1-8 70-16,8-4-71 15,4-31 15-15,2-15-45 16,31-18-70-16,46-56-63 16,-8 15-141-16,1 9-702 0</inkml:trace>
  <inkml:trace contextRef="#ctx0" brushRef="#br0" timeOffset="71761.77">28508 1008 889 0,'0'0'1280'16,"0"0"-1146"-16,0 0-132 15,0 0 109-15,-87 121-52 16,65-67 42-16,4 4-5 16,12-1-86-16,4-4 41 15,2-2-51-15,4-12-30 16,15-6 15-16,4-15-120 0,6-18-29 15,-2-8-112 1,-9-18-513-16</inkml:trace>
  <inkml:trace contextRef="#ctx0" brushRef="#br0" timeOffset="72100.53">28526 1175 1410 0,'0'0'762'0,"0"0"-686"15,0 0-74-15,0 0 86 16,0 0-22-16,31 116 52 15,-31-72 5-15,0 2-97 16,0-1 60-16,-2-8-86 16,-2-4 2-16,-1-13-1 15,3-8-1-15,2-8 0 16,0-4-6-16,2-12-39 16,16-20 8-16,2-12-183 0,0-9 1 15,-2 1-55-15,-5 9 103 16,-6 10 171-16,-4 15 306 15,-3 14-101-15,0 4-48 16,0 4-142-16,0 20 5 16,0 6 105-16,0 6-97 15,0 2-4-15,10-4-24 16,9-3 28-16,0-7-71 16,6-10 25-16,4-14-146 15,-5-4-59-15,-6-19-341 0</inkml:trace>
  <inkml:trace contextRef="#ctx0" brushRef="#br0" timeOffset="72255.95">29003 1073 1475 0,'0'0'730'16,"0"0"-581"-16,0 0-139 16,3 150 1-16,-17-86 70 15,-9 3-60-15,0-4-6 16,-4-4-15-16,4-7-116 15,7-18-129-15,10-18-578 0</inkml:trace>
  <inkml:trace contextRef="#ctx0" brushRef="#br0" timeOffset="72572.87">29366 970 732 0,'0'0'1391'16,"0"0"-1377"-16,0 0 29 15,0 0-18-15,99 165 17 0,-97-89 64 16,-2 6-72 0,-4 2 3-16,-12-5-37 15,-3-9 17-15,6-15-62 0,9-6 38 16,4-20-240-16,0-12-378 0</inkml:trace>
  <inkml:trace contextRef="#ctx0" brushRef="#br0" timeOffset="72836.19">29868 1310 2119 0,'0'0'476'0,"0"0"-342"15,0 0-134-15,127 0 0 16,-71 0-12-16,8 0-12 16,-12 0-178-16,-19 0-454 0</inkml:trace>
  <inkml:trace contextRef="#ctx0" brushRef="#br0" timeOffset="72963.02">29785 1427 1980 0,'0'0'243'0,"0"0"-234"16,0 0 65-16,121 12-42 0,-10-12-32 16,-13 0-288-16,-6 0-1535 0</inkml:trace>
  <inkml:trace contextRef="#ctx0" brushRef="#br0" timeOffset="73232.92">30653 1217 1003 0,'0'0'569'16,"0"0"-418"-16,0 0-41 15,0 0 201-15,64-122-125 16,-55 96-7-16,-3 5-15 0,-2 10-49 15,-4 2 52-15,0 8-159 16,0 1 31-16,0 0-78 16,-8 21-8-16,-9 16 31 15,-3 13 1-15,-1 9 28 16,6 6-41-16,1 3 27 16,1 0-95-16,0-3 44 15,-23 3-204-15,5-16-236 16,-5-19-330-16</inkml:trace>
  <inkml:trace contextRef="#ctx0" brushRef="#br0" timeOffset="73337.72">30406 1632 1640 0,'0'0'825'15,"0"0"-640"-15,0 0-148 16,171-26 35-16,-89 18-72 0,37-10-92 16,-24 4-158-16,-16-4-1170 0</inkml:trace>
  <inkml:trace contextRef="#ctx0" brushRef="#br0" timeOffset="76746.45">22184 2703 1136 0,'0'0'374'16,"0"0"-248"-16,0 0 14 16,0 0 68-16,0 0-30 15,0 0-1-15,0 0-98 16,-20-14-78-16,-13 26 43 0,-9 13-43 15,-10 12-1 1,-2 9 27-16,8 7-20 0,7-3 64 16,13-4-71-16,10-10 6 15,14-7-6-15,2-10 0 16,23-11-34-16,17-8 33 16,13 0-83-16,5-22-70 15,-5-14-221-15,-6-7-170 16,-11-3 323-16,-9 2 215 15,-9 4 7-15,-7 12 202 16,-7 10 45-16,-2 12 28 16,-2 6-228-16,0 10-24 15,0 26 109-15,0 14 12 16,0 10 15-16,-6 9-55 16,-3 1-67-16,-3-2 82 0,-1-6-119 15,-1-8 10-15,-1-9 5 16,-1-12-13-16,3-10-2 15,-3-14 0-15,3-9 12 16,0-1-68-16,8-33 48 16,5-19-132-16,8-15 9 15,29-14-188-15,13-2-14 16,7 6 50-16,5 17 243 16,-4 20 40-16,-4 18 98 15,-5 17 46-15,-7 6 77 16,-6 8-56-16,-9 14 27 15,-7 6-43-15,-11 3-112 0,-9 1 98 16,0-1-89-16,-7-1-16 16,-11-3 45-16,-2-6-75 15,2-9 11-15,5-5-11 16,6-7 0-16,7-7-67 16,9-25-52-16,25-7-346 15,10-4 145-15,5 6 34 16,-5 10 286-16,-7 15 72 15,-13 12 72-15,-15 0 8 16,-9 21-36-16,0 11 98 16,-14 5 6-16,-5 3-119 15,1-4-15-15,2-5-86 16,9-9 31-16,7-10-43 16,0-7 12-16,21-5-34 15,12-7 21-15,9-19-79 0,-1-11-164 16,-2-2-23-16,-10-2 47 15,-8 9 232-15,-10 8 26 16,-9 15 176-16,-2 6 17 16,0 3-144-16,0 17-14 15,-7 10 85-15,-1 8-91 16,0 0 86-16,6 2-141 16,2-2 1-16,0-3 15 15,0-7-16-15,2-4-2 16,6-14-128-16,-4-2-256 15,-2-5-354-15</inkml:trace>
  <inkml:trace contextRef="#ctx0" brushRef="#br0" timeOffset="76919.92">22766 2542 1735 0,'0'0'513'0,"0"0"-383"15,0 0-130-15,0 0-9 16,0 0-1-16,0 0-22 16,91 138 18-16,-111-89-284 15,3-7-1558-15</inkml:trace>
  <inkml:trace contextRef="#ctx0" brushRef="#br0" timeOffset="77482.88">23649 3134 772 0,'0'0'1239'16,"0"0"-1161"-16,0 0-78 15,155-65-89-15,-74 19 88 16,-1-7-36-16,-6-8 37 15,-10 1-13-15,-14 4-96 16,-19 6 64-16,-14 8-21 16,-17 12 66-16,0 14 126 15,-11 16-75-15,-15 5-26 16,-1 36 25-16,-2 21 5 16,4 30 118-16,10 1-58 15,6 5-50-15,6 0 49 16,3-16-56-16,0 6 2 0,0-11-60 15,-4-12 40-15,-3-14-35 16,1-17-5-16,-5-12 0 16,1-14 10-16,0-8-8 15,3-4 30-15,5-26-32 16,2-14-23-16,15-17 2 16,27-12-118-16,14-11-63 15,38-37-78-15,-14 19-348 16,-7 9-414-16</inkml:trace>
  <inkml:trace contextRef="#ctx0" brushRef="#br0" timeOffset="77662.23">24562 2694 709 0,'0'0'883'16,"0"0"-260"-16,0 0-414 0,0 0-108 15,0 0-67 1,0 0-33-16,-100 107 150 0,76-49-126 16,11 4-24-16,13 1 45 15,0-5-35-15,21-8-12 16,18-10 1-16,9-13-94 15,10-12 93-15,3-15-155 16,10-24-193-16,-18-18-193 16,-17-4-836-16</inkml:trace>
  <inkml:trace contextRef="#ctx0" brushRef="#br0" timeOffset="77995.97">24774 2863 1644 0,'0'0'667'15,"0"0"-561"-15,0 0-60 0,0 0-46 16,0 0 0-16,0 0 67 15,43 107-44-15,-30-65 14 16,-6 1 36-16,-3-4-49 16,-4-3 26-16,0-7-50 15,0-12 14-15,0-5-7 16,0-12-7-16,0 0 0 16,2-17-19-16,14-20-118 15,1-13-154-15,6-11-41 16,-7 3-292-16,-5 9 622 15,-7 14 2-15,-4 19 492 16,0 16-165-16,0 0-215 16,-9 26 39-16,-1 9-25 0,2 2-81 15,8 4 89 1,0-6-133-16,8-2-1 0,13-7 0 16,8-8-30-16,5-10 0 15,2-8-77-15,-7-16-242 16,-9-12-120-16</inkml:trace>
  <inkml:trace contextRef="#ctx0" brushRef="#br0" timeOffset="78128.82">25269 2743 1390 0,'0'0'910'16,"0"0"-747"-16,0 0-92 16,0 0-70-16,99 108 36 15,-95-56-37-15,-4 8 0 16,-9 7 0-16,-25 16 0 15,3-14-176-15,5-19-369 0</inkml:trace>
  <inkml:trace contextRef="#ctx0" brushRef="#br0" timeOffset="78436.09">25900 2992 1899 0,'0'0'751'16,"0"0"-579"-16,0 0-172 15,0 0 40-15,0 0-50 16,0 0 10-16,154 38-8 16,-107-26-32-16,-5 1-130 15,-24-6-139-15,-14-3-271 16,-4-4-853-16</inkml:trace>
  <inkml:trace contextRef="#ctx0" brushRef="#br0" timeOffset="78546.08">25885 3078 1744 0,'0'0'675'15,"0"0"-591"-15,0 0-52 16,0 0-32-16,166 32-33 0,-76-20 30 16,1-7-371-16</inkml:trace>
  <inkml:trace contextRef="#ctx0" brushRef="#br0" timeOffset="79112.5">27287 3034 1654 0,'0'0'420'0,"0"0"-420"15,0 0-28-15,0 0-94 16,104-104 96-16,-77 65 13 16,-5-1 26-16,-3 2-28 15,-6 2 33-15,-7 8-18 16,-2 4 245-16,-4 10-58 15,0 6-86-15,0 8-50 16,0 0-38-16,0 12-26 16,0 20 13-16,0 14 0 15,0 12 57-15,0 8-57 16,-4 2 0-16,0 2 4 16,-3-3 21-16,-4-7-50 15,-5-5-14-15,-23-10-178 0,0-14-74 16,-3-16-450-16</inkml:trace>
  <inkml:trace contextRef="#ctx0" brushRef="#br0" timeOffset="79245.47">27028 3306 1728 0,'0'0'616'0,"0"0"-520"16,124-8-59-16,6 1-26 16,41-6 30-16,20-2-41 15,-9-4-114-15,-28-3-110 16,-56 6-313-16,-31-2-1009 0</inkml:trace>
  <inkml:trace contextRef="#ctx0" brushRef="#br0" timeOffset="79312.83">28243 3148 1149 0,'0'0'0'0</inkml:trace>
  <inkml:trace contextRef="#ctx0" brushRef="#br0" timeOffset="81573">28555 3101 1728 0,'0'0'395'0,"0"0"-221"0,0 0-66 16,0 0 121-16,0 0-120 16,0 0-33-16,0 0 50 15,-9-11-80-15,9 9-5 16,5 1-41-16,14-5 43 15,13 3-21-15,5-1-22 16,6-1-34-16,1 3 28 16,-3 2-63-16,-5 0 0 15,-7 0-22-15,-10 0-147 16,-16 0 31-16,-3 0-350 0,0 0-161 16</inkml:trace>
  <inkml:trace contextRef="#ctx0" brushRef="#br0" timeOffset="81731.35">28555 3130 383 0,'0'0'1375'0,"0"0"-1007"16,0 0-231-16,0 0-125 16,0 0 16-16,0 0 7 15,0 0-35-15,76 54 26 16,-31-50-26-16,-1-4-136 16,-1 0-46-16,-1-26-82 15,-13-4-234-15,-7-2-732 0</inkml:trace>
  <inkml:trace contextRef="#ctx0" brushRef="#br0" timeOffset="81884.35">28963 2935 816 0,'0'0'954'0,"0"0"-760"15,0 0-139-15,0 0 122 16,0 0-85-16,35 141 3 0,-35-95-14 16,-4 0-51-16,-16-4 15 15,-2-6-45-15,-3-7-17 16,3-12-17-16,-7-17-134 15,4 0-308-15,6-24-573 0</inkml:trace>
  <inkml:trace contextRef="#ctx0" brushRef="#br0" timeOffset="82024.75">28375 2877 2129 0,'0'0'240'0,"0"0"-239"0,-85 146 72 16,58-71-73-1,14 3 0-15,13 0-7 0,40 9-50 16,16-21-210-16,10-20-897 0</inkml:trace>
  <inkml:trace contextRef="#ctx0" brushRef="#br0" timeOffset="82728.2">29556 2875 1713 0,'0'0'259'0,"0"0"-211"15,0 0-48-15,-18 117 36 16,0-28 73-16,-6 36 63 16,-5 28-74-16,2-13-21 15,9-27-9-15,5-37-66 16,11-25 94-16,-3 2-96 16,0-2 0-16,5 1 23 0,0-19-17 15,0-11 5-15,0-12-10 16,0-6 28-16,18-4 42 15,7 0-59-15,11 0-11 16,6-6 23-16,5-4-8 16,2 0-14-16,2 4-2 15,0 2-2-15,1 2-56 16,-1 0 16-16,-4-1-91 16,4-9-27-16,-13 1-182 15,-13-5-429-15</inkml:trace>
  <inkml:trace contextRef="#ctx0" brushRef="#br0" timeOffset="82949.88">29518 2830 2336 0,'0'0'437'16,"0"0"-420"-16,0 0-33 16,0 0 16-16,151 1 0 0,-83 10-9 15,3 1 9 1,31-3-182-16,-17-1-183 0,-16-6-662 0</inkml:trace>
  <inkml:trace contextRef="#ctx0" brushRef="#br0" timeOffset="83483.16">30312 2769 772 0,'0'0'1080'0,"0"0"-885"15,0 0-120-15,0 0 96 16,0 0-54-16,0 0 51 16,0 0-157-16,2 4 14 15,2 10-46-15,-1 12 27 16,-1 12-6-16,-2 11 48 15,0 9-47-15,-5 2 101 16,-11-4-102-16,1-6 18 16,1-8-5-16,8-14-7 15,4-10-6-15,2-10 0 16,0-8 19-16,0 0-17 16,6-6-2-16,17-23-48 15,4-17-23-15,4-13-108 0,0-12-51 16,-4 0-132-16,-8 8 82 15,-5 18 280-15,-9 16 245 16,-3 15 103-16,-2 14-130 16,0 0-151-16,0 9-48 15,0 18 57-15,0 9-76 16,0 8 95-16,6 4-95 16,15-2-33-16,10-4-23 15,31-5-121-15,-4-12-118 16,-4-13-508-16</inkml:trace>
  <inkml:trace contextRef="#ctx0" brushRef="#br0" timeOffset="83727.86">30967 2926 1832 0,'0'0'578'0,"0"0"-478"16,0 0-9-16,0 0-15 16,0 0 13-16,0 0-89 15,0 0 18-15,134 9-2 16,-88-3-16-16,2 2-28 16,-6-4 4-16,-11 2-168 0,-18-3-91 15,-8-3-288-15,-5 0-890 16</inkml:trace>
  <inkml:trace contextRef="#ctx0" brushRef="#br0" timeOffset="83862.3">31041 3002 1637 0,'0'0'497'15,"0"0"-365"-15,0 0-120 16,0 0 131-16,0 0 1 16,138 58-114-16,-70-42-30 15,38-5-73-15,-19-6-210 16,-10-5-375-16</inkml:trace>
  <inkml:trace contextRef="#ctx0" brushRef="#br0" timeOffset="84761.77">31863 2833 882 0,'0'0'1209'15,"0"0"-1007"-15,0 0-41 16,0 0-49-16,0 0 0 15,0 0-17-15,0 0-80 16,-2-16 34-16,2 16-49 16,0 0 0-16,0 0-3 15,0 0 3-15,0 0 0 16,0 0-6-16,0 0 21 16,0 0-13-16,0 0-2 15,0 0 0-15,0 0-11 0,0 0 11 16,0 0 0-16,0 0 0 15,0 0 21-15,0 0-34 16,0 0 13-16,0 0 0 16,0 0-23-16,0 0 24 15,0 0-1-15,0 0 0 16,0 0 13-16,0 0-23 16,0 0 10-16,0 0 0 15,0 0-17-15,0 0 19 16,0 0-2-16,0 0 0 15,0 0 19-15,0 0-25 16,0 0 6-16,0 0-1 0,0 0-16 16,0 0 23-16,0 0-6 15,0 0 0 1,0 0 11-16,0 0-8 0,0 0-3 16,0 0 0-16,0 0-14 15,0 0 15-15,0 0-1 16,0 0 0-16,0 0 11 15,0 0-10-15,0 0-1 16,0 0 0-16,0 0-6 16,0 0 12-16,0 0-6 15,0 0 0-15,0 0 8 16,0 0-14-16,0 0 6 16,0 0 0-16,0 0-15 15,0 0 36-15,0 0-20 0,0 0-1 16,0 0 1-1,0 0 7-15,0 0-8 0,-9 0-3 16,-11 14-14-16,-11 12 34 16,-5 10-14-16,0 9-3 15,-2 2 12-15,9 3 29 16,7-1-41-16,7-9 0 16,8-5-13-16,7-10 29 15,0-9-32-15,0-8-3 16,20-8-17-16,7 0-5 15,6-14 7-15,2-18-119 16,4-12 5-16,-6-8 12 0,-1 2 78 16,-8 6 27-1,-9 10 31-15,-6 13 332 0,-4 11-154 16,-5 8-95-16,0 2-65 16,0 4 5-16,2 22-43 15,1 13 20-15,1 12-43 16,13 28 28-16,-1-12-231 15,2-18-402-15</inkml:trace>
  <inkml:trace contextRef="#ctx0" brushRef="#br0" timeOffset="85477.86">30334 3717 1820 0,'0'0'315'0,"0"0"-147"16,0 0-168-16,0 0 0 15,0 0 71-15,0 0-38 16,114 90 31-16,-114-37 22 0,0 8-67 15,-11-3 112 1,-5-3-119-16,5-6-6 0,-1-10 18 16,6-11-13-16,3-10-11 15,3-6 0-15,0-10 13 16,0-2-20-16,9-5 7 16,14-27-41-16,4-17-82 15,2-15-68-15,-5-1-28 16,-6 2 65-16,-9 19 154 15,-5 18 280-15,-4 16-145 16,0 10-85-16,0 0 7 16,0 10-50-16,0 19 57 15,5 8-50-15,10 7 11 16,14 2-10-16,18-2-15 0,16-5-45 16,46-17-50-16,-15-11-234 15,-13-11-365-15</inkml:trace>
  <inkml:trace contextRef="#ctx0" brushRef="#br0" timeOffset="85629.83">31010 3902 1787 0,'0'0'800'16,"0"0"-739"-16,0 0-61 16,0 0 47-16,0 0-39 15,0 0 34-15,169-4-42 16,-101 4-111-16,15 6 43 15,-18 6-396-15,-20-4-419 0</inkml:trace>
  <inkml:trace contextRef="#ctx0" brushRef="#br0" timeOffset="85777.78">31092 4057 1416 0,'0'0'1142'15,"0"0"-1142"-15,0 0 9 16,0 0-35-16,0 0 35 15,116 24-9-15,-50-22 0 16,44-2-130-16,-17-10-224 16,-10-13-443-16</inkml:trace>
  <inkml:trace contextRef="#ctx0" brushRef="#br0" timeOffset="86161.72">31881 3595 1921 0,'0'0'718'0,"0"0"-718"16,0 0-68-16,0 0 38 16,-32 113 30-16,20-51 128 15,-2 8-85-15,3 2 1 16,2-5-3-16,2-8-20 16,0-13 36-16,3-13-57 15,0-13 0-15,1-8-6 16,3-8 8-16,0-4-2 0,0 0 0 15,5-7 6 1,20-17-44-16,10-7-142 0,9-3 31 16,3 2 70-16,1 15 44 15,-11 11 35-15,-6 6 40 16,-6 2-21-16,-10 17 109 16,-8 6-87-16,-7 5-12 15,-5 2 63-15,-26 4-26 16,-13 0 7-16,-10 0-73 15,3-5 25-15,5-9-57 16,21-20-94-16,14-2-256 16,11-9-710-16</inkml:trace>
  <inkml:trace contextRef="#ctx0" brushRef="#br0" timeOffset="86274.21">32470 3886 2020 0,'0'0'673'15,"0"0"-673"-15,0 0-557 16,0 0 280-16,-125 40-685 0</inkml:trace>
  <inkml:trace contextRef="#ctx0" brushRef="#br0" timeOffset="88744.8">21852 5787 827 0,'0'0'819'16,"0"0"-614"-16,0 0 81 15,0 0-76-15,0 0-20 16,0 0 41-16,0 0-88 15,-16-5-33-15,16 5-86 16,0-1 22-16,0 1 31 16,0 0-77-16,18-2 0 15,18 0 3-15,15 0 12 16,14 0-21-16,6-1 6 16,3 3-70-16,-5 0 32 0,-5 0-29 15,-8 0-69-15,-6 0-43 16,-17 0-148-16,-18 0-341 0</inkml:trace>
  <inkml:trace contextRef="#ctx0" brushRef="#br0" timeOffset="88917.9">21923 5886 1512 0,'0'0'702'15,"0"0"-587"-15,0 0-115 16,0 0 1-16,0 0 70 15,0 0-71-15,160 23 30 16,-108-23-70-16,-3 0-92 0,11-23-142 16,-15-9-68-16,-10-3-429 15</inkml:trace>
  <inkml:trace contextRef="#ctx0" brushRef="#br0" timeOffset="89059.72">22483 5576 532 0,'0'0'1466'16,"0"0"-1138"-16,0 0-255 15,0 0-72-15,0 0 115 16,49 143-110-16,-49-83 19 16,-22 10 17-16,-12 4-42 15,-19 24-1-15,8-18-220 16,5-22-545-16</inkml:trace>
  <inkml:trace contextRef="#ctx0" brushRef="#br0" timeOffset="90763.9">23087 5861 1350 0,'0'0'533'16,"0"0"-334"-16,0 0-87 15,0 0-35-15,0 0 92 16,0 0-169-16,140-77 10 0,-82 42-29 15,5-5 8 1,-5-5-45-16,-3 1-8 0,-8-2-57 16,-9 4 53-16,-11 4-102 15,-14 8 56-15,-6 8 102 16,-7 8 12-16,0 7 18 16,0 4 55-16,0 1-66 15,0 2 110-15,0 0-77 16,0 0-21-16,0 0 33 15,0 0-46-15,0 0 42 16,0 0-30-16,0 0 12 16,0 0-2-16,0 0-28 15,0 0 0-15,0 0-2 16,0 0 16-16,0 0-9 16,0 0-5-16,0 0 15 0,0 0 43 15,0 0-58-15,0 0 0 16,0 0 27-16,0 0-18 15,0 0 28-15,-13 0-37 16,-3 5 6-16,-2 6-12 16,0 5 6-16,3 8 0 15,-1 15 26-15,5 12-18 16,4 16 48-16,5 13-56 16,2 7 14-16,0 3 107 15,0-5-120-15,0-3 25 16,0-10 6-16,0-6-23 15,0-13 30-15,-7-6-39 0,-8-10 0 16,-12-2 15-16,-6-7-15 16,-10-6 0-16,-6-8 9 15,0-11 15-15,5-3-15 16,7-3-9-16,16-25 0 16,13-11-14-16,8-9 14 15,29-10-21-15,23-5 11 16,17-4-81-16,47-25-12 15,-16 15-223-15,-9 8-432 0</inkml:trace>
  <inkml:trace contextRef="#ctx0" brushRef="#br0" timeOffset="90959.33">24085 5298 1902 0,'0'0'261'16,"0"0"-156"-16,0 0-104 15,-122 169 54-15,80-88 107 16,8 5-113-16,12-1-2 16,15-11-47-16,7-10 39 15,11-12-78-15,22-12 39 16,17-11-98-16,41-28 11 16,-10-1-237-16,-6-9-335 0</inkml:trace>
  <inkml:trace contextRef="#ctx0" brushRef="#br0" timeOffset="91344.33">24326 5636 1935 0,'0'0'295'0,"0"0"-227"16,-129 134 54-16,85-85-36 16,15-7-4-16,10-8-45 15,15-8-12-15,4-8-13 16,7-6-12-16,22-10-83 15,6-2 62-15,4-18-105 16,-2-17-129-16,-3-8-59 16,-9-1-258-16,-6 8 207 15,-7 12 365-15,-4 18 386 0,-3 6-184 16,-3 28 6 0,-2 22-9-16,0 14 37 0,0 13-123 15,-17 3 85 1,-6-2-117-16,-2-8-20 0,1-12 14 15,2-14-74-15,4-16 41 16,2-11 13-16,5-12-54 16,2-5 126-16,3-1-127 15,6-23 1-15,0-17-3 16,21-13-81-16,51-48-46 16,-5 12-138-16,-2 2-489 0</inkml:trace>
  <inkml:trace contextRef="#ctx0" brushRef="#br0" timeOffset="91521.84">24759 5382 1502 0,'0'0'908'0,"0"0"-786"15,0 0-122-15,0 0 8 16,-101 156 48-16,82-86-8 16,9 0-48-16,10-1 77 15,0-9-77-15,12-10-10 16,13-12 9-16,3-10-117 15,6-14 35-15,4-14-95 16,-9-14-181-16,-7-14-382 0</inkml:trace>
  <inkml:trace contextRef="#ctx0" brushRef="#br0" timeOffset="91727.37">24845 5632 1876 0,'0'0'281'16,"0"0"-217"-16,0 0-57 0,0 0 70 15,21 138 54-15,-21-95-44 16,0-2 74-16,-11-2-140 16,1-9-6-16,2-9-12 15,5-12 28-15,3-4-20 16,0-5-11-16,0-3-3 16,21-23-30-16,21-42-257 15,-5 3-297-15,-2 0-396 0</inkml:trace>
  <inkml:trace contextRef="#ctx0" brushRef="#br0" timeOffset="91866.76">25013 5608 1825 0,'0'0'506'16,"0"0"-408"-16,0 0-13 0,0 0-32 15,-4 130 84-15,4-101-125 16,20-3 8-16,8-2-10 16,8-6-10-16,4-8-27 15,-2-8-77-15,-3-7-162 16,-10-21-92-16,-9-9-578 0</inkml:trace>
  <inkml:trace contextRef="#ctx0" brushRef="#br0" timeOffset="92025.81">25363 5484 1099 0,'0'0'1129'0,"0"0"-972"16,0 0-142-16,24 131 21 15,-24-71 22-15,0 3-39 0,0-5 89 16,-6-5-108-16,-3-7-29 15,5-12 3-15,4-24-171 16,0-10-278-16,8 0-1046 0</inkml:trace>
  <inkml:trace contextRef="#ctx0" brushRef="#br0" timeOffset="92228.73">25719 5270 1644 0,'0'0'261'0,"29"122"-141"16,-17-40-24-16,-8 17 100 15,-4 1-114-15,-2-23-23 0,-16 8 58 16,0-11-108-16,5-13 11 16,8-11-20-16,5-22-180 15,25-12-87-15,4-16-558 0</inkml:trace>
  <inkml:trace contextRef="#ctx0" brushRef="#br0" timeOffset="92417.07">26207 5731 2408 0,'0'0'470'0,"0"0"-470"15,0 0-52-15,0 0 51 0,0 0-21 16,114 24 5-16,-58-14-15 16,-12-2-268-16,-17-2-602 0</inkml:trace>
  <inkml:trace contextRef="#ctx0" brushRef="#br0" timeOffset="92544.23">26018 5886 2431 0,'0'0'350'15,"0"0"-299"-15,0 0-51 16,0 0 0-16,158 11-39 16,-35-11-13-16,-14 0-416 15,-9-4-974-15</inkml:trace>
  <inkml:trace contextRef="#ctx0" brushRef="#br0" timeOffset="92812.02">26919 5782 750 0,'0'0'1113'16,"0"0"-984"-16,0 0-129 15,33-116-145-15,-20 79 145 16,1 3 11-16,-3 3 5 16,-2 12 61-16,-4 4 69 15,-5 10 154-15,0 5-97 16,0 7-202-16,-8 25 56 0,-9 17-57 15,-5 13 0-15,1 8 3 16,4 2-3-16,3-3-30 16,8 12-71-16,3-20-186 15,3-19-198-15</inkml:trace>
  <inkml:trace contextRef="#ctx0" brushRef="#br0" timeOffset="93302.21">27817 5916 1835 0,'0'0'550'0,"0"0"-396"16,0 0-29-16,0 0 21 16,0 0-75-16,0 0-42 15,0 0 90-15,49 0-119 16,-2-9 0-16,14-1-3 15,10-1 22-15,6 0-38 16,2 3 11-16,-6 4-103 16,-11 2 43-16,-10 2-211 15,-19 0-242-15,-17 0-441 0</inkml:trace>
  <inkml:trace contextRef="#ctx0" brushRef="#br0" timeOffset="93489.57">27786 5992 1395 0,'0'0'806'0,"0"0"-575"15,0 0-140-15,0 0-72 16,0 0 111-16,151 10-104 16,-70-6-5-16,8-4-42 15,2 0-89-15,19-4-98 16,-26-13-143-16,-20-1-582 0</inkml:trace>
  <inkml:trace contextRef="#ctx0" brushRef="#br0" timeOffset="93700.9">28546 5750 1986 0,'0'0'303'0,"0"0"-303"16,0 0 22-16,5 136 51 15,-28-78-1-15,-14 2 32 16,-10 0 32-16,-5-4-97 16,-1-8-17-16,2-10-22 15,-1-10 20-15,4-12-79 16,-20-16 13-16,13 0-196 16,6-14-294-16</inkml:trace>
  <inkml:trace contextRef="#ctx0" brushRef="#br0" timeOffset="93857.43">27554 5738 2131 0,'0'0'219'15,"0"0"-93"-15,-176 125-126 16,107-59 0-16,18 7-8 16,22 0 28-16,22 2-40 15,36 4-60-15,20-20-310 16,9-19-715-16</inkml:trace>
  <inkml:trace contextRef="#ctx0" brushRef="#br0" timeOffset="94893.87">29444 5516 1967 0,'0'0'302'15,"0"0"-302"-15,0 0-90 16,0 0 90-16,0 0 51 16,-39 179 74-16,10-57-10 15,-7 27-43-15,4-9 96 0,10-30-141 16,6-31 3-16,12-24 58 16,2 6-61-16,0 0 50 15,2 4-77-15,0-13 23 16,0-14-16-16,2-10-7 15,2-10 0-15,0-7-4 16,1-6 22-16,-2-5-5 16,-1 0-13-16,5 0 2 15,3 0-1-15,13 0-1 16,8 0 0-16,9-4-9 16,5-2 35-16,6 0-46 15,4-2 20-15,4 0-66 16,1 0 53-16,-4-2-116 15,8-16-96-15,-12 2-82 0,-17-6-585 0</inkml:trace>
  <inkml:trace contextRef="#ctx0" brushRef="#br0" timeOffset="95117.82">29463 5462 2374 0,'0'0'333'0,"0"0"-298"16,0 0-46-16,120-12 11 0,-61 12 0 15,11 0-58-15,22 0-9 16,-19 0-392-16,-15 0-650 0</inkml:trace>
  <inkml:trace contextRef="#ctx0" brushRef="#br0" timeOffset="101776.55">30597 5332 1209 0,'0'0'394'0,"0"0"-315"15,0 0-50 1,0 0-27-16,-149 31-2 0,95 1 144 16,3 5-69-16,6 5 32 15,12 0-29-15,12-1-53 16,13-10 47-16,8-2-72 15,0-10 9-15,22-5-12 16,12-11 3-16,5-3-35 16,4-11-72-16,-3-16-68 15,-6-12 113-15,-10-3-93 16,-7 2 61-16,-7 2 81 16,-6 10 26-16,-4 9 118 15,0 16 65-15,0 3-167 16,-4 28 25-16,-10 26-53 0,-1 17 102 15,-3 12 77-15,3 8-93 16,-1-5-11-16,-2-8-45 16,2-9-3-16,1-18 16 15,-1-11-44-15,3-13 0 16,1-12 44-16,6-8-20 16,-1-7 22-16,7 0 32 15,0-20-71-15,0-16 1 16,30-12-8-16,11-13-138 15,13-3 54-15,35-31-155 16,-13 17-107-16,-10 6-613 0</inkml:trace>
  <inkml:trace contextRef="#ctx0" brushRef="#br0" timeOffset="101973.47">30875 5221 1468 0,'0'0'766'0,"0"0"-716"16,0 0-28-16,0 0-6 15,-97 119 26-15,65-55 48 16,12 6-58-16,9 1-6 16,11-6 13-16,0-11-39 15,23-9-9-15,3-13-9 16,3-12-3-16,2-11-48 16,-2-9-41-16,-2-15-148 15,-9-18 16-15,-9-2-542 0</inkml:trace>
  <inkml:trace contextRef="#ctx0" brushRef="#br0" timeOffset="102295.43">30925 5458 776 0,'0'0'708'16,"0"0"-522"-16,0 0-40 15,0 0 16-15,0 0-47 16,46 145 32-16,-46-91-30 16,0-4-67-16,-2-8 99 15,-4-9-149-15,-1-6 6 16,5-11 7-16,0-10 4 15,2-6-11-15,0 0-6 16,15-14-38-16,14-22 21 16,2-14-216-16,2-10-125 0,-6-3 34 15,-6 9 316 1,-11 16 8-16,-7 18 322 0,-3 14-112 16,0 6-57-16,0 12-144 15,0 16 65-15,0 6 27 16,2 2-82-16,9 0 29 15,7-4-48-15,2-8-61 16,5-9 60-16,2-15-188 16,-8-7-78-16,-3-16-382 0</inkml:trace>
  <inkml:trace contextRef="#ctx0" brushRef="#br0" timeOffset="102468.78">31506 5261 2123 0,'0'0'240'0,"0"0"-217"0,34 111 95 16,-34-47-100-16,0 11 43 16,-16 0 24-16,-10 2-65 15,1-11 8-15,3-11-28 16,9-14-137-16,5-15 59 16,10-26-280-16,21-2-257 15,6-19-588-15</inkml:trace>
  <inkml:trace contextRef="#ctx0" brushRef="#br0" timeOffset="102641.55">31799 5484 1650 0,'0'0'816'0,"0"0"-751"0,0 0-65 16,0 0 0-1,115 32-10-15,-76-18 25 0,-2 2-38 16,-3-2 3-16,-12-1-185 15,-22-8-72-15,0-2-316 16,-18-3 57-16</inkml:trace>
  <inkml:trace contextRef="#ctx0" brushRef="#br0" timeOffset="102762.43">31803 5596 990 0,'0'0'654'0,"0"0"-492"16,0 0-48-16,0 0 72 15,0 0-77-15,0 0-14 16,163 67-95-16,-70-67-214 0,-10-18-108 15,-12-7-393-15</inkml:trace>
  <inkml:trace contextRef="#ctx0" brushRef="#br0" timeOffset="103025.68">32373 5402 1185 0,'0'0'962'0,"0"0"-825"0,0 0-113 15,0 0 114-15,0 0-69 16,-73 135-23-16,66-103 60 15,7-6-105-15,0-4 11 16,0-7-12-16,7-6 1 16,11-9-38-16,-1 0 19 15,2-21-110-15,-4-7 39 0,-1-2-61 16,-4 5 150 0,-3 6 39-16,-3 9 113 0,4 10 67 15,-2 0-219-15,5 30 33 16,1 20-57-16,-8 33 24 15,-4 37-74-15,-20-14-133 16,-14-13-751-16</inkml:trace>
  <inkml:trace contextRef="#ctx0" brushRef="#br0" timeOffset="103759.5">30360 6520 1572 0,'0'0'653'16,"0"0"-558"-16,0 0-11 16,0 0-84-16,0 0 0 15,-155 55 41-15,94-17-1 16,5 4 28-16,12-6-68 15,15-6 18-15,15-9 0 0,14-9-18 16,5-9-43 0,29-3 37-16,12 0-33 0,10-17-65 15,0-12-162-15,-5-7-36 16,-8 2 140-16,-10 2 88 16,-13 12 74-1,-9 12 188-15,-9 8-65 0,-2 23-71 16,0 28 82-16,0 22 19 15,-10 13 63-15,-2 6-159 16,-1 2-11-16,-3-6 36 16,-4-12-69-16,-2-16 56 15,1-19-63-15,2-15 10 16,5-15 92-16,1-11-86 16,3 0 12-16,8-21-23 15,2-20-11-15,10-14-1 0,28-15-73 16,17-13-120-1,48-43 81-15,-12 18-523 0,-4 9-659 0</inkml:trace>
  <inkml:trace contextRef="#ctx0" brushRef="#br0" timeOffset="103933.22">30836 6309 2131 0,'0'0'363'0,"0"0"-314"15,0 0 1-15,-116 112-19 16,78-54-31-16,9 4 121 15,11 1-121-15,13 0 14 16,5-6-14-16,2-7-18 16,21-12-33-16,8-13-98 0,21-25-99 15,-10 0-36 1,0-17-626-16</inkml:trace>
  <inkml:trace contextRef="#ctx0" brushRef="#br0" timeOffset="104279.11">31021 6319 2116 0,'0'0'306'15,"0"0"-306"-15,0 0 0 16,0 0 0-16,-38 155 87 16,15-88 7-16,5-1 21 15,3-6-109-15,1-12 15 16,5-14 9-16,3-9-30 0,4-15 0 15,2-6-1-15,0-4 25 16,0 0-9-16,27-18-15 16,8-10-184-16,9-3 89 15,-1 5-10-15,-12 6 105 16,-11 14 0-16,-15 6 19 16,-5 6 11-16,-5 26-17 15,-24 13 21-15,-11 6 88 16,-6 5-120-16,1-3-2 15,5-11 0-15,11-12-31 16,13-26 10-16,9-4-171 16,7-6-151-16</inkml:trace>
  <inkml:trace contextRef="#ctx0" brushRef="#br0" timeOffset="104449.83">31361 6490 2074 0,'0'0'360'0,"0"0"-230"16,-17 131-130-16,-17-58 0 16,-10 7 32-16,-4-5-25 15,4-4-7-15,11-13 0 16,21-22-144-16,12-18-86 16,0-16-650-16</inkml:trace>
  <inkml:trace contextRef="#ctx0" brushRef="#br0" timeOffset="104689.59">31696 6729 1607 0,'0'0'836'15,"0"0"-565"-15,0 0-259 16,116 0 4-16,-60 0-11 16,2 0-5-16,-8 0-1 0,-9 0-99 15,-34 14-204-15,-7-1-220 16,-13-2-132-16</inkml:trace>
  <inkml:trace contextRef="#ctx0" brushRef="#br0" timeOffset="104811.46">31704 6812 1320 0,'0'0'627'0,"0"0"-324"0,0 0-27 15,0 0-156-15,0 0-82 16,0 0 17-16,0 0-42 16,121 48-13-16,-16-43-73 15,-16-2-428-15,-16-3-556 0</inkml:trace>
  <inkml:trace contextRef="#ctx0" brushRef="#br0" timeOffset="105396.6">32349 6316 2089 0,'0'0'322'15,"0"0"-322"-15,0 0 0 16,0 0 21-16,-43 109 77 16,14-44 85-16,-4 11-79 15,-2 5-89-15,1 0 111 16,7-11-125-16,7-14 5 15,9-15 9-15,5-15 3 0,6-13-10 16,0-11-8 0,24-2 0-16,23-6-50 0,19-18 41 15,15-8-157-15,4 0-6 16,-10 4 16-16,-17 5 156 16,-20 11 49-1,-22 11-13-15,-16 1 28 0,-4 10-36 16,-34 24-6-16,-20 12 50 15,-14 10-62-15,-39 19-10 16,14-15-201-16,16-16-418 0</inkml:trace>
  <inkml:trace contextRef="#ctx0" brushRef="#br0" timeOffset="130838.72">24081 6203 810 0,'0'0'267'0,"0"0"-236"16,0 0-31-16,0 0-2 16,0 0 2-16,0 0 84 0,2-47-10 15,0 36 34 1,-2 2-6-16,0 1-45 0,0 0 68 15,0 1-35-15,0 4 14 16,0-1 68-16,0-1-52 16,0 3-8-16,0 0 20 15,0 2-67-15,0 0-7 16,0 0-43-16,0 0-9 16,0 0 0-16,0 16-6 15,16 16 0-15,7 14 35 16,8 12-18-16,13 2 26 15,14-1-22-15,16-6-9 16,35-12 37-16,38-18-49 16,32-23 0-16,6-11 9 15,-21-31-8-15,-41-1-2 0,-38 7-12 16,-25 5 4 0,-9 0-17-16,-2-4-15 0,-2-1 0 15,-5-4 27-15,-17 10 28 16,-9 5-5-16,-12 8 35 15,-4 6 13-15,0 8 61 16,0-1-91-16,0 4-14 16,0-3 13-16,0 3-26 15,0 0-1-15,0 0-42 16,2 0-84-16,0 0-73 16,1 10-193-16,-3 1-303 0</inkml:trace>
  <inkml:trace contextRef="#ctx0" brushRef="#br0" timeOffset="131132.91">24623 6682 876 0,'0'0'611'16,"0"0"-418"-16,0 0-108 0,0 0-9 16,0 0 13-16,0 0-80 15,0 0-18-15,6 7 9 16,6-1 0-16,15 8-9 15,-4 1-36-15,4-8-203 0</inkml:trace>
  <inkml:trace contextRef="#ctx0" brushRef="#br0" timeOffset="135110.53">30287 5927 222 0,'0'0'519'0,"0"0"-454"16,0 0 51-16,0 0 73 0,0 0-31 15,0 0-38 1,0 0 78-16,0 0-73 0,0 0-24 15,0 0-18-15,0 0 17 16,0 0 33-16,0 0-50 16,0 0-13-16,0 0 48 15,0 0-100-15,0-2-2 16,0 2 3-16,0 0 4 16,0 0 2-16,0 0-21 15,0 0 5-15,0 0 8 16,0 0-11-16,7 0-12 15,13 0-3-15,9 0 9 0,13 7 13 16,14 0-13 0,9 5 0-16,24 3 20 0,40-2-20 15,45 3 76 1,22 0-28-16,5-2-27 0,-14-1 9 16,-27-3-18-16,-13-1-11 15,-26 0 53-15,-30-1-35 16,-26 0-1-16,-12 2-10 15,5-1-7-15,3 3 8 16,3-1-9-16,-8-2 1 16,-12 0 8-16,-7-6-9 15,-12 2 0-15,-6-5 0 16,-9 2 0-16,-4-2 8 16,-4 0-8-16,-2 0-28 15,0 0 19-15,0 0-126 0,-10-2-129 16,-3-8-447-16</inkml:trace>
  <inkml:trace contextRef="#ctx0" brushRef="#br0" timeOffset="135819.04">31475 5735 1612 0,'0'0'629'0,"0"0"-572"16,0 0-43-16,0 0-28 15,0 0 8-15,0 0-143 16,0 0-63-16,0 0-270 0</inkml:trace>
  <inkml:trace contextRef="#ctx0" brushRef="#br0" timeOffset="135973.51">31475 5735 1365 0,'58'35'358'15,"-53"-35"-276"-15,-3 0-50 0,2 0 76 16,-2 0-88-16,3 0-20 16,4 0-54-16,-2 5-199 15,1-3-673-15</inkml:trace>
  <inkml:trace contextRef="#ctx0" brushRef="#br0" timeOffset="136162.73">31649 5886 925 0,'0'0'596'0,"0"0"-466"0,0 0-54 15,0 0 38-15,0 0 0 16,0 0-110-16,0 0-4 16,-13-3-117-16,13 3-463 0</inkml:trace>
  <inkml:trace contextRef="#ctx0" brushRef="#br0" timeOffset="137188.44">30238 7253 1360 0,'0'0'321'0,"0"0"-182"16,0 0 25-16,0 0 77 15,0 0-66-15,0 0-15 16,0 0-30-16,-27-44-31 16,27 42 12-16,0-1-38 15,0 3-28-15,0 0 67 16,0-1-92-16,0 1-7 15,0-3-2-15,4 2-5 16,28-1-12-16,15-3-8 0,22 5 14 16,32 0-22-1,38 0 22-15,42 0 0 0,20 11-6 16,1-3 7-16,-9-2-2 16,-25-6 1-16,-4 0 0 15,-13 0-15-15,-32 0 15 16,-33 0-8-16,-28 0 7 15,-15 0-21-15,-3 0 16 16,-5 0-35-16,-6 0-57 16,-15 0 37-16,-12 0-88 15,-2 0-36-15,-16 0-104 16,-3 0-476-16</inkml:trace>
  <inkml:trace contextRef="#ctx0" brushRef="#br0" timeOffset="140638.46">30788 6662 722 0,'0'0'495'16,"0"0"-295"-16,0 0-104 15,0 0 42-15,0 0 30 16,0 0-103-16,0-21-11 15,0 19 21-15,0-1-29 16,0 3 71-16,0-3-69 16,0 1-28-16,0 0 101 0,5 0-112 15,0-1 4 1,1 0-7-16,3 3 22 0,2 0-20 16,5 0-8-16,-1 3 0 15,3 14-5-15,1 7 13 16,-7 6-8-16,-3 8 41 15,-7 7-39-15,-2 1 93 16,0 0-59-16,-15-2-13 16,-5-2 65-16,-2-6-76 15,0-6-12-15,1-6 11 16,6-8 5-16,6-6 5 16,2-5-21-16,7-5 0 15,0 0 18-15,4-15-5 0,25-19-26 16,14-18-68-1,12-8-48-15,9-9 34 0,-5 6-77 16,-12 10 92-16,-14 16 80 16,-17 13 23-16,-13 13 106 15,-3 11-28-15,-21 3-86 16,-10 22 56-16,-2 12-10 16,6 5-43-16,14 6 67 15,13 1-85-15,11 4 0 16,33-5-1-16,45-1-102 15,-6-12-46-15,-9-17-552 0</inkml:trace>
  <inkml:trace contextRef="#ctx0" brushRef="#br0" timeOffset="144342.68">1175 3517 947 0,'0'0'865'0,"0"0"-767"15,0 0-14-15,0 0 12 16,0 0-7-16,0 0 141 15,8 0-108-15,-3 0-56 0,-1 0-37 16,0-4-15-16,1 2 16 16,-2 0-30-1,-3 2 7-15,0 0 26 16,0 0-33-16,0 0 0 0,0 0-11 16,0 11 31-16,0 6-23 15,0 1 3-15,0 0 0 16,0-4-30-16,10-4 30 15,3-6 0-15,1-1-12 16,-3-3 26-16,-1 0-1 16,-10 0-6-16,0-7 10 15,-4-5 86-15,-15 0-103 16,1 2-23-16,3 2 14 16,15 6-164-16,0 0-333 15,4-3-738-15</inkml:trace>
  <inkml:trace contextRef="#ctx0" brushRef="#br0" timeOffset="145546.79">2282 3200 1986 0,'0'0'327'0,"0"0"-287"16,-149 38-39-16,71-1 95 15,-3 11-25-15,10 0 44 16,11-2-85-16,17-4 4 16,20-8 5-16,11-7-39 15,12-8-6-15,0-7-18 16,27-8 13-16,10-4 11 16,13 0 0-16,4-21-90 0,-4-13 81 15,0-3-82 1,-11-3 5-16,-7-1 74 0,-8 8-19 15,-6 7 31-15,-9 9 6 16,-7 12 3-16,-2 5 47 16,0 8-56-16,0 25-15 15,0 21 15-15,0 17 18 16,-6 11 41-16,1 8 1 16,-2 2-54-16,-2-6 97 15,1-3-103-15,-1-13 6 16,-3-10 13-16,2-14-12 15,-1-13-7-15,-1-13 0 16,1-12 17-16,-3-8-4 16,6-8-13-16,3-30-48 15,5-39-20-15,25-39-94 16,40-30-34-16,8 9-79 16,-3 31-122-16,-16 44-101 0,-13 32 476 15,-3 5 22-15,2 7 387 16,-5 11-116-16,-8 7-39 15,-11 12-10-15,-9 23-102 16,-7 13 61-16,0 3-73 16,-15 3-51-16,-8 0 44 15,-2-9-101-15,3-12 15 16,4-12-15-16,5-11 25 16,4-10-20-16,7-6-5 15,2-29-79-15,15-16-31 16,23-14-112-16,17-6-14 0,9 6 20 15,2 10-8 1,1 15 202-16,-9 19 22 0,-6 14 136 16,-15 7 49-1,-12 7-44-15,-14 17 11 0,-11 8 12 16,0 5-54-16,-11 11 56 16,-11-5-128-16,-1 1-26 15,3-10 27-15,4-10-39 16,10-10 0-16,4-10-1 15,2-4-35-15,2 0 36 16,23-24-91-16,8-11-148 16,5-8 46-16,-3 1-186 15,-8 8 218-15,-12 12 161 0,-10 18 164 16,-5 4 6-16,0 9-69 16,0 17 63-16,-3 6 23 15,1-6-112-15,2-1-31 16,0-5-14-16,14-6-15 15,9-6 0-15,4-8-15 16,4 0-39-16,0-15 21 16,0-17-95-16,-2-9-4 15,-3-1-30-15,-4 1-64 16,-3 10 149-16,-6 11 62 16,-2 11 0-16,-4 9 170 15,-1 6-61-15,1 19 10 16,-1 8 5-16,2 4-40 15,-4-3 20-15,0 1-104 0,1-9 7 16,-3-5-39-16,-2-7 32 16,0-14-158-16,-2 0-173 15,-13 0-391-15</inkml:trace>
  <inkml:trace contextRef="#ctx0" brushRef="#br0" timeOffset="145736.7">3058 2830 2063 0,'0'0'290'0,"0"0"-167"16,0 0-120-16,0 0 20 16,0 0 61-16,0 0-84 0,0 0 0 15,54 142 0-15,-104-59-92 16,-5-8-259-16</inkml:trace>
  <inkml:trace contextRef="#ctx0" brushRef="#br0" timeOffset="148887.15">4298 3377 1215 0,'0'0'531'0,"0"0"-308"16,0 0 130-16,0 0-123 15,0 0-41-15,0 0 52 16,0 0-123-16,-19-3-55 16,22-4-63-16,13-8 33 15,7-4-74-15,11-8 41 16,4-1-91-16,2-2 70 16,0-1-79-16,-3 5 27 0,-6 1 4 15,-10 3-49-15,-5 5 88 16,-9 8 30-16,-5 4 0 15,-2 5-22-15,0 0 22 16,0 0-13-16,0 3-8 16,-4 23-11-16,-9 20 32 15,-6 18 17-15,-1 33 17 16,1 22 82-16,5-6-83 16,1-13 18-16,6-19 3 15,2-23-38-15,1 0 48 16,-3 2-64-16,1-10 0 15,-4-13 8-15,-3-5-8 16,-2-8 0-16,-5-9-1 0,-5-6 22 16,2-9 4-16,2 0-25 15,3-18 0-15,7-19 3 16,9-13-3-16,2-12 0 16,19-4-12-16,24-1-45 15,8-3 56-15,11 8-93 16,6 2-73-16,25-14 73 15,-17 14-268-15,-14 8-238 0</inkml:trace>
  <inkml:trace contextRef="#ctx0" brushRef="#br0" timeOffset="149092.84">4979 3066 1637 0,'0'0'488'0,"0"0"-246"15,0 0-152 1,0 0-89-16,0 0 101 0,-116 66-54 15,94-6 33-15,9 8-11 16,11 5-60-16,2-3 24 16,10-8-34-16,17-7 0 15,4-15-47-15,5-8 21 16,0-15-54-16,0-11-66 16,-1-12-102-16,-8-20-2 15,-12-8-361-15</inkml:trace>
  <inkml:trace contextRef="#ctx0" brushRef="#br0" timeOffset="149436.93">5087 3260 1480 0,'0'0'516'0,"0"0"-436"0,0 0 78 15,0 0-97 1,0 0-2-16,71 111 67 0,-67-68-40 16,-2 2 22-16,-2-4-102 15,0-4 16-15,0-7 14 16,0-10-36-16,0-6 0 15,0-8-14-15,2-6 22 16,10 0-19-16,3-15-4 16,6-17-31-16,-2-11 34 15,-1-9-166-15,-9 0 102 16,-5 6 69-16,-4 10 7 16,0 15 81-16,0 16-44 15,0 5-10-15,2 9-9 0,6 19 6 16,1 7-11-16,1 2 69 15,6 4-68-15,0-8 23 16,0-4-37-16,-1-9 0 16,-4-8-55-16,2-6 4 15,-1-6-74-15,-5-18-28 16,-1-10-243-16</inkml:trace>
  <inkml:trace contextRef="#ctx0" brushRef="#br0" timeOffset="149603.11">5695 2996 1930 0,'0'0'338'0,"0"0"-231"15,61 112-39-15,-48-52 3 16,-11 9-20-16,-2 0 23 0,-9 6-74 16,-11 0-52-16,-16 3 9 15,9-17-442-15,3-23-1206 0</inkml:trace>
  <inkml:trace contextRef="#ctx0" brushRef="#br0" timeOffset="150780.97">6221 3505 1000 0,'0'0'1162'16,"0"0"-881"-16,0 0-35 16,0 0-141-16,0 0-40 15,0 0-28-15,0 0-15 0,133-10 40 16,-74 6-62-16,1 1-45 15,-9 3 31-15,-7 0-107 16,-7 0-81-16,-16 5-120 16,-13 2-341-16</inkml:trace>
  <inkml:trace contextRef="#ctx0" brushRef="#br0" timeOffset="150926.57">6339 3604 1605 0,'0'0'771'16,"0"0"-667"-16,0 0-98 15,0 0 122-15,0 0-86 0,134 0-2 16,-68-9-40 0,11-1-80-16,32-9-109 0,-17-1-307 15,-15 5-959-15</inkml:trace>
  <inkml:trace contextRef="#ctx0" brushRef="#br0" timeOffset="151157.81">7193 3451 1595 0,'0'0'191'0,"0"0"-175"16,13-102-32-16,-11 49 32 15,1-3 24-15,-1 0 235 0,3 6-80 16,-1 8-73 0,-2 14 59-16,3 14-57 0,-3 12-32 15,-2 2-92-15,0 32-91 16,0 36 52-16,0 34 39 15,0 0-1-15,0-3-12 16,0 13-168-16,2-42-78 16,12-10-226-16</inkml:trace>
  <inkml:trace contextRef="#ctx0" brushRef="#br0" timeOffset="151540.65">7980 3409 2313 0,'0'0'461'0,"0"0"-347"16,0 0-10-16,0 0-86 16,0 0 73-16,0 0-91 15,0 0 41-15,87 0-14 16,-36 0-27-16,7 0-3 0,2 0-6 15,0 0-56-15,0 0 29 16,-4 0-125-16,-4 0-210 16,-15-6-157-16,-16-2-1148 0</inkml:trace>
  <inkml:trace contextRef="#ctx0" brushRef="#br0" timeOffset="151743.37">8042 3517 1408 0,'0'0'735'0,"0"0"-583"16,0 0-46 0,0 0 178-16,0 0-199 0,0 0-21 15,0 0 3 1,90 4-66-16,-44-2 10 0,10-2-11 16,0 0-79-16,4 0 72 15,0 0-193-15,16-18-38 16,-13-4-230-16,-13-2-324 0</inkml:trace>
  <inkml:trace contextRef="#ctx0" brushRef="#br0" timeOffset="151936.57">8740 3301 1625 0,'0'0'810'16,"0"0"-572"-16,0 0-238 16,0 0 55-16,0 0-72 15,0 0 37-15,23 112-20 0,-23-57 64 16,-6 8-63-16,-15-2 33 15,-8 0-34-15,-7-6 1 16,-7-9-13-16,-1-11 12 16,-3-7-43-16,-4-7-45 15,-21-21-122-15,12-8-154 16,10-20-600-16</inkml:trace>
  <inkml:trace contextRef="#ctx0" brushRef="#br0" timeOffset="152110.76">8020 3200 2235 0,'0'0'304'16,"0"0"-258"-16,-114 58-23 0,61-7-7 15,6 9-6 1,11 3 4-16,16 7 19 0,16 3-2 16,4 2-31-16,20-1-45 15,42 7-17-15,-6-20-181 16,2-18-319-16</inkml:trace>
  <inkml:trace contextRef="#ctx0" brushRef="#br0" timeOffset="153236.62">9906 3120 1088 0,'0'0'692'0,"0"0"-591"16,0 0-12-16,0 0-37 16,118-33 106-16,-89 33 42 15,-2 9-157-15,-7 20 68 16,-7 14-44-16,-11 9-34 15,-2 6 92-15,0 1-95 0,-17-5 9 16,-1-8-27-16,5-12 22 16,1-14-7-16,8-9-27 15,4-6 0-15,0-5 15 16,0 0-15-16,8-19 0 16,15-20 0-16,6-15-205 15,6-13 94-15,-3-1-148 16,-3 10 5-16,-11 15 254 15,-10 22 55-15,-8 19 51 16,0 2-44-16,-8 26-28 16,-10 14 132-16,5 6-51 15,6 7-57-15,7-4 43 16,0-1-100-16,17-4-1 16,17-5 0-16,9-13-104 15,30-16 24-15,-6-7-282 0,-7-3-572 0</inkml:trace>
  <inkml:trace contextRef="#ctx0" brushRef="#br0" timeOffset="153394.57">10661 3258 948 0,'0'0'1661'0,"0"0"-1385"16,0 0-276-16,0 0 34 15,0 0-34-15,0 0 0 16,156 17-43-16,-100-17 31 15,6 5-231-15,23-3-53 0,-14 3-326 16,-10-5-128-16</inkml:trace>
  <inkml:trace contextRef="#ctx0" brushRef="#br0" timeOffset="153588.47">11297 3252 1160 0,'0'0'571'0,"0"0"-435"16,0 0-44-16,66-139-92 15,-50 88 0-15,-5 5 86 16,-4 7 54-16,-4 11 73 15,-3 10 65-15,0 14-171 16,0 4-78-16,0 14-29 16,0 26-12-16,-8 17-27 15,-2 15 39-15,1 10-1 0,2 4-58 16,-2 20-140 0,2-23-83-16,1-19-429 0</inkml:trace>
  <inkml:trace contextRef="#ctx0" brushRef="#br0" timeOffset="153972.84">9665 3766 1800 0,'0'0'559'16,"0"0"-489"-16,0 0 38 15,0 0-77-15,138-20-31 16,-15 20 125-16,58 0-38 15,28 6 41-15,9 6-119 16,-10-5 14-16,-27-4 50 16,-13-3-72-16,-14 0-1 15,-28 0 5-15,-30-3 10 16,-25 2-30-16,-13 1-80 16,15-8-181-16,-13 0-206 15,-9-4-1389-15</inkml:trace>
  <inkml:trace contextRef="#ctx0" brushRef="#br0" timeOffset="154430.14">10806 3039 2290 0,'0'0'242'0,"0"0"-235"15,0 0-14-15,0 0-53 16,-24 120 60-16,9-35 24 16,1 2-24-16,3 33 0 15,4-20-280-15,5-34-455 16</inkml:trace>
  <inkml:trace contextRef="#ctx0" brushRef="#br0" timeOffset="155269.25">9995 4337 1795 0,'0'0'592'0,"0"0"-508"0,0 0-66 16,0 0 24 0,0 0-41-16,0 0 92 0,0 0-85 15,127-84 31-15,-109 108 2 16,-7 12-40-16,-6 12 0 15,-5 11 81-15,-5 2-37 16,-15 0 9-16,-2-3-54 16,1-10 24-16,6-12-18 15,3-12-6-15,6-8 0 16,4-10-17-16,2-6 34 16,0 0-17-16,4-13 0 15,19-22-46-15,6-19 25 16,4-14-191-16,3-7-19 0,-7 6 86 15,-7 14 145 1,-7 19 36-16,-9 18 116 0,-6 18-134 16,0 0 58-16,-14 18-52 15,-4 16-12-15,0 5 98 16,9 4-52-16,7-1-7 16,2-1-51-16,9-8 25 15,16-6-58-15,4-7 33 16,8-11-73-16,30-9-25 15,-9 0-140-15,-4-17-322 0</inkml:trace>
  <inkml:trace contextRef="#ctx0" brushRef="#br0" timeOffset="155557.11">10563 4076 1654 0,'0'0'517'0,"0"0"-258"16,0 0-204-16,0 0-49 15,0 0 25-15,0 0-31 16,0 0 21-16,108-46-20 16,-95 80 21-16,-13 11 96 15,0 3-85-15,-11 2-3 16,-14-7 71-16,-1-6-71 15,7-8-2-15,8-14-28 0,9-4 23 16,2-6-78-16,13-1 38 16,21-1-43-16,38-3 1 15,-8 0-243-15,-6-12-675 0</inkml:trace>
  <inkml:trace contextRef="#ctx0" brushRef="#br0" timeOffset="155750.84">10904 4435 1627 0,'0'0'527'0,"0"0"-343"16,0 0-70-16,0 0-113 16,0 0 144-16,135 0-145 15,-87-1-17-15,4 1-4 0,-3-2-84 16,4-7-153-16,-10-1-125 15,-14-3-569-15</inkml:trace>
  <inkml:trace contextRef="#ctx0" brushRef="#br0" timeOffset="155916.81">11243 4245 1592 0,'0'0'744'0,"0"0"-696"15,0 0-2-15,0 0-46 16,-65 132 23-16,53-79-23 15,5 0 27-15,7 2-68 0,0-6-53 16,11-6-170 0,40-14 22-16,-4-14-242 0,0-13-33 0</inkml:trace>
  <inkml:trace contextRef="#ctx0" brushRef="#br0" timeOffset="156082.87">11658 4349 409 0,'0'0'634'0,"0"0"-147"15,0 0 249-15,0 0-360 16,0 0-232-16,0 0-99 16,0 0-43-16,9-14-2 15,-22 65 0-15,2 4 25 0,6 6-44 16,5 15 19-16,0-16-245 16,0-16-263-16</inkml:trace>
  <inkml:trace contextRef="#ctx0" brushRef="#br0" timeOffset="156654.53">12215 3701 2058 0,'0'0'534'16,"0"0"-284"-16,0 0-103 16,0 0-47-16,0 0-30 15,0 0-64-15,0 0 63 16,103-16-69-16,-49 16-37 15,3 0 11-15,-3 0-73 16,1 6-80-16,-15 9-142 16,-15-4-367-16</inkml:trace>
  <inkml:trace contextRef="#ctx0" brushRef="#br0" timeOffset="156789.68">12283 3921 2220 0,'0'0'496'16,"0"0"-475"-16,0 0 33 15,0 0-54-15,0 0 0 16,164 7 0-16,-46-29-73 16,-13-4-221-16,-12 0-1096 0</inkml:trace>
  <inkml:trace contextRef="#ctx0" brushRef="#br0" timeOffset="157069.12">13143 3730 1969 0,'0'0'659'16,"0"0"-611"-16,0 0-48 16,0 0-61-16,0 0 43 15,53-138 18-15,-26 92 16 16,-1-1-16-16,-3 4-10 16,-5 5 10-16,-5 11 17 15,-9 8 77-15,-2 7 5 16,-2 11 103-16,0 1-184 15,0 0-18-15,0 25-27 16,0 21 22-16,0 15-19 16,0 15 24-16,0 10-95 0,-19 25 17 15,1-24-411 1,0-20-593-16</inkml:trace>
  <inkml:trace contextRef="#ctx0" brushRef="#br0" timeOffset="159044.7">2500 5741 1302 0,'0'0'623'0,"0"0"-360"15,0 0-53-15,0 0-12 16,0 0-63-16,0 0 31 16,0 0-89-16,-8 0-76 0,14 0 68 15,23 0-69 1,16 0 0-16,13 0 6 0,9-3 3 15,0 3-18-15,-5 0-43 16,-4 0-87-16,-11 0 65 16,-9 0-185-16,-11 0-114 15,-14 0-362-15</inkml:trace>
  <inkml:trace contextRef="#ctx0" brushRef="#br0" timeOffset="159243.18">2570 5845 1595 0,'0'0'777'16,"0"0"-716"-16,0 0-40 15,0 0 28-15,0 0-28 0,0 0 107 16,0 0-89-16,167 26-11 16,-105-23-54-16,5-3 26 15,3 0-148-15,15-11-50 16,-19-3-183-16,-13-2-223 0</inkml:trace>
  <inkml:trace contextRef="#ctx0" brushRef="#br0" timeOffset="159455.57">3323 5564 1737 0,'0'0'330'0,"0"0"-227"0,0 0-90 16,0 0 45-16,56 109 42 15,-56-65-43-15,0 4 93 16,-20-2-121-16,-11-3 14 16,-5-2-1-16,-6-7-40 15,-6-8-4-15,0-7-17 16,-33-19-123-16,12 0-49 16,3-8-575-16</inkml:trace>
  <inkml:trace contextRef="#ctx0" brushRef="#br0" timeOffset="159618.76">2263 5677 1227 0,'0'0'1213'0,"0"0"-1097"0,0 0-71 15,-119 112-45-15,90-52 15 16,13 4 13-16,16 1-28 16,0-4-8-16,29-3-2 15,14-5-90-15,30-5-19 16,-8-14-212-16,-7-12-774 0</inkml:trace>
  <inkml:trace contextRef="#ctx0" brushRef="#br0" timeOffset="164867.97">4110 5659 1298 0,'0'0'399'16,"0"0"-253"-16,0 0-127 16,0 0 51-16,0 0-2 0,0 0 46 15,130-93 72 1,-95 89-131-16,1 4-5 0,-5 11 3 16,-6 16-44-16,-8 12 52 15,-5 4-24-15,-12 6-19 16,0 1 110-16,-5-3-108 15,-13-1-4-15,0-11 5 16,5-7-5-16,2-10 11 16,4-7-27-16,4-6 0 15,3-5 0-15,0 0 0 16,0-4 0-16,17-22 0 16,9-15-196-16,8-12 44 15,1-5-156-15,-1 2 15 16,-8 10 259-16,-7 16 34 15,-13 18 122-15,-6 12-13 0,0 14-107 16,-16 19 120-16,-3 10 23 16,0 3-59-16,11 1 83 15,8-8-134-15,0-1-1 16,19-8-24-16,20-6 14 16,9-8-48-16,8-8 17 15,20-8-135-15,-13-13-37 16,-15-10-395-16</inkml:trace>
  <inkml:trace contextRef="#ctx0" brushRef="#br0" timeOffset="165218.37">4761 5325 1495 0,'0'0'358'15,"0"0"-159"-15,0 0-129 16,0 0-59-16,0 0 87 16,0 0 14-16,0 0-66 15,109 38 63-15,-104 1-87 16,-5 5 54-16,0 0 35 15,-12-2-103-15,-3-8 98 0,6-9-106 16,2-13 9 0,7-7-2-16,0-3-7 0,16-2 0 15,18 0-6-15,5 0-40 16,6-2-24-16,6-6-191 16,-15 3-337-1,-12 5-544-15</inkml:trace>
  <inkml:trace contextRef="#ctx0" brushRef="#br0" timeOffset="165398.71">5029 5839 431 0,'0'0'1350'0,"0"0"-1022"16,0 0-257 0,0 0 16-16,0 0 67 0,0 0-111 15,125 6 21-15,-79-6-58 16,5 0-6-16,1-8-1 15,-6-4-183-15,4-8-119 16,-15-1-83-16,-10 2-1088 0</inkml:trace>
  <inkml:trace contextRef="#ctx0" brushRef="#br0" timeOffset="165574.75">5436 5599 1413 0,'0'0'756'16,"0"0"-730"-16,0 0 90 15,-64 118-47-15,46-70-36 16,0 0 43-16,10-4-76 0,2-4 0 16,6-5-41-16,0-9-132 15,12-9-17-15,28-11-185 16,-2-6-215-16,2 0-430 0</inkml:trace>
  <inkml:trace contextRef="#ctx0" brushRef="#br0" timeOffset="165785.06">5619 5909 1232 0,'0'0'556'0,"0"0"-383"15,0 0-18-15,120-122-57 16,-88 78-98-16,-8 1 0 16,-5 2 19-16,-6 6-18 15,-9 11 211-15,-2 10-68 16,-2 11-38-16,0 3-34 16,0 12-72-16,-15 20 0 15,-3 14-8-15,3 7 32 16,-1 10-9-16,5-1-15 0,9 0-64 15,2-5-24-15,4-10-150 16,17-14-236-16,6-16-463 0</inkml:trace>
  <inkml:trace contextRef="#ctx0" brushRef="#br0" timeOffset="165992.96">6275 5796 1408 0,'0'0'708'0,"0"0"-499"0,0 0-183 15,0 0-25-15,0 0 129 16,0 0-66-16,120 13-3 16,-76-6-61-16,4-4-24 15,-9 1-23-15,-20 1-205 16,-13-2-340-16,-6-1-904 0</inkml:trace>
  <inkml:trace contextRef="#ctx0" brushRef="#br0" timeOffset="166101.91">6296 5881 1309 0,'0'0'782'0,"0"0"-511"16,0 0-208-16,0 0-35 16,0 0-28-16,162 40-39 15,-87-32 16-15,-1-3-545 0</inkml:trace>
  <inkml:trace contextRef="#ctx0" brushRef="#br0" timeOffset="166870.54">7086 5724 1209 0,'0'0'709'15,"0"0"-474"-15,0 0-92 16,0 0-88-16,0 0 71 16,0 0-98-16,0 0 28 15,34-44-11-15,-21 51-44 16,2 15-1-16,3 10 0 15,-7 8 27-15,-4 4 58 16,-7 5-85-16,0-6 6 16,0-5 16-16,-2-8-14 15,-5-8-5-15,5-9-3 0,-1-8 13 16,3-2-10-16,0-3-3 16,0 0 0-16,0-19-24 15,7-12-110-15,9-13-89 16,4-9-125-16,-2 0-244 15,-2 6 330-15,-5 13 262 16,-7 13 489-16,-4 17-229 16,0 4-181-16,0 11-6 15,-2 17 162-15,-7 7-149 16,7 2 76-16,2 4-113 16,0-3-48-16,27-3-2 15,15-4-57-15,38-19-63 16,-7-7-167-16,-6-5-704 0</inkml:trace>
  <inkml:trace contextRef="#ctx0" brushRef="#br0" timeOffset="167039.61">7677 5821 2150 0,'0'0'536'15,"0"0"-459"-15,0 0-77 16,0 0-15-16,154 7-25 15,-90-7 40-15,5 0-30 16,1-3-83-16,7-17-197 16,-19 2-172-16,-15 1-506 0</inkml:trace>
  <inkml:trace contextRef="#ctx0" brushRef="#br0" timeOffset="167192.73">8094 5620 1854 0,'0'0'490'15,"0"0"-464"-15,0 0 34 16,-60 135-47-16,41-83 27 16,4 2-40-16,6-2 22 15,9 1-63-15,4-8-35 16,19-8-313-16,4-18-387 0</inkml:trace>
  <inkml:trace contextRef="#ctx0" brushRef="#br0" timeOffset="167409.04">8459 5891 1340 0,'0'0'838'0,"0"0"-770"0,80-121-40 15,-49 68-28-15,-6 2 0 16,-5 12 46-16,-9 8 97 16,-4 13 113-16,-7 13-144 15,0 5-86-15,0 8-44 16,-3 21 18-16,-12 15 0 15,1 11-15-15,-1 9 15 16,4 5-21-16,4 18-168 16,3-17-286-16,2-14-305 0</inkml:trace>
  <inkml:trace contextRef="#ctx0" brushRef="#br0" timeOffset="170121.16">9181 5817 980 0,'0'0'795'0,"0"0"-519"15,0 0 27-15,0 0-140 16,0 0-23-16,0 0 68 15,0 0-68-15,-4 0-22 16,4 0-94-16,0 0 18 16,16 0 5-16,11 0-47 15,15 0 0-15,7 0-11 16,7 0 11-16,1 2-1 16,-3 0-10-16,-5 0-127 15,-7 0 129-15,-6 1-171 16,-16 0-153-16,-9 1-190 15,-11-4-548-15</inkml:trace>
  <inkml:trace contextRef="#ctx0" brushRef="#br0" timeOffset="170309.55">9191 5923 1433 0,'0'0'714'15,"0"0"-598"-15,0 0-80 16,0 0 105-16,0 0-89 15,145 12 29-15,-85-12-51 16,2 0 7-16,1-8-74 16,-1-7-24-16,-6-4-124 15,-3-17-108-15,-13 7-33 0,-14-3-581 16</inkml:trace>
  <inkml:trace contextRef="#ctx0" brushRef="#br0" timeOffset="170473.83">9803 5671 694 0,'0'0'1096'16,"0"0"-700"-16,0 0-207 15,0 0-95-15,0 0-94 16,0 0 146-16,0 0-99 16,74 140-33-16,-74-90 33 15,0 2-41-15,-18-2-3 16,-13-4-3-16,-4-5-43 16,-8-12 22-16,-22-14-110 15,9-10-139-15,6-5-259 0</inkml:trace>
  <inkml:trace contextRef="#ctx0" brushRef="#br0" timeOffset="170656.39">9037 5615 1930 0,'0'0'462'16,"0"0"-462"-16,-108 109 0 15,69-49 16-15,5 5-7 16,16-2-5-16,14-1-4 15,4-2 18-15,27-7-62 16,53 5 5-16,-7-15-206 16,3-15-506-16</inkml:trace>
  <inkml:trace contextRef="#ctx0" brushRef="#br0" timeOffset="172983.73">10472 5755 1283 0,'0'0'578'15,"0"0"-480"-15,0 0 34 0,0 0-53 16,0 0-70 0,0 0 99-16,0 0-16 0,96-87-70 15,-65 85 67-15,0 2-77 16,-2 0-8-16,0 23 16 16,-4 9-4-16,-5 8 54 15,-11 6-28-15,-7 6-41 16,-2 5 99-16,0-6-100 15,-14-2 15-15,-1-10-13 16,2-10 32-16,4-9-25 16,2-11-9-16,5-2 0 15,2-7-2-15,0 0 3 16,0-2-1-16,4-22 0 16,17-17-152-16,3-10 21 15,2-10-134-15,1 1-94 0,-7 12 347 16,-7 14 12-16,-7 17 183 15,-6 17-62-15,0 0-119 16,-12 23 42-16,-3 11 0 16,-1 8 35-16,9 2 59 15,7 2-114-15,0-3-2 16,27-5-22-16,9-8 16 16,8-8-47-16,9-13-51 15,35-9-157-15,-12-17-95 16,-7-9-504-16</inkml:trace>
  <inkml:trace contextRef="#ctx0" brushRef="#br0" timeOffset="173176.72">11359 5596 1936 0,'0'0'241'0,"0"0"-207"15,-77 126 107-15,52-61-79 16,7 2 8-16,13 0 35 15,5 0-104-15,7-5 75 16,20-4-76-16,8-10-62 16,10-10 20-16,31-16-200 15,-9-12-98-15,-7-10-1097 0</inkml:trace>
  <inkml:trace contextRef="#ctx0" brushRef="#br0" timeOffset="173650.33">11743 5749 1472 0,'0'0'690'0,"0"0"-649"16,0 0-20-16,0 0 0 16,0 0-20-16,0 0 99 15,58 137 33-15,-58-86-81 0,-14 2 105 16,-1-2-128-16,1-2-17 16,3-11 3-16,5-10-13 15,1-10-2-15,5-10 0 16,0-8 9-16,3 0-38 15,12-20 29-15,9-17-178 16,1-13-15-16,0-8-284 16,-4-1-39-16,-5 4 13 15,-5 11 503-15,-4 18 783 16,-7 16-402-16,0 10-223 16,-2 8-71-16,-9 20 2 15,2 8 16-15,5 3-17 0,4 2-88 16,0 0 65-16,26-2-65 15,10-4-98-15,35-14 6 16,-9-8-389-16,-3-13-913 0</inkml:trace>
  <inkml:trace contextRef="#ctx0" brushRef="#br0" timeOffset="173814.89">12229 5927 2239 0,'0'0'601'16,"0"0"-546"-16,0 0-55 16,0 0-13-16,116 12-34 0,-58-12-18 15,28 0 62-15,-14 0-295 16,-12 0-329-16</inkml:trace>
  <inkml:trace contextRef="#ctx0" brushRef="#br0" timeOffset="174083.62">12655 6006 2141 0,'0'0'486'16,"0"0"-486"-16,0 0-19 15,0 0-173-15,0 0-52 16,89-109 207-16,-72 73-3 16,-1-2-59-16,-3 2-17 15,-3 7 116-15,-6 9 138 16,-2 6 127-16,-2 12-111 15,0 2-71-15,0 13-77 0,0 17-5 16,0 12-1-16,0 8 14 16,0 6 9-16,0 1-23 15,0-7-31-15,0-8 4 16,2-17-154-16,9-13-156 16,-1-12-473-16</inkml:trace>
  <inkml:trace contextRef="#ctx0" brushRef="#br0" timeOffset="174273.93">13116 5574 1375 0,'0'0'1073'16,"0"0"-982"-16,0 0-59 0,105 113-32 16,-88-50 15-16,-10 6 57 15,-7 5-32-15,-5 0-10 16,-12 0 10-16,-1-7-40 15,5-11-39-15,13-10-108 16,0-16-326-16,4-18-139 0</inkml:trace>
  <inkml:trace contextRef="#ctx0" brushRef="#br0" timeOffset="174523.55">13622 5941 2118 0,'0'0'536'16,"0"0"-342"-16,0 0-194 15,0 0 0-15,0 0-19 16,138 0 40-16,-93 0-42 15,-5 0-18-15,-13 5-254 16,-12-4-83-16,-12 1-769 0</inkml:trace>
  <inkml:trace contextRef="#ctx0" brushRef="#br0" timeOffset="174671.81">13425 6130 1224 0,'0'0'1123'0,"0"0"-843"0,0 0-271 15,0 0 33-15,0 0-21 16,177 36-21-16,-103-31-22 16,37-5-8-16,-20-5-207 15,-10-13-386-15</inkml:trace>
  <inkml:trace contextRef="#ctx0" brushRef="#br0" timeOffset="174919.57">14183 5881 1942 0,'0'0'744'16,"0"0"-710"-16,0 0-15 0,0 0-17 16,-56 121 4-16,52-77 41 15,4 0-5-15,29-4-40 16,23-4 114-16,12-11-110 16,13-16-4-16,-2-9 23 15,-8-12-14-15,-16-24 23 16,-20-8-34-16,-18-11-64 15,-13-3 32-15,-11 4-26 16,-24 6 4-16,-12 14 53 16,-40 24-153-16,11 8-88 15,8 2-421-15</inkml:trace>
  <inkml:trace contextRef="#ctx0" brushRef="#br0" timeOffset="175816.54">15171 5865 1117 0,'0'0'382'0,"0"0"-123"16,0 0-12-16,0 0 0 16,0 0 50-16,0 0-151 15,0 0-28-15,-6-2 3 16,6 0-57-16,0 2 49 16,0 0-113-16,0 0 0 0,0 0-2 15,0 0 2 1,21 0-13-16,13 6-2 0,11 6 30 15,9 0-30-15,6-3 15 16,0 0-117-16,0-5 111 16,-9-1-201-16,-10-3-64 15,-15 0-262-15,-17 0-532 0</inkml:trace>
  <inkml:trace contextRef="#ctx0" brushRef="#br0" timeOffset="175987.03">15113 5999 1258 0,'0'0'844'0,"0"0"-569"16,0 0-274-16,0 0 54 15,121 12 52-15,-55-12-77 0,13 0 35 16,0 0-65-16,4-12-98 16,-10-4 98-16,-5 0-166 15,-3-7-128 1,-19 0-32-16,-17 2-332 0</inkml:trace>
  <inkml:trace contextRef="#ctx0" brushRef="#br0" timeOffset="176164.37">15842 5791 1367 0,'0'0'613'0,"0"0"-444"16,0 0-151-16,0 0-2 16,0 0 141-16,46 129-102 15,-46-79 10-15,-2 1 3 16,-19 0-68-16,-6-3 39 0,-6-11-39 15,-4-6 0-15,-3-9-39 16,0-12 39-16,-20-10-108 16,9-4-130-16,4-16-398 0</inkml:trace>
  <inkml:trace contextRef="#ctx0" brushRef="#br0" timeOffset="176340.41">14854 5663 1857 0,'0'0'227'0,"0"0"-168"16,-6 146 24-16,6-72-30 0,14 1 36 15,17-5-89-15,13-6 12 16,12-11-46-16,50-4-33 16,-11-17-212-16,-4-16-318 0</inkml:trace>
  <inkml:trace contextRef="#ctx0" brushRef="#br0" timeOffset="176999.61">16513 5641 1510 0,'0'0'609'0,"0"0"-375"15,0 0-205-15,0 0-9 16,0 0-10-16,0 0-4 16,0 0 101-16,0-2-107 15,0 2 16-15,0 6-25 16,0 15 10-16,0 13-1 0,0 11 14 16,-2 9 5-1,-5 8 73-15,-2 4-78 0,2 4 9 16,1 5 37-16,-1 1-46 15,1 2 8-15,1 0-22 16,5 0 28-16,0-3 7 16,0-5-35-16,0-7 0 15,11-6 6-15,0-9-5 16,-4-12-1-16,0-8 0 16,-3-9 27-16,-4-9-37 15,3-7 10-15,-3-1 0 16,0-2 1-16,2 0 0 0,0 0-1 15,-2 0 0-15,2 0 26 16,-2 0-29-16,2 0 3 16,7 0 0-16,5 0-4 15,11 0 4-15,10 0 0 16,9 0-2-16,8 0 26 16,6-4-79-16,-2-6 37 15,-4-2-119-15,9-20 0 16,-14 5-351-16,-12-8-548 0</inkml:trace>
  <inkml:trace contextRef="#ctx0" brushRef="#br0" timeOffset="177380.5">16488 5546 1969 0,'0'0'535'0,"0"0"-535"16,0 0 0-16,0 0 26 15,0 0-25-15,148 20 53 16,-95-13-54-16,23-4-55 15,-14-1-53-15,-6-2-525 0</inkml:trace>
  <inkml:trace contextRef="#ctx0" brushRef="#br0" timeOffset="177672.62">17151 5467 603 0,'0'0'987'16,"0"0"-790"-16,0 0-159 16,0 0 34-16,0 0 23 15,0 0 25-15,0 0 102 16,111 102-105-16,-111-49-22 16,0 2 32-16,-14-3-81 15,-1-11-15-15,1-8-31 16,8-11 24-16,2-12-22 15,4-6-2-15,0-4 0 0,0 0-17 16,4-16 17 0,12-16-203-16,10-47-177 0,-1 6-228 15,-5 0-775-15</inkml:trace>
  <inkml:trace contextRef="#ctx0" brushRef="#br0" timeOffset="177809.59">17336 5441 1609 0,'0'0'563'15,"0"0"-493"-15,0 0-70 16,0 0 207-16,-7 121-88 15,5-77-29-15,2-1-1 16,2-5-87-16,23-6 13 16,12-6-15-16,8-8-56 15,31-14 3-15,-12-4-207 16,-8 0-462-16</inkml:trace>
  <inkml:trace contextRef="#ctx0" brushRef="#br0" timeOffset="177999.83">17824 5502 2158 0,'0'0'460'0,"0"0"-308"15,0 0-152-15,0 0 0 16,0 0 13-16,0 0-12 16,134 55 11-16,-96-39-12 15,-3-3-112-15,-8 1 44 16,-18 1-266-16,-9-6-288 15,0-2-761-15</inkml:trace>
  <inkml:trace contextRef="#ctx0" brushRef="#br0" timeOffset="178132.6">17661 5733 1759 0,'0'0'548'0,"0"0"-502"15,0 0 45-15,0 0-91 16,154 42 0-16,-50-40-18 15,-14-2-138-15,-5 0-544 0</inkml:trace>
  <inkml:trace contextRef="#ctx0" brushRef="#br0" timeOffset="178382.95">18430 5534 1232 0,'0'0'732'16,"0"0"-600"-16,0 0-35 15,0 0 3-15,-83 120-9 0,83-82-10 16,8-4-64-16,27-3 143 16,14-9-125-16,13-10-28 15,6-7 18-15,-4-5-7 16,-8-14-16-16,-18-15-2 16,-21-9-45-16,-17-9 12 15,-11-4-30-15,-31 0-1 16,-18 5 52-16,-41 12-285 15,13 15-206-15,5 8-789 0</inkml:trace>
  <inkml:trace contextRef="#ctx0" brushRef="#br0" timeOffset="179154.34">17273 6553 1340 0,'0'0'519'0,"0"0"-317"16,0 0-202-16,0 0 34 15,0 0 21-15,0 0 7 16,0 0 37-16,105 54 16 16,-98-22-69-16,-7 4 54 15,0 2-48-15,0 3-51 16,-14-6 100-16,3-7-101 16,0-5 0-16,6-11 3 15,3-8 10-15,2-4 14 16,0 0-27-16,12-24-10 15,9-10 10-15,8-15-191 0,0-3 2 16,0-2-96-16,-6 8 68 16,-10 12 217-16,-8 16 205 15,-5 14-34-15,0 4 4 16,-16 10-175-16,-4 17 95 16,-2 10 57-16,4 1-86 15,9 4 10-15,9 1-76 16,0-2 12-16,23-5-44 15,17-4 32-15,11-7-82 16,35-19-37-16,-12-6-259 16,-9 0-601-16</inkml:trace>
  <inkml:trace contextRef="#ctx0" brushRef="#br0" timeOffset="179333.33">17942 6609 1580 0,'0'0'1005'0,"0"0"-702"0,0 0-175 16,0 0-120-16,0 0 42 16,0 0-50-16,141-2 0 15,-93 2-71-15,6 0 57 16,-7 6-119-16,-11-4-122 16,-12 0-363-16,-17-2-940 0</inkml:trace>
  <inkml:trace contextRef="#ctx0" brushRef="#br0" timeOffset="179499.3">17911 6731 1549 0,'0'0'950'0,"0"0"-766"0,0 0-138 16,0 0-26-16,0 0-1 16,0 0 39-16,116 33-58 15,-62-26 21-15,8 0-66 16,27-7-66-16,-18 0-141 15,-11 0-324-15</inkml:trace>
  <inkml:trace contextRef="#ctx0" brushRef="#br0" timeOffset="179935.66">18592 6725 2000 0,'0'0'383'16,"0"0"-275"-16,0 0-108 15,0 0-64-15,0 0 54 16,0 0 4-16,0 0-47 16,124-100 52-16,-109 60-202 15,-2-2 94-15,-1 2 83 16,-6 4 26-16,-1 10 154 16,-1 10 53-16,-4 7-79 15,2 7-9-15,-2 2-119 16,0 4-30-16,0 20 24 15,0 13 6-15,-6 9 46 16,-5 10-46-16,-1 4 2 16,-1 2-2-16,2 2 0 15,-3-3-14-15,-1-9 14 0,-5-5-112 16,-5-14 16-16,-2-11-153 16,-4-10-117-16,2-12-308 15,5 0-158-15,8 0 832 16,8-4 1153-16,8-2-499 15,0 1-284-15,22 5-142 16,18 0-165-16,16 0 43 16,17 0-106-16,10 0 0 15,39 0-34-15,-19 0-239 16,-19 0-562-16</inkml:trace>
  <inkml:trace contextRef="#ctx0" brushRef="#br0" timeOffset="206182.66">1536 8173 1341 0,'0'0'797'16,"0"0"-611"-16,0 0-88 15,0 0 146-15,0 0-198 16,0 0 33-16,-2-42 33 16,35 10-106-16,11-10 34 15,12-8-40-15,6-4-3 16,-1 0-61-16,-3 1 64 15,-12 9-81-15,-10 10 35 0,-14 6 3 16,-12 10 32 0,-8 8 11-16,-2 4 0 15,0 6-20-15,-10 0 20 16,-7 20-17-16,-6 20 2 0,1 21 30 16,-2 28 5-16,6 1 5 15,4 5-24-15,3 3 86 16,7-20-87-16,-3 3 0 15,3-9 5-15,-1-14 10 16,-6-10-11-16,-4-8-4 16,-8-8 0-16,-10-5 2 15,-8-8-2-15,1-7 0 16,5-12-3-16,10-2 19 16,16-31-32-16,9-18 11 0,34-18-81 15,24-9 44-15,17-4 8 16,14-2-105-16,9 2-6 15,3 1-56-15,-5 6 25 16,-11 3-54-16,-19 7-27 16,-14 9 79-16,-23 6 85 15,-14 10 93-15,-13 9 266 16,-2 10-7-16,-4 10 53 16,-14 11-107-16,-6 6-164 15,-1 27 75-15,-2 17-91 16,5 14 36-16,5 11 27 15,9 0-60-15,8 0 23 16,0-9-51-16,23-11-11 0,10-14-34 16,8-12-77-16,16-21-63 15,-10-8-107-15,-9 0-396 0</inkml:trace>
  <inkml:trace contextRef="#ctx0" brushRef="#br0" timeOffset="206530.2">2465 7913 1247 0,'0'0'373'0,"0"0"-153"16,0 0-103-16,0 0 42 15,74 130 3-15,-70-80-63 16,-4 0 23-16,0 1-43 16,0-10-61-16,0-4 83 0,-4-11-101 15,2-10 0 1,2-10-7-16,0-6 26 0,2-5-41 15,15-24-7-15,6-17-209 16,-1-12 41-16,-5-7-364 16,-7-1-118-16,-6 12 679 15,-4 15 293-15,0 21 342 16,0 18-331-16,-2 3-199 16,-5 28 61-16,7 10-128 15,0 5 37-15,9 3-4 16,18-6-70-16,7-2 25 15,3-9-26-15,5-13-137 0,3-19 72 16,-9 0-261 0,-14-12-214-16</inkml:trace>
  <inkml:trace contextRef="#ctx0" brushRef="#br0" timeOffset="206718.52">3152 7694 1719 0,'0'0'269'0,"0"0"52"16,73 148-184-16,-55-72-32 16,-11 5 20-16,-7 1-92 15,0-4 24-15,-5-8-57 16,-9-8 0-16,4-13-50 16,3-20-106-16,5-12-151 15,2-17-424-15</inkml:trace>
  <inkml:trace contextRef="#ctx0" brushRef="#br0" timeOffset="206933.37">3513 8043 1038 0,'0'0'1364'16,"0"0"-1188"-16,0 0-175 15,0 0 101-15,0 0-101 16,127 21-1-16,-69-19 16 16,0 3-16-16,-10-3-67 0,-29-2-252 15,-13 0-268-15,-6 0-614 16</inkml:trace>
  <inkml:trace contextRef="#ctx0" brushRef="#br0" timeOffset="207029.33">3534 8124 1245 0,'0'0'562'0,"0"0"-328"15,0 0-196-15,0 0 27 16,150 39-65-16,-76-31-81 16,-1-6-405-16</inkml:trace>
  <inkml:trace contextRef="#ctx0" brushRef="#br0" timeOffset="207236.21">4259 8023 1709 0,'0'0'243'15,"0"0"-217"-15,0 0-26 16,39-141 18-16,-28 103 15 16,-3 13 174-16,-4 8-10 15,-1 17-34-15,-3 2-163 16,0 30 0-16,0 17 2 16,0 13-1-16,0 11 39 15,11 36-40-15,2-17-151 16,3-20-219-16</inkml:trace>
  <inkml:trace contextRef="#ctx0" brushRef="#br0" timeOffset="207865.63">5073 8087 529 0,'0'0'1453'0,"0"0"-1095"16,0 0-98-16,0 0-112 15,0 0 19-15,0 0-114 16,0 0-52-16,35 0 119 16,1 0-119-16,9-4-1 15,9-1 11-15,2 2 11 16,-4 1-44-16,-2 2 7 16,-8 0-127-16,-9 0 109 15,-8 0-255-15,-21 5-87 0,-4 4-203 16,0-6-404-16</inkml:trace>
  <inkml:trace contextRef="#ctx0" brushRef="#br0" timeOffset="208057">5137 8113 1430 0,'0'0'705'0,"0"0"-538"15,0 0-43-15,0 0-29 16,0 0-74-16,0 0 30 15,0 0-51-15,88 36 21 16,-47-26 11-16,7-4-32 16,3-6-13-16,0 0-2 15,21-8-122-15,-14-10-128 16,-10-2-333-16</inkml:trace>
  <inkml:trace contextRef="#ctx0" brushRef="#br0" timeOffset="208312.97">5669 7858 1152 0,'0'0'629'0,"0"0"-575"16,0 0-32-16,0 0 63 16,0 0 3-16,0 0 64 15,62 119 12-15,-62-76-93 16,-4 6 11-16,-23-3-82 15,-7-4 19-15,-6-4-4 0,-2-5-15 16,-4-8 0-16,0-4-9 16,-5-12-46-1,-25-9-108-15,12-9-171 16,6-18-523-16</inkml:trace>
  <inkml:trace contextRef="#ctx0" brushRef="#br0" timeOffset="208452.65">4747 7928 1570 0,'0'0'743'0,"0"0"-693"16,0 0-17-16,-120 138 23 16,109-68-43-16,11 8 36 15,11-1-49-15,30 0-50 0,44 13 28 16,-8-17-270 0,-1-24-241-16</inkml:trace>
  <inkml:trace contextRef="#ctx0" brushRef="#br0" timeOffset="209780.51">6491 7754 1230 0,'0'0'392'0,"0"0"-157"16,0 0 20-16,0 0-160 15,0 0-20-15,0 0 12 16,0 0-61-16,4 12 15 15,-4 36-5-15,0 35-15 16,0 28 168-16,-2 30-155 16,0-8 15-16,2-25 20 15,0-30-48-15,0-18 38 16,2 8-59-16,7 7 12 16,3 3 6-16,-4-12-18 15,1-12 0-15,-3-12-13 16,0-14 32-16,-4-10-17 15,-2-8-2-15,2-8 0 0,-2 0 19 16,0-2-1-16,2 0-18 16,-2 0 76-16,2 0-49 15,-2 0 63-15,2 0-90 16,0 0 6-16,5 0-18 16,7 0 12-16,13 0-24 15,15-2 5-15,9-2 17 16,9 0-13-16,5-2-3 15,-3 2-118-15,-4-3 112 16,11-14-197-16,-17 1-82 16,-15-4-464-16</inkml:trace>
  <inkml:trace contextRef="#ctx0" brushRef="#br0" timeOffset="210078.53">6491 7740 1272 0,'0'0'989'0,"0"0"-729"16,0 0-161-16,0 0-97 16,160-37 13-16,-93 37-15 15,7 0-14-15,-1 11-30 16,25 1-161-16,-20-2-299 16,-7-8-574-16</inkml:trace>
  <inkml:trace contextRef="#ctx0" brushRef="#br0" timeOffset="210479.64">7401 7645 1435 0,'0'0'311'0,"0"0"-55"0,0 0-99 16,0 0-108-16,0 0 16 15,0 0-1-15,131 45-43 16,-113 3 152-16,-9 7-128 15,-7 1 14-15,-2-1 35 16,0-2-64-16,-13-7 40 16,1-12-70-16,3-10 27 15,5-7-24-15,2-12-3 16,2-3 0-16,0-2-10 16,2-7 16-16,13-26-12 15,6-13-157-15,1-13-136 16,-5-4-188-16,-3 5-301 15,-7 11 788-15,-3 19 127 0,-4 16 390 16,0 12-278-16,0 10-76 16,0 20-8-16,0 8 59 15,0 5-144-15,7-1-29 16,22-1 16-16,11-5-57 16,11-5 0-16,30-19-140 15,-13-7-186-15,-10-5-12 0</inkml:trace>
  <inkml:trace contextRef="#ctx0" brushRef="#br0" timeOffset="210671.59">8121 7749 1965 0,'0'0'590'0,"0"0"-511"15,0 0 48-15,0 0-127 16,0 0 0-16,133-27 39 15,-81 27-33-15,-4 0 6 16,-1 0-12-16,-13 7-102 16,-23 20-27-16,-11-2-359 15,0-6-211-15</inkml:trace>
  <inkml:trace contextRef="#ctx0" brushRef="#br0" timeOffset="210828.62">7969 7931 2072 0,'0'0'491'0,"0"0"-490"16,0 0 58-16,156 0-59 15,-83 0-15-15,10-4 14 16,4-2-137-16,31-15-126 0,-24 6-135 16,-17-5-310-16</inkml:trace>
  <inkml:trace contextRef="#ctx0" brushRef="#br0" timeOffset="211052.23">8805 7670 1227 0,'0'0'597'0,"0"0"-197"16,0 0-286-16,0 0-43 15,0 0 56-15,0 0-43 0,-74 118 30 16,83-87-65 0,27-4-37-16,11-5 78 0,13-8-90 15,2-10 0-15,1-4 1 16,-9-8 23-16,-17-16-18 15,-17-8-6-15,-20-4-64 16,-3-4 39-16,-34 2-133 16,-15 7-18-16,-30 16-61 15,13 10-123-15,6 5-407 0</inkml:trace>
  <inkml:trace contextRef="#ctx0" brushRef="#br0" timeOffset="211995.56">7610 8700 689 0,'0'0'780'0,"0"0"-540"16,0 0-50-16,0 0-28 15,0 0-107-15,0 0 104 16,0 0-107-16,58-46 1 16,-34 46 15-16,-2 0-57 15,-1 14 26-15,-4 14 25 0,-5 12-61 16,-6 11 147-16,-6 7-103 15,0 0-23-15,-2-4 42 16,-9-8-63-16,0-8 19 16,4-14-20-16,3-9 9 15,2-10-2-15,2-5-7 16,0 0 0-16,0-7 57 16,13-21-57-16,7-16-8 15,7-13-54-15,0-9-94 16,-4 2 94-16,-4 10-69 15,-8 18 131-15,-9 19 107 16,-2 17-74-16,0 9-33 16,-9 23-6-16,0 8 6 15,5 6 98-15,4-2-86 16,7-2-10-16,22-6 29 0,10-4-31 16,9-6 0-16,4-7-67 15,25-19-194-15,-15 0-127 16,-10-13-1321-16</inkml:trace>
  <inkml:trace contextRef="#ctx0" brushRef="#br0" timeOffset="212143.96">8337 8779 1964 0,'0'0'555'0,"0"0"-479"15,0 0-42-15,0 0-5 0,0 0-29 16,140 49-12-1,-99-32-9-15,13 3-160 0,-11-4-129 16,-9-6-585-16</inkml:trace>
  <inkml:trace contextRef="#ctx0" brushRef="#br0" timeOffset="212311.78">8412 8983 1333 0,'0'0'1177'0,"0"0"-1010"16,0 0-112-16,0 0 57 15,125-4-82-15,-61-8 6 16,8 2-36-16,4-3-11 16,-4 4-30-16,5 1-100 15,-19 2-340-15,-20 3-214 0</inkml:trace>
  <inkml:trace contextRef="#ctx0" brushRef="#br0" timeOffset="212762.19">8967 9101 2223 0,'0'0'532'16,"0"0"-489"-16,0 0-18 15,0 0-25-15,128-137-30 16,-86 79-14-16,-2-5-26 16,-7-1-100-16,-6 2 109 15,-9 9 51-15,-5 13 10 16,-3 14 172-16,-8 18-72 16,-2 8 10-16,0 20-110 0,0 29-27 15,-14 16 10-15,3 16 17 16,-3 35-59-16,6-20-155 15,1-17-473-15</inkml:trace>
  <inkml:trace contextRef="#ctx0" brushRef="#br0" timeOffset="213878.24">10013 8427 1219 0,'0'0'344'0,"0"0"-180"16,0 0-35-16,0 0-25 15,0 0 154-15,0 0-114 16,0 0-33-16,-2 0 54 15,2 0-104-15,0 0 8 16,0 0-26-16,0 0-17 16,0 0 68-16,4 0-94 15,13 0 1-15,12 0 31 16,14 3-26-16,11 0 16 16,6 0-22-16,7-3 27 15,0 0-91-15,-5 0 64 16,-8 0-169-16,-3 0-43 0,-13 0-375 15,-15 0-261-15</inkml:trace>
  <inkml:trace contextRef="#ctx0" brushRef="#br0" timeOffset="214169.67">10051 8578 1642 0,'0'0'684'16,"0"0"-547"-16,0 0 129 0,0 0-163 15,0 0-59-15,0 0 39 16,0 0-82-16,158-9-1 15,-91 9 0-15,4 0-69 16,5 0 60-16,0 0-182 16,17-12-189-16,-19-7-124 15,-14-5-1044-15</inkml:trace>
  <inkml:trace contextRef="#ctx0" brushRef="#br0" timeOffset="214344.16">10809 8228 2131 0,'0'0'366'0,"0"0"-176"16,0 0-190-16,0 0 0 16,93 114-13-16,-70-54 28 15,-8 6-15-15,-13 11 0 16,-2 2-39-16,-22 0 21 16,-50 11-129-16,6-23-345 15,-1-16-971-15</inkml:trace>
  <inkml:trace contextRef="#ctx0" brushRef="#br0" timeOffset="-213218.84">11531 8453 1579 0,'0'0'660'0,"0"0"-506"15,0 0 11-15,0 0-21 16,0 0-123-16,165-43 40 16,-83 15-61-16,3-7-11 15,-2-1-43-15,-10-1-4 0,-10-2-32 16,-16 1 16-16,-19 4-31 15,-12 2 82-15,-16 5-42 16,0 6 58-16,-11 7-24 16,-11 10 31-16,-3 4 0 15,-2 13 9-15,2 24-2 16,4 19 122-16,0 33-53 16,5 27-14-16,10 22 126 15,1-10-158-15,3-30-1 16,0-31 3-16,-2-29-19 15,-3 3 16-15,-4-4-29 16,-5 1 0-16,-6-11 3 0,-5-9-3 16,-8-11 0-16,-3-7 21 15,-1 0-8-15,8-16 22 16,12-16-35-16,17-14 0 16,2-8-44-16,37-6 44 15,21-2-35-15,15 5 17 16,12 7-123-16,5 10 4 15,26-1-131-15,-23 10-265 16,-15 4-319-16</inkml:trace>
  <inkml:trace contextRef="#ctx0" brushRef="#br0" timeOffset="-212847.06">12715 7840 1750 0,'0'0'370'0,"0"0"-299"15,0 0-6-15,-108 141 55 0,75-58-27 16,4 9 136 0,10-1-176-16,9-2-24 0,10-9 7 15,0-10-25-15,18-13 1 16,11-11-12-16,7-15-126 15,6-13 89-15,23-18-220 16,-12-2-120-16,-8-21-492 0</inkml:trace>
  <inkml:trace contextRef="#ctx0" brushRef="#br0" timeOffset="-212397.22">13153 8161 544 0,'0'0'978'0,"0"0"-400"15,0 0-441-15,0 0-118 16,-133-10 53-16,73 42 0 16,0 8 15-16,8 7 10 15,10-2-97-15,15 1 106 16,16-7-106-16,11-7 0 16,0-6 8-16,18-6 0 15,11-10 7-15,6-6-15 16,4-4-94-16,1-10 77 15,-5-19-183-15,-4-8-10 16,-6-3-6-16,-8 1-16 16,-5 9 164-16,-8 14 68 15,-4 16 104-15,0 7 13 16,0 32-71-16,-6 19 91 0,-6 17 37 16,-1 10-60-16,-3 0 20 15,-1-1-46-15,-3-7-88 16,0-13 139-16,-2-11-139 15,-1-16 0-15,3-11 32 16,0-10-26-16,0-7 64 16,3-8-31-16,0-1-7 15,9-5 36-15,8-21-68 16,0-15-38-16,21-13 13 16,20-6-118-16,41-28-82 15,-10 14-263-15,-5 9-280 0</inkml:trace>
  <inkml:trace contextRef="#ctx0" brushRef="#br0" timeOffset="-212159.31">13435 8157 1228 0,'0'0'327'0,"0"0"-135"15,-76 125 63-15,59-65-89 16,11 0-8-16,6-4-68 16,10-6-84-16,17-6 79 15,1-10-85-15,4-12-39 16,-1-10 11-16,-7-12-113 16,0-17-12-16,-5-16-130 0,-11-6-669 15</inkml:trace>
  <inkml:trace contextRef="#ctx0" brushRef="#br0" timeOffset="-211819.02">13639 8310 1328 0,'0'0'516'0,"0"0"-403"15,0 0 53-15,8 146 40 16,-8-91-69-16,-10-4 10 16,-1-5-24-16,1-5-122 15,2-12 98-15,4-9-99 16,2-10 0-16,2-7 6 0,0-3-5 15,6-8 30-15,17-22-31 16,1-12-75-16,3-15 5 16,-2-6-210-16,-6 0-228 15,-5 7-39-15,-5 15 547 16,-7 22 284-16,-2 15 192 16,0 4-455-16,0 21 95 15,0 12-53-15,0 5 33 16,0 2 57-16,4-3-105 15,8-6-20-15,1-2-28 16,2-10 21-16,4-6-82 16,-1-10 47-16,3-9-112 15,-2-16 24-15,-6-11-468 0</inkml:trace>
  <inkml:trace contextRef="#ctx0" brushRef="#br0" timeOffset="-211671.17">14239 8119 1637 0,'0'0'360'16,"0"0"-164"-16,2 141-89 16,-8-68-54-16,-19 8 38 15,-2-1-90-15,1-4-2 16,-6 4-7-16,9-19-240 16,4-21-136-16</inkml:trace>
  <inkml:trace contextRef="#ctx0" brushRef="#br0" timeOffset="-211345.27">14559 8115 1495 0,'0'0'236'15,"21"118"27"-15,-13-41-153 0,-8 8-20 16,0-2 10-16,-10-1-98 15,-19-2 75-15,-27 15-77 16,5-19-173-16,4-22-371 0</inkml:trace>
  <inkml:trace contextRef="#ctx0" brushRef="#br0" timeOffset="-210699.1">14875 8472 1262 0,'0'0'787'0,"0"0"-423"0,0 0-149 16,0 0-61-16,0 0-23 15,0 0-116-15,0 0 57 16,42-19-72-16,-8 19 0 15,4 0-9-15,4 0 9 16,1 9-18-16,-4 5-18 16,3 9-140-16,-11-2-64 15,-10-5-398-15</inkml:trace>
  <inkml:trace contextRef="#ctx0" brushRef="#br0" timeOffset="-210552.42">14870 8628 1692 0,'0'0'809'0,"0"0"-614"16,0 0-147-16,0 0-28 16,138 0-25-16,-62-1 5 15,51-4-149-15,-17 3-117 16,-15-1-646-16</inkml:trace>
  <inkml:trace contextRef="#ctx0" brushRef="#br0" timeOffset="-210297.2">15610 8516 1068 0,'0'0'1147'0,"0"0"-904"15,0 0-163-15,0 0 53 0,0 0-123 16,33-106 6 0,-10 64 1-16,2-4 1 0,-1-1-35 15,-4 5 17-15,0 4 0 16,-7 11 23-16,-3 12-13 15,-6 13-10-15,-2 2 0 16,-2 36-59-16,0 19 50 16,0 14-9-16,-6 12 3 15,-4 3-33-15,6-3-43 16,4-7-211-16,4-23-91 16,12-18-915-16</inkml:trace>
  <inkml:trace contextRef="#ctx0" brushRef="#br0" timeOffset="-209996.1">16119 8511 1899 0,'0'0'696'16,"0"0"-510"-16,0 0 95 0,0 0-212 15,0 0-21 1,0 0-28-16,0 0 2 0,160-39-44 16,-107 35 11-16,3 4-95 15,-2 0 92-15,-8 0-175 16,-6 8-84-16,-13 2-280 15,-13-4-922-15</inkml:trace>
  <inkml:trace contextRef="#ctx0" brushRef="#br0" timeOffset="-209690.14">16116 8638 1445 0,'0'0'691'0,"0"0"-306"15,0 0-152-15,0 0-27 16,0 0-13-16,0 0-162 15,0 0 4-15,143-21-35 16,-82 21-8-16,3 0-64 16,5 0 32-16,-2 3-102 15,11 4-51-15,-18-6-266 16,-16-1-328-16</inkml:trace>
  <inkml:trace contextRef="#ctx0" brushRef="#br0" timeOffset="-209403.42">16729 8368 789 0,'0'0'1315'16,"0"0"-1076"-16,0 0-165 0,0 0-74 15,0 0 1-15,0 0 45 16,40 129-46 0,-40-76 6-16,-15 3 28 0,-16 1-25 15,-9-3 4-15,-7-6-13 16,-5-8-61-16,2-12 17 16,-13-14-230-16,12-10-282 15,11-4-897-15</inkml:trace>
  <inkml:trace contextRef="#ctx0" brushRef="#br0" timeOffset="-209130.35">16179 8231 1332 0,'0'0'483'0,"0"0"-420"16,0 0 22-16,-134 92 105 16,98-37-93-16,5 3 35 15,11 5-37-15,9 2-94 16,11-2 141-16,0-4-142 16,18-5 1-16,15-5-11 15,17-10 10-15,33-7-119 16,-6-13-241-16,-4-9-626 0</inkml:trace>
  <inkml:trace contextRef="#ctx0" brushRef="#br0" timeOffset="-208151.27">17391 8175 948 0,'0'0'595'0,"0"0"-351"16,0 0 20-16,0 0-90 16,0 0 32-16,0 0-176 15,0 0-9-15,0 2-21 16,0 38 28-16,0 20-27 16,-2 31 99-16,-4 27-72 15,-2-6 99-15,2-10-119 16,-3-13 5-16,3-25 56 15,1 6-59-15,-2 2-8 16,3-7-2-16,2-14 34 16,-1-8-24-16,3-11-10 0,0-12 0 15,0-11-12-15,0-2 14 16,0-7-2-16,0 2 0 16,0-2 27-16,0 0-24 15,0 0-3-15,0 0 0 16,0 0-20-16,0 0 20 15,0 2 0-15,5 0 0 16,19 5 12-16,12-4-24 16,16 3 12-16,10-3 0 15,5-3-42-15,1 0 42 16,0 0-115-16,3-19-82 16,-17-3-186-16,-14-4-677 0</inkml:trace>
  <inkml:trace contextRef="#ctx0" brushRef="#br0" timeOffset="-207841.22">17383 8055 2150 0,'0'0'554'15,"0"0"-372"-15,0 0-182 16,0 0 0-16,0 0-7 15,142 3 27-15,-72 12-52 16,34 7-80-16,-17-4-269 16,-10-7-301-16</inkml:trace>
  <inkml:trace contextRef="#ctx0" brushRef="#br0" timeOffset="-205386.22">18473 8003 1075 0,'0'0'492'15,"0"0"-260"-15,0 0-35 16,0 0 110-16,0 0-169 16,0 0-93-16,0 0 65 15,-52-41-110-15,9 41 0 16,-7 0-1-16,-6 21 28 16,0 7 49-16,7 6-76 15,13-1 7-15,15-1 19 16,11-9-17-16,10-3-9 15,0-5 0-15,23-8 24 16,6-5-27-16,6-2 3 16,5-7-20-16,-2-16-16 0,-2-5-17 15,-5-4-29 1,-6 0 43-16,-4 4-48 0,-7 4 60 16,-5 11 27-16,-5 13 0 15,-4 0-25-15,0 27 19 16,0 20 6-16,-4 13 89 15,-9 11-52-15,-1 9 122 16,-1 3-89-16,-3-2-58 16,-2-9 69-16,-2-7-71 15,-1-10-8-15,1-15-2 16,0-13 30-16,2-13 10 16,-1-11-36-16,4-3 4 15,1-4 86-15,10-21-93 16,6-12 22-16,0-11-23 15,33-10-51-15,16-5 42 0,14-1-62 16,8 2-51-16,7 1 53 16,0 1-127-16,-4 2-21 15,-8 2 15-15,-10 1 7 16,-9 2 56-16,-14 4-24 16,-11 8 163-16,-9 8 49 15,-7 13 81-15,-6 10 132 16,0 10-20-16,-27 7-198 15,-9 27 16-15,-9 14-46 16,3 8 12-16,9 6 104 16,10-3-110-16,17-4-7 15,6-5-5-15,4-5 18 0,21-9-29 16,6-9 3 0,5-8-87-16,-1-11 51 0,-4-8-167 15,-6-34-51-15,-8-10-291 16,-9-7-862-16</inkml:trace>
  <inkml:trace contextRef="#ctx0" brushRef="#br0" timeOffset="-205183.93">18876 8027 1385 0,'0'0'481'15,"0"0"-364"-15,0 0 80 16,0 0-117-16,0 0-28 16,94 141 117-16,-90-102-101 15,-4 1 27-15,0-4-8 16,0-5-80-16,-6-5 57 15,1-8-64-15,3-8 0 0,2-6 5 16,0-4-5-16,0-3-9 16,11-22 0-16,16-44-259 15,-5 8-63-15,-2-4-430 0</inkml:trace>
  <inkml:trace contextRef="#ctx0" brushRef="#br0" timeOffset="-205053.98">19052 8049 557 0,'0'0'1115'15,"0"0"-837"-15,0 0-39 16,0 0-20-16,-20 116-74 15,20-73-89-15,2 1 86 16,21-7-141-16,4-4-1 16,2-9 0-16,4-9-9 15,-4-8-24-15,0-7-165 0,-10-17-156 16,-5-11-184-16</inkml:trace>
  <inkml:trace contextRef="#ctx0" brushRef="#br0" timeOffset="-204880.68">19449 7885 324 0,'0'0'1562'16,"0"0"-1401"-16,0 0-15 15,38 108-31-15,-36-50-33 16,-2 6 108-16,0 4-156 16,-6 2-12-16,-8-1-22 15,-1-8-19-15,1-3-79 16,3-14-213-16,6-23-479 0</inkml:trace>
  <inkml:trace contextRef="#ctx0" brushRef="#br0" timeOffset="-204648.43">19748 8119 1579 0,'0'0'765'16,"0"0"-546"-16,0 0-198 16,0 0 61-16,123 0-82 15,-81 0 20-15,0 0 26 16,0 0-46-16,-8 3-9 16,-12-1 1-16,-19 7-138 15,-3-1-107-15,-8-2-545 0</inkml:trace>
  <inkml:trace contextRef="#ctx0" brushRef="#br0" timeOffset="-204519.67">19730 8249 1425 0,'0'0'336'15,"0"0"-144"-15,0 0-112 16,0 0 0-16,0 0-43 16,174 47-37-16,-107-47-105 15,-5 0-646-15</inkml:trace>
  <inkml:trace contextRef="#ctx0" brushRef="#br0" timeOffset="-204267.67">20394 8053 1540 0,'0'0'574'0,"0"0"-404"0,0 0-152 16,0 0 102-16,0 0-16 15,0 0-42-15,-16 124 128 16,57-93-173-16,14-4-6 15,10-6 29-15,2-12-28 16,-2-9 3-16,-16 0-15 16,-16-18 0-16,-20-10-54 15,-13-8 54-15,-24-4-112 16,-23 0 68-16,-15 6-19 16,-6 12-44-16,-30 22-284 0,21 0-329 15,7 8-452-15</inkml:trace>
  <inkml:trace contextRef="#ctx0" brushRef="#br0" timeOffset="-203403.4">18521 9039 408 0,'0'0'1112'0,"0"0"-743"15,0 0-78-15,0 0-18 16,0 0-140-16,0 0-66 15,0 0-67-15,-131-72 24 16,62 98 10-16,-3 10-34 16,8 6 0-16,14 2 33 15,17-5-27-15,16-9 3 0,15-4-9 16,2-10 26 0,15-4-17-16,20-10-9 0,10-2-13 15,4-10-12-15,0-17-34 16,-4-7 0-16,-11-2 19 15,-7 2 11-15,-12 6 1 16,-7 10 49-16,-6 15-21 16,-2 3 0-16,0 19-13 15,-2 27 13-15,-13 16 55 16,-5 17-54-16,-3 5 132 16,-3-1-133-16,-3-5 18 15,-2-13 3-15,0-9-11 0,2-19-4 16,0-11-6-16,2-12 38 15,5-8 62-15,3-6-100 16,9-4 6-16,7-24 49 16,3-12-55-16,21-12 0 15,21-11-24-15,16 2-82 16,11-4 67-16,7 7-190 16,26-15-70-16,-17 15-92 15,-16 7-469-15</inkml:trace>
  <inkml:trace contextRef="#ctx0" brushRef="#br0" timeOffset="-203214.2">18791 8909 1681 0,'0'0'571'0,"0"0"-440"15,0 0-79-15,0 0-33 16,0 0 83-16,-104 102-69 0,84-48-25 16,11 5 72-16,9-6-78 15,0 0 7-15,6-11-9 16,19-7 23-16,4-8-69 15,4-10 1-15,3-12-145 16,12-13 5-16,-7-18-357 16,-10-6-1072-16</inkml:trace>
  <inkml:trace contextRef="#ctx0" brushRef="#br0" timeOffset="-202829.05">18980 9024 1600 0,'0'0'558'15,"0"0"-526"-15,0 0-31 0,0 0 155 16,0 0-108-16,0 0 8 16,0 0 17-16,96 36-57 15,-91 0 148-15,-5 6-113 16,0 2-38-16,-11 2 96 16,-7-2-100-16,0-9 12 15,3-3-21-15,6-13 28 16,2-7-14-16,5-8-14 15,2-4-2-15,0 0-34 16,0-6 36-16,9-22-10 0,9-14-127 16,4-14-137-1,2-4-101-15,-4 4-248 0,-3 10 623 16,-9 16 98 0,-6 18 422-16,-2 12-297 0,0 0-146 15,-2 23-71-15,-6 8 131 16,-2 3-28-16,8 4-60 15,2 1 66-15,0-2-103 16,16-1-9-16,5-5-3 16,27-4-97-16,-6-8-75 15,-2-12-322-15</inkml:trace>
  <inkml:trace contextRef="#ctx0" brushRef="#br0" timeOffset="-202593.05">19406 8937 1689 0,'0'0'649'15,"0"0"-582"-15,0 0 18 16,0 0-71-16,0 0 62 16,63 116 46-16,-63-63-90 15,0 3 57-15,-18 6-89 16,-11 0 0-16,-2 0 3 15,-2-6-3-15,4-7-83 16,11-12-96-16,7-14-298 16,9-13-531-16</inkml:trace>
  <inkml:trace contextRef="#ctx0" brushRef="#br0" timeOffset="-202186.52">20060 9189 2304 0,'0'0'751'16,"0"0"-697"-16,0 0-7 15,0 0 29-15,0 0-74 16,0 0 26-16,140-13-28 16,-95 13-117-16,-3 0 108 15,-15 6-235-15,-13 6-257 16,-14-3-513-16</inkml:trace>
  <inkml:trace contextRef="#ctx0" brushRef="#br0" timeOffset="-202066.22">20013 9300 1360 0,'0'0'1019'0,"0"0"-784"16,0 0-235-16,0 0 0 16,0 0-3-16,174 14 3 15,-101-14-221-15,-1 0-749 0</inkml:trace>
  <inkml:trace contextRef="#ctx0" brushRef="#br0" timeOffset="-201765.6">20804 9133 791 0,'0'0'1180'15,"0"0"-873"-15,0 0-246 16,0 0 43-16,0 0 55 16,0 0-101-16,0 0 146 15,54-73-153-15,-54 73 7 16,0 0 21-16,0 0-70 15,0 0 26-15,0 0-35 16,2 0-33-16,0 11-16 16,2 17-1-16,-2 9 19 15,-2 7 29-15,0 8-23 16,0 2 16-16,0-1-10 16,-4-2-128-16,-11-5 79 15,-18 1-152-15,4-12-146 0,-3-12-236 16</inkml:trace>
  <inkml:trace contextRef="#ctx0" brushRef="#br0" timeOffset="-201630.58">20544 9552 1106 0,'0'0'1150'0,"0"0"-669"15,0 0-363-15,0 0 66 16,124-9-124-16,-55 3-30 16,14 1 9-16,4 5-39 15,0 0-60-15,22 5-25 16,-22 9-171-16,-16-6-407 0</inkml:trace>
  <inkml:trace contextRef="#ctx0" brushRef="#br0" timeOffset="-201497.61">21809 9544 1408 0,'0'0'1253'0,"0"0"-1253"16,0 0-14-16,0 0-623 15,0 0-578-15</inkml:trace>
  <inkml:trace contextRef="#ctx0" brushRef="#br0" timeOffset="-196211.29">1418 10877 46 0,'0'0'1062'15,"0"0"-790"-15,0 0-108 16,0 0-44-16,0 0-64 16,0 0 72-16,0 0-38 15,0-9-13-15,0 9 84 16,0 0-118-16,0 0-15 15,0 0 0-15,0 0-22 16,0 0 3-16,0 0-9 16,0 0 0-16,0 0-47 15,0 0 47-15,0-3-12 16,0 3-4-16,0-1 32 16,0 1 4-16,0 0 1 15,0 0-20-15,0 0 138 16,0 0-124-16,-5 0 14 0,0 0-8 15,1 0-3-15,1 0-19 16,3 8 1-16,0 0-27 16,9-2-6-16,14-2 33 15,8-2 0-15,2-2 1 16,0 0 20-16,-8-15-37 16,-7-6 16-16,-13-1 0 15,-5 0 62-15,0 3-52 16,-16 0 1-16,-8 3 10 15,1 7-5-15,1 7-32 16,2 2-44-16,4 14-221 16,6 9-41-16,2-5-800 0</inkml:trace>
  <inkml:trace contextRef="#ctx0" brushRef="#br0" timeOffset="-195154.45">1368 10826 986 0,'0'0'281'0,"0"0"-193"16,0 0 23-16,0 0-5 15,0 0-54-15,0 0 55 16,0 0-17-16,-35 8-63 15,24 0 122-15,1 1-117 16,4 5 11-16,4 3 27 16,-1-2-39-16,3-2-6 15,0-2-14-15,7-4 12 16,13-3 48-16,5-1-46 0,1-3-14 16,1 0 23-16,0-10-21 15,-5-6-13-15,-7-1 0 16,-3-1 12-16,-8 2 13 15,-4 2-25-15,0 2 0 16,-6 4 59-16,-8 0-58 16,-1 6-1-16,-3 2 0 15,5 0 9-15,1 2-28 16,5 12 19-16,7 0-3 16,0 0-14-16,12-1 29 15,12-4-12-15,9-4 0 16,6-5 20-16,1 0-20 0,-7-7 0 15,-4-13-9 1,-9-2-5-16,-11 0 22 0,-9 1-8 16,0-2 0-16,-13 7 15 15,-9 4-64-15,-5 5 49 16,2 7-169-16,-2 3-64 16,10 15-273-16,5 0-589 15</inkml:trace>
  <inkml:trace contextRef="#ctx0" brushRef="#br0" timeOffset="-193137.51">3031 10535 1211 0,'0'0'594'16,"0"0"-469"-16,0 0-19 15,0 0-106-15,-149 4 0 16,73 21 183-16,-4 8-106 16,1 3-6-16,9 0 3 15,14-2-23-15,14-5 26 0,15-5-77 16,15-8 0-16,12-4 15 16,0-3-6-16,27-4-9 15,14-5 33-15,9 0-27 16,10-8-12-16,1-18-61 15,-3-3-68-15,-5-8 101 16,-11-1-106-16,-8 4 52 16,-10 5 70-16,-12 7 18 15,-5 12 139-15,-7 6-115 16,0 4 2-16,0 7-42 16,0 24 66-16,-12 18-50 15,3 29 95-15,1 3-29 16,-1 11 77-16,2 3-81 0,0-14-50 15,-4 5 111 1,2-12-123-16,-4-12 0 0,-2-9 4 16,-4-13 10-16,-5-8 12 15,-5-8-26-15,-2-10 0 16,-1-6 5-16,3-8-5 16,5 0 0-16,11-26 36 15,13-16-35-15,2-16-2 16,38-17-22-16,20-7-68 15,18-6 72-15,12 2-174 16,3 1 9-16,3 10-140 16,-5 2-36-16,-6 9 34 0,-14 5-6 15,-11 5 26-15,-15 4 306 16,-13 6 10-16,-15 8 312 16,-8 9 16-16,-9 13-94 15,0 7 30-15,-16 7-89 16,-13 12-185-16,-6 24 114 15,-3 12-73-15,2 13 32 16,14 4 19-16,8 0-44 16,14-5 59-16,0-4-104 15,25-10 25-15,8-8 6 16,5-9-34-16,1-11-53 16,-2-11-10-16,-3-7-88 15,-8-16-86-15,-7-14-70 16,-13-6-372-16</inkml:trace>
  <inkml:trace contextRef="#ctx0" brushRef="#br0" timeOffset="-192787.75">3575 10654 561 0,'0'0'977'0,"0"0"-716"15,0 0-16-15,0 0-154 16,0 0 34-16,0 0 61 16,78 142-74-16,-78-98 43 15,0-2-98-15,-7-3-39 16,1-10 43-16,1-8-61 15,3-9 0-15,2-6 18 16,0-6-16-16,0 0 51 16,11-17-53-16,12-16-99 15,1-16 5-15,-2-7-186 16,-2-4-235-16,-7 7 238 16,-5 12 277-16,-4 18 127 15,-2 20 152-15,-2 3-236 0,0 20 113 16,5 16-36-16,3 3 18 15,6 2 5-15,3-1-94 16,8-6 14-16,0-6-63 16,-1-6 1-16,3-8-49 15,-5-7 41-15,-2-7-120 16,-7-23 20-16,-3-12-270 16,-6-8-870-16</inkml:trace>
  <inkml:trace contextRef="#ctx0" brushRef="#br0" timeOffset="-192630.77">4139 10432 2107 0,'0'0'183'0,"0"0"-42"0,0 0-111 15,31 125 49-15,-31-68 75 16,0 3-82-16,-7 6-6 16,-6 4-66-16,-3-2 3 15,6-6-53-15,10-13-128 16,0-20-312-16,13-18-408 0</inkml:trace>
  <inkml:trace contextRef="#ctx0" brushRef="#br0" timeOffset="-192360.11">4668 10747 2271 0,'0'0'527'15,"0"0"-381"-15,0 0-111 16,0 0 5-16,0 0-40 16,122-15 24-16,-73 15 4 15,0 0-28-15,-2 0-37 16,-11 0 22-16,-9 0-164 15,-27 8-118-15,0 4-279 16,-25-4-273-16</inkml:trace>
  <inkml:trace contextRef="#ctx0" brushRef="#br0" timeOffset="-192221.46">4668 10818 1905 0,'0'0'346'16,"0"0"-108"-16,0 0-134 15,0 0-69-15,0 0 46 16,0 0-75-16,158 54-6 15,-96-41-81-15,38-13-195 16,-13 0-47-16,-6-8-735 0</inkml:trace>
  <inkml:trace contextRef="#ctx0" brushRef="#br0" timeOffset="-191954.72">5633 10488 2022 0,'0'0'367'0,"0"0"-281"15,0 0-57-15,0 0 62 16,-124 106-71-16,112-55 41 16,12 2 65-16,0-4-79 15,26-10 15-15,18-9 30 16,12-7-92-16,11-14 119 16,5-9-119-16,-1 0 0 15,-9-18-21-15,-14-10 15 16,-17-7-3-16,-20-4 8 15,-11 0-137-15,-15 0 40 16,-26 8-206-16,-32 16-160 16,6 8 96-16,7 7-664 0</inkml:trace>
  <inkml:trace contextRef="#ctx0" brushRef="#br0" timeOffset="-191138.18">6848 10840 1420 0,'0'0'582'16,"0"0"-269"-16,0 0-58 15,0 0 19-15,0 0-132 16,0 0-31-16,0 0-96 0,35-33 33 16,9 31-8-1,12-1-40-15,9 1 0 0,7 2-39 16,-3 0 39-16,0 0-63 16,-3 10-32-16,13 8-192 15,-19-4 29 1,-16-2-430-16</inkml:trace>
  <inkml:trace contextRef="#ctx0" brushRef="#br0" timeOffset="-190947.28">6959 10976 1378 0,'0'0'640'0,"0"0"-350"15,0 0 43-15,0 0-197 16,0 0-116-16,153 0 64 0,-74 0-75 15,8 0-8-15,2-1-1 16,3-3-106-16,-3-5 23 16,19-10-258-16,-21-2-238 15,-16-1-288-15</inkml:trace>
  <inkml:trace contextRef="#ctx0" brushRef="#br0" timeOffset="-190721.19">7966 10672 1733 0,'0'0'273'0,"0"0"-138"16,0 0-107-16,0 0 36 15,72 106 107-15,-68-60-104 0,-4 4 6 16,0 1 0 0,-16-1-70-16,-13-2 80 0,-6-4-83 15,-5-6 0-15,-7-8-41 16,-2-6-19-16,-7-12-69 15,-24-12-151-15,11-16-237 16,7-14-720-16</inkml:trace>
  <inkml:trace contextRef="#ctx0" brushRef="#br0" timeOffset="-190542.79">7015 10619 1681 0,'0'0'498'0,"0"0"-445"16,-158 67 54-1,97-15 10-15,12 8-84 0,16 6 114 16,20 5-102-16,13 0-38 16,6 1 50-16,32-3-57 15,15-7-29-15,16-11-72 16,52-14-101-16,-16-13-145 16,-5-13-717-16</inkml:trace>
  <inkml:trace contextRef="#ctx0" brushRef="#br0" timeOffset="-187238.16">9153 10476 537 0,'0'0'1115'0,"0"0"-772"16,0 0-108-16,0 0-68 15,0 0-127-15,0 0 113 0,0 0-152 16,-12-39 0-16,10 32 44 15,0 2-23-15,2-2 59 16,0 0-63-16,6-5 7 16,15-1 12-16,10 1-37 15,2 5-13-15,5 7-2 16,-5 0 21-16,-8 14-20 16,-9 14 14-16,-16 10 0 15,-2 12-4-15,-45 10 4 16,-22 9 0-16,-18 3 33 15,-9-6-23-15,2-11 10 16,14-11-20-16,17-17 21 0,24-11 41 16,16-10-62-1,17-4 0-15,6-2 46 0,17 0-46 16,28 0 34-16,17 0-34 16,16-2 9-16,11-1-72 15,2-2 30-15,-4 1-104 16,11 1-54-16,-21-2-308 15,-19-1-107-15</inkml:trace>
  <inkml:trace contextRef="#ctx0" brushRef="#br0" timeOffset="-187007.65">9756 10409 1527 0,'0'0'176'16,"0"0"109"-16,-35 118-63 16,17-58-75-16,4 5 34 15,6-2-101-15,3 0-8 16,5-7-72-16,0-4 34 16,0-6-73-16,0-7 39 15,0-9-165-15,0-10-83 16,-2-11-146-16,-14-9-508 0</inkml:trace>
  <inkml:trace contextRef="#ctx0" brushRef="#br0" timeOffset="-186322.07">9475 10708 1523 0,'0'0'321'0,"0"0"-1"16,125-28-249-16,-53 22-42 15,8 4 39 1,9 2-62-16,5 0 27 0,-5-3-29 15,-11 3 23-15,-20 0 34 16,-18 0-61-16,-22 0 0 16,-18 0 4-16,-7 11 4 15,-31 15 30-15,-16 10 87 16,-4 8-105-16,-2 2 118 16,10-4-138-16,12-7 0 15,13-12 17-15,14-7 2 0,11-9-19 16,0-5 0-16,22-2 6 15,18 0-46-15,14-17 40 16,4-9-178-16,0-10 31 16,-5-3-133-16,-11-2-15 15,-13 10 196-15,-10 11 99 16,-13 11 294-16,-4 9-189 16,-2 0-83-16,0 20 99 15,0 6-13-15,0 4 1 16,0 0-14-16,7-2-94 15,5-6 103-15,-2-6-104 16,3-5 0-16,8-7 17 16,3-4-17-16,8 0-1 15,5-16-80-15,8-7-141 16,-1-3 115-16,-2 5-48 0,-7 6 106 16,-12 10 49-16,-9 5 26 15,-7 11 70-15,-7 15 18 16,0 3-85-16,-2-2 135 15,-9-4-111-15,1-8-18 16,6-5 18-16,2-6-42 16,2-4 2-16,4 0-13 15,25-6-12-15,16-12-1 16,13-5-120-16,5-4 31 16,1 5 102-16,-6 8-24 15,-14 8 24-15,-6 6 0 16,-13 0 7-16,-9 17 4 15,-5 6-11-15,-7-1-21 0,-4 0 12 16,0-4-88-16,-7-8-105 16,-11-3-122-16,1-7-613 0</inkml:trace>
  <inkml:trace contextRef="#ctx0" brushRef="#br0" timeOffset="-186149.18">10229 10389 2227 0,'0'0'502'0,"0"0"-502"0,0 0 0 16,170 14-12-16,-101 1 12 16,39-3-40-16,-16-1-179 15,-9-5-677-15</inkml:trace>
  <inkml:trace contextRef="#ctx0" brushRef="#br0" timeOffset="-185858.65">11255 10273 660 0,'0'0'692'16,"0"0"-364"-16,0 0-163 15,29-121-51-15,-23 97 123 16,-1 9-42-16,-3 8-42 16,0 7-153-16,-2 12 16 15,0 24-33-15,0 18 17 16,0 13 0-16,0 7-24 15,-9 24 22-15,3-20-151 16,1-18-507-16</inkml:trace>
  <inkml:trace contextRef="#ctx0" brushRef="#br0" timeOffset="-184182.47">11562 10747 1652 0,'0'0'488'0,"0"0"-292"15,0 0-44-15,0 0-63 16,0 0-46-16,0 0-43 16,0 0 24-16,125-70-3 15,-96 82-21-15,-6 21 0 0,-8 9 29 16,-11 8 6-16,-4 7 17 16,-2-3-25-16,-18-4 0 15,0-8 43-15,2-11-70 16,5-10 0-16,4-9-8 15,4-8 17-15,5-2-9 16,0-2 0-16,0 0 12 16,7-14-74-16,11-18 45 15,4-15-279-15,3-8 72 16,-6-2-39-16,-3 9 230 16,-7 16 33-16,-9 14 245 15,0 14 30-15,0 4-237 0,-7 13-14 16,-3 18 16-16,2 9 1 15,8 2 11-15,0 2-37 16,16 0 26-16,20-3-11 16,9-5-30-16,6-10-134 15,36-13-46-15,-13-13-380 16,-8 0-776-16</inkml:trace>
  <inkml:trace contextRef="#ctx0" brushRef="#br0" timeOffset="-184016.28">12289 10807 1061 0,'0'0'1291'0,"0"0"-998"0,0 0-174 15,0 0-117-15,0 0 21 16,169 17-23-16,-97-5-46 16,7-2 45-16,40-5-245 15,-18-5-277-15,-15 0-291 0</inkml:trace>
  <inkml:trace contextRef="#ctx0" brushRef="#br0" timeOffset="-183789.25">13257 10840 1874 0,'0'0'315'16,"0"0"-201"-16,0 0-97 16,87-112 11-16,-64 70-28 15,-2-1-102-15,-3-3 78 16,-3 0-45-16,-3 2 69 15,-3 6 56-15,-3 8 109 0,-4 9 224 16,-2 18-271-16,0 3-118 16,0 26-41-16,-4 23-11 15,-9 32 52-15,-1 30 0 16,-1 19-152-16,3-21 21 16,1-33-460-16</inkml:trace>
  <inkml:trace contextRef="#ctx0" brushRef="#br0" timeOffset="-183039.22">8941 11332 1367 0,'0'0'356'0,"0"0"-66"16,0 0-8-16,0 0-142 0,0 0-53 15,0 0-53-15,0 0-1 16,136 0 15-16,-60 10-48 15,33 8 0-15,44 3 52 16,53 2-27-16,26-5 20 16,9-4-18-16,-2-8-3 15,-4-2 30-15,16 0-54 16,17-3 0-16,8-1-32 16,1 3 32-16,-10-3-24 15,-12 0 15-15,-24 0 9 16,-19-6-15-16,-23 0 15 15,-25 1 0-15,-40 4 36 16,-34-1-34-16,-32 2 11 0,-14 0-13 16,-3 0-3-16,-6 0-48 15,-6 0 7-15,-25 0-138 16,-4 0-149-16,0 0-504 0</inkml:trace>
  <inkml:trace contextRef="#ctx0" brushRef="#br0" timeOffset="-181217.77">9826 11953 1235 0,'0'0'600'0,"0"0"-340"16,0 0-52-16,0 0-24 15,0 0-85-15,0 0-29 16,0 0-70-16,0-30 40 16,-2 62-40-16,-6 16 0 15,-2 17 27-15,-3 7 50 16,-1 4-66-16,3-2 25 16,-1-4-36-16,8-9 21 15,-1-10-12-15,5-10-9 16,0-9-78-16,0-8 24 15,0-9-122-15,0-6-14 16,-8-9-139-16,-13-6-219 16,-1-17-204-16</inkml:trace>
  <inkml:trace contextRef="#ctx0" brushRef="#br0" timeOffset="-180556.22">9404 12280 1790 0,'0'0'502'0,"0"0"-357"16,0 0-99-16,123-18-38 15,-23 16-1-15,39-4-7 16,25-8 13-16,-12 0 5 16,-38-3-18-16,-43 8 0 15,-36 5 5-15,-6 2 4 16,-10 2-9-16,-13 0 0 16,-6 20 0-16,-33 16 66 15,-21 10 20-15,-6 9-59 16,0-6 56-16,7-3-83 0,12-12 30 15,14-10-30 1,12-7 17-16,11-12-34 0,4-5 17 16,2 0-58-16,27-8 49 15,13-18-122-15,9-9 15 16,1-8-141-16,-6 3-112 16,-12 8 315-16,-14 12 54 15,-11 12 163-15,-9 8 23 16,0 0-131-16,0 23 34 15,0 6 53-15,-7 3-97 16,3-1 114-16,2-7-141 16,2-6-17-16,0-9 61 15,8-2-61-15,15-7 29 16,10 0-30-16,7-16-10 16,7-14-15-16,2-9-127 0,2 0-40 15,-7-2 107-15,-5 9 31 16,-15 14 54-16,-10 12 106 15,-10 6-100-15,-4 6 100 16,0 18-72-16,0 2 7 16,0-2 52-16,0-4-65 15,-4-6 9-15,4-8-37 16,0-4 15-16,0-2 27 16,20 0-42-16,16 0-25 15,10-10 11-15,5 0-84 16,3 5 37-16,-5 2 44 15,-9 3 17-15,-11 3-20 16,-9 12 20-16,-6 7-2 0,-12 0-25 16,-2 4 24-1,0-2 3-15,-9-2-100 0,-7-5-226 16,-2-13-266-16</inkml:trace>
  <inkml:trace contextRef="#ctx0" brushRef="#br0" timeOffset="-180393.54">10376 11976 2072 0,'0'0'365'16,"0"0"-126"-16,140-7-239 0,-61 7-36 16,8 0 14-16,40 4-106 15,-22 4-226-15,-12-6-967 16</inkml:trace>
  <inkml:trace contextRef="#ctx0" brushRef="#br0" timeOffset="-179687.23">11522 12122 643 0,'0'0'241'16,"0"0"-123"-16,0 0-106 15,0 0-12-15,0 0-77 16,0 0-782-16</inkml:trace>
  <inkml:trace contextRef="#ctx0" brushRef="#br0" timeOffset="-178773.2">11250 12037 880 0,'0'0'1142'15,"0"0"-848"-15,0 0-245 16,0 0 43-16,0 0-92 16,84-119 0-16,-49 73-16 15,-2-7 10-15,-4 1-8 16,-5 2 7-16,-8 6 7 15,-5 11 120-15,-7 14-105 0,-4 8 116 16,0 9-10-16,0 2-121 16,0 16-17-16,-11 27-36 15,-7 16 53-15,5 16-33 16,0 9 33-16,8 20-142 16,5-22-122-16,0-22-542 0</inkml:trace>
  <inkml:trace contextRef="#ctx0" brushRef="#br0" timeOffset="-178373.2">11612 12069 1553 0,'0'0'755'0,"0"0"-649"0,0 0-66 16,0 0-19-16,0 0-9 15,0 0-12-15,0 0 74 16,81 60-11-16,-81-26 34 16,0 3-27-16,0 1-63 15,-13 3 105-15,2-8-112 16,0-6 0-16,4-10-12 16,5-9 26-16,2-4-28 15,0-4 14-15,0 0 0 16,5-10-70-16,10-18 66 0,5-9-202 15,-2-4 31 1,-3 3-77-16,-6 10 252 0,-6 12 206 16,-3 12-53-16,0 4-69 15,0 11-84-15,0 18 0 16,0 9 27-16,0 2-25 16,7 2 41-16,14-2-43 15,16-6-85-15,38-5 67 16,-3-12-268-16,-5-10-242 0</inkml:trace>
  <inkml:trace contextRef="#ctx0" brushRef="#br0" timeOffset="-177937.88">12358 12262 778 0,'0'0'1152'0,"0"0"-778"16,0 0-271-16,0 0 13 16,0 0-68-16,0 0-27 15,0 0 83-15,-7 0-88 16,7 0 2-16,0 0 72 15,-2 0-39-15,2 0 34 16,0 0-85-16,0 0 12 0,0 0-6 16,0 0-6-16,0 0-5 15,0 0-13-15,0 0 36 16,2 0-9-16,3 0-9 16,1 0 8-16,8 0-16 15,5 0 8-15,13 0 0 16,6 0 2-16,9 0 14 15,2 0-32-15,-1-2-29 16,0-2-106-16,-4 2 106 16,-1 2-148-16,11 0-21 15,-8 0-140-15,-9 0-555 0</inkml:trace>
  <inkml:trace contextRef="#ctx0" brushRef="#br0" timeOffset="-177716.36">12757 12029 1395 0,'0'0'925'0,"0"0"-880"16,0 0 27-16,0 0-55 15,-38 114 55-15,27-66 27 16,2 8-88-16,4-1 38 15,5 1-49-15,0-5-152 0,23-3 62 16,8-15-416-16,2-15-379 16</inkml:trace>
  <inkml:trace contextRef="#ctx0" brushRef="#br0" timeOffset="-177487.72">13087 12416 1637 0,'0'0'321'0,"0"0"-256"16,0 0-55-16,0 0-10 15,87-128-69-15,-76 104 53 16,-7 7 32-16,-1 5 39 16,-3 9 235-16,0 3-123 15,0 0-57-15,0 3-110 16,0 20 1-16,-7 12 136 16,0 9-126-16,5 7-11 15,2 5 0-15,0 3 0 0,18 0-97 16,6-14-142-16,3-15-572 15</inkml:trace>
  <inkml:trace contextRef="#ctx0" brushRef="#br0" timeOffset="-176878.92">13974 11454 1635 0,'0'0'746'0,"0"0"-566"16,0 0-161-1,0 0 141-15,149 0-159 0,-84 2 20 16,2 2 12-16,2-2-18 16,-4 0-30-16,-3 2-27 15,-6 0-119-15,-2 0-11 16,-17-2-466-16,-14 0-763 0</inkml:trace>
  <inkml:trace contextRef="#ctx0" brushRef="#br0" timeOffset="-176712.19">14092 11594 1633 0,'0'0'556'15,"0"0"-457"-15,0 0 134 16,0 0-129-16,0 0-24 0,176 41-30 15,-93-36-50-15,24-3-15 16,38-2-177-16,-25-12-138 16,-12-5-261-16</inkml:trace>
  <inkml:trace contextRef="#ctx0" brushRef="#br0" timeOffset="-176456.53">15327 11238 2000 0,'0'0'300'0,"0"0"-271"16,0 0 115-16,-80 122-98 15,80-77 45-15,2 0 33 0,41-7-62 16,19-4 30-16,32-10-90 16,1-12 21-16,5-12 16 15,-3 0-39-15,-26-18-24 16,-6-14 22-16,-28-5-47 15,-25-7 25-15,-14 0-131 16,-45 7-22-16,-61 5 24 16,10 11-339-16,3 12-235 0</inkml:trace>
  <inkml:trace contextRef="#ctx0" brushRef="#br0" timeOffset="-174823.19">6908 14101 1506 0,'0'0'399'0,"0"0"-47"16,0 0-215-16,0 0 16 15,0 0 7-15,0 0-69 16,0 0 110-16,-5-32-116 16,5 29-57-16,7-2 89 15,17-1-109-15,15-1-4 16,13 2-4-16,14-4-12 15,7 8-40-15,5 1 14 16,0 0-111-16,-4 0 28 16,12 0-173-16,-18 0-93 0,-18 0-326 15</inkml:trace>
  <inkml:trace contextRef="#ctx0" brushRef="#br0" timeOffset="-174616.67">6975 14141 937 0,'0'0'1257'15,"0"0"-1009"-15,0 0-22 16,0 0-205-16,0 0 16 16,0 0 9-16,147 20-44 15,-72-10 11-15,8-2-13 16,4 0-42-16,24-8-61 15,-20 0-421-15,-17 0-279 0</inkml:trace>
  <inkml:trace contextRef="#ctx0" brushRef="#br0" timeOffset="-174393.47">7886 13846 1991 0,'0'0'293'15,"0"0"-255"-15,0 0 17 16,0 0-45-16,78 156 55 16,-78-96 42-16,-15 7-89 15,-19-5 84-15,-11-6-102 0,-3-6 1 16,-6-15-10-16,-2-8 9 16,-4-9-152-16,-31-18-54 15,12-13-382-15,10-14-866 0</inkml:trace>
  <inkml:trace contextRef="#ctx0" brushRef="#br0" timeOffset="-174243.19">6694 13926 2152 0,'0'0'291'16,"0"0"-208"-16,0 0-68 16,-45 135 15-16,45-67-17 15,0 10 33-15,25 2-92 16,15-3 24-16,34-4-236 0,-8-16-82 15,-1-25-710-15</inkml:trace>
  <inkml:trace contextRef="#ctx0" brushRef="#br0" timeOffset="-171607.38">13002 12424 586 0,'0'0'380'0,"0"0"-150"16,0 0 2-16,0 0-18 15,0 0-108-15,0 0-30 16,0 0 2-16,-15 0-6 16,15 0 169-16,0-2-113 15,0 2-11-15,0-1 59 16,0-2-79-16,0 1 19 15,2-2-31-15,11-2-71 0,7-3 102 16,11-10-116-16,9-1-47 16,3-4 18-16,-3 0-77 15,-2-2 69-15,-7 0-5 16,-6 0 6-16,-3 0-24 16,-7 2 60-16,-1 2-7 15,-5 2-17-15,-5 3 48 16,0 4-20-16,-4 4-4 15,0 1 0-15,0 4 71 16,0 4-71-16,0-2 0 0,0 2 14 16,0 0 4-1,0 0-31-15,0 0 13 0,0 2-22 16,0 17-16-16,-6 2 38 16,-3 10 0-16,3 3-6 15,-2 4 23-15,4 0 1 16,0 0-18-16,2 0 23 15,-1 1 7-15,1-6-30 16,2 2 0-16,-2-3-6 16,2-2 23-16,-2-2-7 15,-2-5-10-15,-2 0 0 16,-2-5-13-16,-1-3 13 16,-5 2 0-16,-1-5-20 15,-3 0 28-15,-2-2-26 16,2-3 18-16,3 0 0 0,1-5-19 15,5 0 19 1,5-2 0-16,4 2 10 0,0-2-9 16,0 0 55-16,0 0-37 15,0 0 7-15,7 0 38 16,13 0-64-16,13 0 0 16,9 0 13-16,10-2 10 15,4-4-25-15,-1 1 2 16,1 5-152-16,6-3-3 15,-13 1-417-15,-13-2-679 0</inkml:trace>
  <inkml:trace contextRef="#ctx0" brushRef="#br0" timeOffset="-148543.69">13818 2571 899 0,'0'0'211'0,"0"0"-148"15,0 0-22-15,0 0-24 0,0 0 121 16,0-7-16 0,0 7-55-16,0 0 45 0,0 0-92 15,0 0 30-15,0 0 14 16,0 0-42-16,0 0 53 15,0 0-74-15,0 0 11 16,0 0 35-16,0 0-40 16,0 0-7-16,0 0 0 15,0 0 24-15,0 0-14 16,0 0-10-16,0 0 0 16,0 12-18-16,0 4 29 15,0 9-11-15,0 4 19 16,0 7-2-16,0 8 46 0,0 5-5 15,0 3-57 1,0 2 91-16,2 3-92 0,-2 1 13 16,2 1 8-16,0 6 0 15,4-1 22-15,-2 4-43 16,0 1 0-16,1-1 1 16,-1-4-1-16,-2-3 0 15,0-2-1-15,0-1 23 16,0-4-31-16,2-1 9 15,-4-2 0-15,2-2-7 16,0-3 7-16,-2-6 0 16,2-2-1-16,-2-4 15 15,0-5-15-15,2 3 1 16,-2-5 0-16,2-1-12 0,-2 3 12 16,3-4 0-1,-1 2 0-15,-2-3 19 16,2-1-25-16,0 0 6 0,-2 0 0 15,2 2-15-15,3-1 16 16,-3 2-1-16,1 1 0 16,-1 3 19-16,-2 2-25 15,2 1 6-15,-2 2 0 16,0-3-13-16,0 0 13 16,0-2 0-16,0-4 0 15,0-3 8-15,2-2-32 16,-2-3 24-16,0-2 0 15,0-1-22-15,0-2 23 0,0-1-1 16,0 0 0-16,0 0 18 16,0-2-31-16,0 0 13 15,0 1-11-15,0 1-15 16,0 1 26-16,0 6 0 16,0-1 0-16,0 0 18 15,-2 0-24-15,0 0 6 16,-3-4 0-16,3 0-19 15,2 0 19-15,-3-2 0 16,3 2 0-16,-2-2 17 16,2 0-18-16,0 0 1 15,0-2 0-15,0-3-30 16,0-2 30-16,0-1-11 16,0 0 11-16,0-2-9 15,0 0-34-15,7 2 43 0,2-2 0 16,2 2-9-16,3 1 11 15,3-4-2-15,6 1 0 16,4 0 18-16,4-2-9 16,9 0-9-16,7 0 0 15,9 0-9-15,8 0 24 16,7 0-15-16,6-5 6 16,4-4 17-16,4 1 46 15,5-2-69-15,3 0 0 16,5-2-2-16,3 3 4 15,3-4-2-15,1 1 0 16,2 2 17-16,-5 0-11 16,1 2-6-16,0 0 0 0,-3 2 44 15,1 2-43 1,-6 0 10-16,1 0-11 0,0-2 25 16,-1 1 4-16,6 2-29 15,1-3 0-15,6-1-14 16,1 0 15-16,0-1-1 15,0 1 0-15,0-1 21 16,14 3-21-16,18 0 0 16,17 2 0-16,4 3 15 15,-10 0-5-15,-18 0 9 16,-32 0 11-16,-15 0-8 16,-20 0 59-16,0 6-74 15,9 1-7-15,9 4 59 16,11 1-58-16,-5-1 13 0,-4 1-14 15,-5-1 18-15,-1-5-12 16,-8 0-6-16,-4-5-11 16,-6-1-16-16,-7 0 4 15,-8 0-43-15,2 0-47 16,-15 0-185-16,-12-4-328 0</inkml:trace>
  <inkml:trace contextRef="#ctx0" brushRef="#br0" timeOffset="-147299.29">14302 2959 1249 0,'0'0'402'0,"0"0"-214"15,0 0-40-15,0 0 45 0,0 0-78 16,0 0-65-16,0 0 106 16,0-33-123-16,0 30-7 15,0 3 38-15,0 0-43 16,0 0 55-16,0 0-76 16,0 0 2-16,0 7-7 15,-3 19 11-15,-1 15-6 16,-2 17 42-16,-2 7-34 15,0 6 30-15,-1-6-38 16,3-2 0-16,3-10-3 16,1-7 3-16,2-8-16 15,0-6-14-15,0-7-140 16,5-17-27-16,3-6-196 16,-1-2-568-16</inkml:trace>
  <inkml:trace contextRef="#ctx0" brushRef="#br0" timeOffset="-146922.33">14380 2930 1575 0,'0'0'507'16,"0"0"-476"-16,0 0-12 16,0 0 146-16,0 0-126 15,123 118 38-15,-106-68 9 16,-3 4-61-16,-10 2 38 15,-4 2-63-15,0 0 12 16,-22-3 1-16,-10-4-13 0,-7-5-45 16,-11-8-8-16,-6-6-107 15,-6-12-92-15,-3-17-89 16,7-3-168-16,10-18 286 16,19-19 223-16,17-2 109 15,12-4 389-15,16 3-313 16,24 3 98-16,9 5-26 15,12 3-190-15,3 8 74 16,5 0-141-16,0 7 1 16,-2 5-1-16,-2-3-19 15,-7 7-9-15,-5-1-177 16,-2-8-156-16,-15 2-146 16,-9-4-545-16</inkml:trace>
  <inkml:trace contextRef="#ctx0" brushRef="#br0" timeOffset="-146510.59">14860 2965 1667 0,'0'0'637'0,"0"0"-473"16,0 0-104-16,0 0 42 15,0 0-102-15,0 0 18 16,0 0 45-16,0 56-24 16,0-13 5-16,0 3-18 15,-6 3-7-15,4-8-2 16,2-3-17-16,0-6 0 15,0-8-12-15,0-5 12 0,0-6-30 16,0-5 21-16,8-5-66 16,2-3 75-16,5-11-40 15,6-23-17-15,1-10 28 16,-2-10-166-16,-2 2 54 16,-7 6 89-16,-6 12 52 15,-3 14 150-15,-2 10-50 16,0 8-8-16,0 2 57 15,0 0-137-15,0 0-3 16,-7 20 15-16,-2 8-18 16,3 7 73-16,4 0-79 15,2 1 7-15,0-3 17 16,10-4-24-16,11-9 0 16,6-4-7-16,4-7-84 15,25-9 16-15,-10-7-156 0,-1-14-365 16</inkml:trace>
  <inkml:trace contextRef="#ctx0" brushRef="#br0" timeOffset="-146381.28">15332 3035 1315 0,'0'0'1127'16,"0"0"-904"-16,0 0-223 16,0 0-21-16,0 0 10 15,0 0-82-15,0 0-11 16,-9 103-87-16,2-61-458 0</inkml:trace>
  <inkml:trace contextRef="#ctx0" brushRef="#br0" timeOffset="-146295.68">15296 3371 1190 0,'0'0'526'0,"0"0"-245"15,0 0-189 1,0 0-92-16,0 0-22 0,0 0-342 16</inkml:trace>
  <inkml:trace contextRef="#ctx0" brushRef="#br0" timeOffset="-145706.34">16212 2883 1500 0,'0'0'710'0,"0"0"-556"16,0 0-93-16,0 0 49 16,0 0-63-16,0 0 19 15,0 0-66-15,0-2 46 16,0 35-46-16,0 15 16 16,0 13 4-16,0 14 53 15,0 3-66-15,-4 4 4 16,-1-6-11-16,1-5 21 0,-1-8-21 15,3-8 0 1,2-11-69-16,0-7-34 0,0-14-142 16,0-11-101-16,0-12-309 15</inkml:trace>
  <inkml:trace contextRef="#ctx0" brushRef="#br0" timeOffset="-144994.1">15973 3301 1094 0,'0'0'1162'16,"0"0"-965"-16,0 0-197 16,0 0-49-16,0 0 46 15,121-23 3-15,-59 15 10 16,8-2-10-16,1 2-37 16,-6-2 31-16,-12 2-56 0,-15 4 52 15,-18 3 10-15,-15 1 0 16,-5 1 74-16,-14 25-68 15,-15 10 36-15,-9 10 77 16,0 3-54-16,3-4 8 16,6-6-62-16,11-11 27 15,7-10 4-15,7-8-42 16,4-6-4-16,0-4-17 16,4 0 6-16,18-18-11 15,12-14-38-15,3-12-113 0,1-6 26 16,-3 0-51-1,-5 11 202-15,-12 14 0 0,-10 12 164 16,-3 13-67-16,-5 0-73 16,0 24-6-16,0 8 168 15,0 7-110 1,-7-2-44-16,3-4 9 0,2-7-22 16,2-10-16-16,0-8-3 15,0-7 15-15,0-1-55 16,15-1 40-16,14-21-64 15,14-14-38-15,11-9-217 16,5-3 71-16,-3 6-16 16,-7 12 264-16,-11 16 31 15,-16 14 67-15,-9 0-28 16,-11 25 90-16,-2 8 8 0,0 4-14 16,-8-1-17-1,-5-5-86-15,1-6 65 0,6-9-116 16,6-8 0-16,0-4-20 15,2-4-2-15,27 0-39 16,11 0 25-16,9-6-90 16,3-4 77-16,-8 5-116 15,-11 5 123-15,-10 0 42 16,-9 21 1-16,-10 5 34 16,-2 2-35-16,-2-1 13 15,0-2-30-15,-2-11 17 16,-21-14-79-16,5 0-116 15,-1-18-548-15</inkml:trace>
  <inkml:trace contextRef="#ctx0" brushRef="#br0" timeOffset="-144835.32">16538 2888 2445 0,'0'0'494'0,"0"0"-463"16,0 0-31-16,0 0-12 15,158 0 12-15,-98 7-27 16,7 10-104-16,20 10-9 16,-16-3-322-16,-13-6-332 0</inkml:trace>
  <inkml:trace contextRef="#ctx0" brushRef="#br0" timeOffset="-144663.45">17159 2900 1136 0,'0'0'527'0,"0"0"-368"16,19-113-115-16,-13 71 71 15,-2 8 197-15,-2 12-65 16,-2 13 18-16,3 9-265 16,-3 5-24-16,0 29-46 15,0 16 49-15,2 14-4 16,1 15-23-16,6 25-176 16,1-16-72-16,2-21-749 0</inkml:trace>
  <inkml:trace contextRef="#ctx0" brushRef="#br0" timeOffset="-143743.72">17472 3296 1639 0,'0'0'624'15,"0"0"-411"-15,0 0 58 16,0 0-184-16,0 0-26 16,0 0-16-16,0 0-32 15,0-9-19-15,2 9 6 0,7 9 0 16,-1 14-6-16,-1 3 6 15,-2 8 0-15,-5 5 28 16,0 5-27-16,-5-4 58 16,-10-1-59-16,1-9 0 15,5-9 3-15,3-6-3 16,4-9 0-16,2-4-9 16,0-2 31-16,0 0-46 15,0-2 24-15,8-26-42 16,17-16 29-16,2-12-143 15,2-4-43-15,-4 7 118 16,-8 18 81-16,-8 12 55 16,-6 15 18-16,-3 8-58 0,0 0 85 15,0 4-99 1,-3 19-1-16,-4 7 34 0,3 5-17 16,4 4-2-16,0-1-15 15,6-4-72-15,17-6 44 16,26-14-176-16,-7-8-164 15,1-6-603-15</inkml:trace>
  <inkml:trace contextRef="#ctx0" brushRef="#br0" timeOffset="-143566.65">17838 3356 2112 0,'0'0'570'0,"0"0"-412"16,0 0-157-16,0 0 29 15,0 0 21-15,0 0-39 0,0 0 24 16,120 8-36-16,-67-3-147 16,3-3 70-16,4-2-160 15,-13 0-281-15,-14-8-463 16</inkml:trace>
  <inkml:trace contextRef="#ctx0" brushRef="#br0" timeOffset="-143394.33">18135 3159 2221 0,'0'0'356'16,"0"0"-293"-16,0 0-62 15,0 0-1-15,-48 147 0 0,36-89 33 16,6 5-72-16,4 1 19 16,2 2-189-16,16-16-76 15,5-18-405-15</inkml:trace>
  <inkml:trace contextRef="#ctx0" brushRef="#br0" timeOffset="-143143.55">18421 3514 1901 0,'0'0'329'0,"0"0"-249"15,0 0-80-15,42-105 0 16,-28 63 53-16,1-1-41 0,1 1 51 15,-3 6-63-15,1 7 0 16,-3 6 13-16,-7 11 146 16,-1 10-19-16,-3 2-131 15,0 8 31-15,0 24-71 16,0 14 31-16,-5 14-36 16,-1 6 35-16,1 18-166 15,3-17-179-15,2-18-332 0</inkml:trace>
  <inkml:trace contextRef="#ctx0" brushRef="#br0" timeOffset="-142228.54">18978 3442 1487 0,'0'0'567'16,"0"0"-452"-16,0 0 91 16,0 0-102-16,0 0 49 15,0 0-7-15,0 0-85 0,25 0-3 16,6 0-58-16,7-1 23 16,7-5-4-16,1 1-19 15,-3 5-31-15,-3-3 30 16,-4 3-109-16,-7 0-63 15,-11 0-87-15,-10 0-339 16,-8 0-286-16</inkml:trace>
  <inkml:trace contextRef="#ctx0" brushRef="#br0" timeOffset="-142057.02">18939 3585 1305 0,'0'0'573'0,"0"0"-386"0,0 0-41 15,0 0-23-15,0 0 37 16,151 0-160-16,-89 0 1 16,3-8-2-16,2-2-81 15,11-11-134-15,-16 2-160 16,-15 1-545-16</inkml:trace>
  <inkml:trace contextRef="#ctx0" brushRef="#br0" timeOffset="-141886.25">19422 3217 2092 0,'0'0'324'15,"0"0"-262"-15,0 0-62 0,-62 114 0 16,39-53 68 0,3 12-67-16,5 5 4 0,3 3-5 15,10 4-127-15,2-19-160 16,0-19-494-16</inkml:trace>
  <inkml:trace contextRef="#ctx0" brushRef="#br0" timeOffset="-140325.51">19810 3306 1185 0,'0'0'315'16,"0"0"-175"-16,0 0 44 16,0 0 8-16,0 0 30 15,0 0-45-15,0 0-138 16,-51-5 93-16,26 28-102 15,3 12-9-15,2 4 88 16,6 4-87-16,8-1 26 16,6-4-21-16,0-4 4 15,20-8 28-15,9-6-59 16,9-9 0-16,2-10 12 16,5-1-11-16,-5-12-1 15,-9-16 0-15,-9-8 21 0,-11-8-69 16,-11-2 48-16,0 2-65 15,-9 5 53-15,-11 12-39 16,1 11-4-16,-4 14-109 16,7 2-224-16,7 0-138 0</inkml:trace>
  <inkml:trace contextRef="#ctx0" brushRef="#br0" timeOffset="-139344.03">18922 5083 1030 0,'0'0'389'16,"0"0"-291"-16,0 0-66 0,0 0-32 15,0 0 10-15,0 0 58 16,0 0-18-16,70-30 7 16,-57 23 61-16,-4 2 46 15,-2 3 45-15,0 0-64 16,-3-1-123-16,5 3 88 16,2-3-110-16,5 1 0 15,6 0 16-15,7 2-10 16,4 0 5-16,7 0-11 15,10 0 9-15,3 0 74 16,12 0-71-16,10 0-12 16,10 0 41-16,9 0-34 15,4 0 20-15,3 0-27 16,-1 0 0-16,2-2 14 0,-3-3-14 16,-6-4 0-16,-6 3-6 15,-9 1 27-15,-12 2-16 16,-10 1-5-16,-9 2-70 15,-11 0 68-15,-7 0-224 16,-6 0-250-16,-13-7-415 0</inkml:trace>
  <inkml:trace contextRef="#ctx0" brushRef="#br0" timeOffset="-138594.98">20648 2115 1051 0,'0'0'387'15,"-4"170"-184"-15,4-31-128 16,0 22 90-16,0-1-96 15,0-10 34-15,0-11 29 0,0-5-88 16,0-6 24-16,0-7-43 16,0-7-19-16,0-20 117 15,0-18-110 1,2-15-12-16,0-3 10 0,2 8 4 16,-2 10-8-16,-2 4-7 15,0-4 0-15,0-7-31 16,0-6 31-16,0-4-17 15,-8-5 4-15,1-1 26 16,-1-3-18-16,0-2 5 16,2 2 0-16,-1-4-6 15,3 3 6-15,2-5 0 16,2-4-8-16,0 1 11 16,0-2-19-16,13-6-5 15,3 0 9-15,1-6-20 0,-3-2 32 16,-3-5 0-16,-3-5-9 15,-5 0-43-15,-3-7-62 16,0-4-209-16,0-4-807 0</inkml:trace>
  <inkml:trace contextRef="#ctx0" brushRef="#br0" timeOffset="-102615.51">9041 13890 624 0,'0'0'244'16,"0"0"-77"-16,0-2-1 16,0-3 38-16,0 5-51 15,0-5 6-15,0 1-29 16,0 1-18-16,0-2 19 16,0 3-28-16,0-2-1 15,0 2-44-15,0 2-23 16,0 0 27-16,-2 0-36 0,2 0 18 15,0-2 14-15,-2 2 3 16,2 0 12-16,0 0-31 16,0 0-9-16,-2 0 36 15,2 0-69-15,0-2 18 16,0 2-2-16,0-3-4 16,0-4 39-16,0-3-31 15,0-8-19-15,0-7 43 16,2 0-44-16,13-8 0 15,1 5-26-15,1 3 16 0,-1 7 2 16,-5 6-1 0,-7 8 9-16,-1 4-18 0,-3 0 3 15,0 9-7-15,-20 25-41 16,-15 19 63-16,-17 15 12 16,-10 8-11-16,-3 2 0 15,1-9 11-15,6-15-2 16,10-16-16-16,15-14 6 15,8-10 0-15,10-9 19 16,6-5-19-16,6 0 2 16,3-7 23-16,0-13-25 15,8-6 0-15,11 4-15 16,8 4 15-16,4 7-12 16,5 9 9-16,7 2-16 15,1 11 1-15,8 17-75 0,27 5-78 16,-11-4-209-16,-8-12-488 0</inkml:trace>
  <inkml:trace contextRef="#ctx0" brushRef="#br0" timeOffset="-102350.33">9623 13624 1461 0,'0'0'400'0,"0"0"-220"16,0 0-130-16,0 0-2 15,0 0 150-15,-18 109-60 0,9-54 14 16,5 3-92-16,1 2-8 16,3-2-18-16,0-1-19 15,3-5 6-15,7-5-21 16,0-2-57-16,-4-7-55 15,-3-8-87-15,-3-16-132 16,-19-10-149-16,-8-4-773 0</inkml:trace>
  <inkml:trace contextRef="#ctx0" brushRef="#br0" timeOffset="-101682.44">9328 14061 1669 0,'0'0'709'15,"0"0"-582"-15,0 0-110 16,137-50 33-16,-64 36-33 15,14-1-16 1,6 1 33-16,5 1-33 0,-6-1 24 16,-14 7-24-16,-18 3-1 15,-24 4 0-15,-20 2-12 16,-16 23-7-16,-12 8 19 16,-23 11 60-16,-9 5 16 15,-2-3-33-15,7-4-15 16,10-13-1-16,8-6-27 15,10-11 0-15,9-6-9 16,2-6 5-16,0 0-16 0,25-16 4 16,10-18-60-1,10-12-76-15,2-6-41 0,-3 2-88 16,-11 11 159-16,-10 14 122 16,-15 14 132-16,-5 11-21 15,-3 0-62-15,0 22 42 16,0 9 15-16,-3-2 17 15,1 4-30-15,2-8-49 16,0-2-9-16,0-7-23 16,8-4-4-16,5-6 22 15,0-5-30-15,7-1-22 16,5-1 22-16,8-23-49 16,5-7-91-16,-1-3-38 15,0 5 24-15,-8 8 114 16,-12 16 40-16,-5 5 36 0,-8 0 34 15,-2 22 13-15,-2 1 9 16,0 4 2-16,0-1-41 16,0-11-1-16,0-2-51 15,0-9 5-15,0-4 10 16,0 0-16-16,23 0 0 16,8-6-33-16,11-10-25 15,2 0-11-15,1 4 13 16,-5 2 56-16,-7 8 1 15,-3 2-1-15,-10 7 4 16,-5 12-4-16,-5 7 0 16,-8 1-12-16,-2 5-72 15,-5-11-140-15,-13-3-69 16,0-14-758-16</inkml:trace>
  <inkml:trace contextRef="#ctx0" brushRef="#br0" timeOffset="-101476.23">10220 13659 1883 0,'0'0'806'16,"0"0"-663"-16,0 0-89 15,0 0-20-15,0 0-5 0,163 0-20 16,-105 0-9-1,4 0-54-15,21 0-216 0,-16 0-393 16,-11 0-1205-16</inkml:trace>
  <inkml:trace contextRef="#ctx0" brushRef="#br0" timeOffset="-101268.2">10891 13596 1577 0,'0'0'286'0,"0"0"-157"16,0 0 56-16,36-146-54 16,-21 100-8-16,-3 13 29 15,-6 8-6-15,-4 13-22 16,1 12-103-16,-3 7-21 0,0 31-78 16,0 22 17-16,0 47-9 15,-5-15-149-15,-3-14-409 0</inkml:trace>
  <inkml:trace contextRef="#ctx0" brushRef="#br0" timeOffset="-100628.39">9121 13730 1569 0,'0'0'602'0,"0"0"-344"16,0 0-16-16,0 0-96 16,0 0-14-16,0 0-36 15,0 0-52-15,0-111 19 0,-9 89-54 16,-4 5-9-16,-9 6-6 16,-5 6-37-16,-9 5-62 15,-4 9-56-15,-13 49-78 16,10-3-82-16,9-6-463 0</inkml:trace>
  <inkml:trace contextRef="#ctx0" brushRef="#br0" timeOffset="-99714.38">11101 14021 1416 0,'0'0'348'0,"0"0"-91"15,0 0-69-15,0 0-3 16,0 0-37-16,0 0-18 15,0 0-44-15,4-82-69 16,11 72-16-16,6 5 50 16,-3 5-51-16,1 2 0 0,2 20-11 15,-6 10 11-15,-3 9 15 16,-8 2-1-16,-4 6-4 16,0-3 22-16,0-5-31 15,-6-10 13-15,1-9-14 16,0-10 0-16,5-7 0 15,0-5-9-15,0 0-24 16,0-5 33-16,5-21-13 16,8-20-107-16,3-10-106 15,-5-2 51-15,0 9 105 16,-7 16 70-16,-4 15 175 16,0 15-28-16,0 3-147 15,0 11-10-15,0 17 10 0,0 7 21 16,0 4 30-16,18 3-33 15,9-2-18 1,11-6 0-16,36 0-71 16,-12-12-84-16,-1-8-366 0</inkml:trace>
  <inkml:trace contextRef="#ctx0" brushRef="#br0" timeOffset="-99534.47">11859 14075 2162 0,'0'0'579'0,"0"0"-508"16,0 0-59-1,0 0 24-15,0 0-36 0,0 0 0 16,160 12 0-16,-64-6-169 16,-13 2-220-16,-10-8-338 0</inkml:trace>
  <inkml:trace contextRef="#ctx0" brushRef="#br0" timeOffset="-99282.4">12536 14061 1832 0,'0'0'248'16,"0"0"-248"-16,0 0-28 16,40-135 21-16,-26 85-7 15,-1-1-13-15,-1 2 14 16,-4 11 13-16,-3 9 107 0,-1 14 188 15,-4 12-129-15,0 3-161 16,0 23 7-16,0 21-12 16,0 12 46-16,0 13-45 15,0 6-1-15,0 0 0 16,4-1-11-16,37 6-71 16,-3-20-141-16,4-20-403 0</inkml:trace>
  <inkml:trace contextRef="#ctx0" brushRef="#br0" timeOffset="-99028.45">13492 14052 1145 0,'0'0'1324'15,"0"0"-985"-15,0 0-245 16,0 0-59-16,0 0 22 16,134-9-51-16,-76 0 3 15,3 4-8-15,1 2-1 16,-4 3-31-16,-9 0-75 16,-13 0-152-16,-17 4-335 15,-14 3-856-15</inkml:trace>
  <inkml:trace contextRef="#ctx0" brushRef="#br0" timeOffset="-98877.81">13419 14239 1667 0,'0'0'719'0,"0"0"-460"16,0 0-156-16,0 0-42 16,125 0-2-16,-53 0-59 15,12-8-28-15,48-11-105 16,-24 0-205-16,-7-1-377 0</inkml:trace>
  <inkml:trace contextRef="#ctx0" brushRef="#br0" timeOffset="-98632.55">14491 13909 598 0,'0'0'1819'16,"0"0"-1575"-16,0 0-207 15,0 0-22-15,0 0 17 16,0 0 32-16,-51 125 9 15,82-88-36-15,14-7 29 16,13-6-36-16,8-8 6 16,6-16-17-16,-5 0-19 15,-11-14 0-15,-14-17-1 16,-17-4-44-16,-17-11-6 16,-8-1-53-16,-17 5-2 15,-24 8-85-15,-36 14-100 16,10 12-30-16,1 4-560 0</inkml:trace>
  <inkml:trace contextRef="#ctx0" brushRef="#br0" timeOffset="-97500.15">7120 15767 1204 0,'0'0'358'15,"0"0"-97"-15,0 0 26 0,0 0-33 16,0 0-34-16,0 0-44 15,0 0-4-15,-31-44-48 16,31 42-33-16,0 0 7 16,0 2-80-16,0-2-18 15,21 2-12-15,15 0 9 16,11 0-5-16,11 0-10 16,4 0-42-16,-1 10 26 15,-1 4-80-15,0 15-56 16,-16-6-149-16,-13-5-289 0</inkml:trace>
  <inkml:trace contextRef="#ctx0" brushRef="#br0" timeOffset="-97318.4">7073 15940 1257 0,'0'0'1188'0,"0"0"-1004"16,0 0-166-16,0 0-3 15,135 0-6-15,-72 0-9 16,8 0 0-16,-2-4-9 16,0 0-125-16,12-15-172 15,-21 5-58-15,-13-4-286 0</inkml:trace>
  <inkml:trace contextRef="#ctx0" brushRef="#br0" timeOffset="-97144.13">7795 15669 1743 0,'0'0'631'0,"0"0"-534"0,0 0-45 16,0 0-43-16,0 0 35 16,58 115 28-16,-58-60-20 15,-7 1 0-15,-21 3-42 16,-11-5-9-16,-7-4-2 16,-6-12-53-16,-31-22-98 15,15-12-202-15,3-4-476 0</inkml:trace>
  <inkml:trace contextRef="#ctx0" brushRef="#br0" timeOffset="-96992.53">6772 15605 742 0,'0'0'1779'0,"0"0"-1586"16,0 0-190-16,0 0 8 16,-65 162-11-16,65-67 1 15,2-3-1-15,29 2-41 16,38 14-150-16,-6-34-180 15,4-11-443-15</inkml:trace>
  <inkml:trace contextRef="#ctx0" brushRef="#br0" timeOffset="-95313.43">9480 15302 935 0,'0'0'203'0,"0"0"-47"16,0 0 78-16,0 0 24 15,0 0-13-15,0 0-31 16,76-102-72-16,-69 93-81 16,-3 9-39-16,-2 0 12 15,0 13-34-15,-2 23 0 16,0 15 70-16,0 20 2 16,-8 8 19-16,-9 0-15 15,0-1-57-15,3-3 31 16,6-17-42-16,6-6 0 15,2-10 1-15,0-8-8 16,2-6-1-16,14-6-48 0,1-8-61 16,1-5 5-1,-7-9-57-15,-7-12-95 0,-4-11-50 0</inkml:trace>
  <inkml:trace contextRef="#ctx0" brushRef="#br0" timeOffset="-94633.56">9286 15687 1920 0,'0'0'496'0,"0"0"-394"16,0 0-73-16,0 0 20 16,136-10 45-16,-53 6-75 15,10-8-13-15,10-2 15 16,2 0-15-16,-8-4-12 16,-14-1 6-16,-20 6-36 15,-22 5 26-15,-22 3-19 0,-19 5 14 16,0 9-19-16,-29 15 34 15,-9 11 36-15,-7 7 17 16,1 1-36-16,8-5 25 16,7-6-30-16,11-9 1 15,12-14-13-15,6-1-5 16,0-8-23-16,10 0-14 16,22-12-10-16,10-12 52 15,7-15-149-15,0 0-66 16,-7 0 23-16,-13 13 192 15,-13 9 22-15,-9 13 102 16,-7 4-66-16,0 0 13 16,0 26 12-16,-9 1 77 15,0 4-63-15,2-7-55 16,5-4-5-16,0-11-29 0,2-2-7 16,0-7 36-16,6 0-37 15,15 0-8-15,10-2 8 16,11-15-34-16,7-10-100 15,3-4 3-15,-2 8-34 16,-7 5 98-16,-7 10 67 16,-11 8 15-16,-12 3 22 15,-7 20 3-15,-4 9 63 16,-2-4-32-16,0-2-25 16,0-8 26-16,-2-6-50 15,2-8-9-15,0-4-11 0,2 0 19 16,23 0-4-1,10-4-17-15,8-8-13 0,1 1-1 16,-1 8-2 0,-9 3 15-16,-7 0-5 0,-8 3 0 15,-5 17 6-15,-8 1-19 16,-3 5-3-16,-3 2 21 16,0-2-73-16,-27-8-97 15,2-7-210-15,-1-11-584 0</inkml:trace>
  <inkml:trace contextRef="#ctx0" brushRef="#br0" timeOffset="-94487.56">10133 15363 2374 0,'0'0'368'0,"0"0"-294"0,129-3-59 16,-64 3-15-16,42 14-36 15,-19 4-116-15,-7-4-454 0</inkml:trace>
  <inkml:trace contextRef="#ctx0" brushRef="#br0" timeOffset="-94286.16">11027 15101 1455 0,'0'0'259'0,"0"0"-167"16,0 0 115-16,0 0 55 16,0 0-132-16,0 0-130 15,0 0 15-15,9 50 17 16,-18 20-21-16,-4 46-11 16,4-17-71-16,2-15-316 0</inkml:trace>
  <inkml:trace contextRef="#ctx0" brushRef="#br0" timeOffset="-93880.94">11237 15637 715 0,'0'0'1310'0,"0"0"-1144"15,0 0-150-15,0 0 20 16,0 0 55-16,0 0 32 16,55 108-29-16,-55-63-17 15,0-6 2-15,0 1-46 16,0-12 18-16,-2-5-38 16,0-7-12-16,2-11 15 15,0-5-16-15,0 0 0 16,7-9-9-16,13-26 9 0,2-11-170 15,0-12-63 1,-2-4-122-16,-4 8 306 16,-9 15 49-16,-3 20 368 15,-4 11-106-15,0 8-222 0,0 16-40 16,2 20-13-16,3 10 13 16,10 6-1-16,12 3 1 15,47-2-148-15,-5-16-77 16,0-16-535-16</inkml:trace>
  <inkml:trace contextRef="#ctx0" brushRef="#br0" timeOffset="-93685.96">12184 15579 552 0,'0'0'2031'0,"0"0"-1706"16,0 0-250-16,0 0-61 15,0 0 19-15,0 0-11 16,0 0-22-16,70-4-13 16,-31 22 4-16,3 0-74 15,-5 8-71-15,-16-4-145 16,-11-4-654-16</inkml:trace>
  <inkml:trace contextRef="#ctx0" brushRef="#br0" timeOffset="-93563.48">11961 15839 1326 0,'0'0'1290'0,"0"0"-1068"16,0 0-195 0,0 0 10-16,0 0-37 0,199 16-14 15,-103-12-225-15,-7-4-644 0</inkml:trace>
  <inkml:trace contextRef="#ctx0" brushRef="#br0" timeOffset="-92317.13">13265 15500 1377 0,'0'0'895'15,"0"0"-698"-15,0 0-86 16,0 0 26-16,0 0-13 15,0 0-30-15,0 0-94 16,89-85-27-16,-55 48-22 16,-1 1-30-16,-2-4 0 0,-4 1 7 15,-9 4 11 1,-5 7 44-16,-6 5 17 0,-3 11 12 16,-4 6 104-16,0 6-65 15,0 0-45-15,0 6-6 16,0 23-39-16,-2 9 39 15,-5 14 0-15,1 8 6 16,0 5-1-16,1 2-5 16,-2 0-36-16,-4 9-104 15,2-22-321-15,-2-18-402 0</inkml:trace>
  <inkml:trace contextRef="#ctx0" brushRef="#br0" timeOffset="-92154.41">13076 15758 2309 0,'0'0'501'0,"0"0"-411"16,0 0-62-16,0 0 38 15,196 0-11-15,-69 5-55 16,29-1 9-16,-11-1-23 16,-9-3-36-16,-45 5-171 15,-37-5-323-15</inkml:trace>
  <inkml:trace contextRef="#ctx0" brushRef="#br0" timeOffset="-91550.53">13457 16075 1468 0,'0'0'366'0,"0"0"-237"16,0 0 3-16,0 0 62 16,0 0-45-16,0 0-51 15,0 0-9-15,0-39-21 16,0 37-39-16,0-3-28 0,0 5 19 15,0 0-20-15,0 0-1 16,0 0 0-16,0 0-10 16,0 0 11-16,0 0-1 15,0 0-32-15,0 0 22 16,0 0-51-16,0 0 28 16,-3 0 9-16,-1 0 7 15,-4 0 18-15,-1 0-1 16,1 0 1-16,6 0 0 15,2 0 8-15,0-3-1 16,16-1-7-16,16-2-42 16,9 2-11-16,9 4 36 15,-2 0 17-15,-5 0 27 16,-9 10-25-16,-17 12 26 16,-17 12 2-16,-7 16 35 0,-37 8 19 15,-18 5-1-15,-6-5-56 16,6-4 18-16,13-18-21 15,20-6-5-15,25-12-19 16,4-8-5-16,33-3 5 16,30-2 0-16,33-5-15 15,49-12-109-15,-21-14-152 16,-10-2-693-16</inkml:trace>
  <inkml:trace contextRef="#ctx0" brushRef="#br0" timeOffset="-82346.77">21212 1662 1230 0,'0'0'247'16,"0"0"-202"-16,0 0-45 15,0 0-22-15,0 0 22 16,0 0 20-16,0 20 40 0,0-8-31 16,0 4-16-16,0 7 65 15,0 0-78-15,0 3 0 16,3 5 24-16,-3 1-23 16,0 2 36-16,0-3-20 15,0 3-1-15,0-2 62 16,-3 3-78-16,-3 0 6 15,-2 4 17-15,0 2-10 16,1 0-10-16,1 2-3 16,6-1 6-16,0-2-3 15,0-2-3-15,0-5 0 16,0-2-3-16,0-4 16 16,2 2-8-16,-2 0 24 15,0 2-19-15,0 3 93 16,0 5-72-16,-10 0-31 0,2 3 25 15,1-3-24-15,3-2-1 16,4-2 0-16,0-5 16 16,0-2-39-16,2-2 23 15,9 0 0-15,-5-2-27 16,2 2 41-16,-8 1-14 16,0 3 3-16,0 1 14 15,-10 3 53-15,-3 3-70 16,-3-1 0-16,3 0 7 15,5 0-7-15,0-4-38 16,6-2-24-16,0-2-13 16,2 1 41-16,0-3 21 15,0 1-2-15,0 2-4 16,0-2 20-16,0 5-1 16,4-3 0-16,4 0-22 0,0-3-2 15,3 1-17-15,3-3 5 16,-3-4 24-16,0 1 3 15,-2-2 9-15,0 9 0 16,-1-4-181-16,-3-3-187 0</inkml:trace>
  <inkml:trace contextRef="#ctx0" brushRef="#br0" timeOffset="-81201.38">21428 3979 897 0,'0'0'278'15,"0"0"-248"-15,0 0 50 0,0 0-29 16,0 0 60-16,-20 134 59 16,5-84-72-16,-3 8-15 15,0 5-26-15,0-2-51 16,5 3 109-16,2-3-115 16,4-6 10-16,5-2-12 15,2-7 2-15,0-4-14 16,2 0-5-16,7-4 17 15,-7 4-24-15,-2 1 26 16,0 5 0-16,-22 5 14 16,-9 3-8-16,-5 5 10 15,0 1-16-15,5-3 14 16,2-4-57-16,6-5 34 16,10-5-109-16,5-9 17 15,6-6-11-15,2-4 65 0,0-6 36 16,0-2 11-16,0 2 129 15,0 4-71-15,0 2-25 16,0 4 43-16,-3 6-63 16,-4 2 1-16,1 1-14 15,1-2 8-15,5-2-20 16,0-5 12-16,0-4 0 16,7-4-15-16,9 0 23 15,1 0-8-15,3 0 0 16,3 2 7-16,2 0-4 15,1 2-3-15,0 0 0 16,1 2-13-16,-2-1 19 0,0-4-7 16,-6-1 1-16,2-2-39 15,-3 1 12-15,-1-3 4 16,-1 0 11-16,-3 0-2 16,-1-1 25-16,-8 4-11 15,-4-1 0-15,0 0 15 16,0 3-5-16,-6 0-10 15,-6 1-6-15,1 3-8 16,5-4 6-16,0 1-15 16,6 1-12-16,0-4-6 15,0-2 21-15,14-1 20 16,4-2-30-16,2-3 29 16,-4 2-15-16,-3-1 16 0,-4 2 14 15,-4 0-14-15,-5 4 118 16,0 4-86-16,2 2-18 15,0 2-14-15,7 0-22 16,20 1-163-16,-2-8-139 16,2-7-617-16</inkml:trace>
  <inkml:trace contextRef="#ctx0" brushRef="#br0" timeOffset="-81099.86">21716 6829 606 0,'0'0'270'0,"0"0"-50"16,0 0-220-16,0 0-113 15,0 0-294-15</inkml:trace>
  <inkml:trace contextRef="#ctx0" brushRef="#br0" timeOffset="-79442.3">14397 15802 548 0,'0'0'228'16,"0"0"-228"-16,0 0 0 16,0 0-59-16,0 0-136 15,0 0 22-15,0 0 51 16</inkml:trace>
  <inkml:trace contextRef="#ctx0" brushRef="#br0" timeOffset="-79138.79">14397 15802 992 0</inkml:trace>
  <inkml:trace contextRef="#ctx0" brushRef="#br0" timeOffset="-78782.81">14397 15802 992 0,'-33'-75'309'0,"33"69"-196"0,2 4-78 0,0 0-1 0,-2-3 89 0,2 2-95 16,2-1-21-16,-2 2 38 15,0-1-5-15,0 3 52 16,-2 0-13-16,0 0-79 16,0 0 145-16,0 0-82 15,0 0-8-15,0 0 39 16,0 0-36-16,0 0 46 0,0 0-76 15,0 0-7-15,0 0 59 16,0 0-70-16,0 0-4 16,0 0 55-16,0 0-55 15,0 0 39-15,0 0-45 16,0 0 11-16,0 0 36 16,0 0-47-16,0 0 0 15,0 0 25-15,0 0-24 16,11 0 25-16,7 0-26 15,11 3 10-15,7 3 34 16,6 2-44-16,3-4 0 16,3 2-24-16,2-2 10 15,-4 2-50-15,-1 1-88 16,4 2-124-16,-13-1-74 16,-9-2-574-16</inkml:trace>
  <inkml:trace contextRef="#ctx0" brushRef="#br0" timeOffset="-77902.43">14571 15709 1483 0,'0'0'394'16,"0"0"-204"-16,0 0-150 15,0 0-33-15,0 0 94 16,0 0-96-16,0 0-3 15,0 0 14-15,-31 26-10 16,23-8 34-16,0-1-36 16,6-4 25-16,2-3-6 15,0-4-23-15,0-6-63 16,8 0 32-16,11 0-89 16,6-9-44-16,-1-14-193 15,-1-3-347-15,-6 4 58 0,-5 8 646 16,-8 4 782-16,-4 10-372 15,0 0-141-15,0 5-98 16,-6 16-13-16,-4 11-45 16,2-2 49-16,5 3-152 15,3-10-3-15,0 0 4 16,25-10-11-16,28-13-57 16,-2-6-164-16,-1-15-491 0</inkml:trace>
  <inkml:trace contextRef="#ctx0" brushRef="#br0" timeOffset="-77806.83">14919 15691 1318 0,'0'0'607'0,"0"0"-590"15,0 0-15-15,-51 142-4 16,39-94-81-16,8-9-216 0</inkml:trace>
  <inkml:trace contextRef="#ctx0" brushRef="#br0" timeOffset="-71819.77">7490 17415 735 0,'0'0'318'15,"0"0"-222"-15,0 0-95 16,0 0 78-16,0 0-79 15,0 0 0-15,0 0-2 16,-12-2 10-16,12 2 6 16,-2 0 104-16,2 0 22 15,-5 0 35-15,1 0-140 16,0 0-32-16,0 0 10 16,-1-4-3-16,2 4 11 0,1 0 11 15,2 0-31 1,-2 0 133-16,2 0-48 0,0 0 42 15,-2 0-12-15,-1 0-64 16,3 0 7-16,-2 0-39 16,2 0-4-16,0 0 58 15,0 0-74-15,0 0 22 16,0 0 47-16,0 0-41 16,0 0 29-16,2 0-57 15,17 0 13-15,10 11 15 16,13-4-28-16,11 3 0 15,8-6 9-15,1-4-9 16,0 0-24-16,-1 0-94 16,-12 0-69-16,-3 4-27 0,-12 0-138 15,-16 6-254-15</inkml:trace>
  <inkml:trace contextRef="#ctx0" brushRef="#br0" timeOffset="-71642.46">7621 17619 924 0,'0'0'1129'0,"0"0"-979"15,0 0-125-15,0 0-3 16,0 0-14-16,0 0 24 16,120 0-32-16,-66-7-51 15,17-7-73-15,-13 0-250 0,-8-4-615 16</inkml:trace>
  <inkml:trace contextRef="#ctx0" brushRef="#br0" timeOffset="-71435.94">8163 17227 1847 0,'0'0'320'0,"0"0"-193"15,0 0-102-15,2 135 57 16,-2-70-4-16,-2 7-38 15,-12 1 20-15,-1-3-60 16,-8-8 1-16,-4-8-13 16,-4-10 12-16,-7-7-96 0,-37-28-67 15,10-4-148 1,-2-5-382-16</inkml:trace>
  <inkml:trace contextRef="#ctx0" brushRef="#br0" timeOffset="-71290.48">7189 17445 1935 0,'0'0'534'0,"0"0"-476"16,0 0 21-16,-92 121-79 16,88-35 0-16,6 31 31 15,36-12-25-15,9-10-12 16,20-15-19-16,41-7-152 16,-7-13-21-16,-3-11-479 0</inkml:trace>
  <inkml:trace contextRef="#ctx0" brushRef="#br0" timeOffset="-70286.09">10341 17572 1629 0,'0'0'617'0,"0"0"-512"15,0 0-34-15,0 0-4 16,0 0-66-16,0 0 36 16,0 0-37-16,73-36 0 15,-42 36 0-15,3 4 17 16,-5 22-14-16,-5 10 78 16,-9 14-66-16,-9 9 51 15,-6 11-33-15,-10 2-27 16,-14-6 64-16,0-8-70 15,3-18 0-15,6-12 7 0,8-9 11 16,5-17-4-16,2-2-14 16,0 0 0-16,4-17 16 15,18-27-16-15,12-25-130 16,3-14-43-16,2-8-40 16,-6 15 100-16,-13 18 113 15,-8 22 53-15,-10 19 198 16,-2 17-157-16,0 0-70 15,-9 19-9-15,-3 15-9 16,4 6 47-16,3 6-53 16,5 2 14-16,7-2 4 15,24-1-18-15,14-6-23 16,47-16-68-16,-13-9-166 0,4-14-412 16</inkml:trace>
  <inkml:trace contextRef="#ctx0" brushRef="#br0" timeOffset="-70080.36">11400 17656 2104 0,'0'0'382'0,"0"0"-307"15,0 0 42-15,0 0-85 16,0 0-20-16,0 0 27 15,0 0-31-15,129 9 3 0,-85-4-11 16,-5-1-138-16,-24 13-35 16,-13-4-417-16,-2 1-899 0</inkml:trace>
  <inkml:trace contextRef="#ctx0" brushRef="#br0" timeOffset="-69970.11">11361 17820 1438 0,'0'0'806'0,"0"0"-599"16,0 0-126-16,0 0-10 15,141 0 21-15,-45 0-92 16,40-4-116-16,-21-4-37 16,-14 2-773-16</inkml:trace>
  <inkml:trace contextRef="#ctx0" brushRef="#br0" timeOffset="-69472.42">13009 17080 225 0,'0'0'1723'16,"0"0"-1519"-16,0 0-157 15,-22 115-6-15,-5-11 72 16,2 3-27-16,5-5 111 16,7-16-140-16,9-20-41 0,4 0 17 15,0 3-24-15,0-16 28 16,17-13-37-16,7-13-37 15,8-9 25-15,11-18-138 16,-8-8-97-16,-10-20-318 0</inkml:trace>
  <inkml:trace contextRef="#ctx0" brushRef="#br0" timeOffset="-68786.77">12667 17656 1768 0,'0'0'706'0,"0"0"-576"15,0 0-63-15,0 0-67 0,0 0 0 16,160 0 3-16,-58-4 3 16,31-18-12-16,-6-2-23 15,-13 2 29-15,-21 4-15 16,-32 6 15-16,-6 6-22 16,-9 2 21-16,-29 4-43 15,-17 10 13-15,-17 20 31 16,-33 16 39-16,-12 10 122 15,-7 2-119-15,1 0-2 16,13-7 18-16,12-16-50 16,19-8 27-16,13-17-35 15,11-8 0-15,0-2-19 16,27-8 19-16,17-24-22 16,14-13-1-16,7-9-105 15,-5-2 3-15,-11 6 15 0,-16 10 110 16,-16 22 35-16,-13 10 62 15,-4 8-36-15,0 3-12 16,-2 20-43-16,-8 9 72 16,4 5-54-16,6-4-14 15,0-1 47-15,0-6-57 16,16-12 0-16,11-3-9 16,6-11 27-16,9-7-15 15,5-18-3-15,-1-8-8 16,-3 1-24-16,-9 2 32 15,-13 12 0-15,-11 10 31 16,-8 8-22-16,-2 0-12 16,0 17 3-16,-6 15 0 0,-6 3 34 15,1-3-32-15,2-2-2 16,4-11 7 0,5-5 10-16,0-11-34 15,18-3 10-15,26-3-20 0,24-20-28 16,12-9-2-16,7-4-124 15,-7 6 111-15,-11 9 70 16,-17 10 23-16,-17 11-23 16,-16 0 16-16,-17 32-5 15,-2 12-11-15,-8 10-7 16,-13 4 6-16,0 1-116 16,8-19-273-16,8-19-896 0</inkml:trace>
  <inkml:trace contextRef="#ctx0" brushRef="#br0" timeOffset="-68385.41">14922 17351 1565 0,'0'0'957'15,"0"0"-890"-15,0 0-66 0,0 0-1 16,0 0 116-16,0 0-113 16,0 0 25-16,71-102-56 15,-42 53-118-15,0 3 63 16,-2 3 71-16,-8 11-22 15,-1 5 34-15,-9 13 1 16,-5 7 107-16,-4 7 25 16,0 0-133-16,0 17 0 15,0 19 25-15,-2 13 2 16,-4 13 37-16,1 6-64 16,1 8 0-16,-2 0-42 15,-6 17-15-15,1-21-170 16,-1-24-367-16</inkml:trace>
  <inkml:trace contextRef="#ctx0" brushRef="#br0" timeOffset="-68226.11">14754 17736 907 0,'0'0'1676'0,"0"0"-1366"16,0 0-140-16,0 0-122 15,0 0-16-15,121 0-14 16,-48-4-3-16,12-2-30 15,2-2-105-15,20 1-104 16,-25 0-28-16,-22 7-695 0</inkml:trace>
  <inkml:trace contextRef="#ctx0" brushRef="#br0" timeOffset="-67686.49">15024 17915 1024 0,'0'0'491'0,"0"0"-357"0,0 0 10 16,0 0 13-16,0 0-10 15,0 0 59-15,0 0-108 16,-6 0-28-16,3 0-14 16,3 0-33-16,0 0 45 15,0 0-68-15,0 0 3 16,0 0 51-16,0 0-47 16,0 0 26-16,0 0 34 15,0 0-37-15,0 0 37 16,0 0-67-16,0 0 0 15,11-4-37-15,7-3 29 16,8-5-50-16,3 7 57 16,0 1-2-16,0-1-10 15,-4 5 13-15,-7 0 0 16,-7 10 0-16,-11 13 0 0,0 13 0 16,-20 8 22-16,-20 5-22 15,-4 0 54-15,1-5-54 16,10-12 11-16,17-14 8 15,16-6-19-15,9-5 0 16,60-7-1-16,47 0 9 16,36-25-16-16,1-5-32 15,-37 5-221-15,-42 1-245 0</inkml:trace>
  <inkml:trace contextRef="#ctx0" brushRef="#br0" timeOffset="-66652.28">9946 16786 1262 0,'0'0'377'0,"0"0"-251"0,0 0-85 15,0 0-33-15,0 0 26 16,0 0 47-16,-7 102 50 16,-4-14 91-16,-2 47-126 15,-3 47 18-15,3 24 32 16,4-5-87-16,4-23 26 15,3-39-85-15,2-32 12 16,0-27 17-16,0-22-23 16,0-12-6-16,0 8 6 15,0 0 16-15,0-2-13 16,14-8-9-16,3-12-63 0,26-21-1 16,-7-11-229-1,-3-3-512-15</inkml:trace>
  <inkml:trace contextRef="#ctx0" brushRef="#br0" timeOffset="-64903.96">9973 16915 91 0,'0'0'1228'0,"0"0"-963"15,0 0-161 1,0 0 11-16,0 0-72 0,0 0 8 15,0 0 9-15,78-5-54 16,-35 1 53-16,9 4-36 16,13-6-6-16,7 1 100 15,7-2-82-15,4 2 2 16,2 5 18-16,-2-5-49 16,-1 5 50-16,0 0-56 15,1 0 0-15,2 0-3 16,-1 5 4-16,3-5-1 15,4 5 0-15,1-1 15 16,1-4-12-16,3 0-3 16,1 0 0-16,3 0-5 15,2 0 17-15,5 0-12 0,2 0 0 16,3 0 27-16,0 0-39 16,-4 0 12-1,2 8 0-15,-6-2-36 16,-3 3 36-16,-5-4 0 0,-5-1-1 15,-1 1 12-15,-1-2-13 16,0 1 2-16,0 1 0 16,3 4-6-16,3-5 6 15,1 3 0-15,4 0 0 16,1-2 12-16,1-2-13 16,3-3 1-16,2 4 0 15,3-4-36-15,-2 0 36 16,2 0-61-16,-4 0-45 0,0-7-43 15,-4-2 90 1,-2 3-7-16,-3-2 55 0,-6-1 11 16,-5 0 21-16,-3 1 23 15,-5 2 66-15,-5-2-84 16,-2 4 57-16,1 4-83 16,-3 0 1-16,0-4-1 15,-1 2 0-15,-4 2 0 16,1 0 0-16,-5 0 13 15,-2 0 80-15,-2 0-38 16,-3 0-43-16,-2 0 32 16,3 0-43-16,-4 2-1 0,4 2 0 15,-4 0 21 1,-4 1-27-16,-5-5 6 0,-8 0 0 16,-6 3 24-16,-10-3-24 15,-5 0 22-15,-8 0-22 16,-2 0 24-16,1 0-19 15,-3 0-5-15,0 0-46 16,0 0 38-16,0 0-73 16,0 0 10-16,0 0 29 15,0 0-26-15,0 0 46 16,0 0 21-16,0 0 1 16,0 0 84-16,0 0-18 15,0 0 5-15,0 0-25 16,0 0-34-16,0 0 22 15,0 2-34-15,0 10-26 0,0 2 6 16,0 13 8 0,0-1 12-16,0 13 6 0,0 2 8 15,4 0 66-15,4 4-10 16,0-1-20-16,1 5 55 16,-5 4-84-16,0 10 4 15,0 0-12-15,-4 12 11 16,0 7 5-16,0 6-29 15,0 2 0-15,-8 4 1 16,-1-1-1-16,3 0 0 16,0-4 0-16,4-2 13 15,2-7-14-15,0 0 1 16,0-4-51-16,0-6 18 0,0 9-158 16,2-19-91-1,1-24-535-15</inkml:trace>
  <inkml:trace contextRef="#ctx0" brushRef="#br0" timeOffset="-60701.44">14476 15691 894 0,'0'0'241'16,"0"0"0"-16,0 0-106 0,0 0-36 15,0 0 44-15,0 0-37 16,0 0-16-16,4-49-18 16,-4 48-71-16,0-3 128 15,0 4-87-15,0 0-8 16,0 0 31-16,0 0-38 15,0 0 6-15,0 0-33 16,0-4 29-16,0-4-20 16,0 2-9-16,0-2-1 15,0 2-13-15,0 2 28 16,0 1-1-16,0 1 17 16,0 2-8-16,0 0 45 15,0 0-67-15,0 0 0 16,0 0-11-16,-4 15 11 15,-8 12 0-15,-3 12 49 0,-3 5-37 16,0 2 88-16,2-6-100 16,6-10 0-16,3-8 8 15,3-7-1-15,4-8-14 16,0-1-4-16,0-6-102 16,19 0 97-16,10 0-45 15,5-18-74-15,1-14-60 16,-1-3-25-16,-10-6-27 15,-6 3 84-15,-7 10 163 16,-7 10 243-16,-4 10-28 16,0 4-30-16,0 4-11 15,0 0-122-15,-2 8-28 16,-11 10-11-16,-3 8-4 0,3-2 91 16,0 2-100-16,6-9 1 15,5-2 15-15,2-3-16 16,0-7-22-16,9-5-17 15,17 0 2-15,5-19-3 16,8-15-49-16,1-8-134 16,-5-2 90-16,-3 0-44 15,-12 12 177-15,-7 10 33 16,-9 13 173-16,-4 9 29 16,0 0-185-16,-2 23-41 15,-13 9 93-15,1 6-60 16,1-1-1-16,2-2-41 15,9-9 29-15,2-4-17 16,0-6-12-16,9-4-67 0,13-12 34 16,9 0-65-16,7-4-39 15,2-24-119-15,1-2-134 16,-8-2 219-16,-9 2 171 16,-8 16 129-16,-12 4 274 15,-4 10-98-15,0 0-143 16,0 10-133-16,-13 12-4 15,-3 10 71-15,1 2-96 16,1 4 0-16,6 2-18 16,8-4-34-16,0-5-245 15,0-19-967-15</inkml:trace>
  <inkml:trace contextRef="#ctx0" brushRef="#br0" timeOffset="-57220.98">21354 8249 937 0,'0'0'276'16,"0"0"-108"-16,0 0-8 15,0 0-32-15,0 0 87 16,0 0-152-16,0 0-41 0,0-2 62 16,3-2-17-16,-3 1 51 15,0-2 24-15,0 3-99 16,0 2 125-16,0 0-125 15,0 0-19-15,0 0 37 16,0 0-52-16,0 0 0 16,0 0-9-16,0 0 7 15,0 0-16-15,0 0 9 16,0 0-6-16,0 0-22 16,0 0 38-16,0 0-10 15,0 0 0-15,0 0 15 16,0-2 90-16,0-1-71 15,0-2-6-15,-5 3-28 0,-1 2-49 16,1 0-155 0,3 5-923-16</inkml:trace>
  <inkml:trace contextRef="#ctx0" brushRef="#br0" timeOffset="-55505.48">21634 6856 186 0,'0'0'843'0,"0"0"-601"15,0 0-125-15,0 0 46 0,0 0 10 16,0 0-78-16,0 0 103 16,0-12-128-16,0 8-34 15,0 0 89-15,0 0-78 16,0 1 38-16,0 3-67 15,0 0 16-15,0 0 3 16,0 0-37-16,0 0-18 16,0 0 3-16,0 0-31 15,0 0-25-15,0 0-1 16,0 0 39-16,0 8-29 0,2 2 62 16,4 1-44-1,1-4 34-15,-1 2-7 0,0-5 17 16,-4 1-2-16,-2 0-1 15,0 2-42-15,0 4 45 16,0 3-3-16,-5 6-19 16,-2 4 22-16,7 0-7 15,0-1-41-15,0 0-77 16,2-5 118-16,12-1-95 16,-3-6 40-16,1-1 56 15,-6-4 6-15,-4 1 0 16,-2-2 21-16,0 2-12 15,0 0 91-15,0 5-75 16,0 3-23-16,0 2 30 16,0 2-25-16,0-4 6 0,0 4-13 15,0-7 8-15,0 0-3 16,0-5-5-16,0 0 0 16,0-1-1-16,0 1 14 15,0 0-13-15,0 5 0 16,0 6 10-16,0 0-8 15,0 4-2-15,0-2-12 16,0-1-4-16,0-2 12 16,7-3 4-16,-3-4 0 15,0 0 0-15,-4-2 0 16,0 0 0-16,0 4 0 16,0 2-11-16,0 2 23 15,0 5-10-15,0 1-2 16,5 1 7-16,4 2-10 15,2 0 3-15,0 0-44 0,3-4 32 16,-6 2-40-16,-1-5 42 16,-4-2 9-16,-3 2 1 15,0-1 42-15,0 4-20 16,-10-1 3-16,0 4 57 16,-4 1-67-16,5 1 16 15,0-1-31-15,7-1 11 16,2 1-22-16,0-6 11 15,0 2-6-15,5-6-15 16,1 2 36-16,1-3-15 0,-3 0 0 16,-4 2 0-1,0 2 16-15,0 4-6 0,0 5-10 16,-11 0 40-16,0 6-29 16,2 2-3-16,2 1-8 15,5-1 6-15,2-1-20 16,0-5 14-16,0 1-21 15,0-7 8-15,0-1-5 16,0 0 16-16,0 2-25 16,0 1 3-16,0 2-26 15,-2 1 50-15,-7 4-17 16,1 1-1-16,0-1 14 16,8 1-33-16,0 2-87 0,10 9-36 15,7-8-49 1,-1-8-299-16</inkml:trace>
  <inkml:trace contextRef="#ctx0" brushRef="#br0" timeOffset="-54238.79">21809 9122 415 0,'0'0'840'16,"0"0"-705"-16,0 0-122 15,0 0 28-15,0 0-41 16,0 0 0-16,0 0-13 16,0 81 6-16,0-66-6 15,8-1 1-15,-2 3 12 0,1-5 3 16,-5 5-3 0,-2 1 0-16,0 2 50 15,0 6-8-15,0 2 9 0,-5 4-51 16,-1 2 16-16,6 1-9 15,0 0-7-15,0-6-45 16,4 0-10-16,11-6-73 16,1-3-4-16,-3-3 53 15,-3 2-27-15,-4-1 80 16,-3 3 14-16,-3-2 12 16,0 3 9-16,0 0 1 15,0 0-3-15,0-2-7 16,0-1 13-16,0-4 18 15,0 1-12-15,0-2 44 16,0 3 7-16,4-4-36 0,0 4 24 16,-4-1 5-16,0-3-44 15,0 6 123-15,0-1-117 16,0 3-8-16,0 2 24 16,0 3-40-16,2 6 19 15,0 0-20-15,-2 6 0 16,0 1-48-16,0 19-7 15,-4-12-156-15,-9-2-375 0</inkml:trace>
  <inkml:trace contextRef="#ctx0" brushRef="#br0" timeOffset="-52939.17">21952 10568 1247 0,'0'0'371'0,"0"0"-269"16,0 0-90-16,0 0 35 16,0 0-47-16,0 0 0 0,0 0-10 15,4-4 27-15,-4 4-3 16,0 0-14-16,0 0 0 16,0 5-16-16,-4 11 16 15,-5 7 0-15,1 2-6 16,-4 6 23-16,-1 1-10 15,-1-2-7-15,1 2 0 16,-1-2-12-16,1 0 12 16,0 0 0-16,2 0 9 15,0 1 5-15,2-1 0 16,0-1-14-16,2 4 0 16,1-2-14-16,1 1 14 15,3 1 0-15,0 1-5 16,2 3 16-16,0-2-22 15,0 1 2-15,9 0-3 0,-1-1-26 16,-1-3 38-16,-3-2-3 16,-1-2 3-16,-3-1 1 15,0 6 59-15,-3 1-60 16,-6 6 21-16,1 1-23 16,4-1 2-16,1 1-32 15,3-3 13-15,0-2-42 16,5-3 61-16,3-5-23 15,1-5 23-15,-4 2-3 16,-5-1 20-16,0 4-8 16,0 2 41-16,-12 4-49 15,2 0 23-15,-2 0-24 0,8 0 0 16,1 1-6-16,3-4 6 16,0 1-5-16,0-1-6 15,7-1 22-15,5 1-21 16,-6 1 10-16,1-1 0 15,-3 3-4-15,1 2 4 16,-3 2 0-16,-2 2-2 16,0 3 17-16,0 1 4 15,0 0-19-15,0 0 0 16,3 3 37-16,1-4-37 16,2 1 0-16,3 0 2 0,1 0 14 15,-2-3 9 1,1-3-25-16,-3-1 0 0,0-6 43 15,-4-1-43-15,-2-2 16 16,0 4 2-16,0 0-1 16,0 0-34-16,-2 12-76 15,-10-10-239-15,-3-3-543 0</inkml:trace>
  <inkml:trace contextRef="#ctx0" brushRef="#br0" timeOffset="-50717.84">21964 13525 929 0,'0'0'326'0,"0"0"-181"15,0 0-53-15,0 0-41 16,0 0 51-16,0 0-89 15,0 0 1-15,8 0 67 16,-8 0-81-16,0 0 54 16,0 0 13-16,3 0-66 15,-3 0 37-15,0 0-38 16,0 0 0-16,0 0 6 16,0 0-6-16,0 0 0 15,0 0-1-15,0 12 13 16,0 10-4-16,-5 8-8 0,-1 5 0 15,-2 3 2-15,4-4-2 16,2 0 0-16,2-6-2 16,0-7 23-16,0 0-18 15,0-5-3-15,0 2 0 16,0 2-9-16,0 4 9 16,0 10 0-16,0 11 6 15,-11 2 3-15,-3 10 36 16,1-5-45-16,5 1 0 15,2-2-5-15,6-5 5 16,0-4 0-16,0-5 2 0,10-2 7 16,-1-4 30-16,-3 0-39 15,-2 6 1-15,-1 3 10 16,-3-1-11-16,0 6 0 16,0 0-6-16,3 1 22 15,7-3-35 1,6-2-34-16,2-5-49 0,2-4 91 15,-5-6-97-15,-3-3 83 16,-8-4 25-16,-4-3 22 16,0 2 107-16,-2-1-45 15,-14 0-22-15,1 7 77 16,3-2-130-16,1 4-2 16,7 2-5-16,2 0 17 15,2-2-22-15,0 4 3 0,0-3 0 16,6 1-19-16,3 2 19 15,-2 1 0-15,-3-2-2 16,-4 5 14-16,0 2-17 16,-4 4 5-16,-7 4 0 15,0-2-8-15,1 6 8 16,4 1 0-16,-1 1-1 16,3-1 14-16,0-5-27 15,2-4 14-15,-1 1 0 16,0-9-15-16,1 2 15 15,2-7 0-15,0 0-2 16,0-1 14-16,2-2-13 16,8 3 1-16,-1-5 0 0,-1-4-5 15,-3 4 19-15,-3-4-14 16,-2 4 48-16,0-1-33 16,0 6 27-16,0 1-42 15,0 2 0-15,0 6-9 16,0 0 9-16,0 1-21 15,0-1 5-15,-2 4-8 16,-7-6 3-16,0 2 21 16,-2 4 0-16,-2 1-14 15,-4-2 14-15,2 3 0 16,2 2-2-16,2 5 14 16,4-10-11-16,7 7-1 15,0-5-29-15,0-1 19 16,9 0-27-16,5-4-5 15,-3-2 20-15,1 2 21 0,0 1-11 16,-3-2 12-16,0 6 0 16,-2-1-7-16,-3-1 7 15,-2 10 0-15,-2 1 61 16,0-2-5-16,0 6 44 16,0 4-41-16,0 0-38 15,-8 5 44-15,-2-1-64 16,2 1-1-16,1-4 0 15,5-1-31-15,2-9-25 16,0 9-164-16,0-18-119 16,4-10-237-16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01T07:14:20.85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1658 1650 1318 0,'0'0'334'0,"0"0"-205"16,0 0-37-16,0 0-1 16,0 0 129-16,0 0-91 15,-5-4-35-15,5 4-25 16,0 0-53-16,0 0 29 15,0 0-45-15,0 0 16 16,0 0 14-16,0 0-30 16,0 0 0-16,0 0 3 15,0 0 10-15,0 0 5 16,0 0-18-16,0 0 1 16,0 0 16-16,-2 0-17 15,2 0-6-15,0 6 5 16,0 8 0-16,0 5-12 0,0-2 13 15,5-2-11-15,4-6-23 16,4-2-15-16,1-6 13 16,-6-1 30-16,1 0 12 15,-7 0-7-15,-2 0 1 16,0 0 0-16,0 0 89 16,-2-5-89-16,-7 0 30 15,3 3 17-15,2 2-46 16,1-2 2-16,3 2-3 15,0 0-88-15,0 0 82 16,5 0-116-16,8 0-23 16,3 0 114-16,-1-3 16 0,-1-4-4 15,-8-1 10 1,-4-2 9-16,-2 0 38 0,0 2-37 16,-10 0-2-16,-7 4 0 15,2 4-55-15,-1 2-81 16,3 14-192-16,6 0-492 0</inkml:trace>
  <inkml:trace contextRef="#ctx0" brushRef="#br0" timeOffset="660.74">2811 1257 1039 0,'0'0'1046'15,"0"0"-937"-15,0 0-78 16,-121-10-19-16,54 36-11 16,-6 16 116-16,0 11-55 0,7 6-61 15,13 3 67 1,18-3-66-16,17-6-2 0,18-12 13 16,0-9-3-16,33-14-19 15,14-10 9-15,13-8-53 16,7-22 41-16,2-18-138 15,-5-12-8-15,-10-8 32 16,-12 1 94-16,-17 8 32 16,-11 8 9-16,-12 14 93 15,-2 10 129-15,0 15-125 16,-8 4-20-16,-7 18-86 16,-5 26 26-16,3 19-13 15,-2 26-11-15,6 3-1 16,6 7 103-16,3 1-103 15,2-16 0-15,-3 5-1 0,-1-11 10 16,-3-14-2 0,-5-11-8-16,-6-12 0 0,-4-10-5 15,-3-15 6-15,0-14-1 16,5-2 0-16,9-37-3 16,13-16 2-16,2-22-114 15,33-10 35-15,15-7 66 16,10 5-11-16,5 2-3 15,1 7-53-15,-1 8-73 16,4-10-30-16,-18 18-70 16,-13 12-386-16</inkml:trace>
  <inkml:trace contextRef="#ctx0" brushRef="#br0" timeOffset="840.9">3069 1241 985 0,'0'0'537'0,"0"0"-275"15,0 0 22-15,0 0-182 16,0 0-39-16,0 0-17 15,0 0-3-15,-52 142 47 16,46-79-90-16,6-3 14 16,0-6-16-16,18-8 2 15,9-10-26-15,2-12-7 16,0-12-65-16,4-12-33 16,-6-19-161-16,-12-6-446 0</inkml:trace>
  <inkml:trace contextRef="#ctx0" brushRef="#br0" timeOffset="1193.72">3191 1303 712 0,'0'0'1083'16,"0"0"-912"-16,0 0-49 15,0 0-44-15,0 0-38 16,0 0 109-16,83 146-70 16,-83-89-30-16,0-3 80 15,0-4-119-15,0-8 22 16,0-9-32-16,-2-13 22 15,2-8-25-15,0-12 3 16,0 0-61-16,11-21 37 16,7-21-31-16,4-18-116 15,0-8-150-15,-4-5 9 16,-2 13 244-16,-7 14 68 16,-4 20 115-16,-5 18 222 0,0 8-224 15,0 17-77 1,0 18 45-16,0 14-51 0,0 2 73 15,8 2-103-15,13-5 0 16,5-8-16-16,12-10-38 16,4-12 13-16,16-18-163 15,-11-10-189-15,-9-14-1013 0</inkml:trace>
  <inkml:trace contextRef="#ctx0" brushRef="#br0" timeOffset="1366.98">3883 1117 1505 0,'0'0'862'0,"0"0"-813"0,0 0-15 16,0 0-25-16,106 116 8 15,-96-56 88-15,-10 8-58 16,0 9-46-16,0 3 28 16,-14-4-29-16,1-4-44 15,4-5-108-15,2-22-218 16,7-21-375-16</inkml:trace>
  <inkml:trace contextRef="#ctx0" brushRef="#br0" timeOffset="1615.91">4481 1400 1472 0,'0'0'1006'0,"0"0"-855"16,0 0-139-16,0 0 79 15,0 0-79-15,0 0 31 16,146-5 19-16,-88 5-62 16,2 0-2-16,-4 0-34 15,-16 10-193-15,-16-1-286 16,-16-2-1122-16</inkml:trace>
  <inkml:trace contextRef="#ctx0" brushRef="#br0" timeOffset="1757.21">4504 1584 1435 0,'0'0'1164'0,"0"0"-1091"0,0 0-61 16,0 0-12-16,116 8 13 15,-51-8 9-15,13 0-22 16,47 0-110-16,-21-2-403 15,-9-8-901-15</inkml:trace>
  <inkml:trace contextRef="#ctx0" brushRef="#br0" timeOffset="2126.46">5521 1546 1696 0,'0'0'803'0,"0"0"-643"15,0 0-160-15,34-115-83 16,-30 67 83-16,0 0 47 15,-2 6 25-15,4 8-48 16,-4 13-5-16,-2 6 80 16,0 13-68-16,0 2-30 15,0 8-1-15,0 24-29 16,0 17 29-16,0 12 0 16,0 9 1-16,0 3-41 15,0-6 34-15,0 0-101 16,-2-9-1-16,-19-8-83 15,-26-10-140-15,1-13-272 16,5-15-91-16,8-10 344 0,28-2 350 16,5 0 1036-16,0-2-343 15,0-2-355-15,0-3-64 16,16 2-65-16,11 0-178 16,11 4 56-16,12 1-87 15,12 0-43-15,22 15 1 16,-10 8-190-16,-16-5-421 0</inkml:trace>
  <inkml:trace contextRef="#ctx0" brushRef="#br0" timeOffset="4026.24">6422 1624 720 0,'0'0'957'0,"0"0"-758"16,0 0 80-16,0 0-92 15,0 0-31-15,0 0 26 16,0 0-87-16,-5 0 1 16,5 0-44-16,0 0-45 15,0 0 95-15,12 0-102 16,5 0 12-16,14 0 12 16,12 0-17-16,11 3 5 15,3 0-12-15,8 3 11 16,4-3-65-16,2 0 15 0,1-3-113 15,16 0-36-15,-18 0-379 16,-21 0-390-16</inkml:trace>
  <inkml:trace contextRef="#ctx0" brushRef="#br0" timeOffset="4333.89">6614 1777 765 0,'0'0'1353'0,"0"0"-1080"16,0 0-112-16,0 0-17 15,0 0-86-15,0 0 23 16,0 0-81-16,51 0 33 16,-5 0-38-16,15 7 5 15,10 1-19-15,7-2 13 16,32-3-109-16,-21-3-175 16,-12 0-314-16</inkml:trace>
  <inkml:trace contextRef="#ctx0" brushRef="#br0" timeOffset="4661.51">7318 1414 1573 0,'0'0'563'16,"0"0"-411"-16,0 0-89 15,0 0 9-15,0 0-8 16,0 0-27-16,0 0 56 0,20 3-93 16,9 21 0-1,9 7 13-15,6 5-13 0,3-1 38 16,-3 2-38-16,-5-1 0 16,-10-2-6-16,-10 1 6 15,-12 0-36-15,-7 5 11 16,-22 2-58-16,-27 3 59 15,-16-6-95-15,-51 5-89 16,16-9-68-16,9-15-438 0</inkml:trace>
  <inkml:trace contextRef="#ctx0" brushRef="#br0" timeOffset="5076.76">6493 1356 1423 0,'0'0'539'0,"0"0"-285"16,0 0-229-16,0 0-12 0,-151 21 33 15,105 23 5-15,7 12 42 16,7 10-93-16,17 7 16 15,12-1 53-15,3-2-68 16,29-5 21-16,16-7 14 16,11-7-35-16,11-7-2 15,35-9-53-15,-15-12-205 16,-13-11-272-16</inkml:trace>
  <inkml:trace contextRef="#ctx0" brushRef="#br0" timeOffset="9363.53">8760 1305 1111 0,'0'0'343'0,"0"0"-260"15,0 0 29-15,0 0 28 16,0 0 23-16,0 0 29 16,0 0-67-16,-11-16-98 15,11 12 44-15,0 3-71 16,0-2 34-16,0 1 0 0,0 2-26 16,0 0 28-1,0 0-36-15,0 0 0 0,0 0-3 16,-2 0 9-16,-1 0-6 15,3 0 0-15,-2 0 1 16,0 0-2-16,2 0 1 16,-2 0 0-16,2 0 0 15,-2-2 12-15,2 0-12 16,-2-2 23-16,2-3-22 16,0-2 39-16,0-5-40 15,0-1-11-15,6-6-10 16,11-1-22-16,8-1-2 15,2 4 23-15,-2 5 19 16,-5 6 2-16,-5 6 1 16,-3 2 0-16,-10 7 12 0,-2 22 4 15,-7 12 0-15,-25 6 22 16,-12 11-27-16,-9 2 25 16,-10-2-36-16,-3-5 0 15,3-12 5-15,3-6-5 16,8-12 0-16,13-14-13 15,7-9-4-15,14 0 0 16,14-12-16-16,4-12-75 16,16 0 60-16,22 3-27 15,6 12 69-15,7 9 6 16,3 0 9-16,0 18 8 16,-2 8-17-16,2-3 0 15,25-2-17-15,-15-9-87 16,-4-12-237-16</inkml:trace>
  <inkml:trace contextRef="#ctx0" brushRef="#br0" timeOffset="9582.59">9317 1113 1043 0,'0'0'1107'15,"0"0"-990"-15,0 0-105 16,0 0 36-16,-18 102 18 15,10-54 43-15,-1 4-27 16,7 2-56-16,2-4 18 16,0-2-38-16,2-6-12 15,11-8-3-15,5-5-99 16,-3-9 1-16,-3-8-173 0,-8-8-275 0</inkml:trace>
  <inkml:trace contextRef="#ctx0" brushRef="#br0" timeOffset="10292.34">9090 1421 963 0,'0'0'1141'0,"0"0"-998"15,0 0-130-15,167-33 15 16,-88 18-28-16,0 1 0 16,4 0 30-16,0 0-20 15,-12 4-11-15,-11 2 1 16,-20 5 0-16,-22 3-29 0,-18 0-1 15,0 20 30-15,-27 15 79 16,-10 9-29-16,-6 3 23 16,5 1 0-16,5-9-57 15,10-6 29-15,10-11-45 16,7-7 0-16,2-8-14 16,4-5 7-16,0-2-45 15,14-2 22-15,13-22-22 16,7-12-25-16,-1-4-170 15,0 0 39-15,-8 8 148 16,-10 10 60-16,-7 12 122 16,-6 10-74-16,-2 0-32 15,0 19 124-15,-2 9 3 0,-6 6-61 16,6-1 37-16,2-6-101 16,0-4 14-1,0-9-32-15,5-7 12 0,6-2-9 16,6-5-3-16,6 0-9 15,4-20 8-15,6-11-117 16,3-3 5-16,0 1-32 16,-5 5 48-16,-7 9 97 15,-8 13 0-15,-7 6 17 16,-5 4 75-16,-2 17 6 16,0 0 12-16,-2 4-34 15,0-8-75-15,0-2 56 16,0-5-57-16,6-8 0 0,4-2-1 15,11 0-9 1,12-11 9-16,9-8-51 0,7-5-99 16,2 0 105-16,-6 3-21 15,-9 11 67-15,-7 8 3 16,-7 2 21-16,-5 9 45 16,0 15-6-16,-5 6-49 15,-2 2 79-15,1 3-93 16,-5-6 0-16,4 0 13 15,-4-10-13-15,-1-6-23 16,-3-6-98-16,-2-7-140 16,0-16 13-16,0-7-1255 0</inkml:trace>
  <inkml:trace contextRef="#ctx0" brushRef="#br0" timeOffset="10458.94">9984 1124 2068 0,'0'0'497'16,"0"0"-497"-16,0 0 0 15,0 0 0-15,152 0 7 16,-70 5-20-16,-9-1-131 16,-6-2-465-16</inkml:trace>
  <inkml:trace contextRef="#ctx0" brushRef="#br0" timeOffset="10659.56">10624 974 1633 0,'0'0'325'15,"0"0"-126"-15,0 0-18 16,0 0-18-16,0 0-34 16,0 0 40-16,0 0-169 15,10-82-49-15,-7 116-11 16,2 14 32-16,-1 10-26 15,5 25-167-15,-1-18-250 16,2-12-569-16</inkml:trace>
  <inkml:trace contextRef="#ctx0" brushRef="#br0" timeOffset="32789.25">10733 1465 405 0,'0'0'304'16,"0"0"5"-16,0 0-89 0,0 0-23 15,0 0-46 1,0 0-5-16,0 0-47 0,0 0-37 15,0 0 27-15,0 0-16 16,0 0-15-16,0 0-1 16,0 0-15-16,0 0 9 15,0 0 11-15,0 0-30 16,0 0 18-16,0 0-20 16,0 0 8-16,0 0 11 15,0 0-28-15,0 0 6 16,0 0-12-16,0 0-3 15,-3 0 43-15,1 0-55 16,0-2 14-16,0 1-5 16,2-1-8-16,0 2 25 15,0-2-18-15,0 0-7 0,0 2 49 16,0-3-41-16,0 1 0 16,0 2 3-16,0 0-6 15,0 0-6-15,0 0-1 16,0 0-28-16,6 0 28 15,4 9-6-15,1 8 7 16,-3 5-8-16,-3 7 8 16,-2 3 15-16,-3 2-7 15,0 2-1-15,-3 0 12 16,-6-6-17-16,2-7-4 16,5-8-2-16,2-6 2 15,0-9-11-15,0 0 0 16,9-21-5-16,11-16-30 15,7-14-232-15,-2-5 88 16,-6 4-3-16,-5 10 195 0,-10 14 41 16,-4 13 82-16,0 9 16 15,-6 6-10-15,-12 0-85 16,-5 16 4-16,2 13-3 16,7 5-14-16,9 4 0 15,5 0-16-15,13-1-3 16,24-5 16-16,11-6-28 15,10-6-32-15,23-11-113 16,-14-4-150-16,-14-5-456 0</inkml:trace>
  <inkml:trace contextRef="#ctx0" brushRef="#br0" timeOffset="33596.44">11600 1569 1587 0,'0'0'729'16,"0"0"-521"-16,0 0-41 15,0 0-84-15,0 0-8 16,0 0 1-16,0 0-31 16,40 0-11-16,-6 0-23 15,4 0-10-15,1 0-2 16,4 0-69-16,-1 0-62 16,19 0-154-16,-15 0-303 0,-5 0-1199 15</inkml:trace>
  <inkml:trace contextRef="#ctx0" brushRef="#br0" timeOffset="33822.71">12169 1477 1363 0,'0'0'374'0,"0"0"-323"16,0 0-42-16,22-112 29 16,-15 77 22-16,-3-2 132 15,0 8-20-15,1 10-78 16,-5 9 9-16,2 6-27 15,-2 4-42-15,2 4-34 16,3 24-27-16,-1 14 27 16,1 14 18-16,-3 10-8 15,2 6-10-15,-2 23-46 0,-2-16-176 16,3-21-465-16</inkml:trace>
  <inkml:trace contextRef="#ctx0" brushRef="#br0" timeOffset="35377.3">8375 1921 894 0,'0'0'526'0,"0"0"-378"16,0 0-34-16,0 0 32 15,0 0 42-15,0 0 12 16,0 0-23-16,0-12-85 16,0 12-9-16,0-2-20 0,0 2-27 15,0 0-4 1,0 0-32-16,0 0 1 0,0 0 2 16,0 0-3-16,4 0-6 15,4 0 6-15,9 0-6 16,0 6-3-16,5-1 6 15,5 2 3-15,2 0-4 16,7 0 5-16,7-4-1 16,3 2 6-16,6-3-6 15,-2-2-1-15,4 0-16 16,-5 0 17-16,0 0-9 16,-2 0 18-16,0 0-16 15,0 0 7-15,2 0-6 16,-1 0 5-16,4 0-20 15,0 0-1-15,-4 0 16 16,1 0 9-16,1 0-5 16,-2 0 2-16,0 0-5 0,0 0 4 15,1 0-7-15,1 0 8 16,3-5 5-16,-2 2 4 16,-1-3-18-16,-4 1 7 15,-1 0 2-15,-3 1 4 16,-4 0-4-16,-5 1 0 15,0 3-1-15,-4 0 7 16,2 0-12-16,4 0 4 16,-2 0 2-16,3 0 0 15,-1 0 0-15,1 0 0 0,1 0 5 16,0 0-4 0,-2 3-2-16,1-3-7 0,-1 1 8 15,3 4 5-15,0-1-5 16,0-1 0-16,2 2-3 15,-5-1 3-15,2-2-2 16,-2 1 1-16,-1 0 1 16,1-1 2-16,3 0-2 15,1 2 0-15,0 0-3 16,3 0 12-16,-1 0-18 16,1 0 8-16,-2 1 1 15,1-2 6-15,-4-3-6 16,3 2 0-16,0-2-6 15,3 0 15-15,-1 2-16 16,3 0 7-16,-1 1 0 0,1 0-5 16,1 3 5-16,0-1 0 15,-2-2-18-15,3 1 23 16,-1-2-13-16,6-2 8 16,-1 0 0-16,4 2 4 15,3-2-4-15,0 1 0 16,3 2 0-16,-3-1 7 15,-2 2-14-15,-3 0 1 16,-4 0 6-16,-2 2 8 16,-5 0-2-16,1-3-6 15,-3 2 21-15,-5-1-14 16,-4 1-5-16,-2-5-1 16,-6 5 11-16,-8-3 4 0,1 0-16 15,-5 2-9-15,-1 0-23 16,-6-1-237-16,-2-3-557 0</inkml:trace>
  <inkml:trace contextRef="#ctx0" brushRef="#br0" timeOffset="40239.83">9048 2319 1373 0,'0'0'354'16,"0"0"-205"-16,0 0 62 15,0 0-105-15,0 0 2 16,0 0-16-16,0 0-49 16,0-14 9-16,0 14-42 15,0 0 6-15,0 0 90 16,0 0-90-16,0 0 16 16,0 0-4-16,0 0-27 15,0 5-1-15,-3 16-11 16,-5 16-3-16,-4 16 1 0,-1 10 26 15,-3 8-2 1,3-2 20-16,4-4-19 0,4-7 18 16,5-6-30-16,0-9 0 15,3-6 7-15,12-7-7 16,4-5-30-16,2-10-25 16,2-5-51-16,1-7 36 15,-3-12-130-15,-8-14-280 16,-7-7-566-16</inkml:trace>
  <inkml:trace contextRef="#ctx0" brushRef="#br0" timeOffset="40413.92">8767 2703 1092 0,'0'0'1060'0,"0"0"-840"16,0 0-113-16,0 0-107 15,0 0 1-15,0 0 42 16,135-30-43-16,-76 28-13 15,-1 2-64-15,0 0-141 16,4 0-29-16,-15 0-156 16,-11 0-422-16</inkml:trace>
  <inkml:trace contextRef="#ctx0" brushRef="#br0" timeOffset="41088.82">9380 2622 1450 0,'0'0'477'0,"0"0"-400"0,0 0-65 15,0 0 7 1,0 0 40-16,0 0 57 16,0 0-9-16,-94 118 7 15,67-74-88-15,7-7 12 0,5-3-13 16,6-6-24-16,4-8 25 16,5-6-26-16,0-8-72 15,0-3 35-15,0-3-22 16,14-7 47-16,3-21-10 15,4-8-219-15,-1-10 34 16,1 0 13-16,-2 2 48 16,-5 12 146-16,-4 12 95 0,-7 10 36 15,-3 10-21 1,0 0-54-16,0 18 28 0,-3 12 96 16,-3 5-59-16,-1 4 2 15,4-3-90-15,3-4 3 16,0-8-12-16,3-4-23 15,15-6 35-15,2-7-36 16,7-7-30-16,4 0 29 16,0-12-99-16,3-13-70 15,-5-3-20-15,-8 0 62 16,-2 8 99-16,-9 10 14 16,-2 10 15-16,-4 0 49 15,-4 12 7-15,0 14 81 16,0 2 5-16,0 0-80 15,0-4 57-15,0-5-94 0,0-7-23 16,0-6 29-16,0-4-29 16,0-2-4-16,0 0-5 15,9-16-41-15,13-11 6 16,9-7-239-16,5 0 104 16,4 4 146-16,3 12-38 15,-6 10 69-15,-1 8 22 16,-3 2-8-16,-6 20 107 15,-7 5-40-15,-7 5-3 16,-4-1 42-16,-4 2-90 16,-5-6-10-16,0-5-20 15,0-5-23-15,0-7 8 16,0-10-204-16,0 0-119 0,-5-18-335 16</inkml:trace>
  <inkml:trace contextRef="#ctx0" brushRef="#br0" timeOffset="41313.21">9681 2456 1169 0,'0'0'1092'0,"0"0"-875"0,0 0-188 16,0 0-2 0,0 0-27-16,114 0 3 0,-54 0-34 15,-12 0-146-15,-5 0-447 0</inkml:trace>
  <inkml:trace contextRef="#ctx0" brushRef="#br0" timeOffset="41538.68">10084 2363 1768 0,'0'0'374'16,"0"0"-309"-16,0 0-27 15,0 0-38-15,0 0-7 16,31-125-11-16,-27 104 6 16,2 10-69-16,-6 4 50 0,0 7 31 15,0 0 34-15,0 13-34 16,0 21 0-16,0 12 58 15,0 13-49 1,-8 32-9-16,0-17-83 0,1-12-318 0</inkml:trace>
  <inkml:trace contextRef="#ctx0" brushRef="#br0" timeOffset="42038.08">10337 2697 1413 0,'0'0'527'0,"0"0"-505"16,0 0 10-16,0 0-1 16,0 0 14-16,0 0 73 15,117 43-12-15,-108-6-46 16,-6 5 14-16,-3 4-10 16,0 1-18-16,-7-6 77 15,-5-6-106-15,2-7-7 16,3-10 6-16,2-6-8 0,3-10-1 15,2-2-7-15,0-5 1 16,5-24-32-16,12-18-145 16,4-11-128-16,0-2-9 15,-3 4 74-15,-1 13 239 16,-9 16 90-16,-4 17 118 16,-4 10 55-16,0 0-198 15,0 20-28-15,0 11 56 16,0 10-64-16,0 5 5 15,29-2-34-15,54-4-141 16,-7-12 28-16,0-14-591 0</inkml:trace>
  <inkml:trace contextRef="#ctx0" brushRef="#br0" timeOffset="42297.71">11112 2787 1485 0,'0'0'927'0,"0"0"-681"15,0 0-169-15,0 0-77 0,0 0 50 16,0 0-32-16,127-8 0 15,-74-4-36-15,5 0-35 16,-4-5-123 0,-5-8-91-16,-14 3-271 0,-14-1-931 0</inkml:trace>
  <inkml:trace contextRef="#ctx0" brushRef="#br0" timeOffset="42447.82">11426 2583 1510 0,'0'0'941'16,"0"0"-784"-16,0 0-148 15,0 0 47-15,0 0-54 16,-49 116 45-16,38-66-12 16,6 2-29-16,5 4-12 0,0-6-75 15,8-4-155 1,11-15-75-16,4-13-485 0</inkml:trace>
  <inkml:trace contextRef="#ctx0" brushRef="#br0" timeOffset="42671.8">11756 2871 1190 0,'0'0'1152'0,"0"0"-1014"16,0 0-138-16,80-126-66 15,-55 82-76-15,-5 2 142 16,-4 5 0-16,-6 10 22 16,-3 10 1-16,-4 10 2 0,-3 7 113 15,0 0-106 1,0 24-9-16,0 17 100 0,-7 17-86 15,2 12-20-15,3 8-17 16,2 18-151-16,0-22-175 16,0-22-876-16</inkml:trace>
  <inkml:trace contextRef="#ctx0" brushRef="#br0" timeOffset="43292.03">12889 2007 1916 0,'0'0'594'0,"0"0"-413"16,0 0-53-16,0 0 8 0,0 0-88 16,0 0-32-16,0 0 65 15,106 0-80-15,-50 0 7 16,4 0-8-16,1 0-27 15,-3 0 26-15,-5 0-116 16,-17 10-146-16,-13 0-59 16,-21 0-528-16</inkml:trace>
  <inkml:trace contextRef="#ctx0" brushRef="#br0" timeOffset="43417.07">12991 2194 1602 0,'0'0'848'0,"0"0"-644"16,0 0-127-16,0 0-77 15,0 0 68-15,123 2-62 0,-50-2-6 16,39-11-61-16,-17 2-448 16,-14-3-404-16</inkml:trace>
  <inkml:trace contextRef="#ctx0" brushRef="#br0" timeOffset="43754.88">14075 2099 2270 0,'0'0'378'15,"0"0"-284"-15,0 0-94 0,50-128-31 16,-23 74 29-16,-4 0 2 15,-3 0 0-15,-7 3 23 16,-4 12-14-16,-5 10 67 16,-1 10 87-16,-3 10-36 15,0 9 24-15,0 0-151 16,0 18-69-16,0 26 30 16,0 41 9-16,0 38 30 15,0 34 0-15,2-8-109 16,3-29 14-16,-3-50-405 15,-2-43-1516-15</inkml:trace>
  <inkml:trace contextRef="#ctx0" brushRef="#br0" timeOffset="62802.55">2385 4235 819 0,'0'0'330'0,"0"0"-240"16,0 0-51-16,0 0 30 16,-18-6 105-16,16 6 4 15,0 0-68-15,2-3-53 16,-3 3 4-16,3 0 50 15,0 0 29-15,0 0-5 0,-2 0-51 16,2 0 10-16,0 0-5 16,0 0-9-16,0 0 7 15,0 0-28-15,0 0-9 16,0 0 21-16,0 0-51 16,0 0-11-16,11 0-9 15,20 0 0-15,14 0 3 16,12 0-3-16,9 0 1 15,-2 0-2-15,-3 3-26 16,-9 3-12-16,-2 4-47 16,-3 4-139-16,-11 0-115 15,-14-3-359-15</inkml:trace>
  <inkml:trace contextRef="#ctx0" brushRef="#br0" timeOffset="63125.82">2456 4328 2089 0,'0'0'496'0,"0"0"-399"16,0 0-30-16,0 0-30 0,0 0-3 15,0 0 39-15,0 0-46 16,102 0-12-16,-44-3-15 16,7-1-34-16,-3 2-29 15,-4 2-71-15,7 0-95 16,-16 2-240-16,-13 5-343 0</inkml:trace>
  <inkml:trace contextRef="#ctx0" brushRef="#br0" timeOffset="63396.54">3054 4096 1343 0,'0'0'268'16,"0"0"-209"-16,0 0-25 15,0 0-6-15,0 0 27 16,69 117 49-16,-69-67 10 16,0 3-36-16,-16-4-27 15,-11 2-3-15,-11-8 2 16,-4 0-41-16,-3-7-9 15,-15-10-86-15,11-12-151 16,9-12-394-16</inkml:trace>
  <inkml:trace contextRef="#ctx0" brushRef="#br0" timeOffset="63582.46">2205 4004 2085 0,'0'0'251'15,"0"0"-199"-15,-137 146-22 16,95-75-21-16,15 1 0 16,23 0 28-16,6-2-31 15,38-1-6-15,20-7-59 16,45-10-120-16,-13-16-170 16,-13-19-932-16</inkml:trace>
  <inkml:trace contextRef="#ctx0" brushRef="#br0" timeOffset="65421.09">4348 4175 1136 0,'0'0'755'0,"0"0"-495"16,0 0-85-1,0 0-37-15,0 0-16 0,0 0-15 16,0 0-29-16,-35-65-5 16,35 31-61-16,0-5-12 15,8-6-1-15,17-1-38 16,4 6 4-16,2 9 9 16,-2 16-10-16,-6 15 13 15,-8 6-50-15,-13 37 18 16,-6 35 43-16,-52 31 12 15,-13 0 27-15,-4-11-26 16,-3-20 7-16,13-27 7 16,1-5-15-16,2-7 0 15,8-17 0-15,15-18 1 16,10-4 3-16,14-27-4 16,13-18-30-16,0-5 29 15,31-3-22-15,13 13 23 0,10 8 50 16,4 17-49-16,4 15 5 15,1 0-6-15,-1 26-34 16,16 22-17-16,-13-5-210 16,-9-9-321-16</inkml:trace>
  <inkml:trace contextRef="#ctx0" brushRef="#br0" timeOffset="66366.63">5147 3713 803 0,'0'0'841'0,"0"0"-658"15,0 0-109-15,0 0-27 16,0 0-12-16,0 0-26 15,-47 115 157-15,7-5-14 16,-3 2-75-16,8-8-13 16,8-20-5-16,16-26-10 15,7 0-1-15,4 0-24 0,0-12-3 16,19-12-14-16,10-9-7 16,8-8-31-16,0-9-70 15,7-8-68-15,-10-14-121 16,-12-10-340-16</inkml:trace>
  <inkml:trace contextRef="#ctx0" brushRef="#br0" timeOffset="67035.75">4926 4231 1927 0,'0'0'254'0,"0"0"-254"15,0 0-6-15,158-40 5 0,-93 29-4 16,4-5 5-16,2 2-1 15,1 1-27-15,-10-2-1 16,-13 3 7-16,-18 8 17 16,-19 4 4-16,-12 3-26 15,-18 25 27-15,-22 15 115 16,-10 8-13-16,-3 7 9 16,4-5-50-16,10-4-26 15,11-10 5-15,12-13-32 16,10-11-8-16,6-6 0 15,0-9-31-15,17 0-4 16,16-13 10-16,8-17-86 16,6-12-178-16,-2-8-269 0,-6 1-86 15,-7 10 570 1,-10 11 74-16,-13 16 407 0,-9 12-190 16,0 8 22-16,-2 22 31 15,-13 11-59-15,1-2-41 16,3 1-39-16,4-3-44 15,5-12-35-15,2-6-24 16,0-9-22-16,0-9-6 16,13-1-6-16,12-4 4 15,6-20-18-15,11-10-92 16,3-8-64-16,-3 0-57 16,-2 5 106-16,-11 17 127 15,-9 15 6-15,-9 5 26 16,-9 22 57-16,-2 13 36 15,0 3 17-15,-2-3-34 0,-7-4-16 16,3-12-1 0,4-7-72-16,2-5-10 0,0-7 21 15,6 0-29-15,28-12-1 16,17-14-55-16,16-5-39 16,11-1 46-16,-2 5-63 15,-5 10 68-15,-13 13 30 16,-11 4 12-16,-18 16-5 15,-16 16-24-15,-11 9-1 16,-2 12-25-16,-17-8-180 16,1-13-522-16</inkml:trace>
  <inkml:trace contextRef="#ctx0" brushRef="#br0" timeOffset="68261.72">5887 3834 1305 0,'0'0'782'0,"0"0"-531"16,0 0-25-16,0 0-20 16,0 0-30-16,0 0-58 15,0 0-63-15,-5 0-34 16,16-3-21-16,14 2-14 16,8 1 13-16,9 0-9 15,8 0-47-15,1 0-59 0,0 0-81 16,14 0-100-1,-16 0-327-15,-6-2-784 0</inkml:trace>
  <inkml:trace contextRef="#ctx0" brushRef="#br0" timeOffset="68448.48">6460 3673 1709 0,'0'0'296'15,"0"0"-230"-15,0 0-46 16,0 0 46-16,0 0 109 15,13-110 46-15,-13 102-36 16,0 8-112-16,0 0-73 0,0 18-37 16,2 24-19-16,5 19 55 15,4 48-29-15,0-12-138 16,1-19-366-16</inkml:trace>
  <inkml:trace contextRef="#ctx0" brushRef="#br0" timeOffset="89282.54">6605 4245 1046 0,'0'0'576'0,"0"0"-430"16,0 0-56-16,0 0 57 16,0 0 59-16,0-2-76 15,0-3-40-15,0 2-10 16,0-1-51-16,0 2 36 16,0 2-10-16,0-3-41 15,0 3 55-15,0 0-68 16,0 0 6-16,0 0-7 15,0 0-3-15,9 0 1 0,6 15-7 16,3 5 9 0,0 8-6-16,-3 4 7 0,-8 6-1 15,-5 3 21-15,-2-4-14 16,0 0 21-16,0-7-28 16,-7-6 6-16,1-6 20 15,2-7-26-15,1-4-2 16,3-5 1-16,0-2 2 15,0 0 6-15,9-18-7 16,14-21-51-16,6-12-125 16,0-9-146-16,-2 4 105 15,-12 10 217-15,-7 21 2 0,-8 15 138 16,0 10-112 0,0 3-10-16,-4 24 60 0,-5 12 6 15,3 5-17 1,6 3 3-16,0-1-45 0,15-2-4 15,23-7-21-15,38-11-105 16,-9-13-124-16,-3-8-861 0</inkml:trace>
  <inkml:trace contextRef="#ctx0" brushRef="#br0" timeOffset="89581.57">7407 4305 1696 0,'0'0'825'0,"0"0"-626"16,0 0-167-16,0 0-10 16,0 0 15-16,0 0-29 15,0 0 15-15,120 8-23 16,-44-5-173-16,-11-2-71 16,-8-1-443-16</inkml:trace>
  <inkml:trace contextRef="#ctx0" brushRef="#br0" timeOffset="89816.06">7960 4267 1788 0,'0'0'214'0,"0"0"-214"15,0 0-56-15,22-145 56 16,-18 94 69-16,-1 3 131 16,1 5-59-16,-2 16-69 15,-2 9-33-15,2 17 72 16,-2 1-111-16,0 28 14 15,0 23-26-15,0 20 24 0,0 13-12 16,-4 5 10 0,2-1-10-16,2-8-61 0,4 1-71 15,14-21-183-15,9-20-321 0</inkml:trace>
  <inkml:trace contextRef="#ctx0" brushRef="#br0" timeOffset="90237.78">8647 4383 1575 0,'0'0'815'0,"0"0"-608"15,0 0-36-15,0 0 1 16,0 0-44-16,0 0-3 16,0 0-74-16,6 0-33 15,19 0-17-15,8-2-1 16,13-2 0-16,8 2-34 0,2 2-64 16,-2 0-8-16,4 4-70 15,-14 10-148-15,-15-4-338 0</inkml:trace>
  <inkml:trace contextRef="#ctx0" brushRef="#br0" timeOffset="90393.28">8738 4606 1696 0,'0'0'574'0,"0"0"-503"0,0 0-70 15,0 0 64 1,0 0-41-16,131-13-22 15,-42 10-2-15,-8-1-227 16,-14 2-541-16</inkml:trace>
  <inkml:trace contextRef="#ctx0" brushRef="#br0" timeOffset="91165.25">10182 3784 1437 0,'0'0'603'0,"0"0"-308"0,0 0-71 15,0 0-109-15,0 0-8 16,0 0-79-16,0 0-23 16,3 9-5-16,-8 58 0 15,-8 8 1-15,-8 20 10 16,-3 7-5-16,2-17 19 16,2 1-24-16,7-14-1 15,3-15 8-15,10-11-7 16,0-10-2-16,0-7-26 15,10-5-76-15,7-5-46 0,6-19-80 16,-3 0-122 0,-7-4-351-16</inkml:trace>
  <inkml:trace contextRef="#ctx0" brushRef="#br0" timeOffset="91881.61">9845 4293 1625 0,'0'0'564'0,"0"0"-395"16,0 0-49-16,0 0-71 16,0 0-6-16,0 0-22 15,125-29-21-15,-59 24-39 16,7 1 38-16,3-1-49 16,-1 0 37-16,2-2 4 0,-9 2 9 15,-10-2-5-15,-18 7 5 16,-15 0 0-1,-19 3-15-15,-6 21 32 0,-4 7-13 16,-23 13 30-16,-4 2 2 16,-2-3 37-16,6-4-39 15,6-10-23-15,11-10 21 16,5-7-23-16,5-8-18 16,0-3-17-16,0-1-21 15,13 0 7-15,14-19-7 16,4-13-40-16,3-4-92 15,-5-3-41-15,-7 9 195 16,-9 12 25-16,-5 8 207 16,-8 10-98-16,0 0-84 0,0 10-24 15,-6 11 101-15,-2 6-11 16,-1-1-12-16,5-4-52 16,4-6-17-16,0-5-2 15,0-7-8-15,0-4-24 16,13 0 23-16,14-3-22 15,10-17-33-15,8-4-41 16,2-3-26-16,0 4-13 16,-9 5 83-16,-12 13 53 15,-5 5 76-15,-8 0-62 16,-7 20 39-16,-4-1-6 16,-2 0 10-16,0-4-10 0,3-7-24 15,0-6-23-15,5-2 34 16,10 0-33-16,13 0-2 15,12-10-4-15,8-4-20 16,2 1 25-16,-1 2-12 16,-8 10 12-16,-3 1 14 15,-10 0-6-15,-9 19-9 16,-7 6 1-16,-6 1 0 16,-7 1-2-16,-2-5-18 15,0-1-38-15,-4-11-16 16,-9-9-201-16,-1-1-312 0</inkml:trace>
  <inkml:trace contextRef="#ctx0" brushRef="#br0" timeOffset="92054.09">10726 3946 2105 0,'0'0'648'0,"0"0"-569"15,0 0-72-15,0 0 16 16,0 0-23-16,147 0-14 16,-51 0-13-16,-13 9-234 15,-7-4-354-15</inkml:trace>
  <inkml:trace contextRef="#ctx0" brushRef="#br0" timeOffset="92598.68">11469 4014 2328 0,'0'0'357'16,"0"0"-246"-16,0 0-111 15,37-148-6-15,-14 89-1 0,-1-1 7 16,-2 6-9-16,-2 11-24 15,-5 10-13-15,-3 13 46 16,-8 10 13-16,0 10 17 16,-2 0-30-16,0 34-36 15,0 36 27-15,-18 39-5 16,3 0-13-16,1 20-92 16,7-38-204-16,7-43-497 0</inkml:trace>
  <inkml:trace contextRef="#ctx0" brushRef="#br0" timeOffset="92967.38">11664 4259 1617 0,'0'0'627'16,"0"0"-452"-16,0 0-128 15,0 0-46-15,0 0 14 16,0 0 0-16,0 0-4 15,16 44 43-15,-11-5-30 16,-3 2 41-16,-2-3-16 16,0-3-23-16,0-8 23 15,0-8-49-15,0-7 0 16,0-6-9-16,0-6-9 16,2 0 17-16,12-14-32 15,10-21-86-15,3-11-187 16,2-4-169-16,-2 3-235 15,-9 10 710-15,-12 17 600 16,-6 16-227-16,0 4-221 0,0 10-112 16,-4 20 105-16,0 5-97 15,4 12-38-15,2-1 7 16,58 8-17-16,-2-11-92 16,4-18-426-16</inkml:trace>
  <inkml:trace contextRef="#ctx0" brushRef="#br0" timeOffset="93204.28">12458 4357 489 0,'0'0'1876'15,"0"0"-1511"-15,0 0-264 16,0 0-41-16,0 0-29 15,0 0 38-15,0 0-42 16,126-20-26-16,-66 20-1 16,2 0-72-16,-2-2-37 15,-5 0-96-15,-3-8-80 16,-17-2-286-16,-12-3-986 0</inkml:trace>
  <inkml:trace contextRef="#ctx0" brushRef="#br0" timeOffset="93359.58">12798 4122 2116 0,'0'0'325'16,"0"0"-316"-16,0 0 10 15,-43 103-10-15,25-57 45 16,2 6-10-16,5 4-29 16,4 2-15-16,7 7-83 15,16-12-202-15,9-22-402 0</inkml:trace>
  <inkml:trace contextRef="#ctx0" brushRef="#br0" timeOffset="93598.23">13390 4277 2138 0,'0'0'389'0,"0"0"-291"15,78-136-57-15,-51 78-26 16,-10 7-15-16,-6 12 89 15,-5 18 11-15,-4 11-4 16,-2 10-96-16,0 5-29 16,0 27 10-16,-10 15 4 15,-5 20 15-15,1 11 0 16,5 2-81-16,7 10-87 16,2-21-334-16,0-19-398 0</inkml:trace>
  <inkml:trace contextRef="#ctx0" brushRef="#br0" timeOffset="96181.64">2371 6009 1810 0,'0'0'328'0,"0"0"-153"16,0 0-12-16,0 0-26 15,0 0 38-15,0 0-24 16,0 0-53-16,-8-19-34 16,8 19-52-16,4 0 1 15,25 0-3-15,15 0-9 16,14 0 18-16,12 0-19 15,1 0-6-15,0 2-17 0,1 1-53 16,-8-1-41 0,5 5-60-16,-17-4-118 15,-19-1-364-15</inkml:trace>
  <inkml:trace contextRef="#ctx0" brushRef="#br0" timeOffset="96361.89">2450 6116 2074 0,'0'0'495'16,"0"0"-444"-16,0 0-2 15,0 0-12-15,0 0 2 16,0 0 43-16,135-5-79 0,-66 2-3 16,9-4-70-16,30-7-97 15,-22 5-72-15,-14-5-330 0</inkml:trace>
  <inkml:trace contextRef="#ctx0" brushRef="#br0" timeOffset="96563.64">3268 5813 1980 0,'0'0'596'16,"0"0"-563"-16,0 0-32 15,89 124-1-15,-70-69 0 16,-9-1 0-16,-10-1 84 15,0 2-53-15,-27-1-11 16,-9-4-15-16,-8-6-5 16,-10-10-41-16,-6-12-81 0,-36-22-44 15,11 0-221-15,10-22-1524 16</inkml:trace>
  <inkml:trace contextRef="#ctx0" brushRef="#br0" timeOffset="96718.23">2249 5959 1837 0,'0'0'364'0,"0"0"-276"16,-107 163-70-16,66-82-16 15,17-2-4-15,17-7-10 16,7-5-19-16,50-5-88 16,3-18-223-16,2-14-1344 0</inkml:trace>
  <inkml:trace contextRef="#ctx0" brushRef="#br0" timeOffset="99854.2">5299 5542 489 0,'0'0'1250'0,"0"0"-1071"16,0 0-169-16,0 0 2 15,0 0-11-15,-27 112 118 16,6-49 33-16,1 9-56 15,-2 4-6-15,0 3-51 16,4-6 27-16,7-3-25 16,7-12-32-16,4-7 11 15,0-13-17-15,2-8 3 0,17-7-12 16,4-8-50-16,1-8-73 16,-1-7-104-16,-8-18-136 15,-9-7-1035-15</inkml:trace>
  <inkml:trace contextRef="#ctx0" brushRef="#br0" timeOffset="100189.7">4826 5944 1923 0,'0'0'306'16,"0"0"-277"-16,0 0-27 15,0 0 30-15,127-7 11 0,-34 2-31 16,34-6 25-16,-5 2-35 15,-10-3-1-15,-18 1 11 16,-28 1-11-16,0 2 5 16,-4 2-6-16,-22 4 0 15,-17 2-22-15,-17 0 16 16,-6 23 6-16,-6 12 45 16,-23 14 5-16,-10 6-8 15,-1 4 7-15,5-7-25 16,8-8 23-16,10-12-46 15,9-8 5-15,8-8-6 16,0-7-44-16,4-9-5 16,19 0-3-16,6-12-24 15,16-51-100-15,-7 7-389 16,-7-2-485-16</inkml:trace>
  <inkml:trace contextRef="#ctx0" brushRef="#br0" timeOffset="100597.71">5777 5983 924 0,'0'0'601'0,"0"0"-385"16,0 0 46-16,0 0-31 15,-33 128-98-15,24-89-59 16,3-7 14-16,6-8-50 16,0-8-20-16,0-6 15 15,6-8-23-15,15-2-10 16,8 0-1-16,8-22-39 16,5-12-39-16,5-6-92 15,2-4-6-15,-4 3 50 16,-5 13 73-16,-9 14 54 15,-11 14 53-15,-7 0 31 16,-6 18 38-16,-7 13 5 16,0 1-36-16,0-2 44 0,0-7-74 15,0-6-22-15,0-8-23 16,0-6-15-16,0-3 13 16,3 0-14-16,14 0-14 15,14-17 7-15,12-2-45 16,6-1-5-16,0 6 26 15,-3 6 17-15,-5 8 13 16,-5 0-4-16,-9 14 5 16,-10 8-5-16,-5 3 5 15,-8 0 0-15,-4-4-13 16,0 0-27-16,-12-9-58 0,-3-6-218 16,-3-6-438-16</inkml:trace>
  <inkml:trace contextRef="#ctx0" brushRef="#br0" timeOffset="100801.76">5924 5661 1672 0,'0'0'822'16,"0"0"-715"-16,0 0-106 0,0 0 11 15,0 0-12 1,114-4 0-16,-56 4-1 0,27 0-130 16,-14 0-235-16,-10 0-275 15</inkml:trace>
  <inkml:trace contextRef="#ctx0" brushRef="#br0" timeOffset="101013.92">6500 5574 1495 0,'0'0'220'0,"0"0"-220"16,31-114-142-16,-19 58-401 16,-4 1 543-16,-1 8 374 15,-3 11-64-15,0 12-53 16,-4 13-17-16,2 11-118 16,-2 4-122-16,0 32-7 0,0 33 6 15,0 33 2-15,0 1-2 16,0 13-10-16,8-36-278 15,1-37-540-15</inkml:trace>
  <inkml:trace contextRef="#ctx0" brushRef="#br0" timeOffset="103347.24">6898 6066 753 0,'0'0'697'0,"0"0"-521"15,0 0-1-15,0 0 36 16,0 0-30-16,0 0-70 16,0 0-52-16,52-92-32 15,-34 85-5-15,0 7-21 16,0 0 9-16,-1 12 24 16,-3 18-22-16,-5 13 12 0,-5 9 27 15,-4 6 14-15,0 0 5 16,-13-3-40-16,-3-11-2 15,3-9 7-15,3-10-34 16,4-12 2-16,4-6-3 16,2-6 0-16,0-1 0 15,0 0-11-15,11-16-4 16,13-19-19-16,5-18-215 16,0-7-39-16,0 0 15 15,-8 8 198-15,-11 15 75 16,-5 20 237-16,-5 13-107 0,0 4-64 15,-2 9-46 1,-9 20 86-16,4 5-27 0,7 4-2 16,0 2 12-16,15 2-77 15,24-4-1-15,14-4-11 16,13-6-93-16,46-16-63 16,-18-5-156-16,-11-7-708 0</inkml:trace>
  <inkml:trace contextRef="#ctx0" brushRef="#br0" timeOffset="103637.6">7986 6064 1883 0,'0'0'543'15,"0"0"-427"-15,0 0-105 16,0 0 12-16,0 0 29 16,0 0-7-16,154 15 0 15,-98-7-45-15,-2 2-30 16,-8 1-71-16,-17 3-122 15,-15-4-159-15,-14-2-357 0</inkml:trace>
  <inkml:trace contextRef="#ctx0" brushRef="#br0" timeOffset="103764.38">7978 6217 1497 0,'0'0'848'0,"0"0"-679"16,0 0-67-16,0 0-83 15,0 0 11-15,0 0 16 16,180 9-46-16,-63-6-31 15,-17-3-250-15,-16 0-561 0</inkml:trace>
  <inkml:trace contextRef="#ctx0" brushRef="#br0" timeOffset="104846.79">9320 6039 907 0,'0'0'546'0,"0"0"-269"16,0 0 22-16,0 0-66 16,0 0-67-16,0 0 14 0,0 0-82 15,-23-51-22-15,23 26-40 16,10-3-34-16,11-4-2 15,10 0-3-15,6 3-2 16,3 8-11-16,-5 9 13 16,-1 12-9-16,-12 0-3 15,-11 26-16-15,-11 18 25 16,-15 12 4-16,-35 13 2 16,-16 2 37-16,-11-4-29 15,0-9 5-15,3-16-12 16,14-16-1-16,13-12 12 15,12-12-12-15,10-2 0 16,16-9 36-16,9-16-34 16,7-5 25-16,31 1-21 15,13 6-5-15,12 11-2 0,10 12-4 16,7 8-28-16,39 34-54 16,-22-4-206-16,-14-7-767 0</inkml:trace>
  <inkml:trace contextRef="#ctx0" brushRef="#br0" timeOffset="107013.66">11068 5796 955 0,'0'0'337'16,"0"0"-147"-16,0 0-68 15,0 0-14-15,0 0-23 16,0 0 17-16,0 0-3 16,2-17-13-16,-2 15 18 15,0 0-18-15,0 0-3 16,0-1-24-16,0-2-22 15,0 1 4-15,0 1-30 0,0 0-11 16,-4 1 14 0,-4-1-14-16,-3 0-6 0,-3-1 5 15,-1-1 0-15,-5 2 0 16,-5 1 0-16,-1 2 1 16,-5 0-7-16,2 0 4 15,-2 0-3-15,2 0 6 16,-2 0 0-16,2 0 5 15,0 0-5 1,2 5 0-16,-2 2-6 0,2 3 6 16,-2 0 0-16,-2 2 0 15,2 2-2-15,-3 2 2 16,1 2 0-16,2-1 0 16,2 4-4-16,1-3 4 15,1 1 0-15,3-2 3 0,2 0 5 16,5-4-9-1,1 3 1-15,3-1 0 0,1-1 21 16,4 0-20-16,2 1-1 16,-1 0 15-16,3-1-9 15,0-2-4-15,2 1-2 16,0-2 0-16,0 0 34 16,0 2-21-16,0-1 4 15,6-1 3-15,7 1-8 16,1 2 5-16,7 1-17 15,2-1 0-15,6 1 22 16,5-4-20-16,2 1-2 16,6 0 9-16,2-4-9 15,6 0 14-15,4-1-14 16,4-4 1-16,2-1 5 0,-2 0-6 16,0 0-9-16,-5-2-55 15,-4 2-34-15,-7-2-33 16,7 0-96-16,-11 0-65 15,-11 0-368-15</inkml:trace>
  <inkml:trace contextRef="#ctx0" brushRef="#br0" timeOffset="107386.89">10202 6006 1642 0,'0'0'520'15,"0"0"-359"-15,0 0-29 0,0 0-79 16,0 0 43-16,150 0-17 16,-36 11-41-16,0 8-15 15,-8-3-23-15,-10-1-14 16,18 4-60-16,-16-4-164 15,-7-3-321-15</inkml:trace>
  <inkml:trace contextRef="#ctx0" brushRef="#br0" timeOffset="108163.93">11894 5654 833 0,'0'0'271'0,"0"0"-145"15,0 0 69-15,0 0-81 16,0 0-16-16,0 0-43 16,0 0 5-16,0-1-13 15,0 1-8-15,0 0-12 16,0 0 21-16,0 0-47 0,0 0 6 16,0 0-7-16,0 0-18 15,0 0-1-15,0 0-9 16,0-3 9-16,0 2 18 15,0-3-4-15,3 0-41 16,7-5-227-16,0 1 53 16,-1 2-177-16</inkml:trace>
  <inkml:trace contextRef="#ctx0" brushRef="#br0" timeOffset="108246.58">11894 5654 955 0,'54'-58'162'0,"-52"50"-162"16,0 3-910-16</inkml:trace>
  <inkml:trace contextRef="#ctx0" brushRef="#br0" timeOffset="108616.73">12153 5354 1375 0,'0'0'274'0,"0"0"-174"0,0 0-29 15,0 0 61-15,-142 55 53 16,79 15-30-16,-13 42-26 15,-9 32-36-15,14 7 3 16,24-17 57-16,29-38-98 16,18-36-1-16,7-4-3 15,20 7-36-15,13 0 3 16,11 7-18-16,12-12-27 16,5-12 20-16,42-7-174 15,-19-15-171-15,-13-12-376 0</inkml:trace>
  <inkml:trace contextRef="#ctx0" brushRef="#br0" timeOffset="109119.66">12383 6118 1721 0,'0'0'612'16,"0"0"-419"-16,0 0 16 15,0 0-72-15,0 0-35 0,0 0-26 16,0 0-63-16,133 0-13 16,-77 0-41-16,6 0-57 15,23 0-76-15,-16 0-294 16,-9 0-465-16</inkml:trace>
  <inkml:trace contextRef="#ctx0" brushRef="#br0" timeOffset="109637.01">13521 5363 1579 0,'0'0'306'15,"0"0"-152"-15,0 0 34 16,0 0-80-16,0 0-50 15,0 0-49-15,0 0 3 16,0 111 84-16,0-48-21 16,0 3-31-16,0-5-19 15,0-8-24-15,0-9 15 16,0-9-16-16,0-3 0 16,5-11-21-16,0-5-42 15,-1-6-51-15,3-6-35 16,-1-4-18-16,8-30 86 15,-1-10-289-15,1-6-966 0</inkml:trace>
  <inkml:trace contextRef="#ctx0" brushRef="#br0" timeOffset="109823.73">13700 5430 1460 0,'0'0'522'0,"0"0"-329"16,0 0-169-16,0 0-23 15,0 0 20-15,0 130 47 16,0-68 23-16,0 1-47 15,0-3-24-15,-3-4 5 16,3-8-19-16,-2-8-12 16,2-6-18-16,0-8-63 15,0-8-86-15,-4-18-106 0,-3 0-208 16,-1-18-353-16</inkml:trace>
  <inkml:trace contextRef="#ctx0" brushRef="#br0" timeOffset="110003.5">13381 5395 2018 0,'0'0'479'15,"0"0"-448"-15,0 0-8 16,140-20 18-16,-78 17-35 16,6 3 33-16,1 0-39 15,-5 0-12-15,-3 3-39 16,-3 20-130-16,-14-3-204 0,-15-2-334 15</inkml:trace>
  <inkml:trace contextRef="#ctx0" brushRef="#br0" timeOffset="110253.13">13381 6159 1639 0,'0'0'308'16,"0"0"-213"-16,0 0-23 15,0 0 117-15,0 0-35 16,0 0-51-16,0 0-2 16,105 0-77-16,-54 0-14 0,9 0-20 15,5 0-53-15,11 0-73 16,-13 0-200-16,-17 7-385 0</inkml:trace>
  <inkml:trace contextRef="#ctx0" brushRef="#br0" timeOffset="110629.4">13500 6326 1317 0,'0'0'750'0,"0"0"-505"0,0 0-148 15,0 0-71-15,0 0 11 16,0 0-12-16,0 0-9 16,71-4 22-16,-40 10-38 15,0 19-2-15,-6 4 1 16,-12 7-5-16,-13 5 6 15,0 0 10-15,-24 0 29 16,-10-4 55-16,0-4-62 16,10-11 15-16,8-8-24 15,10-6-22-15,6-6 29 16,0 3-13-16,22-4-10 0,18 3 31 16,16 0-38-16,13-2-33 15,9 0-114-15,35-2-49 16,-19 0-72-16,-7 0-311 15</inkml:trace>
  <inkml:trace contextRef="#ctx0" brushRef="#br0" timeOffset="110996.27">14725 6020 2284 0,'0'0'445'0,"0"0"-445"15,0 0-185-15,0 0-151 0,0 0-296 16,0 0 66-16</inkml:trace>
  <inkml:trace contextRef="#ctx0" brushRef="#br0" timeOffset="111113.53">14685 6379 1405 0,'0'0'646'0,"0"0"-379"16,0 0-157-16,-74 104-55 16,34-62-55-16,-28 4-61 15,7-10-245-15,6-12-1320 0</inkml:trace>
  <inkml:trace contextRef="#ctx0" brushRef="#br0" timeOffset="111746.13">15556 5502 1500 0,'0'0'400'0,"0"0"-145"16,0 0-45-16,0 0-51 15,0 0-19-15,0 0-70 16,0 0-45-16,10-35-25 15,-10 72-10-15,0 16 10 16,0 8 27-16,0 3 7 16,0-3-29-16,0-8-4 15,0-12 4-15,0-9-5 16,0-6-12-16,0-8-25 16,0-6-71-16,0-5-14 15,4-7-38-15,9-27 31 0,1-11-39 16,-3-8-886-16</inkml:trace>
  <inkml:trace contextRef="#ctx0" brushRef="#br0" timeOffset="111926.06">15708 5446 735 0,'0'0'1234'0,"0"0"-936"16,0 0-227-16,0 0-69 16,0 0 39-16,-9 153 16 15,5-95-25-15,0 0 81 16,1-3-71-16,3-8-21 15,0-1-7-15,0-9-14 16,0-2-27-16,0-9-69 16,0-9-93-16,3-10-80 15,-3-7-417-15</inkml:trace>
  <inkml:trace contextRef="#ctx0" brushRef="#br0" timeOffset="112100.66">15443 5464 2116 0,'0'0'502'0,"0"0"-468"16,0 0 27-16,179-20-60 15,-104 20 7-15,6 0 0 16,4 4-8-16,-4 15-42 16,0 22-200-16,-21-4-306 15,-20-6-376-15</inkml:trace>
  <inkml:trace contextRef="#ctx0" brushRef="#br0" timeOffset="112303.18">15383 6217 1960 0,'0'0'477'0,"0"0"-385"16,0 0-31-16,0 0 1 15,0 0 17-15,165 3-53 16,-87-3-26-16,4 0-35 16,23 0-149-16,-20 0-148 15,-20 0-466-15</inkml:trace>
  <inkml:trace contextRef="#ctx0" brushRef="#br0" timeOffset="112615.74">15575 6363 1505 0,'0'0'652'0,"0"0"-521"16,0 0-96-16,0 0-34 15,145-10 10-15,-112 10 19 16,-8 14 6-16,-17 15 15 0,-8 12-36 15,-6 8 37-15,-25 4 14 16,-5-2-5-16,0-5-3 16,12-12-22-16,8-10-36 15,14-7 36-15,2-4-35 16,18-4 17-16,24-4-18 16,18-5-28-16,52-23-160 15,-14-10-288-15,-7-8-699 0</inkml:trace>
  <inkml:trace contextRef="#ctx0" brushRef="#br0" timeOffset="112952.08">16689 5366 2228 0,'0'0'221'0,"45"118"-169"16,-14-2-46-16,-7 42 10 15,-19 16 44-15,-5-9-5 16,-44-12 25-16,-14-24-53 16,0-25-27-16,4-24 17 15,10-19-17-15,-4-12-35 0,-34 20-105 16,8-11-124-16,4-14-599 0</inkml:trace>
  <inkml:trace contextRef="#ctx0" brushRef="#br0" timeOffset="117711.71">10894 5267 1134 0,'0'0'372'0,"0"0"-216"0,0 0 3 15,0 0-64 1,0 0-21-16,0 0 131 0,6 0-144 16,-6 0 1-16,0 0 15 15,0 0-43-15,0 0 61 16,0 0-95-16,0 0 15 16,0 0 22-16,0 12-37 15,0 38 0-15,-13 57 26 16,-36 63 45-16,-20 37 68 15,-16 16-82-15,-4-15-26 16,13-31 84-16,18-11-114 16,20-8-1-16,25-8 0 15,13-5-58-15,6-32-12 16,12-42-284-16,-5-34-1391 0</inkml:trace>
  <inkml:trace contextRef="#ctx0" brushRef="#br0" timeOffset="120746.55">24770 1099 1735 0,'0'0'305'16,"0"0"-205"-16,0 0-57 0,0 0 137 15,0 0-44-15,0 0-86 16,0-33 39-16,0 54-89 15,0 35 0-15,-11 48 29 16,-11 49 0-16,-7 28 62 16,0-2-91-16,6-22 26 15,10-43-5-15,11-32-21 16,2-24 0-16,0-7-6 16,0 0-26-16,8 2 12 15,5-5-188-15,6-24-116 16,-9-16-64-16,0-8-645 0</inkml:trace>
  <inkml:trace contextRef="#ctx0" brushRef="#br0" timeOffset="121428.62">24348 1942 1290 0,'0'0'949'16,"0"0"-744"-16,0 0-205 15,0 0-67-15,206-133 43 16,-42 87 24-16,27-5-10 15,-2 12-128-15,-35 8-6 16,-54 13 123-16,-36 10 42 16,-25 8-20-16,-13 0 89 15,-10 16-65-15,-14 23 21 16,-11 14 97-16,-38 17-61 16,-13 8 107-16,-5 1-115 15,3-9-57-15,10-18 66 0,19-14-77 16,14-16 9-16,11-14-15 15,8-8 20-15,0 0-44 16,27-15 24-16,14-26-57 16,11-17-6-16,2-13-77 15,-4 4 63-15,-13 6 55 16,-16 24 22-16,-13 19 73 16,-8 18-73-16,0 0 6 15,-6 29 16-15,-10 16 17 16,1 4 45-16,3 4-52 15,10-7-7-15,2-7 9 16,2-10-34-16,20-12-16 16,10-14-2-16,5-3-1 15,6-12-13-15,-1-18-32 16,-2-4 8-16,-9 3 8 0,-10 6 45 16,-11 11 3-16,-10 14 77 15,0 0-71-15,-8 19 7 16,-13 13-13-16,6-1 12 15,2-4 39-15,6-6-51 16,7-13 0-16,0-8-12 16,16 0 39-16,19-22-54 15,10-14 26-15,6-10-17 16,-1 0-22-16,-9 4 65 16,-9 10-25-16,-10 12 83 0,-9 15-66 15,-1 5 19-15,-3 21-36 16,-5 23 0-16,-2 9-6 15,-2 14 6-15,0-1-3 16,0-2-5-16,7-2-96 16,4-16-85-16,2-19-438 0</inkml:trace>
  <inkml:trace contextRef="#ctx0" brushRef="#br0" timeOffset="121794.53">26151 1710 1684 0,'0'0'790'0,"0"0"-778"16,0 0-12-1,0 0 0-15,0 0 149 0,72 139-98 16,-61-78 4-16,-6 10-19 16,-5-3-23-16,0-2 56 15,-3-5-69-15,-7-15 6 16,3-12 1-16,3-12-7 15,4-12-25-15,0-10-19 16,0-6-72-16,19-30 115 16,10-25-366-16,5-11-162 15,-3-4 150-15,-9 8 379 16,-9 24 5-16,-5 22 614 16,-8 20-404-16,0 4-52 15,0 32-142-15,-8 14 22 16,6 13 30-16,2 4-45 0,23 4-28 15,26-11-9-15,62-12-141 16,-8-18-75-16,-5-18-760 0</inkml:trace>
  <inkml:trace contextRef="#ctx0" brushRef="#br0" timeOffset="122081.9">27565 1502 833 0,'0'0'1178'0,"0"0"-960"16,0 0-116-16,-131-17-40 16,73 34 121-16,-9 23-136 0,-3 16-8 15,6 14 48-15,8 10-38 16,12 9 48-16,13-5-58 15,10-3-12-15,17-6 15 16,4-9-42-16,2-10 0 16,23-9 0-16,6-9 0 15,7-10-18-15,7-12-47 16,8-16-126-16,-8-11-28 16,-14-13-656-16</inkml:trace>
  <inkml:trace contextRef="#ctx0" brushRef="#br0" timeOffset="122223.71">26981 1997 2336 0,'0'0'390'0,"0"0"-244"15,0 0-104-15,0 0-33 16,171-4 72-16,-50 4-81 16,26 0-62-16,-24 0-163 15,-30 0-519-15</inkml:trace>
  <inkml:trace contextRef="#ctx0" brushRef="#br0" timeOffset="123294.46">28475 1185 1528 0,'0'0'655'15,"0"0"-361"-15,0 0-109 16,0 0-45-16,0 0-24 16,0 0-114-16,0 0-4 15,-65 99-20-15,5 58 22 16,-7 38 9-16,5 7-8 16,21-21 9-16,20-55 2 15,13-33 25-15,8-26 4 16,0-9-41-16,10 3 0 15,13 5-30-15,14 3 27 0,9-15-85 16,37-16-81 0,-12-18-355-16,-1-14-192 0</inkml:trace>
  <inkml:trace contextRef="#ctx0" brushRef="#br0" timeOffset="123628.5">28678 1816 2241 0,'0'0'609'16,"0"0"-591"-16,0 0 0 15,0 0 49-15,0 0-67 16,131-15 42-16,-66 10-42 16,3 3-118-16,0 2 69 15,19 0-187-15,-18 0-136 16,-11-2-310-16</inkml:trace>
  <inkml:trace contextRef="#ctx0" brushRef="#br0" timeOffset="123944.87">29638 1412 1577 0,'0'0'628'16,"0"0"-628"-16,0 0 16 16,0 0-31-16,0 0 30 15,0 0 59-15,2 130 21 0,-4-74-51 16,-4 5 33-16,-1-3-77 15,3-7 8-15,4-5 5 16,0-5-13-16,0-12-27 16,0-6-22-16,0-13-151 15,2-10-21-15,11-21-108 16,-1-11-373-16</inkml:trace>
  <inkml:trace contextRef="#ctx0" brushRef="#br0" timeOffset="124140.49">29857 1325 1054 0,'0'0'959'0,"0"0"-920"15,0 0 35-15,0 110-20 0,-7-56 47 16,0 9 29-16,1 3-97 16,-1-2-10-16,3-2-23 15,-1-5 27-15,0-13-76 16,3-10-1-16,0-22-225 15,2-10-43-15,-4-2-604 0</inkml:trace>
  <inkml:trace contextRef="#ctx0" brushRef="#br0" timeOffset="124320.31">29594 1273 443 0,'0'0'1900'16,"0"0"-1606"-16,0 0-224 0,0 0 99 15,0 0-114-15,167-34-22 16,-102 34-33-16,6 0-21 16,0 0-6-16,-6 16-85 15,-1 25-119-15,-17-6-254 16,-15-1-378-16</inkml:trace>
  <inkml:trace contextRef="#ctx0" brushRef="#br0" timeOffset="124508.59">29405 2273 2020 0,'0'0'538'16,"0"0"-538"-16,0 0 17 0,127 0 33 15,-30-9-50-15,1-3-49 16,43-10-56-16,-25 4-278 15,-36 4-476-15</inkml:trace>
  <inkml:trace contextRef="#ctx0" brushRef="#br0" timeOffset="124799.43">29605 2404 1661 0,'0'0'323'0,"0"0"-282"16,122 2 42-16,-77 13 9 15,-13 8-21-15,-15 9 41 16,-12 10-72-16,-5 9 9 16,-18 2 115-16,-9 0-109 15,0-7 18-15,8-10-1 16,9-6-71-16,10-7 70 15,4-2-71-15,33-5 0 16,16-6-44-16,19-10 44 16,46-15-93-16,-16-17-139 0,-8-7-400 15</inkml:trace>
  <inkml:trace contextRef="#ctx0" brushRef="#br0" timeOffset="124987.69">30555 1971 1528 0,'0'0'1317'0,"0"0"-1136"16,0 0-165-16,0 0 57 16,0 0-73-16,0 0-19 15,0 0-83-15,0 75-252 16,0-34-117-16</inkml:trace>
  <inkml:trace contextRef="#ctx0" brushRef="#br0" timeOffset="125117.33">30374 2559 1998 0,'0'0'255'16,"0"0"-111"-16,0 0-104 16,0 0 5-16,0 0-45 15,0 0-58-15,0 0-216 16,-49 73-707-16</inkml:trace>
  <inkml:trace contextRef="#ctx0" brushRef="#br0" timeOffset="125444.64">31239 1421 1318 0,'0'0'1203'16,"0"0"-1071"-16,0 0-132 16,0 0 227-16,0 0-114 15,0 0-72-15,0 0-41 16,33-56-35-16,-33 96 20 16,-2 20-10-16,-11 13 25 15,-3 7 15-15,1 0-15 16,1-8 0-16,3-9-8 0,5-10 23 15,-2-9-30-15,6-11-58 16,2-11-117-16,0-12 82 16,0-10-115-16,10-42 97 15,7-10-153-15,3-12-1345 16</inkml:trace>
  <inkml:trace contextRef="#ctx0" brushRef="#br0" timeOffset="125619.58">31422 1365 1340 0,'0'0'1090'15,"0"0"-848"-15,0 0-242 16,0 0 18-16,0 0-18 16,0 0 10-16,-3 158 23 15,-10-83-10-15,-3 3-8 16,3-3 5-16,0-10-20 16,0-9-20-16,3-14 0 0,-1-14-127 15,-9-23-64-15,5-5-122 16,-4-10-40-16</inkml:trace>
  <inkml:trace contextRef="#ctx0" brushRef="#br0" timeOffset="125764.59">31181 1371 1403 0,'0'0'1156'16,"0"0"-943"-16,0 0-159 16,0 0 128-16,136-56-137 15,-85 56-27-15,7 0-18 16,-2 16-124-16,8 38 31 15,-12-5-195-15,-19 1-369 0</inkml:trace>
  <inkml:trace contextRef="#ctx0" brushRef="#br0" timeOffset="125956.6">30969 2398 2242 0,'0'0'540'0,"0"0"-458"16,0 0-80-16,0 0 19 15,183-16-11-15,-105 4-10 16,31-7-196-16,-22-1-174 16,-15 5-742-16</inkml:trace>
  <inkml:trace contextRef="#ctx0" brushRef="#br0" timeOffset="126265.37">31076 2573 1716 0,'0'0'142'15,"0"0"-123"-15,0 0-28 16,138-9 18-16,-95 9 5 15,-5 2 61-15,-9 19-11 16,-14 6 32-16,-13 10-12 16,-2 6-19-16,-28 6 110 0,-15 1-102 15,1-4 6-15,7-6 20 16,10-7-55-16,13-10 30 16,12 0-74-16,10-7 18 15,29-2-6-15,24-6-12 16,15-8-37-16,45-19-151 15,-19-14-321-15,-10-8-1068 0</inkml:trace>
  <inkml:trace contextRef="#ctx0" brushRef="#br0" timeOffset="126645.8">32175 1106 1982 0,'0'0'335'0,"0"0"-238"0,0 0-96 16,34 120 56-16,-22 13 65 15,-2 60-57-15,-8 23 56 16,-2-3-88-16,-20-27-32 16,-20-31 62-16,-14-19-62 15,-8-11-1-15,0-28 0 16,4-27-69-16,-27-10-38 15,20-23-411-15,3-15-1011 0</inkml:trace>
  <inkml:trace contextRef="#ctx0" brushRef="#br0" timeOffset="127278.69">30524 2271 1774 0,'0'0'664'0,"0"0"-547"15,0 0-2-15,0 0-23 16,0 0-91-16,0 0 62 16,-27 145-20-16,0-73-26 15,-12 13 86-15,-9 1-102 16,-12 2-1-16,-3-4 0 15,-1-6-33-15,-15-2-32 16,19-22-304-16,12-19-1136 0</inkml:trace>
  <inkml:trace contextRef="#ctx0" brushRef="#br0" timeOffset="191902.48">1484 7971 801 0,'0'0'584'16,"0"0"-439"-16,0 0-1 15,0 0-39-15,0 0 1 16,0 0 21-16,-22-57-17 16,19 51 32-16,3 1-79 15,-2-1-2-15,2 1-4 0,-2 1-14 16,2 2 12-16,0 2-51 16,0 0 2-16,0 0 16 15,0 0-22-15,0 0-7 16,13 13-14-16,20 15 21 15,15 10 15-15,12 12 5 16,13 6-19-16,3 2 27 16,5-2-18-16,-1-3-11 15,-4-8 1-15,-3-5 0 16,-4-3 5-16,-9-7-5 16,-2-2-24-16,-8-6 6 15,-9-6-96-15,-2-4 13 0,-6-8-71 16,-4-4-5-16,-3-28 12 15,-3-10-125-15,-9-10-272 16</inkml:trace>
  <inkml:trace contextRef="#ctx0" brushRef="#br0" timeOffset="192802.54">2516 7890 1227 0,'0'0'328'0,"0"0"-139"16,-4-102 35-16,4 75-52 15,-2 15-8-15,0 12-64 16,-6 0-67-16,0 32-21 15,-11 37-3-15,-4 39 34 16,-2 5 64-16,5-7-68 16,7-13 8-16,10-27-28 15,3 5-18-15,0 0 14 16,16-13-15-16,13-16-13 0,10-14 12 16,15-16-30-16,11-12 22 15,9-12-27-15,3-28-23 16,-1-10 16-16,-7-10-27 15,-13 2-14-15,-14 6 83 16,-15 13-3-16,-13 18 4 16,-14 12 76-16,0 9-27 15,-23 19-28-15,-14 22-20 16,-11 12 41-16,2 5 23 16,8 0-33-16,9-12-15 15,13-9-17-15,12-13-1 16,4-13-32-16,4-11-56 15,25 0 56-15,13-28 17 0,8-13 16 16,1-12-94-16,-6-3-2 16,-12 8-28-16,-11 8 115 15,-11 18 9-15,-9 16 103 16,-2 6-36-16,0 17-60 16,-8 19 20-16,-3 8 19 15,4 3-21-15,7-5 5 16,0-10-29-16,7-8 0 15,20-12 0-15,4-10-1 16,9-2-2-16,2-17-38 16,-1-18-36-16,-8-5-5 15,-6-4-59-15,-12 1 32 16,-6 14 108-16,-7 9 68 0,-2 13 103 16,0 7-131-16,0 10-24 15,0 19-10-15,0 3 18 16,0 2-17-16,5-4 33 15,10-8-40-15,5-6-1 16,5-9-28-16,1-7 4 16,6 0 24-16,-4-20-48 15,-5-5-22-15,-5-1 40 16,-9 2-118-16,-3 8 83 16,-4 16 53-16,0 6 5 15,4 56 8-15,2 54 97 16,1 50 9-16,-2 17 15 15,-2-8-62-15,-5-25 3 16,0-43-11-16,0-27-14 0,0-22 13 16,0-12-32-16,-5 0-18 15,-6 0 32-15,-4-2-32 16,-6-14 0-16,-1-9 16 16,-7-16 5-16,0-5 12 15,2-19-9-15,10-29-24 16,7-36 0-16,10-32-36 15,22-24-13-15,12 8 25 16,-1 25-23-16,-6 2-89 16,-15 39-121-16,-8-1-357 0</inkml:trace>
  <inkml:trace contextRef="#ctx0" brushRef="#br0" timeOffset="193070.92">2846 8253 1487 0,'0'0'631'16,"0"0"-429"-16,38-114-101 16,2 64-55-16,14 2 1 15,10 0-41-15,6 8-3 16,1 14-3-16,-2 22-86 16,-7 12-154-16,-13 61-71 15,-22 53-249-15,-27 44 76 16,-7 14 321-16,-33-13 163 15,2-44 275-15,12-44 47 16,7-27 25-16,11-9-151 0,3 1-119 16,5 2-21-16,9-3-56 15,16-14-108-15,2-19-678 16</inkml:trace>
  <inkml:trace contextRef="#ctx0" brushRef="#br0" timeOffset="193952.52">4834 8069 1562 0,'0'0'211'16,"0"0"-169"-16,0 0-42 15,0 0-11-15,0 0 11 16,0 0 112-16,0 126 74 16,7-56-34-16,-2 9-36 15,-1-1-75-15,-1-8 5 16,-3-14-46-16,0-15 11 16,2-17 5-16,-2-15-14 15,2-7 17-15,0-2 23 0,4-9 25 16,6-24-67-16,3-13-14 15,4-4-117-15,-4 3 112 16,1 10 19-16,-5 18 21 16,0 18-21-16,4 1 0 15,4 13 0-15,4 6 0 16,6 0 6-16,5-2 33 16,9-11-38-16,8-6 15 15,2-8 3-15,3-22-18 16,-9-10-1-16,-9-6 0 15,-16-3-51-15,-11 6 29 16,-11 6-21-16,0 16 43 16,0 16-6-16,-11 7 6 0,-5 54-12 15,10 45 12 1,4 45 12-16,2 22 80 0,0-3-45 16,2-16 22-16,2-31-7 15,-2-24-26-15,-2-21 7 16,2-22-43-16,-2-12 15 15,0-4 0-15,0-5-15 16,3-6-6-16,-1-13-31 16,0-11-24-16,8-21 46 15,2-90-30-15,0 4-614 16,-3-20-428-16</inkml:trace>
  <inkml:trace contextRef="#ctx0" brushRef="#br0" timeOffset="194568.71">5501 7761 1731 0,'0'0'499'0,"0"0"-499"16,0 0 11-16,43 167 32 15,-28-40 26-15,-1 0 81 16,-6-21-43-16,-1-33-18 16,-1-22-33-16,4 1-50 15,1-2 14-15,0-6-20 16,-2-16 1-16,-2-13 13 15,1-13-14-15,4-2 0 16,10-27-1-16,9-17 1 16,7-8-110-16,-2 2-25 15,-5 12 91-15,-12 20 44 16,-5 18 0-16,-3 9-5 0,-4 28 5 16,-2 7 30-16,-1 6 34 15,1-6-43-15,-1-6-12 16,0-12 34-16,3-10-42 15,0-9 9-15,2-7 24 16,6-3-22-16,7-26 23 16,7-15-35-16,0-17-70 15,1-8-79-15,-8 2-72 16,-7 9 39-16,-5 21 182 16,-4 21 140-16,-4 16-81 15,1 13-39-15,-1 24-1 16,0 12 83-16,0 3-65 0,2-4 26 15,1-6-34 1,2-12-28-16,0-12 17 0,-3-8-18 16,2-10-13-16,1 0 6 15,5-20 7-15,1-21-66 16,-2-17-63-16,-4-9-49 16,-3-4-151-16,-4 6 173 15,0 14 156-15,0 17 249 16,0 17 73-16,0 12-166 15,0 3-106-15,0 2-50 16,0 0-1-16,0 7-20 16,0 8-8-16,11 5-13 0,20-6-198 15,-2-4-113 1,-2-8-456-16</inkml:trace>
  <inkml:trace contextRef="#ctx0" brushRef="#br0" timeOffset="195235.26">6383 8382 1612 0,'0'0'665'0,"0"0"-614"16,0 0-46-16,0 0-4 15,0 0-1-15,0 0 1 16,0 0 23-16,85 38 27 16,-56-42-29-16,-2-17-21 15,0-10 29-15,-10-5-30 0,-7-1-22 16,-10 7 16-1,0 7 6-15,-7 13 50 0,-13 10-50 16,0 3 4-16,-1 27-4 16,6 9 0-16,9 7 10 15,6 0 30-15,0-2-26 16,17-6 7-16,10-8-21 16,6-10 0-16,8-12 6 15,3-8-6-15,3-6-11 16,-2-21-5-16,-6-10-39 15,-7 1 13-15,-12 2 11 16,-6 10 31-16,-10 12 42 16,-4 10-4-16,0 2-26 15,0 7-11-15,-2 15-1 16,-5 5 62-16,2-1-27 0,3-4-34 16,2-4 58-16,0-6-59 15,7-3 0-15,13-9 0 16,9 0 0-16,4-7-1 15,1-13-27-15,-1-6 4 16,-6 4 9-16,-9 6 30 16,-9 5 16-16,-5 11-1 15,-2 0-30-15,-2 0-13 16,2 0-14-16,4 7 27 16,0 5-6-16,5-2 13 15,5-2-7-15,13-7 14 16,11-1-4-16,14 0 18 0,8-15-28 15,2-3 8 1,-1 4-14-16,-12 6 6 0,-11 8-10 16,-9 0 9-16,-12 8-37 15,-13 13-39-15,-6 11 0 16,-10 1-5-16,-21 3 23 16,-42 4-173-16,9-8-143 15,-3-11-685-15</inkml:trace>
  <inkml:trace contextRef="#ctx0" brushRef="#br0" timeOffset="195392.31">6203 8111 2049 0,'0'0'529'16,"0"0"-307"-16,0 0-128 0,64-130-78 15,-12 102-8-15,10 11-16 16,10 17-56-16,14 47-94 15,-14 15-138-15,-21 10-356 0</inkml:trace>
  <inkml:trace contextRef="#ctx0" brushRef="#br0" timeOffset="196554.47">8744 7832 2107 0,'0'0'281'16,"0"0"-281"-16,0 0-41 16,0 0-29-16,0 0 70 0,0 0 18 15,0 0 37-15,0 0-18 16,0 17-14-16,0-17-17 16,0 0 20-16,0-10-26 15,-6-9-15-15,-12 3 0 16,-4 5 15-16,-10 11 0 15,-6 11 17-15,-8 50-17 16,3 9 32-16,5 15-8 16,12 12 33-16,17-17 8 15,9 5-40-15,0-13-2 16,13-14 11-16,14-17-24 16,4-12 8-16,7-17-9 15,5-12-3-15,3-6-6 0,1-29-4 16,-5-14-77-16,-3-6-17 15,-16-1-27-15,-7 10 19 16,-9 16 106-16,-7 18 100 16,0 12-79-16,0 14-21 15,-9 23 0-15,-1 5 35 16,4 2-13-16,6-4 17 16,0-4-14-16,10-10-10 15,14-6 7-15,5-10-16 16,5-10-6-16,4 0 0 15,4-26-4-15,0-15-11 16,0-8-31-16,-2-8-42 16,-4 3 51-16,-5 6-49 15,-4 14 84-15,-2 12-8 0,-1 15 20 16,-1 7 8 0,-2 0-2-16,-2 15-14 0,-3 9 27 15,-10 4-14-15,-6 4 25 16,0 5 21-16,-6-2-12 15,-13 4-1-15,1-3-35 16,1-8-6-16,5-8 1 16,6-6-8-16,6-12-39 15,0-2 12-15,4-2-4 16,21-20 4-16,2 0-90 16,4 3 49-16,-4 3 68 0,-3 12 40 15,-6 4 6 1,-4 4-22-16,-6 19-23 0,-6 5 10 15,-2 4-11-15,0-4-1 16,0-5-10-16,-20-14-119 16,-2-9-93-16,-2 0-115 0</inkml:trace>
  <inkml:trace contextRef="#ctx0" brushRef="#br0" timeOffset="196698.12">9235 7703 2089 0,'0'0'491'16,"0"0"-426"-16,0 0-65 16,0 0-22-16,118 49-9 15,-116 21-36-15,-4 43 49 0,-23-11-111 16,-2-12-339-16</inkml:trace>
  <inkml:trace contextRef="#ctx0" brushRef="#br0" timeOffset="197321.37">10358 8017 1445 0,'0'0'342'0,"0"0"-2"15,0 0-86-15,0 0-254 16,0 0 20-16,0 0-20 16,31 194 75-16,-21-37 50 0,-8 11-35 15,-2-23-35-15,0-44 1 16,0-43-56 0,0-15 0-16,0-3 12 0,2-4-11 15,0-5 1-15,1-15-2 16,-1-12-9-16,0-4 8 15,-2-4 2-15,0-35-2 16,0-45-51-16,0-60-254 16,-2-45-190-16,0 8-94 15,2 43 575-15,0 60 15 16,13 47 386-16,9 8-81 16,5 9-144-16,6 10-114 15,-4 4-3-15,-6 26-2 16,-10 18 29-16,-13 10 63 15,0 11-63-15,-17 2-44 0,-10 0-8 16,-2-9-19-16,6-12-1 16,7-16-85-16,5-16-58 15,11-30-27-15,0-23-19 16,2-18-363-16</inkml:trace>
  <inkml:trace contextRef="#ctx0" brushRef="#br0" timeOffset="197525.66">10740 7706 1551 0,'0'0'259'15,"0"182"8"-15,0-38-98 16,0-1-54-16,0-29-44 0,0-39-57 16,0-32 12-16,0 3-11 15,0-2-15-15,0-7 0 16,0-11-14-16,0-12-66 15,-2-14-86-15,-14-8-92 16,-9-20 165-16</inkml:trace>
  <inkml:trace contextRef="#ctx0" brushRef="#br0" timeOffset="197639.2">10479 8013 1520 0,'0'0'1020'15,"0"0"-838"-15,147-23-182 16,-20 16-42-16,36-7-145 15,-25 3-157-15,-29-2-497 0</inkml:trace>
  <inkml:trace contextRef="#ctx0" brushRef="#br0" timeOffset="198518.99">11834 7452 464 0,'0'0'1326'15,"0"0"-1013"-15,0 0-144 16,0 0-101 0,0 0-68-16,0 0-18 0,0 0 18 15,-35 173 71-15,27-5 46 16,6 18-2-16,2-8-23 15,0-42-47-15,0-48-26 16,10-29 23-16,1-17-36 16,-1 2-5-16,4-1 32 15,3-4-18-15,2-11-14 16,1-10 5-16,2-8-4 16,7-10 9-16,7 0-11 15,6-24-23-15,2-18 8 16,1-13-91-16,-9-6-18 0,-11 3 44 15,-10 12 80-15,-8 12 34 16,-7 15 9-16,0 14-10 16,0 5-33-16,-7 5-9 15,-13 26-2-15,-4 8 11 16,-1 7 9-16,2 3 27 16,8-3-36-16,7-6 0 15,4-10-1-15,4-8-1 16,0-10-26-16,0-5-21 15,4-7-3-15,6 0 51 16,5-15-34-16,4-11-11 16,-3-6-86-16,-5 4-48 0,-3 10 178 15,-1 12 2-15,0 6 26 16,2 9-26-16,2 20-15 16,0 7 15-16,2 4 15 15,-4-1-14-15,3-6-2 16,-6-6-69-16,1-27-132 15,-5 0-284-15,-2-14-854 0</inkml:trace>
  <inkml:trace contextRef="#ctx0" brushRef="#br0" timeOffset="198650.91">12075 7927 2220 0,'0'0'514'16,"0"0"-514"-16,127-6-23 15,-5 10-167-15,-10 11-121 16,-7-2-229-16</inkml:trace>
  <inkml:trace contextRef="#ctx0" brushRef="#br0" timeOffset="199284.81">13428 8101 1568 0,'0'0'364'0,"0"0"-135"0,0 0-109 15,0 0-85-15,0 0-33 16,0 0-2-16,0 0 41 16,93 113 51-16,-91-34 43 15,-2 10-71-15,0-1-23 16,-4-6 9-16,-3-16-41 16,3-20-15-16,2-15 6 15,2-18 0-15,0-9 14 16,0-4-14-16,2-9 0 15,13-30 0-15,12-36-185 16,-4-10-184-16,-1-13-175 16,-9 2-555-16,-11 33 1099 15,-2 13 1028-15,0 28-398 0,0 22-515 16,-13 22-92-16,-1 28-1 16,2 13 33-16,9 5 3 15,3 2 31-15,13-7-55 16,26-4-24-16,12-9-10 15,16-13-37-15,40-28-95 16,-14-9-120-16,-12-2-374 0</inkml:trace>
  <inkml:trace contextRef="#ctx0" brushRef="#br0" timeOffset="199460.19">14112 8388 1644 0,'0'0'1062'0,"0"0"-985"16,0 0-77-16,0 0-1 16,0 0-29-16,141 45 6 15,-95-34 9-15,-4-2-31 16,-15-4-134-16,-8 1-196 16,-19-2-281-16</inkml:trace>
  <inkml:trace contextRef="#ctx0" brushRef="#br0" timeOffset="199568.06">14177 8582 1517 0,'0'0'662'0,"0"0"-467"16,0 0-137-16,183 7-58 15,-90-6-70-15,-4-1-458 0</inkml:trace>
  <inkml:trace contextRef="#ctx0" brushRef="#br0" timeOffset="200286.5">15483 7631 1716 0,'0'0'389'15,"0"0"-164"-15,0 0-219 0,0 0-6 16,0 0-21-16,-8 123 21 16,-4 5 90-16,-3 41 40 15,1 11-29-15,7-16-12 16,7-45-47-16,0-44-26 16,0-26 19-16,7-11-23 15,9 1-12-15,2-3 0 16,6-2-6-16,3-10-9 15,0-12-67-15,-1-10-66 16,-11-20-18-16,-5-17-165 16,-10-11-549-16</inkml:trace>
  <inkml:trace contextRef="#ctx0" brushRef="#br0" timeOffset="200954.37">15157 8400 1330 0,'0'0'742'0,"0"0"-456"0,0 0-149 16,0 0-137-16,0 0-3 15,141-49 3-15,-12 30 17 16,39-12-16-16,-6 0-1 16,-33 4 1-16,-42 7-1 15,-39 11 6-15,-11 2-6 16,-5 7 0-16,-12 0-13 16,-18 10-3-16,-2 25 16 15,-25 14 74-15,-12 14-9 16,-6 5 4-16,1-1-56 15,6-8-11-15,7-13 17 16,13-12-18-16,8-13-2 0,5-12-5 16,3-6-33-16,7-3 23 15,20-12-17 1,8-19-36-16,6-5 11 16,-1 1-81-16,-11 2 62 0,-10 15 77 15,-9 14 79-15,-6 4-67 16,-4 20 0-16,0 16-12 15,0 7 88-15,0 1-48 16,0-7 4-16,0-7-24 16,0-9-5-16,5-11-3 15,5-9-12-15,6-1 0 16,9-9-15-16,8-19 4 16,7-15-93-16,8-3-44 0,-2-2 44 15,-3 9 104 1,-6 10 53-16,-5 19 66 0,-8 10-54 15,-9 16-64-15,-3 24 10 16,-10 8 35-16,-2 3 3 16,0-5 6-16,0-8-46 15,0-13-3-15,0-8 9 16,0-11-15-16,0-6-17 16,22-2 1-16,19-22-29 15,11-10-28-15,14-7-75 16,-2-1 19-16,-3 10 129 15,-17 10 56-15,-11 16 27 0,-13 6-70 16,-11 22-13 0,-7 16-13-16,-2 8-14 0,0 3-68 15,0-5-86-15,10-12-160 16,3-18-782-16</inkml:trace>
  <inkml:trace contextRef="#ctx0" brushRef="#br0" timeOffset="201269.07">17465 8065 2192 0,'0'0'326'0,"0"0"-287"15,0 0-39-15,0 0-81 0,40-104 80 16,-29 64 2-16,-2-7 4 15,-2 3 23-15,0 4-21 16,-5 6 8-16,-2 14 13 16,0 8 38-16,2 12-9 15,-2 0-57-15,4 25-62 16,-1 22 31-16,-1 34 28 16,0 0-6-16,-2 14 9 15,0 3-62-15,0-16-21 16,0 8-125-16,-11 7-25 15,-7-23-112-15,-2-22-571 0</inkml:trace>
  <inkml:trace contextRef="#ctx0" brushRef="#br0" timeOffset="201411.96">17238 8650 1942 0,'0'0'660'15,"0"0"-521"-15,0 0-69 0,147-3-51 16,-70-6-7-16,11 3-12 15,-1 2-1-15,-5 0-18 16,8 0-132-16,-22 1-173 16,-21 1-307-16</inkml:trace>
  <inkml:trace contextRef="#ctx0" brushRef="#br0" timeOffset="201851.46">17479 9090 1386 0,'0'0'383'15,"0"0"-222"-15,0 0 5 16,0 0-34-16,0 0-21 15,0 0 3-15,0 0-15 16,-25-33-53-16,33 19-37 16,11 3-9-16,5-4 0 15,5 5-9-15,7 2 5 0,-1 2 4 16,3 6 10-16,-9 0-10 16,-9 4 7-16,-13 16-7 15,-7 13-25-15,-13 7 24 16,-23 8 1-16,-6 3 41 15,0-5-41-15,10-5 11 16,12-10-1-16,18-12-4 16,2-3-6-16,27-4 20 15,23-6-14-15,20-1 20 16,15-5-26-16,11 0-107 16,37-25-68-16,-23-5-365 15,-19-2-668-15</inkml:trace>
  <inkml:trace contextRef="#ctx0" brushRef="#br0" timeOffset="201998.28">19061 8794 1800 0,'0'0'0'0,"0"0"-176"0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997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992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8720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965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150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614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507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211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899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658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1457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E7B81-3B7E-417C-B433-DC5653BE505A}" type="datetimeFigureOut">
              <a:rPr lang="vi-VN" smtClean="0"/>
              <a:t>09/09/2024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42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customXml" Target="../ink/ink7.x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customXml" Target="../ink/ink11.xml"/><Relationship Id="rId4" Type="http://schemas.openxmlformats.org/officeDocument/2006/relationships/image" Target="../media/image2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9429"/>
            <a:ext cx="10515600" cy="906463"/>
          </a:xfrm>
        </p:spPr>
        <p:txBody>
          <a:bodyPr>
            <a:normAutofit/>
          </a:bodyPr>
          <a:lstStyle/>
          <a:p>
            <a:pPr algn="ctr"/>
            <a:r>
              <a:rPr lang="vi-VN" sz="5000" b="1">
                <a:solidFill>
                  <a:srgbClr val="FFC000"/>
                </a:solidFill>
              </a:rPr>
              <a:t>NỘI DUNG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2128842"/>
            <a:ext cx="10515600" cy="3443287"/>
          </a:xfrm>
        </p:spPr>
        <p:txBody>
          <a:bodyPr>
            <a:noAutofit/>
          </a:bodyPr>
          <a:lstStyle/>
          <a:p>
            <a:r>
              <a:rPr lang="vi-VN" sz="3600">
                <a:solidFill>
                  <a:schemeClr val="bg1"/>
                </a:solidFill>
                <a:latin typeface="+mj-lt"/>
              </a:rPr>
              <a:t>CHƯƠNG 1. HÀM SỐ VÀ ĐỒ THỊ</a:t>
            </a:r>
          </a:p>
          <a:p>
            <a:r>
              <a:rPr lang="vi-VN" sz="3600">
                <a:solidFill>
                  <a:schemeClr val="bg1"/>
                </a:solidFill>
                <a:latin typeface="+mj-lt"/>
              </a:rPr>
              <a:t>CHƯƠNG 2. GIỚI HẠN VÀ SỰ LIÊN TỤC</a:t>
            </a:r>
          </a:p>
          <a:p>
            <a:r>
              <a:rPr lang="vi-VN" sz="3600">
                <a:solidFill>
                  <a:schemeClr val="bg1"/>
                </a:solidFill>
                <a:latin typeface="+mj-lt"/>
              </a:rPr>
              <a:t>CHƯƠNG 3. ĐẠO HÀM</a:t>
            </a:r>
          </a:p>
          <a:p>
            <a:r>
              <a:rPr lang="vi-VN" sz="3600">
                <a:solidFill>
                  <a:schemeClr val="bg1"/>
                </a:solidFill>
                <a:latin typeface="+mj-lt"/>
              </a:rPr>
              <a:t>CHƯƠNG 4. MỘT SỐ ỨNG DỤNG ĐẠO HÀM</a:t>
            </a:r>
          </a:p>
          <a:p>
            <a:r>
              <a:rPr lang="vi-VN" sz="3600">
                <a:solidFill>
                  <a:schemeClr val="bg1"/>
                </a:solidFill>
                <a:latin typeface="+mj-lt"/>
              </a:rPr>
              <a:t>CHƯƠNG 5. TÍCH PHÂN</a:t>
            </a:r>
          </a:p>
        </p:txBody>
      </p:sp>
    </p:spTree>
    <p:extLst>
      <p:ext uri="{BB962C8B-B14F-4D97-AF65-F5344CB8AC3E}">
        <p14:creationId xmlns:p14="http://schemas.microsoft.com/office/powerpoint/2010/main" val="211858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4190"/>
            <a:ext cx="10515600" cy="1028699"/>
          </a:xfrm>
        </p:spPr>
        <p:txBody>
          <a:bodyPr>
            <a:normAutofit/>
          </a:bodyPr>
          <a:lstStyle/>
          <a:p>
            <a:pPr algn="ctr"/>
            <a:r>
              <a:rPr lang="vi-VN" b="1">
                <a:solidFill>
                  <a:srgbClr val="FFC000"/>
                </a:solidFill>
              </a:rPr>
              <a:t>CHƯƠNG 1. HÀM SỐ VÀ ĐỒ THỊ</a:t>
            </a:r>
            <a:endParaRPr lang="vi-VN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3200">
                <a:solidFill>
                  <a:schemeClr val="bg1"/>
                </a:solidFill>
              </a:rPr>
              <a:t>GIẢI TÍCH LÀ GÌ?</a:t>
            </a:r>
          </a:p>
          <a:p>
            <a:r>
              <a:rPr lang="vi-VN" sz="3200">
                <a:solidFill>
                  <a:schemeClr val="bg1"/>
                </a:solidFill>
              </a:rPr>
              <a:t>MÔ HÌNH HÓA TOÁN HỌC</a:t>
            </a:r>
          </a:p>
          <a:p>
            <a:r>
              <a:rPr lang="vi-VN" sz="3200">
                <a:solidFill>
                  <a:schemeClr val="bg1"/>
                </a:solidFill>
              </a:rPr>
              <a:t>MỘT SỐ KIẾN THỨC CƠ BẢN</a:t>
            </a:r>
          </a:p>
          <a:p>
            <a:r>
              <a:rPr lang="vi-VN" sz="3200">
                <a:solidFill>
                  <a:schemeClr val="bg1"/>
                </a:solidFill>
              </a:rPr>
              <a:t>ĐƯỜNG THẲNG TRONG MẶT PHẲNG, PHƯƠNG TRÌNH THAM SỐ</a:t>
            </a:r>
          </a:p>
          <a:p>
            <a:r>
              <a:rPr lang="vi-VN" sz="3200">
                <a:solidFill>
                  <a:schemeClr val="bg1"/>
                </a:solidFill>
              </a:rPr>
              <a:t>HÀM SỐ VÀ ĐỒ THỊ</a:t>
            </a:r>
          </a:p>
          <a:p>
            <a:r>
              <a:rPr lang="vi-VN" sz="3200">
                <a:solidFill>
                  <a:schemeClr val="bg1"/>
                </a:solidFill>
              </a:rPr>
              <a:t>HÀM NGƯỢC, HÀM LƯỢNG GIÁC NGƯỢC</a:t>
            </a:r>
          </a:p>
          <a:p>
            <a:pPr marL="0" indent="0">
              <a:buNone/>
            </a:pPr>
            <a:endParaRPr lang="vi-VN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191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1026" y="202509"/>
            <a:ext cx="39619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200">
                <a:solidFill>
                  <a:srgbClr val="FFC000"/>
                </a:solidFill>
              </a:rPr>
              <a:t>HÀM SỐ VÀ ĐỒ THỊ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49" y="925159"/>
            <a:ext cx="9262095" cy="561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5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232655"/>
            <a:ext cx="8103228" cy="51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45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232655"/>
            <a:ext cx="8103228" cy="5124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02120" y="1044000"/>
              <a:ext cx="11540880" cy="3636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240" y="1033560"/>
                <a:ext cx="11559960" cy="365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183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770" y="252778"/>
            <a:ext cx="84737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200">
                <a:solidFill>
                  <a:srgbClr val="FFC000"/>
                </a:solidFill>
              </a:rPr>
              <a:t>HÀM NGƯỢC, HÀM LƯỢNG GIÁC NGƯỢC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80" y="837552"/>
            <a:ext cx="9448788" cy="566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04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97" y="222603"/>
            <a:ext cx="9047525" cy="121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2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97" y="222603"/>
            <a:ext cx="9047525" cy="121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65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97" y="222603"/>
            <a:ext cx="9047525" cy="12110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66280" y="589680"/>
              <a:ext cx="10643400" cy="5872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400" y="578520"/>
                <a:ext cx="10667880" cy="589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9441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85" y="337078"/>
            <a:ext cx="9938889" cy="59282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18840" y="3540600"/>
              <a:ext cx="10491120" cy="20325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400" y="3529440"/>
                <a:ext cx="10509480" cy="205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8434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42041D-214C-478A-AFAE-517B8D267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07" y="345155"/>
            <a:ext cx="11296471" cy="99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60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83" y="352074"/>
            <a:ext cx="10785828" cy="596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65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92" y="264759"/>
            <a:ext cx="10345208" cy="62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9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24" y="265112"/>
            <a:ext cx="816292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20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02920" y="346320"/>
              <a:ext cx="11028960" cy="5717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2120" y="334440"/>
                <a:ext cx="11045520" cy="57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1954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23720" y="492840"/>
              <a:ext cx="9371520" cy="4363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200" y="480960"/>
                <a:ext cx="9394560" cy="438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3136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09" y="235303"/>
            <a:ext cx="766762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57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54" y="191558"/>
            <a:ext cx="9354258" cy="49722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050120" y="5344560"/>
              <a:ext cx="4544280" cy="631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8960" y="5332680"/>
                <a:ext cx="4566960" cy="65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10344240" y="1629000"/>
              <a:ext cx="1516680" cy="1522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32000" y="1617120"/>
                <a:ext cx="1539720" cy="154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/>
              <p14:cNvContentPartPr/>
              <p14:nvPr/>
            </p14:nvContentPartPr>
            <p14:xfrm>
              <a:off x="7027200" y="3112200"/>
              <a:ext cx="217080" cy="165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14960" y="3101760"/>
                <a:ext cx="242280" cy="3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0296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60" y="268110"/>
            <a:ext cx="10936791" cy="58053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0849680" y="64296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40320" y="6336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7111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34" y="250295"/>
            <a:ext cx="10858830" cy="507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29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67" y="275520"/>
            <a:ext cx="3966391" cy="53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10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67" y="275520"/>
            <a:ext cx="3966391" cy="5372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75920" y="311760"/>
              <a:ext cx="11461320" cy="4695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120" y="299880"/>
                <a:ext cx="11482200" cy="47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9798480" y="5061960"/>
              <a:ext cx="2225520" cy="971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87320" y="5050080"/>
                <a:ext cx="2247480" cy="9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0178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2320DA-223C-E33E-DEE3-453DD994B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68" y="427038"/>
            <a:ext cx="6021419" cy="8711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1D3186-DB09-84F8-711C-5D3A1A194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0" y="1664581"/>
            <a:ext cx="6505953" cy="197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0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79400"/>
            <a:ext cx="10654102" cy="116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03" y="245534"/>
            <a:ext cx="5572125" cy="609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23000" y="337680"/>
              <a:ext cx="11313720" cy="6397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200" y="327600"/>
                <a:ext cx="11336040" cy="641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8067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23800" y="321120"/>
              <a:ext cx="11080440" cy="3193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2280" y="309240"/>
                <a:ext cx="11104200" cy="321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2175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57FD45-4B01-444F-AC2B-1EBC598EA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72" y="343789"/>
            <a:ext cx="6639159" cy="1558489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7EBAEE5-74A6-4CC0-9C3D-34042665C2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478180"/>
              </p:ext>
            </p:extLst>
          </p:nvPr>
        </p:nvGraphicFramePr>
        <p:xfrm>
          <a:off x="3373664" y="2748189"/>
          <a:ext cx="4212130" cy="155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4" imgW="1269720" imgH="469800" progId="Equation.DSMT4">
                  <p:embed/>
                </p:oleObj>
              </mc:Choice>
              <mc:Fallback>
                <p:oleObj name="Equation" r:id="rId4" imgW="12697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73664" y="2748189"/>
                        <a:ext cx="4212130" cy="1558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6683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96</Words>
  <Application>Microsoft Office PowerPoint</Application>
  <PresentationFormat>Widescreen</PresentationFormat>
  <Paragraphs>15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Office Theme</vt:lpstr>
      <vt:lpstr>MathType 7.0 Equation</vt:lpstr>
      <vt:lpstr>NỘI DUNG</vt:lpstr>
      <vt:lpstr>CHƯƠNG 1. HÀM SỐ VÀ ĐỒ THỊ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NỘI DUNG</dc:title>
  <dc:creator>NGDIEP</dc:creator>
  <cp:lastModifiedBy>Nguyễn Điệp</cp:lastModifiedBy>
  <cp:revision>42</cp:revision>
  <dcterms:created xsi:type="dcterms:W3CDTF">2021-09-02T17:21:41Z</dcterms:created>
  <dcterms:modified xsi:type="dcterms:W3CDTF">2024-09-09T04:24:24Z</dcterms:modified>
</cp:coreProperties>
</file>